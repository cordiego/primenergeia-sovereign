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PRIMEnergeia</a:t>
            </a:r>
          </a:p>
          <a:p>
            <a:pPr algn="ctr">
              <a:spcBef>
                <a:spcPts val="2000"/>
              </a:spcBef>
              <a:defRPr sz="2200" b="1">
                <a:solidFill>
                  <a:srgbClr val="D4A017"/>
                </a:solidFill>
              </a:defRPr>
            </a:pPr>
            <a:r>
              <a:t>INTELIGENCIA SOBERANA PARA INFRAESTRUCTURA ENERGÉTICA CRÍTICA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E0E0E0"/>
                </a:solidFill>
              </a:defRPr>
            </a:pPr>
            <a:r>
              <a:t>Los activos renovables pierden valor silenciosamente.</a:t>
            </a:r>
          </a:p>
          <a:p>
            <a:pPr algn="ctr">
              <a:spcBef>
                <a:spcPts val="3000"/>
              </a:spcBef>
              <a:defRPr sz="4800" b="1">
                <a:solidFill>
                  <a:srgbClr val="D4A017"/>
                </a:solidFill>
              </a:defRPr>
            </a:pPr>
            <a:r>
              <a:t>PRIMEnergeia resuelve esto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017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3200">
                <a:solidFill>
                  <a:srgbClr val="E0E0E0"/>
                </a:solidFill>
              </a:defRPr>
            </a:pPr>
            <a:r>
              <a:t>•  Frecuencia nodal inestable (fuera de ±0.2 Hz)</a:t>
            </a:r>
          </a:p>
          <a:p>
            <a:pPr>
              <a:spcAft>
                <a:spcPts val="2400"/>
              </a:spcAft>
              <a:defRPr sz="3200">
                <a:solidFill>
                  <a:srgbClr val="E0E0E0"/>
                </a:solidFill>
              </a:defRPr>
            </a:pPr>
            <a:r>
              <a:t>•  Entropía térmica acelerada en transformadores</a:t>
            </a:r>
          </a:p>
          <a:p>
            <a:pPr>
              <a:spcAft>
                <a:spcPts val="2400"/>
              </a:spcAft>
              <a:defRPr sz="3200">
                <a:solidFill>
                  <a:srgbClr val="E0E0E0"/>
                </a:solidFill>
              </a:defRPr>
            </a:pPr>
            <a:r>
              <a:t>•  Arbitraje PML desaprovechado (pérdidas $80K-$160K)</a:t>
            </a:r>
          </a:p>
          <a:p>
            <a:pPr>
              <a:spcAft>
                <a:spcPts val="2400"/>
              </a:spcAft>
              <a:defRPr sz="3200">
                <a:solidFill>
                  <a:srgbClr val="E0E0E0"/>
                </a:solidFill>
              </a:defRPr>
            </a:pPr>
            <a:r>
              <a:t>•  Módulos solares convencionales ineficientes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A9D8F"/>
                </a:solidFill>
              </a:defRPr>
            </a:pPr>
            <a: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 HJB Solver: Control estocástico en tiempo real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 DRL Auto-Healing: Actor-Critic post-disturbancia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 Granas Module: Geometría 21×34, 89% photon recycling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 SIBO Optimizer: Calibración Bayesiana continua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