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1.xml" ContentType="application/vnd.openxmlformats-officedocument.presentationml.tag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19.xml" ContentType="application/vnd.openxmlformats-officedocument.presentationml.tags+xml"/>
  <Override PartName="/ppt/notesSlides/notesSlide20.xml" ContentType="application/vnd.openxmlformats-officedocument.presentationml.notesSlide+xml"/>
  <Override PartName="/ppt/tags/tag20.xml" ContentType="application/vnd.openxmlformats-officedocument.presentationml.tags+xml"/>
  <Override PartName="/ppt/notesSlides/notesSlide21.xml" ContentType="application/vnd.openxmlformats-officedocument.presentationml.notesSlide+xml"/>
  <Override PartName="/ppt/tags/tag21.xml" ContentType="application/vnd.openxmlformats-officedocument.presentationml.tags+xml"/>
  <Override PartName="/ppt/notesSlides/notesSlide2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tags/tag22.xml" ContentType="application/vnd.openxmlformats-officedocument.presentationml.tags+xml"/>
  <Override PartName="/ppt/notesSlides/notesSlide23.xml" ContentType="application/vnd.openxmlformats-officedocument.presentationml.notesSlide+xml"/>
  <Override PartName="/ppt/tags/tag23.xml" ContentType="application/vnd.openxmlformats-officedocument.presentationml.tags+xml"/>
  <Override PartName="/ppt/notesSlides/notesSlide24.xml" ContentType="application/vnd.openxmlformats-officedocument.presentationml.notesSlide+xml"/>
  <Override PartName="/ppt/tags/tag24.xml" ContentType="application/vnd.openxmlformats-officedocument.presentationml.tags+xml"/>
  <Override PartName="/ppt/notesSlides/notesSlide2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tags/tag25.xml" ContentType="application/vnd.openxmlformats-officedocument.presentationml.tags+xml"/>
  <Override PartName="/ppt/notesSlides/notesSlide26.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tags/tag26.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479" r:id="rId2"/>
    <p:sldId id="291" r:id="rId3"/>
    <p:sldId id="303" r:id="rId4"/>
    <p:sldId id="308" r:id="rId5"/>
    <p:sldId id="365" r:id="rId6"/>
    <p:sldId id="304" r:id="rId7"/>
    <p:sldId id="1159" r:id="rId8"/>
    <p:sldId id="306" r:id="rId9"/>
    <p:sldId id="307" r:id="rId10"/>
    <p:sldId id="381" r:id="rId11"/>
    <p:sldId id="1169" r:id="rId12"/>
    <p:sldId id="795" r:id="rId13"/>
    <p:sldId id="1054" r:id="rId14"/>
    <p:sldId id="311" r:id="rId15"/>
    <p:sldId id="1012" r:id="rId16"/>
    <p:sldId id="1161" r:id="rId17"/>
    <p:sldId id="1013" r:id="rId18"/>
    <p:sldId id="693" r:id="rId19"/>
    <p:sldId id="481" r:id="rId20"/>
    <p:sldId id="293" r:id="rId21"/>
    <p:sldId id="320" r:id="rId22"/>
    <p:sldId id="696" r:id="rId23"/>
    <p:sldId id="321" r:id="rId24"/>
    <p:sldId id="322" r:id="rId25"/>
    <p:sldId id="826" r:id="rId26"/>
    <p:sldId id="323" r:id="rId27"/>
    <p:sldId id="1170" r:id="rId28"/>
    <p:sldId id="697" r:id="rId29"/>
    <p:sldId id="828" r:id="rId3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isposiciones Generales de la LISR" id="{8BC3D088-97F1-47E6-B6B2-A41DB21FFF7D}">
          <p14:sldIdLst>
            <p14:sldId id="479"/>
            <p14:sldId id="291"/>
            <p14:sldId id="303"/>
            <p14:sldId id="308"/>
            <p14:sldId id="365"/>
            <p14:sldId id="304"/>
            <p14:sldId id="1159"/>
            <p14:sldId id="306"/>
            <p14:sldId id="307"/>
            <p14:sldId id="381"/>
            <p14:sldId id="1169"/>
            <p14:sldId id="795"/>
            <p14:sldId id="1054"/>
            <p14:sldId id="311"/>
            <p14:sldId id="1012"/>
            <p14:sldId id="1161"/>
            <p14:sldId id="1013"/>
            <p14:sldId id="693"/>
          </p14:sldIdLst>
        </p14:section>
        <p14:section name="Los Ingresos Acumulables" id="{7BAF75B3-D13A-4807-AB13-4D3B40DA9F35}">
          <p14:sldIdLst>
            <p14:sldId id="481"/>
            <p14:sldId id="293"/>
            <p14:sldId id="320"/>
            <p14:sldId id="696"/>
            <p14:sldId id="321"/>
            <p14:sldId id="322"/>
            <p14:sldId id="826"/>
            <p14:sldId id="323"/>
            <p14:sldId id="1170"/>
            <p14:sldId id="697"/>
            <p14:sldId id="82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B193A3-1B3A-4FE8-9404-FC949E60098C}" v="43" dt="2025-01-22T01:12:05.7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9" autoAdjust="0"/>
    <p:restoredTop sz="94660"/>
  </p:normalViewPr>
  <p:slideViewPr>
    <p:cSldViewPr snapToGrid="0">
      <p:cViewPr varScale="1">
        <p:scale>
          <a:sx n="128" d="100"/>
          <a:sy n="128" d="100"/>
        </p:scale>
        <p:origin x="36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me De Leon R." userId="6107559c-c399-4371-a23a-d124d3599f82" providerId="ADAL" clId="{209CAA2E-15B9-4037-BE4A-C48DF030809B}"/>
    <pc:docChg chg="undo redo custSel addSld delSld modSld">
      <pc:chgData name="Jaime De Leon R." userId="6107559c-c399-4371-a23a-d124d3599f82" providerId="ADAL" clId="{209CAA2E-15B9-4037-BE4A-C48DF030809B}" dt="2022-06-18T13:58:43.391" v="2976" actId="20577"/>
      <pc:docMkLst>
        <pc:docMk/>
      </pc:docMkLst>
      <pc:sldChg chg="del">
        <pc:chgData name="Jaime De Leon R." userId="6107559c-c399-4371-a23a-d124d3599f82" providerId="ADAL" clId="{209CAA2E-15B9-4037-BE4A-C48DF030809B}" dt="2022-06-18T13:16:39.652" v="0" actId="47"/>
        <pc:sldMkLst>
          <pc:docMk/>
          <pc:sldMk cId="3632386445" sldId="344"/>
        </pc:sldMkLst>
      </pc:sldChg>
      <pc:sldChg chg="modSp mod">
        <pc:chgData name="Jaime De Leon R." userId="6107559c-c399-4371-a23a-d124d3599f82" providerId="ADAL" clId="{209CAA2E-15B9-4037-BE4A-C48DF030809B}" dt="2022-06-18T13:30:13.392" v="894"/>
        <pc:sldMkLst>
          <pc:docMk/>
          <pc:sldMk cId="2585019895" sldId="346"/>
        </pc:sldMkLst>
      </pc:sldChg>
      <pc:sldChg chg="del">
        <pc:chgData name="Jaime De Leon R." userId="6107559c-c399-4371-a23a-d124d3599f82" providerId="ADAL" clId="{209CAA2E-15B9-4037-BE4A-C48DF030809B}" dt="2022-06-18T13:16:39.652" v="0" actId="47"/>
        <pc:sldMkLst>
          <pc:docMk/>
          <pc:sldMk cId="2100704877" sldId="347"/>
        </pc:sldMkLst>
      </pc:sldChg>
      <pc:sldChg chg="modSp add mod">
        <pc:chgData name="Jaime De Leon R." userId="6107559c-c399-4371-a23a-d124d3599f82" providerId="ADAL" clId="{209CAA2E-15B9-4037-BE4A-C48DF030809B}" dt="2022-06-18T13:44:16.533" v="1705" actId="20577"/>
        <pc:sldMkLst>
          <pc:docMk/>
          <pc:sldMk cId="4222435848" sldId="347"/>
        </pc:sldMkLst>
      </pc:sldChg>
      <pc:sldChg chg="modSp add mod">
        <pc:chgData name="Jaime De Leon R." userId="6107559c-c399-4371-a23a-d124d3599f82" providerId="ADAL" clId="{209CAA2E-15B9-4037-BE4A-C48DF030809B}" dt="2022-06-18T13:48:20.015" v="2163" actId="20577"/>
        <pc:sldMkLst>
          <pc:docMk/>
          <pc:sldMk cId="3298429581" sldId="348"/>
        </pc:sldMkLst>
      </pc:sldChg>
      <pc:sldChg chg="modSp add mod">
        <pc:chgData name="Jaime De Leon R." userId="6107559c-c399-4371-a23a-d124d3599f82" providerId="ADAL" clId="{209CAA2E-15B9-4037-BE4A-C48DF030809B}" dt="2022-06-18T13:52:21.430" v="2204" actId="20577"/>
        <pc:sldMkLst>
          <pc:docMk/>
          <pc:sldMk cId="2351589384" sldId="349"/>
        </pc:sldMkLst>
      </pc:sldChg>
      <pc:sldChg chg="modSp add mod">
        <pc:chgData name="Jaime De Leon R." userId="6107559c-c399-4371-a23a-d124d3599f82" providerId="ADAL" clId="{209CAA2E-15B9-4037-BE4A-C48DF030809B}" dt="2022-06-18T13:58:43.391" v="2976" actId="20577"/>
        <pc:sldMkLst>
          <pc:docMk/>
          <pc:sldMk cId="3039340584" sldId="350"/>
        </pc:sldMkLst>
      </pc:sldChg>
      <pc:sldChg chg="modSp add mod">
        <pc:chgData name="Jaime De Leon R." userId="6107559c-c399-4371-a23a-d124d3599f82" providerId="ADAL" clId="{209CAA2E-15B9-4037-BE4A-C48DF030809B}" dt="2022-06-18T13:57:37.414" v="2920" actId="20577"/>
        <pc:sldMkLst>
          <pc:docMk/>
          <pc:sldMk cId="1753269166" sldId="351"/>
        </pc:sldMkLst>
      </pc:sldChg>
    </pc:docChg>
  </pc:docChgLst>
  <pc:docChgLst>
    <pc:chgData name="Jaime De León R." userId="6107559c-c399-4371-a23a-d124d3599f82" providerId="ADAL" clId="{ECB193A3-1B3A-4FE8-9404-FC949E60098C}"/>
    <pc:docChg chg="undo custSel addSld delSld modSld delSection modSection">
      <pc:chgData name="Jaime De León R." userId="6107559c-c399-4371-a23a-d124d3599f82" providerId="ADAL" clId="{ECB193A3-1B3A-4FE8-9404-FC949E60098C}" dt="2025-01-22T01:16:37.180" v="65" actId="47"/>
      <pc:docMkLst>
        <pc:docMk/>
      </pc:docMkLst>
      <pc:sldChg chg="del">
        <pc:chgData name="Jaime De León R." userId="6107559c-c399-4371-a23a-d124d3599f82" providerId="ADAL" clId="{ECB193A3-1B3A-4FE8-9404-FC949E60098C}" dt="2025-01-22T01:09:21.160" v="0" actId="2696"/>
        <pc:sldMkLst>
          <pc:docMk/>
          <pc:sldMk cId="3241727980" sldId="262"/>
        </pc:sldMkLst>
      </pc:sldChg>
      <pc:sldChg chg="del">
        <pc:chgData name="Jaime De León R." userId="6107559c-c399-4371-a23a-d124d3599f82" providerId="ADAL" clId="{ECB193A3-1B3A-4FE8-9404-FC949E60098C}" dt="2025-01-22T01:09:21.160" v="0" actId="2696"/>
        <pc:sldMkLst>
          <pc:docMk/>
          <pc:sldMk cId="2922173833" sldId="265"/>
        </pc:sldMkLst>
      </pc:sldChg>
      <pc:sldChg chg="del">
        <pc:chgData name="Jaime De León R." userId="6107559c-c399-4371-a23a-d124d3599f82" providerId="ADAL" clId="{ECB193A3-1B3A-4FE8-9404-FC949E60098C}" dt="2025-01-22T01:09:21.160" v="0" actId="2696"/>
        <pc:sldMkLst>
          <pc:docMk/>
          <pc:sldMk cId="4145090948" sldId="266"/>
        </pc:sldMkLst>
      </pc:sldChg>
      <pc:sldChg chg="del">
        <pc:chgData name="Jaime De León R." userId="6107559c-c399-4371-a23a-d124d3599f82" providerId="ADAL" clId="{ECB193A3-1B3A-4FE8-9404-FC949E60098C}" dt="2025-01-22T01:09:21.160" v="0" actId="2696"/>
        <pc:sldMkLst>
          <pc:docMk/>
          <pc:sldMk cId="1566961134" sldId="267"/>
        </pc:sldMkLst>
      </pc:sldChg>
      <pc:sldChg chg="del">
        <pc:chgData name="Jaime De León R." userId="6107559c-c399-4371-a23a-d124d3599f82" providerId="ADAL" clId="{ECB193A3-1B3A-4FE8-9404-FC949E60098C}" dt="2025-01-22T01:09:21.160" v="0" actId="2696"/>
        <pc:sldMkLst>
          <pc:docMk/>
          <pc:sldMk cId="3795566268" sldId="268"/>
        </pc:sldMkLst>
      </pc:sldChg>
      <pc:sldChg chg="del">
        <pc:chgData name="Jaime De León R." userId="6107559c-c399-4371-a23a-d124d3599f82" providerId="ADAL" clId="{ECB193A3-1B3A-4FE8-9404-FC949E60098C}" dt="2025-01-22T01:09:21.160" v="0" actId="2696"/>
        <pc:sldMkLst>
          <pc:docMk/>
          <pc:sldMk cId="870438126" sldId="269"/>
        </pc:sldMkLst>
      </pc:sldChg>
      <pc:sldChg chg="del">
        <pc:chgData name="Jaime De León R." userId="6107559c-c399-4371-a23a-d124d3599f82" providerId="ADAL" clId="{ECB193A3-1B3A-4FE8-9404-FC949E60098C}" dt="2025-01-22T01:09:21.160" v="0" actId="2696"/>
        <pc:sldMkLst>
          <pc:docMk/>
          <pc:sldMk cId="3425818223" sldId="270"/>
        </pc:sldMkLst>
      </pc:sldChg>
      <pc:sldChg chg="del">
        <pc:chgData name="Jaime De León R." userId="6107559c-c399-4371-a23a-d124d3599f82" providerId="ADAL" clId="{ECB193A3-1B3A-4FE8-9404-FC949E60098C}" dt="2025-01-22T01:09:21.160" v="0" actId="2696"/>
        <pc:sldMkLst>
          <pc:docMk/>
          <pc:sldMk cId="1688606035" sldId="271"/>
        </pc:sldMkLst>
      </pc:sldChg>
      <pc:sldChg chg="del">
        <pc:chgData name="Jaime De León R." userId="6107559c-c399-4371-a23a-d124d3599f82" providerId="ADAL" clId="{ECB193A3-1B3A-4FE8-9404-FC949E60098C}" dt="2025-01-22T01:09:21.160" v="0" actId="2696"/>
        <pc:sldMkLst>
          <pc:docMk/>
          <pc:sldMk cId="1254463813" sldId="272"/>
        </pc:sldMkLst>
      </pc:sldChg>
      <pc:sldChg chg="del">
        <pc:chgData name="Jaime De León R." userId="6107559c-c399-4371-a23a-d124d3599f82" providerId="ADAL" clId="{ECB193A3-1B3A-4FE8-9404-FC949E60098C}" dt="2025-01-22T01:09:21.160" v="0" actId="2696"/>
        <pc:sldMkLst>
          <pc:docMk/>
          <pc:sldMk cId="4161700530" sldId="273"/>
        </pc:sldMkLst>
      </pc:sldChg>
      <pc:sldChg chg="del">
        <pc:chgData name="Jaime De León R." userId="6107559c-c399-4371-a23a-d124d3599f82" providerId="ADAL" clId="{ECB193A3-1B3A-4FE8-9404-FC949E60098C}" dt="2025-01-22T01:09:21.160" v="0" actId="2696"/>
        <pc:sldMkLst>
          <pc:docMk/>
          <pc:sldMk cId="4223697094" sldId="277"/>
        </pc:sldMkLst>
      </pc:sldChg>
      <pc:sldChg chg="del">
        <pc:chgData name="Jaime De León R." userId="6107559c-c399-4371-a23a-d124d3599f82" providerId="ADAL" clId="{ECB193A3-1B3A-4FE8-9404-FC949E60098C}" dt="2025-01-22T01:09:21.160" v="0" actId="2696"/>
        <pc:sldMkLst>
          <pc:docMk/>
          <pc:sldMk cId="3355870206" sldId="278"/>
        </pc:sldMkLst>
      </pc:sldChg>
      <pc:sldChg chg="del">
        <pc:chgData name="Jaime De León R." userId="6107559c-c399-4371-a23a-d124d3599f82" providerId="ADAL" clId="{ECB193A3-1B3A-4FE8-9404-FC949E60098C}" dt="2025-01-22T01:09:21.160" v="0" actId="2696"/>
        <pc:sldMkLst>
          <pc:docMk/>
          <pc:sldMk cId="287824539" sldId="281"/>
        </pc:sldMkLst>
      </pc:sldChg>
      <pc:sldChg chg="del">
        <pc:chgData name="Jaime De León R." userId="6107559c-c399-4371-a23a-d124d3599f82" providerId="ADAL" clId="{ECB193A3-1B3A-4FE8-9404-FC949E60098C}" dt="2025-01-22T01:09:21.160" v="0" actId="2696"/>
        <pc:sldMkLst>
          <pc:docMk/>
          <pc:sldMk cId="1289937686" sldId="282"/>
        </pc:sldMkLst>
      </pc:sldChg>
      <pc:sldChg chg="del">
        <pc:chgData name="Jaime De León R." userId="6107559c-c399-4371-a23a-d124d3599f82" providerId="ADAL" clId="{ECB193A3-1B3A-4FE8-9404-FC949E60098C}" dt="2025-01-22T01:09:21.160" v="0" actId="2696"/>
        <pc:sldMkLst>
          <pc:docMk/>
          <pc:sldMk cId="1074402129" sldId="283"/>
        </pc:sldMkLst>
      </pc:sldChg>
      <pc:sldChg chg="del">
        <pc:chgData name="Jaime De León R." userId="6107559c-c399-4371-a23a-d124d3599f82" providerId="ADAL" clId="{ECB193A3-1B3A-4FE8-9404-FC949E60098C}" dt="2025-01-22T01:09:21.160" v="0" actId="2696"/>
        <pc:sldMkLst>
          <pc:docMk/>
          <pc:sldMk cId="3910813914" sldId="284"/>
        </pc:sldMkLst>
      </pc:sldChg>
      <pc:sldChg chg="del">
        <pc:chgData name="Jaime De León R." userId="6107559c-c399-4371-a23a-d124d3599f82" providerId="ADAL" clId="{ECB193A3-1B3A-4FE8-9404-FC949E60098C}" dt="2025-01-22T01:09:21.160" v="0" actId="2696"/>
        <pc:sldMkLst>
          <pc:docMk/>
          <pc:sldMk cId="3447105805" sldId="285"/>
        </pc:sldMkLst>
      </pc:sldChg>
      <pc:sldChg chg="del">
        <pc:chgData name="Jaime De León R." userId="6107559c-c399-4371-a23a-d124d3599f82" providerId="ADAL" clId="{ECB193A3-1B3A-4FE8-9404-FC949E60098C}" dt="2025-01-22T01:09:21.160" v="0" actId="2696"/>
        <pc:sldMkLst>
          <pc:docMk/>
          <pc:sldMk cId="2144196958" sldId="286"/>
        </pc:sldMkLst>
      </pc:sldChg>
      <pc:sldChg chg="del">
        <pc:chgData name="Jaime De León R." userId="6107559c-c399-4371-a23a-d124d3599f82" providerId="ADAL" clId="{ECB193A3-1B3A-4FE8-9404-FC949E60098C}" dt="2025-01-22T01:09:21.160" v="0" actId="2696"/>
        <pc:sldMkLst>
          <pc:docMk/>
          <pc:sldMk cId="386966100" sldId="287"/>
        </pc:sldMkLst>
      </pc:sldChg>
      <pc:sldChg chg="del">
        <pc:chgData name="Jaime De León R." userId="6107559c-c399-4371-a23a-d124d3599f82" providerId="ADAL" clId="{ECB193A3-1B3A-4FE8-9404-FC949E60098C}" dt="2025-01-22T01:09:21.160" v="0" actId="2696"/>
        <pc:sldMkLst>
          <pc:docMk/>
          <pc:sldMk cId="149950726" sldId="289"/>
        </pc:sldMkLst>
      </pc:sldChg>
      <pc:sldChg chg="del">
        <pc:chgData name="Jaime De León R." userId="6107559c-c399-4371-a23a-d124d3599f82" providerId="ADAL" clId="{ECB193A3-1B3A-4FE8-9404-FC949E60098C}" dt="2025-01-22T01:09:21.160" v="0" actId="2696"/>
        <pc:sldMkLst>
          <pc:docMk/>
          <pc:sldMk cId="3653561584" sldId="290"/>
        </pc:sldMkLst>
      </pc:sldChg>
      <pc:sldChg chg="modSp mod">
        <pc:chgData name="Jaime De León R." userId="6107559c-c399-4371-a23a-d124d3599f82" providerId="ADAL" clId="{ECB193A3-1B3A-4FE8-9404-FC949E60098C}" dt="2025-01-22T01:09:44.473" v="8" actId="20577"/>
        <pc:sldMkLst>
          <pc:docMk/>
          <pc:sldMk cId="695483299" sldId="291"/>
        </pc:sldMkLst>
        <pc:spChg chg="mod">
          <ac:chgData name="Jaime De León R." userId="6107559c-c399-4371-a23a-d124d3599f82" providerId="ADAL" clId="{ECB193A3-1B3A-4FE8-9404-FC949E60098C}" dt="2025-01-22T01:09:44.473" v="8" actId="20577"/>
          <ac:spMkLst>
            <pc:docMk/>
            <pc:sldMk cId="695483299" sldId="291"/>
            <ac:spMk id="7" creationId="{00000000-0000-0000-0000-000000000000}"/>
          </ac:spMkLst>
        </pc:spChg>
      </pc:sldChg>
      <pc:sldChg chg="add del">
        <pc:chgData name="Jaime De León R." userId="6107559c-c399-4371-a23a-d124d3599f82" providerId="ADAL" clId="{ECB193A3-1B3A-4FE8-9404-FC949E60098C}" dt="2025-01-22T01:16:37.180" v="65" actId="47"/>
        <pc:sldMkLst>
          <pc:docMk/>
          <pc:sldMk cId="2563003898" sldId="292"/>
        </pc:sldMkLst>
      </pc:sldChg>
      <pc:sldChg chg="modSp mod">
        <pc:chgData name="Jaime De León R." userId="6107559c-c399-4371-a23a-d124d3599f82" providerId="ADAL" clId="{ECB193A3-1B3A-4FE8-9404-FC949E60098C}" dt="2025-01-22T01:13:18.829" v="60" actId="20577"/>
        <pc:sldMkLst>
          <pc:docMk/>
          <pc:sldMk cId="4035005942" sldId="293"/>
        </pc:sldMkLst>
        <pc:spChg chg="mod">
          <ac:chgData name="Jaime De León R." userId="6107559c-c399-4371-a23a-d124d3599f82" providerId="ADAL" clId="{ECB193A3-1B3A-4FE8-9404-FC949E60098C}" dt="2025-01-22T01:13:18.829" v="60" actId="20577"/>
          <ac:spMkLst>
            <pc:docMk/>
            <pc:sldMk cId="4035005942" sldId="293"/>
            <ac:spMk id="2" creationId="{00000000-0000-0000-0000-000000000000}"/>
          </ac:spMkLst>
        </pc:spChg>
      </pc:sldChg>
      <pc:sldChg chg="add del">
        <pc:chgData name="Jaime De León R." userId="6107559c-c399-4371-a23a-d124d3599f82" providerId="ADAL" clId="{ECB193A3-1B3A-4FE8-9404-FC949E60098C}" dt="2025-01-22T01:16:37.180" v="65" actId="47"/>
        <pc:sldMkLst>
          <pc:docMk/>
          <pc:sldMk cId="999959553" sldId="294"/>
        </pc:sldMkLst>
      </pc:sldChg>
      <pc:sldChg chg="del">
        <pc:chgData name="Jaime De León R." userId="6107559c-c399-4371-a23a-d124d3599f82" providerId="ADAL" clId="{ECB193A3-1B3A-4FE8-9404-FC949E60098C}" dt="2025-01-22T01:09:21.160" v="0" actId="2696"/>
        <pc:sldMkLst>
          <pc:docMk/>
          <pc:sldMk cId="616470979" sldId="300"/>
        </pc:sldMkLst>
      </pc:sldChg>
      <pc:sldChg chg="del">
        <pc:chgData name="Jaime De León R." userId="6107559c-c399-4371-a23a-d124d3599f82" providerId="ADAL" clId="{ECB193A3-1B3A-4FE8-9404-FC949E60098C}" dt="2025-01-22T01:09:21.160" v="0" actId="2696"/>
        <pc:sldMkLst>
          <pc:docMk/>
          <pc:sldMk cId="2865739838" sldId="301"/>
        </pc:sldMkLst>
      </pc:sldChg>
      <pc:sldChg chg="modSp mod">
        <pc:chgData name="Jaime De León R." userId="6107559c-c399-4371-a23a-d124d3599f82" providerId="ADAL" clId="{ECB193A3-1B3A-4FE8-9404-FC949E60098C}" dt="2025-01-22T01:10:26.844" v="10" actId="108"/>
        <pc:sldMkLst>
          <pc:docMk/>
          <pc:sldMk cId="367535930" sldId="304"/>
        </pc:sldMkLst>
        <pc:graphicFrameChg chg="mod modGraphic">
          <ac:chgData name="Jaime De León R." userId="6107559c-c399-4371-a23a-d124d3599f82" providerId="ADAL" clId="{ECB193A3-1B3A-4FE8-9404-FC949E60098C}" dt="2025-01-22T01:10:26.844" v="10" actId="108"/>
          <ac:graphicFrameMkLst>
            <pc:docMk/>
            <pc:sldMk cId="367535930" sldId="304"/>
            <ac:graphicFrameMk id="4" creationId="{00000000-0000-0000-0000-000000000000}"/>
          </ac:graphicFrameMkLst>
        </pc:graphicFrameChg>
      </pc:sldChg>
      <pc:sldChg chg="add del">
        <pc:chgData name="Jaime De León R." userId="6107559c-c399-4371-a23a-d124d3599f82" providerId="ADAL" clId="{ECB193A3-1B3A-4FE8-9404-FC949E60098C}" dt="2025-01-22T01:16:37.180" v="65" actId="47"/>
        <pc:sldMkLst>
          <pc:docMk/>
          <pc:sldMk cId="3137667935" sldId="314"/>
        </pc:sldMkLst>
      </pc:sldChg>
      <pc:sldChg chg="add del">
        <pc:chgData name="Jaime De León R." userId="6107559c-c399-4371-a23a-d124d3599f82" providerId="ADAL" clId="{ECB193A3-1B3A-4FE8-9404-FC949E60098C}" dt="2025-01-22T01:16:37.180" v="65" actId="47"/>
        <pc:sldMkLst>
          <pc:docMk/>
          <pc:sldMk cId="1503203228" sldId="316"/>
        </pc:sldMkLst>
      </pc:sldChg>
      <pc:sldChg chg="add del">
        <pc:chgData name="Jaime De León R." userId="6107559c-c399-4371-a23a-d124d3599f82" providerId="ADAL" clId="{ECB193A3-1B3A-4FE8-9404-FC949E60098C}" dt="2025-01-22T01:16:37.180" v="65" actId="47"/>
        <pc:sldMkLst>
          <pc:docMk/>
          <pc:sldMk cId="24590595" sldId="318"/>
        </pc:sldMkLst>
      </pc:sldChg>
      <pc:sldChg chg="add del">
        <pc:chgData name="Jaime De León R." userId="6107559c-c399-4371-a23a-d124d3599f82" providerId="ADAL" clId="{ECB193A3-1B3A-4FE8-9404-FC949E60098C}" dt="2025-01-22T01:16:37.180" v="65" actId="47"/>
        <pc:sldMkLst>
          <pc:docMk/>
          <pc:sldMk cId="2152731620" sldId="326"/>
        </pc:sldMkLst>
      </pc:sldChg>
      <pc:sldChg chg="add del">
        <pc:chgData name="Jaime De León R." userId="6107559c-c399-4371-a23a-d124d3599f82" providerId="ADAL" clId="{ECB193A3-1B3A-4FE8-9404-FC949E60098C}" dt="2025-01-22T01:16:37.180" v="65" actId="47"/>
        <pc:sldMkLst>
          <pc:docMk/>
          <pc:sldMk cId="686665196" sldId="327"/>
        </pc:sldMkLst>
      </pc:sldChg>
      <pc:sldChg chg="del">
        <pc:chgData name="Jaime De León R." userId="6107559c-c399-4371-a23a-d124d3599f82" providerId="ADAL" clId="{ECB193A3-1B3A-4FE8-9404-FC949E60098C}" dt="2025-01-22T01:09:21.160" v="0" actId="2696"/>
        <pc:sldMkLst>
          <pc:docMk/>
          <pc:sldMk cId="3546969528" sldId="347"/>
        </pc:sldMkLst>
      </pc:sldChg>
      <pc:sldChg chg="del">
        <pc:chgData name="Jaime De León R." userId="6107559c-c399-4371-a23a-d124d3599f82" providerId="ADAL" clId="{ECB193A3-1B3A-4FE8-9404-FC949E60098C}" dt="2025-01-22T01:09:21.160" v="0" actId="2696"/>
        <pc:sldMkLst>
          <pc:docMk/>
          <pc:sldMk cId="3205869130" sldId="348"/>
        </pc:sldMkLst>
      </pc:sldChg>
      <pc:sldChg chg="del">
        <pc:chgData name="Jaime De León R." userId="6107559c-c399-4371-a23a-d124d3599f82" providerId="ADAL" clId="{ECB193A3-1B3A-4FE8-9404-FC949E60098C}" dt="2025-01-22T01:09:21.160" v="0" actId="2696"/>
        <pc:sldMkLst>
          <pc:docMk/>
          <pc:sldMk cId="1735679493" sldId="351"/>
        </pc:sldMkLst>
      </pc:sldChg>
      <pc:sldChg chg="del">
        <pc:chgData name="Jaime De León R." userId="6107559c-c399-4371-a23a-d124d3599f82" providerId="ADAL" clId="{ECB193A3-1B3A-4FE8-9404-FC949E60098C}" dt="2025-01-22T01:09:21.160" v="0" actId="2696"/>
        <pc:sldMkLst>
          <pc:docMk/>
          <pc:sldMk cId="1742807660" sldId="352"/>
        </pc:sldMkLst>
      </pc:sldChg>
      <pc:sldChg chg="del">
        <pc:chgData name="Jaime De León R." userId="6107559c-c399-4371-a23a-d124d3599f82" providerId="ADAL" clId="{ECB193A3-1B3A-4FE8-9404-FC949E60098C}" dt="2025-01-22T01:09:21.160" v="0" actId="2696"/>
        <pc:sldMkLst>
          <pc:docMk/>
          <pc:sldMk cId="123055893" sldId="354"/>
        </pc:sldMkLst>
      </pc:sldChg>
      <pc:sldChg chg="add del">
        <pc:chgData name="Jaime De León R." userId="6107559c-c399-4371-a23a-d124d3599f82" providerId="ADAL" clId="{ECB193A3-1B3A-4FE8-9404-FC949E60098C}" dt="2025-01-22T01:16:37.180" v="65" actId="47"/>
        <pc:sldMkLst>
          <pc:docMk/>
          <pc:sldMk cId="1277356105" sldId="374"/>
        </pc:sldMkLst>
      </pc:sldChg>
      <pc:sldChg chg="modSp">
        <pc:chgData name="Jaime De León R." userId="6107559c-c399-4371-a23a-d124d3599f82" providerId="ADAL" clId="{ECB193A3-1B3A-4FE8-9404-FC949E60098C}" dt="2025-01-22T01:12:05.720" v="52" actId="20577"/>
        <pc:sldMkLst>
          <pc:docMk/>
          <pc:sldMk cId="2497272868" sldId="381"/>
        </pc:sldMkLst>
        <pc:graphicFrameChg chg="mod">
          <ac:chgData name="Jaime De León R." userId="6107559c-c399-4371-a23a-d124d3599f82" providerId="ADAL" clId="{ECB193A3-1B3A-4FE8-9404-FC949E60098C}" dt="2025-01-22T01:12:05.720" v="52" actId="20577"/>
          <ac:graphicFrameMkLst>
            <pc:docMk/>
            <pc:sldMk cId="2497272868" sldId="381"/>
            <ac:graphicFrameMk id="7" creationId="{00000000-0000-0000-0000-000000000000}"/>
          </ac:graphicFrameMkLst>
        </pc:graphicFrameChg>
      </pc:sldChg>
      <pc:sldChg chg="add del">
        <pc:chgData name="Jaime De León R." userId="6107559c-c399-4371-a23a-d124d3599f82" providerId="ADAL" clId="{ECB193A3-1B3A-4FE8-9404-FC949E60098C}" dt="2025-01-22T01:16:37.180" v="65" actId="47"/>
        <pc:sldMkLst>
          <pc:docMk/>
          <pc:sldMk cId="2386409064" sldId="386"/>
        </pc:sldMkLst>
      </pc:sldChg>
      <pc:sldChg chg="add del">
        <pc:chgData name="Jaime De León R." userId="6107559c-c399-4371-a23a-d124d3599f82" providerId="ADAL" clId="{ECB193A3-1B3A-4FE8-9404-FC949E60098C}" dt="2025-01-22T01:16:37.180" v="65" actId="47"/>
        <pc:sldMkLst>
          <pc:docMk/>
          <pc:sldMk cId="2599487150" sldId="387"/>
        </pc:sldMkLst>
      </pc:sldChg>
      <pc:sldChg chg="add del">
        <pc:chgData name="Jaime De León R." userId="6107559c-c399-4371-a23a-d124d3599f82" providerId="ADAL" clId="{ECB193A3-1B3A-4FE8-9404-FC949E60098C}" dt="2025-01-22T01:16:37.180" v="65" actId="47"/>
        <pc:sldMkLst>
          <pc:docMk/>
          <pc:sldMk cId="3593545731" sldId="388"/>
        </pc:sldMkLst>
      </pc:sldChg>
      <pc:sldChg chg="add del">
        <pc:chgData name="Jaime De León R." userId="6107559c-c399-4371-a23a-d124d3599f82" providerId="ADAL" clId="{ECB193A3-1B3A-4FE8-9404-FC949E60098C}" dt="2025-01-22T01:16:37.180" v="65" actId="47"/>
        <pc:sldMkLst>
          <pc:docMk/>
          <pc:sldMk cId="2244492029" sldId="396"/>
        </pc:sldMkLst>
      </pc:sldChg>
      <pc:sldChg chg="add del">
        <pc:chgData name="Jaime De León R." userId="6107559c-c399-4371-a23a-d124d3599f82" providerId="ADAL" clId="{ECB193A3-1B3A-4FE8-9404-FC949E60098C}" dt="2025-01-22T01:16:37.180" v="65" actId="47"/>
        <pc:sldMkLst>
          <pc:docMk/>
          <pc:sldMk cId="4261674931" sldId="400"/>
        </pc:sldMkLst>
      </pc:sldChg>
      <pc:sldChg chg="add del">
        <pc:chgData name="Jaime De León R." userId="6107559c-c399-4371-a23a-d124d3599f82" providerId="ADAL" clId="{ECB193A3-1B3A-4FE8-9404-FC949E60098C}" dt="2025-01-22T01:16:37.180" v="65" actId="47"/>
        <pc:sldMkLst>
          <pc:docMk/>
          <pc:sldMk cId="1021128866" sldId="402"/>
        </pc:sldMkLst>
      </pc:sldChg>
      <pc:sldChg chg="add del">
        <pc:chgData name="Jaime De León R." userId="6107559c-c399-4371-a23a-d124d3599f82" providerId="ADAL" clId="{ECB193A3-1B3A-4FE8-9404-FC949E60098C}" dt="2025-01-22T01:16:37.180" v="65" actId="47"/>
        <pc:sldMkLst>
          <pc:docMk/>
          <pc:sldMk cId="2895153731" sldId="410"/>
        </pc:sldMkLst>
      </pc:sldChg>
      <pc:sldChg chg="add del">
        <pc:chgData name="Jaime De León R." userId="6107559c-c399-4371-a23a-d124d3599f82" providerId="ADAL" clId="{ECB193A3-1B3A-4FE8-9404-FC949E60098C}" dt="2025-01-22T01:16:37.180" v="65" actId="47"/>
        <pc:sldMkLst>
          <pc:docMk/>
          <pc:sldMk cId="157673805" sldId="411"/>
        </pc:sldMkLst>
      </pc:sldChg>
      <pc:sldChg chg="add del">
        <pc:chgData name="Jaime De León R." userId="6107559c-c399-4371-a23a-d124d3599f82" providerId="ADAL" clId="{ECB193A3-1B3A-4FE8-9404-FC949E60098C}" dt="2025-01-22T01:16:37.180" v="65" actId="47"/>
        <pc:sldMkLst>
          <pc:docMk/>
          <pc:sldMk cId="3947409020" sldId="413"/>
        </pc:sldMkLst>
      </pc:sldChg>
      <pc:sldChg chg="add del">
        <pc:chgData name="Jaime De León R." userId="6107559c-c399-4371-a23a-d124d3599f82" providerId="ADAL" clId="{ECB193A3-1B3A-4FE8-9404-FC949E60098C}" dt="2025-01-22T01:16:37.180" v="65" actId="47"/>
        <pc:sldMkLst>
          <pc:docMk/>
          <pc:sldMk cId="3161278979" sldId="414"/>
        </pc:sldMkLst>
      </pc:sldChg>
      <pc:sldChg chg="add del">
        <pc:chgData name="Jaime De León R." userId="6107559c-c399-4371-a23a-d124d3599f82" providerId="ADAL" clId="{ECB193A3-1B3A-4FE8-9404-FC949E60098C}" dt="2025-01-22T01:16:37.180" v="65" actId="47"/>
        <pc:sldMkLst>
          <pc:docMk/>
          <pc:sldMk cId="3433807191" sldId="415"/>
        </pc:sldMkLst>
      </pc:sldChg>
      <pc:sldChg chg="add del">
        <pc:chgData name="Jaime De León R." userId="6107559c-c399-4371-a23a-d124d3599f82" providerId="ADAL" clId="{ECB193A3-1B3A-4FE8-9404-FC949E60098C}" dt="2025-01-22T01:16:37.180" v="65" actId="47"/>
        <pc:sldMkLst>
          <pc:docMk/>
          <pc:sldMk cId="204824926" sldId="416"/>
        </pc:sldMkLst>
      </pc:sldChg>
      <pc:sldChg chg="add del">
        <pc:chgData name="Jaime De León R." userId="6107559c-c399-4371-a23a-d124d3599f82" providerId="ADAL" clId="{ECB193A3-1B3A-4FE8-9404-FC949E60098C}" dt="2025-01-22T01:16:37.180" v="65" actId="47"/>
        <pc:sldMkLst>
          <pc:docMk/>
          <pc:sldMk cId="694796887" sldId="417"/>
        </pc:sldMkLst>
      </pc:sldChg>
      <pc:sldChg chg="add del">
        <pc:chgData name="Jaime De León R." userId="6107559c-c399-4371-a23a-d124d3599f82" providerId="ADAL" clId="{ECB193A3-1B3A-4FE8-9404-FC949E60098C}" dt="2025-01-22T01:16:37.180" v="65" actId="47"/>
        <pc:sldMkLst>
          <pc:docMk/>
          <pc:sldMk cId="1474815436" sldId="418"/>
        </pc:sldMkLst>
      </pc:sldChg>
      <pc:sldChg chg="add del">
        <pc:chgData name="Jaime De León R." userId="6107559c-c399-4371-a23a-d124d3599f82" providerId="ADAL" clId="{ECB193A3-1B3A-4FE8-9404-FC949E60098C}" dt="2025-01-22T01:16:37.180" v="65" actId="47"/>
        <pc:sldMkLst>
          <pc:docMk/>
          <pc:sldMk cId="1374858202" sldId="419"/>
        </pc:sldMkLst>
      </pc:sldChg>
      <pc:sldChg chg="add del">
        <pc:chgData name="Jaime De León R." userId="6107559c-c399-4371-a23a-d124d3599f82" providerId="ADAL" clId="{ECB193A3-1B3A-4FE8-9404-FC949E60098C}" dt="2025-01-22T01:16:37.180" v="65" actId="47"/>
        <pc:sldMkLst>
          <pc:docMk/>
          <pc:sldMk cId="4180148278" sldId="420"/>
        </pc:sldMkLst>
      </pc:sldChg>
      <pc:sldChg chg="add del">
        <pc:chgData name="Jaime De León R." userId="6107559c-c399-4371-a23a-d124d3599f82" providerId="ADAL" clId="{ECB193A3-1B3A-4FE8-9404-FC949E60098C}" dt="2025-01-22T01:16:37.180" v="65" actId="47"/>
        <pc:sldMkLst>
          <pc:docMk/>
          <pc:sldMk cId="2718120447" sldId="421"/>
        </pc:sldMkLst>
      </pc:sldChg>
      <pc:sldChg chg="add del">
        <pc:chgData name="Jaime De León R." userId="6107559c-c399-4371-a23a-d124d3599f82" providerId="ADAL" clId="{ECB193A3-1B3A-4FE8-9404-FC949E60098C}" dt="2025-01-22T01:16:37.180" v="65" actId="47"/>
        <pc:sldMkLst>
          <pc:docMk/>
          <pc:sldMk cId="344863327" sldId="422"/>
        </pc:sldMkLst>
      </pc:sldChg>
      <pc:sldChg chg="del">
        <pc:chgData name="Jaime De León R." userId="6107559c-c399-4371-a23a-d124d3599f82" providerId="ADAL" clId="{ECB193A3-1B3A-4FE8-9404-FC949E60098C}" dt="2025-01-22T01:09:21.160" v="0" actId="2696"/>
        <pc:sldMkLst>
          <pc:docMk/>
          <pc:sldMk cId="1145432329" sldId="478"/>
        </pc:sldMkLst>
      </pc:sldChg>
      <pc:sldChg chg="modSp mod">
        <pc:chgData name="Jaime De León R." userId="6107559c-c399-4371-a23a-d124d3599f82" providerId="ADAL" clId="{ECB193A3-1B3A-4FE8-9404-FC949E60098C}" dt="2025-01-22T01:09:38.149" v="5" actId="20577"/>
        <pc:sldMkLst>
          <pc:docMk/>
          <pc:sldMk cId="2663798520" sldId="479"/>
        </pc:sldMkLst>
        <pc:spChg chg="mod">
          <ac:chgData name="Jaime De León R." userId="6107559c-c399-4371-a23a-d124d3599f82" providerId="ADAL" clId="{ECB193A3-1B3A-4FE8-9404-FC949E60098C}" dt="2025-01-22T01:09:38.149" v="5" actId="20577"/>
          <ac:spMkLst>
            <pc:docMk/>
            <pc:sldMk cId="2663798520" sldId="479"/>
            <ac:spMk id="2" creationId="{00000000-0000-0000-0000-000000000000}"/>
          </ac:spMkLst>
        </pc:spChg>
      </pc:sldChg>
      <pc:sldChg chg="modSp mod">
        <pc:chgData name="Jaime De León R." userId="6107559c-c399-4371-a23a-d124d3599f82" providerId="ADAL" clId="{ECB193A3-1B3A-4FE8-9404-FC949E60098C}" dt="2025-01-22T01:13:14.153" v="56" actId="20577"/>
        <pc:sldMkLst>
          <pc:docMk/>
          <pc:sldMk cId="2462731453" sldId="481"/>
        </pc:sldMkLst>
        <pc:spChg chg="mod">
          <ac:chgData name="Jaime De León R." userId="6107559c-c399-4371-a23a-d124d3599f82" providerId="ADAL" clId="{ECB193A3-1B3A-4FE8-9404-FC949E60098C}" dt="2025-01-22T01:13:14.153" v="56" actId="20577"/>
          <ac:spMkLst>
            <pc:docMk/>
            <pc:sldMk cId="2462731453" sldId="481"/>
            <ac:spMk id="2" creationId="{00000000-0000-0000-0000-000000000000}"/>
          </ac:spMkLst>
        </pc:spChg>
      </pc:sldChg>
      <pc:sldChg chg="add del">
        <pc:chgData name="Jaime De León R." userId="6107559c-c399-4371-a23a-d124d3599f82" providerId="ADAL" clId="{ECB193A3-1B3A-4FE8-9404-FC949E60098C}" dt="2025-01-22T01:16:37.180" v="65" actId="47"/>
        <pc:sldMkLst>
          <pc:docMk/>
          <pc:sldMk cId="4189862585" sldId="482"/>
        </pc:sldMkLst>
      </pc:sldChg>
      <pc:sldChg chg="add del">
        <pc:chgData name="Jaime De León R." userId="6107559c-c399-4371-a23a-d124d3599f82" providerId="ADAL" clId="{ECB193A3-1B3A-4FE8-9404-FC949E60098C}" dt="2025-01-22T01:16:37.180" v="65" actId="47"/>
        <pc:sldMkLst>
          <pc:docMk/>
          <pc:sldMk cId="1951087899" sldId="488"/>
        </pc:sldMkLst>
      </pc:sldChg>
      <pc:sldChg chg="add del">
        <pc:chgData name="Jaime De León R." userId="6107559c-c399-4371-a23a-d124d3599f82" providerId="ADAL" clId="{ECB193A3-1B3A-4FE8-9404-FC949E60098C}" dt="2025-01-22T01:16:37.180" v="65" actId="47"/>
        <pc:sldMkLst>
          <pc:docMk/>
          <pc:sldMk cId="3416880312" sldId="491"/>
        </pc:sldMkLst>
      </pc:sldChg>
      <pc:sldChg chg="add del">
        <pc:chgData name="Jaime De León R." userId="6107559c-c399-4371-a23a-d124d3599f82" providerId="ADAL" clId="{ECB193A3-1B3A-4FE8-9404-FC949E60098C}" dt="2025-01-22T01:16:37.180" v="65" actId="47"/>
        <pc:sldMkLst>
          <pc:docMk/>
          <pc:sldMk cId="3517281974" sldId="492"/>
        </pc:sldMkLst>
      </pc:sldChg>
      <pc:sldChg chg="add del">
        <pc:chgData name="Jaime De León R." userId="6107559c-c399-4371-a23a-d124d3599f82" providerId="ADAL" clId="{ECB193A3-1B3A-4FE8-9404-FC949E60098C}" dt="2025-01-22T01:16:37.180" v="65" actId="47"/>
        <pc:sldMkLst>
          <pc:docMk/>
          <pc:sldMk cId="1937108243" sldId="493"/>
        </pc:sldMkLst>
      </pc:sldChg>
      <pc:sldChg chg="add del">
        <pc:chgData name="Jaime De León R." userId="6107559c-c399-4371-a23a-d124d3599f82" providerId="ADAL" clId="{ECB193A3-1B3A-4FE8-9404-FC949E60098C}" dt="2025-01-22T01:16:37.180" v="65" actId="47"/>
        <pc:sldMkLst>
          <pc:docMk/>
          <pc:sldMk cId="548095864" sldId="494"/>
        </pc:sldMkLst>
      </pc:sldChg>
      <pc:sldChg chg="add del">
        <pc:chgData name="Jaime De León R." userId="6107559c-c399-4371-a23a-d124d3599f82" providerId="ADAL" clId="{ECB193A3-1B3A-4FE8-9404-FC949E60098C}" dt="2025-01-22T01:16:37.180" v="65" actId="47"/>
        <pc:sldMkLst>
          <pc:docMk/>
          <pc:sldMk cId="777280832" sldId="495"/>
        </pc:sldMkLst>
      </pc:sldChg>
      <pc:sldChg chg="add del">
        <pc:chgData name="Jaime De León R." userId="6107559c-c399-4371-a23a-d124d3599f82" providerId="ADAL" clId="{ECB193A3-1B3A-4FE8-9404-FC949E60098C}" dt="2025-01-22T01:16:37.180" v="65" actId="47"/>
        <pc:sldMkLst>
          <pc:docMk/>
          <pc:sldMk cId="2409308896" sldId="496"/>
        </pc:sldMkLst>
      </pc:sldChg>
      <pc:sldChg chg="add del">
        <pc:chgData name="Jaime De León R." userId="6107559c-c399-4371-a23a-d124d3599f82" providerId="ADAL" clId="{ECB193A3-1B3A-4FE8-9404-FC949E60098C}" dt="2025-01-22T01:16:37.180" v="65" actId="47"/>
        <pc:sldMkLst>
          <pc:docMk/>
          <pc:sldMk cId="3728477071" sldId="497"/>
        </pc:sldMkLst>
      </pc:sldChg>
      <pc:sldChg chg="add del">
        <pc:chgData name="Jaime De León R." userId="6107559c-c399-4371-a23a-d124d3599f82" providerId="ADAL" clId="{ECB193A3-1B3A-4FE8-9404-FC949E60098C}" dt="2025-01-22T01:16:37.180" v="65" actId="47"/>
        <pc:sldMkLst>
          <pc:docMk/>
          <pc:sldMk cId="2000131124" sldId="501"/>
        </pc:sldMkLst>
      </pc:sldChg>
      <pc:sldChg chg="add del">
        <pc:chgData name="Jaime De León R." userId="6107559c-c399-4371-a23a-d124d3599f82" providerId="ADAL" clId="{ECB193A3-1B3A-4FE8-9404-FC949E60098C}" dt="2025-01-22T01:16:37.180" v="65" actId="47"/>
        <pc:sldMkLst>
          <pc:docMk/>
          <pc:sldMk cId="2532176277" sldId="502"/>
        </pc:sldMkLst>
      </pc:sldChg>
      <pc:sldChg chg="add del">
        <pc:chgData name="Jaime De León R." userId="6107559c-c399-4371-a23a-d124d3599f82" providerId="ADAL" clId="{ECB193A3-1B3A-4FE8-9404-FC949E60098C}" dt="2025-01-22T01:16:37.180" v="65" actId="47"/>
        <pc:sldMkLst>
          <pc:docMk/>
          <pc:sldMk cId="53805024" sldId="504"/>
        </pc:sldMkLst>
      </pc:sldChg>
      <pc:sldChg chg="add del">
        <pc:chgData name="Jaime De León R." userId="6107559c-c399-4371-a23a-d124d3599f82" providerId="ADAL" clId="{ECB193A3-1B3A-4FE8-9404-FC949E60098C}" dt="2025-01-22T01:16:37.180" v="65" actId="47"/>
        <pc:sldMkLst>
          <pc:docMk/>
          <pc:sldMk cId="1179121111" sldId="505"/>
        </pc:sldMkLst>
      </pc:sldChg>
      <pc:sldChg chg="add del">
        <pc:chgData name="Jaime De León R." userId="6107559c-c399-4371-a23a-d124d3599f82" providerId="ADAL" clId="{ECB193A3-1B3A-4FE8-9404-FC949E60098C}" dt="2025-01-22T01:16:37.180" v="65" actId="47"/>
        <pc:sldMkLst>
          <pc:docMk/>
          <pc:sldMk cId="2334826352" sldId="508"/>
        </pc:sldMkLst>
      </pc:sldChg>
      <pc:sldChg chg="add del">
        <pc:chgData name="Jaime De León R." userId="6107559c-c399-4371-a23a-d124d3599f82" providerId="ADAL" clId="{ECB193A3-1B3A-4FE8-9404-FC949E60098C}" dt="2025-01-22T01:16:37.180" v="65" actId="47"/>
        <pc:sldMkLst>
          <pc:docMk/>
          <pc:sldMk cId="3941836137" sldId="509"/>
        </pc:sldMkLst>
      </pc:sldChg>
      <pc:sldChg chg="add del">
        <pc:chgData name="Jaime De León R." userId="6107559c-c399-4371-a23a-d124d3599f82" providerId="ADAL" clId="{ECB193A3-1B3A-4FE8-9404-FC949E60098C}" dt="2025-01-22T01:16:37.180" v="65" actId="47"/>
        <pc:sldMkLst>
          <pc:docMk/>
          <pc:sldMk cId="3845791806" sldId="511"/>
        </pc:sldMkLst>
      </pc:sldChg>
      <pc:sldChg chg="add del">
        <pc:chgData name="Jaime De León R." userId="6107559c-c399-4371-a23a-d124d3599f82" providerId="ADAL" clId="{ECB193A3-1B3A-4FE8-9404-FC949E60098C}" dt="2025-01-22T01:16:37.180" v="65" actId="47"/>
        <pc:sldMkLst>
          <pc:docMk/>
          <pc:sldMk cId="3106223292" sldId="512"/>
        </pc:sldMkLst>
      </pc:sldChg>
      <pc:sldChg chg="add del">
        <pc:chgData name="Jaime De León R." userId="6107559c-c399-4371-a23a-d124d3599f82" providerId="ADAL" clId="{ECB193A3-1B3A-4FE8-9404-FC949E60098C}" dt="2025-01-22T01:16:37.180" v="65" actId="47"/>
        <pc:sldMkLst>
          <pc:docMk/>
          <pc:sldMk cId="3159693743" sldId="514"/>
        </pc:sldMkLst>
      </pc:sldChg>
      <pc:sldChg chg="add del">
        <pc:chgData name="Jaime De León R." userId="6107559c-c399-4371-a23a-d124d3599f82" providerId="ADAL" clId="{ECB193A3-1B3A-4FE8-9404-FC949E60098C}" dt="2025-01-22T01:16:37.180" v="65" actId="47"/>
        <pc:sldMkLst>
          <pc:docMk/>
          <pc:sldMk cId="3839550423" sldId="583"/>
        </pc:sldMkLst>
      </pc:sldChg>
      <pc:sldChg chg="add del">
        <pc:chgData name="Jaime De León R." userId="6107559c-c399-4371-a23a-d124d3599f82" providerId="ADAL" clId="{ECB193A3-1B3A-4FE8-9404-FC949E60098C}" dt="2025-01-22T01:16:37.180" v="65" actId="47"/>
        <pc:sldMkLst>
          <pc:docMk/>
          <pc:sldMk cId="1925147524" sldId="584"/>
        </pc:sldMkLst>
      </pc:sldChg>
      <pc:sldChg chg="add del">
        <pc:chgData name="Jaime De León R." userId="6107559c-c399-4371-a23a-d124d3599f82" providerId="ADAL" clId="{ECB193A3-1B3A-4FE8-9404-FC949E60098C}" dt="2025-01-22T01:16:37.180" v="65" actId="47"/>
        <pc:sldMkLst>
          <pc:docMk/>
          <pc:sldMk cId="542142539" sldId="585"/>
        </pc:sldMkLst>
      </pc:sldChg>
      <pc:sldChg chg="add del">
        <pc:chgData name="Jaime De León R." userId="6107559c-c399-4371-a23a-d124d3599f82" providerId="ADAL" clId="{ECB193A3-1B3A-4FE8-9404-FC949E60098C}" dt="2025-01-22T01:16:37.180" v="65" actId="47"/>
        <pc:sldMkLst>
          <pc:docMk/>
          <pc:sldMk cId="2568195192" sldId="586"/>
        </pc:sldMkLst>
      </pc:sldChg>
      <pc:sldChg chg="add del">
        <pc:chgData name="Jaime De León R." userId="6107559c-c399-4371-a23a-d124d3599f82" providerId="ADAL" clId="{ECB193A3-1B3A-4FE8-9404-FC949E60098C}" dt="2025-01-22T01:16:37.180" v="65" actId="47"/>
        <pc:sldMkLst>
          <pc:docMk/>
          <pc:sldMk cId="1294181688" sldId="588"/>
        </pc:sldMkLst>
      </pc:sldChg>
      <pc:sldChg chg="add del">
        <pc:chgData name="Jaime De León R." userId="6107559c-c399-4371-a23a-d124d3599f82" providerId="ADAL" clId="{ECB193A3-1B3A-4FE8-9404-FC949E60098C}" dt="2025-01-22T01:16:37.180" v="65" actId="47"/>
        <pc:sldMkLst>
          <pc:docMk/>
          <pc:sldMk cId="3649188670" sldId="590"/>
        </pc:sldMkLst>
      </pc:sldChg>
      <pc:sldChg chg="add del">
        <pc:chgData name="Jaime De León R." userId="6107559c-c399-4371-a23a-d124d3599f82" providerId="ADAL" clId="{ECB193A3-1B3A-4FE8-9404-FC949E60098C}" dt="2025-01-22T01:16:37.180" v="65" actId="47"/>
        <pc:sldMkLst>
          <pc:docMk/>
          <pc:sldMk cId="152362892" sldId="591"/>
        </pc:sldMkLst>
      </pc:sldChg>
      <pc:sldChg chg="add del">
        <pc:chgData name="Jaime De León R." userId="6107559c-c399-4371-a23a-d124d3599f82" providerId="ADAL" clId="{ECB193A3-1B3A-4FE8-9404-FC949E60098C}" dt="2025-01-22T01:16:37.180" v="65" actId="47"/>
        <pc:sldMkLst>
          <pc:docMk/>
          <pc:sldMk cId="4145769165" sldId="592"/>
        </pc:sldMkLst>
      </pc:sldChg>
      <pc:sldChg chg="add del">
        <pc:chgData name="Jaime De León R." userId="6107559c-c399-4371-a23a-d124d3599f82" providerId="ADAL" clId="{ECB193A3-1B3A-4FE8-9404-FC949E60098C}" dt="2025-01-22T01:16:37.180" v="65" actId="47"/>
        <pc:sldMkLst>
          <pc:docMk/>
          <pc:sldMk cId="1999238543" sldId="593"/>
        </pc:sldMkLst>
      </pc:sldChg>
      <pc:sldChg chg="add del">
        <pc:chgData name="Jaime De León R." userId="6107559c-c399-4371-a23a-d124d3599f82" providerId="ADAL" clId="{ECB193A3-1B3A-4FE8-9404-FC949E60098C}" dt="2025-01-22T01:16:37.180" v="65" actId="47"/>
        <pc:sldMkLst>
          <pc:docMk/>
          <pc:sldMk cId="4027041471" sldId="594"/>
        </pc:sldMkLst>
      </pc:sldChg>
      <pc:sldChg chg="add del">
        <pc:chgData name="Jaime De León R." userId="6107559c-c399-4371-a23a-d124d3599f82" providerId="ADAL" clId="{ECB193A3-1B3A-4FE8-9404-FC949E60098C}" dt="2025-01-22T01:16:37.180" v="65" actId="47"/>
        <pc:sldMkLst>
          <pc:docMk/>
          <pc:sldMk cId="1170472305" sldId="595"/>
        </pc:sldMkLst>
      </pc:sldChg>
      <pc:sldChg chg="add del">
        <pc:chgData name="Jaime De León R." userId="6107559c-c399-4371-a23a-d124d3599f82" providerId="ADAL" clId="{ECB193A3-1B3A-4FE8-9404-FC949E60098C}" dt="2025-01-22T01:16:37.180" v="65" actId="47"/>
        <pc:sldMkLst>
          <pc:docMk/>
          <pc:sldMk cId="119994796" sldId="596"/>
        </pc:sldMkLst>
      </pc:sldChg>
      <pc:sldChg chg="add del">
        <pc:chgData name="Jaime De León R." userId="6107559c-c399-4371-a23a-d124d3599f82" providerId="ADAL" clId="{ECB193A3-1B3A-4FE8-9404-FC949E60098C}" dt="2025-01-22T01:16:37.180" v="65" actId="47"/>
        <pc:sldMkLst>
          <pc:docMk/>
          <pc:sldMk cId="2310703351" sldId="597"/>
        </pc:sldMkLst>
      </pc:sldChg>
      <pc:sldChg chg="add del">
        <pc:chgData name="Jaime De León R." userId="6107559c-c399-4371-a23a-d124d3599f82" providerId="ADAL" clId="{ECB193A3-1B3A-4FE8-9404-FC949E60098C}" dt="2025-01-22T01:16:37.180" v="65" actId="47"/>
        <pc:sldMkLst>
          <pc:docMk/>
          <pc:sldMk cId="472173274" sldId="599"/>
        </pc:sldMkLst>
      </pc:sldChg>
      <pc:sldChg chg="add del">
        <pc:chgData name="Jaime De León R." userId="6107559c-c399-4371-a23a-d124d3599f82" providerId="ADAL" clId="{ECB193A3-1B3A-4FE8-9404-FC949E60098C}" dt="2025-01-22T01:16:37.180" v="65" actId="47"/>
        <pc:sldMkLst>
          <pc:docMk/>
          <pc:sldMk cId="1190243216" sldId="600"/>
        </pc:sldMkLst>
      </pc:sldChg>
      <pc:sldChg chg="add del">
        <pc:chgData name="Jaime De León R." userId="6107559c-c399-4371-a23a-d124d3599f82" providerId="ADAL" clId="{ECB193A3-1B3A-4FE8-9404-FC949E60098C}" dt="2025-01-22T01:16:37.180" v="65" actId="47"/>
        <pc:sldMkLst>
          <pc:docMk/>
          <pc:sldMk cId="4048834710" sldId="603"/>
        </pc:sldMkLst>
      </pc:sldChg>
      <pc:sldChg chg="add del">
        <pc:chgData name="Jaime De León R." userId="6107559c-c399-4371-a23a-d124d3599f82" providerId="ADAL" clId="{ECB193A3-1B3A-4FE8-9404-FC949E60098C}" dt="2025-01-22T01:16:37.180" v="65" actId="47"/>
        <pc:sldMkLst>
          <pc:docMk/>
          <pc:sldMk cId="2002411937" sldId="604"/>
        </pc:sldMkLst>
      </pc:sldChg>
      <pc:sldChg chg="add del">
        <pc:chgData name="Jaime De León R." userId="6107559c-c399-4371-a23a-d124d3599f82" providerId="ADAL" clId="{ECB193A3-1B3A-4FE8-9404-FC949E60098C}" dt="2025-01-22T01:16:37.180" v="65" actId="47"/>
        <pc:sldMkLst>
          <pc:docMk/>
          <pc:sldMk cId="1681670386" sldId="659"/>
        </pc:sldMkLst>
      </pc:sldChg>
      <pc:sldChg chg="add del">
        <pc:chgData name="Jaime De León R." userId="6107559c-c399-4371-a23a-d124d3599f82" providerId="ADAL" clId="{ECB193A3-1B3A-4FE8-9404-FC949E60098C}" dt="2025-01-22T01:16:37.180" v="65" actId="47"/>
        <pc:sldMkLst>
          <pc:docMk/>
          <pc:sldMk cId="966110655" sldId="688"/>
        </pc:sldMkLst>
      </pc:sldChg>
      <pc:sldChg chg="add del">
        <pc:chgData name="Jaime De León R." userId="6107559c-c399-4371-a23a-d124d3599f82" providerId="ADAL" clId="{ECB193A3-1B3A-4FE8-9404-FC949E60098C}" dt="2025-01-22T01:16:37.180" v="65" actId="47"/>
        <pc:sldMkLst>
          <pc:docMk/>
          <pc:sldMk cId="2457637234" sldId="689"/>
        </pc:sldMkLst>
      </pc:sldChg>
      <pc:sldChg chg="del">
        <pc:chgData name="Jaime De León R." userId="6107559c-c399-4371-a23a-d124d3599f82" providerId="ADAL" clId="{ECB193A3-1B3A-4FE8-9404-FC949E60098C}" dt="2025-01-22T01:14:23.959" v="62" actId="47"/>
        <pc:sldMkLst>
          <pc:docMk/>
          <pc:sldMk cId="3808898665" sldId="694"/>
        </pc:sldMkLst>
      </pc:sldChg>
      <pc:sldChg chg="add del">
        <pc:chgData name="Jaime De León R." userId="6107559c-c399-4371-a23a-d124d3599f82" providerId="ADAL" clId="{ECB193A3-1B3A-4FE8-9404-FC949E60098C}" dt="2025-01-22T01:16:37.180" v="65" actId="47"/>
        <pc:sldMkLst>
          <pc:docMk/>
          <pc:sldMk cId="2078290383" sldId="701"/>
        </pc:sldMkLst>
      </pc:sldChg>
      <pc:sldChg chg="add del">
        <pc:chgData name="Jaime De León R." userId="6107559c-c399-4371-a23a-d124d3599f82" providerId="ADAL" clId="{ECB193A3-1B3A-4FE8-9404-FC949E60098C}" dt="2025-01-22T01:16:37.180" v="65" actId="47"/>
        <pc:sldMkLst>
          <pc:docMk/>
          <pc:sldMk cId="1060920276" sldId="702"/>
        </pc:sldMkLst>
      </pc:sldChg>
      <pc:sldChg chg="add del">
        <pc:chgData name="Jaime De León R." userId="6107559c-c399-4371-a23a-d124d3599f82" providerId="ADAL" clId="{ECB193A3-1B3A-4FE8-9404-FC949E60098C}" dt="2025-01-22T01:16:37.180" v="65" actId="47"/>
        <pc:sldMkLst>
          <pc:docMk/>
          <pc:sldMk cId="2207716749" sldId="705"/>
        </pc:sldMkLst>
      </pc:sldChg>
      <pc:sldChg chg="add del">
        <pc:chgData name="Jaime De León R." userId="6107559c-c399-4371-a23a-d124d3599f82" providerId="ADAL" clId="{ECB193A3-1B3A-4FE8-9404-FC949E60098C}" dt="2025-01-22T01:16:37.180" v="65" actId="47"/>
        <pc:sldMkLst>
          <pc:docMk/>
          <pc:sldMk cId="3021828446" sldId="707"/>
        </pc:sldMkLst>
      </pc:sldChg>
      <pc:sldChg chg="add del">
        <pc:chgData name="Jaime De León R." userId="6107559c-c399-4371-a23a-d124d3599f82" providerId="ADAL" clId="{ECB193A3-1B3A-4FE8-9404-FC949E60098C}" dt="2025-01-22T01:16:37.180" v="65" actId="47"/>
        <pc:sldMkLst>
          <pc:docMk/>
          <pc:sldMk cId="1058466418" sldId="719"/>
        </pc:sldMkLst>
      </pc:sldChg>
      <pc:sldChg chg="add del">
        <pc:chgData name="Jaime De León R." userId="6107559c-c399-4371-a23a-d124d3599f82" providerId="ADAL" clId="{ECB193A3-1B3A-4FE8-9404-FC949E60098C}" dt="2025-01-22T01:16:37.180" v="65" actId="47"/>
        <pc:sldMkLst>
          <pc:docMk/>
          <pc:sldMk cId="1926229604" sldId="728"/>
        </pc:sldMkLst>
      </pc:sldChg>
      <pc:sldChg chg="add del">
        <pc:chgData name="Jaime De León R." userId="6107559c-c399-4371-a23a-d124d3599f82" providerId="ADAL" clId="{ECB193A3-1B3A-4FE8-9404-FC949E60098C}" dt="2025-01-22T01:16:37.180" v="65" actId="47"/>
        <pc:sldMkLst>
          <pc:docMk/>
          <pc:sldMk cId="3351641799" sldId="730"/>
        </pc:sldMkLst>
      </pc:sldChg>
      <pc:sldChg chg="add del">
        <pc:chgData name="Jaime De León R." userId="6107559c-c399-4371-a23a-d124d3599f82" providerId="ADAL" clId="{ECB193A3-1B3A-4FE8-9404-FC949E60098C}" dt="2025-01-22T01:16:37.180" v="65" actId="47"/>
        <pc:sldMkLst>
          <pc:docMk/>
          <pc:sldMk cId="3108000985" sldId="741"/>
        </pc:sldMkLst>
      </pc:sldChg>
      <pc:sldChg chg="add del">
        <pc:chgData name="Jaime De León R." userId="6107559c-c399-4371-a23a-d124d3599f82" providerId="ADAL" clId="{ECB193A3-1B3A-4FE8-9404-FC949E60098C}" dt="2025-01-22T01:16:37.180" v="65" actId="47"/>
        <pc:sldMkLst>
          <pc:docMk/>
          <pc:sldMk cId="1549180168" sldId="742"/>
        </pc:sldMkLst>
      </pc:sldChg>
      <pc:sldChg chg="add del">
        <pc:chgData name="Jaime De León R." userId="6107559c-c399-4371-a23a-d124d3599f82" providerId="ADAL" clId="{ECB193A3-1B3A-4FE8-9404-FC949E60098C}" dt="2025-01-22T01:16:37.180" v="65" actId="47"/>
        <pc:sldMkLst>
          <pc:docMk/>
          <pc:sldMk cId="1567137301" sldId="753"/>
        </pc:sldMkLst>
      </pc:sldChg>
      <pc:sldChg chg="add del">
        <pc:chgData name="Jaime De León R." userId="6107559c-c399-4371-a23a-d124d3599f82" providerId="ADAL" clId="{ECB193A3-1B3A-4FE8-9404-FC949E60098C}" dt="2025-01-22T01:16:37.180" v="65" actId="47"/>
        <pc:sldMkLst>
          <pc:docMk/>
          <pc:sldMk cId="1667395908" sldId="754"/>
        </pc:sldMkLst>
      </pc:sldChg>
      <pc:sldChg chg="add del">
        <pc:chgData name="Jaime De León R." userId="6107559c-c399-4371-a23a-d124d3599f82" providerId="ADAL" clId="{ECB193A3-1B3A-4FE8-9404-FC949E60098C}" dt="2025-01-22T01:16:37.180" v="65" actId="47"/>
        <pc:sldMkLst>
          <pc:docMk/>
          <pc:sldMk cId="2524261736" sldId="756"/>
        </pc:sldMkLst>
      </pc:sldChg>
      <pc:sldChg chg="del">
        <pc:chgData name="Jaime De León R." userId="6107559c-c399-4371-a23a-d124d3599f82" providerId="ADAL" clId="{ECB193A3-1B3A-4FE8-9404-FC949E60098C}" dt="2025-01-22T01:09:21.160" v="0" actId="2696"/>
        <pc:sldMkLst>
          <pc:docMk/>
          <pc:sldMk cId="109315005" sldId="794"/>
        </pc:sldMkLst>
      </pc:sldChg>
      <pc:sldChg chg="del">
        <pc:chgData name="Jaime De León R." userId="6107559c-c399-4371-a23a-d124d3599f82" providerId="ADAL" clId="{ECB193A3-1B3A-4FE8-9404-FC949E60098C}" dt="2025-01-22T01:09:21.160" v="0" actId="2696"/>
        <pc:sldMkLst>
          <pc:docMk/>
          <pc:sldMk cId="571127477" sldId="796"/>
        </pc:sldMkLst>
      </pc:sldChg>
      <pc:sldChg chg="del">
        <pc:chgData name="Jaime De León R." userId="6107559c-c399-4371-a23a-d124d3599f82" providerId="ADAL" clId="{ECB193A3-1B3A-4FE8-9404-FC949E60098C}" dt="2025-01-22T01:09:21.160" v="0" actId="2696"/>
        <pc:sldMkLst>
          <pc:docMk/>
          <pc:sldMk cId="2186854291" sldId="798"/>
        </pc:sldMkLst>
      </pc:sldChg>
      <pc:sldChg chg="add del">
        <pc:chgData name="Jaime De León R." userId="6107559c-c399-4371-a23a-d124d3599f82" providerId="ADAL" clId="{ECB193A3-1B3A-4FE8-9404-FC949E60098C}" dt="2025-01-22T01:16:37.180" v="65" actId="47"/>
        <pc:sldMkLst>
          <pc:docMk/>
          <pc:sldMk cId="2284881780" sldId="804"/>
        </pc:sldMkLst>
      </pc:sldChg>
      <pc:sldChg chg="add del">
        <pc:chgData name="Jaime De León R." userId="6107559c-c399-4371-a23a-d124d3599f82" providerId="ADAL" clId="{ECB193A3-1B3A-4FE8-9404-FC949E60098C}" dt="2025-01-22T01:16:37.180" v="65" actId="47"/>
        <pc:sldMkLst>
          <pc:docMk/>
          <pc:sldMk cId="2032856674" sldId="814"/>
        </pc:sldMkLst>
      </pc:sldChg>
      <pc:sldChg chg="add del">
        <pc:chgData name="Jaime De León R." userId="6107559c-c399-4371-a23a-d124d3599f82" providerId="ADAL" clId="{ECB193A3-1B3A-4FE8-9404-FC949E60098C}" dt="2025-01-22T01:16:37.180" v="65" actId="47"/>
        <pc:sldMkLst>
          <pc:docMk/>
          <pc:sldMk cId="2822013254" sldId="815"/>
        </pc:sldMkLst>
      </pc:sldChg>
      <pc:sldChg chg="del">
        <pc:chgData name="Jaime De León R." userId="6107559c-c399-4371-a23a-d124d3599f82" providerId="ADAL" clId="{ECB193A3-1B3A-4FE8-9404-FC949E60098C}" dt="2025-01-22T01:14:18.351" v="61" actId="47"/>
        <pc:sldMkLst>
          <pc:docMk/>
          <pc:sldMk cId="289533421" sldId="827"/>
        </pc:sldMkLst>
      </pc:sldChg>
      <pc:sldChg chg="add del">
        <pc:chgData name="Jaime De León R." userId="6107559c-c399-4371-a23a-d124d3599f82" providerId="ADAL" clId="{ECB193A3-1B3A-4FE8-9404-FC949E60098C}" dt="2025-01-22T01:16:25.396" v="64" actId="47"/>
        <pc:sldMkLst>
          <pc:docMk/>
          <pc:sldMk cId="4198439349" sldId="828"/>
        </pc:sldMkLst>
      </pc:sldChg>
      <pc:sldChg chg="add del">
        <pc:chgData name="Jaime De León R." userId="6107559c-c399-4371-a23a-d124d3599f82" providerId="ADAL" clId="{ECB193A3-1B3A-4FE8-9404-FC949E60098C}" dt="2025-01-22T01:16:37.180" v="65" actId="47"/>
        <pc:sldMkLst>
          <pc:docMk/>
          <pc:sldMk cId="3253811788" sldId="836"/>
        </pc:sldMkLst>
      </pc:sldChg>
      <pc:sldChg chg="add del">
        <pc:chgData name="Jaime De León R." userId="6107559c-c399-4371-a23a-d124d3599f82" providerId="ADAL" clId="{ECB193A3-1B3A-4FE8-9404-FC949E60098C}" dt="2025-01-22T01:16:37.180" v="65" actId="47"/>
        <pc:sldMkLst>
          <pc:docMk/>
          <pc:sldMk cId="2303947411" sldId="842"/>
        </pc:sldMkLst>
      </pc:sldChg>
      <pc:sldChg chg="add del">
        <pc:chgData name="Jaime De León R." userId="6107559c-c399-4371-a23a-d124d3599f82" providerId="ADAL" clId="{ECB193A3-1B3A-4FE8-9404-FC949E60098C}" dt="2025-01-22T01:16:37.180" v="65" actId="47"/>
        <pc:sldMkLst>
          <pc:docMk/>
          <pc:sldMk cId="1667041698" sldId="848"/>
        </pc:sldMkLst>
      </pc:sldChg>
      <pc:sldChg chg="add del">
        <pc:chgData name="Jaime De León R." userId="6107559c-c399-4371-a23a-d124d3599f82" providerId="ADAL" clId="{ECB193A3-1B3A-4FE8-9404-FC949E60098C}" dt="2025-01-22T01:16:37.180" v="65" actId="47"/>
        <pc:sldMkLst>
          <pc:docMk/>
          <pc:sldMk cId="888963773" sldId="849"/>
        </pc:sldMkLst>
      </pc:sldChg>
      <pc:sldChg chg="add del">
        <pc:chgData name="Jaime De León R." userId="6107559c-c399-4371-a23a-d124d3599f82" providerId="ADAL" clId="{ECB193A3-1B3A-4FE8-9404-FC949E60098C}" dt="2025-01-22T01:16:37.180" v="65" actId="47"/>
        <pc:sldMkLst>
          <pc:docMk/>
          <pc:sldMk cId="1424947504" sldId="852"/>
        </pc:sldMkLst>
      </pc:sldChg>
      <pc:sldChg chg="add del">
        <pc:chgData name="Jaime De León R." userId="6107559c-c399-4371-a23a-d124d3599f82" providerId="ADAL" clId="{ECB193A3-1B3A-4FE8-9404-FC949E60098C}" dt="2025-01-22T01:16:37.180" v="65" actId="47"/>
        <pc:sldMkLst>
          <pc:docMk/>
          <pc:sldMk cId="2756026630" sldId="853"/>
        </pc:sldMkLst>
      </pc:sldChg>
      <pc:sldChg chg="add del">
        <pc:chgData name="Jaime De León R." userId="6107559c-c399-4371-a23a-d124d3599f82" providerId="ADAL" clId="{ECB193A3-1B3A-4FE8-9404-FC949E60098C}" dt="2025-01-22T01:16:37.180" v="65" actId="47"/>
        <pc:sldMkLst>
          <pc:docMk/>
          <pc:sldMk cId="2946809093" sldId="854"/>
        </pc:sldMkLst>
      </pc:sldChg>
      <pc:sldChg chg="add del">
        <pc:chgData name="Jaime De León R." userId="6107559c-c399-4371-a23a-d124d3599f82" providerId="ADAL" clId="{ECB193A3-1B3A-4FE8-9404-FC949E60098C}" dt="2025-01-22T01:16:37.180" v="65" actId="47"/>
        <pc:sldMkLst>
          <pc:docMk/>
          <pc:sldMk cId="1191662605" sldId="856"/>
        </pc:sldMkLst>
      </pc:sldChg>
      <pc:sldChg chg="add del">
        <pc:chgData name="Jaime De León R." userId="6107559c-c399-4371-a23a-d124d3599f82" providerId="ADAL" clId="{ECB193A3-1B3A-4FE8-9404-FC949E60098C}" dt="2025-01-22T01:16:37.180" v="65" actId="47"/>
        <pc:sldMkLst>
          <pc:docMk/>
          <pc:sldMk cId="4045702994" sldId="857"/>
        </pc:sldMkLst>
      </pc:sldChg>
      <pc:sldChg chg="add del">
        <pc:chgData name="Jaime De León R." userId="6107559c-c399-4371-a23a-d124d3599f82" providerId="ADAL" clId="{ECB193A3-1B3A-4FE8-9404-FC949E60098C}" dt="2025-01-22T01:16:37.180" v="65" actId="47"/>
        <pc:sldMkLst>
          <pc:docMk/>
          <pc:sldMk cId="1562331271" sldId="858"/>
        </pc:sldMkLst>
      </pc:sldChg>
      <pc:sldChg chg="add del">
        <pc:chgData name="Jaime De León R." userId="6107559c-c399-4371-a23a-d124d3599f82" providerId="ADAL" clId="{ECB193A3-1B3A-4FE8-9404-FC949E60098C}" dt="2025-01-22T01:16:37.180" v="65" actId="47"/>
        <pc:sldMkLst>
          <pc:docMk/>
          <pc:sldMk cId="21908099" sldId="859"/>
        </pc:sldMkLst>
      </pc:sldChg>
      <pc:sldChg chg="add del">
        <pc:chgData name="Jaime De León R." userId="6107559c-c399-4371-a23a-d124d3599f82" providerId="ADAL" clId="{ECB193A3-1B3A-4FE8-9404-FC949E60098C}" dt="2025-01-22T01:16:37.180" v="65" actId="47"/>
        <pc:sldMkLst>
          <pc:docMk/>
          <pc:sldMk cId="313316238" sldId="860"/>
        </pc:sldMkLst>
      </pc:sldChg>
      <pc:sldChg chg="add del">
        <pc:chgData name="Jaime De León R." userId="6107559c-c399-4371-a23a-d124d3599f82" providerId="ADAL" clId="{ECB193A3-1B3A-4FE8-9404-FC949E60098C}" dt="2025-01-22T01:16:37.180" v="65" actId="47"/>
        <pc:sldMkLst>
          <pc:docMk/>
          <pc:sldMk cId="3065751802" sldId="861"/>
        </pc:sldMkLst>
      </pc:sldChg>
      <pc:sldChg chg="add del">
        <pc:chgData name="Jaime De León R." userId="6107559c-c399-4371-a23a-d124d3599f82" providerId="ADAL" clId="{ECB193A3-1B3A-4FE8-9404-FC949E60098C}" dt="2025-01-22T01:16:37.180" v="65" actId="47"/>
        <pc:sldMkLst>
          <pc:docMk/>
          <pc:sldMk cId="3270796015" sldId="862"/>
        </pc:sldMkLst>
      </pc:sldChg>
      <pc:sldChg chg="add del">
        <pc:chgData name="Jaime De León R." userId="6107559c-c399-4371-a23a-d124d3599f82" providerId="ADAL" clId="{ECB193A3-1B3A-4FE8-9404-FC949E60098C}" dt="2025-01-22T01:16:37.180" v="65" actId="47"/>
        <pc:sldMkLst>
          <pc:docMk/>
          <pc:sldMk cId="2780132303" sldId="863"/>
        </pc:sldMkLst>
      </pc:sldChg>
      <pc:sldChg chg="add del">
        <pc:chgData name="Jaime De León R." userId="6107559c-c399-4371-a23a-d124d3599f82" providerId="ADAL" clId="{ECB193A3-1B3A-4FE8-9404-FC949E60098C}" dt="2025-01-22T01:16:37.180" v="65" actId="47"/>
        <pc:sldMkLst>
          <pc:docMk/>
          <pc:sldMk cId="2098258464" sldId="864"/>
        </pc:sldMkLst>
      </pc:sldChg>
      <pc:sldChg chg="add del">
        <pc:chgData name="Jaime De León R." userId="6107559c-c399-4371-a23a-d124d3599f82" providerId="ADAL" clId="{ECB193A3-1B3A-4FE8-9404-FC949E60098C}" dt="2025-01-22T01:16:37.180" v="65" actId="47"/>
        <pc:sldMkLst>
          <pc:docMk/>
          <pc:sldMk cId="600762728" sldId="865"/>
        </pc:sldMkLst>
      </pc:sldChg>
      <pc:sldChg chg="add del">
        <pc:chgData name="Jaime De León R." userId="6107559c-c399-4371-a23a-d124d3599f82" providerId="ADAL" clId="{ECB193A3-1B3A-4FE8-9404-FC949E60098C}" dt="2025-01-22T01:16:37.180" v="65" actId="47"/>
        <pc:sldMkLst>
          <pc:docMk/>
          <pc:sldMk cId="2770275454" sldId="866"/>
        </pc:sldMkLst>
      </pc:sldChg>
      <pc:sldChg chg="add del">
        <pc:chgData name="Jaime De León R." userId="6107559c-c399-4371-a23a-d124d3599f82" providerId="ADAL" clId="{ECB193A3-1B3A-4FE8-9404-FC949E60098C}" dt="2025-01-22T01:16:37.180" v="65" actId="47"/>
        <pc:sldMkLst>
          <pc:docMk/>
          <pc:sldMk cId="429250640" sldId="867"/>
        </pc:sldMkLst>
      </pc:sldChg>
      <pc:sldChg chg="add del">
        <pc:chgData name="Jaime De León R." userId="6107559c-c399-4371-a23a-d124d3599f82" providerId="ADAL" clId="{ECB193A3-1B3A-4FE8-9404-FC949E60098C}" dt="2025-01-22T01:16:37.180" v="65" actId="47"/>
        <pc:sldMkLst>
          <pc:docMk/>
          <pc:sldMk cId="999666196" sldId="869"/>
        </pc:sldMkLst>
      </pc:sldChg>
      <pc:sldChg chg="add del">
        <pc:chgData name="Jaime De León R." userId="6107559c-c399-4371-a23a-d124d3599f82" providerId="ADAL" clId="{ECB193A3-1B3A-4FE8-9404-FC949E60098C}" dt="2025-01-22T01:16:37.180" v="65" actId="47"/>
        <pc:sldMkLst>
          <pc:docMk/>
          <pc:sldMk cId="4111893151" sldId="870"/>
        </pc:sldMkLst>
      </pc:sldChg>
      <pc:sldChg chg="add del">
        <pc:chgData name="Jaime De León R." userId="6107559c-c399-4371-a23a-d124d3599f82" providerId="ADAL" clId="{ECB193A3-1B3A-4FE8-9404-FC949E60098C}" dt="2025-01-22T01:16:37.180" v="65" actId="47"/>
        <pc:sldMkLst>
          <pc:docMk/>
          <pc:sldMk cId="2180580418" sldId="871"/>
        </pc:sldMkLst>
      </pc:sldChg>
      <pc:sldChg chg="add del">
        <pc:chgData name="Jaime De León R." userId="6107559c-c399-4371-a23a-d124d3599f82" providerId="ADAL" clId="{ECB193A3-1B3A-4FE8-9404-FC949E60098C}" dt="2025-01-22T01:16:37.180" v="65" actId="47"/>
        <pc:sldMkLst>
          <pc:docMk/>
          <pc:sldMk cId="1566434747" sldId="872"/>
        </pc:sldMkLst>
      </pc:sldChg>
      <pc:sldChg chg="add del">
        <pc:chgData name="Jaime De León R." userId="6107559c-c399-4371-a23a-d124d3599f82" providerId="ADAL" clId="{ECB193A3-1B3A-4FE8-9404-FC949E60098C}" dt="2025-01-22T01:16:37.180" v="65" actId="47"/>
        <pc:sldMkLst>
          <pc:docMk/>
          <pc:sldMk cId="3381418898" sldId="873"/>
        </pc:sldMkLst>
      </pc:sldChg>
      <pc:sldChg chg="add del">
        <pc:chgData name="Jaime De León R." userId="6107559c-c399-4371-a23a-d124d3599f82" providerId="ADAL" clId="{ECB193A3-1B3A-4FE8-9404-FC949E60098C}" dt="2025-01-22T01:16:37.180" v="65" actId="47"/>
        <pc:sldMkLst>
          <pc:docMk/>
          <pc:sldMk cId="534348967" sldId="874"/>
        </pc:sldMkLst>
      </pc:sldChg>
      <pc:sldChg chg="add del">
        <pc:chgData name="Jaime De León R." userId="6107559c-c399-4371-a23a-d124d3599f82" providerId="ADAL" clId="{ECB193A3-1B3A-4FE8-9404-FC949E60098C}" dt="2025-01-22T01:16:37.180" v="65" actId="47"/>
        <pc:sldMkLst>
          <pc:docMk/>
          <pc:sldMk cId="2804361030" sldId="878"/>
        </pc:sldMkLst>
      </pc:sldChg>
      <pc:sldChg chg="add del">
        <pc:chgData name="Jaime De León R." userId="6107559c-c399-4371-a23a-d124d3599f82" providerId="ADAL" clId="{ECB193A3-1B3A-4FE8-9404-FC949E60098C}" dt="2025-01-22T01:16:37.180" v="65" actId="47"/>
        <pc:sldMkLst>
          <pc:docMk/>
          <pc:sldMk cId="2621562576" sldId="879"/>
        </pc:sldMkLst>
      </pc:sldChg>
      <pc:sldChg chg="add del">
        <pc:chgData name="Jaime De León R." userId="6107559c-c399-4371-a23a-d124d3599f82" providerId="ADAL" clId="{ECB193A3-1B3A-4FE8-9404-FC949E60098C}" dt="2025-01-22T01:16:37.180" v="65" actId="47"/>
        <pc:sldMkLst>
          <pc:docMk/>
          <pc:sldMk cId="3242948947" sldId="880"/>
        </pc:sldMkLst>
      </pc:sldChg>
      <pc:sldChg chg="add del">
        <pc:chgData name="Jaime De León R." userId="6107559c-c399-4371-a23a-d124d3599f82" providerId="ADAL" clId="{ECB193A3-1B3A-4FE8-9404-FC949E60098C}" dt="2025-01-22T01:16:37.180" v="65" actId="47"/>
        <pc:sldMkLst>
          <pc:docMk/>
          <pc:sldMk cId="3406399862" sldId="881"/>
        </pc:sldMkLst>
      </pc:sldChg>
      <pc:sldChg chg="add del">
        <pc:chgData name="Jaime De León R." userId="6107559c-c399-4371-a23a-d124d3599f82" providerId="ADAL" clId="{ECB193A3-1B3A-4FE8-9404-FC949E60098C}" dt="2025-01-22T01:16:37.180" v="65" actId="47"/>
        <pc:sldMkLst>
          <pc:docMk/>
          <pc:sldMk cId="3242247307" sldId="882"/>
        </pc:sldMkLst>
      </pc:sldChg>
      <pc:sldChg chg="add del">
        <pc:chgData name="Jaime De León R." userId="6107559c-c399-4371-a23a-d124d3599f82" providerId="ADAL" clId="{ECB193A3-1B3A-4FE8-9404-FC949E60098C}" dt="2025-01-22T01:16:37.180" v="65" actId="47"/>
        <pc:sldMkLst>
          <pc:docMk/>
          <pc:sldMk cId="1023667642" sldId="883"/>
        </pc:sldMkLst>
      </pc:sldChg>
      <pc:sldChg chg="add del">
        <pc:chgData name="Jaime De León R." userId="6107559c-c399-4371-a23a-d124d3599f82" providerId="ADAL" clId="{ECB193A3-1B3A-4FE8-9404-FC949E60098C}" dt="2025-01-22T01:16:37.180" v="65" actId="47"/>
        <pc:sldMkLst>
          <pc:docMk/>
          <pc:sldMk cId="1585766251" sldId="884"/>
        </pc:sldMkLst>
      </pc:sldChg>
      <pc:sldChg chg="add del">
        <pc:chgData name="Jaime De León R." userId="6107559c-c399-4371-a23a-d124d3599f82" providerId="ADAL" clId="{ECB193A3-1B3A-4FE8-9404-FC949E60098C}" dt="2025-01-22T01:16:37.180" v="65" actId="47"/>
        <pc:sldMkLst>
          <pc:docMk/>
          <pc:sldMk cId="925331773" sldId="885"/>
        </pc:sldMkLst>
      </pc:sldChg>
      <pc:sldChg chg="add del">
        <pc:chgData name="Jaime De León R." userId="6107559c-c399-4371-a23a-d124d3599f82" providerId="ADAL" clId="{ECB193A3-1B3A-4FE8-9404-FC949E60098C}" dt="2025-01-22T01:16:37.180" v="65" actId="47"/>
        <pc:sldMkLst>
          <pc:docMk/>
          <pc:sldMk cId="3955120288" sldId="886"/>
        </pc:sldMkLst>
      </pc:sldChg>
      <pc:sldChg chg="add del">
        <pc:chgData name="Jaime De León R." userId="6107559c-c399-4371-a23a-d124d3599f82" providerId="ADAL" clId="{ECB193A3-1B3A-4FE8-9404-FC949E60098C}" dt="2025-01-22T01:16:37.180" v="65" actId="47"/>
        <pc:sldMkLst>
          <pc:docMk/>
          <pc:sldMk cId="3087940803" sldId="887"/>
        </pc:sldMkLst>
      </pc:sldChg>
      <pc:sldChg chg="del">
        <pc:chgData name="Jaime De León R." userId="6107559c-c399-4371-a23a-d124d3599f82" providerId="ADAL" clId="{ECB193A3-1B3A-4FE8-9404-FC949E60098C}" dt="2025-01-22T01:09:21.160" v="0" actId="2696"/>
        <pc:sldMkLst>
          <pc:docMk/>
          <pc:sldMk cId="871064877" sldId="889"/>
        </pc:sldMkLst>
      </pc:sldChg>
      <pc:sldChg chg="del">
        <pc:chgData name="Jaime De León R." userId="6107559c-c399-4371-a23a-d124d3599f82" providerId="ADAL" clId="{ECB193A3-1B3A-4FE8-9404-FC949E60098C}" dt="2025-01-22T01:09:21.160" v="0" actId="2696"/>
        <pc:sldMkLst>
          <pc:docMk/>
          <pc:sldMk cId="4024030594" sldId="890"/>
        </pc:sldMkLst>
      </pc:sldChg>
      <pc:sldChg chg="del">
        <pc:chgData name="Jaime De León R." userId="6107559c-c399-4371-a23a-d124d3599f82" providerId="ADAL" clId="{ECB193A3-1B3A-4FE8-9404-FC949E60098C}" dt="2025-01-22T01:09:21.160" v="0" actId="2696"/>
        <pc:sldMkLst>
          <pc:docMk/>
          <pc:sldMk cId="465591615" sldId="891"/>
        </pc:sldMkLst>
      </pc:sldChg>
      <pc:sldChg chg="del">
        <pc:chgData name="Jaime De León R." userId="6107559c-c399-4371-a23a-d124d3599f82" providerId="ADAL" clId="{ECB193A3-1B3A-4FE8-9404-FC949E60098C}" dt="2025-01-22T01:09:21.160" v="0" actId="2696"/>
        <pc:sldMkLst>
          <pc:docMk/>
          <pc:sldMk cId="1790269909" sldId="892"/>
        </pc:sldMkLst>
      </pc:sldChg>
      <pc:sldChg chg="add del">
        <pc:chgData name="Jaime De León R." userId="6107559c-c399-4371-a23a-d124d3599f82" providerId="ADAL" clId="{ECB193A3-1B3A-4FE8-9404-FC949E60098C}" dt="2025-01-22T01:16:37.180" v="65" actId="47"/>
        <pc:sldMkLst>
          <pc:docMk/>
          <pc:sldMk cId="3938246996" sldId="893"/>
        </pc:sldMkLst>
      </pc:sldChg>
      <pc:sldChg chg="add del">
        <pc:chgData name="Jaime De León R." userId="6107559c-c399-4371-a23a-d124d3599f82" providerId="ADAL" clId="{ECB193A3-1B3A-4FE8-9404-FC949E60098C}" dt="2025-01-22T01:16:37.180" v="65" actId="47"/>
        <pc:sldMkLst>
          <pc:docMk/>
          <pc:sldMk cId="841876529" sldId="894"/>
        </pc:sldMkLst>
      </pc:sldChg>
      <pc:sldChg chg="add del">
        <pc:chgData name="Jaime De León R." userId="6107559c-c399-4371-a23a-d124d3599f82" providerId="ADAL" clId="{ECB193A3-1B3A-4FE8-9404-FC949E60098C}" dt="2025-01-22T01:16:37.180" v="65" actId="47"/>
        <pc:sldMkLst>
          <pc:docMk/>
          <pc:sldMk cId="2518130490" sldId="895"/>
        </pc:sldMkLst>
      </pc:sldChg>
      <pc:sldChg chg="add del">
        <pc:chgData name="Jaime De León R." userId="6107559c-c399-4371-a23a-d124d3599f82" providerId="ADAL" clId="{ECB193A3-1B3A-4FE8-9404-FC949E60098C}" dt="2025-01-22T01:16:37.180" v="65" actId="47"/>
        <pc:sldMkLst>
          <pc:docMk/>
          <pc:sldMk cId="2905259575" sldId="896"/>
        </pc:sldMkLst>
      </pc:sldChg>
      <pc:sldChg chg="add del">
        <pc:chgData name="Jaime De León R." userId="6107559c-c399-4371-a23a-d124d3599f82" providerId="ADAL" clId="{ECB193A3-1B3A-4FE8-9404-FC949E60098C}" dt="2025-01-22T01:16:37.180" v="65" actId="47"/>
        <pc:sldMkLst>
          <pc:docMk/>
          <pc:sldMk cId="3856922535" sldId="897"/>
        </pc:sldMkLst>
      </pc:sldChg>
      <pc:sldChg chg="add del">
        <pc:chgData name="Jaime De León R." userId="6107559c-c399-4371-a23a-d124d3599f82" providerId="ADAL" clId="{ECB193A3-1B3A-4FE8-9404-FC949E60098C}" dt="2025-01-22T01:16:37.180" v="65" actId="47"/>
        <pc:sldMkLst>
          <pc:docMk/>
          <pc:sldMk cId="2406619845" sldId="898"/>
        </pc:sldMkLst>
      </pc:sldChg>
      <pc:sldChg chg="add del">
        <pc:chgData name="Jaime De León R." userId="6107559c-c399-4371-a23a-d124d3599f82" providerId="ADAL" clId="{ECB193A3-1B3A-4FE8-9404-FC949E60098C}" dt="2025-01-22T01:16:37.180" v="65" actId="47"/>
        <pc:sldMkLst>
          <pc:docMk/>
          <pc:sldMk cId="3875255785" sldId="903"/>
        </pc:sldMkLst>
      </pc:sldChg>
      <pc:sldChg chg="add del">
        <pc:chgData name="Jaime De León R." userId="6107559c-c399-4371-a23a-d124d3599f82" providerId="ADAL" clId="{ECB193A3-1B3A-4FE8-9404-FC949E60098C}" dt="2025-01-22T01:16:37.180" v="65" actId="47"/>
        <pc:sldMkLst>
          <pc:docMk/>
          <pc:sldMk cId="2509020533" sldId="904"/>
        </pc:sldMkLst>
      </pc:sldChg>
      <pc:sldChg chg="add del">
        <pc:chgData name="Jaime De León R." userId="6107559c-c399-4371-a23a-d124d3599f82" providerId="ADAL" clId="{ECB193A3-1B3A-4FE8-9404-FC949E60098C}" dt="2025-01-22T01:16:37.180" v="65" actId="47"/>
        <pc:sldMkLst>
          <pc:docMk/>
          <pc:sldMk cId="2961314543" sldId="905"/>
        </pc:sldMkLst>
      </pc:sldChg>
      <pc:sldChg chg="add del">
        <pc:chgData name="Jaime De León R." userId="6107559c-c399-4371-a23a-d124d3599f82" providerId="ADAL" clId="{ECB193A3-1B3A-4FE8-9404-FC949E60098C}" dt="2025-01-22T01:16:37.180" v="65" actId="47"/>
        <pc:sldMkLst>
          <pc:docMk/>
          <pc:sldMk cId="3088825310" sldId="906"/>
        </pc:sldMkLst>
      </pc:sldChg>
      <pc:sldChg chg="add del">
        <pc:chgData name="Jaime De León R." userId="6107559c-c399-4371-a23a-d124d3599f82" providerId="ADAL" clId="{ECB193A3-1B3A-4FE8-9404-FC949E60098C}" dt="2025-01-22T01:16:37.180" v="65" actId="47"/>
        <pc:sldMkLst>
          <pc:docMk/>
          <pc:sldMk cId="2076383956" sldId="907"/>
        </pc:sldMkLst>
      </pc:sldChg>
      <pc:sldChg chg="add del">
        <pc:chgData name="Jaime De León R." userId="6107559c-c399-4371-a23a-d124d3599f82" providerId="ADAL" clId="{ECB193A3-1B3A-4FE8-9404-FC949E60098C}" dt="2025-01-22T01:16:37.180" v="65" actId="47"/>
        <pc:sldMkLst>
          <pc:docMk/>
          <pc:sldMk cId="522499914" sldId="908"/>
        </pc:sldMkLst>
      </pc:sldChg>
      <pc:sldChg chg="add del">
        <pc:chgData name="Jaime De León R." userId="6107559c-c399-4371-a23a-d124d3599f82" providerId="ADAL" clId="{ECB193A3-1B3A-4FE8-9404-FC949E60098C}" dt="2025-01-22T01:16:37.180" v="65" actId="47"/>
        <pc:sldMkLst>
          <pc:docMk/>
          <pc:sldMk cId="2846474640" sldId="1014"/>
        </pc:sldMkLst>
      </pc:sldChg>
      <pc:sldChg chg="add del">
        <pc:chgData name="Jaime De León R." userId="6107559c-c399-4371-a23a-d124d3599f82" providerId="ADAL" clId="{ECB193A3-1B3A-4FE8-9404-FC949E60098C}" dt="2025-01-22T01:16:37.180" v="65" actId="47"/>
        <pc:sldMkLst>
          <pc:docMk/>
          <pc:sldMk cId="2987918989" sldId="1022"/>
        </pc:sldMkLst>
      </pc:sldChg>
      <pc:sldChg chg="add del">
        <pc:chgData name="Jaime De León R." userId="6107559c-c399-4371-a23a-d124d3599f82" providerId="ADAL" clId="{ECB193A3-1B3A-4FE8-9404-FC949E60098C}" dt="2025-01-22T01:16:37.180" v="65" actId="47"/>
        <pc:sldMkLst>
          <pc:docMk/>
          <pc:sldMk cId="2647351409" sldId="1023"/>
        </pc:sldMkLst>
      </pc:sldChg>
      <pc:sldChg chg="add del">
        <pc:chgData name="Jaime De León R." userId="6107559c-c399-4371-a23a-d124d3599f82" providerId="ADAL" clId="{ECB193A3-1B3A-4FE8-9404-FC949E60098C}" dt="2025-01-22T01:16:37.180" v="65" actId="47"/>
        <pc:sldMkLst>
          <pc:docMk/>
          <pc:sldMk cId="1803935185" sldId="1024"/>
        </pc:sldMkLst>
      </pc:sldChg>
      <pc:sldChg chg="add del">
        <pc:chgData name="Jaime De León R." userId="6107559c-c399-4371-a23a-d124d3599f82" providerId="ADAL" clId="{ECB193A3-1B3A-4FE8-9404-FC949E60098C}" dt="2025-01-22T01:16:37.180" v="65" actId="47"/>
        <pc:sldMkLst>
          <pc:docMk/>
          <pc:sldMk cId="1624870237" sldId="1025"/>
        </pc:sldMkLst>
      </pc:sldChg>
      <pc:sldChg chg="add del">
        <pc:chgData name="Jaime De León R." userId="6107559c-c399-4371-a23a-d124d3599f82" providerId="ADAL" clId="{ECB193A3-1B3A-4FE8-9404-FC949E60098C}" dt="2025-01-22T01:16:37.180" v="65" actId="47"/>
        <pc:sldMkLst>
          <pc:docMk/>
          <pc:sldMk cId="2221305419" sldId="1029"/>
        </pc:sldMkLst>
      </pc:sldChg>
      <pc:sldChg chg="add del">
        <pc:chgData name="Jaime De León R." userId="6107559c-c399-4371-a23a-d124d3599f82" providerId="ADAL" clId="{ECB193A3-1B3A-4FE8-9404-FC949E60098C}" dt="2025-01-22T01:16:37.180" v="65" actId="47"/>
        <pc:sldMkLst>
          <pc:docMk/>
          <pc:sldMk cId="2709861828" sldId="1031"/>
        </pc:sldMkLst>
      </pc:sldChg>
      <pc:sldChg chg="add del">
        <pc:chgData name="Jaime De León R." userId="6107559c-c399-4371-a23a-d124d3599f82" providerId="ADAL" clId="{ECB193A3-1B3A-4FE8-9404-FC949E60098C}" dt="2025-01-22T01:16:37.180" v="65" actId="47"/>
        <pc:sldMkLst>
          <pc:docMk/>
          <pc:sldMk cId="4136633321" sldId="1032"/>
        </pc:sldMkLst>
      </pc:sldChg>
      <pc:sldChg chg="add del">
        <pc:chgData name="Jaime De León R." userId="6107559c-c399-4371-a23a-d124d3599f82" providerId="ADAL" clId="{ECB193A3-1B3A-4FE8-9404-FC949E60098C}" dt="2025-01-22T01:16:37.180" v="65" actId="47"/>
        <pc:sldMkLst>
          <pc:docMk/>
          <pc:sldMk cId="1279114899" sldId="1033"/>
        </pc:sldMkLst>
      </pc:sldChg>
      <pc:sldChg chg="del">
        <pc:chgData name="Jaime De León R." userId="6107559c-c399-4371-a23a-d124d3599f82" providerId="ADAL" clId="{ECB193A3-1B3A-4FE8-9404-FC949E60098C}" dt="2025-01-22T01:09:21.160" v="0" actId="2696"/>
        <pc:sldMkLst>
          <pc:docMk/>
          <pc:sldMk cId="3312508792" sldId="1053"/>
        </pc:sldMkLst>
      </pc:sldChg>
      <pc:sldChg chg="add del">
        <pc:chgData name="Jaime De León R." userId="6107559c-c399-4371-a23a-d124d3599f82" providerId="ADAL" clId="{ECB193A3-1B3A-4FE8-9404-FC949E60098C}" dt="2025-01-22T01:16:37.180" v="65" actId="47"/>
        <pc:sldMkLst>
          <pc:docMk/>
          <pc:sldMk cId="1168541120" sldId="1056"/>
        </pc:sldMkLst>
      </pc:sldChg>
      <pc:sldChg chg="add del">
        <pc:chgData name="Jaime De León R." userId="6107559c-c399-4371-a23a-d124d3599f82" providerId="ADAL" clId="{ECB193A3-1B3A-4FE8-9404-FC949E60098C}" dt="2025-01-22T01:16:37.180" v="65" actId="47"/>
        <pc:sldMkLst>
          <pc:docMk/>
          <pc:sldMk cId="1856274611" sldId="1059"/>
        </pc:sldMkLst>
      </pc:sldChg>
      <pc:sldChg chg="add del">
        <pc:chgData name="Jaime De León R." userId="6107559c-c399-4371-a23a-d124d3599f82" providerId="ADAL" clId="{ECB193A3-1B3A-4FE8-9404-FC949E60098C}" dt="2025-01-22T01:16:37.180" v="65" actId="47"/>
        <pc:sldMkLst>
          <pc:docMk/>
          <pc:sldMk cId="2091344353" sldId="1060"/>
        </pc:sldMkLst>
      </pc:sldChg>
      <pc:sldChg chg="add del">
        <pc:chgData name="Jaime De León R." userId="6107559c-c399-4371-a23a-d124d3599f82" providerId="ADAL" clId="{ECB193A3-1B3A-4FE8-9404-FC949E60098C}" dt="2025-01-22T01:16:37.180" v="65" actId="47"/>
        <pc:sldMkLst>
          <pc:docMk/>
          <pc:sldMk cId="1851168358" sldId="1061"/>
        </pc:sldMkLst>
      </pc:sldChg>
      <pc:sldChg chg="del">
        <pc:chgData name="Jaime De León R." userId="6107559c-c399-4371-a23a-d124d3599f82" providerId="ADAL" clId="{ECB193A3-1B3A-4FE8-9404-FC949E60098C}" dt="2025-01-22T01:09:21.160" v="0" actId="2696"/>
        <pc:sldMkLst>
          <pc:docMk/>
          <pc:sldMk cId="519421820" sldId="1079"/>
        </pc:sldMkLst>
      </pc:sldChg>
      <pc:sldChg chg="add del">
        <pc:chgData name="Jaime De León R." userId="6107559c-c399-4371-a23a-d124d3599f82" providerId="ADAL" clId="{ECB193A3-1B3A-4FE8-9404-FC949E60098C}" dt="2025-01-22T01:16:37.180" v="65" actId="47"/>
        <pc:sldMkLst>
          <pc:docMk/>
          <pc:sldMk cId="1625738218" sldId="1081"/>
        </pc:sldMkLst>
      </pc:sldChg>
      <pc:sldChg chg="add del">
        <pc:chgData name="Jaime De León R." userId="6107559c-c399-4371-a23a-d124d3599f82" providerId="ADAL" clId="{ECB193A3-1B3A-4FE8-9404-FC949E60098C}" dt="2025-01-22T01:16:37.180" v="65" actId="47"/>
        <pc:sldMkLst>
          <pc:docMk/>
          <pc:sldMk cId="2193202996" sldId="1082"/>
        </pc:sldMkLst>
      </pc:sldChg>
      <pc:sldChg chg="add del">
        <pc:chgData name="Jaime De León R." userId="6107559c-c399-4371-a23a-d124d3599f82" providerId="ADAL" clId="{ECB193A3-1B3A-4FE8-9404-FC949E60098C}" dt="2025-01-22T01:16:37.180" v="65" actId="47"/>
        <pc:sldMkLst>
          <pc:docMk/>
          <pc:sldMk cId="1297052082" sldId="1085"/>
        </pc:sldMkLst>
      </pc:sldChg>
      <pc:sldChg chg="add del">
        <pc:chgData name="Jaime De León R." userId="6107559c-c399-4371-a23a-d124d3599f82" providerId="ADAL" clId="{ECB193A3-1B3A-4FE8-9404-FC949E60098C}" dt="2025-01-22T01:16:37.180" v="65" actId="47"/>
        <pc:sldMkLst>
          <pc:docMk/>
          <pc:sldMk cId="2760366077" sldId="1086"/>
        </pc:sldMkLst>
      </pc:sldChg>
      <pc:sldChg chg="add del">
        <pc:chgData name="Jaime De León R." userId="6107559c-c399-4371-a23a-d124d3599f82" providerId="ADAL" clId="{ECB193A3-1B3A-4FE8-9404-FC949E60098C}" dt="2025-01-22T01:16:37.180" v="65" actId="47"/>
        <pc:sldMkLst>
          <pc:docMk/>
          <pc:sldMk cId="3556707947" sldId="1117"/>
        </pc:sldMkLst>
      </pc:sldChg>
      <pc:sldChg chg="add del">
        <pc:chgData name="Jaime De León R." userId="6107559c-c399-4371-a23a-d124d3599f82" providerId="ADAL" clId="{ECB193A3-1B3A-4FE8-9404-FC949E60098C}" dt="2025-01-22T01:16:37.180" v="65" actId="47"/>
        <pc:sldMkLst>
          <pc:docMk/>
          <pc:sldMk cId="1559932029" sldId="1125"/>
        </pc:sldMkLst>
      </pc:sldChg>
      <pc:sldChg chg="add del">
        <pc:chgData name="Jaime De León R." userId="6107559c-c399-4371-a23a-d124d3599f82" providerId="ADAL" clId="{ECB193A3-1B3A-4FE8-9404-FC949E60098C}" dt="2025-01-22T01:16:37.180" v="65" actId="47"/>
        <pc:sldMkLst>
          <pc:docMk/>
          <pc:sldMk cId="1798642139" sldId="1126"/>
        </pc:sldMkLst>
      </pc:sldChg>
      <pc:sldChg chg="add del">
        <pc:chgData name="Jaime De León R." userId="6107559c-c399-4371-a23a-d124d3599f82" providerId="ADAL" clId="{ECB193A3-1B3A-4FE8-9404-FC949E60098C}" dt="2025-01-22T01:16:37.180" v="65" actId="47"/>
        <pc:sldMkLst>
          <pc:docMk/>
          <pc:sldMk cId="151215994" sldId="1127"/>
        </pc:sldMkLst>
      </pc:sldChg>
      <pc:sldChg chg="add del">
        <pc:chgData name="Jaime De León R." userId="6107559c-c399-4371-a23a-d124d3599f82" providerId="ADAL" clId="{ECB193A3-1B3A-4FE8-9404-FC949E60098C}" dt="2025-01-22T01:16:37.180" v="65" actId="47"/>
        <pc:sldMkLst>
          <pc:docMk/>
          <pc:sldMk cId="2568955400" sldId="1128"/>
        </pc:sldMkLst>
      </pc:sldChg>
      <pc:sldChg chg="add del">
        <pc:chgData name="Jaime De León R." userId="6107559c-c399-4371-a23a-d124d3599f82" providerId="ADAL" clId="{ECB193A3-1B3A-4FE8-9404-FC949E60098C}" dt="2025-01-22T01:16:37.180" v="65" actId="47"/>
        <pc:sldMkLst>
          <pc:docMk/>
          <pc:sldMk cId="909437640" sldId="1129"/>
        </pc:sldMkLst>
      </pc:sldChg>
      <pc:sldChg chg="add del">
        <pc:chgData name="Jaime De León R." userId="6107559c-c399-4371-a23a-d124d3599f82" providerId="ADAL" clId="{ECB193A3-1B3A-4FE8-9404-FC949E60098C}" dt="2025-01-22T01:16:37.180" v="65" actId="47"/>
        <pc:sldMkLst>
          <pc:docMk/>
          <pc:sldMk cId="3417948627" sldId="1130"/>
        </pc:sldMkLst>
      </pc:sldChg>
      <pc:sldChg chg="add del">
        <pc:chgData name="Jaime De León R." userId="6107559c-c399-4371-a23a-d124d3599f82" providerId="ADAL" clId="{ECB193A3-1B3A-4FE8-9404-FC949E60098C}" dt="2025-01-22T01:16:37.180" v="65" actId="47"/>
        <pc:sldMkLst>
          <pc:docMk/>
          <pc:sldMk cId="3742745074" sldId="1131"/>
        </pc:sldMkLst>
      </pc:sldChg>
      <pc:sldChg chg="add del">
        <pc:chgData name="Jaime De León R." userId="6107559c-c399-4371-a23a-d124d3599f82" providerId="ADAL" clId="{ECB193A3-1B3A-4FE8-9404-FC949E60098C}" dt="2025-01-22T01:16:37.180" v="65" actId="47"/>
        <pc:sldMkLst>
          <pc:docMk/>
          <pc:sldMk cId="1221316993" sldId="1132"/>
        </pc:sldMkLst>
      </pc:sldChg>
      <pc:sldChg chg="add del">
        <pc:chgData name="Jaime De León R." userId="6107559c-c399-4371-a23a-d124d3599f82" providerId="ADAL" clId="{ECB193A3-1B3A-4FE8-9404-FC949E60098C}" dt="2025-01-22T01:16:37.180" v="65" actId="47"/>
        <pc:sldMkLst>
          <pc:docMk/>
          <pc:sldMk cId="616309294" sldId="1133"/>
        </pc:sldMkLst>
      </pc:sldChg>
      <pc:sldChg chg="add del">
        <pc:chgData name="Jaime De León R." userId="6107559c-c399-4371-a23a-d124d3599f82" providerId="ADAL" clId="{ECB193A3-1B3A-4FE8-9404-FC949E60098C}" dt="2025-01-22T01:16:37.180" v="65" actId="47"/>
        <pc:sldMkLst>
          <pc:docMk/>
          <pc:sldMk cId="1161649281" sldId="1148"/>
        </pc:sldMkLst>
      </pc:sldChg>
      <pc:sldChg chg="add del">
        <pc:chgData name="Jaime De León R." userId="6107559c-c399-4371-a23a-d124d3599f82" providerId="ADAL" clId="{ECB193A3-1B3A-4FE8-9404-FC949E60098C}" dt="2025-01-22T01:16:37.180" v="65" actId="47"/>
        <pc:sldMkLst>
          <pc:docMk/>
          <pc:sldMk cId="360022230" sldId="1150"/>
        </pc:sldMkLst>
      </pc:sldChg>
      <pc:sldChg chg="add del">
        <pc:chgData name="Jaime De León R." userId="6107559c-c399-4371-a23a-d124d3599f82" providerId="ADAL" clId="{ECB193A3-1B3A-4FE8-9404-FC949E60098C}" dt="2025-01-22T01:16:37.180" v="65" actId="47"/>
        <pc:sldMkLst>
          <pc:docMk/>
          <pc:sldMk cId="83138292" sldId="1152"/>
        </pc:sldMkLst>
      </pc:sldChg>
      <pc:sldChg chg="add del">
        <pc:chgData name="Jaime De León R." userId="6107559c-c399-4371-a23a-d124d3599f82" providerId="ADAL" clId="{ECB193A3-1B3A-4FE8-9404-FC949E60098C}" dt="2025-01-22T01:16:37.180" v="65" actId="47"/>
        <pc:sldMkLst>
          <pc:docMk/>
          <pc:sldMk cId="2750197738" sldId="1153"/>
        </pc:sldMkLst>
      </pc:sldChg>
      <pc:sldChg chg="add del">
        <pc:chgData name="Jaime De León R." userId="6107559c-c399-4371-a23a-d124d3599f82" providerId="ADAL" clId="{ECB193A3-1B3A-4FE8-9404-FC949E60098C}" dt="2025-01-22T01:16:37.180" v="65" actId="47"/>
        <pc:sldMkLst>
          <pc:docMk/>
          <pc:sldMk cId="3985092860" sldId="1155"/>
        </pc:sldMkLst>
      </pc:sldChg>
      <pc:sldChg chg="add del">
        <pc:chgData name="Jaime De León R." userId="6107559c-c399-4371-a23a-d124d3599f82" providerId="ADAL" clId="{ECB193A3-1B3A-4FE8-9404-FC949E60098C}" dt="2025-01-22T01:16:37.180" v="65" actId="47"/>
        <pc:sldMkLst>
          <pc:docMk/>
          <pc:sldMk cId="1703692973" sldId="1163"/>
        </pc:sldMkLst>
      </pc:sldChg>
      <pc:sldChg chg="del">
        <pc:chgData name="Jaime De León R." userId="6107559c-c399-4371-a23a-d124d3599f82" providerId="ADAL" clId="{ECB193A3-1B3A-4FE8-9404-FC949E60098C}" dt="2025-01-22T01:09:21.160" v="0" actId="2696"/>
        <pc:sldMkLst>
          <pc:docMk/>
          <pc:sldMk cId="390468811" sldId="1166"/>
        </pc:sldMkLst>
      </pc:sldChg>
      <pc:sldChg chg="del">
        <pc:chgData name="Jaime De León R." userId="6107559c-c399-4371-a23a-d124d3599f82" providerId="ADAL" clId="{ECB193A3-1B3A-4FE8-9404-FC949E60098C}" dt="2025-01-22T01:09:21.160" v="0" actId="2696"/>
        <pc:sldMkLst>
          <pc:docMk/>
          <pc:sldMk cId="1709013837" sldId="1167"/>
        </pc:sldMkLst>
      </pc:sldChg>
      <pc:sldChg chg="del">
        <pc:chgData name="Jaime De León R." userId="6107559c-c399-4371-a23a-d124d3599f82" providerId="ADAL" clId="{ECB193A3-1B3A-4FE8-9404-FC949E60098C}" dt="2025-01-22T01:09:21.160" v="0" actId="2696"/>
        <pc:sldMkLst>
          <pc:docMk/>
          <pc:sldMk cId="1434943166" sldId="1168"/>
        </pc:sldMkLst>
      </pc:sldChg>
      <pc:sldChg chg="add del">
        <pc:chgData name="Jaime De León R." userId="6107559c-c399-4371-a23a-d124d3599f82" providerId="ADAL" clId="{ECB193A3-1B3A-4FE8-9404-FC949E60098C}" dt="2025-01-22T01:16:37.180" v="65" actId="47"/>
        <pc:sldMkLst>
          <pc:docMk/>
          <pc:sldMk cId="3045847813" sldId="1171"/>
        </pc:sldMkLst>
      </pc:sldChg>
      <pc:sldChg chg="add del">
        <pc:chgData name="Jaime De León R." userId="6107559c-c399-4371-a23a-d124d3599f82" providerId="ADAL" clId="{ECB193A3-1B3A-4FE8-9404-FC949E60098C}" dt="2025-01-22T01:16:37.180" v="65" actId="47"/>
        <pc:sldMkLst>
          <pc:docMk/>
          <pc:sldMk cId="890212291" sldId="1172"/>
        </pc:sldMkLst>
      </pc:sldChg>
      <pc:sldChg chg="add del">
        <pc:chgData name="Jaime De León R." userId="6107559c-c399-4371-a23a-d124d3599f82" providerId="ADAL" clId="{ECB193A3-1B3A-4FE8-9404-FC949E60098C}" dt="2025-01-22T01:16:37.180" v="65" actId="47"/>
        <pc:sldMkLst>
          <pc:docMk/>
          <pc:sldMk cId="2281634523" sldId="1173"/>
        </pc:sldMkLst>
      </pc:sldChg>
      <pc:sldChg chg="add del">
        <pc:chgData name="Jaime De León R." userId="6107559c-c399-4371-a23a-d124d3599f82" providerId="ADAL" clId="{ECB193A3-1B3A-4FE8-9404-FC949E60098C}" dt="2025-01-22T01:16:37.180" v="65" actId="47"/>
        <pc:sldMkLst>
          <pc:docMk/>
          <pc:sldMk cId="2008791679" sldId="1174"/>
        </pc:sldMkLst>
      </pc:sldChg>
      <pc:sldChg chg="add del">
        <pc:chgData name="Jaime De León R." userId="6107559c-c399-4371-a23a-d124d3599f82" providerId="ADAL" clId="{ECB193A3-1B3A-4FE8-9404-FC949E60098C}" dt="2025-01-22T01:16:37.180" v="65" actId="47"/>
        <pc:sldMkLst>
          <pc:docMk/>
          <pc:sldMk cId="2267628682" sldId="1175"/>
        </pc:sldMkLst>
      </pc:sldChg>
      <pc:sldChg chg="add del">
        <pc:chgData name="Jaime De León R." userId="6107559c-c399-4371-a23a-d124d3599f82" providerId="ADAL" clId="{ECB193A3-1B3A-4FE8-9404-FC949E60098C}" dt="2025-01-22T01:16:37.180" v="65" actId="47"/>
        <pc:sldMkLst>
          <pc:docMk/>
          <pc:sldMk cId="1149699690" sldId="1176"/>
        </pc:sldMkLst>
      </pc:sldChg>
      <pc:sldChg chg="add del">
        <pc:chgData name="Jaime De León R." userId="6107559c-c399-4371-a23a-d124d3599f82" providerId="ADAL" clId="{ECB193A3-1B3A-4FE8-9404-FC949E60098C}" dt="2025-01-22T01:16:37.180" v="65" actId="47"/>
        <pc:sldMkLst>
          <pc:docMk/>
          <pc:sldMk cId="2162640034" sldId="1177"/>
        </pc:sldMkLst>
      </pc:sldChg>
      <pc:sldMasterChg chg="delSldLayout">
        <pc:chgData name="Jaime De León R." userId="6107559c-c399-4371-a23a-d124d3599f82" providerId="ADAL" clId="{ECB193A3-1B3A-4FE8-9404-FC949E60098C}" dt="2025-01-22T01:09:21.160" v="0" actId="2696"/>
        <pc:sldMasterMkLst>
          <pc:docMk/>
          <pc:sldMasterMk cId="3467965346" sldId="2147483648"/>
        </pc:sldMasterMkLst>
        <pc:sldLayoutChg chg="del">
          <pc:chgData name="Jaime De León R." userId="6107559c-c399-4371-a23a-d124d3599f82" providerId="ADAL" clId="{ECB193A3-1B3A-4FE8-9404-FC949E60098C}" dt="2025-01-22T01:09:21.160" v="0" actId="2696"/>
          <pc:sldLayoutMkLst>
            <pc:docMk/>
            <pc:sldMasterMk cId="3467965346" sldId="2147483648"/>
            <pc:sldLayoutMk cId="12966980" sldId="2147483660"/>
          </pc:sldLayoutMkLst>
        </pc:sldLayoutChg>
      </pc:sldMasterChg>
    </pc:docChg>
  </pc:docChgLst>
  <pc:docChgLst>
    <pc:chgData name="Jaime De Leon R." userId="6107559c-c399-4371-a23a-d124d3599f82" providerId="ADAL" clId="{624DAD03-7EA8-480C-BE9E-52E579F4DA96}"/>
    <pc:docChg chg="undo redo custSel addSld delSld modSld sldOrd modMainMaster modSection">
      <pc:chgData name="Jaime De Leon R." userId="6107559c-c399-4371-a23a-d124d3599f82" providerId="ADAL" clId="{624DAD03-7EA8-480C-BE9E-52E579F4DA96}" dt="2023-01-09T01:36:45.921" v="7008" actId="20577"/>
      <pc:docMkLst>
        <pc:docMk/>
      </pc:docMkLst>
      <pc:sldChg chg="modSp add mod">
        <pc:chgData name="Jaime De Leon R." userId="6107559c-c399-4371-a23a-d124d3599f82" providerId="ADAL" clId="{624DAD03-7EA8-480C-BE9E-52E579F4DA96}" dt="2022-08-14T21:57:04.907" v="2184" actId="20577"/>
        <pc:sldMkLst>
          <pc:docMk/>
          <pc:sldMk cId="3241727980" sldId="262"/>
        </pc:sldMkLst>
      </pc:sldChg>
      <pc:sldChg chg="add">
        <pc:chgData name="Jaime De Leon R." userId="6107559c-c399-4371-a23a-d124d3599f82" providerId="ADAL" clId="{624DAD03-7EA8-480C-BE9E-52E579F4DA96}" dt="2022-08-14T21:56:45.960" v="2180"/>
        <pc:sldMkLst>
          <pc:docMk/>
          <pc:sldMk cId="2922173833" sldId="265"/>
        </pc:sldMkLst>
      </pc:sldChg>
      <pc:sldChg chg="add">
        <pc:chgData name="Jaime De Leon R." userId="6107559c-c399-4371-a23a-d124d3599f82" providerId="ADAL" clId="{624DAD03-7EA8-480C-BE9E-52E579F4DA96}" dt="2022-08-14T21:56:45.960" v="2180"/>
        <pc:sldMkLst>
          <pc:docMk/>
          <pc:sldMk cId="4145090948" sldId="266"/>
        </pc:sldMkLst>
      </pc:sldChg>
      <pc:sldChg chg="add">
        <pc:chgData name="Jaime De Leon R." userId="6107559c-c399-4371-a23a-d124d3599f82" providerId="ADAL" clId="{624DAD03-7EA8-480C-BE9E-52E579F4DA96}" dt="2022-08-14T21:56:45.960" v="2180"/>
        <pc:sldMkLst>
          <pc:docMk/>
          <pc:sldMk cId="1566961134" sldId="267"/>
        </pc:sldMkLst>
      </pc:sldChg>
      <pc:sldChg chg="add">
        <pc:chgData name="Jaime De Leon R." userId="6107559c-c399-4371-a23a-d124d3599f82" providerId="ADAL" clId="{624DAD03-7EA8-480C-BE9E-52E579F4DA96}" dt="2022-08-14T21:56:45.960" v="2180"/>
        <pc:sldMkLst>
          <pc:docMk/>
          <pc:sldMk cId="3795566268" sldId="268"/>
        </pc:sldMkLst>
      </pc:sldChg>
      <pc:sldChg chg="add">
        <pc:chgData name="Jaime De Leon R." userId="6107559c-c399-4371-a23a-d124d3599f82" providerId="ADAL" clId="{624DAD03-7EA8-480C-BE9E-52E579F4DA96}" dt="2022-08-17T01:32:33.063" v="2738"/>
        <pc:sldMkLst>
          <pc:docMk/>
          <pc:sldMk cId="870438126" sldId="269"/>
        </pc:sldMkLst>
      </pc:sldChg>
      <pc:sldChg chg="add">
        <pc:chgData name="Jaime De Leon R." userId="6107559c-c399-4371-a23a-d124d3599f82" providerId="ADAL" clId="{624DAD03-7EA8-480C-BE9E-52E579F4DA96}" dt="2022-08-14T21:56:45.960" v="2180"/>
        <pc:sldMkLst>
          <pc:docMk/>
          <pc:sldMk cId="3425818223" sldId="270"/>
        </pc:sldMkLst>
      </pc:sldChg>
      <pc:sldChg chg="add">
        <pc:chgData name="Jaime De Leon R." userId="6107559c-c399-4371-a23a-d124d3599f82" providerId="ADAL" clId="{624DAD03-7EA8-480C-BE9E-52E579F4DA96}" dt="2022-08-14T21:56:45.960" v="2180"/>
        <pc:sldMkLst>
          <pc:docMk/>
          <pc:sldMk cId="1688606035" sldId="271"/>
        </pc:sldMkLst>
      </pc:sldChg>
      <pc:sldChg chg="add">
        <pc:chgData name="Jaime De Leon R." userId="6107559c-c399-4371-a23a-d124d3599f82" providerId="ADAL" clId="{624DAD03-7EA8-480C-BE9E-52E579F4DA96}" dt="2022-08-14T21:56:45.960" v="2180"/>
        <pc:sldMkLst>
          <pc:docMk/>
          <pc:sldMk cId="1254463813" sldId="272"/>
        </pc:sldMkLst>
      </pc:sldChg>
      <pc:sldChg chg="add">
        <pc:chgData name="Jaime De Leon R." userId="6107559c-c399-4371-a23a-d124d3599f82" providerId="ADAL" clId="{624DAD03-7EA8-480C-BE9E-52E579F4DA96}" dt="2022-08-14T21:56:45.960" v="2180"/>
        <pc:sldMkLst>
          <pc:docMk/>
          <pc:sldMk cId="4161700530" sldId="273"/>
        </pc:sldMkLst>
      </pc:sldChg>
      <pc:sldChg chg="modSp add mod">
        <pc:chgData name="Jaime De Leon R." userId="6107559c-c399-4371-a23a-d124d3599f82" providerId="ADAL" clId="{624DAD03-7EA8-480C-BE9E-52E579F4DA96}" dt="2022-08-17T01:35:19.841" v="2745" actId="108"/>
        <pc:sldMkLst>
          <pc:docMk/>
          <pc:sldMk cId="4223697094" sldId="277"/>
        </pc:sldMkLst>
      </pc:sldChg>
      <pc:sldChg chg="add">
        <pc:chgData name="Jaime De Leon R." userId="6107559c-c399-4371-a23a-d124d3599f82" providerId="ADAL" clId="{624DAD03-7EA8-480C-BE9E-52E579F4DA96}" dt="2022-08-17T01:32:33.063" v="2738"/>
        <pc:sldMkLst>
          <pc:docMk/>
          <pc:sldMk cId="3355870206" sldId="278"/>
        </pc:sldMkLst>
      </pc:sldChg>
      <pc:sldChg chg="add del">
        <pc:chgData name="Jaime De Leon R." userId="6107559c-c399-4371-a23a-d124d3599f82" providerId="ADAL" clId="{624DAD03-7EA8-480C-BE9E-52E579F4DA96}" dt="2022-08-17T01:37:34.927" v="2751" actId="47"/>
        <pc:sldMkLst>
          <pc:docMk/>
          <pc:sldMk cId="65750298" sldId="279"/>
        </pc:sldMkLst>
      </pc:sldChg>
      <pc:sldChg chg="add">
        <pc:chgData name="Jaime De Leon R." userId="6107559c-c399-4371-a23a-d124d3599f82" providerId="ADAL" clId="{624DAD03-7EA8-480C-BE9E-52E579F4DA96}" dt="2022-08-17T01:32:33.063" v="2738"/>
        <pc:sldMkLst>
          <pc:docMk/>
          <pc:sldMk cId="287824539" sldId="281"/>
        </pc:sldMkLst>
      </pc:sldChg>
      <pc:sldChg chg="add">
        <pc:chgData name="Jaime De Leon R." userId="6107559c-c399-4371-a23a-d124d3599f82" providerId="ADAL" clId="{624DAD03-7EA8-480C-BE9E-52E579F4DA96}" dt="2022-08-17T01:32:33.063" v="2738"/>
        <pc:sldMkLst>
          <pc:docMk/>
          <pc:sldMk cId="1289937686" sldId="282"/>
        </pc:sldMkLst>
      </pc:sldChg>
      <pc:sldChg chg="add">
        <pc:chgData name="Jaime De Leon R." userId="6107559c-c399-4371-a23a-d124d3599f82" providerId="ADAL" clId="{624DAD03-7EA8-480C-BE9E-52E579F4DA96}" dt="2022-08-17T01:32:33.063" v="2738"/>
        <pc:sldMkLst>
          <pc:docMk/>
          <pc:sldMk cId="1074402129" sldId="283"/>
        </pc:sldMkLst>
      </pc:sldChg>
      <pc:sldChg chg="add">
        <pc:chgData name="Jaime De Leon R." userId="6107559c-c399-4371-a23a-d124d3599f82" providerId="ADAL" clId="{624DAD03-7EA8-480C-BE9E-52E579F4DA96}" dt="2022-08-17T01:32:33.063" v="2738"/>
        <pc:sldMkLst>
          <pc:docMk/>
          <pc:sldMk cId="3910813914" sldId="284"/>
        </pc:sldMkLst>
      </pc:sldChg>
      <pc:sldChg chg="add">
        <pc:chgData name="Jaime De Leon R." userId="6107559c-c399-4371-a23a-d124d3599f82" providerId="ADAL" clId="{624DAD03-7EA8-480C-BE9E-52E579F4DA96}" dt="2022-08-17T01:32:33.063" v="2738"/>
        <pc:sldMkLst>
          <pc:docMk/>
          <pc:sldMk cId="3447105805" sldId="285"/>
        </pc:sldMkLst>
      </pc:sldChg>
      <pc:sldChg chg="modSp add mod">
        <pc:chgData name="Jaime De Leon R." userId="6107559c-c399-4371-a23a-d124d3599f82" providerId="ADAL" clId="{624DAD03-7EA8-480C-BE9E-52E579F4DA96}" dt="2022-08-17T01:35:50.166" v="2748" actId="120"/>
        <pc:sldMkLst>
          <pc:docMk/>
          <pc:sldMk cId="2144196958" sldId="286"/>
        </pc:sldMkLst>
      </pc:sldChg>
      <pc:sldChg chg="modSp add mod">
        <pc:chgData name="Jaime De Leon R." userId="6107559c-c399-4371-a23a-d124d3599f82" providerId="ADAL" clId="{624DAD03-7EA8-480C-BE9E-52E579F4DA96}" dt="2022-08-17T01:37:17.082" v="2750" actId="108"/>
        <pc:sldMkLst>
          <pc:docMk/>
          <pc:sldMk cId="386966100" sldId="287"/>
        </pc:sldMkLst>
      </pc:sldChg>
      <pc:sldChg chg="add">
        <pc:chgData name="Jaime De Leon R." userId="6107559c-c399-4371-a23a-d124d3599f82" providerId="ADAL" clId="{624DAD03-7EA8-480C-BE9E-52E579F4DA96}" dt="2022-08-17T01:32:33.063" v="2738"/>
        <pc:sldMkLst>
          <pc:docMk/>
          <pc:sldMk cId="149950726" sldId="289"/>
        </pc:sldMkLst>
      </pc:sldChg>
      <pc:sldChg chg="modSp add mod">
        <pc:chgData name="Jaime De Leon R." userId="6107559c-c399-4371-a23a-d124d3599f82" providerId="ADAL" clId="{624DAD03-7EA8-480C-BE9E-52E579F4DA96}" dt="2022-08-17T01:39:28.011" v="2814" actId="6549"/>
        <pc:sldMkLst>
          <pc:docMk/>
          <pc:sldMk cId="3653561584" sldId="290"/>
        </pc:sldMkLst>
      </pc:sldChg>
      <pc:sldChg chg="add">
        <pc:chgData name="Jaime De Leon R." userId="6107559c-c399-4371-a23a-d124d3599f82" providerId="ADAL" clId="{624DAD03-7EA8-480C-BE9E-52E579F4DA96}" dt="2022-08-17T01:43:32.118" v="2860"/>
        <pc:sldMkLst>
          <pc:docMk/>
          <pc:sldMk cId="695483299" sldId="291"/>
        </pc:sldMkLst>
      </pc:sldChg>
      <pc:sldChg chg="modSp add mod">
        <pc:chgData name="Jaime De Leon R." userId="6107559c-c399-4371-a23a-d124d3599f82" providerId="ADAL" clId="{624DAD03-7EA8-480C-BE9E-52E579F4DA96}" dt="2022-08-31T02:58:43.352" v="4036" actId="20577"/>
        <pc:sldMkLst>
          <pc:docMk/>
          <pc:sldMk cId="2563003898" sldId="292"/>
        </pc:sldMkLst>
      </pc:sldChg>
      <pc:sldChg chg="delSp modSp add mod">
        <pc:chgData name="Jaime De Leon R." userId="6107559c-c399-4371-a23a-d124d3599f82" providerId="ADAL" clId="{624DAD03-7EA8-480C-BE9E-52E579F4DA96}" dt="2022-08-17T02:05:38.164" v="3773" actId="14100"/>
        <pc:sldMkLst>
          <pc:docMk/>
          <pc:sldMk cId="4035005942" sldId="293"/>
        </pc:sldMkLst>
      </pc:sldChg>
      <pc:sldChg chg="add">
        <pc:chgData name="Jaime De Leon R." userId="6107559c-c399-4371-a23a-d124d3599f82" providerId="ADAL" clId="{624DAD03-7EA8-480C-BE9E-52E579F4DA96}" dt="2022-09-03T23:33:17.659" v="4101"/>
        <pc:sldMkLst>
          <pc:docMk/>
          <pc:sldMk cId="999959553" sldId="294"/>
        </pc:sldMkLst>
      </pc:sldChg>
      <pc:sldChg chg="add">
        <pc:chgData name="Jaime De Leon R." userId="6107559c-c399-4371-a23a-d124d3599f82" providerId="ADAL" clId="{624DAD03-7EA8-480C-BE9E-52E579F4DA96}" dt="2022-08-17T01:32:33.063" v="2738"/>
        <pc:sldMkLst>
          <pc:docMk/>
          <pc:sldMk cId="616470979" sldId="300"/>
        </pc:sldMkLst>
      </pc:sldChg>
      <pc:sldChg chg="add">
        <pc:chgData name="Jaime De Leon R." userId="6107559c-c399-4371-a23a-d124d3599f82" providerId="ADAL" clId="{624DAD03-7EA8-480C-BE9E-52E579F4DA96}" dt="2022-08-17T01:32:33.063" v="2738"/>
        <pc:sldMkLst>
          <pc:docMk/>
          <pc:sldMk cId="2865739838" sldId="301"/>
        </pc:sldMkLst>
      </pc:sldChg>
      <pc:sldChg chg="add del">
        <pc:chgData name="Jaime De Leon R." userId="6107559c-c399-4371-a23a-d124d3599f82" providerId="ADAL" clId="{624DAD03-7EA8-480C-BE9E-52E579F4DA96}" dt="2022-08-17T01:42:14.297" v="2858" actId="47"/>
        <pc:sldMkLst>
          <pc:docMk/>
          <pc:sldMk cId="528645849" sldId="302"/>
        </pc:sldMkLst>
      </pc:sldChg>
      <pc:sldChg chg="add">
        <pc:chgData name="Jaime De Leon R." userId="6107559c-c399-4371-a23a-d124d3599f82" providerId="ADAL" clId="{624DAD03-7EA8-480C-BE9E-52E579F4DA96}" dt="2022-08-17T01:43:32.118" v="2860"/>
        <pc:sldMkLst>
          <pc:docMk/>
          <pc:sldMk cId="2382471733" sldId="303"/>
        </pc:sldMkLst>
      </pc:sldChg>
      <pc:sldChg chg="add">
        <pc:chgData name="Jaime De Leon R." userId="6107559c-c399-4371-a23a-d124d3599f82" providerId="ADAL" clId="{624DAD03-7EA8-480C-BE9E-52E579F4DA96}" dt="2022-08-17T01:43:32.118" v="2860"/>
        <pc:sldMkLst>
          <pc:docMk/>
          <pc:sldMk cId="367535930" sldId="304"/>
        </pc:sldMkLst>
      </pc:sldChg>
      <pc:sldChg chg="add del">
        <pc:chgData name="Jaime De Leon R." userId="6107559c-c399-4371-a23a-d124d3599f82" providerId="ADAL" clId="{624DAD03-7EA8-480C-BE9E-52E579F4DA96}" dt="2022-08-17T01:45:32.046" v="2880" actId="47"/>
        <pc:sldMkLst>
          <pc:docMk/>
          <pc:sldMk cId="296390295" sldId="305"/>
        </pc:sldMkLst>
      </pc:sldChg>
      <pc:sldChg chg="add">
        <pc:chgData name="Jaime De Leon R." userId="6107559c-c399-4371-a23a-d124d3599f82" providerId="ADAL" clId="{624DAD03-7EA8-480C-BE9E-52E579F4DA96}" dt="2022-08-17T01:43:32.118" v="2860"/>
        <pc:sldMkLst>
          <pc:docMk/>
          <pc:sldMk cId="2668757621" sldId="306"/>
        </pc:sldMkLst>
      </pc:sldChg>
      <pc:sldChg chg="add">
        <pc:chgData name="Jaime De Leon R." userId="6107559c-c399-4371-a23a-d124d3599f82" providerId="ADAL" clId="{624DAD03-7EA8-480C-BE9E-52E579F4DA96}" dt="2022-08-17T01:43:32.118" v="2860"/>
        <pc:sldMkLst>
          <pc:docMk/>
          <pc:sldMk cId="2664877058" sldId="307"/>
        </pc:sldMkLst>
      </pc:sldChg>
      <pc:sldChg chg="add">
        <pc:chgData name="Jaime De Leon R." userId="6107559c-c399-4371-a23a-d124d3599f82" providerId="ADAL" clId="{624DAD03-7EA8-480C-BE9E-52E579F4DA96}" dt="2022-08-17T01:43:32.118" v="2860"/>
        <pc:sldMkLst>
          <pc:docMk/>
          <pc:sldMk cId="1971763272" sldId="308"/>
        </pc:sldMkLst>
      </pc:sldChg>
      <pc:sldChg chg="add del">
        <pc:chgData name="Jaime De Leon R." userId="6107559c-c399-4371-a23a-d124d3599f82" providerId="ADAL" clId="{624DAD03-7EA8-480C-BE9E-52E579F4DA96}" dt="2022-08-17T01:51:41.978" v="2914" actId="47"/>
        <pc:sldMkLst>
          <pc:docMk/>
          <pc:sldMk cId="247191239" sldId="310"/>
        </pc:sldMkLst>
      </pc:sldChg>
      <pc:sldChg chg="modSp add mod">
        <pc:chgData name="Jaime De Leon R." userId="6107559c-c399-4371-a23a-d124d3599f82" providerId="ADAL" clId="{624DAD03-7EA8-480C-BE9E-52E579F4DA96}" dt="2022-08-17T02:02:10.528" v="3756" actId="20577"/>
        <pc:sldMkLst>
          <pc:docMk/>
          <pc:sldMk cId="3420987737" sldId="311"/>
        </pc:sldMkLst>
      </pc:sldChg>
      <pc:sldChg chg="add">
        <pc:chgData name="Jaime De Leon R." userId="6107559c-c399-4371-a23a-d124d3599f82" providerId="ADAL" clId="{624DAD03-7EA8-480C-BE9E-52E579F4DA96}" dt="2022-08-31T02:58:21.251" v="4015"/>
        <pc:sldMkLst>
          <pc:docMk/>
          <pc:sldMk cId="3137667935" sldId="314"/>
        </pc:sldMkLst>
      </pc:sldChg>
      <pc:sldChg chg="add">
        <pc:chgData name="Jaime De Leon R." userId="6107559c-c399-4371-a23a-d124d3599f82" providerId="ADAL" clId="{624DAD03-7EA8-480C-BE9E-52E579F4DA96}" dt="2022-08-31T02:58:21.251" v="4015"/>
        <pc:sldMkLst>
          <pc:docMk/>
          <pc:sldMk cId="1503203228" sldId="316"/>
        </pc:sldMkLst>
      </pc:sldChg>
      <pc:sldChg chg="add">
        <pc:chgData name="Jaime De Leon R." userId="6107559c-c399-4371-a23a-d124d3599f82" providerId="ADAL" clId="{624DAD03-7EA8-480C-BE9E-52E579F4DA96}" dt="2022-08-31T03:08:44.336" v="4096"/>
        <pc:sldMkLst>
          <pc:docMk/>
          <pc:sldMk cId="24590595" sldId="318"/>
        </pc:sldMkLst>
      </pc:sldChg>
      <pc:sldChg chg="add del">
        <pc:chgData name="Jaime De Leon R." userId="6107559c-c399-4371-a23a-d124d3599f82" providerId="ADAL" clId="{624DAD03-7EA8-480C-BE9E-52E579F4DA96}" dt="2022-08-17T02:03:25.290" v="3761" actId="47"/>
        <pc:sldMkLst>
          <pc:docMk/>
          <pc:sldMk cId="4059033221" sldId="319"/>
        </pc:sldMkLst>
      </pc:sldChg>
      <pc:sldChg chg="delSp add mod">
        <pc:chgData name="Jaime De Leon R." userId="6107559c-c399-4371-a23a-d124d3599f82" providerId="ADAL" clId="{624DAD03-7EA8-480C-BE9E-52E579F4DA96}" dt="2022-08-17T02:05:52.882" v="3774" actId="478"/>
        <pc:sldMkLst>
          <pc:docMk/>
          <pc:sldMk cId="2150554517" sldId="320"/>
        </pc:sldMkLst>
      </pc:sldChg>
      <pc:sldChg chg="add">
        <pc:chgData name="Jaime De Leon R." userId="6107559c-c399-4371-a23a-d124d3599f82" providerId="ADAL" clId="{624DAD03-7EA8-480C-BE9E-52E579F4DA96}" dt="2022-08-17T02:05:00.146" v="3762"/>
        <pc:sldMkLst>
          <pc:docMk/>
          <pc:sldMk cId="3819095824" sldId="321"/>
        </pc:sldMkLst>
      </pc:sldChg>
      <pc:sldChg chg="add">
        <pc:chgData name="Jaime De Leon R." userId="6107559c-c399-4371-a23a-d124d3599f82" providerId="ADAL" clId="{624DAD03-7EA8-480C-BE9E-52E579F4DA96}" dt="2022-08-17T02:05:00.146" v="3762"/>
        <pc:sldMkLst>
          <pc:docMk/>
          <pc:sldMk cId="4042867306" sldId="322"/>
        </pc:sldMkLst>
      </pc:sldChg>
      <pc:sldChg chg="add">
        <pc:chgData name="Jaime De Leon R." userId="6107559c-c399-4371-a23a-d124d3599f82" providerId="ADAL" clId="{624DAD03-7EA8-480C-BE9E-52E579F4DA96}" dt="2022-08-17T02:05:00.146" v="3762"/>
        <pc:sldMkLst>
          <pc:docMk/>
          <pc:sldMk cId="3332888680" sldId="323"/>
        </pc:sldMkLst>
      </pc:sldChg>
      <pc:sldChg chg="add del">
        <pc:chgData name="Jaime De Leon R." userId="6107559c-c399-4371-a23a-d124d3599f82" providerId="ADAL" clId="{624DAD03-7EA8-480C-BE9E-52E579F4DA96}" dt="2022-08-17T02:12:12.195" v="3815" actId="47"/>
        <pc:sldMkLst>
          <pc:docMk/>
          <pc:sldMk cId="3260147599" sldId="324"/>
        </pc:sldMkLst>
      </pc:sldChg>
      <pc:sldChg chg="add">
        <pc:chgData name="Jaime De Leon R." userId="6107559c-c399-4371-a23a-d124d3599f82" providerId="ADAL" clId="{624DAD03-7EA8-480C-BE9E-52E579F4DA96}" dt="2022-08-17T02:05:00.146" v="3762"/>
        <pc:sldMkLst>
          <pc:docMk/>
          <pc:sldMk cId="2152731620" sldId="326"/>
        </pc:sldMkLst>
      </pc:sldChg>
      <pc:sldChg chg="add">
        <pc:chgData name="Jaime De Leon R." userId="6107559c-c399-4371-a23a-d124d3599f82" providerId="ADAL" clId="{624DAD03-7EA8-480C-BE9E-52E579F4DA96}" dt="2022-08-17T02:05:00.146" v="3762"/>
        <pc:sldMkLst>
          <pc:docMk/>
          <pc:sldMk cId="686665196" sldId="327"/>
        </pc:sldMkLst>
      </pc:sldChg>
      <pc:sldChg chg="addSp delSp modSp del mod setBg">
        <pc:chgData name="Jaime De Leon R." userId="6107559c-c399-4371-a23a-d124d3599f82" providerId="ADAL" clId="{624DAD03-7EA8-480C-BE9E-52E579F4DA96}" dt="2022-08-14T21:25:28.623" v="1717" actId="47"/>
        <pc:sldMkLst>
          <pc:docMk/>
          <pc:sldMk cId="2585019895" sldId="346"/>
        </pc:sldMkLst>
      </pc:sldChg>
      <pc:sldChg chg="modSp new mod ord">
        <pc:chgData name="Jaime De Leon R." userId="6107559c-c399-4371-a23a-d124d3599f82" providerId="ADAL" clId="{624DAD03-7EA8-480C-BE9E-52E579F4DA96}" dt="2023-01-09T01:36:04.039" v="7007" actId="20577"/>
        <pc:sldMkLst>
          <pc:docMk/>
          <pc:sldMk cId="3546969528" sldId="347"/>
        </pc:sldMkLst>
      </pc:sldChg>
      <pc:sldChg chg="del">
        <pc:chgData name="Jaime De Leon R." userId="6107559c-c399-4371-a23a-d124d3599f82" providerId="ADAL" clId="{624DAD03-7EA8-480C-BE9E-52E579F4DA96}" dt="2022-08-14T20:32:31.207" v="13" actId="47"/>
        <pc:sldMkLst>
          <pc:docMk/>
          <pc:sldMk cId="4222435848" sldId="347"/>
        </pc:sldMkLst>
      </pc:sldChg>
      <pc:sldChg chg="modSp add mod">
        <pc:chgData name="Jaime De Leon R." userId="6107559c-c399-4371-a23a-d124d3599f82" providerId="ADAL" clId="{624DAD03-7EA8-480C-BE9E-52E579F4DA96}" dt="2022-08-14T21:06:13.341" v="852" actId="255"/>
        <pc:sldMkLst>
          <pc:docMk/>
          <pc:sldMk cId="3205869130" sldId="348"/>
        </pc:sldMkLst>
      </pc:sldChg>
      <pc:sldChg chg="del">
        <pc:chgData name="Jaime De Leon R." userId="6107559c-c399-4371-a23a-d124d3599f82" providerId="ADAL" clId="{624DAD03-7EA8-480C-BE9E-52E579F4DA96}" dt="2022-08-14T20:32:31.207" v="13" actId="47"/>
        <pc:sldMkLst>
          <pc:docMk/>
          <pc:sldMk cId="3298429581" sldId="348"/>
        </pc:sldMkLst>
      </pc:sldChg>
      <pc:sldChg chg="modSp add mod">
        <pc:chgData name="Jaime De Leon R." userId="6107559c-c399-4371-a23a-d124d3599f82" providerId="ADAL" clId="{624DAD03-7EA8-480C-BE9E-52E579F4DA96}" dt="2022-08-14T21:10:05.707" v="1590" actId="20577"/>
        <pc:sldMkLst>
          <pc:docMk/>
          <pc:sldMk cId="802377326" sldId="349"/>
        </pc:sldMkLst>
      </pc:sldChg>
      <pc:sldChg chg="del">
        <pc:chgData name="Jaime De Leon R." userId="6107559c-c399-4371-a23a-d124d3599f82" providerId="ADAL" clId="{624DAD03-7EA8-480C-BE9E-52E579F4DA96}" dt="2022-08-14T20:32:31.207" v="13" actId="47"/>
        <pc:sldMkLst>
          <pc:docMk/>
          <pc:sldMk cId="2351589384" sldId="349"/>
        </pc:sldMkLst>
      </pc:sldChg>
      <pc:sldChg chg="del">
        <pc:chgData name="Jaime De Leon R." userId="6107559c-c399-4371-a23a-d124d3599f82" providerId="ADAL" clId="{624DAD03-7EA8-480C-BE9E-52E579F4DA96}" dt="2022-08-14T20:32:31.207" v="13" actId="47"/>
        <pc:sldMkLst>
          <pc:docMk/>
          <pc:sldMk cId="3039340584" sldId="350"/>
        </pc:sldMkLst>
      </pc:sldChg>
      <pc:sldChg chg="modSp add mod">
        <pc:chgData name="Jaime De Leon R." userId="6107559c-c399-4371-a23a-d124d3599f82" providerId="ADAL" clId="{624DAD03-7EA8-480C-BE9E-52E579F4DA96}" dt="2022-08-14T21:20:54.557" v="1613" actId="179"/>
        <pc:sldMkLst>
          <pc:docMk/>
          <pc:sldMk cId="4281176916" sldId="350"/>
        </pc:sldMkLst>
      </pc:sldChg>
      <pc:sldChg chg="addSp modSp add mod">
        <pc:chgData name="Jaime De Leon R." userId="6107559c-c399-4371-a23a-d124d3599f82" providerId="ADAL" clId="{624DAD03-7EA8-480C-BE9E-52E579F4DA96}" dt="2023-01-09T01:36:45.921" v="7008" actId="20577"/>
        <pc:sldMkLst>
          <pc:docMk/>
          <pc:sldMk cId="1735679493" sldId="351"/>
        </pc:sldMkLst>
      </pc:sldChg>
      <pc:sldChg chg="del">
        <pc:chgData name="Jaime De Leon R." userId="6107559c-c399-4371-a23a-d124d3599f82" providerId="ADAL" clId="{624DAD03-7EA8-480C-BE9E-52E579F4DA96}" dt="2022-08-14T20:32:31.207" v="13" actId="47"/>
        <pc:sldMkLst>
          <pc:docMk/>
          <pc:sldMk cId="1753269166" sldId="351"/>
        </pc:sldMkLst>
      </pc:sldChg>
      <pc:sldChg chg="modSp add mod">
        <pc:chgData name="Jaime De Leon R." userId="6107559c-c399-4371-a23a-d124d3599f82" providerId="ADAL" clId="{624DAD03-7EA8-480C-BE9E-52E579F4DA96}" dt="2022-08-14T21:28:05.333" v="1783" actId="6549"/>
        <pc:sldMkLst>
          <pc:docMk/>
          <pc:sldMk cId="1742807660" sldId="352"/>
        </pc:sldMkLst>
      </pc:sldChg>
      <pc:sldChg chg="modSp add del mod">
        <pc:chgData name="Jaime De Leon R." userId="6107559c-c399-4371-a23a-d124d3599f82" providerId="ADAL" clId="{624DAD03-7EA8-480C-BE9E-52E579F4DA96}" dt="2022-08-14T21:56:09.273" v="2178" actId="47"/>
        <pc:sldMkLst>
          <pc:docMk/>
          <pc:sldMk cId="645096300" sldId="353"/>
        </pc:sldMkLst>
      </pc:sldChg>
      <pc:sldChg chg="modSp new mod">
        <pc:chgData name="Jaime De Leon R." userId="6107559c-c399-4371-a23a-d124d3599f82" providerId="ADAL" clId="{624DAD03-7EA8-480C-BE9E-52E579F4DA96}" dt="2022-08-14T21:35:16.610" v="1798" actId="20577"/>
        <pc:sldMkLst>
          <pc:docMk/>
          <pc:sldMk cId="123055893" sldId="354"/>
        </pc:sldMkLst>
      </pc:sldChg>
      <pc:sldChg chg="modSp add mod ord">
        <pc:chgData name="Jaime De Leon R." userId="6107559c-c399-4371-a23a-d124d3599f82" providerId="ADAL" clId="{624DAD03-7EA8-480C-BE9E-52E579F4DA96}" dt="2022-08-31T02:57:47.044" v="3997" actId="20578"/>
        <pc:sldMkLst>
          <pc:docMk/>
          <pc:sldMk cId="2551534661" sldId="355"/>
        </pc:sldMkLst>
      </pc:sldChg>
      <pc:sldChg chg="modSp add mod ord">
        <pc:chgData name="Jaime De Leon R." userId="6107559c-c399-4371-a23a-d124d3599f82" providerId="ADAL" clId="{624DAD03-7EA8-480C-BE9E-52E579F4DA96}" dt="2022-08-14T21:59:30.498" v="2238" actId="20577"/>
        <pc:sldMkLst>
          <pc:docMk/>
          <pc:sldMk cId="1544517018" sldId="356"/>
        </pc:sldMkLst>
      </pc:sldChg>
      <pc:sldChg chg="add del">
        <pc:chgData name="Jaime De Leon R." userId="6107559c-c399-4371-a23a-d124d3599f82" providerId="ADAL" clId="{624DAD03-7EA8-480C-BE9E-52E579F4DA96}" dt="2022-08-14T21:56:53.147" v="2181" actId="47"/>
        <pc:sldMkLst>
          <pc:docMk/>
          <pc:sldMk cId="173376243" sldId="357"/>
        </pc:sldMkLst>
      </pc:sldChg>
      <pc:sldChg chg="add">
        <pc:chgData name="Jaime De Leon R." userId="6107559c-c399-4371-a23a-d124d3599f82" providerId="ADAL" clId="{624DAD03-7EA8-480C-BE9E-52E579F4DA96}" dt="2022-08-17T01:43:32.118" v="2860"/>
        <pc:sldMkLst>
          <pc:docMk/>
          <pc:sldMk cId="1678257050" sldId="365"/>
        </pc:sldMkLst>
      </pc:sldChg>
      <pc:sldChg chg="add del">
        <pc:chgData name="Jaime De Leon R." userId="6107559c-c399-4371-a23a-d124d3599f82" providerId="ADAL" clId="{624DAD03-7EA8-480C-BE9E-52E579F4DA96}" dt="2022-08-17T01:53:43.692" v="2933" actId="47"/>
        <pc:sldMkLst>
          <pc:docMk/>
          <pc:sldMk cId="1455260561" sldId="366"/>
        </pc:sldMkLst>
      </pc:sldChg>
      <pc:sldChg chg="add del">
        <pc:chgData name="Jaime De Leon R." userId="6107559c-c399-4371-a23a-d124d3599f82" providerId="ADAL" clId="{624DAD03-7EA8-480C-BE9E-52E579F4DA96}" dt="2022-08-17T01:53:43.692" v="2933" actId="47"/>
        <pc:sldMkLst>
          <pc:docMk/>
          <pc:sldMk cId="2510620607" sldId="367"/>
        </pc:sldMkLst>
      </pc:sldChg>
      <pc:sldChg chg="add del">
        <pc:chgData name="Jaime De Leon R." userId="6107559c-c399-4371-a23a-d124d3599f82" providerId="ADAL" clId="{624DAD03-7EA8-480C-BE9E-52E579F4DA96}" dt="2022-08-17T01:53:43.692" v="2933" actId="47"/>
        <pc:sldMkLst>
          <pc:docMk/>
          <pc:sldMk cId="704604378" sldId="368"/>
        </pc:sldMkLst>
      </pc:sldChg>
      <pc:sldChg chg="add del">
        <pc:chgData name="Jaime De Leon R." userId="6107559c-c399-4371-a23a-d124d3599f82" providerId="ADAL" clId="{624DAD03-7EA8-480C-BE9E-52E579F4DA96}" dt="2022-08-17T01:53:43.692" v="2933" actId="47"/>
        <pc:sldMkLst>
          <pc:docMk/>
          <pc:sldMk cId="1108517668" sldId="369"/>
        </pc:sldMkLst>
      </pc:sldChg>
      <pc:sldChg chg="add del">
        <pc:chgData name="Jaime De Leon R." userId="6107559c-c399-4371-a23a-d124d3599f82" providerId="ADAL" clId="{624DAD03-7EA8-480C-BE9E-52E579F4DA96}" dt="2022-08-17T01:53:43.692" v="2933" actId="47"/>
        <pc:sldMkLst>
          <pc:docMk/>
          <pc:sldMk cId="1641950639" sldId="370"/>
        </pc:sldMkLst>
      </pc:sldChg>
      <pc:sldChg chg="add del">
        <pc:chgData name="Jaime De Leon R." userId="6107559c-c399-4371-a23a-d124d3599f82" providerId="ADAL" clId="{624DAD03-7EA8-480C-BE9E-52E579F4DA96}" dt="2022-08-17T01:53:43.692" v="2933" actId="47"/>
        <pc:sldMkLst>
          <pc:docMk/>
          <pc:sldMk cId="3195788473" sldId="371"/>
        </pc:sldMkLst>
      </pc:sldChg>
      <pc:sldChg chg="add del">
        <pc:chgData name="Jaime De Leon R." userId="6107559c-c399-4371-a23a-d124d3599f82" providerId="ADAL" clId="{624DAD03-7EA8-480C-BE9E-52E579F4DA96}" dt="2022-08-17T01:53:43.692" v="2933" actId="47"/>
        <pc:sldMkLst>
          <pc:docMk/>
          <pc:sldMk cId="3371544764" sldId="372"/>
        </pc:sldMkLst>
      </pc:sldChg>
      <pc:sldChg chg="add">
        <pc:chgData name="Jaime De Leon R." userId="6107559c-c399-4371-a23a-d124d3599f82" providerId="ADAL" clId="{624DAD03-7EA8-480C-BE9E-52E579F4DA96}" dt="2022-10-23T23:37:43.735" v="6937"/>
        <pc:sldMkLst>
          <pc:docMk/>
          <pc:sldMk cId="1277356105" sldId="374"/>
        </pc:sldMkLst>
      </pc:sldChg>
      <pc:sldChg chg="add del">
        <pc:chgData name="Jaime De Leon R." userId="6107559c-c399-4371-a23a-d124d3599f82" providerId="ADAL" clId="{624DAD03-7EA8-480C-BE9E-52E579F4DA96}" dt="2022-08-17T01:59:38.318" v="3555" actId="47"/>
        <pc:sldMkLst>
          <pc:docMk/>
          <pc:sldMk cId="2208257620" sldId="380"/>
        </pc:sldMkLst>
      </pc:sldChg>
      <pc:sldChg chg="delSp modSp add mod">
        <pc:chgData name="Jaime De Leon R." userId="6107559c-c399-4371-a23a-d124d3599f82" providerId="ADAL" clId="{624DAD03-7EA8-480C-BE9E-52E579F4DA96}" dt="2022-08-17T01:51:06.342" v="2913" actId="20577"/>
        <pc:sldMkLst>
          <pc:docMk/>
          <pc:sldMk cId="2497272868" sldId="381"/>
        </pc:sldMkLst>
      </pc:sldChg>
      <pc:sldChg chg="add del">
        <pc:chgData name="Jaime De Leon R." userId="6107559c-c399-4371-a23a-d124d3599f82" providerId="ADAL" clId="{624DAD03-7EA8-480C-BE9E-52E579F4DA96}" dt="2022-08-17T01:51:42.757" v="2915" actId="47"/>
        <pc:sldMkLst>
          <pc:docMk/>
          <pc:sldMk cId="2858126306" sldId="383"/>
        </pc:sldMkLst>
      </pc:sldChg>
      <pc:sldChg chg="add">
        <pc:chgData name="Jaime De Leon R." userId="6107559c-c399-4371-a23a-d124d3599f82" providerId="ADAL" clId="{624DAD03-7EA8-480C-BE9E-52E579F4DA96}" dt="2022-08-31T03:08:44.336" v="4096"/>
        <pc:sldMkLst>
          <pc:docMk/>
          <pc:sldMk cId="2386409064" sldId="386"/>
        </pc:sldMkLst>
      </pc:sldChg>
      <pc:sldChg chg="add">
        <pc:chgData name="Jaime De Leon R." userId="6107559c-c399-4371-a23a-d124d3599f82" providerId="ADAL" clId="{624DAD03-7EA8-480C-BE9E-52E579F4DA96}" dt="2022-08-31T03:10:39.174" v="4098"/>
        <pc:sldMkLst>
          <pc:docMk/>
          <pc:sldMk cId="2599487150" sldId="387"/>
        </pc:sldMkLst>
      </pc:sldChg>
      <pc:sldChg chg="add">
        <pc:chgData name="Jaime De Leon R." userId="6107559c-c399-4371-a23a-d124d3599f82" providerId="ADAL" clId="{624DAD03-7EA8-480C-BE9E-52E579F4DA96}" dt="2022-08-31T03:10:56.863" v="4099"/>
        <pc:sldMkLst>
          <pc:docMk/>
          <pc:sldMk cId="3593545731" sldId="388"/>
        </pc:sldMkLst>
      </pc:sldChg>
      <pc:sldChg chg="delSp modSp add mod">
        <pc:chgData name="Jaime De Leon R." userId="6107559c-c399-4371-a23a-d124d3599f82" providerId="ADAL" clId="{624DAD03-7EA8-480C-BE9E-52E579F4DA96}" dt="2022-08-31T03:04:38.542" v="4080" actId="1076"/>
        <pc:sldMkLst>
          <pc:docMk/>
          <pc:sldMk cId="2244492029" sldId="396"/>
        </pc:sldMkLst>
      </pc:sldChg>
      <pc:sldChg chg="modSp add mod">
        <pc:chgData name="Jaime De Leon R." userId="6107559c-c399-4371-a23a-d124d3599f82" providerId="ADAL" clId="{624DAD03-7EA8-480C-BE9E-52E579F4DA96}" dt="2022-08-31T03:08:19.214" v="4095" actId="20577"/>
        <pc:sldMkLst>
          <pc:docMk/>
          <pc:sldMk cId="4261674931" sldId="400"/>
        </pc:sldMkLst>
      </pc:sldChg>
      <pc:sldChg chg="modSp add mod">
        <pc:chgData name="Jaime De Leon R." userId="6107559c-c399-4371-a23a-d124d3599f82" providerId="ADAL" clId="{624DAD03-7EA8-480C-BE9E-52E579F4DA96}" dt="2022-08-31T03:08:16.282" v="4093" actId="20577"/>
        <pc:sldMkLst>
          <pc:docMk/>
          <pc:sldMk cId="1021128866" sldId="402"/>
        </pc:sldMkLst>
      </pc:sldChg>
      <pc:sldChg chg="add del">
        <pc:chgData name="Jaime De Leon R." userId="6107559c-c399-4371-a23a-d124d3599f82" providerId="ADAL" clId="{624DAD03-7EA8-480C-BE9E-52E579F4DA96}" dt="2022-08-17T02:12:12.803" v="3816" actId="47"/>
        <pc:sldMkLst>
          <pc:docMk/>
          <pc:sldMk cId="1450510178" sldId="409"/>
        </pc:sldMkLst>
      </pc:sldChg>
      <pc:sldChg chg="add">
        <pc:chgData name="Jaime De Leon R." userId="6107559c-c399-4371-a23a-d124d3599f82" providerId="ADAL" clId="{624DAD03-7EA8-480C-BE9E-52E579F4DA96}" dt="2022-08-17T02:05:00.146" v="3762"/>
        <pc:sldMkLst>
          <pc:docMk/>
          <pc:sldMk cId="2895153731" sldId="410"/>
        </pc:sldMkLst>
      </pc:sldChg>
      <pc:sldChg chg="add">
        <pc:chgData name="Jaime De Leon R." userId="6107559c-c399-4371-a23a-d124d3599f82" providerId="ADAL" clId="{624DAD03-7EA8-480C-BE9E-52E579F4DA96}" dt="2022-08-17T02:05:00.146" v="3762"/>
        <pc:sldMkLst>
          <pc:docMk/>
          <pc:sldMk cId="157673805" sldId="411"/>
        </pc:sldMkLst>
      </pc:sldChg>
      <pc:sldChg chg="add">
        <pc:chgData name="Jaime De Leon R." userId="6107559c-c399-4371-a23a-d124d3599f82" providerId="ADAL" clId="{624DAD03-7EA8-480C-BE9E-52E579F4DA96}" dt="2022-08-17T02:05:00.146" v="3762"/>
        <pc:sldMkLst>
          <pc:docMk/>
          <pc:sldMk cId="3947409020" sldId="413"/>
        </pc:sldMkLst>
      </pc:sldChg>
      <pc:sldChg chg="add">
        <pc:chgData name="Jaime De Leon R." userId="6107559c-c399-4371-a23a-d124d3599f82" providerId="ADAL" clId="{624DAD03-7EA8-480C-BE9E-52E579F4DA96}" dt="2022-08-17T02:05:00.146" v="3762"/>
        <pc:sldMkLst>
          <pc:docMk/>
          <pc:sldMk cId="3161278979" sldId="414"/>
        </pc:sldMkLst>
      </pc:sldChg>
      <pc:sldChg chg="delSp add mod">
        <pc:chgData name="Jaime De Leon R." userId="6107559c-c399-4371-a23a-d124d3599f82" providerId="ADAL" clId="{624DAD03-7EA8-480C-BE9E-52E579F4DA96}" dt="2022-08-17T02:15:30.097" v="3822" actId="478"/>
        <pc:sldMkLst>
          <pc:docMk/>
          <pc:sldMk cId="3433807191" sldId="415"/>
        </pc:sldMkLst>
      </pc:sldChg>
      <pc:sldChg chg="add">
        <pc:chgData name="Jaime De Leon R." userId="6107559c-c399-4371-a23a-d124d3599f82" providerId="ADAL" clId="{624DAD03-7EA8-480C-BE9E-52E579F4DA96}" dt="2022-08-17T02:05:00.146" v="3762"/>
        <pc:sldMkLst>
          <pc:docMk/>
          <pc:sldMk cId="204824926" sldId="416"/>
        </pc:sldMkLst>
      </pc:sldChg>
      <pc:sldChg chg="add">
        <pc:chgData name="Jaime De Leon R." userId="6107559c-c399-4371-a23a-d124d3599f82" providerId="ADAL" clId="{624DAD03-7EA8-480C-BE9E-52E579F4DA96}" dt="2022-08-17T02:05:00.146" v="3762"/>
        <pc:sldMkLst>
          <pc:docMk/>
          <pc:sldMk cId="694796887" sldId="417"/>
        </pc:sldMkLst>
      </pc:sldChg>
      <pc:sldChg chg="add">
        <pc:chgData name="Jaime De Leon R." userId="6107559c-c399-4371-a23a-d124d3599f82" providerId="ADAL" clId="{624DAD03-7EA8-480C-BE9E-52E579F4DA96}" dt="2022-08-17T02:05:00.146" v="3762"/>
        <pc:sldMkLst>
          <pc:docMk/>
          <pc:sldMk cId="1474815436" sldId="418"/>
        </pc:sldMkLst>
      </pc:sldChg>
      <pc:sldChg chg="add">
        <pc:chgData name="Jaime De Leon R." userId="6107559c-c399-4371-a23a-d124d3599f82" providerId="ADAL" clId="{624DAD03-7EA8-480C-BE9E-52E579F4DA96}" dt="2022-08-17T02:05:00.146" v="3762"/>
        <pc:sldMkLst>
          <pc:docMk/>
          <pc:sldMk cId="1374858202" sldId="419"/>
        </pc:sldMkLst>
      </pc:sldChg>
      <pc:sldChg chg="add">
        <pc:chgData name="Jaime De Leon R." userId="6107559c-c399-4371-a23a-d124d3599f82" providerId="ADAL" clId="{624DAD03-7EA8-480C-BE9E-52E579F4DA96}" dt="2022-08-17T02:05:00.146" v="3762"/>
        <pc:sldMkLst>
          <pc:docMk/>
          <pc:sldMk cId="4180148278" sldId="420"/>
        </pc:sldMkLst>
      </pc:sldChg>
      <pc:sldChg chg="add">
        <pc:chgData name="Jaime De Leon R." userId="6107559c-c399-4371-a23a-d124d3599f82" providerId="ADAL" clId="{624DAD03-7EA8-480C-BE9E-52E579F4DA96}" dt="2022-08-17T02:05:00.146" v="3762"/>
        <pc:sldMkLst>
          <pc:docMk/>
          <pc:sldMk cId="2718120447" sldId="421"/>
        </pc:sldMkLst>
      </pc:sldChg>
      <pc:sldChg chg="add del">
        <pc:chgData name="Jaime De Leon R." userId="6107559c-c399-4371-a23a-d124d3599f82" providerId="ADAL" clId="{624DAD03-7EA8-480C-BE9E-52E579F4DA96}" dt="2022-08-17T02:26:14.365" v="3868" actId="47"/>
        <pc:sldMkLst>
          <pc:docMk/>
          <pc:sldMk cId="344863327" sldId="422"/>
        </pc:sldMkLst>
      </pc:sldChg>
      <pc:sldChg chg="modSp add mod">
        <pc:chgData name="Jaime De Leon R." userId="6107559c-c399-4371-a23a-d124d3599f82" providerId="ADAL" clId="{624DAD03-7EA8-480C-BE9E-52E579F4DA96}" dt="2022-08-17T01:32:40.228" v="2739" actId="20577"/>
        <pc:sldMkLst>
          <pc:docMk/>
          <pc:sldMk cId="1145432329" sldId="478"/>
        </pc:sldMkLst>
      </pc:sldChg>
      <pc:sldChg chg="modSp add mod">
        <pc:chgData name="Jaime De Leon R." userId="6107559c-c399-4371-a23a-d124d3599f82" providerId="ADAL" clId="{624DAD03-7EA8-480C-BE9E-52E579F4DA96}" dt="2022-08-17T01:43:38.181" v="2861" actId="20577"/>
        <pc:sldMkLst>
          <pc:docMk/>
          <pc:sldMk cId="2663798520" sldId="479"/>
        </pc:sldMkLst>
      </pc:sldChg>
      <pc:sldChg chg="modSp add mod">
        <pc:chgData name="Jaime De Leon R." userId="6107559c-c399-4371-a23a-d124d3599f82" providerId="ADAL" clId="{624DAD03-7EA8-480C-BE9E-52E579F4DA96}" dt="2022-08-17T02:05:30.001" v="3770" actId="20577"/>
        <pc:sldMkLst>
          <pc:docMk/>
          <pc:sldMk cId="2462731453" sldId="481"/>
        </pc:sldMkLst>
      </pc:sldChg>
      <pc:sldChg chg="delSp modSp add mod">
        <pc:chgData name="Jaime De Leon R." userId="6107559c-c399-4371-a23a-d124d3599f82" providerId="ADAL" clId="{624DAD03-7EA8-480C-BE9E-52E579F4DA96}" dt="2022-09-03T23:33:25.846" v="4103" actId="478"/>
        <pc:sldMkLst>
          <pc:docMk/>
          <pc:sldMk cId="4189862585" sldId="482"/>
        </pc:sldMkLst>
      </pc:sldChg>
      <pc:sldChg chg="add">
        <pc:chgData name="Jaime De Leon R." userId="6107559c-c399-4371-a23a-d124d3599f82" providerId="ADAL" clId="{624DAD03-7EA8-480C-BE9E-52E579F4DA96}" dt="2022-08-17T02:05:00.146" v="3762"/>
        <pc:sldMkLst>
          <pc:docMk/>
          <pc:sldMk cId="1951087899" sldId="488"/>
        </pc:sldMkLst>
      </pc:sldChg>
      <pc:sldChg chg="add">
        <pc:chgData name="Jaime De Leon R." userId="6107559c-c399-4371-a23a-d124d3599f82" providerId="ADAL" clId="{624DAD03-7EA8-480C-BE9E-52E579F4DA96}" dt="2022-08-17T02:05:00.146" v="3762"/>
        <pc:sldMkLst>
          <pc:docMk/>
          <pc:sldMk cId="3416880312" sldId="491"/>
        </pc:sldMkLst>
      </pc:sldChg>
      <pc:sldChg chg="add">
        <pc:chgData name="Jaime De Leon R." userId="6107559c-c399-4371-a23a-d124d3599f82" providerId="ADAL" clId="{624DAD03-7EA8-480C-BE9E-52E579F4DA96}" dt="2022-08-17T02:05:00.146" v="3762"/>
        <pc:sldMkLst>
          <pc:docMk/>
          <pc:sldMk cId="3517281974" sldId="492"/>
        </pc:sldMkLst>
      </pc:sldChg>
      <pc:sldChg chg="add">
        <pc:chgData name="Jaime De Leon R." userId="6107559c-c399-4371-a23a-d124d3599f82" providerId="ADAL" clId="{624DAD03-7EA8-480C-BE9E-52E579F4DA96}" dt="2022-08-17T02:05:00.146" v="3762"/>
        <pc:sldMkLst>
          <pc:docMk/>
          <pc:sldMk cId="1937108243" sldId="493"/>
        </pc:sldMkLst>
      </pc:sldChg>
      <pc:sldChg chg="add">
        <pc:chgData name="Jaime De Leon R." userId="6107559c-c399-4371-a23a-d124d3599f82" providerId="ADAL" clId="{624DAD03-7EA8-480C-BE9E-52E579F4DA96}" dt="2022-08-17T02:05:00.146" v="3762"/>
        <pc:sldMkLst>
          <pc:docMk/>
          <pc:sldMk cId="548095864" sldId="494"/>
        </pc:sldMkLst>
      </pc:sldChg>
      <pc:sldChg chg="add">
        <pc:chgData name="Jaime De Leon R." userId="6107559c-c399-4371-a23a-d124d3599f82" providerId="ADAL" clId="{624DAD03-7EA8-480C-BE9E-52E579F4DA96}" dt="2022-08-17T02:05:00.146" v="3762"/>
        <pc:sldMkLst>
          <pc:docMk/>
          <pc:sldMk cId="777280832" sldId="495"/>
        </pc:sldMkLst>
      </pc:sldChg>
      <pc:sldChg chg="add">
        <pc:chgData name="Jaime De Leon R." userId="6107559c-c399-4371-a23a-d124d3599f82" providerId="ADAL" clId="{624DAD03-7EA8-480C-BE9E-52E579F4DA96}" dt="2022-08-17T02:05:00.146" v="3762"/>
        <pc:sldMkLst>
          <pc:docMk/>
          <pc:sldMk cId="2409308896" sldId="496"/>
        </pc:sldMkLst>
      </pc:sldChg>
      <pc:sldChg chg="add">
        <pc:chgData name="Jaime De Leon R." userId="6107559c-c399-4371-a23a-d124d3599f82" providerId="ADAL" clId="{624DAD03-7EA8-480C-BE9E-52E579F4DA96}" dt="2022-08-17T02:05:00.146" v="3762"/>
        <pc:sldMkLst>
          <pc:docMk/>
          <pc:sldMk cId="3728477071" sldId="497"/>
        </pc:sldMkLst>
      </pc:sldChg>
      <pc:sldChg chg="add del">
        <pc:chgData name="Jaime De Leon R." userId="6107559c-c399-4371-a23a-d124d3599f82" providerId="ADAL" clId="{624DAD03-7EA8-480C-BE9E-52E579F4DA96}" dt="2022-08-17T02:34:02.174" v="3884" actId="47"/>
        <pc:sldMkLst>
          <pc:docMk/>
          <pc:sldMk cId="1720932165" sldId="498"/>
        </pc:sldMkLst>
      </pc:sldChg>
      <pc:sldChg chg="add del">
        <pc:chgData name="Jaime De Leon R." userId="6107559c-c399-4371-a23a-d124d3599f82" providerId="ADAL" clId="{624DAD03-7EA8-480C-BE9E-52E579F4DA96}" dt="2022-08-17T02:34:02.174" v="3884" actId="47"/>
        <pc:sldMkLst>
          <pc:docMk/>
          <pc:sldMk cId="2399307883" sldId="499"/>
        </pc:sldMkLst>
      </pc:sldChg>
      <pc:sldChg chg="add del">
        <pc:chgData name="Jaime De Leon R." userId="6107559c-c399-4371-a23a-d124d3599f82" providerId="ADAL" clId="{624DAD03-7EA8-480C-BE9E-52E579F4DA96}" dt="2022-08-17T02:21:06.763" v="3835" actId="47"/>
        <pc:sldMkLst>
          <pc:docMk/>
          <pc:sldMk cId="3024088992" sldId="500"/>
        </pc:sldMkLst>
      </pc:sldChg>
      <pc:sldChg chg="add">
        <pc:chgData name="Jaime De Leon R." userId="6107559c-c399-4371-a23a-d124d3599f82" providerId="ADAL" clId="{624DAD03-7EA8-480C-BE9E-52E579F4DA96}" dt="2022-08-17T02:05:00.146" v="3762"/>
        <pc:sldMkLst>
          <pc:docMk/>
          <pc:sldMk cId="2000131124" sldId="501"/>
        </pc:sldMkLst>
      </pc:sldChg>
      <pc:sldChg chg="add">
        <pc:chgData name="Jaime De Leon R." userId="6107559c-c399-4371-a23a-d124d3599f82" providerId="ADAL" clId="{624DAD03-7EA8-480C-BE9E-52E579F4DA96}" dt="2022-08-17T02:05:00.146" v="3762"/>
        <pc:sldMkLst>
          <pc:docMk/>
          <pc:sldMk cId="2532176277" sldId="502"/>
        </pc:sldMkLst>
      </pc:sldChg>
      <pc:sldChg chg="add del">
        <pc:chgData name="Jaime De Leon R." userId="6107559c-c399-4371-a23a-d124d3599f82" providerId="ADAL" clId="{624DAD03-7EA8-480C-BE9E-52E579F4DA96}" dt="2022-08-17T02:21:27.446" v="3838" actId="47"/>
        <pc:sldMkLst>
          <pc:docMk/>
          <pc:sldMk cId="1112746602" sldId="503"/>
        </pc:sldMkLst>
      </pc:sldChg>
      <pc:sldChg chg="add">
        <pc:chgData name="Jaime De Leon R." userId="6107559c-c399-4371-a23a-d124d3599f82" providerId="ADAL" clId="{624DAD03-7EA8-480C-BE9E-52E579F4DA96}" dt="2022-08-17T02:05:00.146" v="3762"/>
        <pc:sldMkLst>
          <pc:docMk/>
          <pc:sldMk cId="53805024" sldId="504"/>
        </pc:sldMkLst>
      </pc:sldChg>
      <pc:sldChg chg="add">
        <pc:chgData name="Jaime De Leon R." userId="6107559c-c399-4371-a23a-d124d3599f82" providerId="ADAL" clId="{624DAD03-7EA8-480C-BE9E-52E579F4DA96}" dt="2022-08-17T02:05:00.146" v="3762"/>
        <pc:sldMkLst>
          <pc:docMk/>
          <pc:sldMk cId="1179121111" sldId="505"/>
        </pc:sldMkLst>
      </pc:sldChg>
      <pc:sldChg chg="add">
        <pc:chgData name="Jaime De Leon R." userId="6107559c-c399-4371-a23a-d124d3599f82" providerId="ADAL" clId="{624DAD03-7EA8-480C-BE9E-52E579F4DA96}" dt="2022-08-17T02:05:00.146" v="3762"/>
        <pc:sldMkLst>
          <pc:docMk/>
          <pc:sldMk cId="2334826352" sldId="508"/>
        </pc:sldMkLst>
      </pc:sldChg>
      <pc:sldChg chg="delSp add mod">
        <pc:chgData name="Jaime De Leon R." userId="6107559c-c399-4371-a23a-d124d3599f82" providerId="ADAL" clId="{624DAD03-7EA8-480C-BE9E-52E579F4DA96}" dt="2022-08-17T02:17:14.258" v="3824" actId="478"/>
        <pc:sldMkLst>
          <pc:docMk/>
          <pc:sldMk cId="3941836137" sldId="509"/>
        </pc:sldMkLst>
      </pc:sldChg>
      <pc:sldChg chg="add">
        <pc:chgData name="Jaime De Leon R." userId="6107559c-c399-4371-a23a-d124d3599f82" providerId="ADAL" clId="{624DAD03-7EA8-480C-BE9E-52E579F4DA96}" dt="2022-08-17T02:05:00.146" v="3762"/>
        <pc:sldMkLst>
          <pc:docMk/>
          <pc:sldMk cId="3845791806" sldId="511"/>
        </pc:sldMkLst>
      </pc:sldChg>
      <pc:sldChg chg="add">
        <pc:chgData name="Jaime De Leon R." userId="6107559c-c399-4371-a23a-d124d3599f82" providerId="ADAL" clId="{624DAD03-7EA8-480C-BE9E-52E579F4DA96}" dt="2022-08-17T02:05:00.146" v="3762"/>
        <pc:sldMkLst>
          <pc:docMk/>
          <pc:sldMk cId="3106223292" sldId="512"/>
        </pc:sldMkLst>
      </pc:sldChg>
      <pc:sldChg chg="modSp add mod">
        <pc:chgData name="Jaime De Leon R." userId="6107559c-c399-4371-a23a-d124d3599f82" providerId="ADAL" clId="{624DAD03-7EA8-480C-BE9E-52E579F4DA96}" dt="2022-08-17T02:32:37.167" v="3882" actId="20577"/>
        <pc:sldMkLst>
          <pc:docMk/>
          <pc:sldMk cId="3159693743" sldId="514"/>
        </pc:sldMkLst>
      </pc:sldChg>
      <pc:sldChg chg="add del">
        <pc:chgData name="Jaime De Leon R." userId="6107559c-c399-4371-a23a-d124d3599f82" providerId="ADAL" clId="{624DAD03-7EA8-480C-BE9E-52E579F4DA96}" dt="2022-09-03T23:54:55.973" v="4280" actId="47"/>
        <pc:sldMkLst>
          <pc:docMk/>
          <pc:sldMk cId="2935753278" sldId="535"/>
        </pc:sldMkLst>
      </pc:sldChg>
      <pc:sldChg chg="add del">
        <pc:chgData name="Jaime De Leon R." userId="6107559c-c399-4371-a23a-d124d3599f82" providerId="ADAL" clId="{624DAD03-7EA8-480C-BE9E-52E579F4DA96}" dt="2022-09-03T23:54:55.973" v="4280" actId="47"/>
        <pc:sldMkLst>
          <pc:docMk/>
          <pc:sldMk cId="1134128559" sldId="536"/>
        </pc:sldMkLst>
      </pc:sldChg>
      <pc:sldChg chg="add del">
        <pc:chgData name="Jaime De Leon R." userId="6107559c-c399-4371-a23a-d124d3599f82" providerId="ADAL" clId="{624DAD03-7EA8-480C-BE9E-52E579F4DA96}" dt="2022-09-03T23:55:21.316" v="4281" actId="47"/>
        <pc:sldMkLst>
          <pc:docMk/>
          <pc:sldMk cId="1804925177" sldId="538"/>
        </pc:sldMkLst>
      </pc:sldChg>
      <pc:sldChg chg="add del">
        <pc:chgData name="Jaime De Leon R." userId="6107559c-c399-4371-a23a-d124d3599f82" providerId="ADAL" clId="{624DAD03-7EA8-480C-BE9E-52E579F4DA96}" dt="2022-09-03T23:55:21.316" v="4281" actId="47"/>
        <pc:sldMkLst>
          <pc:docMk/>
          <pc:sldMk cId="503910773" sldId="539"/>
        </pc:sldMkLst>
      </pc:sldChg>
      <pc:sldChg chg="add del">
        <pc:chgData name="Jaime De Leon R." userId="6107559c-c399-4371-a23a-d124d3599f82" providerId="ADAL" clId="{624DAD03-7EA8-480C-BE9E-52E579F4DA96}" dt="2022-09-03T23:55:21.316" v="4281" actId="47"/>
        <pc:sldMkLst>
          <pc:docMk/>
          <pc:sldMk cId="1465730232" sldId="540"/>
        </pc:sldMkLst>
      </pc:sldChg>
      <pc:sldChg chg="add del">
        <pc:chgData name="Jaime De Leon R." userId="6107559c-c399-4371-a23a-d124d3599f82" providerId="ADAL" clId="{624DAD03-7EA8-480C-BE9E-52E579F4DA96}" dt="2022-09-03T23:55:21.316" v="4281" actId="47"/>
        <pc:sldMkLst>
          <pc:docMk/>
          <pc:sldMk cId="2937650025" sldId="541"/>
        </pc:sldMkLst>
      </pc:sldChg>
      <pc:sldChg chg="add del">
        <pc:chgData name="Jaime De Leon R." userId="6107559c-c399-4371-a23a-d124d3599f82" providerId="ADAL" clId="{624DAD03-7EA8-480C-BE9E-52E579F4DA96}" dt="2022-09-03T23:55:21.316" v="4281" actId="47"/>
        <pc:sldMkLst>
          <pc:docMk/>
          <pc:sldMk cId="2491228727" sldId="542"/>
        </pc:sldMkLst>
      </pc:sldChg>
      <pc:sldChg chg="add del">
        <pc:chgData name="Jaime De Leon R." userId="6107559c-c399-4371-a23a-d124d3599f82" providerId="ADAL" clId="{624DAD03-7EA8-480C-BE9E-52E579F4DA96}" dt="2022-09-03T23:55:21.316" v="4281" actId="47"/>
        <pc:sldMkLst>
          <pc:docMk/>
          <pc:sldMk cId="3455025015" sldId="543"/>
        </pc:sldMkLst>
      </pc:sldChg>
      <pc:sldChg chg="add del">
        <pc:chgData name="Jaime De Leon R." userId="6107559c-c399-4371-a23a-d124d3599f82" providerId="ADAL" clId="{624DAD03-7EA8-480C-BE9E-52E579F4DA96}" dt="2022-09-03T23:55:21.316" v="4281" actId="47"/>
        <pc:sldMkLst>
          <pc:docMk/>
          <pc:sldMk cId="905961480" sldId="544"/>
        </pc:sldMkLst>
      </pc:sldChg>
      <pc:sldChg chg="add del">
        <pc:chgData name="Jaime De Leon R." userId="6107559c-c399-4371-a23a-d124d3599f82" providerId="ADAL" clId="{624DAD03-7EA8-480C-BE9E-52E579F4DA96}" dt="2022-09-03T23:55:21.316" v="4281" actId="47"/>
        <pc:sldMkLst>
          <pc:docMk/>
          <pc:sldMk cId="137978739" sldId="545"/>
        </pc:sldMkLst>
      </pc:sldChg>
      <pc:sldChg chg="add del">
        <pc:chgData name="Jaime De Leon R." userId="6107559c-c399-4371-a23a-d124d3599f82" providerId="ADAL" clId="{624DAD03-7EA8-480C-BE9E-52E579F4DA96}" dt="2022-09-03T23:55:21.316" v="4281" actId="47"/>
        <pc:sldMkLst>
          <pc:docMk/>
          <pc:sldMk cId="1866134819" sldId="546"/>
        </pc:sldMkLst>
      </pc:sldChg>
      <pc:sldChg chg="add del">
        <pc:chgData name="Jaime De Leon R." userId="6107559c-c399-4371-a23a-d124d3599f82" providerId="ADAL" clId="{624DAD03-7EA8-480C-BE9E-52E579F4DA96}" dt="2022-09-03T23:54:55.973" v="4280" actId="47"/>
        <pc:sldMkLst>
          <pc:docMk/>
          <pc:sldMk cId="3346853158" sldId="552"/>
        </pc:sldMkLst>
      </pc:sldChg>
      <pc:sldChg chg="add">
        <pc:chgData name="Jaime De Leon R." userId="6107559c-c399-4371-a23a-d124d3599f82" providerId="ADAL" clId="{624DAD03-7EA8-480C-BE9E-52E579F4DA96}" dt="2022-10-03T03:35:11.901" v="4284"/>
        <pc:sldMkLst>
          <pc:docMk/>
          <pc:sldMk cId="3839550423" sldId="583"/>
        </pc:sldMkLst>
      </pc:sldChg>
      <pc:sldChg chg="add">
        <pc:chgData name="Jaime De Leon R." userId="6107559c-c399-4371-a23a-d124d3599f82" providerId="ADAL" clId="{624DAD03-7EA8-480C-BE9E-52E579F4DA96}" dt="2022-10-03T03:35:11.901" v="4284"/>
        <pc:sldMkLst>
          <pc:docMk/>
          <pc:sldMk cId="1925147524" sldId="584"/>
        </pc:sldMkLst>
      </pc:sldChg>
      <pc:sldChg chg="add">
        <pc:chgData name="Jaime De Leon R." userId="6107559c-c399-4371-a23a-d124d3599f82" providerId="ADAL" clId="{624DAD03-7EA8-480C-BE9E-52E579F4DA96}" dt="2022-10-03T03:37:29.142" v="4288"/>
        <pc:sldMkLst>
          <pc:docMk/>
          <pc:sldMk cId="542142539" sldId="585"/>
        </pc:sldMkLst>
      </pc:sldChg>
      <pc:sldChg chg="add">
        <pc:chgData name="Jaime De Leon R." userId="6107559c-c399-4371-a23a-d124d3599f82" providerId="ADAL" clId="{624DAD03-7EA8-480C-BE9E-52E579F4DA96}" dt="2022-10-03T03:37:29.142" v="4288"/>
        <pc:sldMkLst>
          <pc:docMk/>
          <pc:sldMk cId="2568195192" sldId="586"/>
        </pc:sldMkLst>
      </pc:sldChg>
      <pc:sldChg chg="add">
        <pc:chgData name="Jaime De Leon R." userId="6107559c-c399-4371-a23a-d124d3599f82" providerId="ADAL" clId="{624DAD03-7EA8-480C-BE9E-52E579F4DA96}" dt="2022-10-03T03:35:11.901" v="4284"/>
        <pc:sldMkLst>
          <pc:docMk/>
          <pc:sldMk cId="1294181688" sldId="588"/>
        </pc:sldMkLst>
      </pc:sldChg>
      <pc:sldChg chg="add">
        <pc:chgData name="Jaime De Leon R." userId="6107559c-c399-4371-a23a-d124d3599f82" providerId="ADAL" clId="{624DAD03-7EA8-480C-BE9E-52E579F4DA96}" dt="2022-10-03T03:35:11.901" v="4284"/>
        <pc:sldMkLst>
          <pc:docMk/>
          <pc:sldMk cId="3649188670" sldId="590"/>
        </pc:sldMkLst>
      </pc:sldChg>
      <pc:sldChg chg="add">
        <pc:chgData name="Jaime De Leon R." userId="6107559c-c399-4371-a23a-d124d3599f82" providerId="ADAL" clId="{624DAD03-7EA8-480C-BE9E-52E579F4DA96}" dt="2022-10-03T03:35:11.901" v="4284"/>
        <pc:sldMkLst>
          <pc:docMk/>
          <pc:sldMk cId="152362892" sldId="591"/>
        </pc:sldMkLst>
      </pc:sldChg>
      <pc:sldChg chg="add">
        <pc:chgData name="Jaime De Leon R." userId="6107559c-c399-4371-a23a-d124d3599f82" providerId="ADAL" clId="{624DAD03-7EA8-480C-BE9E-52E579F4DA96}" dt="2022-10-03T03:35:11.901" v="4284"/>
        <pc:sldMkLst>
          <pc:docMk/>
          <pc:sldMk cId="4145769165" sldId="592"/>
        </pc:sldMkLst>
      </pc:sldChg>
      <pc:sldChg chg="add">
        <pc:chgData name="Jaime De Leon R." userId="6107559c-c399-4371-a23a-d124d3599f82" providerId="ADAL" clId="{624DAD03-7EA8-480C-BE9E-52E579F4DA96}" dt="2022-10-03T03:35:11.901" v="4284"/>
        <pc:sldMkLst>
          <pc:docMk/>
          <pc:sldMk cId="1999238543" sldId="593"/>
        </pc:sldMkLst>
      </pc:sldChg>
      <pc:sldChg chg="add">
        <pc:chgData name="Jaime De Leon R." userId="6107559c-c399-4371-a23a-d124d3599f82" providerId="ADAL" clId="{624DAD03-7EA8-480C-BE9E-52E579F4DA96}" dt="2022-10-03T03:35:11.901" v="4284"/>
        <pc:sldMkLst>
          <pc:docMk/>
          <pc:sldMk cId="4027041471" sldId="594"/>
        </pc:sldMkLst>
      </pc:sldChg>
      <pc:sldChg chg="add">
        <pc:chgData name="Jaime De Leon R." userId="6107559c-c399-4371-a23a-d124d3599f82" providerId="ADAL" clId="{624DAD03-7EA8-480C-BE9E-52E579F4DA96}" dt="2022-10-03T03:35:11.901" v="4284"/>
        <pc:sldMkLst>
          <pc:docMk/>
          <pc:sldMk cId="1170472305" sldId="595"/>
        </pc:sldMkLst>
      </pc:sldChg>
      <pc:sldChg chg="add">
        <pc:chgData name="Jaime De Leon R." userId="6107559c-c399-4371-a23a-d124d3599f82" providerId="ADAL" clId="{624DAD03-7EA8-480C-BE9E-52E579F4DA96}" dt="2022-10-03T03:35:11.901" v="4284"/>
        <pc:sldMkLst>
          <pc:docMk/>
          <pc:sldMk cId="119994796" sldId="596"/>
        </pc:sldMkLst>
      </pc:sldChg>
      <pc:sldChg chg="add">
        <pc:chgData name="Jaime De Leon R." userId="6107559c-c399-4371-a23a-d124d3599f82" providerId="ADAL" clId="{624DAD03-7EA8-480C-BE9E-52E579F4DA96}" dt="2022-10-03T03:35:11.901" v="4284"/>
        <pc:sldMkLst>
          <pc:docMk/>
          <pc:sldMk cId="2310703351" sldId="597"/>
        </pc:sldMkLst>
      </pc:sldChg>
      <pc:sldChg chg="add">
        <pc:chgData name="Jaime De Leon R." userId="6107559c-c399-4371-a23a-d124d3599f82" providerId="ADAL" clId="{624DAD03-7EA8-480C-BE9E-52E579F4DA96}" dt="2022-10-03T03:35:11.901" v="4284"/>
        <pc:sldMkLst>
          <pc:docMk/>
          <pc:sldMk cId="472173274" sldId="599"/>
        </pc:sldMkLst>
      </pc:sldChg>
      <pc:sldChg chg="add">
        <pc:chgData name="Jaime De Leon R." userId="6107559c-c399-4371-a23a-d124d3599f82" providerId="ADAL" clId="{624DAD03-7EA8-480C-BE9E-52E579F4DA96}" dt="2022-10-03T03:35:11.901" v="4284"/>
        <pc:sldMkLst>
          <pc:docMk/>
          <pc:sldMk cId="1190243216" sldId="600"/>
        </pc:sldMkLst>
      </pc:sldChg>
      <pc:sldChg chg="add del">
        <pc:chgData name="Jaime De Leon R." userId="6107559c-c399-4371-a23a-d124d3599f82" providerId="ADAL" clId="{624DAD03-7EA8-480C-BE9E-52E579F4DA96}" dt="2022-10-03T03:36:31.927" v="4286" actId="47"/>
        <pc:sldMkLst>
          <pc:docMk/>
          <pc:sldMk cId="2058396246" sldId="601"/>
        </pc:sldMkLst>
      </pc:sldChg>
      <pc:sldChg chg="add del">
        <pc:chgData name="Jaime De Leon R." userId="6107559c-c399-4371-a23a-d124d3599f82" providerId="ADAL" clId="{624DAD03-7EA8-480C-BE9E-52E579F4DA96}" dt="2022-10-03T03:36:31.927" v="4286" actId="47"/>
        <pc:sldMkLst>
          <pc:docMk/>
          <pc:sldMk cId="1925789401" sldId="602"/>
        </pc:sldMkLst>
      </pc:sldChg>
      <pc:sldChg chg="add">
        <pc:chgData name="Jaime De Leon R." userId="6107559c-c399-4371-a23a-d124d3599f82" providerId="ADAL" clId="{624DAD03-7EA8-480C-BE9E-52E579F4DA96}" dt="2022-10-03T03:35:11.901" v="4284"/>
        <pc:sldMkLst>
          <pc:docMk/>
          <pc:sldMk cId="4048834710" sldId="603"/>
        </pc:sldMkLst>
      </pc:sldChg>
      <pc:sldChg chg="add">
        <pc:chgData name="Jaime De Leon R." userId="6107559c-c399-4371-a23a-d124d3599f82" providerId="ADAL" clId="{624DAD03-7EA8-480C-BE9E-52E579F4DA96}" dt="2022-10-03T03:35:11.901" v="4284"/>
        <pc:sldMkLst>
          <pc:docMk/>
          <pc:sldMk cId="2002411937" sldId="604"/>
        </pc:sldMkLst>
      </pc:sldChg>
      <pc:sldChg chg="add del">
        <pc:chgData name="Jaime De Leon R." userId="6107559c-c399-4371-a23a-d124d3599f82" providerId="ADAL" clId="{624DAD03-7EA8-480C-BE9E-52E579F4DA96}" dt="2022-10-23T23:41:01.643" v="6944" actId="47"/>
        <pc:sldMkLst>
          <pc:docMk/>
          <pc:sldMk cId="4079971587" sldId="605"/>
        </pc:sldMkLst>
      </pc:sldChg>
      <pc:sldChg chg="add del">
        <pc:chgData name="Jaime De Leon R." userId="6107559c-c399-4371-a23a-d124d3599f82" providerId="ADAL" clId="{624DAD03-7EA8-480C-BE9E-52E579F4DA96}" dt="2022-10-03T03:36:31.927" v="4286" actId="47"/>
        <pc:sldMkLst>
          <pc:docMk/>
          <pc:sldMk cId="3045083773" sldId="606"/>
        </pc:sldMkLst>
      </pc:sldChg>
      <pc:sldChg chg="add del">
        <pc:chgData name="Jaime De Leon R." userId="6107559c-c399-4371-a23a-d124d3599f82" providerId="ADAL" clId="{624DAD03-7EA8-480C-BE9E-52E579F4DA96}" dt="2022-10-03T03:36:41.833" v="4287" actId="47"/>
        <pc:sldMkLst>
          <pc:docMk/>
          <pc:sldMk cId="388991424" sldId="607"/>
        </pc:sldMkLst>
      </pc:sldChg>
      <pc:sldChg chg="add del">
        <pc:chgData name="Jaime De Leon R." userId="6107559c-c399-4371-a23a-d124d3599f82" providerId="ADAL" clId="{624DAD03-7EA8-480C-BE9E-52E579F4DA96}" dt="2022-10-03T03:38:29.907" v="4289" actId="47"/>
        <pc:sldMkLst>
          <pc:docMk/>
          <pc:sldMk cId="2931456062" sldId="608"/>
        </pc:sldMkLst>
      </pc:sldChg>
      <pc:sldChg chg="add del">
        <pc:chgData name="Jaime De Leon R." userId="6107559c-c399-4371-a23a-d124d3599f82" providerId="ADAL" clId="{624DAD03-7EA8-480C-BE9E-52E579F4DA96}" dt="2022-10-03T03:38:29.907" v="4289" actId="47"/>
        <pc:sldMkLst>
          <pc:docMk/>
          <pc:sldMk cId="974094546" sldId="609"/>
        </pc:sldMkLst>
      </pc:sldChg>
      <pc:sldChg chg="add del">
        <pc:chgData name="Jaime De Leon R." userId="6107559c-c399-4371-a23a-d124d3599f82" providerId="ADAL" clId="{624DAD03-7EA8-480C-BE9E-52E579F4DA96}" dt="2022-10-03T03:38:29.907" v="4289" actId="47"/>
        <pc:sldMkLst>
          <pc:docMk/>
          <pc:sldMk cId="3309374142" sldId="610"/>
        </pc:sldMkLst>
      </pc:sldChg>
      <pc:sldChg chg="add del">
        <pc:chgData name="Jaime De Leon R." userId="6107559c-c399-4371-a23a-d124d3599f82" providerId="ADAL" clId="{624DAD03-7EA8-480C-BE9E-52E579F4DA96}" dt="2022-10-03T03:38:29.907" v="4289" actId="47"/>
        <pc:sldMkLst>
          <pc:docMk/>
          <pc:sldMk cId="2066197317" sldId="611"/>
        </pc:sldMkLst>
      </pc:sldChg>
      <pc:sldChg chg="add del">
        <pc:chgData name="Jaime De Leon R." userId="6107559c-c399-4371-a23a-d124d3599f82" providerId="ADAL" clId="{624DAD03-7EA8-480C-BE9E-52E579F4DA96}" dt="2022-10-03T03:38:55.435" v="4290" actId="47"/>
        <pc:sldMkLst>
          <pc:docMk/>
          <pc:sldMk cId="66774029" sldId="612"/>
        </pc:sldMkLst>
      </pc:sldChg>
      <pc:sldChg chg="add del">
        <pc:chgData name="Jaime De Leon R." userId="6107559c-c399-4371-a23a-d124d3599f82" providerId="ADAL" clId="{624DAD03-7EA8-480C-BE9E-52E579F4DA96}" dt="2022-10-03T03:38:55.435" v="4290" actId="47"/>
        <pc:sldMkLst>
          <pc:docMk/>
          <pc:sldMk cId="3400506744" sldId="613"/>
        </pc:sldMkLst>
      </pc:sldChg>
      <pc:sldChg chg="add del">
        <pc:chgData name="Jaime De Leon R." userId="6107559c-c399-4371-a23a-d124d3599f82" providerId="ADAL" clId="{624DAD03-7EA8-480C-BE9E-52E579F4DA96}" dt="2022-10-03T03:38:55.435" v="4290" actId="47"/>
        <pc:sldMkLst>
          <pc:docMk/>
          <pc:sldMk cId="2988240738" sldId="614"/>
        </pc:sldMkLst>
      </pc:sldChg>
      <pc:sldChg chg="add del">
        <pc:chgData name="Jaime De Leon R." userId="6107559c-c399-4371-a23a-d124d3599f82" providerId="ADAL" clId="{624DAD03-7EA8-480C-BE9E-52E579F4DA96}" dt="2022-10-03T03:38:55.435" v="4290" actId="47"/>
        <pc:sldMkLst>
          <pc:docMk/>
          <pc:sldMk cId="2358543994" sldId="615"/>
        </pc:sldMkLst>
      </pc:sldChg>
      <pc:sldChg chg="add del">
        <pc:chgData name="Jaime De Leon R." userId="6107559c-c399-4371-a23a-d124d3599f82" providerId="ADAL" clId="{624DAD03-7EA8-480C-BE9E-52E579F4DA96}" dt="2022-10-03T03:38:55.435" v="4290" actId="47"/>
        <pc:sldMkLst>
          <pc:docMk/>
          <pc:sldMk cId="240917171" sldId="617"/>
        </pc:sldMkLst>
      </pc:sldChg>
      <pc:sldChg chg="add del">
        <pc:chgData name="Jaime De Leon R." userId="6107559c-c399-4371-a23a-d124d3599f82" providerId="ADAL" clId="{624DAD03-7EA8-480C-BE9E-52E579F4DA96}" dt="2022-10-03T03:38:55.435" v="4290" actId="47"/>
        <pc:sldMkLst>
          <pc:docMk/>
          <pc:sldMk cId="2832797935" sldId="618"/>
        </pc:sldMkLst>
      </pc:sldChg>
      <pc:sldChg chg="add del">
        <pc:chgData name="Jaime De Leon R." userId="6107559c-c399-4371-a23a-d124d3599f82" providerId="ADAL" clId="{624DAD03-7EA8-480C-BE9E-52E579F4DA96}" dt="2022-10-03T03:38:55.435" v="4290" actId="47"/>
        <pc:sldMkLst>
          <pc:docMk/>
          <pc:sldMk cId="1798945309" sldId="619"/>
        </pc:sldMkLst>
      </pc:sldChg>
      <pc:sldChg chg="add">
        <pc:chgData name="Jaime De Leon R." userId="6107559c-c399-4371-a23a-d124d3599f82" providerId="ADAL" clId="{624DAD03-7EA8-480C-BE9E-52E579F4DA96}" dt="2022-10-23T23:37:43.735" v="6937"/>
        <pc:sldMkLst>
          <pc:docMk/>
          <pc:sldMk cId="1681670386" sldId="659"/>
        </pc:sldMkLst>
      </pc:sldChg>
      <pc:sldChg chg="modSp add mod">
        <pc:chgData name="Jaime De Leon R." userId="6107559c-c399-4371-a23a-d124d3599f82" providerId="ADAL" clId="{624DAD03-7EA8-480C-BE9E-52E579F4DA96}" dt="2022-10-23T23:44:10.787" v="6946" actId="20577"/>
        <pc:sldMkLst>
          <pc:docMk/>
          <pc:sldMk cId="966110655" sldId="688"/>
        </pc:sldMkLst>
      </pc:sldChg>
      <pc:sldChg chg="add">
        <pc:chgData name="Jaime De Leon R." userId="6107559c-c399-4371-a23a-d124d3599f82" providerId="ADAL" clId="{624DAD03-7EA8-480C-BE9E-52E579F4DA96}" dt="2022-10-23T23:37:43.735" v="6937"/>
        <pc:sldMkLst>
          <pc:docMk/>
          <pc:sldMk cId="2457637234" sldId="689"/>
        </pc:sldMkLst>
      </pc:sldChg>
      <pc:sldChg chg="add">
        <pc:chgData name="Jaime De Leon R." userId="6107559c-c399-4371-a23a-d124d3599f82" providerId="ADAL" clId="{624DAD03-7EA8-480C-BE9E-52E579F4DA96}" dt="2022-08-17T01:43:32.118" v="2860"/>
        <pc:sldMkLst>
          <pc:docMk/>
          <pc:sldMk cId="3305992654" sldId="693"/>
        </pc:sldMkLst>
      </pc:sldChg>
      <pc:sldChg chg="add">
        <pc:chgData name="Jaime De Leon R." userId="6107559c-c399-4371-a23a-d124d3599f82" providerId="ADAL" clId="{624DAD03-7EA8-480C-BE9E-52E579F4DA96}" dt="2022-08-17T01:43:32.118" v="2860"/>
        <pc:sldMkLst>
          <pc:docMk/>
          <pc:sldMk cId="3808898665" sldId="694"/>
        </pc:sldMkLst>
      </pc:sldChg>
      <pc:sldChg chg="add">
        <pc:chgData name="Jaime De Leon R." userId="6107559c-c399-4371-a23a-d124d3599f82" providerId="ADAL" clId="{624DAD03-7EA8-480C-BE9E-52E579F4DA96}" dt="2022-08-17T02:05:00.146" v="3762"/>
        <pc:sldMkLst>
          <pc:docMk/>
          <pc:sldMk cId="2492453517" sldId="696"/>
        </pc:sldMkLst>
      </pc:sldChg>
      <pc:sldChg chg="delSp modSp add mod">
        <pc:chgData name="Jaime De Leon R." userId="6107559c-c399-4371-a23a-d124d3599f82" providerId="ADAL" clId="{624DAD03-7EA8-480C-BE9E-52E579F4DA96}" dt="2022-08-17T02:11:23.597" v="3814" actId="400"/>
        <pc:sldMkLst>
          <pc:docMk/>
          <pc:sldMk cId="379094115" sldId="697"/>
        </pc:sldMkLst>
      </pc:sldChg>
      <pc:sldChg chg="add del">
        <pc:chgData name="Jaime De Leon R." userId="6107559c-c399-4371-a23a-d124d3599f82" providerId="ADAL" clId="{624DAD03-7EA8-480C-BE9E-52E579F4DA96}" dt="2022-08-17T02:14:17.618" v="3819" actId="47"/>
        <pc:sldMkLst>
          <pc:docMk/>
          <pc:sldMk cId="3012260487" sldId="699"/>
        </pc:sldMkLst>
      </pc:sldChg>
      <pc:sldChg chg="add del">
        <pc:chgData name="Jaime De Leon R." userId="6107559c-c399-4371-a23a-d124d3599f82" providerId="ADAL" clId="{624DAD03-7EA8-480C-BE9E-52E579F4DA96}" dt="2022-08-17T02:15:21.622" v="3821" actId="47"/>
        <pc:sldMkLst>
          <pc:docMk/>
          <pc:sldMk cId="763880295" sldId="700"/>
        </pc:sldMkLst>
      </pc:sldChg>
      <pc:sldChg chg="add">
        <pc:chgData name="Jaime De Leon R." userId="6107559c-c399-4371-a23a-d124d3599f82" providerId="ADAL" clId="{624DAD03-7EA8-480C-BE9E-52E579F4DA96}" dt="2022-08-17T02:05:00.146" v="3762"/>
        <pc:sldMkLst>
          <pc:docMk/>
          <pc:sldMk cId="2078290383" sldId="701"/>
        </pc:sldMkLst>
      </pc:sldChg>
      <pc:sldChg chg="delSp add mod">
        <pc:chgData name="Jaime De Leon R." userId="6107559c-c399-4371-a23a-d124d3599f82" providerId="ADAL" clId="{624DAD03-7EA8-480C-BE9E-52E579F4DA96}" dt="2022-08-17T02:17:45.872" v="3825" actId="478"/>
        <pc:sldMkLst>
          <pc:docMk/>
          <pc:sldMk cId="1060920276" sldId="702"/>
        </pc:sldMkLst>
      </pc:sldChg>
      <pc:sldChg chg="add del">
        <pc:chgData name="Jaime De Leon R." userId="6107559c-c399-4371-a23a-d124d3599f82" providerId="ADAL" clId="{624DAD03-7EA8-480C-BE9E-52E579F4DA96}" dt="2022-08-17T02:19:07.017" v="3828" actId="47"/>
        <pc:sldMkLst>
          <pc:docMk/>
          <pc:sldMk cId="3054964822" sldId="703"/>
        </pc:sldMkLst>
      </pc:sldChg>
      <pc:sldChg chg="add del">
        <pc:chgData name="Jaime De Leon R." userId="6107559c-c399-4371-a23a-d124d3599f82" providerId="ADAL" clId="{624DAD03-7EA8-480C-BE9E-52E579F4DA96}" dt="2022-08-17T02:19:33.197" v="3829" actId="47"/>
        <pc:sldMkLst>
          <pc:docMk/>
          <pc:sldMk cId="4147447715" sldId="704"/>
        </pc:sldMkLst>
      </pc:sldChg>
      <pc:sldChg chg="add">
        <pc:chgData name="Jaime De Leon R." userId="6107559c-c399-4371-a23a-d124d3599f82" providerId="ADAL" clId="{624DAD03-7EA8-480C-BE9E-52E579F4DA96}" dt="2022-08-17T02:05:00.146" v="3762"/>
        <pc:sldMkLst>
          <pc:docMk/>
          <pc:sldMk cId="2207716749" sldId="705"/>
        </pc:sldMkLst>
      </pc:sldChg>
      <pc:sldChg chg="add">
        <pc:chgData name="Jaime De Leon R." userId="6107559c-c399-4371-a23a-d124d3599f82" providerId="ADAL" clId="{624DAD03-7EA8-480C-BE9E-52E579F4DA96}" dt="2022-08-17T02:05:00.146" v="3762"/>
        <pc:sldMkLst>
          <pc:docMk/>
          <pc:sldMk cId="3021828446" sldId="707"/>
        </pc:sldMkLst>
      </pc:sldChg>
      <pc:sldChg chg="add del">
        <pc:chgData name="Jaime De Leon R." userId="6107559c-c399-4371-a23a-d124d3599f82" providerId="ADAL" clId="{624DAD03-7EA8-480C-BE9E-52E579F4DA96}" dt="2022-10-03T03:38:55.435" v="4290" actId="47"/>
        <pc:sldMkLst>
          <pc:docMk/>
          <pc:sldMk cId="1129562056" sldId="710"/>
        </pc:sldMkLst>
      </pc:sldChg>
      <pc:sldChg chg="add del">
        <pc:chgData name="Jaime De Leon R." userId="6107559c-c399-4371-a23a-d124d3599f82" providerId="ADAL" clId="{624DAD03-7EA8-480C-BE9E-52E579F4DA96}" dt="2022-10-03T03:38:55.435" v="4290" actId="47"/>
        <pc:sldMkLst>
          <pc:docMk/>
          <pc:sldMk cId="2049261160" sldId="711"/>
        </pc:sldMkLst>
      </pc:sldChg>
      <pc:sldChg chg="add del">
        <pc:chgData name="Jaime De Leon R." userId="6107559c-c399-4371-a23a-d124d3599f82" providerId="ADAL" clId="{624DAD03-7EA8-480C-BE9E-52E579F4DA96}" dt="2022-10-03T03:38:55.435" v="4290" actId="47"/>
        <pc:sldMkLst>
          <pc:docMk/>
          <pc:sldMk cId="52538879" sldId="712"/>
        </pc:sldMkLst>
      </pc:sldChg>
      <pc:sldChg chg="add del">
        <pc:chgData name="Jaime De Leon R." userId="6107559c-c399-4371-a23a-d124d3599f82" providerId="ADAL" clId="{624DAD03-7EA8-480C-BE9E-52E579F4DA96}" dt="2022-10-03T03:38:55.435" v="4290" actId="47"/>
        <pc:sldMkLst>
          <pc:docMk/>
          <pc:sldMk cId="1378853420" sldId="713"/>
        </pc:sldMkLst>
      </pc:sldChg>
      <pc:sldChg chg="add del">
        <pc:chgData name="Jaime De Leon R." userId="6107559c-c399-4371-a23a-d124d3599f82" providerId="ADAL" clId="{624DAD03-7EA8-480C-BE9E-52E579F4DA96}" dt="2022-10-03T03:38:55.435" v="4290" actId="47"/>
        <pc:sldMkLst>
          <pc:docMk/>
          <pc:sldMk cId="4154139303" sldId="714"/>
        </pc:sldMkLst>
      </pc:sldChg>
      <pc:sldChg chg="add">
        <pc:chgData name="Jaime De Leon R." userId="6107559c-c399-4371-a23a-d124d3599f82" providerId="ADAL" clId="{624DAD03-7EA8-480C-BE9E-52E579F4DA96}" dt="2022-10-23T23:37:43.735" v="6937"/>
        <pc:sldMkLst>
          <pc:docMk/>
          <pc:sldMk cId="1058466418" sldId="719"/>
        </pc:sldMkLst>
      </pc:sldChg>
      <pc:sldChg chg="add">
        <pc:chgData name="Jaime De Leon R." userId="6107559c-c399-4371-a23a-d124d3599f82" providerId="ADAL" clId="{624DAD03-7EA8-480C-BE9E-52E579F4DA96}" dt="2022-10-23T23:37:43.735" v="6937"/>
        <pc:sldMkLst>
          <pc:docMk/>
          <pc:sldMk cId="1926229604" sldId="728"/>
        </pc:sldMkLst>
      </pc:sldChg>
      <pc:sldChg chg="add">
        <pc:chgData name="Jaime De Leon R." userId="6107559c-c399-4371-a23a-d124d3599f82" providerId="ADAL" clId="{624DAD03-7EA8-480C-BE9E-52E579F4DA96}" dt="2022-10-23T23:37:43.735" v="6937"/>
        <pc:sldMkLst>
          <pc:docMk/>
          <pc:sldMk cId="3351641799" sldId="730"/>
        </pc:sldMkLst>
      </pc:sldChg>
      <pc:sldChg chg="add">
        <pc:chgData name="Jaime De Leon R." userId="6107559c-c399-4371-a23a-d124d3599f82" providerId="ADAL" clId="{624DAD03-7EA8-480C-BE9E-52E579F4DA96}" dt="2022-10-23T23:37:43.735" v="6937"/>
        <pc:sldMkLst>
          <pc:docMk/>
          <pc:sldMk cId="3108000985" sldId="741"/>
        </pc:sldMkLst>
      </pc:sldChg>
      <pc:sldChg chg="add">
        <pc:chgData name="Jaime De Leon R." userId="6107559c-c399-4371-a23a-d124d3599f82" providerId="ADAL" clId="{624DAD03-7EA8-480C-BE9E-52E579F4DA96}" dt="2022-10-23T23:37:43.735" v="6937"/>
        <pc:sldMkLst>
          <pc:docMk/>
          <pc:sldMk cId="1549180168" sldId="742"/>
        </pc:sldMkLst>
      </pc:sldChg>
      <pc:sldChg chg="add">
        <pc:chgData name="Jaime De Leon R." userId="6107559c-c399-4371-a23a-d124d3599f82" providerId="ADAL" clId="{624DAD03-7EA8-480C-BE9E-52E579F4DA96}" dt="2022-10-23T23:37:43.735" v="6937"/>
        <pc:sldMkLst>
          <pc:docMk/>
          <pc:sldMk cId="1567137301" sldId="753"/>
        </pc:sldMkLst>
      </pc:sldChg>
      <pc:sldChg chg="add">
        <pc:chgData name="Jaime De Leon R." userId="6107559c-c399-4371-a23a-d124d3599f82" providerId="ADAL" clId="{624DAD03-7EA8-480C-BE9E-52E579F4DA96}" dt="2022-10-23T23:37:43.735" v="6937"/>
        <pc:sldMkLst>
          <pc:docMk/>
          <pc:sldMk cId="1667395908" sldId="754"/>
        </pc:sldMkLst>
      </pc:sldChg>
      <pc:sldChg chg="add">
        <pc:chgData name="Jaime De Leon R." userId="6107559c-c399-4371-a23a-d124d3599f82" providerId="ADAL" clId="{624DAD03-7EA8-480C-BE9E-52E579F4DA96}" dt="2022-10-23T23:37:43.735" v="6937"/>
        <pc:sldMkLst>
          <pc:docMk/>
          <pc:sldMk cId="2524261736" sldId="756"/>
        </pc:sldMkLst>
      </pc:sldChg>
      <pc:sldChg chg="add">
        <pc:chgData name="Jaime De Leon R." userId="6107559c-c399-4371-a23a-d124d3599f82" providerId="ADAL" clId="{624DAD03-7EA8-480C-BE9E-52E579F4DA96}" dt="2022-08-17T01:32:33.063" v="2738"/>
        <pc:sldMkLst>
          <pc:docMk/>
          <pc:sldMk cId="109315005" sldId="794"/>
        </pc:sldMkLst>
      </pc:sldChg>
      <pc:sldChg chg="add">
        <pc:chgData name="Jaime De Leon R." userId="6107559c-c399-4371-a23a-d124d3599f82" providerId="ADAL" clId="{624DAD03-7EA8-480C-BE9E-52E579F4DA96}" dt="2022-08-17T01:43:32.118" v="2860"/>
        <pc:sldMkLst>
          <pc:docMk/>
          <pc:sldMk cId="4047069567" sldId="795"/>
        </pc:sldMkLst>
      </pc:sldChg>
      <pc:sldChg chg="add">
        <pc:chgData name="Jaime De Leon R." userId="6107559c-c399-4371-a23a-d124d3599f82" providerId="ADAL" clId="{624DAD03-7EA8-480C-BE9E-52E579F4DA96}" dt="2022-08-14T21:56:45.960" v="2180"/>
        <pc:sldMkLst>
          <pc:docMk/>
          <pc:sldMk cId="571127477" sldId="796"/>
        </pc:sldMkLst>
      </pc:sldChg>
      <pc:sldChg chg="add">
        <pc:chgData name="Jaime De Leon R." userId="6107559c-c399-4371-a23a-d124d3599f82" providerId="ADAL" clId="{624DAD03-7EA8-480C-BE9E-52E579F4DA96}" dt="2022-08-14T21:56:45.960" v="2180"/>
        <pc:sldMkLst>
          <pc:docMk/>
          <pc:sldMk cId="2186854291" sldId="798"/>
        </pc:sldMkLst>
      </pc:sldChg>
      <pc:sldChg chg="add del">
        <pc:chgData name="Jaime De Leon R." userId="6107559c-c399-4371-a23a-d124d3599f82" providerId="ADAL" clId="{624DAD03-7EA8-480C-BE9E-52E579F4DA96}" dt="2022-08-17T01:42:22.010" v="2859" actId="47"/>
        <pc:sldMkLst>
          <pc:docMk/>
          <pc:sldMk cId="2017715392" sldId="800"/>
        </pc:sldMkLst>
      </pc:sldChg>
      <pc:sldChg chg="add">
        <pc:chgData name="Jaime De Leon R." userId="6107559c-c399-4371-a23a-d124d3599f82" providerId="ADAL" clId="{624DAD03-7EA8-480C-BE9E-52E579F4DA96}" dt="2022-08-31T03:08:44.336" v="4096"/>
        <pc:sldMkLst>
          <pc:docMk/>
          <pc:sldMk cId="2284881780" sldId="804"/>
        </pc:sldMkLst>
      </pc:sldChg>
      <pc:sldChg chg="add">
        <pc:chgData name="Jaime De Leon R." userId="6107559c-c399-4371-a23a-d124d3599f82" providerId="ADAL" clId="{624DAD03-7EA8-480C-BE9E-52E579F4DA96}" dt="2022-08-31T03:09:21.122" v="4097"/>
        <pc:sldMkLst>
          <pc:docMk/>
          <pc:sldMk cId="2032856674" sldId="814"/>
        </pc:sldMkLst>
      </pc:sldChg>
      <pc:sldChg chg="add">
        <pc:chgData name="Jaime De Leon R." userId="6107559c-c399-4371-a23a-d124d3599f82" providerId="ADAL" clId="{624DAD03-7EA8-480C-BE9E-52E579F4DA96}" dt="2022-08-31T03:09:21.122" v="4097"/>
        <pc:sldMkLst>
          <pc:docMk/>
          <pc:sldMk cId="2822013254" sldId="815"/>
        </pc:sldMkLst>
      </pc:sldChg>
      <pc:sldChg chg="delSp add mod">
        <pc:chgData name="Jaime De Leon R." userId="6107559c-c399-4371-a23a-d124d3599f82" providerId="ADAL" clId="{624DAD03-7EA8-480C-BE9E-52E579F4DA96}" dt="2022-08-17T02:07:30.188" v="3775" actId="478"/>
        <pc:sldMkLst>
          <pc:docMk/>
          <pc:sldMk cId="2017691966" sldId="826"/>
        </pc:sldMkLst>
      </pc:sldChg>
      <pc:sldChg chg="modSp add mod">
        <pc:chgData name="Jaime De Leon R." userId="6107559c-c399-4371-a23a-d124d3599f82" providerId="ADAL" clId="{624DAD03-7EA8-480C-BE9E-52E579F4DA96}" dt="2022-08-17T02:08:52.993" v="3802" actId="20577"/>
        <pc:sldMkLst>
          <pc:docMk/>
          <pc:sldMk cId="289533421" sldId="827"/>
        </pc:sldMkLst>
      </pc:sldChg>
      <pc:sldChg chg="delSp add mod">
        <pc:chgData name="Jaime De Leon R." userId="6107559c-c399-4371-a23a-d124d3599f82" providerId="ADAL" clId="{624DAD03-7EA8-480C-BE9E-52E579F4DA96}" dt="2022-08-17T02:09:38.860" v="3805" actId="478"/>
        <pc:sldMkLst>
          <pc:docMk/>
          <pc:sldMk cId="4198439349" sldId="828"/>
        </pc:sldMkLst>
      </pc:sldChg>
      <pc:sldChg chg="add del">
        <pc:chgData name="Jaime De Leon R." userId="6107559c-c399-4371-a23a-d124d3599f82" providerId="ADAL" clId="{624DAD03-7EA8-480C-BE9E-52E579F4DA96}" dt="2022-08-17T02:14:16.751" v="3818" actId="47"/>
        <pc:sldMkLst>
          <pc:docMk/>
          <pc:sldMk cId="4150134928" sldId="829"/>
        </pc:sldMkLst>
      </pc:sldChg>
      <pc:sldChg chg="add del">
        <pc:chgData name="Jaime De Leon R." userId="6107559c-c399-4371-a23a-d124d3599f82" providerId="ADAL" clId="{624DAD03-7EA8-480C-BE9E-52E579F4DA96}" dt="2022-08-17T02:15:08.284" v="3820" actId="47"/>
        <pc:sldMkLst>
          <pc:docMk/>
          <pc:sldMk cId="3412426137" sldId="830"/>
        </pc:sldMkLst>
      </pc:sldChg>
      <pc:sldChg chg="add del">
        <pc:chgData name="Jaime De Leon R." userId="6107559c-c399-4371-a23a-d124d3599f82" providerId="ADAL" clId="{624DAD03-7EA8-480C-BE9E-52E579F4DA96}" dt="2022-08-17T02:20:21.824" v="3830" actId="47"/>
        <pc:sldMkLst>
          <pc:docMk/>
          <pc:sldMk cId="1201512761" sldId="831"/>
        </pc:sldMkLst>
      </pc:sldChg>
      <pc:sldChg chg="add del">
        <pc:chgData name="Jaime De Leon R." userId="6107559c-c399-4371-a23a-d124d3599f82" providerId="ADAL" clId="{624DAD03-7EA8-480C-BE9E-52E579F4DA96}" dt="2022-08-17T02:20:55.022" v="3833" actId="47"/>
        <pc:sldMkLst>
          <pc:docMk/>
          <pc:sldMk cId="2800070056" sldId="832"/>
        </pc:sldMkLst>
      </pc:sldChg>
      <pc:sldChg chg="add del">
        <pc:chgData name="Jaime De Leon R." userId="6107559c-c399-4371-a23a-d124d3599f82" providerId="ADAL" clId="{624DAD03-7EA8-480C-BE9E-52E579F4DA96}" dt="2022-08-17T02:21:00.914" v="3834" actId="47"/>
        <pc:sldMkLst>
          <pc:docMk/>
          <pc:sldMk cId="2456652537" sldId="833"/>
        </pc:sldMkLst>
      </pc:sldChg>
      <pc:sldChg chg="add del">
        <pc:chgData name="Jaime De Leon R." userId="6107559c-c399-4371-a23a-d124d3599f82" providerId="ADAL" clId="{624DAD03-7EA8-480C-BE9E-52E579F4DA96}" dt="2022-08-17T02:21:08.337" v="3836" actId="47"/>
        <pc:sldMkLst>
          <pc:docMk/>
          <pc:sldMk cId="2536136532" sldId="834"/>
        </pc:sldMkLst>
      </pc:sldChg>
      <pc:sldChg chg="add del">
        <pc:chgData name="Jaime De Leon R." userId="6107559c-c399-4371-a23a-d124d3599f82" providerId="ADAL" clId="{624DAD03-7EA8-480C-BE9E-52E579F4DA96}" dt="2022-08-17T02:21:16.921" v="3837" actId="47"/>
        <pc:sldMkLst>
          <pc:docMk/>
          <pc:sldMk cId="4231202297" sldId="835"/>
        </pc:sldMkLst>
      </pc:sldChg>
      <pc:sldChg chg="delSp add mod">
        <pc:chgData name="Jaime De Leon R." userId="6107559c-c399-4371-a23a-d124d3599f82" providerId="ADAL" clId="{624DAD03-7EA8-480C-BE9E-52E579F4DA96}" dt="2022-08-17T02:18:15.814" v="3826" actId="478"/>
        <pc:sldMkLst>
          <pc:docMk/>
          <pc:sldMk cId="3253811788" sldId="836"/>
        </pc:sldMkLst>
      </pc:sldChg>
      <pc:sldChg chg="add del">
        <pc:chgData name="Jaime De Leon R." userId="6107559c-c399-4371-a23a-d124d3599f82" providerId="ADAL" clId="{624DAD03-7EA8-480C-BE9E-52E579F4DA96}" dt="2022-08-17T02:25:31.650" v="3866" actId="47"/>
        <pc:sldMkLst>
          <pc:docMk/>
          <pc:sldMk cId="3615009230" sldId="841"/>
        </pc:sldMkLst>
      </pc:sldChg>
      <pc:sldChg chg="add">
        <pc:chgData name="Jaime De Leon R." userId="6107559c-c399-4371-a23a-d124d3599f82" providerId="ADAL" clId="{624DAD03-7EA8-480C-BE9E-52E579F4DA96}" dt="2022-08-17T02:05:00.146" v="3762"/>
        <pc:sldMkLst>
          <pc:docMk/>
          <pc:sldMk cId="2303947411" sldId="842"/>
        </pc:sldMkLst>
      </pc:sldChg>
      <pc:sldChg chg="add del">
        <pc:chgData name="Jaime De Leon R." userId="6107559c-c399-4371-a23a-d124d3599f82" providerId="ADAL" clId="{624DAD03-7EA8-480C-BE9E-52E579F4DA96}" dt="2022-08-17T02:21:29.762" v="3839" actId="47"/>
        <pc:sldMkLst>
          <pc:docMk/>
          <pc:sldMk cId="49960499" sldId="844"/>
        </pc:sldMkLst>
      </pc:sldChg>
      <pc:sldChg chg="add del">
        <pc:chgData name="Jaime De Leon R." userId="6107559c-c399-4371-a23a-d124d3599f82" providerId="ADAL" clId="{624DAD03-7EA8-480C-BE9E-52E579F4DA96}" dt="2022-08-17T02:20:45.970" v="3831" actId="47"/>
        <pc:sldMkLst>
          <pc:docMk/>
          <pc:sldMk cId="3797511031" sldId="846"/>
        </pc:sldMkLst>
      </pc:sldChg>
      <pc:sldChg chg="add del">
        <pc:chgData name="Jaime De Leon R." userId="6107559c-c399-4371-a23a-d124d3599f82" providerId="ADAL" clId="{624DAD03-7EA8-480C-BE9E-52E579F4DA96}" dt="2022-08-17T02:20:54.266" v="3832" actId="47"/>
        <pc:sldMkLst>
          <pc:docMk/>
          <pc:sldMk cId="2948181303" sldId="847"/>
        </pc:sldMkLst>
      </pc:sldChg>
      <pc:sldChg chg="add">
        <pc:chgData name="Jaime De Leon R." userId="6107559c-c399-4371-a23a-d124d3599f82" providerId="ADAL" clId="{624DAD03-7EA8-480C-BE9E-52E579F4DA96}" dt="2022-08-17T02:05:00.146" v="3762"/>
        <pc:sldMkLst>
          <pc:docMk/>
          <pc:sldMk cId="1667041698" sldId="848"/>
        </pc:sldMkLst>
      </pc:sldChg>
      <pc:sldChg chg="delSp add mod">
        <pc:chgData name="Jaime De Leon R." userId="6107559c-c399-4371-a23a-d124d3599f82" providerId="ADAL" clId="{624DAD03-7EA8-480C-BE9E-52E579F4DA96}" dt="2022-08-17T02:18:41.123" v="3827" actId="478"/>
        <pc:sldMkLst>
          <pc:docMk/>
          <pc:sldMk cId="888963773" sldId="849"/>
        </pc:sldMkLst>
      </pc:sldChg>
      <pc:sldChg chg="add del">
        <pc:chgData name="Jaime De Leon R." userId="6107559c-c399-4371-a23a-d124d3599f82" providerId="ADAL" clId="{624DAD03-7EA8-480C-BE9E-52E579F4DA96}" dt="2022-08-17T02:26:17.216" v="3869" actId="47"/>
        <pc:sldMkLst>
          <pc:docMk/>
          <pc:sldMk cId="157077004" sldId="850"/>
        </pc:sldMkLst>
      </pc:sldChg>
      <pc:sldChg chg="add">
        <pc:chgData name="Jaime De Leon R." userId="6107559c-c399-4371-a23a-d124d3599f82" providerId="ADAL" clId="{624DAD03-7EA8-480C-BE9E-52E579F4DA96}" dt="2022-09-03T23:34:34.762" v="4104"/>
        <pc:sldMkLst>
          <pc:docMk/>
          <pc:sldMk cId="1424947504" sldId="852"/>
        </pc:sldMkLst>
      </pc:sldChg>
      <pc:sldChg chg="add">
        <pc:chgData name="Jaime De Leon R." userId="6107559c-c399-4371-a23a-d124d3599f82" providerId="ADAL" clId="{624DAD03-7EA8-480C-BE9E-52E579F4DA96}" dt="2022-09-03T23:34:34.762" v="4104"/>
        <pc:sldMkLst>
          <pc:docMk/>
          <pc:sldMk cId="2756026630" sldId="853"/>
        </pc:sldMkLst>
      </pc:sldChg>
      <pc:sldChg chg="add">
        <pc:chgData name="Jaime De Leon R." userId="6107559c-c399-4371-a23a-d124d3599f82" providerId="ADAL" clId="{624DAD03-7EA8-480C-BE9E-52E579F4DA96}" dt="2022-09-03T23:34:34.762" v="4104"/>
        <pc:sldMkLst>
          <pc:docMk/>
          <pc:sldMk cId="2946809093" sldId="854"/>
        </pc:sldMkLst>
      </pc:sldChg>
      <pc:sldChg chg="add">
        <pc:chgData name="Jaime De Leon R." userId="6107559c-c399-4371-a23a-d124d3599f82" providerId="ADAL" clId="{624DAD03-7EA8-480C-BE9E-52E579F4DA96}" dt="2022-09-03T23:34:34.762" v="4104"/>
        <pc:sldMkLst>
          <pc:docMk/>
          <pc:sldMk cId="1191662605" sldId="856"/>
        </pc:sldMkLst>
      </pc:sldChg>
      <pc:sldChg chg="add">
        <pc:chgData name="Jaime De Leon R." userId="6107559c-c399-4371-a23a-d124d3599f82" providerId="ADAL" clId="{624DAD03-7EA8-480C-BE9E-52E579F4DA96}" dt="2022-09-03T23:34:34.762" v="4104"/>
        <pc:sldMkLst>
          <pc:docMk/>
          <pc:sldMk cId="4045702994" sldId="857"/>
        </pc:sldMkLst>
      </pc:sldChg>
      <pc:sldChg chg="add">
        <pc:chgData name="Jaime De Leon R." userId="6107559c-c399-4371-a23a-d124d3599f82" providerId="ADAL" clId="{624DAD03-7EA8-480C-BE9E-52E579F4DA96}" dt="2022-09-03T23:34:34.762" v="4104"/>
        <pc:sldMkLst>
          <pc:docMk/>
          <pc:sldMk cId="1562331271" sldId="858"/>
        </pc:sldMkLst>
      </pc:sldChg>
      <pc:sldChg chg="add">
        <pc:chgData name="Jaime De Leon R." userId="6107559c-c399-4371-a23a-d124d3599f82" providerId="ADAL" clId="{624DAD03-7EA8-480C-BE9E-52E579F4DA96}" dt="2022-09-03T23:34:34.762" v="4104"/>
        <pc:sldMkLst>
          <pc:docMk/>
          <pc:sldMk cId="21908099" sldId="859"/>
        </pc:sldMkLst>
      </pc:sldChg>
      <pc:sldChg chg="add">
        <pc:chgData name="Jaime De Leon R." userId="6107559c-c399-4371-a23a-d124d3599f82" providerId="ADAL" clId="{624DAD03-7EA8-480C-BE9E-52E579F4DA96}" dt="2022-09-03T23:34:34.762" v="4104"/>
        <pc:sldMkLst>
          <pc:docMk/>
          <pc:sldMk cId="313316238" sldId="860"/>
        </pc:sldMkLst>
      </pc:sldChg>
      <pc:sldChg chg="add">
        <pc:chgData name="Jaime De Leon R." userId="6107559c-c399-4371-a23a-d124d3599f82" providerId="ADAL" clId="{624DAD03-7EA8-480C-BE9E-52E579F4DA96}" dt="2022-09-03T23:34:34.762" v="4104"/>
        <pc:sldMkLst>
          <pc:docMk/>
          <pc:sldMk cId="3065751802" sldId="861"/>
        </pc:sldMkLst>
      </pc:sldChg>
      <pc:sldChg chg="add">
        <pc:chgData name="Jaime De Leon R." userId="6107559c-c399-4371-a23a-d124d3599f82" providerId="ADAL" clId="{624DAD03-7EA8-480C-BE9E-52E579F4DA96}" dt="2022-09-03T23:34:34.762" v="4104"/>
        <pc:sldMkLst>
          <pc:docMk/>
          <pc:sldMk cId="3270796015" sldId="862"/>
        </pc:sldMkLst>
      </pc:sldChg>
      <pc:sldChg chg="add">
        <pc:chgData name="Jaime De Leon R." userId="6107559c-c399-4371-a23a-d124d3599f82" providerId="ADAL" clId="{624DAD03-7EA8-480C-BE9E-52E579F4DA96}" dt="2022-09-03T23:34:34.762" v="4104"/>
        <pc:sldMkLst>
          <pc:docMk/>
          <pc:sldMk cId="2780132303" sldId="863"/>
        </pc:sldMkLst>
      </pc:sldChg>
      <pc:sldChg chg="add">
        <pc:chgData name="Jaime De Leon R." userId="6107559c-c399-4371-a23a-d124d3599f82" providerId="ADAL" clId="{624DAD03-7EA8-480C-BE9E-52E579F4DA96}" dt="2022-09-03T23:34:34.762" v="4104"/>
        <pc:sldMkLst>
          <pc:docMk/>
          <pc:sldMk cId="2098258464" sldId="864"/>
        </pc:sldMkLst>
      </pc:sldChg>
      <pc:sldChg chg="add">
        <pc:chgData name="Jaime De Leon R." userId="6107559c-c399-4371-a23a-d124d3599f82" providerId="ADAL" clId="{624DAD03-7EA8-480C-BE9E-52E579F4DA96}" dt="2022-09-03T23:34:34.762" v="4104"/>
        <pc:sldMkLst>
          <pc:docMk/>
          <pc:sldMk cId="600762728" sldId="865"/>
        </pc:sldMkLst>
      </pc:sldChg>
      <pc:sldChg chg="add">
        <pc:chgData name="Jaime De Leon R." userId="6107559c-c399-4371-a23a-d124d3599f82" providerId="ADAL" clId="{624DAD03-7EA8-480C-BE9E-52E579F4DA96}" dt="2022-09-03T23:34:34.762" v="4104"/>
        <pc:sldMkLst>
          <pc:docMk/>
          <pc:sldMk cId="2770275454" sldId="866"/>
        </pc:sldMkLst>
      </pc:sldChg>
      <pc:sldChg chg="add">
        <pc:chgData name="Jaime De Leon R." userId="6107559c-c399-4371-a23a-d124d3599f82" providerId="ADAL" clId="{624DAD03-7EA8-480C-BE9E-52E579F4DA96}" dt="2022-09-03T23:34:34.762" v="4104"/>
        <pc:sldMkLst>
          <pc:docMk/>
          <pc:sldMk cId="429250640" sldId="867"/>
        </pc:sldMkLst>
      </pc:sldChg>
      <pc:sldChg chg="add">
        <pc:chgData name="Jaime De Leon R." userId="6107559c-c399-4371-a23a-d124d3599f82" providerId="ADAL" clId="{624DAD03-7EA8-480C-BE9E-52E579F4DA96}" dt="2022-09-03T23:34:34.762" v="4104"/>
        <pc:sldMkLst>
          <pc:docMk/>
          <pc:sldMk cId="999666196" sldId="869"/>
        </pc:sldMkLst>
      </pc:sldChg>
      <pc:sldChg chg="add">
        <pc:chgData name="Jaime De Leon R." userId="6107559c-c399-4371-a23a-d124d3599f82" providerId="ADAL" clId="{624DAD03-7EA8-480C-BE9E-52E579F4DA96}" dt="2022-09-03T23:34:34.762" v="4104"/>
        <pc:sldMkLst>
          <pc:docMk/>
          <pc:sldMk cId="4111893151" sldId="870"/>
        </pc:sldMkLst>
      </pc:sldChg>
      <pc:sldChg chg="add">
        <pc:chgData name="Jaime De Leon R." userId="6107559c-c399-4371-a23a-d124d3599f82" providerId="ADAL" clId="{624DAD03-7EA8-480C-BE9E-52E579F4DA96}" dt="2022-09-03T23:34:34.762" v="4104"/>
        <pc:sldMkLst>
          <pc:docMk/>
          <pc:sldMk cId="2180580418" sldId="871"/>
        </pc:sldMkLst>
      </pc:sldChg>
      <pc:sldChg chg="add">
        <pc:chgData name="Jaime De Leon R." userId="6107559c-c399-4371-a23a-d124d3599f82" providerId="ADAL" clId="{624DAD03-7EA8-480C-BE9E-52E579F4DA96}" dt="2022-09-03T23:34:34.762" v="4104"/>
        <pc:sldMkLst>
          <pc:docMk/>
          <pc:sldMk cId="1566434747" sldId="872"/>
        </pc:sldMkLst>
      </pc:sldChg>
      <pc:sldChg chg="add">
        <pc:chgData name="Jaime De Leon R." userId="6107559c-c399-4371-a23a-d124d3599f82" providerId="ADAL" clId="{624DAD03-7EA8-480C-BE9E-52E579F4DA96}" dt="2022-09-03T23:34:34.762" v="4104"/>
        <pc:sldMkLst>
          <pc:docMk/>
          <pc:sldMk cId="3381418898" sldId="873"/>
        </pc:sldMkLst>
      </pc:sldChg>
      <pc:sldChg chg="modSp add">
        <pc:chgData name="Jaime De Leon R." userId="6107559c-c399-4371-a23a-d124d3599f82" providerId="ADAL" clId="{624DAD03-7EA8-480C-BE9E-52E579F4DA96}" dt="2022-09-03T23:47:26.804" v="4157" actId="20577"/>
        <pc:sldMkLst>
          <pc:docMk/>
          <pc:sldMk cId="534348967" sldId="874"/>
        </pc:sldMkLst>
      </pc:sldChg>
      <pc:sldChg chg="add del">
        <pc:chgData name="Jaime De Leon R." userId="6107559c-c399-4371-a23a-d124d3599f82" providerId="ADAL" clId="{624DAD03-7EA8-480C-BE9E-52E579F4DA96}" dt="2022-09-03T23:47:55.011" v="4158" actId="47"/>
        <pc:sldMkLst>
          <pc:docMk/>
          <pc:sldMk cId="2434367150" sldId="875"/>
        </pc:sldMkLst>
      </pc:sldChg>
      <pc:sldChg chg="add del">
        <pc:chgData name="Jaime De Leon R." userId="6107559c-c399-4371-a23a-d124d3599f82" providerId="ADAL" clId="{624DAD03-7EA8-480C-BE9E-52E579F4DA96}" dt="2022-09-03T23:44:50.878" v="4106" actId="47"/>
        <pc:sldMkLst>
          <pc:docMk/>
          <pc:sldMk cId="1761252719" sldId="876"/>
        </pc:sldMkLst>
      </pc:sldChg>
      <pc:sldChg chg="add del">
        <pc:chgData name="Jaime De Leon R." userId="6107559c-c399-4371-a23a-d124d3599f82" providerId="ADAL" clId="{624DAD03-7EA8-480C-BE9E-52E579F4DA96}" dt="2022-09-03T23:48:04.601" v="4159" actId="47"/>
        <pc:sldMkLst>
          <pc:docMk/>
          <pc:sldMk cId="831522808" sldId="877"/>
        </pc:sldMkLst>
      </pc:sldChg>
      <pc:sldChg chg="add">
        <pc:chgData name="Jaime De Leon R." userId="6107559c-c399-4371-a23a-d124d3599f82" providerId="ADAL" clId="{624DAD03-7EA8-480C-BE9E-52E579F4DA96}" dt="2022-09-03T23:34:34.762" v="4104"/>
        <pc:sldMkLst>
          <pc:docMk/>
          <pc:sldMk cId="2804361030" sldId="878"/>
        </pc:sldMkLst>
      </pc:sldChg>
      <pc:sldChg chg="add">
        <pc:chgData name="Jaime De Leon R." userId="6107559c-c399-4371-a23a-d124d3599f82" providerId="ADAL" clId="{624DAD03-7EA8-480C-BE9E-52E579F4DA96}" dt="2022-09-03T23:34:34.762" v="4104"/>
        <pc:sldMkLst>
          <pc:docMk/>
          <pc:sldMk cId="2621562576" sldId="879"/>
        </pc:sldMkLst>
      </pc:sldChg>
      <pc:sldChg chg="add">
        <pc:chgData name="Jaime De Leon R." userId="6107559c-c399-4371-a23a-d124d3599f82" providerId="ADAL" clId="{624DAD03-7EA8-480C-BE9E-52E579F4DA96}" dt="2022-09-03T23:34:34.762" v="4104"/>
        <pc:sldMkLst>
          <pc:docMk/>
          <pc:sldMk cId="3242948947" sldId="880"/>
        </pc:sldMkLst>
      </pc:sldChg>
      <pc:sldChg chg="modSp add">
        <pc:chgData name="Jaime De Leon R." userId="6107559c-c399-4371-a23a-d124d3599f82" providerId="ADAL" clId="{624DAD03-7EA8-480C-BE9E-52E579F4DA96}" dt="2022-09-03T23:50:48.420" v="4205" actId="20577"/>
        <pc:sldMkLst>
          <pc:docMk/>
          <pc:sldMk cId="3406399862" sldId="881"/>
        </pc:sldMkLst>
      </pc:sldChg>
      <pc:sldChg chg="add">
        <pc:chgData name="Jaime De Leon R." userId="6107559c-c399-4371-a23a-d124d3599f82" providerId="ADAL" clId="{624DAD03-7EA8-480C-BE9E-52E579F4DA96}" dt="2022-09-03T23:34:34.762" v="4104"/>
        <pc:sldMkLst>
          <pc:docMk/>
          <pc:sldMk cId="3242247307" sldId="882"/>
        </pc:sldMkLst>
      </pc:sldChg>
      <pc:sldChg chg="add">
        <pc:chgData name="Jaime De Leon R." userId="6107559c-c399-4371-a23a-d124d3599f82" providerId="ADAL" clId="{624DAD03-7EA8-480C-BE9E-52E579F4DA96}" dt="2022-09-03T23:34:34.762" v="4104"/>
        <pc:sldMkLst>
          <pc:docMk/>
          <pc:sldMk cId="1023667642" sldId="883"/>
        </pc:sldMkLst>
      </pc:sldChg>
      <pc:sldChg chg="add">
        <pc:chgData name="Jaime De Leon R." userId="6107559c-c399-4371-a23a-d124d3599f82" providerId="ADAL" clId="{624DAD03-7EA8-480C-BE9E-52E579F4DA96}" dt="2022-09-03T23:34:34.762" v="4104"/>
        <pc:sldMkLst>
          <pc:docMk/>
          <pc:sldMk cId="1585766251" sldId="884"/>
        </pc:sldMkLst>
      </pc:sldChg>
      <pc:sldChg chg="modSp add">
        <pc:chgData name="Jaime De Leon R." userId="6107559c-c399-4371-a23a-d124d3599f82" providerId="ADAL" clId="{624DAD03-7EA8-480C-BE9E-52E579F4DA96}" dt="2022-09-03T23:54:28.598" v="4279" actId="108"/>
        <pc:sldMkLst>
          <pc:docMk/>
          <pc:sldMk cId="925331773" sldId="885"/>
        </pc:sldMkLst>
      </pc:sldChg>
      <pc:sldChg chg="add">
        <pc:chgData name="Jaime De Leon R." userId="6107559c-c399-4371-a23a-d124d3599f82" providerId="ADAL" clId="{624DAD03-7EA8-480C-BE9E-52E579F4DA96}" dt="2022-09-03T23:34:34.762" v="4104"/>
        <pc:sldMkLst>
          <pc:docMk/>
          <pc:sldMk cId="3955120288" sldId="886"/>
        </pc:sldMkLst>
      </pc:sldChg>
      <pc:sldChg chg="add">
        <pc:chgData name="Jaime De Leon R." userId="6107559c-c399-4371-a23a-d124d3599f82" providerId="ADAL" clId="{624DAD03-7EA8-480C-BE9E-52E579F4DA96}" dt="2022-09-03T23:34:34.762" v="4104"/>
        <pc:sldMkLst>
          <pc:docMk/>
          <pc:sldMk cId="3087940803" sldId="887"/>
        </pc:sldMkLst>
      </pc:sldChg>
      <pc:sldChg chg="add">
        <pc:chgData name="Jaime De Leon R." userId="6107559c-c399-4371-a23a-d124d3599f82" providerId="ADAL" clId="{624DAD03-7EA8-480C-BE9E-52E579F4DA96}" dt="2022-08-17T01:32:33.063" v="2738"/>
        <pc:sldMkLst>
          <pc:docMk/>
          <pc:sldMk cId="871064877" sldId="889"/>
        </pc:sldMkLst>
      </pc:sldChg>
      <pc:sldChg chg="add">
        <pc:chgData name="Jaime De Leon R." userId="6107559c-c399-4371-a23a-d124d3599f82" providerId="ADAL" clId="{624DAD03-7EA8-480C-BE9E-52E579F4DA96}" dt="2022-08-17T01:32:33.063" v="2738"/>
        <pc:sldMkLst>
          <pc:docMk/>
          <pc:sldMk cId="4024030594" sldId="890"/>
        </pc:sldMkLst>
      </pc:sldChg>
      <pc:sldChg chg="add">
        <pc:chgData name="Jaime De Leon R." userId="6107559c-c399-4371-a23a-d124d3599f82" providerId="ADAL" clId="{624DAD03-7EA8-480C-BE9E-52E579F4DA96}" dt="2022-08-17T01:32:33.063" v="2738"/>
        <pc:sldMkLst>
          <pc:docMk/>
          <pc:sldMk cId="465591615" sldId="891"/>
        </pc:sldMkLst>
      </pc:sldChg>
      <pc:sldChg chg="add">
        <pc:chgData name="Jaime De Leon R." userId="6107559c-c399-4371-a23a-d124d3599f82" providerId="ADAL" clId="{624DAD03-7EA8-480C-BE9E-52E579F4DA96}" dt="2022-08-17T01:32:33.063" v="2738"/>
        <pc:sldMkLst>
          <pc:docMk/>
          <pc:sldMk cId="1790269909" sldId="892"/>
        </pc:sldMkLst>
      </pc:sldChg>
      <pc:sldChg chg="add">
        <pc:chgData name="Jaime De Leon R." userId="6107559c-c399-4371-a23a-d124d3599f82" providerId="ADAL" clId="{624DAD03-7EA8-480C-BE9E-52E579F4DA96}" dt="2022-08-17T02:05:00.146" v="3762"/>
        <pc:sldMkLst>
          <pc:docMk/>
          <pc:sldMk cId="3938246996" sldId="893"/>
        </pc:sldMkLst>
      </pc:sldChg>
      <pc:sldChg chg="add">
        <pc:chgData name="Jaime De Leon R." userId="6107559c-c399-4371-a23a-d124d3599f82" providerId="ADAL" clId="{624DAD03-7EA8-480C-BE9E-52E579F4DA96}" dt="2022-08-17T02:05:00.146" v="3762"/>
        <pc:sldMkLst>
          <pc:docMk/>
          <pc:sldMk cId="841876529" sldId="894"/>
        </pc:sldMkLst>
      </pc:sldChg>
      <pc:sldChg chg="add">
        <pc:chgData name="Jaime De Leon R." userId="6107559c-c399-4371-a23a-d124d3599f82" providerId="ADAL" clId="{624DAD03-7EA8-480C-BE9E-52E579F4DA96}" dt="2022-08-17T02:05:00.146" v="3762"/>
        <pc:sldMkLst>
          <pc:docMk/>
          <pc:sldMk cId="2518130490" sldId="895"/>
        </pc:sldMkLst>
      </pc:sldChg>
      <pc:sldChg chg="add">
        <pc:chgData name="Jaime De Leon R." userId="6107559c-c399-4371-a23a-d124d3599f82" providerId="ADAL" clId="{624DAD03-7EA8-480C-BE9E-52E579F4DA96}" dt="2022-08-17T02:05:00.146" v="3762"/>
        <pc:sldMkLst>
          <pc:docMk/>
          <pc:sldMk cId="2905259575" sldId="896"/>
        </pc:sldMkLst>
      </pc:sldChg>
      <pc:sldChg chg="modSp add mod">
        <pc:chgData name="Jaime De Leon R." userId="6107559c-c399-4371-a23a-d124d3599f82" providerId="ADAL" clId="{624DAD03-7EA8-480C-BE9E-52E579F4DA96}" dt="2022-08-17T02:24:43.577" v="3865" actId="14100"/>
        <pc:sldMkLst>
          <pc:docMk/>
          <pc:sldMk cId="3856922535" sldId="897"/>
        </pc:sldMkLst>
      </pc:sldChg>
      <pc:sldChg chg="add">
        <pc:chgData name="Jaime De Leon R." userId="6107559c-c399-4371-a23a-d124d3599f82" providerId="ADAL" clId="{624DAD03-7EA8-480C-BE9E-52E579F4DA96}" dt="2022-08-17T02:05:00.146" v="3762"/>
        <pc:sldMkLst>
          <pc:docMk/>
          <pc:sldMk cId="2406619845" sldId="898"/>
        </pc:sldMkLst>
      </pc:sldChg>
      <pc:sldChg chg="add">
        <pc:chgData name="Jaime De Leon R." userId="6107559c-c399-4371-a23a-d124d3599f82" providerId="ADAL" clId="{624DAD03-7EA8-480C-BE9E-52E579F4DA96}" dt="2022-09-03T23:34:34.762" v="4104"/>
        <pc:sldMkLst>
          <pc:docMk/>
          <pc:sldMk cId="3875255785" sldId="903"/>
        </pc:sldMkLst>
      </pc:sldChg>
      <pc:sldChg chg="add">
        <pc:chgData name="Jaime De Leon R." userId="6107559c-c399-4371-a23a-d124d3599f82" providerId="ADAL" clId="{624DAD03-7EA8-480C-BE9E-52E579F4DA96}" dt="2022-09-03T23:34:34.762" v="4104"/>
        <pc:sldMkLst>
          <pc:docMk/>
          <pc:sldMk cId="2509020533" sldId="904"/>
        </pc:sldMkLst>
      </pc:sldChg>
      <pc:sldChg chg="add">
        <pc:chgData name="Jaime De Leon R." userId="6107559c-c399-4371-a23a-d124d3599f82" providerId="ADAL" clId="{624DAD03-7EA8-480C-BE9E-52E579F4DA96}" dt="2022-09-03T23:34:34.762" v="4104"/>
        <pc:sldMkLst>
          <pc:docMk/>
          <pc:sldMk cId="2961314543" sldId="905"/>
        </pc:sldMkLst>
      </pc:sldChg>
      <pc:sldChg chg="add">
        <pc:chgData name="Jaime De Leon R." userId="6107559c-c399-4371-a23a-d124d3599f82" providerId="ADAL" clId="{624DAD03-7EA8-480C-BE9E-52E579F4DA96}" dt="2022-09-03T23:34:34.762" v="4104"/>
        <pc:sldMkLst>
          <pc:docMk/>
          <pc:sldMk cId="3088825310" sldId="906"/>
        </pc:sldMkLst>
      </pc:sldChg>
      <pc:sldChg chg="add">
        <pc:chgData name="Jaime De Leon R." userId="6107559c-c399-4371-a23a-d124d3599f82" providerId="ADAL" clId="{624DAD03-7EA8-480C-BE9E-52E579F4DA96}" dt="2022-09-03T23:34:34.762" v="4104"/>
        <pc:sldMkLst>
          <pc:docMk/>
          <pc:sldMk cId="2076383956" sldId="907"/>
        </pc:sldMkLst>
      </pc:sldChg>
      <pc:sldChg chg="add">
        <pc:chgData name="Jaime De Leon R." userId="6107559c-c399-4371-a23a-d124d3599f82" providerId="ADAL" clId="{624DAD03-7EA8-480C-BE9E-52E579F4DA96}" dt="2022-08-17T02:05:00.146" v="3762"/>
        <pc:sldMkLst>
          <pc:docMk/>
          <pc:sldMk cId="522499914" sldId="908"/>
        </pc:sldMkLst>
      </pc:sldChg>
      <pc:sldChg chg="add">
        <pc:chgData name="Jaime De Leon R." userId="6107559c-c399-4371-a23a-d124d3599f82" providerId="ADAL" clId="{624DAD03-7EA8-480C-BE9E-52E579F4DA96}" dt="2022-08-17T01:43:32.118" v="2860"/>
        <pc:sldMkLst>
          <pc:docMk/>
          <pc:sldMk cId="771181928" sldId="1012"/>
        </pc:sldMkLst>
      </pc:sldChg>
      <pc:sldChg chg="add">
        <pc:chgData name="Jaime De Leon R." userId="6107559c-c399-4371-a23a-d124d3599f82" providerId="ADAL" clId="{624DAD03-7EA8-480C-BE9E-52E579F4DA96}" dt="2022-08-17T01:43:32.118" v="2860"/>
        <pc:sldMkLst>
          <pc:docMk/>
          <pc:sldMk cId="1844813317" sldId="1013"/>
        </pc:sldMkLst>
      </pc:sldChg>
      <pc:sldChg chg="add">
        <pc:chgData name="Jaime De Leon R." userId="6107559c-c399-4371-a23a-d124d3599f82" providerId="ADAL" clId="{624DAD03-7EA8-480C-BE9E-52E579F4DA96}" dt="2022-10-03T03:37:29.142" v="4288"/>
        <pc:sldMkLst>
          <pc:docMk/>
          <pc:sldMk cId="2846474640" sldId="1014"/>
        </pc:sldMkLst>
      </pc:sldChg>
      <pc:sldChg chg="add del">
        <pc:chgData name="Jaime De Leon R." userId="6107559c-c399-4371-a23a-d124d3599f82" providerId="ADAL" clId="{624DAD03-7EA8-480C-BE9E-52E579F4DA96}" dt="2022-10-03T03:39:34.242" v="4291" actId="47"/>
        <pc:sldMkLst>
          <pc:docMk/>
          <pc:sldMk cId="26572101" sldId="1015"/>
        </pc:sldMkLst>
      </pc:sldChg>
      <pc:sldChg chg="add del">
        <pc:chgData name="Jaime De Leon R." userId="6107559c-c399-4371-a23a-d124d3599f82" providerId="ADAL" clId="{624DAD03-7EA8-480C-BE9E-52E579F4DA96}" dt="2022-10-03T03:39:34.242" v="4291" actId="47"/>
        <pc:sldMkLst>
          <pc:docMk/>
          <pc:sldMk cId="2190756514" sldId="1016"/>
        </pc:sldMkLst>
      </pc:sldChg>
      <pc:sldChg chg="add del">
        <pc:chgData name="Jaime De Leon R." userId="6107559c-c399-4371-a23a-d124d3599f82" providerId="ADAL" clId="{624DAD03-7EA8-480C-BE9E-52E579F4DA96}" dt="2022-10-03T03:39:34.242" v="4291" actId="47"/>
        <pc:sldMkLst>
          <pc:docMk/>
          <pc:sldMk cId="3215790978" sldId="1017"/>
        </pc:sldMkLst>
      </pc:sldChg>
      <pc:sldChg chg="add del">
        <pc:chgData name="Jaime De Leon R." userId="6107559c-c399-4371-a23a-d124d3599f82" providerId="ADAL" clId="{624DAD03-7EA8-480C-BE9E-52E579F4DA96}" dt="2022-10-03T03:39:34.242" v="4291" actId="47"/>
        <pc:sldMkLst>
          <pc:docMk/>
          <pc:sldMk cId="3490403558" sldId="1018"/>
        </pc:sldMkLst>
      </pc:sldChg>
      <pc:sldChg chg="add del">
        <pc:chgData name="Jaime De Leon R." userId="6107559c-c399-4371-a23a-d124d3599f82" providerId="ADAL" clId="{624DAD03-7EA8-480C-BE9E-52E579F4DA96}" dt="2022-10-03T03:39:34.242" v="4291" actId="47"/>
        <pc:sldMkLst>
          <pc:docMk/>
          <pc:sldMk cId="4159337826" sldId="1021"/>
        </pc:sldMkLst>
      </pc:sldChg>
      <pc:sldChg chg="add">
        <pc:chgData name="Jaime De Leon R." userId="6107559c-c399-4371-a23a-d124d3599f82" providerId="ADAL" clId="{624DAD03-7EA8-480C-BE9E-52E579F4DA96}" dt="2022-10-03T03:37:29.142" v="4288"/>
        <pc:sldMkLst>
          <pc:docMk/>
          <pc:sldMk cId="2987918989" sldId="1022"/>
        </pc:sldMkLst>
      </pc:sldChg>
      <pc:sldChg chg="add">
        <pc:chgData name="Jaime De Leon R." userId="6107559c-c399-4371-a23a-d124d3599f82" providerId="ADAL" clId="{624DAD03-7EA8-480C-BE9E-52E579F4DA96}" dt="2022-10-03T03:37:29.142" v="4288"/>
        <pc:sldMkLst>
          <pc:docMk/>
          <pc:sldMk cId="2647351409" sldId="1023"/>
        </pc:sldMkLst>
      </pc:sldChg>
      <pc:sldChg chg="add">
        <pc:chgData name="Jaime De Leon R." userId="6107559c-c399-4371-a23a-d124d3599f82" providerId="ADAL" clId="{624DAD03-7EA8-480C-BE9E-52E579F4DA96}" dt="2022-10-03T03:37:29.142" v="4288"/>
        <pc:sldMkLst>
          <pc:docMk/>
          <pc:sldMk cId="1803935185" sldId="1024"/>
        </pc:sldMkLst>
      </pc:sldChg>
      <pc:sldChg chg="add">
        <pc:chgData name="Jaime De Leon R." userId="6107559c-c399-4371-a23a-d124d3599f82" providerId="ADAL" clId="{624DAD03-7EA8-480C-BE9E-52E579F4DA96}" dt="2022-10-03T03:37:29.142" v="4288"/>
        <pc:sldMkLst>
          <pc:docMk/>
          <pc:sldMk cId="1624870237" sldId="1025"/>
        </pc:sldMkLst>
      </pc:sldChg>
      <pc:sldChg chg="add">
        <pc:chgData name="Jaime De Leon R." userId="6107559c-c399-4371-a23a-d124d3599f82" providerId="ADAL" clId="{624DAD03-7EA8-480C-BE9E-52E579F4DA96}" dt="2022-08-31T02:58:21.251" v="4015"/>
        <pc:sldMkLst>
          <pc:docMk/>
          <pc:sldMk cId="2221305419" sldId="1029"/>
        </pc:sldMkLst>
      </pc:sldChg>
      <pc:sldChg chg="add">
        <pc:chgData name="Jaime De Leon R." userId="6107559c-c399-4371-a23a-d124d3599f82" providerId="ADAL" clId="{624DAD03-7EA8-480C-BE9E-52E579F4DA96}" dt="2022-10-23T23:37:43.735" v="6937"/>
        <pc:sldMkLst>
          <pc:docMk/>
          <pc:sldMk cId="2709861828" sldId="1031"/>
        </pc:sldMkLst>
      </pc:sldChg>
      <pc:sldChg chg="modSp add mod">
        <pc:chgData name="Jaime De Leon R." userId="6107559c-c399-4371-a23a-d124d3599f82" providerId="ADAL" clId="{624DAD03-7EA8-480C-BE9E-52E579F4DA96}" dt="2022-08-31T02:59:25.989" v="4041" actId="108"/>
        <pc:sldMkLst>
          <pc:docMk/>
          <pc:sldMk cId="4136633321" sldId="1032"/>
        </pc:sldMkLst>
      </pc:sldChg>
      <pc:sldChg chg="delSp add mod">
        <pc:chgData name="Jaime De Leon R." userId="6107559c-c399-4371-a23a-d124d3599f82" providerId="ADAL" clId="{624DAD03-7EA8-480C-BE9E-52E579F4DA96}" dt="2022-08-17T02:13:24.012" v="3817" actId="478"/>
        <pc:sldMkLst>
          <pc:docMk/>
          <pc:sldMk cId="1279114899" sldId="1033"/>
        </pc:sldMkLst>
      </pc:sldChg>
      <pc:sldChg chg="add del">
        <pc:chgData name="Jaime De Leon R." userId="6107559c-c399-4371-a23a-d124d3599f82" providerId="ADAL" clId="{624DAD03-7EA8-480C-BE9E-52E579F4DA96}" dt="2022-08-17T02:33:41.768" v="3883" actId="47"/>
        <pc:sldMkLst>
          <pc:docMk/>
          <pc:sldMk cId="1201069147" sldId="1037"/>
        </pc:sldMkLst>
      </pc:sldChg>
      <pc:sldChg chg="add del">
        <pc:chgData name="Jaime De Leon R." userId="6107559c-c399-4371-a23a-d124d3599f82" providerId="ADAL" clId="{624DAD03-7EA8-480C-BE9E-52E579F4DA96}" dt="2022-08-17T02:21:31.528" v="3840" actId="47"/>
        <pc:sldMkLst>
          <pc:docMk/>
          <pc:sldMk cId="1829367851" sldId="1045"/>
        </pc:sldMkLst>
      </pc:sldChg>
      <pc:sldChg chg="add del">
        <pc:chgData name="Jaime De Leon R." userId="6107559c-c399-4371-a23a-d124d3599f82" providerId="ADAL" clId="{624DAD03-7EA8-480C-BE9E-52E579F4DA96}" dt="2022-08-17T02:21:32.587" v="3841" actId="47"/>
        <pc:sldMkLst>
          <pc:docMk/>
          <pc:sldMk cId="3985089895" sldId="1046"/>
        </pc:sldMkLst>
      </pc:sldChg>
      <pc:sldChg chg="add del">
        <pc:chgData name="Jaime De Leon R." userId="6107559c-c399-4371-a23a-d124d3599f82" providerId="ADAL" clId="{624DAD03-7EA8-480C-BE9E-52E579F4DA96}" dt="2022-08-17T02:21:33.569" v="3842" actId="47"/>
        <pc:sldMkLst>
          <pc:docMk/>
          <pc:sldMk cId="2947988180" sldId="1047"/>
        </pc:sldMkLst>
      </pc:sldChg>
      <pc:sldChg chg="add">
        <pc:chgData name="Jaime De Leon R." userId="6107559c-c399-4371-a23a-d124d3599f82" providerId="ADAL" clId="{624DAD03-7EA8-480C-BE9E-52E579F4DA96}" dt="2022-08-17T01:32:33.063" v="2738"/>
        <pc:sldMkLst>
          <pc:docMk/>
          <pc:sldMk cId="3312508792" sldId="1053"/>
        </pc:sldMkLst>
      </pc:sldChg>
      <pc:sldChg chg="modSp add">
        <pc:chgData name="Jaime De Leon R." userId="6107559c-c399-4371-a23a-d124d3599f82" providerId="ADAL" clId="{624DAD03-7EA8-480C-BE9E-52E579F4DA96}" dt="2022-08-17T01:53:06.707" v="2932" actId="20577"/>
        <pc:sldMkLst>
          <pc:docMk/>
          <pc:sldMk cId="2780116971" sldId="1054"/>
        </pc:sldMkLst>
      </pc:sldChg>
      <pc:sldChg chg="delSp modSp add mod">
        <pc:chgData name="Jaime De Leon R." userId="6107559c-c399-4371-a23a-d124d3599f82" providerId="ADAL" clId="{624DAD03-7EA8-480C-BE9E-52E579F4DA96}" dt="2022-08-31T03:04:21.498" v="4078" actId="1076"/>
        <pc:sldMkLst>
          <pc:docMk/>
          <pc:sldMk cId="1168541120" sldId="1056"/>
        </pc:sldMkLst>
      </pc:sldChg>
      <pc:sldChg chg="add del">
        <pc:chgData name="Jaime De Leon R." userId="6107559c-c399-4371-a23a-d124d3599f82" providerId="ADAL" clId="{624DAD03-7EA8-480C-BE9E-52E579F4DA96}" dt="2022-08-17T01:53:43.692" v="2933" actId="47"/>
        <pc:sldMkLst>
          <pc:docMk/>
          <pc:sldMk cId="2019879547" sldId="1057"/>
        </pc:sldMkLst>
      </pc:sldChg>
      <pc:sldChg chg="add del">
        <pc:chgData name="Jaime De Leon R." userId="6107559c-c399-4371-a23a-d124d3599f82" providerId="ADAL" clId="{624DAD03-7EA8-480C-BE9E-52E579F4DA96}" dt="2022-08-17T01:53:43.692" v="2933" actId="47"/>
        <pc:sldMkLst>
          <pc:docMk/>
          <pc:sldMk cId="36681302" sldId="1058"/>
        </pc:sldMkLst>
      </pc:sldChg>
      <pc:sldChg chg="modSp add">
        <pc:chgData name="Jaime De Leon R." userId="6107559c-c399-4371-a23a-d124d3599f82" providerId="ADAL" clId="{624DAD03-7EA8-480C-BE9E-52E579F4DA96}" dt="2022-08-31T03:06:19.487" v="4089" actId="20577"/>
        <pc:sldMkLst>
          <pc:docMk/>
          <pc:sldMk cId="1856274611" sldId="1059"/>
        </pc:sldMkLst>
      </pc:sldChg>
      <pc:sldChg chg="add">
        <pc:chgData name="Jaime De Leon R." userId="6107559c-c399-4371-a23a-d124d3599f82" providerId="ADAL" clId="{624DAD03-7EA8-480C-BE9E-52E579F4DA96}" dt="2022-08-17T02:05:00.146" v="3762"/>
        <pc:sldMkLst>
          <pc:docMk/>
          <pc:sldMk cId="2091344353" sldId="1060"/>
        </pc:sldMkLst>
      </pc:sldChg>
      <pc:sldChg chg="add">
        <pc:chgData name="Jaime De Leon R." userId="6107559c-c399-4371-a23a-d124d3599f82" providerId="ADAL" clId="{624DAD03-7EA8-480C-BE9E-52E579F4DA96}" dt="2022-09-03T23:34:34.762" v="4104"/>
        <pc:sldMkLst>
          <pc:docMk/>
          <pc:sldMk cId="1851168358" sldId="1061"/>
        </pc:sldMkLst>
      </pc:sldChg>
      <pc:sldChg chg="add del">
        <pc:chgData name="Jaime De Leon R." userId="6107559c-c399-4371-a23a-d124d3599f82" providerId="ADAL" clId="{624DAD03-7EA8-480C-BE9E-52E579F4DA96}" dt="2022-08-17T02:34:02.174" v="3884" actId="47"/>
        <pc:sldMkLst>
          <pc:docMk/>
          <pc:sldMk cId="3117115288" sldId="1071"/>
        </pc:sldMkLst>
      </pc:sldChg>
      <pc:sldChg chg="add del">
        <pc:chgData name="Jaime De Leon R." userId="6107559c-c399-4371-a23a-d124d3599f82" providerId="ADAL" clId="{624DAD03-7EA8-480C-BE9E-52E579F4DA96}" dt="2022-09-03T23:56:00.290" v="4282" actId="47"/>
        <pc:sldMkLst>
          <pc:docMk/>
          <pc:sldMk cId="3407467417" sldId="1074"/>
        </pc:sldMkLst>
      </pc:sldChg>
      <pc:sldChg chg="add del">
        <pc:chgData name="Jaime De Leon R." userId="6107559c-c399-4371-a23a-d124d3599f82" providerId="ADAL" clId="{624DAD03-7EA8-480C-BE9E-52E579F4DA96}" dt="2022-09-03T23:56:00.290" v="4282" actId="47"/>
        <pc:sldMkLst>
          <pc:docMk/>
          <pc:sldMk cId="4242786788" sldId="1075"/>
        </pc:sldMkLst>
      </pc:sldChg>
      <pc:sldChg chg="add del">
        <pc:chgData name="Jaime De Leon R." userId="6107559c-c399-4371-a23a-d124d3599f82" providerId="ADAL" clId="{624DAD03-7EA8-480C-BE9E-52E579F4DA96}" dt="2022-09-03T23:56:00.290" v="4282" actId="47"/>
        <pc:sldMkLst>
          <pc:docMk/>
          <pc:sldMk cId="3848793354" sldId="1076"/>
        </pc:sldMkLst>
      </pc:sldChg>
      <pc:sldChg chg="add del">
        <pc:chgData name="Jaime De Leon R." userId="6107559c-c399-4371-a23a-d124d3599f82" providerId="ADAL" clId="{624DAD03-7EA8-480C-BE9E-52E579F4DA96}" dt="2022-09-03T23:56:00.290" v="4282" actId="47"/>
        <pc:sldMkLst>
          <pc:docMk/>
          <pc:sldMk cId="1883030252" sldId="1077"/>
        </pc:sldMkLst>
      </pc:sldChg>
      <pc:sldChg chg="add">
        <pc:chgData name="Jaime De Leon R." userId="6107559c-c399-4371-a23a-d124d3599f82" providerId="ADAL" clId="{624DAD03-7EA8-480C-BE9E-52E579F4DA96}" dt="2022-08-17T01:32:33.063" v="2738"/>
        <pc:sldMkLst>
          <pc:docMk/>
          <pc:sldMk cId="519421820" sldId="1079"/>
        </pc:sldMkLst>
      </pc:sldChg>
      <pc:sldChg chg="add del">
        <pc:chgData name="Jaime De Leon R." userId="6107559c-c399-4371-a23a-d124d3599f82" providerId="ADAL" clId="{624DAD03-7EA8-480C-BE9E-52E579F4DA96}" dt="2022-08-17T02:34:02.174" v="3884" actId="47"/>
        <pc:sldMkLst>
          <pc:docMk/>
          <pc:sldMk cId="1771562561" sldId="1080"/>
        </pc:sldMkLst>
      </pc:sldChg>
      <pc:sldChg chg="add">
        <pc:chgData name="Jaime De Leon R." userId="6107559c-c399-4371-a23a-d124d3599f82" providerId="ADAL" clId="{624DAD03-7EA8-480C-BE9E-52E579F4DA96}" dt="2022-08-17T02:05:00.146" v="3762"/>
        <pc:sldMkLst>
          <pc:docMk/>
          <pc:sldMk cId="1625738218" sldId="1081"/>
        </pc:sldMkLst>
      </pc:sldChg>
      <pc:sldChg chg="add">
        <pc:chgData name="Jaime De Leon R." userId="6107559c-c399-4371-a23a-d124d3599f82" providerId="ADAL" clId="{624DAD03-7EA8-480C-BE9E-52E579F4DA96}" dt="2022-09-03T23:34:34.762" v="4104"/>
        <pc:sldMkLst>
          <pc:docMk/>
          <pc:sldMk cId="2193202996" sldId="1082"/>
        </pc:sldMkLst>
      </pc:sldChg>
      <pc:sldChg chg="add del">
        <pc:chgData name="Jaime De Leon R." userId="6107559c-c399-4371-a23a-d124d3599f82" providerId="ADAL" clId="{624DAD03-7EA8-480C-BE9E-52E579F4DA96}" dt="2022-09-03T23:44:56.337" v="4107" actId="47"/>
        <pc:sldMkLst>
          <pc:docMk/>
          <pc:sldMk cId="1207818722" sldId="1083"/>
        </pc:sldMkLst>
      </pc:sldChg>
      <pc:sldChg chg="add del">
        <pc:chgData name="Jaime De Leon R." userId="6107559c-c399-4371-a23a-d124d3599f82" providerId="ADAL" clId="{624DAD03-7EA8-480C-BE9E-52E579F4DA96}" dt="2022-09-03T23:52:58.104" v="4207" actId="47"/>
        <pc:sldMkLst>
          <pc:docMk/>
          <pc:sldMk cId="3766929735" sldId="1084"/>
        </pc:sldMkLst>
      </pc:sldChg>
      <pc:sldChg chg="add">
        <pc:chgData name="Jaime De Leon R." userId="6107559c-c399-4371-a23a-d124d3599f82" providerId="ADAL" clId="{624DAD03-7EA8-480C-BE9E-52E579F4DA96}" dt="2022-09-03T23:34:34.762" v="4104"/>
        <pc:sldMkLst>
          <pc:docMk/>
          <pc:sldMk cId="1297052082" sldId="1085"/>
        </pc:sldMkLst>
      </pc:sldChg>
      <pc:sldChg chg="add">
        <pc:chgData name="Jaime De Leon R." userId="6107559c-c399-4371-a23a-d124d3599f82" providerId="ADAL" clId="{624DAD03-7EA8-480C-BE9E-52E579F4DA96}" dt="2022-09-03T23:34:34.762" v="4104"/>
        <pc:sldMkLst>
          <pc:docMk/>
          <pc:sldMk cId="2760366077" sldId="1086"/>
        </pc:sldMkLst>
      </pc:sldChg>
      <pc:sldChg chg="add del">
        <pc:chgData name="Jaime De Leon R." userId="6107559c-c399-4371-a23a-d124d3599f82" providerId="ADAL" clId="{624DAD03-7EA8-480C-BE9E-52E579F4DA96}" dt="2022-09-03T23:57:29.729" v="4283" actId="47"/>
        <pc:sldMkLst>
          <pc:docMk/>
          <pc:sldMk cId="234189163" sldId="1087"/>
        </pc:sldMkLst>
      </pc:sldChg>
      <pc:sldChg chg="add del">
        <pc:chgData name="Jaime De Leon R." userId="6107559c-c399-4371-a23a-d124d3599f82" providerId="ADAL" clId="{624DAD03-7EA8-480C-BE9E-52E579F4DA96}" dt="2022-09-03T23:52:52.506" v="4206" actId="47"/>
        <pc:sldMkLst>
          <pc:docMk/>
          <pc:sldMk cId="1248837788" sldId="1099"/>
        </pc:sldMkLst>
      </pc:sldChg>
      <pc:sldChg chg="add del">
        <pc:chgData name="Jaime De Leon R." userId="6107559c-c399-4371-a23a-d124d3599f82" providerId="ADAL" clId="{624DAD03-7EA8-480C-BE9E-52E579F4DA96}" dt="2022-08-17T02:17:03.314" v="3823" actId="47"/>
        <pc:sldMkLst>
          <pc:docMk/>
          <pc:sldMk cId="2764325255" sldId="1101"/>
        </pc:sldMkLst>
      </pc:sldChg>
      <pc:sldChg chg="add del">
        <pc:chgData name="Jaime De Leon R." userId="6107559c-c399-4371-a23a-d124d3599f82" providerId="ADAL" clId="{624DAD03-7EA8-480C-BE9E-52E579F4DA96}" dt="2022-08-17T02:26:41.849" v="3870" actId="47"/>
        <pc:sldMkLst>
          <pc:docMk/>
          <pc:sldMk cId="473602114" sldId="1102"/>
        </pc:sldMkLst>
      </pc:sldChg>
      <pc:sldChg chg="add del">
        <pc:chgData name="Jaime De Leon R." userId="6107559c-c399-4371-a23a-d124d3599f82" providerId="ADAL" clId="{624DAD03-7EA8-480C-BE9E-52E579F4DA96}" dt="2022-10-03T03:35:31.970" v="4285" actId="47"/>
        <pc:sldMkLst>
          <pc:docMk/>
          <pc:sldMk cId="3614278903" sldId="1103"/>
        </pc:sldMkLst>
      </pc:sldChg>
      <pc:sldChg chg="add del">
        <pc:chgData name="Jaime De Leon R." userId="6107559c-c399-4371-a23a-d124d3599f82" providerId="ADAL" clId="{624DAD03-7EA8-480C-BE9E-52E579F4DA96}" dt="2022-10-03T03:38:55.435" v="4290" actId="47"/>
        <pc:sldMkLst>
          <pc:docMk/>
          <pc:sldMk cId="3094466389" sldId="1104"/>
        </pc:sldMkLst>
      </pc:sldChg>
      <pc:sldChg chg="add del">
        <pc:chgData name="Jaime De Leon R." userId="6107559c-c399-4371-a23a-d124d3599f82" providerId="ADAL" clId="{624DAD03-7EA8-480C-BE9E-52E579F4DA96}" dt="2022-10-23T23:39:01.545" v="6943" actId="47"/>
        <pc:sldMkLst>
          <pc:docMk/>
          <pc:sldMk cId="93087377" sldId="1106"/>
        </pc:sldMkLst>
      </pc:sldChg>
      <pc:sldChg chg="add del">
        <pc:chgData name="Jaime De Leon R." userId="6107559c-c399-4371-a23a-d124d3599f82" providerId="ADAL" clId="{624DAD03-7EA8-480C-BE9E-52E579F4DA96}" dt="2022-10-23T23:38:25.403" v="6942" actId="47"/>
        <pc:sldMkLst>
          <pc:docMk/>
          <pc:sldMk cId="121888745" sldId="1107"/>
        </pc:sldMkLst>
      </pc:sldChg>
      <pc:sldChg chg="add del">
        <pc:chgData name="Jaime De Leon R." userId="6107559c-c399-4371-a23a-d124d3599f82" providerId="ADAL" clId="{624DAD03-7EA8-480C-BE9E-52E579F4DA96}" dt="2022-09-03T23:36:23.422" v="4105" actId="47"/>
        <pc:sldMkLst>
          <pc:docMk/>
          <pc:sldMk cId="1074775438" sldId="1109"/>
        </pc:sldMkLst>
      </pc:sldChg>
      <pc:sldChg chg="add del">
        <pc:chgData name="Jaime De Leon R." userId="6107559c-c399-4371-a23a-d124d3599f82" providerId="ADAL" clId="{624DAD03-7EA8-480C-BE9E-52E579F4DA96}" dt="2022-09-03T23:56:00.290" v="4282" actId="47"/>
        <pc:sldMkLst>
          <pc:docMk/>
          <pc:sldMk cId="1442816669" sldId="1110"/>
        </pc:sldMkLst>
      </pc:sldChg>
      <pc:sldChg chg="add del">
        <pc:chgData name="Jaime De Leon R." userId="6107559c-c399-4371-a23a-d124d3599f82" providerId="ADAL" clId="{624DAD03-7EA8-480C-BE9E-52E579F4DA96}" dt="2022-09-03T23:56:00.290" v="4282" actId="47"/>
        <pc:sldMkLst>
          <pc:docMk/>
          <pc:sldMk cId="1997514224" sldId="1111"/>
        </pc:sldMkLst>
      </pc:sldChg>
      <pc:sldChg chg="add del">
        <pc:chgData name="Jaime De Leon R." userId="6107559c-c399-4371-a23a-d124d3599f82" providerId="ADAL" clId="{624DAD03-7EA8-480C-BE9E-52E579F4DA96}" dt="2022-09-03T23:56:00.290" v="4282" actId="47"/>
        <pc:sldMkLst>
          <pc:docMk/>
          <pc:sldMk cId="1612723752" sldId="1112"/>
        </pc:sldMkLst>
      </pc:sldChg>
      <pc:sldChg chg="delSp modSp add mod">
        <pc:chgData name="Jaime De Leon R." userId="6107559c-c399-4371-a23a-d124d3599f82" providerId="ADAL" clId="{624DAD03-7EA8-480C-BE9E-52E579F4DA96}" dt="2022-08-31T03:01:57.397" v="4069" actId="1076"/>
        <pc:sldMkLst>
          <pc:docMk/>
          <pc:sldMk cId="3556707947" sldId="1117"/>
        </pc:sldMkLst>
      </pc:sldChg>
      <pc:sldChg chg="add">
        <pc:chgData name="Jaime De Leon R." userId="6107559c-c399-4371-a23a-d124d3599f82" providerId="ADAL" clId="{624DAD03-7EA8-480C-BE9E-52E579F4DA96}" dt="2022-10-23T23:37:43.735" v="6937"/>
        <pc:sldMkLst>
          <pc:docMk/>
          <pc:sldMk cId="1559932029" sldId="1125"/>
        </pc:sldMkLst>
      </pc:sldChg>
      <pc:sldChg chg="add">
        <pc:chgData name="Jaime De Leon R." userId="6107559c-c399-4371-a23a-d124d3599f82" providerId="ADAL" clId="{624DAD03-7EA8-480C-BE9E-52E579F4DA96}" dt="2022-10-23T23:37:43.735" v="6937"/>
        <pc:sldMkLst>
          <pc:docMk/>
          <pc:sldMk cId="1798642139" sldId="1126"/>
        </pc:sldMkLst>
      </pc:sldChg>
      <pc:sldChg chg="add">
        <pc:chgData name="Jaime De Leon R." userId="6107559c-c399-4371-a23a-d124d3599f82" providerId="ADAL" clId="{624DAD03-7EA8-480C-BE9E-52E579F4DA96}" dt="2022-10-23T23:37:43.735" v="6937"/>
        <pc:sldMkLst>
          <pc:docMk/>
          <pc:sldMk cId="151215994" sldId="1127"/>
        </pc:sldMkLst>
      </pc:sldChg>
      <pc:sldChg chg="add">
        <pc:chgData name="Jaime De Leon R." userId="6107559c-c399-4371-a23a-d124d3599f82" providerId="ADAL" clId="{624DAD03-7EA8-480C-BE9E-52E579F4DA96}" dt="2022-10-23T23:37:43.735" v="6937"/>
        <pc:sldMkLst>
          <pc:docMk/>
          <pc:sldMk cId="2568955400" sldId="1128"/>
        </pc:sldMkLst>
      </pc:sldChg>
      <pc:sldChg chg="add">
        <pc:chgData name="Jaime De Leon R." userId="6107559c-c399-4371-a23a-d124d3599f82" providerId="ADAL" clId="{624DAD03-7EA8-480C-BE9E-52E579F4DA96}" dt="2022-10-23T23:37:43.735" v="6937"/>
        <pc:sldMkLst>
          <pc:docMk/>
          <pc:sldMk cId="909437640" sldId="1129"/>
        </pc:sldMkLst>
      </pc:sldChg>
      <pc:sldChg chg="add">
        <pc:chgData name="Jaime De Leon R." userId="6107559c-c399-4371-a23a-d124d3599f82" providerId="ADAL" clId="{624DAD03-7EA8-480C-BE9E-52E579F4DA96}" dt="2022-10-23T23:37:43.735" v="6937"/>
        <pc:sldMkLst>
          <pc:docMk/>
          <pc:sldMk cId="3417948627" sldId="1130"/>
        </pc:sldMkLst>
      </pc:sldChg>
      <pc:sldChg chg="add">
        <pc:chgData name="Jaime De Leon R." userId="6107559c-c399-4371-a23a-d124d3599f82" providerId="ADAL" clId="{624DAD03-7EA8-480C-BE9E-52E579F4DA96}" dt="2022-10-23T23:37:43.735" v="6937"/>
        <pc:sldMkLst>
          <pc:docMk/>
          <pc:sldMk cId="3742745074" sldId="1131"/>
        </pc:sldMkLst>
      </pc:sldChg>
      <pc:sldChg chg="add">
        <pc:chgData name="Jaime De Leon R." userId="6107559c-c399-4371-a23a-d124d3599f82" providerId="ADAL" clId="{624DAD03-7EA8-480C-BE9E-52E579F4DA96}" dt="2022-10-23T23:37:43.735" v="6937"/>
        <pc:sldMkLst>
          <pc:docMk/>
          <pc:sldMk cId="1221316993" sldId="1132"/>
        </pc:sldMkLst>
      </pc:sldChg>
      <pc:sldChg chg="add">
        <pc:chgData name="Jaime De Leon R." userId="6107559c-c399-4371-a23a-d124d3599f82" providerId="ADAL" clId="{624DAD03-7EA8-480C-BE9E-52E579F4DA96}" dt="2022-10-23T23:37:43.735" v="6937"/>
        <pc:sldMkLst>
          <pc:docMk/>
          <pc:sldMk cId="616309294" sldId="1133"/>
        </pc:sldMkLst>
      </pc:sldChg>
      <pc:sldChg chg="add del">
        <pc:chgData name="Jaime De Leon R." userId="6107559c-c399-4371-a23a-d124d3599f82" providerId="ADAL" clId="{624DAD03-7EA8-480C-BE9E-52E579F4DA96}" dt="2022-08-17T02:33:41.768" v="3883" actId="47"/>
        <pc:sldMkLst>
          <pc:docMk/>
          <pc:sldMk cId="2438673161" sldId="1136"/>
        </pc:sldMkLst>
      </pc:sldChg>
      <pc:sldChg chg="add del">
        <pc:chgData name="Jaime De Leon R." userId="6107559c-c399-4371-a23a-d124d3599f82" providerId="ADAL" clId="{624DAD03-7EA8-480C-BE9E-52E579F4DA96}" dt="2022-08-17T02:34:02.174" v="3884" actId="47"/>
        <pc:sldMkLst>
          <pc:docMk/>
          <pc:sldMk cId="2187702875" sldId="1144"/>
        </pc:sldMkLst>
      </pc:sldChg>
      <pc:sldChg chg="add">
        <pc:chgData name="Jaime De Leon R." userId="6107559c-c399-4371-a23a-d124d3599f82" providerId="ADAL" clId="{624DAD03-7EA8-480C-BE9E-52E579F4DA96}" dt="2022-10-03T03:35:11.901" v="4284"/>
        <pc:sldMkLst>
          <pc:docMk/>
          <pc:sldMk cId="1161649281" sldId="1148"/>
        </pc:sldMkLst>
      </pc:sldChg>
      <pc:sldChg chg="add">
        <pc:chgData name="Jaime De Leon R." userId="6107559c-c399-4371-a23a-d124d3599f82" providerId="ADAL" clId="{624DAD03-7EA8-480C-BE9E-52E579F4DA96}" dt="2022-10-03T03:37:29.142" v="4288"/>
        <pc:sldMkLst>
          <pc:docMk/>
          <pc:sldMk cId="360022230" sldId="1150"/>
        </pc:sldMkLst>
      </pc:sldChg>
      <pc:sldChg chg="add">
        <pc:chgData name="Jaime De Leon R." userId="6107559c-c399-4371-a23a-d124d3599f82" providerId="ADAL" clId="{624DAD03-7EA8-480C-BE9E-52E579F4DA96}" dt="2022-08-31T02:58:21.251" v="4015"/>
        <pc:sldMkLst>
          <pc:docMk/>
          <pc:sldMk cId="83138292" sldId="1152"/>
        </pc:sldMkLst>
      </pc:sldChg>
      <pc:sldChg chg="add">
        <pc:chgData name="Jaime De Leon R." userId="6107559c-c399-4371-a23a-d124d3599f82" providerId="ADAL" clId="{624DAD03-7EA8-480C-BE9E-52E579F4DA96}" dt="2022-08-31T03:13:04.878" v="4100"/>
        <pc:sldMkLst>
          <pc:docMk/>
          <pc:sldMk cId="2750197738" sldId="1153"/>
        </pc:sldMkLst>
      </pc:sldChg>
      <pc:sldChg chg="add del">
        <pc:chgData name="Jaime De Leon R." userId="6107559c-c399-4371-a23a-d124d3599f82" providerId="ADAL" clId="{624DAD03-7EA8-480C-BE9E-52E579F4DA96}" dt="2022-08-17T02:34:02.174" v="3884" actId="47"/>
        <pc:sldMkLst>
          <pc:docMk/>
          <pc:sldMk cId="2858935070" sldId="1154"/>
        </pc:sldMkLst>
      </pc:sldChg>
      <pc:sldChg chg="add">
        <pc:chgData name="Jaime De Leon R." userId="6107559c-c399-4371-a23a-d124d3599f82" providerId="ADAL" clId="{624DAD03-7EA8-480C-BE9E-52E579F4DA96}" dt="2022-10-03T03:37:29.142" v="4288"/>
        <pc:sldMkLst>
          <pc:docMk/>
          <pc:sldMk cId="3985092860" sldId="1155"/>
        </pc:sldMkLst>
      </pc:sldChg>
      <pc:sldChg chg="addSp modSp add mod">
        <pc:chgData name="Jaime De Leon R." userId="6107559c-c399-4371-a23a-d124d3599f82" providerId="ADAL" clId="{624DAD03-7EA8-480C-BE9E-52E579F4DA96}" dt="2022-08-17T01:45:28.207" v="2879" actId="20577"/>
        <pc:sldMkLst>
          <pc:docMk/>
          <pc:sldMk cId="339359526" sldId="1159"/>
        </pc:sldMkLst>
      </pc:sldChg>
      <pc:sldChg chg="add del">
        <pc:chgData name="Jaime De Leon R." userId="6107559c-c399-4371-a23a-d124d3599f82" providerId="ADAL" clId="{624DAD03-7EA8-480C-BE9E-52E579F4DA96}" dt="2022-08-17T01:45:32.927" v="2881" actId="47"/>
        <pc:sldMkLst>
          <pc:docMk/>
          <pc:sldMk cId="2911345982" sldId="1160"/>
        </pc:sldMkLst>
      </pc:sldChg>
      <pc:sldChg chg="modSp add mod">
        <pc:chgData name="Jaime De Leon R." userId="6107559c-c399-4371-a23a-d124d3599f82" providerId="ADAL" clId="{624DAD03-7EA8-480C-BE9E-52E579F4DA96}" dt="2022-08-17T02:02:56.592" v="3760" actId="113"/>
        <pc:sldMkLst>
          <pc:docMk/>
          <pc:sldMk cId="2588430726" sldId="1161"/>
        </pc:sldMkLst>
      </pc:sldChg>
      <pc:sldChg chg="add">
        <pc:chgData name="Jaime De Leon R." userId="6107559c-c399-4371-a23a-d124d3599f82" providerId="ADAL" clId="{624DAD03-7EA8-480C-BE9E-52E579F4DA96}" dt="2022-10-23T23:37:43.735" v="6937"/>
        <pc:sldMkLst>
          <pc:docMk/>
          <pc:sldMk cId="1703692973" sldId="1163"/>
        </pc:sldMkLst>
      </pc:sldChg>
      <pc:sldChg chg="add">
        <pc:chgData name="Jaime De Leon R." userId="6107559c-c399-4371-a23a-d124d3599f82" providerId="ADAL" clId="{624DAD03-7EA8-480C-BE9E-52E579F4DA96}" dt="2022-08-14T21:56:45.960" v="2180"/>
        <pc:sldMkLst>
          <pc:docMk/>
          <pc:sldMk cId="390468811" sldId="1166"/>
        </pc:sldMkLst>
      </pc:sldChg>
      <pc:sldChg chg="modSp add mod modAnim">
        <pc:chgData name="Jaime De Leon R." userId="6107559c-c399-4371-a23a-d124d3599f82" providerId="ADAL" clId="{624DAD03-7EA8-480C-BE9E-52E579F4DA96}" dt="2022-08-14T22:08:57.429" v="2737"/>
        <pc:sldMkLst>
          <pc:docMk/>
          <pc:sldMk cId="1709013837" sldId="1167"/>
        </pc:sldMkLst>
      </pc:sldChg>
      <pc:sldChg chg="modSp add mod">
        <pc:chgData name="Jaime De Leon R." userId="6107559c-c399-4371-a23a-d124d3599f82" providerId="ADAL" clId="{624DAD03-7EA8-480C-BE9E-52E579F4DA96}" dt="2022-08-17T01:39:58.367" v="2857" actId="20577"/>
        <pc:sldMkLst>
          <pc:docMk/>
          <pc:sldMk cId="1434943166" sldId="1168"/>
        </pc:sldMkLst>
      </pc:sldChg>
      <pc:sldChg chg="modSp add del mod">
        <pc:chgData name="Jaime De Leon R." userId="6107559c-c399-4371-a23a-d124d3599f82" providerId="ADAL" clId="{624DAD03-7EA8-480C-BE9E-52E579F4DA96}" dt="2022-08-17T01:59:20.536" v="3554" actId="27636"/>
        <pc:sldMkLst>
          <pc:docMk/>
          <pc:sldMk cId="2506140518" sldId="1169"/>
        </pc:sldMkLst>
      </pc:sldChg>
      <pc:sldChg chg="add del">
        <pc:chgData name="Jaime De Leon R." userId="6107559c-c399-4371-a23a-d124d3599f82" providerId="ADAL" clId="{624DAD03-7EA8-480C-BE9E-52E579F4DA96}" dt="2022-08-17T01:52:16.796" v="2917" actId="47"/>
        <pc:sldMkLst>
          <pc:docMk/>
          <pc:sldMk cId="4029283122" sldId="1169"/>
        </pc:sldMkLst>
      </pc:sldChg>
      <pc:sldChg chg="modSp add mod">
        <pc:chgData name="Jaime De Leon R." userId="6107559c-c399-4371-a23a-d124d3599f82" providerId="ADAL" clId="{624DAD03-7EA8-480C-BE9E-52E579F4DA96}" dt="2022-08-17T02:08:57.959" v="3803" actId="6549"/>
        <pc:sldMkLst>
          <pc:docMk/>
          <pc:sldMk cId="3180307651" sldId="1170"/>
        </pc:sldMkLst>
      </pc:sldChg>
      <pc:sldChg chg="addSp delSp modSp add mod">
        <pc:chgData name="Jaime De Leon R." userId="6107559c-c399-4371-a23a-d124d3599f82" providerId="ADAL" clId="{624DAD03-7EA8-480C-BE9E-52E579F4DA96}" dt="2022-08-31T02:57:12.385" v="3994" actId="20577"/>
        <pc:sldMkLst>
          <pc:docMk/>
          <pc:sldMk cId="3045847813" sldId="1171"/>
        </pc:sldMkLst>
      </pc:sldChg>
      <pc:sldChg chg="modSp add mod">
        <pc:chgData name="Jaime De Leon R." userId="6107559c-c399-4371-a23a-d124d3599f82" providerId="ADAL" clId="{624DAD03-7EA8-480C-BE9E-52E579F4DA96}" dt="2022-08-31T02:58:05.697" v="4014" actId="20577"/>
        <pc:sldMkLst>
          <pc:docMk/>
          <pc:sldMk cId="890212291" sldId="1172"/>
        </pc:sldMkLst>
      </pc:sldChg>
      <pc:sldChg chg="addSp delSp modSp add mod">
        <pc:chgData name="Jaime De Leon R." userId="6107559c-c399-4371-a23a-d124d3599f82" providerId="ADAL" clId="{624DAD03-7EA8-480C-BE9E-52E579F4DA96}" dt="2022-10-05T03:28:08.104" v="5662" actId="313"/>
        <pc:sldMkLst>
          <pc:docMk/>
          <pc:sldMk cId="2281634523" sldId="1173"/>
        </pc:sldMkLst>
      </pc:sldChg>
      <pc:sldChg chg="addSp modSp add mod">
        <pc:chgData name="Jaime De Leon R." userId="6107559c-c399-4371-a23a-d124d3599f82" providerId="ADAL" clId="{624DAD03-7EA8-480C-BE9E-52E579F4DA96}" dt="2022-10-05T03:33:41.548" v="6009" actId="20577"/>
        <pc:sldMkLst>
          <pc:docMk/>
          <pc:sldMk cId="2008791679" sldId="1174"/>
        </pc:sldMkLst>
      </pc:sldChg>
      <pc:sldChg chg="addSp delSp modSp add mod">
        <pc:chgData name="Jaime De Leon R." userId="6107559c-c399-4371-a23a-d124d3599f82" providerId="ADAL" clId="{624DAD03-7EA8-480C-BE9E-52E579F4DA96}" dt="2022-10-05T03:40:37.106" v="6936" actId="20577"/>
        <pc:sldMkLst>
          <pc:docMk/>
          <pc:sldMk cId="2267628682" sldId="1175"/>
        </pc:sldMkLst>
      </pc:sldChg>
      <pc:sldChg chg="add">
        <pc:chgData name="Jaime De Leon R." userId="6107559c-c399-4371-a23a-d124d3599f82" providerId="ADAL" clId="{624DAD03-7EA8-480C-BE9E-52E579F4DA96}" dt="2022-10-23T23:37:43.735" v="6937"/>
        <pc:sldMkLst>
          <pc:docMk/>
          <pc:sldMk cId="1149699690" sldId="1176"/>
        </pc:sldMkLst>
      </pc:sldChg>
      <pc:sldChg chg="add">
        <pc:chgData name="Jaime De Leon R." userId="6107559c-c399-4371-a23a-d124d3599f82" providerId="ADAL" clId="{624DAD03-7EA8-480C-BE9E-52E579F4DA96}" dt="2022-10-23T23:37:43.735" v="6937"/>
        <pc:sldMkLst>
          <pc:docMk/>
          <pc:sldMk cId="2162640034" sldId="1177"/>
        </pc:sldMkLst>
      </pc:sldChg>
      <pc:sldMasterChg chg="setBg modSldLayout">
        <pc:chgData name="Jaime De Leon R." userId="6107559c-c399-4371-a23a-d124d3599f82" providerId="ADAL" clId="{624DAD03-7EA8-480C-BE9E-52E579F4DA96}" dt="2022-08-14T20:32:07.668" v="11"/>
        <pc:sldMasterMkLst>
          <pc:docMk/>
          <pc:sldMasterMk cId="3467965346" sldId="2147483648"/>
        </pc:sldMasterMkLst>
        <pc:sldLayoutChg chg="setBg">
          <pc:chgData name="Jaime De Leon R." userId="6107559c-c399-4371-a23a-d124d3599f82" providerId="ADAL" clId="{624DAD03-7EA8-480C-BE9E-52E579F4DA96}" dt="2022-08-14T20:32:07.668" v="11"/>
          <pc:sldLayoutMkLst>
            <pc:docMk/>
            <pc:sldMasterMk cId="3467965346" sldId="2147483648"/>
            <pc:sldLayoutMk cId="708897265" sldId="2147483649"/>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105018455" sldId="2147483650"/>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363376764" sldId="2147483651"/>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1486528371" sldId="2147483652"/>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503281134" sldId="2147483653"/>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3763891785" sldId="2147483654"/>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228340060" sldId="2147483655"/>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2021166046" sldId="2147483656"/>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3831825981" sldId="2147483657"/>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1374907462" sldId="2147483658"/>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1075118286" sldId="2147483659"/>
          </pc:sldLayoutMkLst>
        </pc:sldLayoutChg>
        <pc:sldLayoutChg chg="setBg">
          <pc:chgData name="Jaime De Leon R." userId="6107559c-c399-4371-a23a-d124d3599f82" providerId="ADAL" clId="{624DAD03-7EA8-480C-BE9E-52E579F4DA96}" dt="2022-08-14T20:32:07.668" v="11"/>
          <pc:sldLayoutMkLst>
            <pc:docMk/>
            <pc:sldMasterMk cId="3467965346" sldId="2147483648"/>
            <pc:sldLayoutMk cId="12966980" sldId="2147483660"/>
          </pc:sldLayoutMkLst>
        </pc:sldLayoutChg>
      </pc:sldMasterChg>
    </pc:docChg>
  </pc:docChgLst>
  <pc:docChgLst>
    <pc:chgData name="Jaime De Leon R." userId="6107559c-c399-4371-a23a-d124d3599f82" providerId="ADAL" clId="{283FBDD0-05BE-433C-84D7-7A25FC83E3D0}"/>
    <pc:docChg chg="modSld">
      <pc:chgData name="Jaime De Leon R." userId="6107559c-c399-4371-a23a-d124d3599f82" providerId="ADAL" clId="{283FBDD0-05BE-433C-84D7-7A25FC83E3D0}" dt="2022-06-10T16:42:10.344" v="32" actId="20577"/>
      <pc:docMkLst>
        <pc:docMk/>
      </pc:docMkLst>
      <pc:sldChg chg="modSp mod">
        <pc:chgData name="Jaime De Leon R." userId="6107559c-c399-4371-a23a-d124d3599f82" providerId="ADAL" clId="{283FBDD0-05BE-433C-84D7-7A25FC83E3D0}" dt="2022-06-10T16:42:10.344" v="32" actId="20577"/>
        <pc:sldMkLst>
          <pc:docMk/>
          <pc:sldMk cId="2100704877" sldId="34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528392-E43A-4EE5-8BE8-376268FE7625}"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s-MX"/>
        </a:p>
      </dgm:t>
    </dgm:pt>
    <dgm:pt modelId="{6FB079AB-2D07-4952-BFE5-B6D0DF3149B8}">
      <dgm:prSet phldrT="[Text]"/>
      <dgm:spPr/>
      <dgm:t>
        <a:bodyPr/>
        <a:lstStyle/>
        <a:p>
          <a:r>
            <a:rPr lang="es-MX" dirty="0"/>
            <a:t>Fideicomitente</a:t>
          </a:r>
        </a:p>
      </dgm:t>
    </dgm:pt>
    <dgm:pt modelId="{B76695EE-831D-46A0-B695-288A88A71ACD}" type="parTrans" cxnId="{44269E9E-A48F-403B-89AA-3DA5C31CEEB6}">
      <dgm:prSet/>
      <dgm:spPr/>
      <dgm:t>
        <a:bodyPr/>
        <a:lstStyle/>
        <a:p>
          <a:endParaRPr lang="es-MX"/>
        </a:p>
      </dgm:t>
    </dgm:pt>
    <dgm:pt modelId="{1629D9B6-8DEC-4805-A910-F97C9930EAB7}" type="sibTrans" cxnId="{44269E9E-A48F-403B-89AA-3DA5C31CEEB6}">
      <dgm:prSet/>
      <dgm:spPr/>
      <dgm:t>
        <a:bodyPr/>
        <a:lstStyle/>
        <a:p>
          <a:endParaRPr lang="es-MX"/>
        </a:p>
      </dgm:t>
    </dgm:pt>
    <dgm:pt modelId="{6E52741E-1640-4CA2-9920-6052F133D864}">
      <dgm:prSet phldrT="[Text]"/>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s-MX" dirty="0"/>
            <a:t>En virtud del fideicomiso, el fideicomitente transmite a una institución fiduciaria la propiedad o la titularidad de uno o más bienes o derechos, según sea el caso, para ser destinados a fines lícitos y determinados, encomendando la realización de dichos fines a la propia institución fiduciaria. (LGTOC 381)</a:t>
          </a:r>
        </a:p>
        <a:p>
          <a:pPr marL="114300" indent="0" defTabSz="533400">
            <a:lnSpc>
              <a:spcPct val="90000"/>
            </a:lnSpc>
            <a:spcBef>
              <a:spcPct val="0"/>
            </a:spcBef>
            <a:spcAft>
              <a:spcPct val="15000"/>
            </a:spcAft>
            <a:buNone/>
          </a:pPr>
          <a:endParaRPr lang="es-MX" dirty="0"/>
        </a:p>
      </dgm:t>
    </dgm:pt>
    <dgm:pt modelId="{13307417-9383-407A-8D30-EE2BAB951EFA}" type="parTrans" cxnId="{343079D3-04EB-4DB4-8E10-9D1A187375E1}">
      <dgm:prSet/>
      <dgm:spPr/>
      <dgm:t>
        <a:bodyPr/>
        <a:lstStyle/>
        <a:p>
          <a:endParaRPr lang="es-MX"/>
        </a:p>
      </dgm:t>
    </dgm:pt>
    <dgm:pt modelId="{B8AF1678-45C3-4D0C-9552-617B6A2560CA}" type="sibTrans" cxnId="{343079D3-04EB-4DB4-8E10-9D1A187375E1}">
      <dgm:prSet/>
      <dgm:spPr/>
      <dgm:t>
        <a:bodyPr/>
        <a:lstStyle/>
        <a:p>
          <a:endParaRPr lang="es-MX"/>
        </a:p>
      </dgm:t>
    </dgm:pt>
    <dgm:pt modelId="{DD0D9976-77A2-4AB4-8782-3B41180887E0}">
      <dgm:prSet phldrT="[Text]"/>
      <dgm:spPr>
        <a:solidFill>
          <a:srgbClr val="00B0F0"/>
        </a:solidFill>
      </dgm:spPr>
      <dgm:t>
        <a:bodyPr/>
        <a:lstStyle/>
        <a:p>
          <a:r>
            <a:rPr lang="es-MX" dirty="0"/>
            <a:t>Fiduciaria</a:t>
          </a:r>
        </a:p>
      </dgm:t>
    </dgm:pt>
    <dgm:pt modelId="{4F59FD89-695D-4444-BD37-03FD066852BC}" type="parTrans" cxnId="{96B08AC7-7F29-4FFA-A076-C948B478BAB2}">
      <dgm:prSet/>
      <dgm:spPr/>
      <dgm:t>
        <a:bodyPr/>
        <a:lstStyle/>
        <a:p>
          <a:endParaRPr lang="es-MX"/>
        </a:p>
      </dgm:t>
    </dgm:pt>
    <dgm:pt modelId="{939C7CF0-1F8C-4496-BC0A-B694B904F30F}" type="sibTrans" cxnId="{96B08AC7-7F29-4FFA-A076-C948B478BAB2}">
      <dgm:prSet/>
      <dgm:spPr/>
      <dgm:t>
        <a:bodyPr/>
        <a:lstStyle/>
        <a:p>
          <a:endParaRPr lang="es-MX"/>
        </a:p>
      </dgm:t>
    </dgm:pt>
    <dgm:pt modelId="{2F1379E1-5515-40B3-9B1B-E0611A43AED9}">
      <dgm:prSet phldrT="[Text]"/>
      <dgm:spPr/>
      <dgm:t>
        <a:bodyPr/>
        <a:lstStyle/>
        <a:p>
          <a:r>
            <a:rPr lang="es-MX" dirty="0"/>
            <a:t>Sólo pueden ser instituciones fiduciarias las expresamente autorizadas para ello conforme a la ley. (LGTOC 385) – Bancos, Casas de Bolsa y Aseguradoras</a:t>
          </a:r>
        </a:p>
      </dgm:t>
    </dgm:pt>
    <dgm:pt modelId="{AC7CCFE3-AEAE-4CDB-881E-B4ECED30FC6C}" type="parTrans" cxnId="{54F3802F-9B9F-49B0-A416-281811D33F12}">
      <dgm:prSet/>
      <dgm:spPr/>
      <dgm:t>
        <a:bodyPr/>
        <a:lstStyle/>
        <a:p>
          <a:endParaRPr lang="es-MX"/>
        </a:p>
      </dgm:t>
    </dgm:pt>
    <dgm:pt modelId="{65DB33E8-4124-418C-97CF-CFC7130B5BD7}" type="sibTrans" cxnId="{54F3802F-9B9F-49B0-A416-281811D33F12}">
      <dgm:prSet/>
      <dgm:spPr/>
      <dgm:t>
        <a:bodyPr/>
        <a:lstStyle/>
        <a:p>
          <a:endParaRPr lang="es-MX"/>
        </a:p>
      </dgm:t>
    </dgm:pt>
    <dgm:pt modelId="{8FD26303-E0DC-4673-89B3-3E28C926E0D4}">
      <dgm:prSet phldrT="[Text]"/>
      <dgm:spPr>
        <a:solidFill>
          <a:srgbClr val="92D050"/>
        </a:solidFill>
      </dgm:spPr>
      <dgm:t>
        <a:bodyPr/>
        <a:lstStyle/>
        <a:p>
          <a:r>
            <a:rPr lang="es-MX" dirty="0"/>
            <a:t>Fideicomisario</a:t>
          </a:r>
        </a:p>
      </dgm:t>
    </dgm:pt>
    <dgm:pt modelId="{2514A8DB-CC6A-4B7F-9046-9867E71CD3AF}" type="parTrans" cxnId="{061DB412-3A8C-47AA-9968-5EDA1CC710E9}">
      <dgm:prSet/>
      <dgm:spPr/>
      <dgm:t>
        <a:bodyPr/>
        <a:lstStyle/>
        <a:p>
          <a:endParaRPr lang="es-MX"/>
        </a:p>
      </dgm:t>
    </dgm:pt>
    <dgm:pt modelId="{FD5A784E-B73B-4BB5-84E0-DAC3664B56E2}" type="sibTrans" cxnId="{061DB412-3A8C-47AA-9968-5EDA1CC710E9}">
      <dgm:prSet/>
      <dgm:spPr/>
      <dgm:t>
        <a:bodyPr/>
        <a:lstStyle/>
        <a:p>
          <a:endParaRPr lang="es-MX"/>
        </a:p>
      </dgm:t>
    </dgm:pt>
    <dgm:pt modelId="{799EA39E-AB42-45DE-9B17-E31673C91E02}">
      <dgm:prSet phldrT="[Text]"/>
      <dgm:spPr/>
      <dgm:t>
        <a:bodyPr/>
        <a:lstStyle/>
        <a:p>
          <a:r>
            <a:rPr lang="es-MX" dirty="0"/>
            <a:t>El fideicomitente puede designar varios fideicomisarios para que reciban simultánea o sucesivamente el provecho del fideicomiso, salvo el caso de la fracción II del artículo 394 (Fideicomiso multigeneracional prohibido) (LGTOC 383)</a:t>
          </a:r>
        </a:p>
      </dgm:t>
    </dgm:pt>
    <dgm:pt modelId="{85EC2D25-F22B-447D-B25D-7728EB1B5FC1}" type="parTrans" cxnId="{61BE4162-D25E-4E9A-9B51-5106CF4F3D59}">
      <dgm:prSet/>
      <dgm:spPr/>
      <dgm:t>
        <a:bodyPr/>
        <a:lstStyle/>
        <a:p>
          <a:endParaRPr lang="es-MX"/>
        </a:p>
      </dgm:t>
    </dgm:pt>
    <dgm:pt modelId="{B96FF6D9-2B72-4B47-BF8F-961E41DAB2E6}" type="sibTrans" cxnId="{61BE4162-D25E-4E9A-9B51-5106CF4F3D59}">
      <dgm:prSet/>
      <dgm:spPr/>
      <dgm:t>
        <a:bodyPr/>
        <a:lstStyle/>
        <a:p>
          <a:endParaRPr lang="es-MX"/>
        </a:p>
      </dgm:t>
    </dgm:pt>
    <dgm:pt modelId="{D962C943-C543-419B-B357-564652029F0E}" type="pres">
      <dgm:prSet presAssocID="{10528392-E43A-4EE5-8BE8-376268FE7625}" presName="linearFlow" presStyleCnt="0">
        <dgm:presLayoutVars>
          <dgm:dir/>
          <dgm:animLvl val="lvl"/>
          <dgm:resizeHandles val="exact"/>
        </dgm:presLayoutVars>
      </dgm:prSet>
      <dgm:spPr/>
    </dgm:pt>
    <dgm:pt modelId="{EDA10484-6D30-468A-A1AA-F4E0CBF3FFE3}" type="pres">
      <dgm:prSet presAssocID="{6FB079AB-2D07-4952-BFE5-B6D0DF3149B8}" presName="composite" presStyleCnt="0"/>
      <dgm:spPr/>
    </dgm:pt>
    <dgm:pt modelId="{34368031-707D-40E8-9837-29DA2BB4BC23}" type="pres">
      <dgm:prSet presAssocID="{6FB079AB-2D07-4952-BFE5-B6D0DF3149B8}" presName="parTx" presStyleLbl="node1" presStyleIdx="0" presStyleCnt="3">
        <dgm:presLayoutVars>
          <dgm:chMax val="0"/>
          <dgm:chPref val="0"/>
          <dgm:bulletEnabled val="1"/>
        </dgm:presLayoutVars>
      </dgm:prSet>
      <dgm:spPr/>
    </dgm:pt>
    <dgm:pt modelId="{83FCC7B3-D4CC-4F32-B673-FD74D68DCE82}" type="pres">
      <dgm:prSet presAssocID="{6FB079AB-2D07-4952-BFE5-B6D0DF3149B8}" presName="parSh" presStyleLbl="node1" presStyleIdx="0" presStyleCnt="3"/>
      <dgm:spPr/>
    </dgm:pt>
    <dgm:pt modelId="{03A8DEEB-0737-4D68-8886-5AE6311C9371}" type="pres">
      <dgm:prSet presAssocID="{6FB079AB-2D07-4952-BFE5-B6D0DF3149B8}" presName="desTx" presStyleLbl="fgAcc1" presStyleIdx="0" presStyleCnt="3">
        <dgm:presLayoutVars>
          <dgm:bulletEnabled val="1"/>
        </dgm:presLayoutVars>
      </dgm:prSet>
      <dgm:spPr/>
    </dgm:pt>
    <dgm:pt modelId="{E94A25A0-B5D5-4F50-9C0B-883D02C372C8}" type="pres">
      <dgm:prSet presAssocID="{1629D9B6-8DEC-4805-A910-F97C9930EAB7}" presName="sibTrans" presStyleLbl="sibTrans2D1" presStyleIdx="0" presStyleCnt="2"/>
      <dgm:spPr/>
    </dgm:pt>
    <dgm:pt modelId="{8FE2B44A-1A55-4F26-8D8C-A8B07DA5F0E4}" type="pres">
      <dgm:prSet presAssocID="{1629D9B6-8DEC-4805-A910-F97C9930EAB7}" presName="connTx" presStyleLbl="sibTrans2D1" presStyleIdx="0" presStyleCnt="2"/>
      <dgm:spPr/>
    </dgm:pt>
    <dgm:pt modelId="{94640939-3756-41DC-BA8C-DA6F751A1B6F}" type="pres">
      <dgm:prSet presAssocID="{DD0D9976-77A2-4AB4-8782-3B41180887E0}" presName="composite" presStyleCnt="0"/>
      <dgm:spPr/>
    </dgm:pt>
    <dgm:pt modelId="{EDB91585-EE22-4A48-8D7A-0FB298A7C6F3}" type="pres">
      <dgm:prSet presAssocID="{DD0D9976-77A2-4AB4-8782-3B41180887E0}" presName="parTx" presStyleLbl="node1" presStyleIdx="0" presStyleCnt="3">
        <dgm:presLayoutVars>
          <dgm:chMax val="0"/>
          <dgm:chPref val="0"/>
          <dgm:bulletEnabled val="1"/>
        </dgm:presLayoutVars>
      </dgm:prSet>
      <dgm:spPr/>
    </dgm:pt>
    <dgm:pt modelId="{10B10546-3012-4449-8744-B57A748A4017}" type="pres">
      <dgm:prSet presAssocID="{DD0D9976-77A2-4AB4-8782-3B41180887E0}" presName="parSh" presStyleLbl="node1" presStyleIdx="1" presStyleCnt="3"/>
      <dgm:spPr/>
    </dgm:pt>
    <dgm:pt modelId="{60F1A5F4-AEB0-4AED-9C61-C3810BA243A4}" type="pres">
      <dgm:prSet presAssocID="{DD0D9976-77A2-4AB4-8782-3B41180887E0}" presName="desTx" presStyleLbl="fgAcc1" presStyleIdx="1" presStyleCnt="3">
        <dgm:presLayoutVars>
          <dgm:bulletEnabled val="1"/>
        </dgm:presLayoutVars>
      </dgm:prSet>
      <dgm:spPr/>
    </dgm:pt>
    <dgm:pt modelId="{E4B0A203-3926-4656-9C8A-97B349BA3591}" type="pres">
      <dgm:prSet presAssocID="{939C7CF0-1F8C-4496-BC0A-B694B904F30F}" presName="sibTrans" presStyleLbl="sibTrans2D1" presStyleIdx="1" presStyleCnt="2"/>
      <dgm:spPr/>
    </dgm:pt>
    <dgm:pt modelId="{AB748011-E59A-47BB-AC0A-739958720CD6}" type="pres">
      <dgm:prSet presAssocID="{939C7CF0-1F8C-4496-BC0A-B694B904F30F}" presName="connTx" presStyleLbl="sibTrans2D1" presStyleIdx="1" presStyleCnt="2"/>
      <dgm:spPr/>
    </dgm:pt>
    <dgm:pt modelId="{4B65D8FA-7A33-4415-8FAF-FE94005B0106}" type="pres">
      <dgm:prSet presAssocID="{8FD26303-E0DC-4673-89B3-3E28C926E0D4}" presName="composite" presStyleCnt="0"/>
      <dgm:spPr/>
    </dgm:pt>
    <dgm:pt modelId="{55D39F61-8BB1-4955-A987-025EF84F07CF}" type="pres">
      <dgm:prSet presAssocID="{8FD26303-E0DC-4673-89B3-3E28C926E0D4}" presName="parTx" presStyleLbl="node1" presStyleIdx="1" presStyleCnt="3">
        <dgm:presLayoutVars>
          <dgm:chMax val="0"/>
          <dgm:chPref val="0"/>
          <dgm:bulletEnabled val="1"/>
        </dgm:presLayoutVars>
      </dgm:prSet>
      <dgm:spPr/>
    </dgm:pt>
    <dgm:pt modelId="{CEFFBC74-CA75-43FE-8316-C37C4CA23B3B}" type="pres">
      <dgm:prSet presAssocID="{8FD26303-E0DC-4673-89B3-3E28C926E0D4}" presName="parSh" presStyleLbl="node1" presStyleIdx="2" presStyleCnt="3"/>
      <dgm:spPr/>
    </dgm:pt>
    <dgm:pt modelId="{49BB8C16-D773-4727-8B86-03A1EFF5086E}" type="pres">
      <dgm:prSet presAssocID="{8FD26303-E0DC-4673-89B3-3E28C926E0D4}" presName="desTx" presStyleLbl="fgAcc1" presStyleIdx="2" presStyleCnt="3">
        <dgm:presLayoutVars>
          <dgm:bulletEnabled val="1"/>
        </dgm:presLayoutVars>
      </dgm:prSet>
      <dgm:spPr/>
    </dgm:pt>
  </dgm:ptLst>
  <dgm:cxnLst>
    <dgm:cxn modelId="{061DB412-3A8C-47AA-9968-5EDA1CC710E9}" srcId="{10528392-E43A-4EE5-8BE8-376268FE7625}" destId="{8FD26303-E0DC-4673-89B3-3E28C926E0D4}" srcOrd="2" destOrd="0" parTransId="{2514A8DB-CC6A-4B7F-9046-9867E71CD3AF}" sibTransId="{FD5A784E-B73B-4BB5-84E0-DAC3664B56E2}"/>
    <dgm:cxn modelId="{442CB213-66FE-2A4B-83C8-C565C69E71A0}" type="presOf" srcId="{939C7CF0-1F8C-4496-BC0A-B694B904F30F}" destId="{E4B0A203-3926-4656-9C8A-97B349BA3591}" srcOrd="0" destOrd="0" presId="urn:microsoft.com/office/officeart/2005/8/layout/process3"/>
    <dgm:cxn modelId="{54F3802F-9B9F-49B0-A416-281811D33F12}" srcId="{DD0D9976-77A2-4AB4-8782-3B41180887E0}" destId="{2F1379E1-5515-40B3-9B1B-E0611A43AED9}" srcOrd="0" destOrd="0" parTransId="{AC7CCFE3-AEAE-4CDB-881E-B4ECED30FC6C}" sibTransId="{65DB33E8-4124-418C-97CF-CFC7130B5BD7}"/>
    <dgm:cxn modelId="{4F9FB24C-3A4C-C548-9354-821700B7DDD3}" type="presOf" srcId="{10528392-E43A-4EE5-8BE8-376268FE7625}" destId="{D962C943-C543-419B-B357-564652029F0E}" srcOrd="0" destOrd="0" presId="urn:microsoft.com/office/officeart/2005/8/layout/process3"/>
    <dgm:cxn modelId="{2DEAF550-B24F-FF4C-A7E3-6DBBBE90AD34}" type="presOf" srcId="{799EA39E-AB42-45DE-9B17-E31673C91E02}" destId="{49BB8C16-D773-4727-8B86-03A1EFF5086E}" srcOrd="0" destOrd="0" presId="urn:microsoft.com/office/officeart/2005/8/layout/process3"/>
    <dgm:cxn modelId="{21045A56-3BD3-0342-8F15-E1B6DB86C901}" type="presOf" srcId="{DD0D9976-77A2-4AB4-8782-3B41180887E0}" destId="{EDB91585-EE22-4A48-8D7A-0FB298A7C6F3}" srcOrd="0" destOrd="0" presId="urn:microsoft.com/office/officeart/2005/8/layout/process3"/>
    <dgm:cxn modelId="{61BE4162-D25E-4E9A-9B51-5106CF4F3D59}" srcId="{8FD26303-E0DC-4673-89B3-3E28C926E0D4}" destId="{799EA39E-AB42-45DE-9B17-E31673C91E02}" srcOrd="0" destOrd="0" parTransId="{85EC2D25-F22B-447D-B25D-7728EB1B5FC1}" sibTransId="{B96FF6D9-2B72-4B47-BF8F-961E41DAB2E6}"/>
    <dgm:cxn modelId="{4D97F662-15AA-7241-B8D2-1DA907D26FA6}" type="presOf" srcId="{6FB079AB-2D07-4952-BFE5-B6D0DF3149B8}" destId="{34368031-707D-40E8-9837-29DA2BB4BC23}" srcOrd="0" destOrd="0" presId="urn:microsoft.com/office/officeart/2005/8/layout/process3"/>
    <dgm:cxn modelId="{3EB54364-B442-1E4A-810D-77373F1AF822}" type="presOf" srcId="{8FD26303-E0DC-4673-89B3-3E28C926E0D4}" destId="{CEFFBC74-CA75-43FE-8316-C37C4CA23B3B}" srcOrd="1" destOrd="0" presId="urn:microsoft.com/office/officeart/2005/8/layout/process3"/>
    <dgm:cxn modelId="{BA3D8971-1A56-1B45-BC9B-1FFF8469FB60}" type="presOf" srcId="{6E52741E-1640-4CA2-9920-6052F133D864}" destId="{03A8DEEB-0737-4D68-8886-5AE6311C9371}" srcOrd="0" destOrd="0" presId="urn:microsoft.com/office/officeart/2005/8/layout/process3"/>
    <dgm:cxn modelId="{0A37A171-513D-BA4B-9884-4AA3A695E9C3}" type="presOf" srcId="{939C7CF0-1F8C-4496-BC0A-B694B904F30F}" destId="{AB748011-E59A-47BB-AC0A-739958720CD6}" srcOrd="1" destOrd="0" presId="urn:microsoft.com/office/officeart/2005/8/layout/process3"/>
    <dgm:cxn modelId="{3B1BD772-B688-1B45-8237-95ECE8D4D356}" type="presOf" srcId="{1629D9B6-8DEC-4805-A910-F97C9930EAB7}" destId="{E94A25A0-B5D5-4F50-9C0B-883D02C372C8}" srcOrd="0" destOrd="0" presId="urn:microsoft.com/office/officeart/2005/8/layout/process3"/>
    <dgm:cxn modelId="{EA40B676-ECDC-9147-B5ED-B4C2C514F038}" type="presOf" srcId="{1629D9B6-8DEC-4805-A910-F97C9930EAB7}" destId="{8FE2B44A-1A55-4F26-8D8C-A8B07DA5F0E4}" srcOrd="1" destOrd="0" presId="urn:microsoft.com/office/officeart/2005/8/layout/process3"/>
    <dgm:cxn modelId="{3E3F3F92-CCC0-A94E-AE5C-45DB07D91609}" type="presOf" srcId="{2F1379E1-5515-40B3-9B1B-E0611A43AED9}" destId="{60F1A5F4-AEB0-4AED-9C61-C3810BA243A4}" srcOrd="0" destOrd="0" presId="urn:microsoft.com/office/officeart/2005/8/layout/process3"/>
    <dgm:cxn modelId="{44269E9E-A48F-403B-89AA-3DA5C31CEEB6}" srcId="{10528392-E43A-4EE5-8BE8-376268FE7625}" destId="{6FB079AB-2D07-4952-BFE5-B6D0DF3149B8}" srcOrd="0" destOrd="0" parTransId="{B76695EE-831D-46A0-B695-288A88A71ACD}" sibTransId="{1629D9B6-8DEC-4805-A910-F97C9930EAB7}"/>
    <dgm:cxn modelId="{FAA6B4A3-29F1-E54C-921F-AA1ED6B02F48}" type="presOf" srcId="{8FD26303-E0DC-4673-89B3-3E28C926E0D4}" destId="{55D39F61-8BB1-4955-A987-025EF84F07CF}" srcOrd="0" destOrd="0" presId="urn:microsoft.com/office/officeart/2005/8/layout/process3"/>
    <dgm:cxn modelId="{B35B85B4-9877-EC4C-BA1A-671822B71B60}" type="presOf" srcId="{6FB079AB-2D07-4952-BFE5-B6D0DF3149B8}" destId="{83FCC7B3-D4CC-4F32-B673-FD74D68DCE82}" srcOrd="1" destOrd="0" presId="urn:microsoft.com/office/officeart/2005/8/layout/process3"/>
    <dgm:cxn modelId="{96B08AC7-7F29-4FFA-A076-C948B478BAB2}" srcId="{10528392-E43A-4EE5-8BE8-376268FE7625}" destId="{DD0D9976-77A2-4AB4-8782-3B41180887E0}" srcOrd="1" destOrd="0" parTransId="{4F59FD89-695D-4444-BD37-03FD066852BC}" sibTransId="{939C7CF0-1F8C-4496-BC0A-B694B904F30F}"/>
    <dgm:cxn modelId="{343079D3-04EB-4DB4-8E10-9D1A187375E1}" srcId="{6FB079AB-2D07-4952-BFE5-B6D0DF3149B8}" destId="{6E52741E-1640-4CA2-9920-6052F133D864}" srcOrd="0" destOrd="0" parTransId="{13307417-9383-407A-8D30-EE2BAB951EFA}" sibTransId="{B8AF1678-45C3-4D0C-9552-617B6A2560CA}"/>
    <dgm:cxn modelId="{6C4C42D9-D759-1842-B868-03AEE0405317}" type="presOf" srcId="{DD0D9976-77A2-4AB4-8782-3B41180887E0}" destId="{10B10546-3012-4449-8744-B57A748A4017}" srcOrd="1" destOrd="0" presId="urn:microsoft.com/office/officeart/2005/8/layout/process3"/>
    <dgm:cxn modelId="{7833DEE2-4365-F64C-9F4B-638F6122189D}" type="presParOf" srcId="{D962C943-C543-419B-B357-564652029F0E}" destId="{EDA10484-6D30-468A-A1AA-F4E0CBF3FFE3}" srcOrd="0" destOrd="0" presId="urn:microsoft.com/office/officeart/2005/8/layout/process3"/>
    <dgm:cxn modelId="{2214712C-7174-7543-BE3D-2AC4FB460764}" type="presParOf" srcId="{EDA10484-6D30-468A-A1AA-F4E0CBF3FFE3}" destId="{34368031-707D-40E8-9837-29DA2BB4BC23}" srcOrd="0" destOrd="0" presId="urn:microsoft.com/office/officeart/2005/8/layout/process3"/>
    <dgm:cxn modelId="{5CF2A240-A0DA-8C42-B4BA-702C62C545E5}" type="presParOf" srcId="{EDA10484-6D30-468A-A1AA-F4E0CBF3FFE3}" destId="{83FCC7B3-D4CC-4F32-B673-FD74D68DCE82}" srcOrd="1" destOrd="0" presId="urn:microsoft.com/office/officeart/2005/8/layout/process3"/>
    <dgm:cxn modelId="{3F683B92-910E-3A48-873D-5CF86925EEF9}" type="presParOf" srcId="{EDA10484-6D30-468A-A1AA-F4E0CBF3FFE3}" destId="{03A8DEEB-0737-4D68-8886-5AE6311C9371}" srcOrd="2" destOrd="0" presId="urn:microsoft.com/office/officeart/2005/8/layout/process3"/>
    <dgm:cxn modelId="{386003F2-EA6F-7E4D-A102-345F6AD34E99}" type="presParOf" srcId="{D962C943-C543-419B-B357-564652029F0E}" destId="{E94A25A0-B5D5-4F50-9C0B-883D02C372C8}" srcOrd="1" destOrd="0" presId="urn:microsoft.com/office/officeart/2005/8/layout/process3"/>
    <dgm:cxn modelId="{996007AC-D262-EF45-A0CE-F57224691BC8}" type="presParOf" srcId="{E94A25A0-B5D5-4F50-9C0B-883D02C372C8}" destId="{8FE2B44A-1A55-4F26-8D8C-A8B07DA5F0E4}" srcOrd="0" destOrd="0" presId="urn:microsoft.com/office/officeart/2005/8/layout/process3"/>
    <dgm:cxn modelId="{17D97235-B1C7-E24A-BADA-F963CC705575}" type="presParOf" srcId="{D962C943-C543-419B-B357-564652029F0E}" destId="{94640939-3756-41DC-BA8C-DA6F751A1B6F}" srcOrd="2" destOrd="0" presId="urn:microsoft.com/office/officeart/2005/8/layout/process3"/>
    <dgm:cxn modelId="{9BD2F114-4026-614C-B0C6-C9CCB5152BCC}" type="presParOf" srcId="{94640939-3756-41DC-BA8C-DA6F751A1B6F}" destId="{EDB91585-EE22-4A48-8D7A-0FB298A7C6F3}" srcOrd="0" destOrd="0" presId="urn:microsoft.com/office/officeart/2005/8/layout/process3"/>
    <dgm:cxn modelId="{9332A90A-8E8F-524D-AF94-8292ED14E565}" type="presParOf" srcId="{94640939-3756-41DC-BA8C-DA6F751A1B6F}" destId="{10B10546-3012-4449-8744-B57A748A4017}" srcOrd="1" destOrd="0" presId="urn:microsoft.com/office/officeart/2005/8/layout/process3"/>
    <dgm:cxn modelId="{73E602B4-85E7-3E42-8954-2AD46B6C7987}" type="presParOf" srcId="{94640939-3756-41DC-BA8C-DA6F751A1B6F}" destId="{60F1A5F4-AEB0-4AED-9C61-C3810BA243A4}" srcOrd="2" destOrd="0" presId="urn:microsoft.com/office/officeart/2005/8/layout/process3"/>
    <dgm:cxn modelId="{340866CF-3CC5-E048-B4E2-8017FE826ED0}" type="presParOf" srcId="{D962C943-C543-419B-B357-564652029F0E}" destId="{E4B0A203-3926-4656-9C8A-97B349BA3591}" srcOrd="3" destOrd="0" presId="urn:microsoft.com/office/officeart/2005/8/layout/process3"/>
    <dgm:cxn modelId="{3DA29555-1C39-1643-9510-C014460307A2}" type="presParOf" srcId="{E4B0A203-3926-4656-9C8A-97B349BA3591}" destId="{AB748011-E59A-47BB-AC0A-739958720CD6}" srcOrd="0" destOrd="0" presId="urn:microsoft.com/office/officeart/2005/8/layout/process3"/>
    <dgm:cxn modelId="{02B16C25-F6F1-1946-AA89-B87A8AB0BC87}" type="presParOf" srcId="{D962C943-C543-419B-B357-564652029F0E}" destId="{4B65D8FA-7A33-4415-8FAF-FE94005B0106}" srcOrd="4" destOrd="0" presId="urn:microsoft.com/office/officeart/2005/8/layout/process3"/>
    <dgm:cxn modelId="{870B0CEE-783A-9043-B35B-4291DA91E7BB}" type="presParOf" srcId="{4B65D8FA-7A33-4415-8FAF-FE94005B0106}" destId="{55D39F61-8BB1-4955-A987-025EF84F07CF}" srcOrd="0" destOrd="0" presId="urn:microsoft.com/office/officeart/2005/8/layout/process3"/>
    <dgm:cxn modelId="{5BFA8A1A-C864-2948-B1C1-A45D08713FEE}" type="presParOf" srcId="{4B65D8FA-7A33-4415-8FAF-FE94005B0106}" destId="{CEFFBC74-CA75-43FE-8316-C37C4CA23B3B}" srcOrd="1" destOrd="0" presId="urn:microsoft.com/office/officeart/2005/8/layout/process3"/>
    <dgm:cxn modelId="{1184D1B9-77C7-6F44-89E7-B983C17D9E6F}" type="presParOf" srcId="{4B65D8FA-7A33-4415-8FAF-FE94005B0106}" destId="{49BB8C16-D773-4727-8B86-03A1EFF5086E}"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33D5F23-7890-44EB-971D-0F3741BA4270}" type="doc">
      <dgm:prSet loTypeId="urn:microsoft.com/office/officeart/2005/8/layout/venn1" loCatId="relationship" qsTypeId="urn:microsoft.com/office/officeart/2005/8/quickstyle/simple1" qsCatId="simple" csTypeId="urn:microsoft.com/office/officeart/2005/8/colors/accent1_2" csCatId="accent1" phldr="1"/>
      <dgm:spPr/>
    </dgm:pt>
    <dgm:pt modelId="{375B7FCD-1BE6-4DB2-8B6C-B254949FCC6B}">
      <dgm:prSet phldrT="[Text]"/>
      <dgm:spPr>
        <a:solidFill>
          <a:srgbClr val="92D050">
            <a:alpha val="50000"/>
          </a:srgbClr>
        </a:solidFill>
      </dgm:spPr>
      <dgm:t>
        <a:bodyPr/>
        <a:lstStyle/>
        <a:p>
          <a:r>
            <a:rPr lang="es-MX" dirty="0"/>
            <a:t>Residente en México</a:t>
          </a:r>
        </a:p>
      </dgm:t>
    </dgm:pt>
    <dgm:pt modelId="{DD3B84F3-1151-4B37-A079-A5A8CC21B1D8}" type="parTrans" cxnId="{9812718C-6331-49E5-A3A4-5FD9CC2718C7}">
      <dgm:prSet/>
      <dgm:spPr/>
      <dgm:t>
        <a:bodyPr/>
        <a:lstStyle/>
        <a:p>
          <a:endParaRPr lang="es-MX"/>
        </a:p>
      </dgm:t>
    </dgm:pt>
    <dgm:pt modelId="{30C9614E-2C3A-4621-BC01-78144141595E}" type="sibTrans" cxnId="{9812718C-6331-49E5-A3A4-5FD9CC2718C7}">
      <dgm:prSet/>
      <dgm:spPr/>
      <dgm:t>
        <a:bodyPr/>
        <a:lstStyle/>
        <a:p>
          <a:endParaRPr lang="es-MX"/>
        </a:p>
      </dgm:t>
    </dgm:pt>
    <dgm:pt modelId="{492C89DF-6AA6-47FE-9B51-281F9576CD60}">
      <dgm:prSet phldrT="[Text]"/>
      <dgm:spPr/>
      <dgm:t>
        <a:bodyPr/>
        <a:lstStyle/>
        <a:p>
          <a:r>
            <a:rPr lang="es-MX" dirty="0"/>
            <a:t>Residente en el Extranjero</a:t>
          </a:r>
        </a:p>
      </dgm:t>
    </dgm:pt>
    <dgm:pt modelId="{C98BCC50-D9D2-475A-BD09-5BDA99415D49}" type="parTrans" cxnId="{42011F15-AB03-40EC-8EBA-92CA4935D57D}">
      <dgm:prSet/>
      <dgm:spPr/>
      <dgm:t>
        <a:bodyPr/>
        <a:lstStyle/>
        <a:p>
          <a:endParaRPr lang="es-MX"/>
        </a:p>
      </dgm:t>
    </dgm:pt>
    <dgm:pt modelId="{3CB4DE24-59A9-460E-B67B-EDB54CEBF9A6}" type="sibTrans" cxnId="{42011F15-AB03-40EC-8EBA-92CA4935D57D}">
      <dgm:prSet/>
      <dgm:spPr/>
      <dgm:t>
        <a:bodyPr/>
        <a:lstStyle/>
        <a:p>
          <a:endParaRPr lang="es-MX"/>
        </a:p>
      </dgm:t>
    </dgm:pt>
    <dgm:pt modelId="{B2B2DC43-0741-49D8-9788-37072941B85A}" type="pres">
      <dgm:prSet presAssocID="{233D5F23-7890-44EB-971D-0F3741BA4270}" presName="compositeShape" presStyleCnt="0">
        <dgm:presLayoutVars>
          <dgm:chMax val="7"/>
          <dgm:dir/>
          <dgm:resizeHandles val="exact"/>
        </dgm:presLayoutVars>
      </dgm:prSet>
      <dgm:spPr/>
    </dgm:pt>
    <dgm:pt modelId="{E75F70A4-5FDB-44D5-8AB6-060245282A0D}" type="pres">
      <dgm:prSet presAssocID="{375B7FCD-1BE6-4DB2-8B6C-B254949FCC6B}" presName="circ1" presStyleLbl="vennNode1" presStyleIdx="0" presStyleCnt="2"/>
      <dgm:spPr/>
    </dgm:pt>
    <dgm:pt modelId="{5391BEBA-7C76-42CD-89CF-C63D1D18A9BD}" type="pres">
      <dgm:prSet presAssocID="{375B7FCD-1BE6-4DB2-8B6C-B254949FCC6B}" presName="circ1Tx" presStyleLbl="revTx" presStyleIdx="0" presStyleCnt="0">
        <dgm:presLayoutVars>
          <dgm:chMax val="0"/>
          <dgm:chPref val="0"/>
          <dgm:bulletEnabled val="1"/>
        </dgm:presLayoutVars>
      </dgm:prSet>
      <dgm:spPr/>
    </dgm:pt>
    <dgm:pt modelId="{A9F7C4B4-760B-49C3-B8CA-4BE3BD259C39}" type="pres">
      <dgm:prSet presAssocID="{492C89DF-6AA6-47FE-9B51-281F9576CD60}" presName="circ2" presStyleLbl="vennNode1" presStyleIdx="1" presStyleCnt="2" custLinFactNeighborX="2026" custLinFactNeighborY="-131"/>
      <dgm:spPr/>
    </dgm:pt>
    <dgm:pt modelId="{36CFF811-FEBF-4CAB-8E83-5B726C23221B}" type="pres">
      <dgm:prSet presAssocID="{492C89DF-6AA6-47FE-9B51-281F9576CD60}" presName="circ2Tx" presStyleLbl="revTx" presStyleIdx="0" presStyleCnt="0">
        <dgm:presLayoutVars>
          <dgm:chMax val="0"/>
          <dgm:chPref val="0"/>
          <dgm:bulletEnabled val="1"/>
        </dgm:presLayoutVars>
      </dgm:prSet>
      <dgm:spPr/>
    </dgm:pt>
  </dgm:ptLst>
  <dgm:cxnLst>
    <dgm:cxn modelId="{99BA570E-2327-D94D-BF23-CF8122129C5F}" type="presOf" srcId="{492C89DF-6AA6-47FE-9B51-281F9576CD60}" destId="{A9F7C4B4-760B-49C3-B8CA-4BE3BD259C39}" srcOrd="0" destOrd="0" presId="urn:microsoft.com/office/officeart/2005/8/layout/venn1"/>
    <dgm:cxn modelId="{85C57712-DA6D-3C4F-BF95-2B1B0743527C}" type="presOf" srcId="{375B7FCD-1BE6-4DB2-8B6C-B254949FCC6B}" destId="{E75F70A4-5FDB-44D5-8AB6-060245282A0D}" srcOrd="0" destOrd="0" presId="urn:microsoft.com/office/officeart/2005/8/layout/venn1"/>
    <dgm:cxn modelId="{42011F15-AB03-40EC-8EBA-92CA4935D57D}" srcId="{233D5F23-7890-44EB-971D-0F3741BA4270}" destId="{492C89DF-6AA6-47FE-9B51-281F9576CD60}" srcOrd="1" destOrd="0" parTransId="{C98BCC50-D9D2-475A-BD09-5BDA99415D49}" sibTransId="{3CB4DE24-59A9-460E-B67B-EDB54CEBF9A6}"/>
    <dgm:cxn modelId="{05F5B01C-C5F0-EE40-B7C6-76359CB4B1B4}" type="presOf" srcId="{233D5F23-7890-44EB-971D-0F3741BA4270}" destId="{B2B2DC43-0741-49D8-9788-37072941B85A}" srcOrd="0" destOrd="0" presId="urn:microsoft.com/office/officeart/2005/8/layout/venn1"/>
    <dgm:cxn modelId="{CB27FB3D-4415-4A4A-B55A-71E6FC516781}" type="presOf" srcId="{492C89DF-6AA6-47FE-9B51-281F9576CD60}" destId="{36CFF811-FEBF-4CAB-8E83-5B726C23221B}" srcOrd="1" destOrd="0" presId="urn:microsoft.com/office/officeart/2005/8/layout/venn1"/>
    <dgm:cxn modelId="{9812718C-6331-49E5-A3A4-5FD9CC2718C7}" srcId="{233D5F23-7890-44EB-971D-0F3741BA4270}" destId="{375B7FCD-1BE6-4DB2-8B6C-B254949FCC6B}" srcOrd="0" destOrd="0" parTransId="{DD3B84F3-1151-4B37-A079-A5A8CC21B1D8}" sibTransId="{30C9614E-2C3A-4621-BC01-78144141595E}"/>
    <dgm:cxn modelId="{06A4CAB1-BB10-244B-BF88-F533A6DF6D58}" type="presOf" srcId="{375B7FCD-1BE6-4DB2-8B6C-B254949FCC6B}" destId="{5391BEBA-7C76-42CD-89CF-C63D1D18A9BD}" srcOrd="1" destOrd="0" presId="urn:microsoft.com/office/officeart/2005/8/layout/venn1"/>
    <dgm:cxn modelId="{BDFEA64D-E833-5541-94B1-A7F4BAD9AC24}" type="presParOf" srcId="{B2B2DC43-0741-49D8-9788-37072941B85A}" destId="{E75F70A4-5FDB-44D5-8AB6-060245282A0D}" srcOrd="0" destOrd="0" presId="urn:microsoft.com/office/officeart/2005/8/layout/venn1"/>
    <dgm:cxn modelId="{1FBDB81E-4298-8848-B178-7BEE21940D38}" type="presParOf" srcId="{B2B2DC43-0741-49D8-9788-37072941B85A}" destId="{5391BEBA-7C76-42CD-89CF-C63D1D18A9BD}" srcOrd="1" destOrd="0" presId="urn:microsoft.com/office/officeart/2005/8/layout/venn1"/>
    <dgm:cxn modelId="{CAF0EA27-5491-EB44-A2AD-E312FA7E0023}" type="presParOf" srcId="{B2B2DC43-0741-49D8-9788-37072941B85A}" destId="{A9F7C4B4-760B-49C3-B8CA-4BE3BD259C39}" srcOrd="2" destOrd="0" presId="urn:microsoft.com/office/officeart/2005/8/layout/venn1"/>
    <dgm:cxn modelId="{442334D7-ADCF-7341-B7BF-72B4C3A8D07C}" type="presParOf" srcId="{B2B2DC43-0741-49D8-9788-37072941B85A}" destId="{36CFF811-FEBF-4CAB-8E83-5B726C23221B}" srcOrd="3"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078B2DF-6A02-4E57-93AF-959A0E401EA9}"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s-MX"/>
        </a:p>
      </dgm:t>
    </dgm:pt>
    <dgm:pt modelId="{43B5F8C6-51BC-43F1-A284-2994BA1A264E}">
      <dgm:prSet phldrT="[Text]"/>
      <dgm:spPr>
        <a:solidFill>
          <a:srgbClr val="5B9BD5"/>
        </a:solidFill>
      </dgm:spPr>
      <dgm:t>
        <a:bodyPr/>
        <a:lstStyle/>
        <a:p>
          <a:r>
            <a:rPr lang="es-MX" dirty="0"/>
            <a:t>Holding</a:t>
          </a:r>
        </a:p>
      </dgm:t>
    </dgm:pt>
    <dgm:pt modelId="{6C1A0096-448A-4A47-85D2-F98F5AD2D113}" type="parTrans" cxnId="{04F849E9-2684-44F2-A589-5D09327839C7}">
      <dgm:prSet/>
      <dgm:spPr/>
      <dgm:t>
        <a:bodyPr/>
        <a:lstStyle/>
        <a:p>
          <a:endParaRPr lang="es-MX"/>
        </a:p>
      </dgm:t>
    </dgm:pt>
    <dgm:pt modelId="{418E329F-DCAF-46A9-A592-57BD8C744125}" type="sibTrans" cxnId="{04F849E9-2684-44F2-A589-5D09327839C7}">
      <dgm:prSet/>
      <dgm:spPr/>
      <dgm:t>
        <a:bodyPr/>
        <a:lstStyle/>
        <a:p>
          <a:endParaRPr lang="es-MX"/>
        </a:p>
      </dgm:t>
    </dgm:pt>
    <dgm:pt modelId="{44B55897-224D-42EA-854D-D57BC925D0B4}">
      <dgm:prSet phldrT="[Text]"/>
      <dgm:spPr>
        <a:solidFill>
          <a:srgbClr val="00B0F0"/>
        </a:solidFill>
      </dgm:spPr>
      <dgm:t>
        <a:bodyPr/>
        <a:lstStyle/>
        <a:p>
          <a:r>
            <a:rPr lang="es-MX" dirty="0"/>
            <a:t>Subsidiaria 1</a:t>
          </a:r>
        </a:p>
      </dgm:t>
    </dgm:pt>
    <dgm:pt modelId="{B778AE9D-2C53-460F-85B7-1E0C59B6DAE4}" type="parTrans" cxnId="{1DDE4B92-B5DC-45A2-9237-0E95E60B9896}">
      <dgm:prSet/>
      <dgm:spPr/>
      <dgm:t>
        <a:bodyPr/>
        <a:lstStyle/>
        <a:p>
          <a:endParaRPr lang="es-MX"/>
        </a:p>
      </dgm:t>
    </dgm:pt>
    <dgm:pt modelId="{F5FF6FCE-04ED-4350-B270-C0ED11E21909}" type="sibTrans" cxnId="{1DDE4B92-B5DC-45A2-9237-0E95E60B9896}">
      <dgm:prSet/>
      <dgm:spPr/>
      <dgm:t>
        <a:bodyPr/>
        <a:lstStyle/>
        <a:p>
          <a:endParaRPr lang="es-MX"/>
        </a:p>
      </dgm:t>
    </dgm:pt>
    <dgm:pt modelId="{F3AAA75F-4F2F-4DAC-8871-0E240C19CF90}">
      <dgm:prSet phldrT="[Text]"/>
      <dgm:spPr>
        <a:solidFill>
          <a:srgbClr val="92D050"/>
        </a:solidFill>
      </dgm:spPr>
      <dgm:t>
        <a:bodyPr/>
        <a:lstStyle/>
        <a:p>
          <a:r>
            <a:rPr lang="es-MX" dirty="0"/>
            <a:t>Subsidiaria 2</a:t>
          </a:r>
        </a:p>
      </dgm:t>
    </dgm:pt>
    <dgm:pt modelId="{3B93490E-902F-4A4B-8B7D-A64D2CC6EA49}" type="parTrans" cxnId="{EA042015-F962-44B2-A583-59394D99D311}">
      <dgm:prSet/>
      <dgm:spPr/>
      <dgm:t>
        <a:bodyPr/>
        <a:lstStyle/>
        <a:p>
          <a:endParaRPr lang="es-MX"/>
        </a:p>
      </dgm:t>
    </dgm:pt>
    <dgm:pt modelId="{D102E659-E1EE-46C6-B83F-E6C3AC2E96D6}" type="sibTrans" cxnId="{EA042015-F962-44B2-A583-59394D99D311}">
      <dgm:prSet/>
      <dgm:spPr/>
      <dgm:t>
        <a:bodyPr/>
        <a:lstStyle/>
        <a:p>
          <a:endParaRPr lang="es-MX"/>
        </a:p>
      </dgm:t>
    </dgm:pt>
    <dgm:pt modelId="{E8F6F9DC-9C58-49D6-A82F-3B3B5AC4E073}">
      <dgm:prSet phldrT="[Text]"/>
      <dgm:spPr>
        <a:solidFill>
          <a:srgbClr val="0070C0"/>
        </a:solidFill>
      </dgm:spPr>
      <dgm:t>
        <a:bodyPr/>
        <a:lstStyle/>
        <a:p>
          <a:r>
            <a:rPr lang="es-MX" dirty="0"/>
            <a:t>Subsidiaria 3</a:t>
          </a:r>
        </a:p>
      </dgm:t>
    </dgm:pt>
    <dgm:pt modelId="{AD6AFD6E-A0A7-49C5-B8EA-E6010231B3F1}" type="parTrans" cxnId="{07FD592D-AE5E-4F20-948C-069B81DD25E8}">
      <dgm:prSet/>
      <dgm:spPr/>
      <dgm:t>
        <a:bodyPr/>
        <a:lstStyle/>
        <a:p>
          <a:endParaRPr lang="es-MX"/>
        </a:p>
      </dgm:t>
    </dgm:pt>
    <dgm:pt modelId="{5FC48A6C-F5B5-49D1-BF6C-F3CFEBB97D5F}" type="sibTrans" cxnId="{07FD592D-AE5E-4F20-948C-069B81DD25E8}">
      <dgm:prSet/>
      <dgm:spPr/>
      <dgm:t>
        <a:bodyPr/>
        <a:lstStyle/>
        <a:p>
          <a:endParaRPr lang="es-MX"/>
        </a:p>
      </dgm:t>
    </dgm:pt>
    <dgm:pt modelId="{D66EE701-48B0-48EE-9C88-6F1DAEF3D397}" type="pres">
      <dgm:prSet presAssocID="{7078B2DF-6A02-4E57-93AF-959A0E401EA9}" presName="hierChild1" presStyleCnt="0">
        <dgm:presLayoutVars>
          <dgm:orgChart val="1"/>
          <dgm:chPref val="1"/>
          <dgm:dir/>
          <dgm:animOne val="branch"/>
          <dgm:animLvl val="lvl"/>
          <dgm:resizeHandles/>
        </dgm:presLayoutVars>
      </dgm:prSet>
      <dgm:spPr/>
    </dgm:pt>
    <dgm:pt modelId="{1FCB72C1-966B-4975-9A38-448513F8F740}" type="pres">
      <dgm:prSet presAssocID="{43B5F8C6-51BC-43F1-A284-2994BA1A264E}" presName="hierRoot1" presStyleCnt="0">
        <dgm:presLayoutVars>
          <dgm:hierBranch val="init"/>
        </dgm:presLayoutVars>
      </dgm:prSet>
      <dgm:spPr/>
    </dgm:pt>
    <dgm:pt modelId="{53425654-DFD0-4799-AE69-27DAF1A4BA60}" type="pres">
      <dgm:prSet presAssocID="{43B5F8C6-51BC-43F1-A284-2994BA1A264E}" presName="rootComposite1" presStyleCnt="0"/>
      <dgm:spPr/>
    </dgm:pt>
    <dgm:pt modelId="{BEFE5FF5-712D-44C8-B1A0-50209B275381}" type="pres">
      <dgm:prSet presAssocID="{43B5F8C6-51BC-43F1-A284-2994BA1A264E}" presName="rootText1" presStyleLbl="node0" presStyleIdx="0" presStyleCnt="1">
        <dgm:presLayoutVars>
          <dgm:chPref val="3"/>
        </dgm:presLayoutVars>
      </dgm:prSet>
      <dgm:spPr/>
    </dgm:pt>
    <dgm:pt modelId="{EC7C68EC-115B-4E3D-98DD-0FE8D70A008E}" type="pres">
      <dgm:prSet presAssocID="{43B5F8C6-51BC-43F1-A284-2994BA1A264E}" presName="rootConnector1" presStyleLbl="node1" presStyleIdx="0" presStyleCnt="0"/>
      <dgm:spPr/>
    </dgm:pt>
    <dgm:pt modelId="{913E130F-ED1A-4451-A16C-2F59D3E411AE}" type="pres">
      <dgm:prSet presAssocID="{43B5F8C6-51BC-43F1-A284-2994BA1A264E}" presName="hierChild2" presStyleCnt="0"/>
      <dgm:spPr/>
    </dgm:pt>
    <dgm:pt modelId="{A0F71309-55A2-4C48-9E83-9BE50AA895A1}" type="pres">
      <dgm:prSet presAssocID="{B778AE9D-2C53-460F-85B7-1E0C59B6DAE4}" presName="Name37" presStyleLbl="parChTrans1D2" presStyleIdx="0" presStyleCnt="3"/>
      <dgm:spPr/>
    </dgm:pt>
    <dgm:pt modelId="{42D0790C-85F4-47E1-A68C-D820ACAA5D28}" type="pres">
      <dgm:prSet presAssocID="{44B55897-224D-42EA-854D-D57BC925D0B4}" presName="hierRoot2" presStyleCnt="0">
        <dgm:presLayoutVars>
          <dgm:hierBranch val="init"/>
        </dgm:presLayoutVars>
      </dgm:prSet>
      <dgm:spPr/>
    </dgm:pt>
    <dgm:pt modelId="{D00FAADE-1E43-49E5-AD33-934DFBAA1EEF}" type="pres">
      <dgm:prSet presAssocID="{44B55897-224D-42EA-854D-D57BC925D0B4}" presName="rootComposite" presStyleCnt="0"/>
      <dgm:spPr/>
    </dgm:pt>
    <dgm:pt modelId="{6F489F4E-CCD3-49E6-B0B2-6EC4CC703AD6}" type="pres">
      <dgm:prSet presAssocID="{44B55897-224D-42EA-854D-D57BC925D0B4}" presName="rootText" presStyleLbl="node2" presStyleIdx="0" presStyleCnt="3">
        <dgm:presLayoutVars>
          <dgm:chPref val="3"/>
        </dgm:presLayoutVars>
      </dgm:prSet>
      <dgm:spPr/>
    </dgm:pt>
    <dgm:pt modelId="{BBCB7549-0E14-44DF-8817-FC06488F0A4D}" type="pres">
      <dgm:prSet presAssocID="{44B55897-224D-42EA-854D-D57BC925D0B4}" presName="rootConnector" presStyleLbl="node2" presStyleIdx="0" presStyleCnt="3"/>
      <dgm:spPr/>
    </dgm:pt>
    <dgm:pt modelId="{7D428FF5-720C-4FC8-92DF-DFCDC7B00E16}" type="pres">
      <dgm:prSet presAssocID="{44B55897-224D-42EA-854D-D57BC925D0B4}" presName="hierChild4" presStyleCnt="0"/>
      <dgm:spPr/>
    </dgm:pt>
    <dgm:pt modelId="{C4B1C9AA-32AA-45E9-83CC-18A374B82EEF}" type="pres">
      <dgm:prSet presAssocID="{44B55897-224D-42EA-854D-D57BC925D0B4}" presName="hierChild5" presStyleCnt="0"/>
      <dgm:spPr/>
    </dgm:pt>
    <dgm:pt modelId="{D28205BA-B6E3-4D68-98CA-2FD25EE7B907}" type="pres">
      <dgm:prSet presAssocID="{3B93490E-902F-4A4B-8B7D-A64D2CC6EA49}" presName="Name37" presStyleLbl="parChTrans1D2" presStyleIdx="1" presStyleCnt="3"/>
      <dgm:spPr/>
    </dgm:pt>
    <dgm:pt modelId="{4AA36A6E-07A4-4019-B05D-AE5A03E7AEDC}" type="pres">
      <dgm:prSet presAssocID="{F3AAA75F-4F2F-4DAC-8871-0E240C19CF90}" presName="hierRoot2" presStyleCnt="0">
        <dgm:presLayoutVars>
          <dgm:hierBranch val="init"/>
        </dgm:presLayoutVars>
      </dgm:prSet>
      <dgm:spPr/>
    </dgm:pt>
    <dgm:pt modelId="{81F05239-5F57-447B-912D-974E5409FFEB}" type="pres">
      <dgm:prSet presAssocID="{F3AAA75F-4F2F-4DAC-8871-0E240C19CF90}" presName="rootComposite" presStyleCnt="0"/>
      <dgm:spPr/>
    </dgm:pt>
    <dgm:pt modelId="{470EAB78-2F26-4ECF-B789-DF04100F2E3D}" type="pres">
      <dgm:prSet presAssocID="{F3AAA75F-4F2F-4DAC-8871-0E240C19CF90}" presName="rootText" presStyleLbl="node2" presStyleIdx="1" presStyleCnt="3">
        <dgm:presLayoutVars>
          <dgm:chPref val="3"/>
        </dgm:presLayoutVars>
      </dgm:prSet>
      <dgm:spPr/>
    </dgm:pt>
    <dgm:pt modelId="{48E11756-C30F-4799-AD4E-ECAF05DABD26}" type="pres">
      <dgm:prSet presAssocID="{F3AAA75F-4F2F-4DAC-8871-0E240C19CF90}" presName="rootConnector" presStyleLbl="node2" presStyleIdx="1" presStyleCnt="3"/>
      <dgm:spPr/>
    </dgm:pt>
    <dgm:pt modelId="{CAE0C1D0-A958-465A-9A49-3E9FF413883C}" type="pres">
      <dgm:prSet presAssocID="{F3AAA75F-4F2F-4DAC-8871-0E240C19CF90}" presName="hierChild4" presStyleCnt="0"/>
      <dgm:spPr/>
    </dgm:pt>
    <dgm:pt modelId="{1BC78C8D-7196-4FB5-8800-4291371F0BE7}" type="pres">
      <dgm:prSet presAssocID="{F3AAA75F-4F2F-4DAC-8871-0E240C19CF90}" presName="hierChild5" presStyleCnt="0"/>
      <dgm:spPr/>
    </dgm:pt>
    <dgm:pt modelId="{B03D768A-D277-491B-88AC-4DB02B175B5F}" type="pres">
      <dgm:prSet presAssocID="{AD6AFD6E-A0A7-49C5-B8EA-E6010231B3F1}" presName="Name37" presStyleLbl="parChTrans1D2" presStyleIdx="2" presStyleCnt="3"/>
      <dgm:spPr/>
    </dgm:pt>
    <dgm:pt modelId="{0CD127B3-E9C8-49FB-AE96-D1CA3E5386DF}" type="pres">
      <dgm:prSet presAssocID="{E8F6F9DC-9C58-49D6-A82F-3B3B5AC4E073}" presName="hierRoot2" presStyleCnt="0">
        <dgm:presLayoutVars>
          <dgm:hierBranch val="init"/>
        </dgm:presLayoutVars>
      </dgm:prSet>
      <dgm:spPr/>
    </dgm:pt>
    <dgm:pt modelId="{314031DE-2708-45B5-8C6F-505926636FA4}" type="pres">
      <dgm:prSet presAssocID="{E8F6F9DC-9C58-49D6-A82F-3B3B5AC4E073}" presName="rootComposite" presStyleCnt="0"/>
      <dgm:spPr/>
    </dgm:pt>
    <dgm:pt modelId="{75BB83B6-DC32-406C-8C44-688246EBDE37}" type="pres">
      <dgm:prSet presAssocID="{E8F6F9DC-9C58-49D6-A82F-3B3B5AC4E073}" presName="rootText" presStyleLbl="node2" presStyleIdx="2" presStyleCnt="3">
        <dgm:presLayoutVars>
          <dgm:chPref val="3"/>
        </dgm:presLayoutVars>
      </dgm:prSet>
      <dgm:spPr/>
    </dgm:pt>
    <dgm:pt modelId="{8F1BF506-8F5D-4E8A-8C70-04A82372142F}" type="pres">
      <dgm:prSet presAssocID="{E8F6F9DC-9C58-49D6-A82F-3B3B5AC4E073}" presName="rootConnector" presStyleLbl="node2" presStyleIdx="2" presStyleCnt="3"/>
      <dgm:spPr/>
    </dgm:pt>
    <dgm:pt modelId="{0E4F858F-BCDA-40C4-881F-546B57CAC63F}" type="pres">
      <dgm:prSet presAssocID="{E8F6F9DC-9C58-49D6-A82F-3B3B5AC4E073}" presName="hierChild4" presStyleCnt="0"/>
      <dgm:spPr/>
    </dgm:pt>
    <dgm:pt modelId="{2CD39CC7-69F5-48BD-B4E9-F6A35F239335}" type="pres">
      <dgm:prSet presAssocID="{E8F6F9DC-9C58-49D6-A82F-3B3B5AC4E073}" presName="hierChild5" presStyleCnt="0"/>
      <dgm:spPr/>
    </dgm:pt>
    <dgm:pt modelId="{2AF6995A-4D73-464C-AB18-109B95D1C569}" type="pres">
      <dgm:prSet presAssocID="{43B5F8C6-51BC-43F1-A284-2994BA1A264E}" presName="hierChild3" presStyleCnt="0"/>
      <dgm:spPr/>
    </dgm:pt>
  </dgm:ptLst>
  <dgm:cxnLst>
    <dgm:cxn modelId="{11A95806-09DF-4284-B26D-F1861EF9BBFB}" type="presOf" srcId="{3B93490E-902F-4A4B-8B7D-A64D2CC6EA49}" destId="{D28205BA-B6E3-4D68-98CA-2FD25EE7B907}" srcOrd="0" destOrd="0" presId="urn:microsoft.com/office/officeart/2005/8/layout/orgChart1"/>
    <dgm:cxn modelId="{EA042015-F962-44B2-A583-59394D99D311}" srcId="{43B5F8C6-51BC-43F1-A284-2994BA1A264E}" destId="{F3AAA75F-4F2F-4DAC-8871-0E240C19CF90}" srcOrd="1" destOrd="0" parTransId="{3B93490E-902F-4A4B-8B7D-A64D2CC6EA49}" sibTransId="{D102E659-E1EE-46C6-B83F-E6C3AC2E96D6}"/>
    <dgm:cxn modelId="{2B91D319-08B7-4262-9084-741B9655020A}" type="presOf" srcId="{AD6AFD6E-A0A7-49C5-B8EA-E6010231B3F1}" destId="{B03D768A-D277-491B-88AC-4DB02B175B5F}" srcOrd="0" destOrd="0" presId="urn:microsoft.com/office/officeart/2005/8/layout/orgChart1"/>
    <dgm:cxn modelId="{07FD592D-AE5E-4F20-948C-069B81DD25E8}" srcId="{43B5F8C6-51BC-43F1-A284-2994BA1A264E}" destId="{E8F6F9DC-9C58-49D6-A82F-3B3B5AC4E073}" srcOrd="2" destOrd="0" parTransId="{AD6AFD6E-A0A7-49C5-B8EA-E6010231B3F1}" sibTransId="{5FC48A6C-F5B5-49D1-BF6C-F3CFEBB97D5F}"/>
    <dgm:cxn modelId="{9EE71446-F654-4837-8F8F-BE6514EA59DB}" type="presOf" srcId="{44B55897-224D-42EA-854D-D57BC925D0B4}" destId="{6F489F4E-CCD3-49E6-B0B2-6EC4CC703AD6}" srcOrd="0" destOrd="0" presId="urn:microsoft.com/office/officeart/2005/8/layout/orgChart1"/>
    <dgm:cxn modelId="{E0613B4D-2B16-4067-BE8F-E813204FEC1C}" type="presOf" srcId="{7078B2DF-6A02-4E57-93AF-959A0E401EA9}" destId="{D66EE701-48B0-48EE-9C88-6F1DAEF3D397}" srcOrd="0" destOrd="0" presId="urn:microsoft.com/office/officeart/2005/8/layout/orgChart1"/>
    <dgm:cxn modelId="{0F966F56-0997-4414-9F8A-2D10582143FC}" type="presOf" srcId="{44B55897-224D-42EA-854D-D57BC925D0B4}" destId="{BBCB7549-0E14-44DF-8817-FC06488F0A4D}" srcOrd="1" destOrd="0" presId="urn:microsoft.com/office/officeart/2005/8/layout/orgChart1"/>
    <dgm:cxn modelId="{F8EC9F58-C61B-445E-BBAF-BAA209E51E84}" type="presOf" srcId="{E8F6F9DC-9C58-49D6-A82F-3B3B5AC4E073}" destId="{75BB83B6-DC32-406C-8C44-688246EBDE37}" srcOrd="0" destOrd="0" presId="urn:microsoft.com/office/officeart/2005/8/layout/orgChart1"/>
    <dgm:cxn modelId="{0BE73E74-494E-4DC0-9F9A-ABB9F8444245}" type="presOf" srcId="{43B5F8C6-51BC-43F1-A284-2994BA1A264E}" destId="{EC7C68EC-115B-4E3D-98DD-0FE8D70A008E}" srcOrd="1" destOrd="0" presId="urn:microsoft.com/office/officeart/2005/8/layout/orgChart1"/>
    <dgm:cxn modelId="{1DDE4B92-B5DC-45A2-9237-0E95E60B9896}" srcId="{43B5F8C6-51BC-43F1-A284-2994BA1A264E}" destId="{44B55897-224D-42EA-854D-D57BC925D0B4}" srcOrd="0" destOrd="0" parTransId="{B778AE9D-2C53-460F-85B7-1E0C59B6DAE4}" sibTransId="{F5FF6FCE-04ED-4350-B270-C0ED11E21909}"/>
    <dgm:cxn modelId="{57E383A7-D179-4C5B-99CE-DD7C7A21C1E6}" type="presOf" srcId="{F3AAA75F-4F2F-4DAC-8871-0E240C19CF90}" destId="{48E11756-C30F-4799-AD4E-ECAF05DABD26}" srcOrd="1" destOrd="0" presId="urn:microsoft.com/office/officeart/2005/8/layout/orgChart1"/>
    <dgm:cxn modelId="{19C1ADB4-16CA-4220-8600-1F3057BAB9DD}" type="presOf" srcId="{E8F6F9DC-9C58-49D6-A82F-3B3B5AC4E073}" destId="{8F1BF506-8F5D-4E8A-8C70-04A82372142F}" srcOrd="1" destOrd="0" presId="urn:microsoft.com/office/officeart/2005/8/layout/orgChart1"/>
    <dgm:cxn modelId="{A7B477B9-91F5-4EA1-AF41-51176EDEADA2}" type="presOf" srcId="{43B5F8C6-51BC-43F1-A284-2994BA1A264E}" destId="{BEFE5FF5-712D-44C8-B1A0-50209B275381}" srcOrd="0" destOrd="0" presId="urn:microsoft.com/office/officeart/2005/8/layout/orgChart1"/>
    <dgm:cxn modelId="{04F849E9-2684-44F2-A589-5D09327839C7}" srcId="{7078B2DF-6A02-4E57-93AF-959A0E401EA9}" destId="{43B5F8C6-51BC-43F1-A284-2994BA1A264E}" srcOrd="0" destOrd="0" parTransId="{6C1A0096-448A-4A47-85D2-F98F5AD2D113}" sibTransId="{418E329F-DCAF-46A9-A592-57BD8C744125}"/>
    <dgm:cxn modelId="{B3A003ED-7917-4497-BBDB-C8E426A2EF82}" type="presOf" srcId="{F3AAA75F-4F2F-4DAC-8871-0E240C19CF90}" destId="{470EAB78-2F26-4ECF-B789-DF04100F2E3D}" srcOrd="0" destOrd="0" presId="urn:microsoft.com/office/officeart/2005/8/layout/orgChart1"/>
    <dgm:cxn modelId="{301F1EFF-DF01-45C6-A294-E0F7AE7BC253}" type="presOf" srcId="{B778AE9D-2C53-460F-85B7-1E0C59B6DAE4}" destId="{A0F71309-55A2-4C48-9E83-9BE50AA895A1}" srcOrd="0" destOrd="0" presId="urn:microsoft.com/office/officeart/2005/8/layout/orgChart1"/>
    <dgm:cxn modelId="{7D6D106D-C8B1-4A33-AE40-32FA513E804C}" type="presParOf" srcId="{D66EE701-48B0-48EE-9C88-6F1DAEF3D397}" destId="{1FCB72C1-966B-4975-9A38-448513F8F740}" srcOrd="0" destOrd="0" presId="urn:microsoft.com/office/officeart/2005/8/layout/orgChart1"/>
    <dgm:cxn modelId="{807A405D-C9DB-4370-9C8B-F0FCC0B1A207}" type="presParOf" srcId="{1FCB72C1-966B-4975-9A38-448513F8F740}" destId="{53425654-DFD0-4799-AE69-27DAF1A4BA60}" srcOrd="0" destOrd="0" presId="urn:microsoft.com/office/officeart/2005/8/layout/orgChart1"/>
    <dgm:cxn modelId="{A333224F-4FC1-4BCD-B16B-C6E9DAA94D1F}" type="presParOf" srcId="{53425654-DFD0-4799-AE69-27DAF1A4BA60}" destId="{BEFE5FF5-712D-44C8-B1A0-50209B275381}" srcOrd="0" destOrd="0" presId="urn:microsoft.com/office/officeart/2005/8/layout/orgChart1"/>
    <dgm:cxn modelId="{1A4852FD-DDB2-4B01-A908-CBC850E98F9F}" type="presParOf" srcId="{53425654-DFD0-4799-AE69-27DAF1A4BA60}" destId="{EC7C68EC-115B-4E3D-98DD-0FE8D70A008E}" srcOrd="1" destOrd="0" presId="urn:microsoft.com/office/officeart/2005/8/layout/orgChart1"/>
    <dgm:cxn modelId="{24A867F0-1CE0-4AED-978F-BAE118D91504}" type="presParOf" srcId="{1FCB72C1-966B-4975-9A38-448513F8F740}" destId="{913E130F-ED1A-4451-A16C-2F59D3E411AE}" srcOrd="1" destOrd="0" presId="urn:microsoft.com/office/officeart/2005/8/layout/orgChart1"/>
    <dgm:cxn modelId="{007A221A-000D-4E4B-A9DD-2B22132BB98F}" type="presParOf" srcId="{913E130F-ED1A-4451-A16C-2F59D3E411AE}" destId="{A0F71309-55A2-4C48-9E83-9BE50AA895A1}" srcOrd="0" destOrd="0" presId="urn:microsoft.com/office/officeart/2005/8/layout/orgChart1"/>
    <dgm:cxn modelId="{A0AA101B-69B0-4491-A746-2D73D0C01847}" type="presParOf" srcId="{913E130F-ED1A-4451-A16C-2F59D3E411AE}" destId="{42D0790C-85F4-47E1-A68C-D820ACAA5D28}" srcOrd="1" destOrd="0" presId="urn:microsoft.com/office/officeart/2005/8/layout/orgChart1"/>
    <dgm:cxn modelId="{C6970B9E-16EC-4864-91E8-40930AB9D84B}" type="presParOf" srcId="{42D0790C-85F4-47E1-A68C-D820ACAA5D28}" destId="{D00FAADE-1E43-49E5-AD33-934DFBAA1EEF}" srcOrd="0" destOrd="0" presId="urn:microsoft.com/office/officeart/2005/8/layout/orgChart1"/>
    <dgm:cxn modelId="{C2C15298-F76D-4BFF-A9EC-79ADFBEE717C}" type="presParOf" srcId="{D00FAADE-1E43-49E5-AD33-934DFBAA1EEF}" destId="{6F489F4E-CCD3-49E6-B0B2-6EC4CC703AD6}" srcOrd="0" destOrd="0" presId="urn:microsoft.com/office/officeart/2005/8/layout/orgChart1"/>
    <dgm:cxn modelId="{5A02F875-6AD7-4963-B91C-4B8286BE2D1A}" type="presParOf" srcId="{D00FAADE-1E43-49E5-AD33-934DFBAA1EEF}" destId="{BBCB7549-0E14-44DF-8817-FC06488F0A4D}" srcOrd="1" destOrd="0" presId="urn:microsoft.com/office/officeart/2005/8/layout/orgChart1"/>
    <dgm:cxn modelId="{2CB08761-AE70-4AFC-A981-27BF2A9E8376}" type="presParOf" srcId="{42D0790C-85F4-47E1-A68C-D820ACAA5D28}" destId="{7D428FF5-720C-4FC8-92DF-DFCDC7B00E16}" srcOrd="1" destOrd="0" presId="urn:microsoft.com/office/officeart/2005/8/layout/orgChart1"/>
    <dgm:cxn modelId="{63788DEE-070F-439C-BC40-8F040B1E88F2}" type="presParOf" srcId="{42D0790C-85F4-47E1-A68C-D820ACAA5D28}" destId="{C4B1C9AA-32AA-45E9-83CC-18A374B82EEF}" srcOrd="2" destOrd="0" presId="urn:microsoft.com/office/officeart/2005/8/layout/orgChart1"/>
    <dgm:cxn modelId="{5C1A4BBA-ED9B-43EB-A4E8-3C236F02C4CB}" type="presParOf" srcId="{913E130F-ED1A-4451-A16C-2F59D3E411AE}" destId="{D28205BA-B6E3-4D68-98CA-2FD25EE7B907}" srcOrd="2" destOrd="0" presId="urn:microsoft.com/office/officeart/2005/8/layout/orgChart1"/>
    <dgm:cxn modelId="{DA0B31DA-CA91-46F1-A6BB-B4E917FE3437}" type="presParOf" srcId="{913E130F-ED1A-4451-A16C-2F59D3E411AE}" destId="{4AA36A6E-07A4-4019-B05D-AE5A03E7AEDC}" srcOrd="3" destOrd="0" presId="urn:microsoft.com/office/officeart/2005/8/layout/orgChart1"/>
    <dgm:cxn modelId="{A7472225-CD58-4BBF-BBF3-3C97650B5B30}" type="presParOf" srcId="{4AA36A6E-07A4-4019-B05D-AE5A03E7AEDC}" destId="{81F05239-5F57-447B-912D-974E5409FFEB}" srcOrd="0" destOrd="0" presId="urn:microsoft.com/office/officeart/2005/8/layout/orgChart1"/>
    <dgm:cxn modelId="{07500363-3EC1-4EBA-8847-AC6E23CEA458}" type="presParOf" srcId="{81F05239-5F57-447B-912D-974E5409FFEB}" destId="{470EAB78-2F26-4ECF-B789-DF04100F2E3D}" srcOrd="0" destOrd="0" presId="urn:microsoft.com/office/officeart/2005/8/layout/orgChart1"/>
    <dgm:cxn modelId="{572C5BAF-0A32-4217-9A69-8604EFF41C69}" type="presParOf" srcId="{81F05239-5F57-447B-912D-974E5409FFEB}" destId="{48E11756-C30F-4799-AD4E-ECAF05DABD26}" srcOrd="1" destOrd="0" presId="urn:microsoft.com/office/officeart/2005/8/layout/orgChart1"/>
    <dgm:cxn modelId="{6B558E3B-A69D-431F-9FEB-3779E1BFE157}" type="presParOf" srcId="{4AA36A6E-07A4-4019-B05D-AE5A03E7AEDC}" destId="{CAE0C1D0-A958-465A-9A49-3E9FF413883C}" srcOrd="1" destOrd="0" presId="urn:microsoft.com/office/officeart/2005/8/layout/orgChart1"/>
    <dgm:cxn modelId="{CC3F0079-ED0C-4AE8-A2CE-1AFC9C6FFF0C}" type="presParOf" srcId="{4AA36A6E-07A4-4019-B05D-AE5A03E7AEDC}" destId="{1BC78C8D-7196-4FB5-8800-4291371F0BE7}" srcOrd="2" destOrd="0" presId="urn:microsoft.com/office/officeart/2005/8/layout/orgChart1"/>
    <dgm:cxn modelId="{ED059D27-4688-42B9-A9EC-91F5AA04DA6A}" type="presParOf" srcId="{913E130F-ED1A-4451-A16C-2F59D3E411AE}" destId="{B03D768A-D277-491B-88AC-4DB02B175B5F}" srcOrd="4" destOrd="0" presId="urn:microsoft.com/office/officeart/2005/8/layout/orgChart1"/>
    <dgm:cxn modelId="{7092F5B3-0AF6-41AE-B152-87282801A52B}" type="presParOf" srcId="{913E130F-ED1A-4451-A16C-2F59D3E411AE}" destId="{0CD127B3-E9C8-49FB-AE96-D1CA3E5386DF}" srcOrd="5" destOrd="0" presId="urn:microsoft.com/office/officeart/2005/8/layout/orgChart1"/>
    <dgm:cxn modelId="{EBD98C52-F2AC-4F37-8703-9E07C0D59EE6}" type="presParOf" srcId="{0CD127B3-E9C8-49FB-AE96-D1CA3E5386DF}" destId="{314031DE-2708-45B5-8C6F-505926636FA4}" srcOrd="0" destOrd="0" presId="urn:microsoft.com/office/officeart/2005/8/layout/orgChart1"/>
    <dgm:cxn modelId="{2C2AFE24-3DB6-4F0C-AD54-7355823BCE6B}" type="presParOf" srcId="{314031DE-2708-45B5-8C6F-505926636FA4}" destId="{75BB83B6-DC32-406C-8C44-688246EBDE37}" srcOrd="0" destOrd="0" presId="urn:microsoft.com/office/officeart/2005/8/layout/orgChart1"/>
    <dgm:cxn modelId="{1AA64E81-3667-4287-9BC8-2AB72F455A24}" type="presParOf" srcId="{314031DE-2708-45B5-8C6F-505926636FA4}" destId="{8F1BF506-8F5D-4E8A-8C70-04A82372142F}" srcOrd="1" destOrd="0" presId="urn:microsoft.com/office/officeart/2005/8/layout/orgChart1"/>
    <dgm:cxn modelId="{62A37C3B-3508-4370-AF98-3FDB99746285}" type="presParOf" srcId="{0CD127B3-E9C8-49FB-AE96-D1CA3E5386DF}" destId="{0E4F858F-BCDA-40C4-881F-546B57CAC63F}" srcOrd="1" destOrd="0" presId="urn:microsoft.com/office/officeart/2005/8/layout/orgChart1"/>
    <dgm:cxn modelId="{080CE4FE-C47E-4E31-9D75-6D3C1441BF30}" type="presParOf" srcId="{0CD127B3-E9C8-49FB-AE96-D1CA3E5386DF}" destId="{2CD39CC7-69F5-48BD-B4E9-F6A35F239335}" srcOrd="2" destOrd="0" presId="urn:microsoft.com/office/officeart/2005/8/layout/orgChart1"/>
    <dgm:cxn modelId="{119CE0F3-4858-4C57-80B3-F3213EC04104}" type="presParOf" srcId="{1FCB72C1-966B-4975-9A38-448513F8F740}" destId="{2AF6995A-4D73-464C-AB18-109B95D1C569}"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8C91727-2ABD-45F2-98B3-EC8A0655C9C9}" type="doc">
      <dgm:prSet loTypeId="urn:microsoft.com/office/officeart/2008/layout/RadialCluster" loCatId="relationship" qsTypeId="urn:microsoft.com/office/officeart/2005/8/quickstyle/simple1" qsCatId="simple" csTypeId="urn:microsoft.com/office/officeart/2005/8/colors/accent1_2" csCatId="accent1" phldr="1"/>
      <dgm:spPr/>
      <dgm:t>
        <a:bodyPr/>
        <a:lstStyle/>
        <a:p>
          <a:endParaRPr lang="es-MX"/>
        </a:p>
      </dgm:t>
    </dgm:pt>
    <dgm:pt modelId="{B1FAF923-A71D-4740-B5EC-852069FD89BF}">
      <dgm:prSet phldrT="[Text]"/>
      <dgm:spPr>
        <a:solidFill>
          <a:srgbClr val="5B9BD5"/>
        </a:solidFill>
      </dgm:spPr>
      <dgm:t>
        <a:bodyPr/>
        <a:lstStyle/>
        <a:p>
          <a:r>
            <a:rPr lang="es-MX" dirty="0" err="1"/>
            <a:t>Headquarters</a:t>
          </a:r>
          <a:endParaRPr lang="es-MX" dirty="0"/>
        </a:p>
      </dgm:t>
    </dgm:pt>
    <dgm:pt modelId="{B4A0A8C1-C1AB-4C67-943C-B3FE6FE41DB6}" type="parTrans" cxnId="{DB5F9482-DC31-4292-AF5F-B0F76116F218}">
      <dgm:prSet/>
      <dgm:spPr/>
      <dgm:t>
        <a:bodyPr/>
        <a:lstStyle/>
        <a:p>
          <a:endParaRPr lang="es-MX"/>
        </a:p>
      </dgm:t>
    </dgm:pt>
    <dgm:pt modelId="{4C286ED5-F3A4-4E03-826A-99210DD87E8F}" type="sibTrans" cxnId="{DB5F9482-DC31-4292-AF5F-B0F76116F218}">
      <dgm:prSet/>
      <dgm:spPr/>
      <dgm:t>
        <a:bodyPr/>
        <a:lstStyle/>
        <a:p>
          <a:endParaRPr lang="es-MX"/>
        </a:p>
      </dgm:t>
    </dgm:pt>
    <dgm:pt modelId="{BFF68FC8-080F-4599-8C0E-A2381FCDE20A}">
      <dgm:prSet phldrT="[Text]"/>
      <dgm:spPr>
        <a:solidFill>
          <a:srgbClr val="5B9BD5"/>
        </a:solidFill>
      </dgm:spPr>
      <dgm:t>
        <a:bodyPr/>
        <a:lstStyle/>
        <a:p>
          <a:r>
            <a:rPr lang="es-MX" dirty="0"/>
            <a:t>Florida </a:t>
          </a:r>
          <a:r>
            <a:rPr lang="es-MX" dirty="0" err="1"/>
            <a:t>Branch</a:t>
          </a:r>
          <a:endParaRPr lang="es-MX" dirty="0"/>
        </a:p>
      </dgm:t>
    </dgm:pt>
    <dgm:pt modelId="{FCE80E06-3ADA-4571-95D8-3ED9260F1BA1}" type="parTrans" cxnId="{C914100D-2CE8-418C-B5FD-A738BDA7F7AB}">
      <dgm:prSet/>
      <dgm:spPr/>
      <dgm:t>
        <a:bodyPr/>
        <a:lstStyle/>
        <a:p>
          <a:endParaRPr lang="es-MX"/>
        </a:p>
      </dgm:t>
    </dgm:pt>
    <dgm:pt modelId="{E6157A84-79FF-4725-99FB-AB12F5D78AD5}" type="sibTrans" cxnId="{C914100D-2CE8-418C-B5FD-A738BDA7F7AB}">
      <dgm:prSet/>
      <dgm:spPr/>
      <dgm:t>
        <a:bodyPr/>
        <a:lstStyle/>
        <a:p>
          <a:endParaRPr lang="es-MX"/>
        </a:p>
      </dgm:t>
    </dgm:pt>
    <dgm:pt modelId="{6EBD4215-8E94-4F9A-9BF7-67E0487F9FF0}">
      <dgm:prSet phldrT="[Text]"/>
      <dgm:spPr/>
      <dgm:t>
        <a:bodyPr/>
        <a:lstStyle/>
        <a:p>
          <a:r>
            <a:rPr lang="es-MX" dirty="0"/>
            <a:t>Texas </a:t>
          </a:r>
          <a:r>
            <a:rPr lang="es-MX" dirty="0" err="1"/>
            <a:t>Branch</a:t>
          </a:r>
          <a:endParaRPr lang="es-MX" dirty="0"/>
        </a:p>
      </dgm:t>
    </dgm:pt>
    <dgm:pt modelId="{FD911A6B-F18C-4B82-AF78-5A95BCF9E42A}" type="parTrans" cxnId="{089DC97D-1707-428D-B643-5B1912E9EAAF}">
      <dgm:prSet/>
      <dgm:spPr/>
      <dgm:t>
        <a:bodyPr/>
        <a:lstStyle/>
        <a:p>
          <a:endParaRPr lang="es-MX"/>
        </a:p>
      </dgm:t>
    </dgm:pt>
    <dgm:pt modelId="{4F4A03B9-4139-445E-AB37-D7C2B32EEEE4}" type="sibTrans" cxnId="{089DC97D-1707-428D-B643-5B1912E9EAAF}">
      <dgm:prSet/>
      <dgm:spPr/>
      <dgm:t>
        <a:bodyPr/>
        <a:lstStyle/>
        <a:p>
          <a:endParaRPr lang="es-MX"/>
        </a:p>
      </dgm:t>
    </dgm:pt>
    <dgm:pt modelId="{7B20AA97-6EB3-440E-ABB7-744C7E8633A3}">
      <dgm:prSet phldrT="[Text]"/>
      <dgm:spPr/>
      <dgm:t>
        <a:bodyPr/>
        <a:lstStyle/>
        <a:p>
          <a:r>
            <a:rPr lang="es-MX" dirty="0"/>
            <a:t>California </a:t>
          </a:r>
          <a:r>
            <a:rPr lang="es-MX" dirty="0" err="1"/>
            <a:t>Branch</a:t>
          </a:r>
          <a:endParaRPr lang="es-MX" dirty="0"/>
        </a:p>
      </dgm:t>
    </dgm:pt>
    <dgm:pt modelId="{E2C924E6-640F-4FBF-A3E5-661EB0D5663E}" type="parTrans" cxnId="{953F2A47-A9F4-413F-B4D7-BA6E7243BEB6}">
      <dgm:prSet/>
      <dgm:spPr/>
      <dgm:t>
        <a:bodyPr/>
        <a:lstStyle/>
        <a:p>
          <a:endParaRPr lang="es-MX"/>
        </a:p>
      </dgm:t>
    </dgm:pt>
    <dgm:pt modelId="{462295F2-F97E-4FA1-99F5-217CA4D78651}" type="sibTrans" cxnId="{953F2A47-A9F4-413F-B4D7-BA6E7243BEB6}">
      <dgm:prSet/>
      <dgm:spPr/>
      <dgm:t>
        <a:bodyPr/>
        <a:lstStyle/>
        <a:p>
          <a:endParaRPr lang="es-MX"/>
        </a:p>
      </dgm:t>
    </dgm:pt>
    <dgm:pt modelId="{49FEDE8D-1639-4821-9687-E6C92E20D13C}">
      <dgm:prSet/>
      <dgm:spPr>
        <a:solidFill>
          <a:srgbClr val="5B9BD5"/>
        </a:solidFill>
      </dgm:spPr>
      <dgm:t>
        <a:bodyPr/>
        <a:lstStyle/>
        <a:p>
          <a:r>
            <a:rPr lang="es-MX" dirty="0"/>
            <a:t>Mexico </a:t>
          </a:r>
          <a:r>
            <a:rPr lang="es-MX" dirty="0" err="1"/>
            <a:t>Branch</a:t>
          </a:r>
          <a:endParaRPr lang="es-MX" dirty="0"/>
        </a:p>
      </dgm:t>
    </dgm:pt>
    <dgm:pt modelId="{EEE3D4F1-7596-4966-AACD-DDAB2FA79FB7}" type="parTrans" cxnId="{9A865634-34D7-4840-AE7D-643BE93FCE3B}">
      <dgm:prSet/>
      <dgm:spPr/>
      <dgm:t>
        <a:bodyPr/>
        <a:lstStyle/>
        <a:p>
          <a:endParaRPr lang="es-MX"/>
        </a:p>
      </dgm:t>
    </dgm:pt>
    <dgm:pt modelId="{129373F7-3ABB-4242-BD18-C6C62268BEBE}" type="sibTrans" cxnId="{9A865634-34D7-4840-AE7D-643BE93FCE3B}">
      <dgm:prSet/>
      <dgm:spPr/>
      <dgm:t>
        <a:bodyPr/>
        <a:lstStyle/>
        <a:p>
          <a:endParaRPr lang="es-MX"/>
        </a:p>
      </dgm:t>
    </dgm:pt>
    <dgm:pt modelId="{CF06003C-62F2-43EE-9A7E-2B58FC499150}" type="pres">
      <dgm:prSet presAssocID="{68C91727-2ABD-45F2-98B3-EC8A0655C9C9}" presName="Name0" presStyleCnt="0">
        <dgm:presLayoutVars>
          <dgm:chMax val="1"/>
          <dgm:chPref val="1"/>
          <dgm:dir/>
          <dgm:animOne val="branch"/>
          <dgm:animLvl val="lvl"/>
        </dgm:presLayoutVars>
      </dgm:prSet>
      <dgm:spPr/>
    </dgm:pt>
    <dgm:pt modelId="{CBE1EB93-9325-4B80-9237-D6270D4CE668}" type="pres">
      <dgm:prSet presAssocID="{B1FAF923-A71D-4740-B5EC-852069FD89BF}" presName="singleCycle" presStyleCnt="0"/>
      <dgm:spPr/>
    </dgm:pt>
    <dgm:pt modelId="{06BE98C5-A50F-4B7D-8354-5BC5D53D8593}" type="pres">
      <dgm:prSet presAssocID="{B1FAF923-A71D-4740-B5EC-852069FD89BF}" presName="singleCenter" presStyleLbl="node1" presStyleIdx="0" presStyleCnt="5">
        <dgm:presLayoutVars>
          <dgm:chMax val="7"/>
          <dgm:chPref val="7"/>
        </dgm:presLayoutVars>
      </dgm:prSet>
      <dgm:spPr/>
    </dgm:pt>
    <dgm:pt modelId="{30937798-6B32-4266-9B65-260A4F43A251}" type="pres">
      <dgm:prSet presAssocID="{FCE80E06-3ADA-4571-95D8-3ED9260F1BA1}" presName="Name56" presStyleLbl="parChTrans1D2" presStyleIdx="0" presStyleCnt="4"/>
      <dgm:spPr/>
    </dgm:pt>
    <dgm:pt modelId="{7B00ED9C-6996-4892-A127-AD5AAF17A43E}" type="pres">
      <dgm:prSet presAssocID="{BFF68FC8-080F-4599-8C0E-A2381FCDE20A}" presName="text0" presStyleLbl="node1" presStyleIdx="1" presStyleCnt="5">
        <dgm:presLayoutVars>
          <dgm:bulletEnabled val="1"/>
        </dgm:presLayoutVars>
      </dgm:prSet>
      <dgm:spPr/>
    </dgm:pt>
    <dgm:pt modelId="{922AA3FF-EE19-4FE9-A991-E9D088B60090}" type="pres">
      <dgm:prSet presAssocID="{FD911A6B-F18C-4B82-AF78-5A95BCF9E42A}" presName="Name56" presStyleLbl="parChTrans1D2" presStyleIdx="1" presStyleCnt="4"/>
      <dgm:spPr/>
    </dgm:pt>
    <dgm:pt modelId="{3B034616-0B58-4E33-99BF-FECF92D5ACC6}" type="pres">
      <dgm:prSet presAssocID="{6EBD4215-8E94-4F9A-9BF7-67E0487F9FF0}" presName="text0" presStyleLbl="node1" presStyleIdx="2" presStyleCnt="5">
        <dgm:presLayoutVars>
          <dgm:bulletEnabled val="1"/>
        </dgm:presLayoutVars>
      </dgm:prSet>
      <dgm:spPr/>
    </dgm:pt>
    <dgm:pt modelId="{B49F8E8C-DA41-4782-8A9C-3FFB74563153}" type="pres">
      <dgm:prSet presAssocID="{E2C924E6-640F-4FBF-A3E5-661EB0D5663E}" presName="Name56" presStyleLbl="parChTrans1D2" presStyleIdx="2" presStyleCnt="4"/>
      <dgm:spPr/>
    </dgm:pt>
    <dgm:pt modelId="{FCC8ABD3-97B9-481C-BE52-5A93E91F34FC}" type="pres">
      <dgm:prSet presAssocID="{7B20AA97-6EB3-440E-ABB7-744C7E8633A3}" presName="text0" presStyleLbl="node1" presStyleIdx="3" presStyleCnt="5">
        <dgm:presLayoutVars>
          <dgm:bulletEnabled val="1"/>
        </dgm:presLayoutVars>
      </dgm:prSet>
      <dgm:spPr/>
    </dgm:pt>
    <dgm:pt modelId="{0E81D4E7-F75F-477C-911D-578645F83225}" type="pres">
      <dgm:prSet presAssocID="{EEE3D4F1-7596-4966-AACD-DDAB2FA79FB7}" presName="Name56" presStyleLbl="parChTrans1D2" presStyleIdx="3" presStyleCnt="4"/>
      <dgm:spPr/>
    </dgm:pt>
    <dgm:pt modelId="{1F443091-CE0C-46CE-811E-340F1EE4AE30}" type="pres">
      <dgm:prSet presAssocID="{49FEDE8D-1639-4821-9687-E6C92E20D13C}" presName="text0" presStyleLbl="node1" presStyleIdx="4" presStyleCnt="5">
        <dgm:presLayoutVars>
          <dgm:bulletEnabled val="1"/>
        </dgm:presLayoutVars>
      </dgm:prSet>
      <dgm:spPr/>
    </dgm:pt>
  </dgm:ptLst>
  <dgm:cxnLst>
    <dgm:cxn modelId="{2A599701-66D4-4E6B-91C8-E2A7B86874AB}" type="presOf" srcId="{49FEDE8D-1639-4821-9687-E6C92E20D13C}" destId="{1F443091-CE0C-46CE-811E-340F1EE4AE30}" srcOrd="0" destOrd="0" presId="urn:microsoft.com/office/officeart/2008/layout/RadialCluster"/>
    <dgm:cxn modelId="{C914100D-2CE8-418C-B5FD-A738BDA7F7AB}" srcId="{B1FAF923-A71D-4740-B5EC-852069FD89BF}" destId="{BFF68FC8-080F-4599-8C0E-A2381FCDE20A}" srcOrd="0" destOrd="0" parTransId="{FCE80E06-3ADA-4571-95D8-3ED9260F1BA1}" sibTransId="{E6157A84-79FF-4725-99FB-AB12F5D78AD5}"/>
    <dgm:cxn modelId="{B7B4D718-33DB-44AE-A8EA-A5EFA3A1FC07}" type="presOf" srcId="{B1FAF923-A71D-4740-B5EC-852069FD89BF}" destId="{06BE98C5-A50F-4B7D-8354-5BC5D53D8593}" srcOrd="0" destOrd="0" presId="urn:microsoft.com/office/officeart/2008/layout/RadialCluster"/>
    <dgm:cxn modelId="{22C3411C-47B3-459F-B746-26E498390481}" type="presOf" srcId="{BFF68FC8-080F-4599-8C0E-A2381FCDE20A}" destId="{7B00ED9C-6996-4892-A127-AD5AAF17A43E}" srcOrd="0" destOrd="0" presId="urn:microsoft.com/office/officeart/2008/layout/RadialCluster"/>
    <dgm:cxn modelId="{28E4C320-7B2A-49B7-BFAE-293869DF0FB2}" type="presOf" srcId="{EEE3D4F1-7596-4966-AACD-DDAB2FA79FB7}" destId="{0E81D4E7-F75F-477C-911D-578645F83225}" srcOrd="0" destOrd="0" presId="urn:microsoft.com/office/officeart/2008/layout/RadialCluster"/>
    <dgm:cxn modelId="{9A865634-34D7-4840-AE7D-643BE93FCE3B}" srcId="{B1FAF923-A71D-4740-B5EC-852069FD89BF}" destId="{49FEDE8D-1639-4821-9687-E6C92E20D13C}" srcOrd="3" destOrd="0" parTransId="{EEE3D4F1-7596-4966-AACD-DDAB2FA79FB7}" sibTransId="{129373F7-3ABB-4242-BD18-C6C62268BEBE}"/>
    <dgm:cxn modelId="{19F4333D-84C6-48FB-8DFD-1A64EF237761}" type="presOf" srcId="{68C91727-2ABD-45F2-98B3-EC8A0655C9C9}" destId="{CF06003C-62F2-43EE-9A7E-2B58FC499150}" srcOrd="0" destOrd="0" presId="urn:microsoft.com/office/officeart/2008/layout/RadialCluster"/>
    <dgm:cxn modelId="{CED9E43E-9FB6-4EB7-9463-72F3D775B760}" type="presOf" srcId="{6EBD4215-8E94-4F9A-9BF7-67E0487F9FF0}" destId="{3B034616-0B58-4E33-99BF-FECF92D5ACC6}" srcOrd="0" destOrd="0" presId="urn:microsoft.com/office/officeart/2008/layout/RadialCluster"/>
    <dgm:cxn modelId="{953F2A47-A9F4-413F-B4D7-BA6E7243BEB6}" srcId="{B1FAF923-A71D-4740-B5EC-852069FD89BF}" destId="{7B20AA97-6EB3-440E-ABB7-744C7E8633A3}" srcOrd="2" destOrd="0" parTransId="{E2C924E6-640F-4FBF-A3E5-661EB0D5663E}" sibTransId="{462295F2-F97E-4FA1-99F5-217CA4D78651}"/>
    <dgm:cxn modelId="{089DC97D-1707-428D-B643-5B1912E9EAAF}" srcId="{B1FAF923-A71D-4740-B5EC-852069FD89BF}" destId="{6EBD4215-8E94-4F9A-9BF7-67E0487F9FF0}" srcOrd="1" destOrd="0" parTransId="{FD911A6B-F18C-4B82-AF78-5A95BCF9E42A}" sibTransId="{4F4A03B9-4139-445E-AB37-D7C2B32EEEE4}"/>
    <dgm:cxn modelId="{DB5F9482-DC31-4292-AF5F-B0F76116F218}" srcId="{68C91727-2ABD-45F2-98B3-EC8A0655C9C9}" destId="{B1FAF923-A71D-4740-B5EC-852069FD89BF}" srcOrd="0" destOrd="0" parTransId="{B4A0A8C1-C1AB-4C67-943C-B3FE6FE41DB6}" sibTransId="{4C286ED5-F3A4-4E03-826A-99210DD87E8F}"/>
    <dgm:cxn modelId="{2DEDE787-9C37-4CD3-A976-9DED53AFD820}" type="presOf" srcId="{7B20AA97-6EB3-440E-ABB7-744C7E8633A3}" destId="{FCC8ABD3-97B9-481C-BE52-5A93E91F34FC}" srcOrd="0" destOrd="0" presId="urn:microsoft.com/office/officeart/2008/layout/RadialCluster"/>
    <dgm:cxn modelId="{FE180A9A-5849-43D6-8500-F79B0540A28B}" type="presOf" srcId="{E2C924E6-640F-4FBF-A3E5-661EB0D5663E}" destId="{B49F8E8C-DA41-4782-8A9C-3FFB74563153}" srcOrd="0" destOrd="0" presId="urn:microsoft.com/office/officeart/2008/layout/RadialCluster"/>
    <dgm:cxn modelId="{CE496E9D-6855-489E-94B4-74A931AEC9B5}" type="presOf" srcId="{FCE80E06-3ADA-4571-95D8-3ED9260F1BA1}" destId="{30937798-6B32-4266-9B65-260A4F43A251}" srcOrd="0" destOrd="0" presId="urn:microsoft.com/office/officeart/2008/layout/RadialCluster"/>
    <dgm:cxn modelId="{3DD800A2-D813-4C87-ACB0-7E4808D4FDF6}" type="presOf" srcId="{FD911A6B-F18C-4B82-AF78-5A95BCF9E42A}" destId="{922AA3FF-EE19-4FE9-A991-E9D088B60090}" srcOrd="0" destOrd="0" presId="urn:microsoft.com/office/officeart/2008/layout/RadialCluster"/>
    <dgm:cxn modelId="{79E5C63D-0B4E-4195-9D4F-034AF429C4B0}" type="presParOf" srcId="{CF06003C-62F2-43EE-9A7E-2B58FC499150}" destId="{CBE1EB93-9325-4B80-9237-D6270D4CE668}" srcOrd="0" destOrd="0" presId="urn:microsoft.com/office/officeart/2008/layout/RadialCluster"/>
    <dgm:cxn modelId="{4739C8E5-E048-4C57-9293-DA605FE7895C}" type="presParOf" srcId="{CBE1EB93-9325-4B80-9237-D6270D4CE668}" destId="{06BE98C5-A50F-4B7D-8354-5BC5D53D8593}" srcOrd="0" destOrd="0" presId="urn:microsoft.com/office/officeart/2008/layout/RadialCluster"/>
    <dgm:cxn modelId="{FB107BBA-EB15-4E64-BE5A-87944E5C8BE2}" type="presParOf" srcId="{CBE1EB93-9325-4B80-9237-D6270D4CE668}" destId="{30937798-6B32-4266-9B65-260A4F43A251}" srcOrd="1" destOrd="0" presId="urn:microsoft.com/office/officeart/2008/layout/RadialCluster"/>
    <dgm:cxn modelId="{2124FFB3-F036-4D7E-849E-09DE45DE6E91}" type="presParOf" srcId="{CBE1EB93-9325-4B80-9237-D6270D4CE668}" destId="{7B00ED9C-6996-4892-A127-AD5AAF17A43E}" srcOrd="2" destOrd="0" presId="urn:microsoft.com/office/officeart/2008/layout/RadialCluster"/>
    <dgm:cxn modelId="{AC756E30-CEFB-483E-8954-D8262010D0D3}" type="presParOf" srcId="{CBE1EB93-9325-4B80-9237-D6270D4CE668}" destId="{922AA3FF-EE19-4FE9-A991-E9D088B60090}" srcOrd="3" destOrd="0" presId="urn:microsoft.com/office/officeart/2008/layout/RadialCluster"/>
    <dgm:cxn modelId="{6A41F465-9896-4310-9907-6F6380460A64}" type="presParOf" srcId="{CBE1EB93-9325-4B80-9237-D6270D4CE668}" destId="{3B034616-0B58-4E33-99BF-FECF92D5ACC6}" srcOrd="4" destOrd="0" presId="urn:microsoft.com/office/officeart/2008/layout/RadialCluster"/>
    <dgm:cxn modelId="{B6EF0316-2684-4729-B325-422FA6C3B038}" type="presParOf" srcId="{CBE1EB93-9325-4B80-9237-D6270D4CE668}" destId="{B49F8E8C-DA41-4782-8A9C-3FFB74563153}" srcOrd="5" destOrd="0" presId="urn:microsoft.com/office/officeart/2008/layout/RadialCluster"/>
    <dgm:cxn modelId="{849FC852-D7C0-45BF-9D37-1D1DF28DD05A}" type="presParOf" srcId="{CBE1EB93-9325-4B80-9237-D6270D4CE668}" destId="{FCC8ABD3-97B9-481C-BE52-5A93E91F34FC}" srcOrd="6" destOrd="0" presId="urn:microsoft.com/office/officeart/2008/layout/RadialCluster"/>
    <dgm:cxn modelId="{BD3B9C7D-01D2-4A59-A8AC-1A63FF7042F2}" type="presParOf" srcId="{CBE1EB93-9325-4B80-9237-D6270D4CE668}" destId="{0E81D4E7-F75F-477C-911D-578645F83225}" srcOrd="7" destOrd="0" presId="urn:microsoft.com/office/officeart/2008/layout/RadialCluster"/>
    <dgm:cxn modelId="{14928A93-6D6E-49C0-9A33-8264204B5E39}" type="presParOf" srcId="{CBE1EB93-9325-4B80-9237-D6270D4CE668}" destId="{1F443091-CE0C-46CE-811E-340F1EE4AE30}" srcOrd="8" destOrd="0" presId="urn:microsoft.com/office/officeart/2008/layout/RadialCluster"/>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33E3554-69E9-40DD-888D-F7520F5FAA3F}" type="doc">
      <dgm:prSet loTypeId="urn:microsoft.com/office/officeart/2005/8/layout/hierarchy2" loCatId="hierarchy" qsTypeId="urn:microsoft.com/office/officeart/2005/8/quickstyle/simple1#3" qsCatId="simple" csTypeId="urn:microsoft.com/office/officeart/2005/8/colors/accent1_2#3" csCatId="accent1" phldr="1"/>
      <dgm:spPr/>
      <dgm:t>
        <a:bodyPr/>
        <a:lstStyle/>
        <a:p>
          <a:endParaRPr lang="es-MX"/>
        </a:p>
      </dgm:t>
    </dgm:pt>
    <dgm:pt modelId="{E36F8315-CC8B-446B-BD51-1C354B5CCCEC}">
      <dgm:prSet phldrT="[Text]"/>
      <dgm:spPr/>
      <dgm:t>
        <a:bodyPr/>
        <a:lstStyle/>
        <a:p>
          <a:r>
            <a:rPr lang="es-MX" dirty="0"/>
            <a:t>Ejercicio Fiscal</a:t>
          </a:r>
        </a:p>
      </dgm:t>
    </dgm:pt>
    <dgm:pt modelId="{61461FAD-DA7C-4A81-8728-123E59BE6A8F}" type="parTrans" cxnId="{E2F51CB1-17E4-46B0-B25F-E8C48494C894}">
      <dgm:prSet/>
      <dgm:spPr/>
      <dgm:t>
        <a:bodyPr/>
        <a:lstStyle/>
        <a:p>
          <a:endParaRPr lang="es-MX"/>
        </a:p>
      </dgm:t>
    </dgm:pt>
    <dgm:pt modelId="{9A1AD4F2-A170-4982-9BFF-A8C0DFD39A52}" type="sibTrans" cxnId="{E2F51CB1-17E4-46B0-B25F-E8C48494C894}">
      <dgm:prSet/>
      <dgm:spPr/>
      <dgm:t>
        <a:bodyPr/>
        <a:lstStyle/>
        <a:p>
          <a:endParaRPr lang="es-MX"/>
        </a:p>
      </dgm:t>
    </dgm:pt>
    <dgm:pt modelId="{A96904F0-E571-4071-92EC-36573247AF2D}">
      <dgm:prSet phldrT="[Text]"/>
      <dgm:spPr/>
      <dgm:t>
        <a:bodyPr/>
        <a:lstStyle/>
        <a:p>
          <a:r>
            <a:rPr lang="es-MX" dirty="0"/>
            <a:t>Año Calendario</a:t>
          </a:r>
        </a:p>
        <a:p>
          <a:r>
            <a:rPr lang="es-MX"/>
            <a:t>“Regular”</a:t>
          </a:r>
          <a:endParaRPr lang="es-MX" dirty="0"/>
        </a:p>
      </dgm:t>
    </dgm:pt>
    <dgm:pt modelId="{08CF600C-02AE-41A8-963A-1A3159C6E0F0}" type="parTrans" cxnId="{D9B454C7-7D1F-431D-BB2A-97BE39FD2CBD}">
      <dgm:prSet/>
      <dgm:spPr/>
      <dgm:t>
        <a:bodyPr/>
        <a:lstStyle/>
        <a:p>
          <a:endParaRPr lang="es-MX"/>
        </a:p>
      </dgm:t>
    </dgm:pt>
    <dgm:pt modelId="{9E1FB8BC-116C-4F65-924E-A4A1427D173A}" type="sibTrans" cxnId="{D9B454C7-7D1F-431D-BB2A-97BE39FD2CBD}">
      <dgm:prSet/>
      <dgm:spPr/>
      <dgm:t>
        <a:bodyPr/>
        <a:lstStyle/>
        <a:p>
          <a:endParaRPr lang="es-MX"/>
        </a:p>
      </dgm:t>
    </dgm:pt>
    <dgm:pt modelId="{FE7E446D-7A49-4B27-81B5-BFF58ECDE61F}">
      <dgm:prSet phldrT="[Text]"/>
      <dgm:spPr/>
      <dgm:t>
        <a:bodyPr/>
        <a:lstStyle/>
        <a:p>
          <a:r>
            <a:rPr lang="es-MX" dirty="0"/>
            <a:t>Comienza el 1 de enero </a:t>
          </a:r>
        </a:p>
      </dgm:t>
    </dgm:pt>
    <dgm:pt modelId="{7D5A7E32-3C2C-401E-B111-DEC8D0018ACC}" type="parTrans" cxnId="{C714052F-C3F3-48C8-AFF0-39BFAEACBC9A}">
      <dgm:prSet/>
      <dgm:spPr/>
      <dgm:t>
        <a:bodyPr/>
        <a:lstStyle/>
        <a:p>
          <a:endParaRPr lang="es-MX"/>
        </a:p>
      </dgm:t>
    </dgm:pt>
    <dgm:pt modelId="{CD108288-6786-4B9B-82C5-6D65602BEBC9}" type="sibTrans" cxnId="{C714052F-C3F3-48C8-AFF0-39BFAEACBC9A}">
      <dgm:prSet/>
      <dgm:spPr/>
      <dgm:t>
        <a:bodyPr/>
        <a:lstStyle/>
        <a:p>
          <a:endParaRPr lang="es-MX"/>
        </a:p>
      </dgm:t>
    </dgm:pt>
    <dgm:pt modelId="{9F2256C6-841D-4B2D-9CA2-84EFA8FD9676}">
      <dgm:prSet phldrT="[Text]"/>
      <dgm:spPr>
        <a:solidFill>
          <a:srgbClr val="00B0F0"/>
        </a:solidFill>
      </dgm:spPr>
      <dgm:t>
        <a:bodyPr/>
        <a:lstStyle/>
        <a:p>
          <a:r>
            <a:rPr lang="es-MX" dirty="0"/>
            <a:t>Concluye el 31 de diciembre</a:t>
          </a:r>
        </a:p>
      </dgm:t>
    </dgm:pt>
    <dgm:pt modelId="{0FDF49F7-BA06-4BC0-B81A-C022B6518163}" type="parTrans" cxnId="{7394AE03-D69E-4232-8B40-55DDA158EEFF}">
      <dgm:prSet/>
      <dgm:spPr/>
      <dgm:t>
        <a:bodyPr/>
        <a:lstStyle/>
        <a:p>
          <a:endParaRPr lang="es-MX"/>
        </a:p>
      </dgm:t>
    </dgm:pt>
    <dgm:pt modelId="{9E084814-61E4-41A1-BE2B-17977FC8B6D5}" type="sibTrans" cxnId="{7394AE03-D69E-4232-8B40-55DDA158EEFF}">
      <dgm:prSet/>
      <dgm:spPr/>
      <dgm:t>
        <a:bodyPr/>
        <a:lstStyle/>
        <a:p>
          <a:endParaRPr lang="es-MX"/>
        </a:p>
      </dgm:t>
    </dgm:pt>
    <dgm:pt modelId="{441E05F2-7DB2-49CA-AE22-B22766ED771E}">
      <dgm:prSet phldrT="[Text]"/>
      <dgm:spPr/>
      <dgm:t>
        <a:bodyPr/>
        <a:lstStyle/>
        <a:p>
          <a:r>
            <a:rPr lang="es-MX" dirty="0"/>
            <a:t>Irregular</a:t>
          </a:r>
        </a:p>
      </dgm:t>
    </dgm:pt>
    <dgm:pt modelId="{618EA306-18D1-44A4-97E9-28E8677852E9}" type="parTrans" cxnId="{3562B5B7-A64B-435F-9831-1D271A65973D}">
      <dgm:prSet/>
      <dgm:spPr/>
      <dgm:t>
        <a:bodyPr/>
        <a:lstStyle/>
        <a:p>
          <a:endParaRPr lang="es-MX"/>
        </a:p>
      </dgm:t>
    </dgm:pt>
    <dgm:pt modelId="{60F2CAE6-1004-4E0C-8895-C51AA4E284BF}" type="sibTrans" cxnId="{3562B5B7-A64B-435F-9831-1D271A65973D}">
      <dgm:prSet/>
      <dgm:spPr/>
      <dgm:t>
        <a:bodyPr/>
        <a:lstStyle/>
        <a:p>
          <a:endParaRPr lang="es-MX"/>
        </a:p>
      </dgm:t>
    </dgm:pt>
    <dgm:pt modelId="{983D07F3-3377-4295-AF81-DB70AB20382E}">
      <dgm:prSet phldrT="[Text]"/>
      <dgm:spPr/>
      <dgm:t>
        <a:bodyPr/>
        <a:lstStyle/>
        <a:p>
          <a:r>
            <a:rPr lang="es-MX" dirty="0"/>
            <a:t>Comienza  con Posterioridad al 1 de enero</a:t>
          </a:r>
        </a:p>
      </dgm:t>
    </dgm:pt>
    <dgm:pt modelId="{2E9D7662-4C0F-42D5-9AB3-CB00290E9187}" type="parTrans" cxnId="{0A954323-F2C1-4FDC-9AAF-39078F32734C}">
      <dgm:prSet/>
      <dgm:spPr/>
      <dgm:t>
        <a:bodyPr/>
        <a:lstStyle/>
        <a:p>
          <a:endParaRPr lang="es-MX"/>
        </a:p>
      </dgm:t>
    </dgm:pt>
    <dgm:pt modelId="{C57CA26C-0BA6-4E9C-9635-E4E526A6A5E5}" type="sibTrans" cxnId="{0A954323-F2C1-4FDC-9AAF-39078F32734C}">
      <dgm:prSet/>
      <dgm:spPr/>
      <dgm:t>
        <a:bodyPr/>
        <a:lstStyle/>
        <a:p>
          <a:endParaRPr lang="es-MX"/>
        </a:p>
      </dgm:t>
    </dgm:pt>
    <dgm:pt modelId="{CB10A883-0E2C-4E36-9587-ACBB6E139CF2}">
      <dgm:prSet/>
      <dgm:spPr>
        <a:solidFill>
          <a:srgbClr val="00B0F0"/>
        </a:solidFill>
      </dgm:spPr>
      <dgm:t>
        <a:bodyPr/>
        <a:lstStyle/>
        <a:p>
          <a:r>
            <a:rPr lang="es-MX" dirty="0"/>
            <a:t>Concluye el 31 de diciembre</a:t>
          </a:r>
        </a:p>
      </dgm:t>
    </dgm:pt>
    <dgm:pt modelId="{98816615-8976-4A49-AC7E-E69CB82F5D0C}" type="parTrans" cxnId="{ECCE72FD-08E4-40D6-8095-55F12A2D90D6}">
      <dgm:prSet/>
      <dgm:spPr/>
      <dgm:t>
        <a:bodyPr/>
        <a:lstStyle/>
        <a:p>
          <a:endParaRPr lang="es-MX"/>
        </a:p>
      </dgm:t>
    </dgm:pt>
    <dgm:pt modelId="{42209E4A-BEDD-43F8-9CB0-F000095EC866}" type="sibTrans" cxnId="{ECCE72FD-08E4-40D6-8095-55F12A2D90D6}">
      <dgm:prSet/>
      <dgm:spPr/>
      <dgm:t>
        <a:bodyPr/>
        <a:lstStyle/>
        <a:p>
          <a:endParaRPr lang="es-MX"/>
        </a:p>
      </dgm:t>
    </dgm:pt>
    <dgm:pt modelId="{CC07CCDE-BC6E-4E7D-A62A-9060C7DD251B}">
      <dgm:prSet/>
      <dgm:spPr/>
      <dgm:t>
        <a:bodyPr/>
        <a:lstStyle/>
        <a:p>
          <a:r>
            <a:rPr lang="es-MX" dirty="0"/>
            <a:t>Terminación Anticipada</a:t>
          </a:r>
        </a:p>
      </dgm:t>
    </dgm:pt>
    <dgm:pt modelId="{CD93048F-C277-4EE8-B458-A7CF5140E9BD}" type="parTrans" cxnId="{EFD53B1D-7D39-4258-8CDE-7F5C2D5C24BC}">
      <dgm:prSet/>
      <dgm:spPr/>
      <dgm:t>
        <a:bodyPr/>
        <a:lstStyle/>
        <a:p>
          <a:endParaRPr lang="es-MX"/>
        </a:p>
      </dgm:t>
    </dgm:pt>
    <dgm:pt modelId="{06C86C23-0270-423D-B7BC-3329633DC14D}" type="sibTrans" cxnId="{EFD53B1D-7D39-4258-8CDE-7F5C2D5C24BC}">
      <dgm:prSet/>
      <dgm:spPr/>
      <dgm:t>
        <a:bodyPr/>
        <a:lstStyle/>
        <a:p>
          <a:endParaRPr lang="es-MX"/>
        </a:p>
      </dgm:t>
    </dgm:pt>
    <dgm:pt modelId="{F2A34E22-7F31-417C-8464-81EF9490388B}">
      <dgm:prSet/>
      <dgm:spPr>
        <a:solidFill>
          <a:schemeClr val="accent1"/>
        </a:solidFill>
      </dgm:spPr>
      <dgm:t>
        <a:bodyPr/>
        <a:lstStyle/>
        <a:p>
          <a:r>
            <a:rPr lang="es-MX" dirty="0"/>
            <a:t>Por </a:t>
          </a:r>
          <a:r>
            <a:rPr lang="es-MX"/>
            <a:t>inicio de Liquidación</a:t>
          </a:r>
          <a:endParaRPr lang="es-MX" dirty="0"/>
        </a:p>
      </dgm:t>
    </dgm:pt>
    <dgm:pt modelId="{EC5818B8-E347-4461-BA95-3B3BA50ACB4A}" type="parTrans" cxnId="{759FC37B-AC84-4A12-BC2E-F08D744CB78A}">
      <dgm:prSet/>
      <dgm:spPr/>
      <dgm:t>
        <a:bodyPr/>
        <a:lstStyle/>
        <a:p>
          <a:endParaRPr lang="es-MX"/>
        </a:p>
      </dgm:t>
    </dgm:pt>
    <dgm:pt modelId="{2F373295-72E2-4D78-8A89-66B8F062728F}" type="sibTrans" cxnId="{759FC37B-AC84-4A12-BC2E-F08D744CB78A}">
      <dgm:prSet/>
      <dgm:spPr/>
      <dgm:t>
        <a:bodyPr/>
        <a:lstStyle/>
        <a:p>
          <a:endParaRPr lang="es-MX"/>
        </a:p>
      </dgm:t>
    </dgm:pt>
    <dgm:pt modelId="{BA83A402-B3EF-4F4B-B711-B1F556229B79}">
      <dgm:prSet/>
      <dgm:spPr/>
      <dgm:t>
        <a:bodyPr/>
        <a:lstStyle/>
        <a:p>
          <a:r>
            <a:rPr lang="es-MX" dirty="0"/>
            <a:t>Fusión (para la Fusionada)</a:t>
          </a:r>
        </a:p>
      </dgm:t>
    </dgm:pt>
    <dgm:pt modelId="{ED0BAB69-C93F-4A53-BF8F-8C5E176D512C}" type="parTrans" cxnId="{D8335700-7737-4B3F-96C1-514CE3CD3456}">
      <dgm:prSet/>
      <dgm:spPr/>
      <dgm:t>
        <a:bodyPr/>
        <a:lstStyle/>
        <a:p>
          <a:endParaRPr lang="es-MX"/>
        </a:p>
      </dgm:t>
    </dgm:pt>
    <dgm:pt modelId="{4C91D0A6-355F-4A74-8748-5E4F8F64AD53}" type="sibTrans" cxnId="{D8335700-7737-4B3F-96C1-514CE3CD3456}">
      <dgm:prSet/>
      <dgm:spPr/>
      <dgm:t>
        <a:bodyPr/>
        <a:lstStyle/>
        <a:p>
          <a:endParaRPr lang="es-MX"/>
        </a:p>
      </dgm:t>
    </dgm:pt>
    <dgm:pt modelId="{C859BE02-E896-4580-BEAD-E704063AC676}">
      <dgm:prSet/>
      <dgm:spPr/>
      <dgm:t>
        <a:bodyPr/>
        <a:lstStyle/>
        <a:p>
          <a:r>
            <a:rPr lang="es-MX" dirty="0"/>
            <a:t>Escisión (para la Escindente)</a:t>
          </a:r>
        </a:p>
      </dgm:t>
    </dgm:pt>
    <dgm:pt modelId="{693A08D3-F7DB-4E97-A29D-AAD36EAF2CDC}" type="parTrans" cxnId="{A414ABD5-4CFD-4443-AACC-2C2348FD4C8A}">
      <dgm:prSet/>
      <dgm:spPr/>
      <dgm:t>
        <a:bodyPr/>
        <a:lstStyle/>
        <a:p>
          <a:endParaRPr lang="es-MX"/>
        </a:p>
      </dgm:t>
    </dgm:pt>
    <dgm:pt modelId="{3079A2F2-3209-40F6-A4A7-3D115F52E318}" type="sibTrans" cxnId="{A414ABD5-4CFD-4443-AACC-2C2348FD4C8A}">
      <dgm:prSet/>
      <dgm:spPr/>
      <dgm:t>
        <a:bodyPr/>
        <a:lstStyle/>
        <a:p>
          <a:endParaRPr lang="es-MX"/>
        </a:p>
      </dgm:t>
    </dgm:pt>
    <dgm:pt modelId="{7ADC1489-3E09-4C36-9E1E-51FB9B6DBFE0}">
      <dgm:prSet/>
      <dgm:spPr/>
      <dgm:t>
        <a:bodyPr/>
        <a:lstStyle/>
        <a:p>
          <a:r>
            <a:rPr lang="es-MX" dirty="0"/>
            <a:t>Concluye al ser fusionada</a:t>
          </a:r>
        </a:p>
      </dgm:t>
    </dgm:pt>
    <dgm:pt modelId="{00670DD2-1E8D-44F7-9243-F755DCC4A245}" type="parTrans" cxnId="{66CB06E7-BE9D-422D-8CD4-4FCB5BB04092}">
      <dgm:prSet/>
      <dgm:spPr/>
      <dgm:t>
        <a:bodyPr/>
        <a:lstStyle/>
        <a:p>
          <a:endParaRPr lang="es-MX"/>
        </a:p>
      </dgm:t>
    </dgm:pt>
    <dgm:pt modelId="{3A94BB89-3089-46B9-A6BD-FA28984FD0C0}" type="sibTrans" cxnId="{66CB06E7-BE9D-422D-8CD4-4FCB5BB04092}">
      <dgm:prSet/>
      <dgm:spPr/>
      <dgm:t>
        <a:bodyPr/>
        <a:lstStyle/>
        <a:p>
          <a:endParaRPr lang="es-MX"/>
        </a:p>
      </dgm:t>
    </dgm:pt>
    <dgm:pt modelId="{C0B73130-6586-47F6-8CC6-2475963EDD3E}">
      <dgm:prSet/>
      <dgm:spPr/>
      <dgm:t>
        <a:bodyPr/>
        <a:lstStyle/>
        <a:p>
          <a:r>
            <a:rPr lang="es-MX" dirty="0"/>
            <a:t>Concluye al desaparecer la Escindente</a:t>
          </a:r>
        </a:p>
      </dgm:t>
    </dgm:pt>
    <dgm:pt modelId="{99F5B11A-425E-436F-BB2F-E6505B43A2F1}" type="parTrans" cxnId="{240B1160-E806-4B57-A05E-55F2EE3236FF}">
      <dgm:prSet/>
      <dgm:spPr/>
      <dgm:t>
        <a:bodyPr/>
        <a:lstStyle/>
        <a:p>
          <a:endParaRPr lang="es-MX"/>
        </a:p>
      </dgm:t>
    </dgm:pt>
    <dgm:pt modelId="{0D5AA03C-77A7-4858-B794-8C6DF5415B54}" type="sibTrans" cxnId="{240B1160-E806-4B57-A05E-55F2EE3236FF}">
      <dgm:prSet/>
      <dgm:spPr/>
      <dgm:t>
        <a:bodyPr/>
        <a:lstStyle/>
        <a:p>
          <a:endParaRPr lang="es-MX"/>
        </a:p>
      </dgm:t>
    </dgm:pt>
    <dgm:pt modelId="{40DBD4A8-0FF6-4C8F-826B-E43BDA40BE05}">
      <dgm:prSet/>
      <dgm:spPr>
        <a:solidFill>
          <a:srgbClr val="00B0F0"/>
        </a:solidFill>
      </dgm:spPr>
      <dgm:t>
        <a:bodyPr/>
        <a:lstStyle/>
        <a:p>
          <a:r>
            <a:rPr lang="es-MX" dirty="0"/>
            <a:t>Terminación Anticipada</a:t>
          </a:r>
        </a:p>
      </dgm:t>
    </dgm:pt>
    <dgm:pt modelId="{ABD8C13A-5908-454F-80B9-5FA18F2E7977}" type="parTrans" cxnId="{8D962C77-4D5E-4DB1-97B7-36B3082B3883}">
      <dgm:prSet/>
      <dgm:spPr/>
      <dgm:t>
        <a:bodyPr/>
        <a:lstStyle/>
        <a:p>
          <a:endParaRPr lang="es-MX"/>
        </a:p>
      </dgm:t>
    </dgm:pt>
    <dgm:pt modelId="{631DB4D5-C08B-4DFD-9B18-EF5B641F6A61}" type="sibTrans" cxnId="{8D962C77-4D5E-4DB1-97B7-36B3082B3883}">
      <dgm:prSet/>
      <dgm:spPr/>
      <dgm:t>
        <a:bodyPr/>
        <a:lstStyle/>
        <a:p>
          <a:endParaRPr lang="es-MX"/>
        </a:p>
      </dgm:t>
    </dgm:pt>
    <dgm:pt modelId="{F07D2227-9E5E-420B-BAA4-E92881ADD369}">
      <dgm:prSet/>
      <dgm:spPr>
        <a:solidFill>
          <a:srgbClr val="92D050"/>
        </a:solidFill>
      </dgm:spPr>
      <dgm:t>
        <a:bodyPr/>
        <a:lstStyle/>
        <a:p>
          <a:r>
            <a:rPr lang="es-MX" dirty="0"/>
            <a:t>Un solo Ejercicio por todo el tiempo en Liquidación</a:t>
          </a:r>
        </a:p>
      </dgm:t>
    </dgm:pt>
    <dgm:pt modelId="{160351C2-636F-4E40-9189-1FA8B70AB72D}" type="parTrans" cxnId="{25D89BC6-7A3C-4A31-B2DF-40C24C3AA3D4}">
      <dgm:prSet/>
      <dgm:spPr/>
      <dgm:t>
        <a:bodyPr/>
        <a:lstStyle/>
        <a:p>
          <a:endParaRPr lang="es-MX"/>
        </a:p>
      </dgm:t>
    </dgm:pt>
    <dgm:pt modelId="{C3A18F19-283B-4609-A782-6670DB77FF7F}" type="sibTrans" cxnId="{25D89BC6-7A3C-4A31-B2DF-40C24C3AA3D4}">
      <dgm:prSet/>
      <dgm:spPr/>
      <dgm:t>
        <a:bodyPr/>
        <a:lstStyle/>
        <a:p>
          <a:endParaRPr lang="es-MX"/>
        </a:p>
      </dgm:t>
    </dgm:pt>
    <dgm:pt modelId="{E337340E-472A-4422-8418-DFFF510935C4}" type="pres">
      <dgm:prSet presAssocID="{C33E3554-69E9-40DD-888D-F7520F5FAA3F}" presName="diagram" presStyleCnt="0">
        <dgm:presLayoutVars>
          <dgm:chPref val="1"/>
          <dgm:dir/>
          <dgm:animOne val="branch"/>
          <dgm:animLvl val="lvl"/>
          <dgm:resizeHandles val="exact"/>
        </dgm:presLayoutVars>
      </dgm:prSet>
      <dgm:spPr/>
    </dgm:pt>
    <dgm:pt modelId="{F0503112-0C2C-4870-BEF4-549E729D3C95}" type="pres">
      <dgm:prSet presAssocID="{E36F8315-CC8B-446B-BD51-1C354B5CCCEC}" presName="root1" presStyleCnt="0"/>
      <dgm:spPr/>
    </dgm:pt>
    <dgm:pt modelId="{0F2520F0-5C93-443C-8D83-D26A66970546}" type="pres">
      <dgm:prSet presAssocID="{E36F8315-CC8B-446B-BD51-1C354B5CCCEC}" presName="LevelOneTextNode" presStyleLbl="node0" presStyleIdx="0" presStyleCnt="1">
        <dgm:presLayoutVars>
          <dgm:chPref val="3"/>
        </dgm:presLayoutVars>
      </dgm:prSet>
      <dgm:spPr/>
    </dgm:pt>
    <dgm:pt modelId="{91D4CDFB-1E36-4D5C-B855-8A975360C9F8}" type="pres">
      <dgm:prSet presAssocID="{E36F8315-CC8B-446B-BD51-1C354B5CCCEC}" presName="level2hierChild" presStyleCnt="0"/>
      <dgm:spPr/>
    </dgm:pt>
    <dgm:pt modelId="{E9258330-CAEE-485A-BF1D-5F121E2025E1}" type="pres">
      <dgm:prSet presAssocID="{08CF600C-02AE-41A8-963A-1A3159C6E0F0}" presName="conn2-1" presStyleLbl="parChTrans1D2" presStyleIdx="0" presStyleCnt="2"/>
      <dgm:spPr/>
    </dgm:pt>
    <dgm:pt modelId="{EDEC54E1-FA34-4775-92A2-7B32CACB65E0}" type="pres">
      <dgm:prSet presAssocID="{08CF600C-02AE-41A8-963A-1A3159C6E0F0}" presName="connTx" presStyleLbl="parChTrans1D2" presStyleIdx="0" presStyleCnt="2"/>
      <dgm:spPr/>
    </dgm:pt>
    <dgm:pt modelId="{F55914C1-FFBD-4B75-96DA-B32707F904CB}" type="pres">
      <dgm:prSet presAssocID="{A96904F0-E571-4071-92EC-36573247AF2D}" presName="root2" presStyleCnt="0"/>
      <dgm:spPr/>
    </dgm:pt>
    <dgm:pt modelId="{8DE31DD5-441D-413C-BDD4-B60D4E8AAACF}" type="pres">
      <dgm:prSet presAssocID="{A96904F0-E571-4071-92EC-36573247AF2D}" presName="LevelTwoTextNode" presStyleLbl="node2" presStyleIdx="0" presStyleCnt="2">
        <dgm:presLayoutVars>
          <dgm:chPref val="3"/>
        </dgm:presLayoutVars>
      </dgm:prSet>
      <dgm:spPr/>
    </dgm:pt>
    <dgm:pt modelId="{86A6D2D0-D5DE-471D-9351-9523245E2117}" type="pres">
      <dgm:prSet presAssocID="{A96904F0-E571-4071-92EC-36573247AF2D}" presName="level3hierChild" presStyleCnt="0"/>
      <dgm:spPr/>
    </dgm:pt>
    <dgm:pt modelId="{A9D2C7BB-3CA7-4EA2-8359-A2381C57C604}" type="pres">
      <dgm:prSet presAssocID="{7D5A7E32-3C2C-401E-B111-DEC8D0018ACC}" presName="conn2-1" presStyleLbl="parChTrans1D3" presStyleIdx="0" presStyleCnt="4"/>
      <dgm:spPr/>
    </dgm:pt>
    <dgm:pt modelId="{18811258-8B57-44A0-B687-B64E9CCDA694}" type="pres">
      <dgm:prSet presAssocID="{7D5A7E32-3C2C-401E-B111-DEC8D0018ACC}" presName="connTx" presStyleLbl="parChTrans1D3" presStyleIdx="0" presStyleCnt="4"/>
      <dgm:spPr/>
    </dgm:pt>
    <dgm:pt modelId="{B68DBFB5-8B35-4822-BA01-E5B44F75A661}" type="pres">
      <dgm:prSet presAssocID="{FE7E446D-7A49-4B27-81B5-BFF58ECDE61F}" presName="root2" presStyleCnt="0"/>
      <dgm:spPr/>
    </dgm:pt>
    <dgm:pt modelId="{7286D3C5-5626-43C6-B57F-1BA9D798DF64}" type="pres">
      <dgm:prSet presAssocID="{FE7E446D-7A49-4B27-81B5-BFF58ECDE61F}" presName="LevelTwoTextNode" presStyleLbl="node3" presStyleIdx="0" presStyleCnt="4">
        <dgm:presLayoutVars>
          <dgm:chPref val="3"/>
        </dgm:presLayoutVars>
      </dgm:prSet>
      <dgm:spPr/>
    </dgm:pt>
    <dgm:pt modelId="{F12A2249-1200-4078-92FE-389305C3EBED}" type="pres">
      <dgm:prSet presAssocID="{FE7E446D-7A49-4B27-81B5-BFF58ECDE61F}" presName="level3hierChild" presStyleCnt="0"/>
      <dgm:spPr/>
    </dgm:pt>
    <dgm:pt modelId="{00959FF7-DAF6-4C9A-9C84-6986E3502E0A}" type="pres">
      <dgm:prSet presAssocID="{0FDF49F7-BA06-4BC0-B81A-C022B6518163}" presName="conn2-1" presStyleLbl="parChTrans1D3" presStyleIdx="1" presStyleCnt="4"/>
      <dgm:spPr/>
    </dgm:pt>
    <dgm:pt modelId="{3748F27F-7DFA-4539-8443-FE11D0E0AA51}" type="pres">
      <dgm:prSet presAssocID="{0FDF49F7-BA06-4BC0-B81A-C022B6518163}" presName="connTx" presStyleLbl="parChTrans1D3" presStyleIdx="1" presStyleCnt="4"/>
      <dgm:spPr/>
    </dgm:pt>
    <dgm:pt modelId="{C602142B-A08F-44AF-9D85-683E35289E7E}" type="pres">
      <dgm:prSet presAssocID="{9F2256C6-841D-4B2D-9CA2-84EFA8FD9676}" presName="root2" presStyleCnt="0"/>
      <dgm:spPr/>
    </dgm:pt>
    <dgm:pt modelId="{85C38CE7-C495-4F6A-8BAD-DF9F31DA8400}" type="pres">
      <dgm:prSet presAssocID="{9F2256C6-841D-4B2D-9CA2-84EFA8FD9676}" presName="LevelTwoTextNode" presStyleLbl="node3" presStyleIdx="1" presStyleCnt="4">
        <dgm:presLayoutVars>
          <dgm:chPref val="3"/>
        </dgm:presLayoutVars>
      </dgm:prSet>
      <dgm:spPr/>
    </dgm:pt>
    <dgm:pt modelId="{7C54E7A1-29FD-4F7B-8791-C0B9A0C0365E}" type="pres">
      <dgm:prSet presAssocID="{9F2256C6-841D-4B2D-9CA2-84EFA8FD9676}" presName="level3hierChild" presStyleCnt="0"/>
      <dgm:spPr/>
    </dgm:pt>
    <dgm:pt modelId="{A66C4493-278F-476C-AD78-C55B82EE4C84}" type="pres">
      <dgm:prSet presAssocID="{CD93048F-C277-4EE8-B458-A7CF5140E9BD}" presName="conn2-1" presStyleLbl="parChTrans1D4" presStyleIdx="0" presStyleCnt="8"/>
      <dgm:spPr/>
    </dgm:pt>
    <dgm:pt modelId="{4E49C3C0-1FC7-4C66-8C8A-590A50C0E496}" type="pres">
      <dgm:prSet presAssocID="{CD93048F-C277-4EE8-B458-A7CF5140E9BD}" presName="connTx" presStyleLbl="parChTrans1D4" presStyleIdx="0" presStyleCnt="8"/>
      <dgm:spPr/>
    </dgm:pt>
    <dgm:pt modelId="{143C9B33-5A42-4273-8730-9CA323D06A43}" type="pres">
      <dgm:prSet presAssocID="{CC07CCDE-BC6E-4E7D-A62A-9060C7DD251B}" presName="root2" presStyleCnt="0"/>
      <dgm:spPr/>
    </dgm:pt>
    <dgm:pt modelId="{2EDAC990-96AD-47C6-8809-CEF4E539F0B6}" type="pres">
      <dgm:prSet presAssocID="{CC07CCDE-BC6E-4E7D-A62A-9060C7DD251B}" presName="LevelTwoTextNode" presStyleLbl="node4" presStyleIdx="0" presStyleCnt="8" custLinFactY="23209" custLinFactNeighborX="3571" custLinFactNeighborY="100000">
        <dgm:presLayoutVars>
          <dgm:chPref val="3"/>
        </dgm:presLayoutVars>
      </dgm:prSet>
      <dgm:spPr/>
    </dgm:pt>
    <dgm:pt modelId="{A21DC23E-C713-4E7A-A41C-9C6722B4E5C3}" type="pres">
      <dgm:prSet presAssocID="{CC07CCDE-BC6E-4E7D-A62A-9060C7DD251B}" presName="level3hierChild" presStyleCnt="0"/>
      <dgm:spPr/>
    </dgm:pt>
    <dgm:pt modelId="{35B94FE5-11DE-4F06-8C57-695F229DDC2E}" type="pres">
      <dgm:prSet presAssocID="{EC5818B8-E347-4461-BA95-3B3BA50ACB4A}" presName="conn2-1" presStyleLbl="parChTrans1D4" presStyleIdx="1" presStyleCnt="8"/>
      <dgm:spPr/>
    </dgm:pt>
    <dgm:pt modelId="{A29B4560-E4C3-49EC-A465-16BBFFFB8BDA}" type="pres">
      <dgm:prSet presAssocID="{EC5818B8-E347-4461-BA95-3B3BA50ACB4A}" presName="connTx" presStyleLbl="parChTrans1D4" presStyleIdx="1" presStyleCnt="8"/>
      <dgm:spPr/>
    </dgm:pt>
    <dgm:pt modelId="{32FD8A02-27C2-409D-9BDC-2830491113B3}" type="pres">
      <dgm:prSet presAssocID="{F2A34E22-7F31-417C-8464-81EF9490388B}" presName="root2" presStyleCnt="0"/>
      <dgm:spPr/>
    </dgm:pt>
    <dgm:pt modelId="{1D916D14-0168-4AC8-96FC-42CAC73CF1D9}" type="pres">
      <dgm:prSet presAssocID="{F2A34E22-7F31-417C-8464-81EF9490388B}" presName="LevelTwoTextNode" presStyleLbl="node4" presStyleIdx="1" presStyleCnt="8" custLinFactY="14280" custLinFactNeighborX="0" custLinFactNeighborY="100000">
        <dgm:presLayoutVars>
          <dgm:chPref val="3"/>
        </dgm:presLayoutVars>
      </dgm:prSet>
      <dgm:spPr/>
    </dgm:pt>
    <dgm:pt modelId="{04ED6ADE-915C-4A40-86C5-37F70E0E5ABE}" type="pres">
      <dgm:prSet presAssocID="{F2A34E22-7F31-417C-8464-81EF9490388B}" presName="level3hierChild" presStyleCnt="0"/>
      <dgm:spPr/>
    </dgm:pt>
    <dgm:pt modelId="{A1A2E98E-B4BC-4F48-BD4C-8D28FC19684E}" type="pres">
      <dgm:prSet presAssocID="{160351C2-636F-4E40-9189-1FA8B70AB72D}" presName="conn2-1" presStyleLbl="parChTrans1D4" presStyleIdx="2" presStyleCnt="8"/>
      <dgm:spPr/>
    </dgm:pt>
    <dgm:pt modelId="{3D51D395-9492-4202-A57D-F800B21420A1}" type="pres">
      <dgm:prSet presAssocID="{160351C2-636F-4E40-9189-1FA8B70AB72D}" presName="connTx" presStyleLbl="parChTrans1D4" presStyleIdx="2" presStyleCnt="8"/>
      <dgm:spPr/>
    </dgm:pt>
    <dgm:pt modelId="{DB5A5B1E-18F3-4F89-B879-D7407B1C5DD3}" type="pres">
      <dgm:prSet presAssocID="{F07D2227-9E5E-420B-BAA4-E92881ADD369}" presName="root2" presStyleCnt="0"/>
      <dgm:spPr/>
    </dgm:pt>
    <dgm:pt modelId="{1BC5F998-BF46-40B1-904B-0EA5BD17378C}" type="pres">
      <dgm:prSet presAssocID="{F07D2227-9E5E-420B-BAA4-E92881ADD369}" presName="LevelTwoTextNode" presStyleLbl="node4" presStyleIdx="2" presStyleCnt="8" custLinFactY="14245" custLinFactNeighborY="100000">
        <dgm:presLayoutVars>
          <dgm:chPref val="3"/>
        </dgm:presLayoutVars>
      </dgm:prSet>
      <dgm:spPr/>
    </dgm:pt>
    <dgm:pt modelId="{0FF55DB4-9B3A-4EC4-A90A-4BE5071A1275}" type="pres">
      <dgm:prSet presAssocID="{F07D2227-9E5E-420B-BAA4-E92881ADD369}" presName="level3hierChild" presStyleCnt="0"/>
      <dgm:spPr/>
    </dgm:pt>
    <dgm:pt modelId="{1DC6B630-299F-4D36-917F-6E9F5A2D38BB}" type="pres">
      <dgm:prSet presAssocID="{ED0BAB69-C93F-4A53-BF8F-8C5E176D512C}" presName="conn2-1" presStyleLbl="parChTrans1D4" presStyleIdx="3" presStyleCnt="8"/>
      <dgm:spPr/>
    </dgm:pt>
    <dgm:pt modelId="{F06787DD-BFCA-4691-AAED-A1FB24A71C31}" type="pres">
      <dgm:prSet presAssocID="{ED0BAB69-C93F-4A53-BF8F-8C5E176D512C}" presName="connTx" presStyleLbl="parChTrans1D4" presStyleIdx="3" presStyleCnt="8"/>
      <dgm:spPr/>
    </dgm:pt>
    <dgm:pt modelId="{A56B5FBF-6065-49A2-BFF3-23677A59B8F6}" type="pres">
      <dgm:prSet presAssocID="{BA83A402-B3EF-4F4B-B711-B1F556229B79}" presName="root2" presStyleCnt="0"/>
      <dgm:spPr/>
    </dgm:pt>
    <dgm:pt modelId="{DF249086-AE91-4AB1-9E0A-3D6B21E01C7E}" type="pres">
      <dgm:prSet presAssocID="{BA83A402-B3EF-4F4B-B711-B1F556229B79}" presName="LevelTwoTextNode" presStyleLbl="node4" presStyleIdx="3" presStyleCnt="8" custLinFactY="28565" custLinFactNeighborX="-893" custLinFactNeighborY="100000">
        <dgm:presLayoutVars>
          <dgm:chPref val="3"/>
        </dgm:presLayoutVars>
      </dgm:prSet>
      <dgm:spPr/>
    </dgm:pt>
    <dgm:pt modelId="{A6CDDFD7-52C1-48E2-A704-5C04B9039834}" type="pres">
      <dgm:prSet presAssocID="{BA83A402-B3EF-4F4B-B711-B1F556229B79}" presName="level3hierChild" presStyleCnt="0"/>
      <dgm:spPr/>
    </dgm:pt>
    <dgm:pt modelId="{B1439025-E745-4527-A9DF-AA5C136A8304}" type="pres">
      <dgm:prSet presAssocID="{00670DD2-1E8D-44F7-9243-F755DCC4A245}" presName="conn2-1" presStyleLbl="parChTrans1D4" presStyleIdx="4" presStyleCnt="8"/>
      <dgm:spPr/>
    </dgm:pt>
    <dgm:pt modelId="{BE2A9DEF-04C3-413D-B755-970DFA4F74C4}" type="pres">
      <dgm:prSet presAssocID="{00670DD2-1E8D-44F7-9243-F755DCC4A245}" presName="connTx" presStyleLbl="parChTrans1D4" presStyleIdx="4" presStyleCnt="8"/>
      <dgm:spPr/>
    </dgm:pt>
    <dgm:pt modelId="{1C31630C-2E50-4ACC-A099-DACC9BF3E695}" type="pres">
      <dgm:prSet presAssocID="{7ADC1489-3E09-4C36-9E1E-51FB9B6DBFE0}" presName="root2" presStyleCnt="0"/>
      <dgm:spPr/>
    </dgm:pt>
    <dgm:pt modelId="{41E23FC9-93F7-4CB5-91CA-FBADF67D6195}" type="pres">
      <dgm:prSet presAssocID="{7ADC1489-3E09-4C36-9E1E-51FB9B6DBFE0}" presName="LevelTwoTextNode" presStyleLbl="node4" presStyleIdx="4" presStyleCnt="8" custLinFactY="26779" custLinFactNeighborY="100000">
        <dgm:presLayoutVars>
          <dgm:chPref val="3"/>
        </dgm:presLayoutVars>
      </dgm:prSet>
      <dgm:spPr/>
    </dgm:pt>
    <dgm:pt modelId="{C5732F78-187F-4F51-A49C-9D6F023B627F}" type="pres">
      <dgm:prSet presAssocID="{7ADC1489-3E09-4C36-9E1E-51FB9B6DBFE0}" presName="level3hierChild" presStyleCnt="0"/>
      <dgm:spPr/>
    </dgm:pt>
    <dgm:pt modelId="{D72EC869-3EA5-4015-AFC6-ABD242799F7C}" type="pres">
      <dgm:prSet presAssocID="{693A08D3-F7DB-4E97-A29D-AAD36EAF2CDC}" presName="conn2-1" presStyleLbl="parChTrans1D4" presStyleIdx="5" presStyleCnt="8"/>
      <dgm:spPr/>
    </dgm:pt>
    <dgm:pt modelId="{FFC34B4C-B204-4E18-BBE5-ED20C4FEDF79}" type="pres">
      <dgm:prSet presAssocID="{693A08D3-F7DB-4E97-A29D-AAD36EAF2CDC}" presName="connTx" presStyleLbl="parChTrans1D4" presStyleIdx="5" presStyleCnt="8"/>
      <dgm:spPr/>
    </dgm:pt>
    <dgm:pt modelId="{84879AFC-ABC2-4174-B404-5624F538918A}" type="pres">
      <dgm:prSet presAssocID="{C859BE02-E896-4580-BEAD-E704063AC676}" presName="root2" presStyleCnt="0"/>
      <dgm:spPr/>
    </dgm:pt>
    <dgm:pt modelId="{A51DEC79-D44C-4626-949F-16B278963CF7}" type="pres">
      <dgm:prSet presAssocID="{C859BE02-E896-4580-BEAD-E704063AC676}" presName="LevelTwoTextNode" presStyleLbl="node4" presStyleIdx="5" presStyleCnt="8" custLinFactY="35708" custLinFactNeighborX="893" custLinFactNeighborY="100000">
        <dgm:presLayoutVars>
          <dgm:chPref val="3"/>
        </dgm:presLayoutVars>
      </dgm:prSet>
      <dgm:spPr/>
    </dgm:pt>
    <dgm:pt modelId="{01215BE7-A125-416B-9342-5971EB39E66E}" type="pres">
      <dgm:prSet presAssocID="{C859BE02-E896-4580-BEAD-E704063AC676}" presName="level3hierChild" presStyleCnt="0"/>
      <dgm:spPr/>
    </dgm:pt>
    <dgm:pt modelId="{219678E0-B905-491C-8BEC-0AFB4EE08330}" type="pres">
      <dgm:prSet presAssocID="{99F5B11A-425E-436F-BB2F-E6505B43A2F1}" presName="conn2-1" presStyleLbl="parChTrans1D4" presStyleIdx="6" presStyleCnt="8"/>
      <dgm:spPr/>
    </dgm:pt>
    <dgm:pt modelId="{77138E22-E83E-45E8-BF4E-8C9DBC0704B2}" type="pres">
      <dgm:prSet presAssocID="{99F5B11A-425E-436F-BB2F-E6505B43A2F1}" presName="connTx" presStyleLbl="parChTrans1D4" presStyleIdx="6" presStyleCnt="8"/>
      <dgm:spPr/>
    </dgm:pt>
    <dgm:pt modelId="{C765322A-D441-4ABB-AB29-E00CC8034DA6}" type="pres">
      <dgm:prSet presAssocID="{C0B73130-6586-47F6-8CC6-2475963EDD3E}" presName="root2" presStyleCnt="0"/>
      <dgm:spPr/>
    </dgm:pt>
    <dgm:pt modelId="{7EF152F0-E662-4778-BA74-CD3A2DFE450B}" type="pres">
      <dgm:prSet presAssocID="{C0B73130-6586-47F6-8CC6-2475963EDD3E}" presName="LevelTwoTextNode" presStyleLbl="node4" presStyleIdx="6" presStyleCnt="8" custLinFactY="33922" custLinFactNeighborX="893" custLinFactNeighborY="100000">
        <dgm:presLayoutVars>
          <dgm:chPref val="3"/>
        </dgm:presLayoutVars>
      </dgm:prSet>
      <dgm:spPr/>
    </dgm:pt>
    <dgm:pt modelId="{8B2177F0-2A80-4075-A6BE-0F0ACBD8877A}" type="pres">
      <dgm:prSet presAssocID="{C0B73130-6586-47F6-8CC6-2475963EDD3E}" presName="level3hierChild" presStyleCnt="0"/>
      <dgm:spPr/>
    </dgm:pt>
    <dgm:pt modelId="{E4AC3B2E-59F6-4A45-997F-A2E5AEEB9006}" type="pres">
      <dgm:prSet presAssocID="{618EA306-18D1-44A4-97E9-28E8677852E9}" presName="conn2-1" presStyleLbl="parChTrans1D2" presStyleIdx="1" presStyleCnt="2"/>
      <dgm:spPr/>
    </dgm:pt>
    <dgm:pt modelId="{0D9541A1-F4DA-41F4-B9BF-911684868982}" type="pres">
      <dgm:prSet presAssocID="{618EA306-18D1-44A4-97E9-28E8677852E9}" presName="connTx" presStyleLbl="parChTrans1D2" presStyleIdx="1" presStyleCnt="2"/>
      <dgm:spPr/>
    </dgm:pt>
    <dgm:pt modelId="{72E50B2E-7D40-4C41-9449-93DE99C4E7C3}" type="pres">
      <dgm:prSet presAssocID="{441E05F2-7DB2-49CA-AE22-B22766ED771E}" presName="root2" presStyleCnt="0"/>
      <dgm:spPr/>
    </dgm:pt>
    <dgm:pt modelId="{71C63740-82DE-42B2-8BAF-4BBEAB3D73EC}" type="pres">
      <dgm:prSet presAssocID="{441E05F2-7DB2-49CA-AE22-B22766ED771E}" presName="LevelTwoTextNode" presStyleLbl="node2" presStyleIdx="1" presStyleCnt="2">
        <dgm:presLayoutVars>
          <dgm:chPref val="3"/>
        </dgm:presLayoutVars>
      </dgm:prSet>
      <dgm:spPr/>
    </dgm:pt>
    <dgm:pt modelId="{3A9D853C-CC59-4463-9BE5-B6315921A883}" type="pres">
      <dgm:prSet presAssocID="{441E05F2-7DB2-49CA-AE22-B22766ED771E}" presName="level3hierChild" presStyleCnt="0"/>
      <dgm:spPr/>
    </dgm:pt>
    <dgm:pt modelId="{F38015D1-D500-4E80-904D-6AFAF2D6FC9E}" type="pres">
      <dgm:prSet presAssocID="{2E9D7662-4C0F-42D5-9AB3-CB00290E9187}" presName="conn2-1" presStyleLbl="parChTrans1D3" presStyleIdx="2" presStyleCnt="4"/>
      <dgm:spPr/>
    </dgm:pt>
    <dgm:pt modelId="{34D1F5D1-B19A-42DB-B60E-A09C9D9F5D0D}" type="pres">
      <dgm:prSet presAssocID="{2E9D7662-4C0F-42D5-9AB3-CB00290E9187}" presName="connTx" presStyleLbl="parChTrans1D3" presStyleIdx="2" presStyleCnt="4"/>
      <dgm:spPr/>
    </dgm:pt>
    <dgm:pt modelId="{04C351F0-E476-4D89-A242-0DCD0F3A8DED}" type="pres">
      <dgm:prSet presAssocID="{983D07F3-3377-4295-AF81-DB70AB20382E}" presName="root2" presStyleCnt="0"/>
      <dgm:spPr/>
    </dgm:pt>
    <dgm:pt modelId="{C9EB6DBF-A523-43B5-B5A7-C5B4F8031768}" type="pres">
      <dgm:prSet presAssocID="{983D07F3-3377-4295-AF81-DB70AB20382E}" presName="LevelTwoTextNode" presStyleLbl="node3" presStyleIdx="2" presStyleCnt="4">
        <dgm:presLayoutVars>
          <dgm:chPref val="3"/>
        </dgm:presLayoutVars>
      </dgm:prSet>
      <dgm:spPr/>
    </dgm:pt>
    <dgm:pt modelId="{D6639C9B-4BCC-44AC-A888-105ECDE3008B}" type="pres">
      <dgm:prSet presAssocID="{983D07F3-3377-4295-AF81-DB70AB20382E}" presName="level3hierChild" presStyleCnt="0"/>
      <dgm:spPr/>
    </dgm:pt>
    <dgm:pt modelId="{60E04867-A2C9-4712-A786-8DE66220211D}" type="pres">
      <dgm:prSet presAssocID="{98816615-8976-4A49-AC7E-E69CB82F5D0C}" presName="conn2-1" presStyleLbl="parChTrans1D3" presStyleIdx="3" presStyleCnt="4"/>
      <dgm:spPr/>
    </dgm:pt>
    <dgm:pt modelId="{D617CDED-9C67-485B-AB23-92107C635BC2}" type="pres">
      <dgm:prSet presAssocID="{98816615-8976-4A49-AC7E-E69CB82F5D0C}" presName="connTx" presStyleLbl="parChTrans1D3" presStyleIdx="3" presStyleCnt="4"/>
      <dgm:spPr/>
    </dgm:pt>
    <dgm:pt modelId="{DA25D61F-40C1-4CDC-BF7D-5B9412CFA59A}" type="pres">
      <dgm:prSet presAssocID="{CB10A883-0E2C-4E36-9587-ACBB6E139CF2}" presName="root2" presStyleCnt="0"/>
      <dgm:spPr/>
    </dgm:pt>
    <dgm:pt modelId="{4B6C7AF7-3816-4021-BC65-1D0BA3691FDE}" type="pres">
      <dgm:prSet presAssocID="{CB10A883-0E2C-4E36-9587-ACBB6E139CF2}" presName="LevelTwoTextNode" presStyleLbl="node3" presStyleIdx="3" presStyleCnt="4">
        <dgm:presLayoutVars>
          <dgm:chPref val="3"/>
        </dgm:presLayoutVars>
      </dgm:prSet>
      <dgm:spPr/>
    </dgm:pt>
    <dgm:pt modelId="{F18DA872-42C3-4D38-B3AE-387D815D0B9E}" type="pres">
      <dgm:prSet presAssocID="{CB10A883-0E2C-4E36-9587-ACBB6E139CF2}" presName="level3hierChild" presStyleCnt="0"/>
      <dgm:spPr/>
    </dgm:pt>
    <dgm:pt modelId="{E245F3EB-D5DB-4375-8EC9-9958ECE9C1C3}" type="pres">
      <dgm:prSet presAssocID="{ABD8C13A-5908-454F-80B9-5FA18F2E7977}" presName="conn2-1" presStyleLbl="parChTrans1D4" presStyleIdx="7" presStyleCnt="8"/>
      <dgm:spPr/>
    </dgm:pt>
    <dgm:pt modelId="{EAB05C98-5CE0-4B56-AEFB-7ED121A4D9F1}" type="pres">
      <dgm:prSet presAssocID="{ABD8C13A-5908-454F-80B9-5FA18F2E7977}" presName="connTx" presStyleLbl="parChTrans1D4" presStyleIdx="7" presStyleCnt="8"/>
      <dgm:spPr/>
    </dgm:pt>
    <dgm:pt modelId="{3E0E3EE8-4C79-481A-9F01-647524B46068}" type="pres">
      <dgm:prSet presAssocID="{40DBD4A8-0FF6-4C8F-826B-E43BDA40BE05}" presName="root2" presStyleCnt="0"/>
      <dgm:spPr/>
    </dgm:pt>
    <dgm:pt modelId="{C2823D32-BE8F-42CD-8A95-FEA6CF93ADAF}" type="pres">
      <dgm:prSet presAssocID="{40DBD4A8-0FF6-4C8F-826B-E43BDA40BE05}" presName="LevelTwoTextNode" presStyleLbl="node4" presStyleIdx="7" presStyleCnt="8" custLinFactY="-7138" custLinFactNeighborX="3571" custLinFactNeighborY="-100000">
        <dgm:presLayoutVars>
          <dgm:chPref val="3"/>
        </dgm:presLayoutVars>
      </dgm:prSet>
      <dgm:spPr/>
    </dgm:pt>
    <dgm:pt modelId="{A7CB8F25-05F3-4AB8-B6AC-9F4ED61FACE0}" type="pres">
      <dgm:prSet presAssocID="{40DBD4A8-0FF6-4C8F-826B-E43BDA40BE05}" presName="level3hierChild" presStyleCnt="0"/>
      <dgm:spPr/>
    </dgm:pt>
  </dgm:ptLst>
  <dgm:cxnLst>
    <dgm:cxn modelId="{D8335700-7737-4B3F-96C1-514CE3CD3456}" srcId="{CC07CCDE-BC6E-4E7D-A62A-9060C7DD251B}" destId="{BA83A402-B3EF-4F4B-B711-B1F556229B79}" srcOrd="1" destOrd="0" parTransId="{ED0BAB69-C93F-4A53-BF8F-8C5E176D512C}" sibTransId="{4C91D0A6-355F-4A74-8748-5E4F8F64AD53}"/>
    <dgm:cxn modelId="{7394AE03-D69E-4232-8B40-55DDA158EEFF}" srcId="{A96904F0-E571-4071-92EC-36573247AF2D}" destId="{9F2256C6-841D-4B2D-9CA2-84EFA8FD9676}" srcOrd="1" destOrd="0" parTransId="{0FDF49F7-BA06-4BC0-B81A-C022B6518163}" sibTransId="{9E084814-61E4-41A1-BE2B-17977FC8B6D5}"/>
    <dgm:cxn modelId="{C779FA06-8E5C-B640-9E26-53E31CE9E97D}" type="presOf" srcId="{CC07CCDE-BC6E-4E7D-A62A-9060C7DD251B}" destId="{2EDAC990-96AD-47C6-8809-CEF4E539F0B6}" srcOrd="0" destOrd="0" presId="urn:microsoft.com/office/officeart/2005/8/layout/hierarchy2"/>
    <dgm:cxn modelId="{8D35EF0D-BFED-D741-BE00-26023D706CD3}" type="presOf" srcId="{CD93048F-C277-4EE8-B458-A7CF5140E9BD}" destId="{4E49C3C0-1FC7-4C66-8C8A-590A50C0E496}" srcOrd="1" destOrd="0" presId="urn:microsoft.com/office/officeart/2005/8/layout/hierarchy2"/>
    <dgm:cxn modelId="{32A83110-B264-354D-8DC5-0DFAAA9A5F01}" type="presOf" srcId="{FE7E446D-7A49-4B27-81B5-BFF58ECDE61F}" destId="{7286D3C5-5626-43C6-B57F-1BA9D798DF64}" srcOrd="0" destOrd="0" presId="urn:microsoft.com/office/officeart/2005/8/layout/hierarchy2"/>
    <dgm:cxn modelId="{F09EFD12-57C7-6A4E-9B6C-E173FE2BC59E}" type="presOf" srcId="{99F5B11A-425E-436F-BB2F-E6505B43A2F1}" destId="{219678E0-B905-491C-8BEC-0AFB4EE08330}" srcOrd="0" destOrd="0" presId="urn:microsoft.com/office/officeart/2005/8/layout/hierarchy2"/>
    <dgm:cxn modelId="{9A0EAB19-463D-0A46-A233-986AA098454D}" type="presOf" srcId="{CB10A883-0E2C-4E36-9587-ACBB6E139CF2}" destId="{4B6C7AF7-3816-4021-BC65-1D0BA3691FDE}" srcOrd="0" destOrd="0" presId="urn:microsoft.com/office/officeart/2005/8/layout/hierarchy2"/>
    <dgm:cxn modelId="{EFD53B1D-7D39-4258-8CDE-7F5C2D5C24BC}" srcId="{9F2256C6-841D-4B2D-9CA2-84EFA8FD9676}" destId="{CC07CCDE-BC6E-4E7D-A62A-9060C7DD251B}" srcOrd="0" destOrd="0" parTransId="{CD93048F-C277-4EE8-B458-A7CF5140E9BD}" sibTransId="{06C86C23-0270-423D-B7BC-3329633DC14D}"/>
    <dgm:cxn modelId="{584C4820-1A43-4FFA-B28E-46D505E8758F}" type="presOf" srcId="{160351C2-636F-4E40-9189-1FA8B70AB72D}" destId="{A1A2E98E-B4BC-4F48-BD4C-8D28FC19684E}" srcOrd="0" destOrd="0" presId="urn:microsoft.com/office/officeart/2005/8/layout/hierarchy2"/>
    <dgm:cxn modelId="{0A954323-F2C1-4FDC-9AAF-39078F32734C}" srcId="{441E05F2-7DB2-49CA-AE22-B22766ED771E}" destId="{983D07F3-3377-4295-AF81-DB70AB20382E}" srcOrd="0" destOrd="0" parTransId="{2E9D7662-4C0F-42D5-9AB3-CB00290E9187}" sibTransId="{C57CA26C-0BA6-4E9C-9635-E4E526A6A5E5}"/>
    <dgm:cxn modelId="{F26D5C23-58E2-A449-9455-5CCAA03DA409}" type="presOf" srcId="{C859BE02-E896-4580-BEAD-E704063AC676}" destId="{A51DEC79-D44C-4626-949F-16B278963CF7}" srcOrd="0" destOrd="0" presId="urn:microsoft.com/office/officeart/2005/8/layout/hierarchy2"/>
    <dgm:cxn modelId="{37427425-6A64-2F4F-86AB-6249B573652D}" type="presOf" srcId="{441E05F2-7DB2-49CA-AE22-B22766ED771E}" destId="{71C63740-82DE-42B2-8BAF-4BBEAB3D73EC}" srcOrd="0" destOrd="0" presId="urn:microsoft.com/office/officeart/2005/8/layout/hierarchy2"/>
    <dgm:cxn modelId="{7B4F212E-7DC8-3D47-861B-752143BA9EEB}" type="presOf" srcId="{BA83A402-B3EF-4F4B-B711-B1F556229B79}" destId="{DF249086-AE91-4AB1-9E0A-3D6B21E01C7E}" srcOrd="0" destOrd="0" presId="urn:microsoft.com/office/officeart/2005/8/layout/hierarchy2"/>
    <dgm:cxn modelId="{C714052F-C3F3-48C8-AFF0-39BFAEACBC9A}" srcId="{A96904F0-E571-4071-92EC-36573247AF2D}" destId="{FE7E446D-7A49-4B27-81B5-BFF58ECDE61F}" srcOrd="0" destOrd="0" parTransId="{7D5A7E32-3C2C-401E-B111-DEC8D0018ACC}" sibTransId="{CD108288-6786-4B9B-82C5-6D65602BEBC9}"/>
    <dgm:cxn modelId="{6C44B130-BBC4-574C-99C9-91BD8092E450}" type="presOf" srcId="{F2A34E22-7F31-417C-8464-81EF9490388B}" destId="{1D916D14-0168-4AC8-96FC-42CAC73CF1D9}" srcOrd="0" destOrd="0" presId="urn:microsoft.com/office/officeart/2005/8/layout/hierarchy2"/>
    <dgm:cxn modelId="{7B702432-3A1C-B74C-9B7D-4D71E6A102CF}" type="presOf" srcId="{618EA306-18D1-44A4-97E9-28E8677852E9}" destId="{0D9541A1-F4DA-41F4-B9BF-911684868982}" srcOrd="1" destOrd="0" presId="urn:microsoft.com/office/officeart/2005/8/layout/hierarchy2"/>
    <dgm:cxn modelId="{487B2833-97C2-D34B-AFFC-648CD0E8FEE9}" type="presOf" srcId="{0FDF49F7-BA06-4BC0-B81A-C022B6518163}" destId="{00959FF7-DAF6-4C9A-9C84-6986E3502E0A}" srcOrd="0" destOrd="0" presId="urn:microsoft.com/office/officeart/2005/8/layout/hierarchy2"/>
    <dgm:cxn modelId="{C1772B3D-E2D0-4348-B8A7-4002164FD1B5}" type="presOf" srcId="{7ADC1489-3E09-4C36-9E1E-51FB9B6DBFE0}" destId="{41E23FC9-93F7-4CB5-91CA-FBADF67D6195}" srcOrd="0" destOrd="0" presId="urn:microsoft.com/office/officeart/2005/8/layout/hierarchy2"/>
    <dgm:cxn modelId="{F6FC7755-2FD2-F24B-BB5D-0B3A266E61A8}" type="presOf" srcId="{99F5B11A-425E-436F-BB2F-E6505B43A2F1}" destId="{77138E22-E83E-45E8-BF4E-8C9DBC0704B2}" srcOrd="1" destOrd="0" presId="urn:microsoft.com/office/officeart/2005/8/layout/hierarchy2"/>
    <dgm:cxn modelId="{F89E5A59-EA90-E542-98F5-ED85F93805A6}" type="presOf" srcId="{08CF600C-02AE-41A8-963A-1A3159C6E0F0}" destId="{E9258330-CAEE-485A-BF1D-5F121E2025E1}" srcOrd="0" destOrd="0" presId="urn:microsoft.com/office/officeart/2005/8/layout/hierarchy2"/>
    <dgm:cxn modelId="{240B1160-E806-4B57-A05E-55F2EE3236FF}" srcId="{C859BE02-E896-4580-BEAD-E704063AC676}" destId="{C0B73130-6586-47F6-8CC6-2475963EDD3E}" srcOrd="0" destOrd="0" parTransId="{99F5B11A-425E-436F-BB2F-E6505B43A2F1}" sibTransId="{0D5AA03C-77A7-4858-B794-8C6DF5415B54}"/>
    <dgm:cxn modelId="{4BA05B67-0853-094F-8FDF-591BD1CA568C}" type="presOf" srcId="{ABD8C13A-5908-454F-80B9-5FA18F2E7977}" destId="{EAB05C98-5CE0-4B56-AEFB-7ED121A4D9F1}" srcOrd="1" destOrd="0" presId="urn:microsoft.com/office/officeart/2005/8/layout/hierarchy2"/>
    <dgm:cxn modelId="{33DC0F6D-A391-C84E-B14A-F9D52DE9F8F2}" type="presOf" srcId="{98816615-8976-4A49-AC7E-E69CB82F5D0C}" destId="{D617CDED-9C67-485B-AB23-92107C635BC2}" srcOrd="1" destOrd="0" presId="urn:microsoft.com/office/officeart/2005/8/layout/hierarchy2"/>
    <dgm:cxn modelId="{F5EB936E-28C0-1B48-B9A2-8E8412DAB995}" type="presOf" srcId="{ED0BAB69-C93F-4A53-BF8F-8C5E176D512C}" destId="{F06787DD-BFCA-4691-AAED-A1FB24A71C31}" srcOrd="1" destOrd="0" presId="urn:microsoft.com/office/officeart/2005/8/layout/hierarchy2"/>
    <dgm:cxn modelId="{8D962C77-4D5E-4DB1-97B7-36B3082B3883}" srcId="{CB10A883-0E2C-4E36-9587-ACBB6E139CF2}" destId="{40DBD4A8-0FF6-4C8F-826B-E43BDA40BE05}" srcOrd="0" destOrd="0" parTransId="{ABD8C13A-5908-454F-80B9-5FA18F2E7977}" sibTransId="{631DB4D5-C08B-4DFD-9B18-EF5B641F6A61}"/>
    <dgm:cxn modelId="{D4B89B78-1501-49D3-A458-285B7A69F6C1}" type="presOf" srcId="{F07D2227-9E5E-420B-BAA4-E92881ADD369}" destId="{1BC5F998-BF46-40B1-904B-0EA5BD17378C}" srcOrd="0" destOrd="0" presId="urn:microsoft.com/office/officeart/2005/8/layout/hierarchy2"/>
    <dgm:cxn modelId="{48C8D279-8109-284E-A77F-11BA02A039B3}" type="presOf" srcId="{7D5A7E32-3C2C-401E-B111-DEC8D0018ACC}" destId="{18811258-8B57-44A0-B687-B64E9CCDA694}" srcOrd="1" destOrd="0" presId="urn:microsoft.com/office/officeart/2005/8/layout/hierarchy2"/>
    <dgm:cxn modelId="{759FC37B-AC84-4A12-BC2E-F08D744CB78A}" srcId="{CC07CCDE-BC6E-4E7D-A62A-9060C7DD251B}" destId="{F2A34E22-7F31-417C-8464-81EF9490388B}" srcOrd="0" destOrd="0" parTransId="{EC5818B8-E347-4461-BA95-3B3BA50ACB4A}" sibTransId="{2F373295-72E2-4D78-8A89-66B8F062728F}"/>
    <dgm:cxn modelId="{3D3A907E-D4F7-4E27-9CD0-28A139370DE4}" type="presOf" srcId="{160351C2-636F-4E40-9189-1FA8B70AB72D}" destId="{3D51D395-9492-4202-A57D-F800B21420A1}" srcOrd="1" destOrd="0" presId="urn:microsoft.com/office/officeart/2005/8/layout/hierarchy2"/>
    <dgm:cxn modelId="{C8A2F084-71B0-0F49-9DAC-44EDE34B9939}" type="presOf" srcId="{08CF600C-02AE-41A8-963A-1A3159C6E0F0}" destId="{EDEC54E1-FA34-4775-92A2-7B32CACB65E0}" srcOrd="1" destOrd="0" presId="urn:microsoft.com/office/officeart/2005/8/layout/hierarchy2"/>
    <dgm:cxn modelId="{96D72888-A4AF-5949-9940-C9079CD694CC}" type="presOf" srcId="{693A08D3-F7DB-4E97-A29D-AAD36EAF2CDC}" destId="{D72EC869-3EA5-4015-AFC6-ABD242799F7C}" srcOrd="0" destOrd="0" presId="urn:microsoft.com/office/officeart/2005/8/layout/hierarchy2"/>
    <dgm:cxn modelId="{19B45789-50D8-E748-94DE-311508F072AB}" type="presOf" srcId="{EC5818B8-E347-4461-BA95-3B3BA50ACB4A}" destId="{A29B4560-E4C3-49EC-A465-16BBFFFB8BDA}" srcOrd="1" destOrd="0" presId="urn:microsoft.com/office/officeart/2005/8/layout/hierarchy2"/>
    <dgm:cxn modelId="{03603996-6EC5-DE41-BABA-5405366B7AE5}" type="presOf" srcId="{00670DD2-1E8D-44F7-9243-F755DCC4A245}" destId="{B1439025-E745-4527-A9DF-AA5C136A8304}" srcOrd="0" destOrd="0" presId="urn:microsoft.com/office/officeart/2005/8/layout/hierarchy2"/>
    <dgm:cxn modelId="{1E9927A5-7BA0-1544-AC68-8FA433431CE2}" type="presOf" srcId="{00670DD2-1E8D-44F7-9243-F755DCC4A245}" destId="{BE2A9DEF-04C3-413D-B755-970DFA4F74C4}" srcOrd="1" destOrd="0" presId="urn:microsoft.com/office/officeart/2005/8/layout/hierarchy2"/>
    <dgm:cxn modelId="{3F13B4A8-347F-424A-9ADB-46F002938D97}" type="presOf" srcId="{C33E3554-69E9-40DD-888D-F7520F5FAA3F}" destId="{E337340E-472A-4422-8418-DFFF510935C4}" srcOrd="0" destOrd="0" presId="urn:microsoft.com/office/officeart/2005/8/layout/hierarchy2"/>
    <dgm:cxn modelId="{B70242AB-4199-7D4C-9D69-D34A91E938E7}" type="presOf" srcId="{E36F8315-CC8B-446B-BD51-1C354B5CCCEC}" destId="{0F2520F0-5C93-443C-8D83-D26A66970546}" srcOrd="0" destOrd="0" presId="urn:microsoft.com/office/officeart/2005/8/layout/hierarchy2"/>
    <dgm:cxn modelId="{752801AC-80B4-0C40-8CBF-9B7A7757C12A}" type="presOf" srcId="{40DBD4A8-0FF6-4C8F-826B-E43BDA40BE05}" destId="{C2823D32-BE8F-42CD-8A95-FEA6CF93ADAF}" srcOrd="0" destOrd="0" presId="urn:microsoft.com/office/officeart/2005/8/layout/hierarchy2"/>
    <dgm:cxn modelId="{2252A7AF-F288-D04F-A60B-B5BC4D61384E}" type="presOf" srcId="{9F2256C6-841D-4B2D-9CA2-84EFA8FD9676}" destId="{85C38CE7-C495-4F6A-8BAD-DF9F31DA8400}" srcOrd="0" destOrd="0" presId="urn:microsoft.com/office/officeart/2005/8/layout/hierarchy2"/>
    <dgm:cxn modelId="{E2F51CB1-17E4-46B0-B25F-E8C48494C894}" srcId="{C33E3554-69E9-40DD-888D-F7520F5FAA3F}" destId="{E36F8315-CC8B-446B-BD51-1C354B5CCCEC}" srcOrd="0" destOrd="0" parTransId="{61461FAD-DA7C-4A81-8728-123E59BE6A8F}" sibTransId="{9A1AD4F2-A170-4982-9BFF-A8C0DFD39A52}"/>
    <dgm:cxn modelId="{3562B5B7-A64B-435F-9831-1D271A65973D}" srcId="{E36F8315-CC8B-446B-BD51-1C354B5CCCEC}" destId="{441E05F2-7DB2-49CA-AE22-B22766ED771E}" srcOrd="1" destOrd="0" parTransId="{618EA306-18D1-44A4-97E9-28E8677852E9}" sibTransId="{60F2CAE6-1004-4E0C-8895-C51AA4E284BF}"/>
    <dgm:cxn modelId="{B55124BD-C86E-5546-A996-BA31D5542B56}" type="presOf" srcId="{2E9D7662-4C0F-42D5-9AB3-CB00290E9187}" destId="{F38015D1-D500-4E80-904D-6AFAF2D6FC9E}" srcOrd="0" destOrd="0" presId="urn:microsoft.com/office/officeart/2005/8/layout/hierarchy2"/>
    <dgm:cxn modelId="{87DE3ABD-15B5-EE40-8FA4-1E31D7085840}" type="presOf" srcId="{EC5818B8-E347-4461-BA95-3B3BA50ACB4A}" destId="{35B94FE5-11DE-4F06-8C57-695F229DDC2E}" srcOrd="0" destOrd="0" presId="urn:microsoft.com/office/officeart/2005/8/layout/hierarchy2"/>
    <dgm:cxn modelId="{25D89BC6-7A3C-4A31-B2DF-40C24C3AA3D4}" srcId="{F2A34E22-7F31-417C-8464-81EF9490388B}" destId="{F07D2227-9E5E-420B-BAA4-E92881ADD369}" srcOrd="0" destOrd="0" parTransId="{160351C2-636F-4E40-9189-1FA8B70AB72D}" sibTransId="{C3A18F19-283B-4609-A782-6670DB77FF7F}"/>
    <dgm:cxn modelId="{D9B454C7-7D1F-431D-BB2A-97BE39FD2CBD}" srcId="{E36F8315-CC8B-446B-BD51-1C354B5CCCEC}" destId="{A96904F0-E571-4071-92EC-36573247AF2D}" srcOrd="0" destOrd="0" parTransId="{08CF600C-02AE-41A8-963A-1A3159C6E0F0}" sibTransId="{9E1FB8BC-116C-4F65-924E-A4A1427D173A}"/>
    <dgm:cxn modelId="{7ACD14C9-AB05-CD40-9CE2-C17C4CD9F881}" type="presOf" srcId="{ED0BAB69-C93F-4A53-BF8F-8C5E176D512C}" destId="{1DC6B630-299F-4D36-917F-6E9F5A2D38BB}" srcOrd="0" destOrd="0" presId="urn:microsoft.com/office/officeart/2005/8/layout/hierarchy2"/>
    <dgm:cxn modelId="{0EE38CCA-5AD1-5B48-992C-DCA97A1778E8}" type="presOf" srcId="{CD93048F-C277-4EE8-B458-A7CF5140E9BD}" destId="{A66C4493-278F-476C-AD78-C55B82EE4C84}" srcOrd="0" destOrd="0" presId="urn:microsoft.com/office/officeart/2005/8/layout/hierarchy2"/>
    <dgm:cxn modelId="{DCAF09CC-EF3B-D348-B238-BD31838B9106}" type="presOf" srcId="{ABD8C13A-5908-454F-80B9-5FA18F2E7977}" destId="{E245F3EB-D5DB-4375-8EC9-9958ECE9C1C3}" srcOrd="0" destOrd="0" presId="urn:microsoft.com/office/officeart/2005/8/layout/hierarchy2"/>
    <dgm:cxn modelId="{C65DD0CD-E778-D34C-8231-39EFAC605B82}" type="presOf" srcId="{618EA306-18D1-44A4-97E9-28E8677852E9}" destId="{E4AC3B2E-59F6-4A45-997F-A2E5AEEB9006}" srcOrd="0" destOrd="0" presId="urn:microsoft.com/office/officeart/2005/8/layout/hierarchy2"/>
    <dgm:cxn modelId="{120707CE-D572-A14F-8D03-B8DB97DF21F5}" type="presOf" srcId="{98816615-8976-4A49-AC7E-E69CB82F5D0C}" destId="{60E04867-A2C9-4712-A786-8DE66220211D}" srcOrd="0" destOrd="0" presId="urn:microsoft.com/office/officeart/2005/8/layout/hierarchy2"/>
    <dgm:cxn modelId="{4955E5CF-4871-5044-86DA-52DC8B59ABE4}" type="presOf" srcId="{693A08D3-F7DB-4E97-A29D-AAD36EAF2CDC}" destId="{FFC34B4C-B204-4E18-BBE5-ED20C4FEDF79}" srcOrd="1" destOrd="0" presId="urn:microsoft.com/office/officeart/2005/8/layout/hierarchy2"/>
    <dgm:cxn modelId="{B36C51D2-6AA3-444B-80D5-8B867C1350E1}" type="presOf" srcId="{A96904F0-E571-4071-92EC-36573247AF2D}" destId="{8DE31DD5-441D-413C-BDD4-B60D4E8AAACF}" srcOrd="0" destOrd="0" presId="urn:microsoft.com/office/officeart/2005/8/layout/hierarchy2"/>
    <dgm:cxn modelId="{A414ABD5-4CFD-4443-AACC-2C2348FD4C8A}" srcId="{CC07CCDE-BC6E-4E7D-A62A-9060C7DD251B}" destId="{C859BE02-E896-4580-BEAD-E704063AC676}" srcOrd="2" destOrd="0" parTransId="{693A08D3-F7DB-4E97-A29D-AAD36EAF2CDC}" sibTransId="{3079A2F2-3209-40F6-A4A7-3D115F52E318}"/>
    <dgm:cxn modelId="{D496E9D8-40DE-824D-AD14-87742D97DE23}" type="presOf" srcId="{0FDF49F7-BA06-4BC0-B81A-C022B6518163}" destId="{3748F27F-7DFA-4539-8443-FE11D0E0AA51}" srcOrd="1" destOrd="0" presId="urn:microsoft.com/office/officeart/2005/8/layout/hierarchy2"/>
    <dgm:cxn modelId="{A69328DF-A24D-0F4E-A582-96717C472496}" type="presOf" srcId="{2E9D7662-4C0F-42D5-9AB3-CB00290E9187}" destId="{34D1F5D1-B19A-42DB-B60E-A09C9D9F5D0D}" srcOrd="1" destOrd="0" presId="urn:microsoft.com/office/officeart/2005/8/layout/hierarchy2"/>
    <dgm:cxn modelId="{66CB06E7-BE9D-422D-8CD4-4FCB5BB04092}" srcId="{BA83A402-B3EF-4F4B-B711-B1F556229B79}" destId="{7ADC1489-3E09-4C36-9E1E-51FB9B6DBFE0}" srcOrd="0" destOrd="0" parTransId="{00670DD2-1E8D-44F7-9243-F755DCC4A245}" sibTransId="{3A94BB89-3089-46B9-A6BD-FA28984FD0C0}"/>
    <dgm:cxn modelId="{5EA256E8-2EDE-DD4F-A63D-D83F4818BEB5}" type="presOf" srcId="{7D5A7E32-3C2C-401E-B111-DEC8D0018ACC}" destId="{A9D2C7BB-3CA7-4EA2-8359-A2381C57C604}" srcOrd="0" destOrd="0" presId="urn:microsoft.com/office/officeart/2005/8/layout/hierarchy2"/>
    <dgm:cxn modelId="{A55DF2E9-F654-8B4B-970D-75F241228FE7}" type="presOf" srcId="{983D07F3-3377-4295-AF81-DB70AB20382E}" destId="{C9EB6DBF-A523-43B5-B5A7-C5B4F8031768}" srcOrd="0" destOrd="0" presId="urn:microsoft.com/office/officeart/2005/8/layout/hierarchy2"/>
    <dgm:cxn modelId="{D76EAEF3-20E7-B344-A3A9-34D97704DFE6}" type="presOf" srcId="{C0B73130-6586-47F6-8CC6-2475963EDD3E}" destId="{7EF152F0-E662-4778-BA74-CD3A2DFE450B}" srcOrd="0" destOrd="0" presId="urn:microsoft.com/office/officeart/2005/8/layout/hierarchy2"/>
    <dgm:cxn modelId="{ECCE72FD-08E4-40D6-8095-55F12A2D90D6}" srcId="{441E05F2-7DB2-49CA-AE22-B22766ED771E}" destId="{CB10A883-0E2C-4E36-9587-ACBB6E139CF2}" srcOrd="1" destOrd="0" parTransId="{98816615-8976-4A49-AC7E-E69CB82F5D0C}" sibTransId="{42209E4A-BEDD-43F8-9CB0-F000095EC866}"/>
    <dgm:cxn modelId="{6062C714-679A-6C4F-BED2-19F4C561CFE2}" type="presParOf" srcId="{E337340E-472A-4422-8418-DFFF510935C4}" destId="{F0503112-0C2C-4870-BEF4-549E729D3C95}" srcOrd="0" destOrd="0" presId="urn:microsoft.com/office/officeart/2005/8/layout/hierarchy2"/>
    <dgm:cxn modelId="{20B884CE-7220-F642-8645-BAF9DF173571}" type="presParOf" srcId="{F0503112-0C2C-4870-BEF4-549E729D3C95}" destId="{0F2520F0-5C93-443C-8D83-D26A66970546}" srcOrd="0" destOrd="0" presId="urn:microsoft.com/office/officeart/2005/8/layout/hierarchy2"/>
    <dgm:cxn modelId="{4F606421-AF0D-FE4F-ACCD-AFA1465D9F3E}" type="presParOf" srcId="{F0503112-0C2C-4870-BEF4-549E729D3C95}" destId="{91D4CDFB-1E36-4D5C-B855-8A975360C9F8}" srcOrd="1" destOrd="0" presId="urn:microsoft.com/office/officeart/2005/8/layout/hierarchy2"/>
    <dgm:cxn modelId="{1488E16B-613B-6943-AE13-F65854F6AA35}" type="presParOf" srcId="{91D4CDFB-1E36-4D5C-B855-8A975360C9F8}" destId="{E9258330-CAEE-485A-BF1D-5F121E2025E1}" srcOrd="0" destOrd="0" presId="urn:microsoft.com/office/officeart/2005/8/layout/hierarchy2"/>
    <dgm:cxn modelId="{83516942-049A-0344-B280-FD034B59531E}" type="presParOf" srcId="{E9258330-CAEE-485A-BF1D-5F121E2025E1}" destId="{EDEC54E1-FA34-4775-92A2-7B32CACB65E0}" srcOrd="0" destOrd="0" presId="urn:microsoft.com/office/officeart/2005/8/layout/hierarchy2"/>
    <dgm:cxn modelId="{1BACEA0C-5D93-4B43-908E-C313A8641E01}" type="presParOf" srcId="{91D4CDFB-1E36-4D5C-B855-8A975360C9F8}" destId="{F55914C1-FFBD-4B75-96DA-B32707F904CB}" srcOrd="1" destOrd="0" presId="urn:microsoft.com/office/officeart/2005/8/layout/hierarchy2"/>
    <dgm:cxn modelId="{DB09B267-5490-B24D-9A54-84122C0084CE}" type="presParOf" srcId="{F55914C1-FFBD-4B75-96DA-B32707F904CB}" destId="{8DE31DD5-441D-413C-BDD4-B60D4E8AAACF}" srcOrd="0" destOrd="0" presId="urn:microsoft.com/office/officeart/2005/8/layout/hierarchy2"/>
    <dgm:cxn modelId="{2676ACCE-6272-3245-B5F8-6DD0EEF907E8}" type="presParOf" srcId="{F55914C1-FFBD-4B75-96DA-B32707F904CB}" destId="{86A6D2D0-D5DE-471D-9351-9523245E2117}" srcOrd="1" destOrd="0" presId="urn:microsoft.com/office/officeart/2005/8/layout/hierarchy2"/>
    <dgm:cxn modelId="{F449801B-589C-254C-A04B-0ED040BAC903}" type="presParOf" srcId="{86A6D2D0-D5DE-471D-9351-9523245E2117}" destId="{A9D2C7BB-3CA7-4EA2-8359-A2381C57C604}" srcOrd="0" destOrd="0" presId="urn:microsoft.com/office/officeart/2005/8/layout/hierarchy2"/>
    <dgm:cxn modelId="{807A5F5E-7DC0-F341-BC56-DB3E61496EDC}" type="presParOf" srcId="{A9D2C7BB-3CA7-4EA2-8359-A2381C57C604}" destId="{18811258-8B57-44A0-B687-B64E9CCDA694}" srcOrd="0" destOrd="0" presId="urn:microsoft.com/office/officeart/2005/8/layout/hierarchy2"/>
    <dgm:cxn modelId="{36B9A912-171D-B245-9F7B-5E56BFB746F7}" type="presParOf" srcId="{86A6D2D0-D5DE-471D-9351-9523245E2117}" destId="{B68DBFB5-8B35-4822-BA01-E5B44F75A661}" srcOrd="1" destOrd="0" presId="urn:microsoft.com/office/officeart/2005/8/layout/hierarchy2"/>
    <dgm:cxn modelId="{6C0B6961-8E87-534E-B1A6-E3802DDA601C}" type="presParOf" srcId="{B68DBFB5-8B35-4822-BA01-E5B44F75A661}" destId="{7286D3C5-5626-43C6-B57F-1BA9D798DF64}" srcOrd="0" destOrd="0" presId="urn:microsoft.com/office/officeart/2005/8/layout/hierarchy2"/>
    <dgm:cxn modelId="{C9370523-B099-E64D-B65F-A4B08C54033D}" type="presParOf" srcId="{B68DBFB5-8B35-4822-BA01-E5B44F75A661}" destId="{F12A2249-1200-4078-92FE-389305C3EBED}" srcOrd="1" destOrd="0" presId="urn:microsoft.com/office/officeart/2005/8/layout/hierarchy2"/>
    <dgm:cxn modelId="{6F2B4BA5-83B7-6848-B8F4-F5E705F22AB0}" type="presParOf" srcId="{86A6D2D0-D5DE-471D-9351-9523245E2117}" destId="{00959FF7-DAF6-4C9A-9C84-6986E3502E0A}" srcOrd="2" destOrd="0" presId="urn:microsoft.com/office/officeart/2005/8/layout/hierarchy2"/>
    <dgm:cxn modelId="{2DC071C1-C5AC-B143-982B-997D0B070932}" type="presParOf" srcId="{00959FF7-DAF6-4C9A-9C84-6986E3502E0A}" destId="{3748F27F-7DFA-4539-8443-FE11D0E0AA51}" srcOrd="0" destOrd="0" presId="urn:microsoft.com/office/officeart/2005/8/layout/hierarchy2"/>
    <dgm:cxn modelId="{94FB931E-BBDB-8944-9ED8-C9C565EBDF07}" type="presParOf" srcId="{86A6D2D0-D5DE-471D-9351-9523245E2117}" destId="{C602142B-A08F-44AF-9D85-683E35289E7E}" srcOrd="3" destOrd="0" presId="urn:microsoft.com/office/officeart/2005/8/layout/hierarchy2"/>
    <dgm:cxn modelId="{8DAC043B-A837-4841-BE08-0500F4A28B74}" type="presParOf" srcId="{C602142B-A08F-44AF-9D85-683E35289E7E}" destId="{85C38CE7-C495-4F6A-8BAD-DF9F31DA8400}" srcOrd="0" destOrd="0" presId="urn:microsoft.com/office/officeart/2005/8/layout/hierarchy2"/>
    <dgm:cxn modelId="{AFCD1617-B0EE-1D4F-BDE8-CB2E7714FB5A}" type="presParOf" srcId="{C602142B-A08F-44AF-9D85-683E35289E7E}" destId="{7C54E7A1-29FD-4F7B-8791-C0B9A0C0365E}" srcOrd="1" destOrd="0" presId="urn:microsoft.com/office/officeart/2005/8/layout/hierarchy2"/>
    <dgm:cxn modelId="{DBEB918A-E8CB-1F4D-91A9-61562D7F94E0}" type="presParOf" srcId="{7C54E7A1-29FD-4F7B-8791-C0B9A0C0365E}" destId="{A66C4493-278F-476C-AD78-C55B82EE4C84}" srcOrd="0" destOrd="0" presId="urn:microsoft.com/office/officeart/2005/8/layout/hierarchy2"/>
    <dgm:cxn modelId="{459701AA-D854-4C47-A389-CA2291AFF963}" type="presParOf" srcId="{A66C4493-278F-476C-AD78-C55B82EE4C84}" destId="{4E49C3C0-1FC7-4C66-8C8A-590A50C0E496}" srcOrd="0" destOrd="0" presId="urn:microsoft.com/office/officeart/2005/8/layout/hierarchy2"/>
    <dgm:cxn modelId="{2EAACA8D-83E8-CC4E-8ED4-DB77B566C7EB}" type="presParOf" srcId="{7C54E7A1-29FD-4F7B-8791-C0B9A0C0365E}" destId="{143C9B33-5A42-4273-8730-9CA323D06A43}" srcOrd="1" destOrd="0" presId="urn:microsoft.com/office/officeart/2005/8/layout/hierarchy2"/>
    <dgm:cxn modelId="{0E326771-2F3A-5F40-AE0F-1EF9D5886FCD}" type="presParOf" srcId="{143C9B33-5A42-4273-8730-9CA323D06A43}" destId="{2EDAC990-96AD-47C6-8809-CEF4E539F0B6}" srcOrd="0" destOrd="0" presId="urn:microsoft.com/office/officeart/2005/8/layout/hierarchy2"/>
    <dgm:cxn modelId="{6492EC1C-96DF-454E-A6FB-A4BA1CC791A9}" type="presParOf" srcId="{143C9B33-5A42-4273-8730-9CA323D06A43}" destId="{A21DC23E-C713-4E7A-A41C-9C6722B4E5C3}" srcOrd="1" destOrd="0" presId="urn:microsoft.com/office/officeart/2005/8/layout/hierarchy2"/>
    <dgm:cxn modelId="{96CE32AB-E7F5-AB4D-AABE-82E36E25A682}" type="presParOf" srcId="{A21DC23E-C713-4E7A-A41C-9C6722B4E5C3}" destId="{35B94FE5-11DE-4F06-8C57-695F229DDC2E}" srcOrd="0" destOrd="0" presId="urn:microsoft.com/office/officeart/2005/8/layout/hierarchy2"/>
    <dgm:cxn modelId="{BF100BE2-3374-654C-B3CA-6F8A572C8CB4}" type="presParOf" srcId="{35B94FE5-11DE-4F06-8C57-695F229DDC2E}" destId="{A29B4560-E4C3-49EC-A465-16BBFFFB8BDA}" srcOrd="0" destOrd="0" presId="urn:microsoft.com/office/officeart/2005/8/layout/hierarchy2"/>
    <dgm:cxn modelId="{F7284C43-6274-824A-AAC8-4D860D5C50DF}" type="presParOf" srcId="{A21DC23E-C713-4E7A-A41C-9C6722B4E5C3}" destId="{32FD8A02-27C2-409D-9BDC-2830491113B3}" srcOrd="1" destOrd="0" presId="urn:microsoft.com/office/officeart/2005/8/layout/hierarchy2"/>
    <dgm:cxn modelId="{6B6F8B3B-0F2C-1E4E-BFF7-57E4B7CDC77B}" type="presParOf" srcId="{32FD8A02-27C2-409D-9BDC-2830491113B3}" destId="{1D916D14-0168-4AC8-96FC-42CAC73CF1D9}" srcOrd="0" destOrd="0" presId="urn:microsoft.com/office/officeart/2005/8/layout/hierarchy2"/>
    <dgm:cxn modelId="{D74C9C04-CC39-444C-8487-25B36545C442}" type="presParOf" srcId="{32FD8A02-27C2-409D-9BDC-2830491113B3}" destId="{04ED6ADE-915C-4A40-86C5-37F70E0E5ABE}" srcOrd="1" destOrd="0" presId="urn:microsoft.com/office/officeart/2005/8/layout/hierarchy2"/>
    <dgm:cxn modelId="{4A8D2B26-6A82-4A7C-8BB4-5634891BC4E6}" type="presParOf" srcId="{04ED6ADE-915C-4A40-86C5-37F70E0E5ABE}" destId="{A1A2E98E-B4BC-4F48-BD4C-8D28FC19684E}" srcOrd="0" destOrd="0" presId="urn:microsoft.com/office/officeart/2005/8/layout/hierarchy2"/>
    <dgm:cxn modelId="{D3EC65AD-5144-4167-B5C7-2E0667C3F327}" type="presParOf" srcId="{A1A2E98E-B4BC-4F48-BD4C-8D28FC19684E}" destId="{3D51D395-9492-4202-A57D-F800B21420A1}" srcOrd="0" destOrd="0" presId="urn:microsoft.com/office/officeart/2005/8/layout/hierarchy2"/>
    <dgm:cxn modelId="{B75A1D29-25A6-4F2E-8534-0372D96B8B3F}" type="presParOf" srcId="{04ED6ADE-915C-4A40-86C5-37F70E0E5ABE}" destId="{DB5A5B1E-18F3-4F89-B879-D7407B1C5DD3}" srcOrd="1" destOrd="0" presId="urn:microsoft.com/office/officeart/2005/8/layout/hierarchy2"/>
    <dgm:cxn modelId="{A1704B73-ADC9-42A3-A240-3C7691324C78}" type="presParOf" srcId="{DB5A5B1E-18F3-4F89-B879-D7407B1C5DD3}" destId="{1BC5F998-BF46-40B1-904B-0EA5BD17378C}" srcOrd="0" destOrd="0" presId="urn:microsoft.com/office/officeart/2005/8/layout/hierarchy2"/>
    <dgm:cxn modelId="{61C4A739-E799-4FEB-96B3-86C5B6FD89ED}" type="presParOf" srcId="{DB5A5B1E-18F3-4F89-B879-D7407B1C5DD3}" destId="{0FF55DB4-9B3A-4EC4-A90A-4BE5071A1275}" srcOrd="1" destOrd="0" presId="urn:microsoft.com/office/officeart/2005/8/layout/hierarchy2"/>
    <dgm:cxn modelId="{EC33A986-0398-804E-B800-11EAF8516B55}" type="presParOf" srcId="{A21DC23E-C713-4E7A-A41C-9C6722B4E5C3}" destId="{1DC6B630-299F-4D36-917F-6E9F5A2D38BB}" srcOrd="2" destOrd="0" presId="urn:microsoft.com/office/officeart/2005/8/layout/hierarchy2"/>
    <dgm:cxn modelId="{D2B80262-9F79-3240-8802-55AF484F2D1F}" type="presParOf" srcId="{1DC6B630-299F-4D36-917F-6E9F5A2D38BB}" destId="{F06787DD-BFCA-4691-AAED-A1FB24A71C31}" srcOrd="0" destOrd="0" presId="urn:microsoft.com/office/officeart/2005/8/layout/hierarchy2"/>
    <dgm:cxn modelId="{0700E738-4AAD-674C-B763-80EEA1F02895}" type="presParOf" srcId="{A21DC23E-C713-4E7A-A41C-9C6722B4E5C3}" destId="{A56B5FBF-6065-49A2-BFF3-23677A59B8F6}" srcOrd="3" destOrd="0" presId="urn:microsoft.com/office/officeart/2005/8/layout/hierarchy2"/>
    <dgm:cxn modelId="{03A7B4F1-A17E-3F4E-9A79-FD9AFBE4E066}" type="presParOf" srcId="{A56B5FBF-6065-49A2-BFF3-23677A59B8F6}" destId="{DF249086-AE91-4AB1-9E0A-3D6B21E01C7E}" srcOrd="0" destOrd="0" presId="urn:microsoft.com/office/officeart/2005/8/layout/hierarchy2"/>
    <dgm:cxn modelId="{4F7A0129-704B-A84A-8FA6-A98CA2DB16D5}" type="presParOf" srcId="{A56B5FBF-6065-49A2-BFF3-23677A59B8F6}" destId="{A6CDDFD7-52C1-48E2-A704-5C04B9039834}" srcOrd="1" destOrd="0" presId="urn:microsoft.com/office/officeart/2005/8/layout/hierarchy2"/>
    <dgm:cxn modelId="{5232E823-E1E6-5E46-B052-E4C118AA4023}" type="presParOf" srcId="{A6CDDFD7-52C1-48E2-A704-5C04B9039834}" destId="{B1439025-E745-4527-A9DF-AA5C136A8304}" srcOrd="0" destOrd="0" presId="urn:microsoft.com/office/officeart/2005/8/layout/hierarchy2"/>
    <dgm:cxn modelId="{1BFFC172-6CD0-4E41-BD7D-7ED4768A2807}" type="presParOf" srcId="{B1439025-E745-4527-A9DF-AA5C136A8304}" destId="{BE2A9DEF-04C3-413D-B755-970DFA4F74C4}" srcOrd="0" destOrd="0" presId="urn:microsoft.com/office/officeart/2005/8/layout/hierarchy2"/>
    <dgm:cxn modelId="{7C5D9FC1-FAE2-204E-AC97-6596001BB02E}" type="presParOf" srcId="{A6CDDFD7-52C1-48E2-A704-5C04B9039834}" destId="{1C31630C-2E50-4ACC-A099-DACC9BF3E695}" srcOrd="1" destOrd="0" presId="urn:microsoft.com/office/officeart/2005/8/layout/hierarchy2"/>
    <dgm:cxn modelId="{A9875E41-6C81-4643-9EAF-8BD5FE9DB67A}" type="presParOf" srcId="{1C31630C-2E50-4ACC-A099-DACC9BF3E695}" destId="{41E23FC9-93F7-4CB5-91CA-FBADF67D6195}" srcOrd="0" destOrd="0" presId="urn:microsoft.com/office/officeart/2005/8/layout/hierarchy2"/>
    <dgm:cxn modelId="{9615A385-E053-094A-B248-510D86932865}" type="presParOf" srcId="{1C31630C-2E50-4ACC-A099-DACC9BF3E695}" destId="{C5732F78-187F-4F51-A49C-9D6F023B627F}" srcOrd="1" destOrd="0" presId="urn:microsoft.com/office/officeart/2005/8/layout/hierarchy2"/>
    <dgm:cxn modelId="{220E7DC3-835B-AE44-B6A9-BE06A2394236}" type="presParOf" srcId="{A21DC23E-C713-4E7A-A41C-9C6722B4E5C3}" destId="{D72EC869-3EA5-4015-AFC6-ABD242799F7C}" srcOrd="4" destOrd="0" presId="urn:microsoft.com/office/officeart/2005/8/layout/hierarchy2"/>
    <dgm:cxn modelId="{5DD04077-E6BB-E644-8DD7-8D5718759028}" type="presParOf" srcId="{D72EC869-3EA5-4015-AFC6-ABD242799F7C}" destId="{FFC34B4C-B204-4E18-BBE5-ED20C4FEDF79}" srcOrd="0" destOrd="0" presId="urn:microsoft.com/office/officeart/2005/8/layout/hierarchy2"/>
    <dgm:cxn modelId="{D7B128BD-85E8-C043-B6E8-761255A0A6B7}" type="presParOf" srcId="{A21DC23E-C713-4E7A-A41C-9C6722B4E5C3}" destId="{84879AFC-ABC2-4174-B404-5624F538918A}" srcOrd="5" destOrd="0" presId="urn:microsoft.com/office/officeart/2005/8/layout/hierarchy2"/>
    <dgm:cxn modelId="{18EF3D2B-FC72-C54E-B23F-603920125D30}" type="presParOf" srcId="{84879AFC-ABC2-4174-B404-5624F538918A}" destId="{A51DEC79-D44C-4626-949F-16B278963CF7}" srcOrd="0" destOrd="0" presId="urn:microsoft.com/office/officeart/2005/8/layout/hierarchy2"/>
    <dgm:cxn modelId="{BF605A3B-1C84-3F48-9964-2D7A8CA6FBE8}" type="presParOf" srcId="{84879AFC-ABC2-4174-B404-5624F538918A}" destId="{01215BE7-A125-416B-9342-5971EB39E66E}" srcOrd="1" destOrd="0" presId="urn:microsoft.com/office/officeart/2005/8/layout/hierarchy2"/>
    <dgm:cxn modelId="{E5C7179C-CFD0-4D4E-9A26-DB43C3136E09}" type="presParOf" srcId="{01215BE7-A125-416B-9342-5971EB39E66E}" destId="{219678E0-B905-491C-8BEC-0AFB4EE08330}" srcOrd="0" destOrd="0" presId="urn:microsoft.com/office/officeart/2005/8/layout/hierarchy2"/>
    <dgm:cxn modelId="{4B784B14-E576-414B-8E71-F4F1AE2F18C8}" type="presParOf" srcId="{219678E0-B905-491C-8BEC-0AFB4EE08330}" destId="{77138E22-E83E-45E8-BF4E-8C9DBC0704B2}" srcOrd="0" destOrd="0" presId="urn:microsoft.com/office/officeart/2005/8/layout/hierarchy2"/>
    <dgm:cxn modelId="{388ADE24-3E81-7342-B49B-4749619754A6}" type="presParOf" srcId="{01215BE7-A125-416B-9342-5971EB39E66E}" destId="{C765322A-D441-4ABB-AB29-E00CC8034DA6}" srcOrd="1" destOrd="0" presId="urn:microsoft.com/office/officeart/2005/8/layout/hierarchy2"/>
    <dgm:cxn modelId="{B83F0742-1FC4-254B-B4B2-0E3B7BA79B63}" type="presParOf" srcId="{C765322A-D441-4ABB-AB29-E00CC8034DA6}" destId="{7EF152F0-E662-4778-BA74-CD3A2DFE450B}" srcOrd="0" destOrd="0" presId="urn:microsoft.com/office/officeart/2005/8/layout/hierarchy2"/>
    <dgm:cxn modelId="{23EB08AD-C3C5-6141-870E-C49B66D8DFD7}" type="presParOf" srcId="{C765322A-D441-4ABB-AB29-E00CC8034DA6}" destId="{8B2177F0-2A80-4075-A6BE-0F0ACBD8877A}" srcOrd="1" destOrd="0" presId="urn:microsoft.com/office/officeart/2005/8/layout/hierarchy2"/>
    <dgm:cxn modelId="{972EEAE4-B69F-944E-B022-E173993D3621}" type="presParOf" srcId="{91D4CDFB-1E36-4D5C-B855-8A975360C9F8}" destId="{E4AC3B2E-59F6-4A45-997F-A2E5AEEB9006}" srcOrd="2" destOrd="0" presId="urn:microsoft.com/office/officeart/2005/8/layout/hierarchy2"/>
    <dgm:cxn modelId="{F0FDACBA-2C1A-E64A-AF6A-0C20E91F0E1B}" type="presParOf" srcId="{E4AC3B2E-59F6-4A45-997F-A2E5AEEB9006}" destId="{0D9541A1-F4DA-41F4-B9BF-911684868982}" srcOrd="0" destOrd="0" presId="urn:microsoft.com/office/officeart/2005/8/layout/hierarchy2"/>
    <dgm:cxn modelId="{07EB9D38-1C6A-6B41-80A7-078242CE0856}" type="presParOf" srcId="{91D4CDFB-1E36-4D5C-B855-8A975360C9F8}" destId="{72E50B2E-7D40-4C41-9449-93DE99C4E7C3}" srcOrd="3" destOrd="0" presId="urn:microsoft.com/office/officeart/2005/8/layout/hierarchy2"/>
    <dgm:cxn modelId="{D4061474-3FC1-A042-B7CA-593EA44A8374}" type="presParOf" srcId="{72E50B2E-7D40-4C41-9449-93DE99C4E7C3}" destId="{71C63740-82DE-42B2-8BAF-4BBEAB3D73EC}" srcOrd="0" destOrd="0" presId="urn:microsoft.com/office/officeart/2005/8/layout/hierarchy2"/>
    <dgm:cxn modelId="{CADE5F61-9DDA-8347-976F-55247E333AE9}" type="presParOf" srcId="{72E50B2E-7D40-4C41-9449-93DE99C4E7C3}" destId="{3A9D853C-CC59-4463-9BE5-B6315921A883}" srcOrd="1" destOrd="0" presId="urn:microsoft.com/office/officeart/2005/8/layout/hierarchy2"/>
    <dgm:cxn modelId="{F5A880A9-03E3-B340-A8D9-2E1E721ADF59}" type="presParOf" srcId="{3A9D853C-CC59-4463-9BE5-B6315921A883}" destId="{F38015D1-D500-4E80-904D-6AFAF2D6FC9E}" srcOrd="0" destOrd="0" presId="urn:microsoft.com/office/officeart/2005/8/layout/hierarchy2"/>
    <dgm:cxn modelId="{37334EB9-6ECB-0349-B5B4-C8B1C73364F6}" type="presParOf" srcId="{F38015D1-D500-4E80-904D-6AFAF2D6FC9E}" destId="{34D1F5D1-B19A-42DB-B60E-A09C9D9F5D0D}" srcOrd="0" destOrd="0" presId="urn:microsoft.com/office/officeart/2005/8/layout/hierarchy2"/>
    <dgm:cxn modelId="{303B8EC6-911D-2849-812E-FAF1BE8996AB}" type="presParOf" srcId="{3A9D853C-CC59-4463-9BE5-B6315921A883}" destId="{04C351F0-E476-4D89-A242-0DCD0F3A8DED}" srcOrd="1" destOrd="0" presId="urn:microsoft.com/office/officeart/2005/8/layout/hierarchy2"/>
    <dgm:cxn modelId="{4EC6777C-0856-7342-933D-D9CE9D89271D}" type="presParOf" srcId="{04C351F0-E476-4D89-A242-0DCD0F3A8DED}" destId="{C9EB6DBF-A523-43B5-B5A7-C5B4F8031768}" srcOrd="0" destOrd="0" presId="urn:microsoft.com/office/officeart/2005/8/layout/hierarchy2"/>
    <dgm:cxn modelId="{F6A9EAA0-9B58-FA47-A82C-9656B2DC22FE}" type="presParOf" srcId="{04C351F0-E476-4D89-A242-0DCD0F3A8DED}" destId="{D6639C9B-4BCC-44AC-A888-105ECDE3008B}" srcOrd="1" destOrd="0" presId="urn:microsoft.com/office/officeart/2005/8/layout/hierarchy2"/>
    <dgm:cxn modelId="{FD206D37-8126-214B-A6CD-D0879054605A}" type="presParOf" srcId="{3A9D853C-CC59-4463-9BE5-B6315921A883}" destId="{60E04867-A2C9-4712-A786-8DE66220211D}" srcOrd="2" destOrd="0" presId="urn:microsoft.com/office/officeart/2005/8/layout/hierarchy2"/>
    <dgm:cxn modelId="{04514A86-CBB2-2644-BDF5-FF41AE0FA21F}" type="presParOf" srcId="{60E04867-A2C9-4712-A786-8DE66220211D}" destId="{D617CDED-9C67-485B-AB23-92107C635BC2}" srcOrd="0" destOrd="0" presId="urn:microsoft.com/office/officeart/2005/8/layout/hierarchy2"/>
    <dgm:cxn modelId="{0F84BBA5-366E-B34E-AC93-A81D7BBDFE3C}" type="presParOf" srcId="{3A9D853C-CC59-4463-9BE5-B6315921A883}" destId="{DA25D61F-40C1-4CDC-BF7D-5B9412CFA59A}" srcOrd="3" destOrd="0" presId="urn:microsoft.com/office/officeart/2005/8/layout/hierarchy2"/>
    <dgm:cxn modelId="{4E71C917-1AFD-7C4C-970A-D4A432669045}" type="presParOf" srcId="{DA25D61F-40C1-4CDC-BF7D-5B9412CFA59A}" destId="{4B6C7AF7-3816-4021-BC65-1D0BA3691FDE}" srcOrd="0" destOrd="0" presId="urn:microsoft.com/office/officeart/2005/8/layout/hierarchy2"/>
    <dgm:cxn modelId="{3658DA65-FFD7-CB4E-A1C3-13E0342E34E7}" type="presParOf" srcId="{DA25D61F-40C1-4CDC-BF7D-5B9412CFA59A}" destId="{F18DA872-42C3-4D38-B3AE-387D815D0B9E}" srcOrd="1" destOrd="0" presId="urn:microsoft.com/office/officeart/2005/8/layout/hierarchy2"/>
    <dgm:cxn modelId="{E202814B-B8AB-404D-9C93-7C4C1F2C26D5}" type="presParOf" srcId="{F18DA872-42C3-4D38-B3AE-387D815D0B9E}" destId="{E245F3EB-D5DB-4375-8EC9-9958ECE9C1C3}" srcOrd="0" destOrd="0" presId="urn:microsoft.com/office/officeart/2005/8/layout/hierarchy2"/>
    <dgm:cxn modelId="{42E42CD6-69A6-BC4F-94E7-8B51F2EFFEC9}" type="presParOf" srcId="{E245F3EB-D5DB-4375-8EC9-9958ECE9C1C3}" destId="{EAB05C98-5CE0-4B56-AEFB-7ED121A4D9F1}" srcOrd="0" destOrd="0" presId="urn:microsoft.com/office/officeart/2005/8/layout/hierarchy2"/>
    <dgm:cxn modelId="{2D31C09F-52E0-C94F-8808-B1B249716EC0}" type="presParOf" srcId="{F18DA872-42C3-4D38-B3AE-387D815D0B9E}" destId="{3E0E3EE8-4C79-481A-9F01-647524B46068}" srcOrd="1" destOrd="0" presId="urn:microsoft.com/office/officeart/2005/8/layout/hierarchy2"/>
    <dgm:cxn modelId="{171EB391-B3F2-2546-B5DD-F0B3117504F7}" type="presParOf" srcId="{3E0E3EE8-4C79-481A-9F01-647524B46068}" destId="{C2823D32-BE8F-42CD-8A95-FEA6CF93ADAF}" srcOrd="0" destOrd="0" presId="urn:microsoft.com/office/officeart/2005/8/layout/hierarchy2"/>
    <dgm:cxn modelId="{88B387D1-76F9-6449-8804-EF3119762EA3}" type="presParOf" srcId="{3E0E3EE8-4C79-481A-9F01-647524B46068}" destId="{A7CB8F25-05F3-4AB8-B6AC-9F4ED61FACE0}"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1B6E0D2-E431-4D81-ADB2-FC2CCB8B3899}"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s-MX"/>
        </a:p>
      </dgm:t>
    </dgm:pt>
    <dgm:pt modelId="{65759AAD-948F-4187-ACA8-ADC60DB7CAF8}">
      <dgm:prSet phldrT="[Text]"/>
      <dgm:spPr/>
      <dgm:t>
        <a:bodyPr/>
        <a:lstStyle/>
        <a:p>
          <a:r>
            <a:rPr lang="es-MX" dirty="0"/>
            <a:t>Acumulables</a:t>
          </a:r>
        </a:p>
      </dgm:t>
    </dgm:pt>
    <dgm:pt modelId="{E3306F78-1E9F-42B5-A639-EC6C59FF9D7B}" type="parTrans" cxnId="{14C7DA66-D5FD-474F-8EC5-168BB709D983}">
      <dgm:prSet/>
      <dgm:spPr/>
      <dgm:t>
        <a:bodyPr/>
        <a:lstStyle/>
        <a:p>
          <a:endParaRPr lang="es-MX"/>
        </a:p>
      </dgm:t>
    </dgm:pt>
    <dgm:pt modelId="{E51B62FB-6D63-4424-BC15-C6A4E1779091}" type="sibTrans" cxnId="{14C7DA66-D5FD-474F-8EC5-168BB709D983}">
      <dgm:prSet/>
      <dgm:spPr/>
      <dgm:t>
        <a:bodyPr/>
        <a:lstStyle/>
        <a:p>
          <a:endParaRPr lang="es-MX"/>
        </a:p>
      </dgm:t>
    </dgm:pt>
    <dgm:pt modelId="{F76E1C1E-EF5A-41D3-B111-5F6DFCA06919}">
      <dgm:prSet phldrT="[Text]"/>
      <dgm:spPr/>
      <dgm:t>
        <a:bodyPr/>
        <a:lstStyle/>
        <a:p>
          <a:r>
            <a:rPr lang="es-MX" dirty="0"/>
            <a:t>Efectivo</a:t>
          </a:r>
        </a:p>
      </dgm:t>
    </dgm:pt>
    <dgm:pt modelId="{09471A48-5E0F-4334-95D4-2B8AFFB34C73}" type="parTrans" cxnId="{96E78564-D033-4DBC-B058-1A01B4093F91}">
      <dgm:prSet/>
      <dgm:spPr/>
      <dgm:t>
        <a:bodyPr/>
        <a:lstStyle/>
        <a:p>
          <a:endParaRPr lang="es-MX"/>
        </a:p>
      </dgm:t>
    </dgm:pt>
    <dgm:pt modelId="{974E25AC-DF60-443D-A279-CACC4D7B0D28}" type="sibTrans" cxnId="{96E78564-D033-4DBC-B058-1A01B4093F91}">
      <dgm:prSet/>
      <dgm:spPr/>
      <dgm:t>
        <a:bodyPr/>
        <a:lstStyle/>
        <a:p>
          <a:endParaRPr lang="es-MX"/>
        </a:p>
      </dgm:t>
    </dgm:pt>
    <dgm:pt modelId="{1D052183-2CF8-44BB-822C-C784C35BD4D2}">
      <dgm:prSet phldrT="[Text]"/>
      <dgm:spPr/>
      <dgm:t>
        <a:bodyPr/>
        <a:lstStyle/>
        <a:p>
          <a:r>
            <a:rPr lang="es-MX" dirty="0"/>
            <a:t>Exentos</a:t>
          </a:r>
        </a:p>
      </dgm:t>
    </dgm:pt>
    <dgm:pt modelId="{5E05C59A-082E-4AC8-B38D-4ED96CF76A42}" type="parTrans" cxnId="{7C9BC7DC-78EC-42E7-BEA9-FEE485DC14FA}">
      <dgm:prSet/>
      <dgm:spPr/>
      <dgm:t>
        <a:bodyPr/>
        <a:lstStyle/>
        <a:p>
          <a:endParaRPr lang="es-MX"/>
        </a:p>
      </dgm:t>
    </dgm:pt>
    <dgm:pt modelId="{180ED074-CE2A-4BF3-A9E1-CF5FDE812303}" type="sibTrans" cxnId="{7C9BC7DC-78EC-42E7-BEA9-FEE485DC14FA}">
      <dgm:prSet/>
      <dgm:spPr/>
      <dgm:t>
        <a:bodyPr/>
        <a:lstStyle/>
        <a:p>
          <a:endParaRPr lang="es-MX"/>
        </a:p>
      </dgm:t>
    </dgm:pt>
    <dgm:pt modelId="{7039EE90-1748-4888-B1AE-3C5BA4A876A7}">
      <dgm:prSet phldrT="[Text]"/>
      <dgm:spPr/>
      <dgm:t>
        <a:bodyPr/>
        <a:lstStyle/>
        <a:p>
          <a:r>
            <a:rPr lang="es-MX" dirty="0"/>
            <a:t>Dividendos de Personas Morales Residentes en México</a:t>
          </a:r>
        </a:p>
      </dgm:t>
    </dgm:pt>
    <dgm:pt modelId="{50680507-4542-48DA-BD81-F53B60299465}" type="parTrans" cxnId="{E71FC01C-36C5-4A66-8174-08A671E8D673}">
      <dgm:prSet/>
      <dgm:spPr/>
      <dgm:t>
        <a:bodyPr/>
        <a:lstStyle/>
        <a:p>
          <a:endParaRPr lang="es-MX"/>
        </a:p>
      </dgm:t>
    </dgm:pt>
    <dgm:pt modelId="{F9EABEA9-5A39-4B84-8396-3967DDC37341}" type="sibTrans" cxnId="{E71FC01C-36C5-4A66-8174-08A671E8D673}">
      <dgm:prSet/>
      <dgm:spPr/>
      <dgm:t>
        <a:bodyPr/>
        <a:lstStyle/>
        <a:p>
          <a:endParaRPr lang="es-MX"/>
        </a:p>
      </dgm:t>
    </dgm:pt>
    <dgm:pt modelId="{01EF97A3-C7BE-40D9-A4EB-7C4C3DA0FB72}">
      <dgm:prSet phldrT="[Text]"/>
      <dgm:spPr/>
      <dgm:t>
        <a:bodyPr/>
        <a:lstStyle/>
        <a:p>
          <a:r>
            <a:rPr lang="es-MX" dirty="0"/>
            <a:t>Excepciones</a:t>
          </a:r>
        </a:p>
      </dgm:t>
    </dgm:pt>
    <dgm:pt modelId="{07A47682-0FE4-436F-AD68-7B7B40826802}" type="parTrans" cxnId="{E9682B0A-2915-4CB6-8602-B80BACA4798A}">
      <dgm:prSet/>
      <dgm:spPr/>
      <dgm:t>
        <a:bodyPr/>
        <a:lstStyle/>
        <a:p>
          <a:endParaRPr lang="es-MX"/>
        </a:p>
      </dgm:t>
    </dgm:pt>
    <dgm:pt modelId="{4602F680-757C-4B1E-8813-85D4828C7028}" type="sibTrans" cxnId="{E9682B0A-2915-4CB6-8602-B80BACA4798A}">
      <dgm:prSet/>
      <dgm:spPr/>
      <dgm:t>
        <a:bodyPr/>
        <a:lstStyle/>
        <a:p>
          <a:endParaRPr lang="es-MX"/>
        </a:p>
      </dgm:t>
    </dgm:pt>
    <dgm:pt modelId="{B4F33033-06C4-4786-9E83-850AFA72CC84}">
      <dgm:prSet phldrT="[Text]"/>
      <dgm:spPr/>
      <dgm:t>
        <a:bodyPr/>
        <a:lstStyle/>
        <a:p>
          <a:r>
            <a:rPr lang="es-MX" dirty="0"/>
            <a:t>Aumentos de Capital</a:t>
          </a:r>
        </a:p>
      </dgm:t>
    </dgm:pt>
    <dgm:pt modelId="{C0248E10-7DDD-45FA-BEDA-1E4A563C967A}" type="parTrans" cxnId="{679C1CF0-ED2C-4982-810F-B727AB0AC84B}">
      <dgm:prSet/>
      <dgm:spPr/>
      <dgm:t>
        <a:bodyPr/>
        <a:lstStyle/>
        <a:p>
          <a:endParaRPr lang="es-MX"/>
        </a:p>
      </dgm:t>
    </dgm:pt>
    <dgm:pt modelId="{F56EF4C6-6C17-4736-84AC-DA2180D74ED8}" type="sibTrans" cxnId="{679C1CF0-ED2C-4982-810F-B727AB0AC84B}">
      <dgm:prSet/>
      <dgm:spPr/>
      <dgm:t>
        <a:bodyPr/>
        <a:lstStyle/>
        <a:p>
          <a:endParaRPr lang="es-MX"/>
        </a:p>
      </dgm:t>
    </dgm:pt>
    <dgm:pt modelId="{1C03D2E3-5167-4382-819C-71D23020CDAE}">
      <dgm:prSet phldrT="[Text]"/>
      <dgm:spPr/>
      <dgm:t>
        <a:bodyPr/>
        <a:lstStyle/>
        <a:p>
          <a:r>
            <a:rPr lang="es-MX" dirty="0"/>
            <a:t>Crédito</a:t>
          </a:r>
        </a:p>
      </dgm:t>
    </dgm:pt>
    <dgm:pt modelId="{6729FF92-7107-495A-80A2-62CC33D68756}" type="parTrans" cxnId="{B67CE873-7C65-4AAC-9E58-94BCE09AD7D8}">
      <dgm:prSet/>
      <dgm:spPr/>
      <dgm:t>
        <a:bodyPr/>
        <a:lstStyle/>
        <a:p>
          <a:endParaRPr lang="es-MX"/>
        </a:p>
      </dgm:t>
    </dgm:pt>
    <dgm:pt modelId="{9C0EF961-D2A8-498C-B23E-3E54E0603494}" type="sibTrans" cxnId="{B67CE873-7C65-4AAC-9E58-94BCE09AD7D8}">
      <dgm:prSet/>
      <dgm:spPr/>
      <dgm:t>
        <a:bodyPr/>
        <a:lstStyle/>
        <a:p>
          <a:endParaRPr lang="es-MX"/>
        </a:p>
      </dgm:t>
    </dgm:pt>
    <dgm:pt modelId="{9194DD36-740F-40AB-B80C-FE64A10D2A90}">
      <dgm:prSet phldrT="[Text]"/>
      <dgm:spPr/>
      <dgm:t>
        <a:bodyPr/>
        <a:lstStyle/>
        <a:p>
          <a:r>
            <a:rPr lang="es-MX" dirty="0"/>
            <a:t>Especie</a:t>
          </a:r>
        </a:p>
      </dgm:t>
    </dgm:pt>
    <dgm:pt modelId="{7122D015-CE71-4FFE-944F-AD809F5716CE}" type="parTrans" cxnId="{A84A0698-BCEE-45D4-8F40-D38F648B20AE}">
      <dgm:prSet/>
      <dgm:spPr/>
      <dgm:t>
        <a:bodyPr/>
        <a:lstStyle/>
        <a:p>
          <a:endParaRPr lang="es-MX"/>
        </a:p>
      </dgm:t>
    </dgm:pt>
    <dgm:pt modelId="{3B7A8462-747B-4818-A83F-65CB17B07D2B}" type="sibTrans" cxnId="{A84A0698-BCEE-45D4-8F40-D38F648B20AE}">
      <dgm:prSet/>
      <dgm:spPr/>
      <dgm:t>
        <a:bodyPr/>
        <a:lstStyle/>
        <a:p>
          <a:endParaRPr lang="es-MX"/>
        </a:p>
      </dgm:t>
    </dgm:pt>
    <dgm:pt modelId="{04468090-3E70-4B21-B0E6-B2A0847FA83B}">
      <dgm:prSet phldrT="[Text]"/>
      <dgm:spPr/>
      <dgm:t>
        <a:bodyPr/>
        <a:lstStyle/>
        <a:p>
          <a:r>
            <a:rPr lang="es-MX" dirty="0"/>
            <a:t>De cualquier otro tipo</a:t>
          </a:r>
        </a:p>
      </dgm:t>
    </dgm:pt>
    <dgm:pt modelId="{97F410C2-E264-475E-A1E2-634A348B17C7}" type="parTrans" cxnId="{9FE00632-9575-441E-9C1D-5617A62FCAB7}">
      <dgm:prSet/>
      <dgm:spPr/>
      <dgm:t>
        <a:bodyPr/>
        <a:lstStyle/>
        <a:p>
          <a:endParaRPr lang="es-MX"/>
        </a:p>
      </dgm:t>
    </dgm:pt>
    <dgm:pt modelId="{C813A4AE-28C1-45BD-8679-216F294C7B3B}" type="sibTrans" cxnId="{9FE00632-9575-441E-9C1D-5617A62FCAB7}">
      <dgm:prSet/>
      <dgm:spPr/>
      <dgm:t>
        <a:bodyPr/>
        <a:lstStyle/>
        <a:p>
          <a:endParaRPr lang="es-MX"/>
        </a:p>
      </dgm:t>
    </dgm:pt>
    <dgm:pt modelId="{B7AB9C14-DB95-4696-8F9E-E2AAB0CFE67B}">
      <dgm:prSet phldrT="[Text]"/>
      <dgm:spPr/>
      <dgm:t>
        <a:bodyPr/>
        <a:lstStyle/>
        <a:p>
          <a:r>
            <a:rPr lang="es-MX" dirty="0"/>
            <a:t>Pago de Pérdidas</a:t>
          </a:r>
        </a:p>
      </dgm:t>
    </dgm:pt>
    <dgm:pt modelId="{8C739DB4-CC4F-465A-9D6A-9990BE3DABC1}" type="parTrans" cxnId="{95BB66E4-57CE-46CD-B816-5405D1A55A4B}">
      <dgm:prSet/>
      <dgm:spPr/>
      <dgm:t>
        <a:bodyPr/>
        <a:lstStyle/>
        <a:p>
          <a:endParaRPr lang="es-MX"/>
        </a:p>
      </dgm:t>
    </dgm:pt>
    <dgm:pt modelId="{1FB8664D-E7EC-47BB-969D-366C39A14D59}" type="sibTrans" cxnId="{95BB66E4-57CE-46CD-B816-5405D1A55A4B}">
      <dgm:prSet/>
      <dgm:spPr/>
      <dgm:t>
        <a:bodyPr/>
        <a:lstStyle/>
        <a:p>
          <a:endParaRPr lang="es-MX"/>
        </a:p>
      </dgm:t>
    </dgm:pt>
    <dgm:pt modelId="{6C867F19-A9A9-468E-9066-9FAC8B14B273}">
      <dgm:prSet phldrT="[Text]"/>
      <dgm:spPr/>
      <dgm:t>
        <a:bodyPr/>
        <a:lstStyle/>
        <a:p>
          <a:r>
            <a:rPr lang="es-MX" dirty="0"/>
            <a:t>Primas en Colocación</a:t>
          </a:r>
        </a:p>
      </dgm:t>
    </dgm:pt>
    <dgm:pt modelId="{22425F65-6986-4E10-B211-F17C92D0CF19}" type="parTrans" cxnId="{86D527C2-1FBC-4F01-8100-28D7883FC547}">
      <dgm:prSet/>
      <dgm:spPr/>
      <dgm:t>
        <a:bodyPr/>
        <a:lstStyle/>
        <a:p>
          <a:endParaRPr lang="es-MX"/>
        </a:p>
      </dgm:t>
    </dgm:pt>
    <dgm:pt modelId="{7117B80E-2EF0-4E68-91F0-CAFB9B62642F}" type="sibTrans" cxnId="{86D527C2-1FBC-4F01-8100-28D7883FC547}">
      <dgm:prSet/>
      <dgm:spPr/>
      <dgm:t>
        <a:bodyPr/>
        <a:lstStyle/>
        <a:p>
          <a:endParaRPr lang="es-MX"/>
        </a:p>
      </dgm:t>
    </dgm:pt>
    <dgm:pt modelId="{9BF5D858-BD1B-4EC0-ABE9-63565B87608A}">
      <dgm:prSet phldrT="[Text]"/>
      <dgm:spPr/>
      <dgm:t>
        <a:bodyPr/>
        <a:lstStyle/>
        <a:p>
          <a:r>
            <a:rPr lang="es-MX" dirty="0"/>
            <a:t>Método de Participación</a:t>
          </a:r>
        </a:p>
      </dgm:t>
    </dgm:pt>
    <dgm:pt modelId="{A21B05C3-22A3-46D5-A708-51BE76A1BCAD}" type="parTrans" cxnId="{B51F2773-C049-4669-90B0-8ED89C81137B}">
      <dgm:prSet/>
      <dgm:spPr/>
      <dgm:t>
        <a:bodyPr/>
        <a:lstStyle/>
        <a:p>
          <a:endParaRPr lang="es-MX"/>
        </a:p>
      </dgm:t>
    </dgm:pt>
    <dgm:pt modelId="{30644D17-87D0-4B8D-93A3-34624AE255CC}" type="sibTrans" cxnId="{B51F2773-C049-4669-90B0-8ED89C81137B}">
      <dgm:prSet/>
      <dgm:spPr/>
      <dgm:t>
        <a:bodyPr/>
        <a:lstStyle/>
        <a:p>
          <a:endParaRPr lang="es-MX"/>
        </a:p>
      </dgm:t>
    </dgm:pt>
    <dgm:pt modelId="{F9ED2320-D4F3-4C93-85AB-4E538D7927E4}">
      <dgm:prSet phldrT="[Text]"/>
      <dgm:spPr/>
      <dgm:t>
        <a:bodyPr/>
        <a:lstStyle/>
        <a:p>
          <a:r>
            <a:rPr lang="es-MX" dirty="0"/>
            <a:t>Revaluación de Activos y Capital</a:t>
          </a:r>
        </a:p>
      </dgm:t>
    </dgm:pt>
    <dgm:pt modelId="{AB93EACC-26C9-41EB-B526-77FDFB81C80A}" type="parTrans" cxnId="{D8AE5EDE-BDEA-4CEA-B276-4AA3EAEC7331}">
      <dgm:prSet/>
      <dgm:spPr/>
      <dgm:t>
        <a:bodyPr/>
        <a:lstStyle/>
        <a:p>
          <a:endParaRPr lang="es-MX"/>
        </a:p>
      </dgm:t>
    </dgm:pt>
    <dgm:pt modelId="{6258545B-CB69-4CCB-9438-6417F24FF67B}" type="sibTrans" cxnId="{D8AE5EDE-BDEA-4CEA-B276-4AA3EAEC7331}">
      <dgm:prSet/>
      <dgm:spPr/>
      <dgm:t>
        <a:bodyPr/>
        <a:lstStyle/>
        <a:p>
          <a:endParaRPr lang="es-MX"/>
        </a:p>
      </dgm:t>
    </dgm:pt>
    <dgm:pt modelId="{4E67F00F-2699-4BFF-B4CA-7B02FE53F8E5}">
      <dgm:prSet phldrT="[Text]"/>
      <dgm:spPr/>
      <dgm:t>
        <a:bodyPr/>
        <a:lstStyle/>
        <a:p>
          <a:r>
            <a:rPr lang="es-MX" dirty="0"/>
            <a:t>Ajuste Anual por Inflación Acumulable</a:t>
          </a:r>
        </a:p>
      </dgm:t>
    </dgm:pt>
    <dgm:pt modelId="{2852EFE4-AC53-43AB-8AEC-854584BAE160}" type="parTrans" cxnId="{64EEF6EC-D5D7-4F85-BEA1-C787EB040849}">
      <dgm:prSet/>
      <dgm:spPr/>
      <dgm:t>
        <a:bodyPr/>
        <a:lstStyle/>
        <a:p>
          <a:endParaRPr lang="es-MX"/>
        </a:p>
      </dgm:t>
    </dgm:pt>
    <dgm:pt modelId="{65D328BB-97DC-4501-AE7C-4145A6083DB8}" type="sibTrans" cxnId="{64EEF6EC-D5D7-4F85-BEA1-C787EB040849}">
      <dgm:prSet/>
      <dgm:spPr/>
      <dgm:t>
        <a:bodyPr/>
        <a:lstStyle/>
        <a:p>
          <a:endParaRPr lang="es-MX"/>
        </a:p>
      </dgm:t>
    </dgm:pt>
    <dgm:pt modelId="{C1C09BE2-1E46-48D9-B868-59A8C20CD396}">
      <dgm:prSet phldrT="[Text]"/>
      <dgm:spPr/>
      <dgm:t>
        <a:bodyPr/>
        <a:lstStyle/>
        <a:p>
          <a:r>
            <a:rPr lang="es-MX" dirty="0"/>
            <a:t>Apoyos económicos en presupuestos de egresos</a:t>
          </a:r>
        </a:p>
      </dgm:t>
    </dgm:pt>
    <dgm:pt modelId="{A4CBDAF7-D7AD-4AF0-ACE6-9C22BD29CE98}" type="parTrans" cxnId="{EC7393F2-6E04-4301-B84E-08F6F0731F07}">
      <dgm:prSet/>
      <dgm:spPr/>
      <dgm:t>
        <a:bodyPr/>
        <a:lstStyle/>
        <a:p>
          <a:endParaRPr lang="es-MX"/>
        </a:p>
      </dgm:t>
    </dgm:pt>
    <dgm:pt modelId="{28836395-A8C9-45B7-8750-CBE5D77427F9}" type="sibTrans" cxnId="{EC7393F2-6E04-4301-B84E-08F6F0731F07}">
      <dgm:prSet/>
      <dgm:spPr/>
      <dgm:t>
        <a:bodyPr/>
        <a:lstStyle/>
        <a:p>
          <a:endParaRPr lang="es-MX"/>
        </a:p>
      </dgm:t>
    </dgm:pt>
    <dgm:pt modelId="{4066FA99-1177-4E04-9F9E-9E7608847882}">
      <dgm:prSet phldrT="[Text]"/>
      <dgm:spPr/>
      <dgm:t>
        <a:bodyPr/>
        <a:lstStyle/>
        <a:p>
          <a:r>
            <a:rPr lang="es-MX" dirty="0"/>
            <a:t>Contraprestaciones en especie (Hidrocarburos)</a:t>
          </a:r>
        </a:p>
      </dgm:t>
    </dgm:pt>
    <dgm:pt modelId="{8F5C6DA1-23B7-4AA4-8579-A36EC1BD0F4A}" type="parTrans" cxnId="{46995AE0-FFDF-42D5-8F07-E65D7D176E26}">
      <dgm:prSet/>
      <dgm:spPr/>
      <dgm:t>
        <a:bodyPr/>
        <a:lstStyle/>
        <a:p>
          <a:endParaRPr lang="es-MX"/>
        </a:p>
      </dgm:t>
    </dgm:pt>
    <dgm:pt modelId="{F5B89693-2856-4C92-8802-94FF04FB517C}" type="sibTrans" cxnId="{46995AE0-FFDF-42D5-8F07-E65D7D176E26}">
      <dgm:prSet/>
      <dgm:spPr/>
      <dgm:t>
        <a:bodyPr/>
        <a:lstStyle/>
        <a:p>
          <a:endParaRPr lang="es-MX"/>
        </a:p>
      </dgm:t>
    </dgm:pt>
    <dgm:pt modelId="{C1DD788B-CA9D-4BE3-8B74-A220F5C25569}">
      <dgm:prSet phldrT="[Text]"/>
      <dgm:spPr/>
      <dgm:t>
        <a:bodyPr/>
        <a:lstStyle/>
        <a:p>
          <a:endParaRPr lang="es-MX" dirty="0"/>
        </a:p>
      </dgm:t>
    </dgm:pt>
    <dgm:pt modelId="{3541E027-396F-47A5-A1CA-73F987D9C122}" type="parTrans" cxnId="{4D1D5BD4-25C7-466F-B9A0-435D5110DC9C}">
      <dgm:prSet/>
      <dgm:spPr/>
      <dgm:t>
        <a:bodyPr/>
        <a:lstStyle/>
        <a:p>
          <a:endParaRPr lang="es-MX"/>
        </a:p>
      </dgm:t>
    </dgm:pt>
    <dgm:pt modelId="{7863F607-AAD2-4398-9F29-C82DE7B897C2}" type="sibTrans" cxnId="{4D1D5BD4-25C7-466F-B9A0-435D5110DC9C}">
      <dgm:prSet/>
      <dgm:spPr/>
      <dgm:t>
        <a:bodyPr/>
        <a:lstStyle/>
        <a:p>
          <a:endParaRPr lang="es-MX"/>
        </a:p>
      </dgm:t>
    </dgm:pt>
    <dgm:pt modelId="{D44C8BF0-5B3E-446C-A128-54F7BB128636}">
      <dgm:prSet phldrT="[Text]"/>
      <dgm:spPr/>
      <dgm:t>
        <a:bodyPr/>
        <a:lstStyle/>
        <a:p>
          <a:endParaRPr lang="es-MX" dirty="0"/>
        </a:p>
      </dgm:t>
    </dgm:pt>
    <dgm:pt modelId="{421D3064-B6AF-409D-A2F8-EE62E79B9978}" type="parTrans" cxnId="{38D94239-2459-4A18-8864-67C169DCF771}">
      <dgm:prSet/>
      <dgm:spPr/>
      <dgm:t>
        <a:bodyPr/>
        <a:lstStyle/>
        <a:p>
          <a:endParaRPr lang="es-MX"/>
        </a:p>
      </dgm:t>
    </dgm:pt>
    <dgm:pt modelId="{4A629E6F-0CCA-44D6-814E-C5BD2E821163}" type="sibTrans" cxnId="{38D94239-2459-4A18-8864-67C169DCF771}">
      <dgm:prSet/>
      <dgm:spPr/>
      <dgm:t>
        <a:bodyPr/>
        <a:lstStyle/>
        <a:p>
          <a:endParaRPr lang="es-MX"/>
        </a:p>
      </dgm:t>
    </dgm:pt>
    <dgm:pt modelId="{BEE8BECF-504E-4E83-B61C-F99092117888}">
      <dgm:prSet phldrT="[Text]"/>
      <dgm:spPr/>
      <dgm:t>
        <a:bodyPr/>
        <a:lstStyle/>
        <a:p>
          <a:endParaRPr lang="es-MX" dirty="0"/>
        </a:p>
      </dgm:t>
    </dgm:pt>
    <dgm:pt modelId="{9927B5FC-6069-4141-A394-87B70C0587FE}" type="parTrans" cxnId="{A87A33C2-31E7-4670-AB67-684D3B8A4FF1}">
      <dgm:prSet/>
      <dgm:spPr/>
      <dgm:t>
        <a:bodyPr/>
        <a:lstStyle/>
        <a:p>
          <a:endParaRPr lang="es-MX"/>
        </a:p>
      </dgm:t>
    </dgm:pt>
    <dgm:pt modelId="{11CE8394-A0E3-429C-9A83-C81647503C26}" type="sibTrans" cxnId="{A87A33C2-31E7-4670-AB67-684D3B8A4FF1}">
      <dgm:prSet/>
      <dgm:spPr/>
      <dgm:t>
        <a:bodyPr/>
        <a:lstStyle/>
        <a:p>
          <a:endParaRPr lang="es-MX"/>
        </a:p>
      </dgm:t>
    </dgm:pt>
    <dgm:pt modelId="{0E68DB69-CCE3-4ADE-8283-698DBA4D67C1}">
      <dgm:prSet phldrT="[Text]"/>
      <dgm:spPr/>
      <dgm:t>
        <a:bodyPr/>
        <a:lstStyle/>
        <a:p>
          <a:endParaRPr lang="es-MX" dirty="0"/>
        </a:p>
      </dgm:t>
    </dgm:pt>
    <dgm:pt modelId="{15EFD670-D9D0-4BA7-B3A3-36D718CB4B1D}" type="parTrans" cxnId="{3C3F334B-E4BA-477C-B04C-CD659387B84A}">
      <dgm:prSet/>
      <dgm:spPr/>
      <dgm:t>
        <a:bodyPr/>
        <a:lstStyle/>
        <a:p>
          <a:endParaRPr lang="es-MX"/>
        </a:p>
      </dgm:t>
    </dgm:pt>
    <dgm:pt modelId="{B9B22FB2-CF44-4A1F-97CB-116E175A6815}" type="sibTrans" cxnId="{3C3F334B-E4BA-477C-B04C-CD659387B84A}">
      <dgm:prSet/>
      <dgm:spPr/>
      <dgm:t>
        <a:bodyPr/>
        <a:lstStyle/>
        <a:p>
          <a:endParaRPr lang="es-MX"/>
        </a:p>
      </dgm:t>
    </dgm:pt>
    <dgm:pt modelId="{2CF17567-A737-45FD-AE4B-7CB64788EBCD}">
      <dgm:prSet phldrT="[Text]"/>
      <dgm:spPr/>
      <dgm:t>
        <a:bodyPr/>
        <a:lstStyle/>
        <a:p>
          <a:endParaRPr lang="es-MX" dirty="0"/>
        </a:p>
      </dgm:t>
    </dgm:pt>
    <dgm:pt modelId="{D90ED428-6552-4DB5-A796-066133170C54}" type="parTrans" cxnId="{2ECFFF27-D956-44B5-8B48-41D04666B7DB}">
      <dgm:prSet/>
      <dgm:spPr/>
      <dgm:t>
        <a:bodyPr/>
        <a:lstStyle/>
        <a:p>
          <a:endParaRPr lang="es-MX"/>
        </a:p>
      </dgm:t>
    </dgm:pt>
    <dgm:pt modelId="{45CC4964-6320-4E16-8723-E0E98D01B1FD}" type="sibTrans" cxnId="{2ECFFF27-D956-44B5-8B48-41D04666B7DB}">
      <dgm:prSet/>
      <dgm:spPr/>
      <dgm:t>
        <a:bodyPr/>
        <a:lstStyle/>
        <a:p>
          <a:endParaRPr lang="es-MX"/>
        </a:p>
      </dgm:t>
    </dgm:pt>
    <dgm:pt modelId="{3B5BF483-FEC5-42BA-8E67-3C99F4292F25}">
      <dgm:prSet phldrT="[Text]"/>
      <dgm:spPr/>
      <dgm:t>
        <a:bodyPr/>
        <a:lstStyle/>
        <a:p>
          <a:endParaRPr lang="es-MX" dirty="0"/>
        </a:p>
      </dgm:t>
    </dgm:pt>
    <dgm:pt modelId="{5A671F46-66A4-422F-88E8-1126CD5CD834}" type="parTrans" cxnId="{D4BF774D-B0DE-4552-ACDA-1570562B6423}">
      <dgm:prSet/>
      <dgm:spPr/>
      <dgm:t>
        <a:bodyPr/>
        <a:lstStyle/>
        <a:p>
          <a:endParaRPr lang="es-MX"/>
        </a:p>
      </dgm:t>
    </dgm:pt>
    <dgm:pt modelId="{BF10AEDC-E68B-4A4D-BEF3-E89845B68C78}" type="sibTrans" cxnId="{D4BF774D-B0DE-4552-ACDA-1570562B6423}">
      <dgm:prSet/>
      <dgm:spPr/>
      <dgm:t>
        <a:bodyPr/>
        <a:lstStyle/>
        <a:p>
          <a:endParaRPr lang="es-MX"/>
        </a:p>
      </dgm:t>
    </dgm:pt>
    <dgm:pt modelId="{B8E77349-6BDF-4872-9BBD-D648D5DCCA92}">
      <dgm:prSet phldrT="[Text]"/>
      <dgm:spPr/>
      <dgm:t>
        <a:bodyPr/>
        <a:lstStyle/>
        <a:p>
          <a:endParaRPr lang="es-MX" dirty="0"/>
        </a:p>
      </dgm:t>
    </dgm:pt>
    <dgm:pt modelId="{33524DDD-235E-46FE-AC0D-C6F569153BA6}" type="parTrans" cxnId="{598CA4B9-EA95-4785-AC18-16BA845AC92C}">
      <dgm:prSet/>
      <dgm:spPr/>
      <dgm:t>
        <a:bodyPr/>
        <a:lstStyle/>
        <a:p>
          <a:endParaRPr lang="es-MX"/>
        </a:p>
      </dgm:t>
    </dgm:pt>
    <dgm:pt modelId="{ED938DB3-369D-4CD5-8929-C2CE6746FEFB}" type="sibTrans" cxnId="{598CA4B9-EA95-4785-AC18-16BA845AC92C}">
      <dgm:prSet/>
      <dgm:spPr/>
      <dgm:t>
        <a:bodyPr/>
        <a:lstStyle/>
        <a:p>
          <a:endParaRPr lang="es-MX"/>
        </a:p>
      </dgm:t>
    </dgm:pt>
    <dgm:pt modelId="{C2269BF0-8291-4CCD-AD21-1E197DB29913}">
      <dgm:prSet phldrT="[Text]"/>
      <dgm:spPr/>
      <dgm:t>
        <a:bodyPr/>
        <a:lstStyle/>
        <a:p>
          <a:endParaRPr lang="es-MX" dirty="0"/>
        </a:p>
      </dgm:t>
    </dgm:pt>
    <dgm:pt modelId="{9B594F45-698E-4E27-A809-26801B417528}" type="parTrans" cxnId="{2987337B-B047-44D7-9AF3-790976F53A40}">
      <dgm:prSet/>
      <dgm:spPr/>
      <dgm:t>
        <a:bodyPr/>
        <a:lstStyle/>
        <a:p>
          <a:endParaRPr lang="es-MX"/>
        </a:p>
      </dgm:t>
    </dgm:pt>
    <dgm:pt modelId="{7F462600-7F6C-4DD9-A4FC-0124632E97E1}" type="sibTrans" cxnId="{2987337B-B047-44D7-9AF3-790976F53A40}">
      <dgm:prSet/>
      <dgm:spPr/>
      <dgm:t>
        <a:bodyPr/>
        <a:lstStyle/>
        <a:p>
          <a:endParaRPr lang="es-MX"/>
        </a:p>
      </dgm:t>
    </dgm:pt>
    <dgm:pt modelId="{01295823-79F7-4AEB-8E4A-371D810A7B85}">
      <dgm:prSet phldrT="[Text]"/>
      <dgm:spPr/>
      <dgm:t>
        <a:bodyPr/>
        <a:lstStyle/>
        <a:p>
          <a:endParaRPr lang="es-MX" dirty="0"/>
        </a:p>
      </dgm:t>
    </dgm:pt>
    <dgm:pt modelId="{2045F25D-1B4C-4D04-8BFB-75080B5D17FA}" type="parTrans" cxnId="{D08BC159-76D1-4FA3-A6F3-07E9D1A9FADB}">
      <dgm:prSet/>
      <dgm:spPr/>
      <dgm:t>
        <a:bodyPr/>
        <a:lstStyle/>
        <a:p>
          <a:endParaRPr lang="es-MX"/>
        </a:p>
      </dgm:t>
    </dgm:pt>
    <dgm:pt modelId="{2BC1A281-DA16-4621-82C1-86578A490806}" type="sibTrans" cxnId="{D08BC159-76D1-4FA3-A6F3-07E9D1A9FADB}">
      <dgm:prSet/>
      <dgm:spPr/>
      <dgm:t>
        <a:bodyPr/>
        <a:lstStyle/>
        <a:p>
          <a:endParaRPr lang="es-MX"/>
        </a:p>
      </dgm:t>
    </dgm:pt>
    <dgm:pt modelId="{7F42BF0E-427F-4223-B3F8-48F13DA1A10B}" type="pres">
      <dgm:prSet presAssocID="{71B6E0D2-E431-4D81-ADB2-FC2CCB8B3899}" presName="Name0" presStyleCnt="0">
        <dgm:presLayoutVars>
          <dgm:dir/>
          <dgm:animLvl val="lvl"/>
          <dgm:resizeHandles val="exact"/>
        </dgm:presLayoutVars>
      </dgm:prSet>
      <dgm:spPr/>
    </dgm:pt>
    <dgm:pt modelId="{26E6A4D3-B290-436F-A851-D4388FDD83B1}" type="pres">
      <dgm:prSet presAssocID="{65759AAD-948F-4187-ACA8-ADC60DB7CAF8}" presName="composite" presStyleCnt="0"/>
      <dgm:spPr/>
    </dgm:pt>
    <dgm:pt modelId="{4E1E15E5-EFC6-44DC-A36F-6E57C103BE62}" type="pres">
      <dgm:prSet presAssocID="{65759AAD-948F-4187-ACA8-ADC60DB7CAF8}" presName="parTx" presStyleLbl="alignNode1" presStyleIdx="0" presStyleCnt="3">
        <dgm:presLayoutVars>
          <dgm:chMax val="0"/>
          <dgm:chPref val="0"/>
          <dgm:bulletEnabled val="1"/>
        </dgm:presLayoutVars>
      </dgm:prSet>
      <dgm:spPr/>
    </dgm:pt>
    <dgm:pt modelId="{5875A72E-F85A-4F37-902B-A6AB5E1CB59F}" type="pres">
      <dgm:prSet presAssocID="{65759AAD-948F-4187-ACA8-ADC60DB7CAF8}" presName="desTx" presStyleLbl="alignAccFollowNode1" presStyleIdx="0" presStyleCnt="3">
        <dgm:presLayoutVars>
          <dgm:bulletEnabled val="1"/>
        </dgm:presLayoutVars>
      </dgm:prSet>
      <dgm:spPr/>
    </dgm:pt>
    <dgm:pt modelId="{F6B9A0DB-E391-488C-B92B-AECCBD6DE1B7}" type="pres">
      <dgm:prSet presAssocID="{E51B62FB-6D63-4424-BC15-C6A4E1779091}" presName="space" presStyleCnt="0"/>
      <dgm:spPr/>
    </dgm:pt>
    <dgm:pt modelId="{2AC0E176-6654-4514-8B3F-2F5C5A6092E8}" type="pres">
      <dgm:prSet presAssocID="{1D052183-2CF8-44BB-822C-C784C35BD4D2}" presName="composite" presStyleCnt="0"/>
      <dgm:spPr/>
    </dgm:pt>
    <dgm:pt modelId="{596A916B-9EC8-4A5A-8C86-A3DCF28DCE82}" type="pres">
      <dgm:prSet presAssocID="{1D052183-2CF8-44BB-822C-C784C35BD4D2}" presName="parTx" presStyleLbl="alignNode1" presStyleIdx="1" presStyleCnt="3">
        <dgm:presLayoutVars>
          <dgm:chMax val="0"/>
          <dgm:chPref val="0"/>
          <dgm:bulletEnabled val="1"/>
        </dgm:presLayoutVars>
      </dgm:prSet>
      <dgm:spPr/>
    </dgm:pt>
    <dgm:pt modelId="{3E92BB4D-AD71-40A3-85F3-A2B8A7F7E4ED}" type="pres">
      <dgm:prSet presAssocID="{1D052183-2CF8-44BB-822C-C784C35BD4D2}" presName="desTx" presStyleLbl="alignAccFollowNode1" presStyleIdx="1" presStyleCnt="3">
        <dgm:presLayoutVars>
          <dgm:bulletEnabled val="1"/>
        </dgm:presLayoutVars>
      </dgm:prSet>
      <dgm:spPr/>
    </dgm:pt>
    <dgm:pt modelId="{125E8956-D9F9-4667-BE31-15B7E8EA33BB}" type="pres">
      <dgm:prSet presAssocID="{180ED074-CE2A-4BF3-A9E1-CF5FDE812303}" presName="space" presStyleCnt="0"/>
      <dgm:spPr/>
    </dgm:pt>
    <dgm:pt modelId="{F34ABBD2-84A7-4EF9-86C5-5E0975A5A39D}" type="pres">
      <dgm:prSet presAssocID="{01EF97A3-C7BE-40D9-A4EB-7C4C3DA0FB72}" presName="composite" presStyleCnt="0"/>
      <dgm:spPr/>
    </dgm:pt>
    <dgm:pt modelId="{AB772655-8C34-47B1-9F30-CCBF36F17655}" type="pres">
      <dgm:prSet presAssocID="{01EF97A3-C7BE-40D9-A4EB-7C4C3DA0FB72}" presName="parTx" presStyleLbl="alignNode1" presStyleIdx="2" presStyleCnt="3">
        <dgm:presLayoutVars>
          <dgm:chMax val="0"/>
          <dgm:chPref val="0"/>
          <dgm:bulletEnabled val="1"/>
        </dgm:presLayoutVars>
      </dgm:prSet>
      <dgm:spPr/>
    </dgm:pt>
    <dgm:pt modelId="{AD9402D5-D2AB-46A2-94A0-3D707BB96DE5}" type="pres">
      <dgm:prSet presAssocID="{01EF97A3-C7BE-40D9-A4EB-7C4C3DA0FB72}" presName="desTx" presStyleLbl="alignAccFollowNode1" presStyleIdx="2" presStyleCnt="3">
        <dgm:presLayoutVars>
          <dgm:bulletEnabled val="1"/>
        </dgm:presLayoutVars>
      </dgm:prSet>
      <dgm:spPr/>
    </dgm:pt>
  </dgm:ptLst>
  <dgm:cxnLst>
    <dgm:cxn modelId="{E9682B0A-2915-4CB6-8602-B80BACA4798A}" srcId="{71B6E0D2-E431-4D81-ADB2-FC2CCB8B3899}" destId="{01EF97A3-C7BE-40D9-A4EB-7C4C3DA0FB72}" srcOrd="2" destOrd="0" parTransId="{07A47682-0FE4-436F-AD68-7B7B40826802}" sibTransId="{4602F680-757C-4B1E-8813-85D4828C7028}"/>
    <dgm:cxn modelId="{8D3A7018-73CC-45F9-ABC9-4800347772AC}" type="presOf" srcId="{3B5BF483-FEC5-42BA-8E67-3C99F4292F25}" destId="{AD9402D5-D2AB-46A2-94A0-3D707BB96DE5}" srcOrd="0" destOrd="1" presId="urn:microsoft.com/office/officeart/2005/8/layout/hList1"/>
    <dgm:cxn modelId="{E71FC01C-36C5-4A66-8174-08A671E8D673}" srcId="{1D052183-2CF8-44BB-822C-C784C35BD4D2}" destId="{7039EE90-1748-4888-B1AE-3C5BA4A876A7}" srcOrd="0" destOrd="0" parTransId="{50680507-4542-48DA-BD81-F53B60299465}" sibTransId="{F9EABEA9-5A39-4B84-8396-3967DDC37341}"/>
    <dgm:cxn modelId="{2ECFFF27-D956-44B5-8B48-41D04666B7DB}" srcId="{1D052183-2CF8-44BB-822C-C784C35BD4D2}" destId="{2CF17567-A737-45FD-AE4B-7CB64788EBCD}" srcOrd="3" destOrd="0" parTransId="{D90ED428-6552-4DB5-A796-066133170C54}" sibTransId="{45CC4964-6320-4E16-8723-E0E98D01B1FD}"/>
    <dgm:cxn modelId="{9FE00632-9575-441E-9C1D-5617A62FCAB7}" srcId="{65759AAD-948F-4187-ACA8-ADC60DB7CAF8}" destId="{04468090-3E70-4B21-B0E6-B2A0847FA83B}" srcOrd="6" destOrd="0" parTransId="{97F410C2-E264-475E-A1E2-634A348B17C7}" sibTransId="{C813A4AE-28C1-45BD-8679-216F294C7B3B}"/>
    <dgm:cxn modelId="{F510BD37-A8B1-8544-9F2A-88FA2ACE9D91}" type="presOf" srcId="{4066FA99-1177-4E04-9F9E-9E7608847882}" destId="{3E92BB4D-AD71-40A3-85F3-A2B8A7F7E4ED}" srcOrd="0" destOrd="4" presId="urn:microsoft.com/office/officeart/2005/8/layout/hList1"/>
    <dgm:cxn modelId="{38D94239-2459-4A18-8864-67C169DCF771}" srcId="{65759AAD-948F-4187-ACA8-ADC60DB7CAF8}" destId="{D44C8BF0-5B3E-446C-A128-54F7BB128636}" srcOrd="3" destOrd="0" parTransId="{421D3064-B6AF-409D-A2F8-EE62E79B9978}" sibTransId="{4A629E6F-0CCA-44D6-814E-C5BD2E821163}"/>
    <dgm:cxn modelId="{3C3F334B-E4BA-477C-B04C-CD659387B84A}" srcId="{1D052183-2CF8-44BB-822C-C784C35BD4D2}" destId="{0E68DB69-CCE3-4ADE-8283-698DBA4D67C1}" srcOrd="1" destOrd="0" parTransId="{15EFD670-D9D0-4BA7-B3A3-36D718CB4B1D}" sibTransId="{B9B22FB2-CF44-4A1F-97CB-116E175A6815}"/>
    <dgm:cxn modelId="{D4BF774D-B0DE-4552-ACDA-1570562B6423}" srcId="{01EF97A3-C7BE-40D9-A4EB-7C4C3DA0FB72}" destId="{3B5BF483-FEC5-42BA-8E67-3C99F4292F25}" srcOrd="1" destOrd="0" parTransId="{5A671F46-66A4-422F-88E8-1126CD5CD834}" sibTransId="{BF10AEDC-E68B-4A4D-BEF3-E89845B68C78}"/>
    <dgm:cxn modelId="{9749F151-AA44-4F48-BEF1-4446DB994F47}" type="presOf" srcId="{2CF17567-A737-45FD-AE4B-7CB64788EBCD}" destId="{3E92BB4D-AD71-40A3-85F3-A2B8A7F7E4ED}" srcOrd="0" destOrd="3" presId="urn:microsoft.com/office/officeart/2005/8/layout/hList1"/>
    <dgm:cxn modelId="{D08BC159-76D1-4FA3-A6F3-07E9D1A9FADB}" srcId="{01EF97A3-C7BE-40D9-A4EB-7C4C3DA0FB72}" destId="{01295823-79F7-4AEB-8E4A-371D810A7B85}" srcOrd="7" destOrd="0" parTransId="{2045F25D-1B4C-4D04-8BFB-75080B5D17FA}" sibTransId="{2BC1A281-DA16-4621-82C1-86578A490806}"/>
    <dgm:cxn modelId="{C12C1760-0C98-3741-BBA5-02732F83D9D3}" type="presOf" srcId="{9194DD36-740F-40AB-B80C-FE64A10D2A90}" destId="{5875A72E-F85A-4F37-902B-A6AB5E1CB59F}" srcOrd="0" destOrd="4" presId="urn:microsoft.com/office/officeart/2005/8/layout/hList1"/>
    <dgm:cxn modelId="{AF3BD460-B369-B748-B726-21577609D224}" type="presOf" srcId="{4E67F00F-2699-4BFF-B4CA-7B02FE53F8E5}" destId="{5875A72E-F85A-4F37-902B-A6AB5E1CB59F}" srcOrd="0" destOrd="7" presId="urn:microsoft.com/office/officeart/2005/8/layout/hList1"/>
    <dgm:cxn modelId="{96E78564-D033-4DBC-B058-1A01B4093F91}" srcId="{65759AAD-948F-4187-ACA8-ADC60DB7CAF8}" destId="{F76E1C1E-EF5A-41D3-B111-5F6DFCA06919}" srcOrd="0" destOrd="0" parTransId="{09471A48-5E0F-4334-95D4-2B8AFFB34C73}" sibTransId="{974E25AC-DF60-443D-A279-CACC4D7B0D28}"/>
    <dgm:cxn modelId="{14C7DA66-D5FD-474F-8EC5-168BB709D983}" srcId="{71B6E0D2-E431-4D81-ADB2-FC2CCB8B3899}" destId="{65759AAD-948F-4187-ACA8-ADC60DB7CAF8}" srcOrd="0" destOrd="0" parTransId="{E3306F78-1E9F-42B5-A639-EC6C59FF9D7B}" sibTransId="{E51B62FB-6D63-4424-BC15-C6A4E1779091}"/>
    <dgm:cxn modelId="{DA7BB271-AF1D-C64D-BDD4-D0C8D49DC6C8}" type="presOf" srcId="{B4F33033-06C4-4786-9E83-850AFA72CC84}" destId="{AD9402D5-D2AB-46A2-94A0-3D707BB96DE5}" srcOrd="0" destOrd="0" presId="urn:microsoft.com/office/officeart/2005/8/layout/hList1"/>
    <dgm:cxn modelId="{B51F2773-C049-4669-90B0-8ED89C81137B}" srcId="{01EF97A3-C7BE-40D9-A4EB-7C4C3DA0FB72}" destId="{9BF5D858-BD1B-4EC0-ABE9-63565B87608A}" srcOrd="6" destOrd="0" parTransId="{A21B05C3-22A3-46D5-A708-51BE76A1BCAD}" sibTransId="{30644D17-87D0-4B8D-93A3-34624AE255CC}"/>
    <dgm:cxn modelId="{B67CE873-7C65-4AAC-9E58-94BCE09AD7D8}" srcId="{65759AAD-948F-4187-ACA8-ADC60DB7CAF8}" destId="{1C03D2E3-5167-4382-819C-71D23020CDAE}" srcOrd="2" destOrd="0" parTransId="{6729FF92-7107-495A-80A2-62CC33D68756}" sibTransId="{9C0EF961-D2A8-498C-B23E-3E54E0603494}"/>
    <dgm:cxn modelId="{89E2F576-6A1D-6C43-B7F3-E7B0D7CF0F07}" type="presOf" srcId="{C1C09BE2-1E46-48D9-B868-59A8C20CD396}" destId="{3E92BB4D-AD71-40A3-85F3-A2B8A7F7E4ED}" srcOrd="0" destOrd="2" presId="urn:microsoft.com/office/officeart/2005/8/layout/hList1"/>
    <dgm:cxn modelId="{2987337B-B047-44D7-9AF3-790976F53A40}" srcId="{01EF97A3-C7BE-40D9-A4EB-7C4C3DA0FB72}" destId="{C2269BF0-8291-4CCD-AD21-1E197DB29913}" srcOrd="5" destOrd="0" parTransId="{9B594F45-698E-4E27-A809-26801B417528}" sibTransId="{7F462600-7F6C-4DD9-A4FC-0124632E97E1}"/>
    <dgm:cxn modelId="{F565838A-4215-4D5A-8F87-6228AA8AA5E0}" type="presOf" srcId="{C2269BF0-8291-4CCD-AD21-1E197DB29913}" destId="{AD9402D5-D2AB-46A2-94A0-3D707BB96DE5}" srcOrd="0" destOrd="5" presId="urn:microsoft.com/office/officeart/2005/8/layout/hList1"/>
    <dgm:cxn modelId="{259AAC8D-E958-6643-B822-446C50E3FF4A}" type="presOf" srcId="{B7AB9C14-DB95-4696-8F9E-E2AAB0CFE67B}" destId="{AD9402D5-D2AB-46A2-94A0-3D707BB96DE5}" srcOrd="0" destOrd="2" presId="urn:microsoft.com/office/officeart/2005/8/layout/hList1"/>
    <dgm:cxn modelId="{BED63896-ABCC-AD44-BAE7-5ABFAE0EC607}" type="presOf" srcId="{1D052183-2CF8-44BB-822C-C784C35BD4D2}" destId="{596A916B-9EC8-4A5A-8C86-A3DCF28DCE82}" srcOrd="0" destOrd="0" presId="urn:microsoft.com/office/officeart/2005/8/layout/hList1"/>
    <dgm:cxn modelId="{2B599D97-FD47-5249-A4D0-8D9CCEE1C772}" type="presOf" srcId="{9BF5D858-BD1B-4EC0-ABE9-63565B87608A}" destId="{AD9402D5-D2AB-46A2-94A0-3D707BB96DE5}" srcOrd="0" destOrd="6" presId="urn:microsoft.com/office/officeart/2005/8/layout/hList1"/>
    <dgm:cxn modelId="{A84A0698-BCEE-45D4-8F40-D38F648B20AE}" srcId="{65759AAD-948F-4187-ACA8-ADC60DB7CAF8}" destId="{9194DD36-740F-40AB-B80C-FE64A10D2A90}" srcOrd="4" destOrd="0" parTransId="{7122D015-CE71-4FFE-944F-AD809F5716CE}" sibTransId="{3B7A8462-747B-4818-A83F-65CB17B07D2B}"/>
    <dgm:cxn modelId="{C5B24798-62D3-4F61-8B34-D090D8A8F120}" type="presOf" srcId="{01295823-79F7-4AEB-8E4A-371D810A7B85}" destId="{AD9402D5-D2AB-46A2-94A0-3D707BB96DE5}" srcOrd="0" destOrd="7" presId="urn:microsoft.com/office/officeart/2005/8/layout/hList1"/>
    <dgm:cxn modelId="{3CDDA5B6-27C9-C44B-9491-278EB6ABCEF9}" type="presOf" srcId="{01EF97A3-C7BE-40D9-A4EB-7C4C3DA0FB72}" destId="{AB772655-8C34-47B1-9F30-CCBF36F17655}" srcOrd="0" destOrd="0" presId="urn:microsoft.com/office/officeart/2005/8/layout/hList1"/>
    <dgm:cxn modelId="{FEBB24B8-2BFF-F746-973F-E4EF0B95C927}" type="presOf" srcId="{1C03D2E3-5167-4382-819C-71D23020CDAE}" destId="{5875A72E-F85A-4F37-902B-A6AB5E1CB59F}" srcOrd="0" destOrd="2" presId="urn:microsoft.com/office/officeart/2005/8/layout/hList1"/>
    <dgm:cxn modelId="{598CA4B9-EA95-4785-AC18-16BA845AC92C}" srcId="{01EF97A3-C7BE-40D9-A4EB-7C4C3DA0FB72}" destId="{B8E77349-6BDF-4872-9BBD-D648D5DCCA92}" srcOrd="3" destOrd="0" parTransId="{33524DDD-235E-46FE-AC0D-C6F569153BA6}" sibTransId="{ED938DB3-369D-4CD5-8929-C2CE6746FEFB}"/>
    <dgm:cxn modelId="{701FF0C0-3A2C-954B-ABF1-0FF1CAFD5502}" type="presOf" srcId="{04468090-3E70-4B21-B0E6-B2A0847FA83B}" destId="{5875A72E-F85A-4F37-902B-A6AB5E1CB59F}" srcOrd="0" destOrd="6" presId="urn:microsoft.com/office/officeart/2005/8/layout/hList1"/>
    <dgm:cxn modelId="{86D527C2-1FBC-4F01-8100-28D7883FC547}" srcId="{01EF97A3-C7BE-40D9-A4EB-7C4C3DA0FB72}" destId="{6C867F19-A9A9-468E-9066-9FAC8B14B273}" srcOrd="4" destOrd="0" parTransId="{22425F65-6986-4E10-B211-F17C92D0CF19}" sibTransId="{7117B80E-2EF0-4E68-91F0-CAFB9B62642F}"/>
    <dgm:cxn modelId="{A87A33C2-31E7-4670-AB67-684D3B8A4FF1}" srcId="{65759AAD-948F-4187-ACA8-ADC60DB7CAF8}" destId="{BEE8BECF-504E-4E83-B61C-F99092117888}" srcOrd="5" destOrd="0" parTransId="{9927B5FC-6069-4141-A394-87B70C0587FE}" sibTransId="{11CE8394-A0E3-429C-9A83-C81647503C26}"/>
    <dgm:cxn modelId="{A15A7DC2-1CDF-684B-AD55-B9F2FE1B0E74}" type="presOf" srcId="{6C867F19-A9A9-468E-9066-9FAC8B14B273}" destId="{AD9402D5-D2AB-46A2-94A0-3D707BB96DE5}" srcOrd="0" destOrd="4" presId="urn:microsoft.com/office/officeart/2005/8/layout/hList1"/>
    <dgm:cxn modelId="{6F7D33C8-94E4-C648-AF9C-1BDA66B95002}" type="presOf" srcId="{65759AAD-948F-4187-ACA8-ADC60DB7CAF8}" destId="{4E1E15E5-EFC6-44DC-A36F-6E57C103BE62}" srcOrd="0" destOrd="0" presId="urn:microsoft.com/office/officeart/2005/8/layout/hList1"/>
    <dgm:cxn modelId="{94DE23CA-726F-394F-979D-FCD76A395EC6}" type="presOf" srcId="{7039EE90-1748-4888-B1AE-3C5BA4A876A7}" destId="{3E92BB4D-AD71-40A3-85F3-A2B8A7F7E4ED}" srcOrd="0" destOrd="0" presId="urn:microsoft.com/office/officeart/2005/8/layout/hList1"/>
    <dgm:cxn modelId="{4AE724D1-4148-AE4E-BCCC-9BCC2B37AA14}" type="presOf" srcId="{F76E1C1E-EF5A-41D3-B111-5F6DFCA06919}" destId="{5875A72E-F85A-4F37-902B-A6AB5E1CB59F}" srcOrd="0" destOrd="0" presId="urn:microsoft.com/office/officeart/2005/8/layout/hList1"/>
    <dgm:cxn modelId="{4D1D5BD4-25C7-466F-B9A0-435D5110DC9C}" srcId="{65759AAD-948F-4187-ACA8-ADC60DB7CAF8}" destId="{C1DD788B-CA9D-4BE3-8B74-A220F5C25569}" srcOrd="1" destOrd="0" parTransId="{3541E027-396F-47A5-A1CA-73F987D9C122}" sibTransId="{7863F607-AAD2-4398-9F29-C82DE7B897C2}"/>
    <dgm:cxn modelId="{734053D8-8BA4-4B12-892B-D90542BA422F}" type="presOf" srcId="{0E68DB69-CCE3-4ADE-8283-698DBA4D67C1}" destId="{3E92BB4D-AD71-40A3-85F3-A2B8A7F7E4ED}" srcOrd="0" destOrd="1" presId="urn:microsoft.com/office/officeart/2005/8/layout/hList1"/>
    <dgm:cxn modelId="{7C9BC7DC-78EC-42E7-BEA9-FEE485DC14FA}" srcId="{71B6E0D2-E431-4D81-ADB2-FC2CCB8B3899}" destId="{1D052183-2CF8-44BB-822C-C784C35BD4D2}" srcOrd="1" destOrd="0" parTransId="{5E05C59A-082E-4AC8-B38D-4ED96CF76A42}" sibTransId="{180ED074-CE2A-4BF3-A9E1-CF5FDE812303}"/>
    <dgm:cxn modelId="{D8AE5EDE-BDEA-4CEA-B276-4AA3EAEC7331}" srcId="{01EF97A3-C7BE-40D9-A4EB-7C4C3DA0FB72}" destId="{F9ED2320-D4F3-4C93-85AB-4E538D7927E4}" srcOrd="8" destOrd="0" parTransId="{AB93EACC-26C9-41EB-B526-77FDFB81C80A}" sibTransId="{6258545B-CB69-4CCB-9438-6417F24FF67B}"/>
    <dgm:cxn modelId="{46995AE0-FFDF-42D5-8F07-E65D7D176E26}" srcId="{1D052183-2CF8-44BB-822C-C784C35BD4D2}" destId="{4066FA99-1177-4E04-9F9E-9E7608847882}" srcOrd="4" destOrd="0" parTransId="{8F5C6DA1-23B7-4AA4-8579-A36EC1BD0F4A}" sibTransId="{F5B89693-2856-4C92-8802-94FF04FB517C}"/>
    <dgm:cxn modelId="{8E1AC3E0-6278-42C2-82A0-0EDD41CB1B1A}" type="presOf" srcId="{D44C8BF0-5B3E-446C-A128-54F7BB128636}" destId="{5875A72E-F85A-4F37-902B-A6AB5E1CB59F}" srcOrd="0" destOrd="3" presId="urn:microsoft.com/office/officeart/2005/8/layout/hList1"/>
    <dgm:cxn modelId="{D45622E1-59AA-8540-BFBA-27D6DB520686}" type="presOf" srcId="{F9ED2320-D4F3-4C93-85AB-4E538D7927E4}" destId="{AD9402D5-D2AB-46A2-94A0-3D707BB96DE5}" srcOrd="0" destOrd="8" presId="urn:microsoft.com/office/officeart/2005/8/layout/hList1"/>
    <dgm:cxn modelId="{95BB66E4-57CE-46CD-B816-5405D1A55A4B}" srcId="{01EF97A3-C7BE-40D9-A4EB-7C4C3DA0FB72}" destId="{B7AB9C14-DB95-4696-8F9E-E2AAB0CFE67B}" srcOrd="2" destOrd="0" parTransId="{8C739DB4-CC4F-465A-9D6A-9990BE3DABC1}" sibTransId="{1FB8664D-E7EC-47BB-969D-366C39A14D59}"/>
    <dgm:cxn modelId="{64EEF6EC-D5D7-4F85-BEA1-C787EB040849}" srcId="{04468090-3E70-4B21-B0E6-B2A0847FA83B}" destId="{4E67F00F-2699-4BFF-B4CA-7B02FE53F8E5}" srcOrd="0" destOrd="0" parTransId="{2852EFE4-AC53-43AB-8AEC-854584BAE160}" sibTransId="{65D328BB-97DC-4501-AE7C-4145A6083DB8}"/>
    <dgm:cxn modelId="{D26213EF-1A87-4A82-B80D-1BACDCEF47F6}" type="presOf" srcId="{BEE8BECF-504E-4E83-B61C-F99092117888}" destId="{5875A72E-F85A-4F37-902B-A6AB5E1CB59F}" srcOrd="0" destOrd="5" presId="urn:microsoft.com/office/officeart/2005/8/layout/hList1"/>
    <dgm:cxn modelId="{C2DDB6EF-3876-9645-A841-90BE004FA7B4}" type="presOf" srcId="{71B6E0D2-E431-4D81-ADB2-FC2CCB8B3899}" destId="{7F42BF0E-427F-4223-B3F8-48F13DA1A10B}" srcOrd="0" destOrd="0" presId="urn:microsoft.com/office/officeart/2005/8/layout/hList1"/>
    <dgm:cxn modelId="{679C1CF0-ED2C-4982-810F-B727AB0AC84B}" srcId="{01EF97A3-C7BE-40D9-A4EB-7C4C3DA0FB72}" destId="{B4F33033-06C4-4786-9E83-850AFA72CC84}" srcOrd="0" destOrd="0" parTransId="{C0248E10-7DDD-45FA-BEDA-1E4A563C967A}" sibTransId="{F56EF4C6-6C17-4736-84AC-DA2180D74ED8}"/>
    <dgm:cxn modelId="{EC7393F2-6E04-4301-B84E-08F6F0731F07}" srcId="{1D052183-2CF8-44BB-822C-C784C35BD4D2}" destId="{C1C09BE2-1E46-48D9-B868-59A8C20CD396}" srcOrd="2" destOrd="0" parTransId="{A4CBDAF7-D7AD-4AF0-ACE6-9C22BD29CE98}" sibTransId="{28836395-A8C9-45B7-8750-CBE5D77427F9}"/>
    <dgm:cxn modelId="{713DA7F8-E339-463B-B207-399B559878E9}" type="presOf" srcId="{B8E77349-6BDF-4872-9BBD-D648D5DCCA92}" destId="{AD9402D5-D2AB-46A2-94A0-3D707BB96DE5}" srcOrd="0" destOrd="3" presId="urn:microsoft.com/office/officeart/2005/8/layout/hList1"/>
    <dgm:cxn modelId="{0A96E6FA-E8C0-4F06-99BA-E047418DFD51}" type="presOf" srcId="{C1DD788B-CA9D-4BE3-8B74-A220F5C25569}" destId="{5875A72E-F85A-4F37-902B-A6AB5E1CB59F}" srcOrd="0" destOrd="1" presId="urn:microsoft.com/office/officeart/2005/8/layout/hList1"/>
    <dgm:cxn modelId="{7DE56823-1B6D-E649-A644-D7E16B0E1B29}" type="presParOf" srcId="{7F42BF0E-427F-4223-B3F8-48F13DA1A10B}" destId="{26E6A4D3-B290-436F-A851-D4388FDD83B1}" srcOrd="0" destOrd="0" presId="urn:microsoft.com/office/officeart/2005/8/layout/hList1"/>
    <dgm:cxn modelId="{86980967-F266-5441-B709-3BF478D7DAB7}" type="presParOf" srcId="{26E6A4D3-B290-436F-A851-D4388FDD83B1}" destId="{4E1E15E5-EFC6-44DC-A36F-6E57C103BE62}" srcOrd="0" destOrd="0" presId="urn:microsoft.com/office/officeart/2005/8/layout/hList1"/>
    <dgm:cxn modelId="{9D885DF0-8144-9A4B-817F-146925FBBCD5}" type="presParOf" srcId="{26E6A4D3-B290-436F-A851-D4388FDD83B1}" destId="{5875A72E-F85A-4F37-902B-A6AB5E1CB59F}" srcOrd="1" destOrd="0" presId="urn:microsoft.com/office/officeart/2005/8/layout/hList1"/>
    <dgm:cxn modelId="{5C3C3C14-DD61-D648-B121-A45E6987C530}" type="presParOf" srcId="{7F42BF0E-427F-4223-B3F8-48F13DA1A10B}" destId="{F6B9A0DB-E391-488C-B92B-AECCBD6DE1B7}" srcOrd="1" destOrd="0" presId="urn:microsoft.com/office/officeart/2005/8/layout/hList1"/>
    <dgm:cxn modelId="{3C7000D4-04D0-494B-B259-74FE11A04FA5}" type="presParOf" srcId="{7F42BF0E-427F-4223-B3F8-48F13DA1A10B}" destId="{2AC0E176-6654-4514-8B3F-2F5C5A6092E8}" srcOrd="2" destOrd="0" presId="urn:microsoft.com/office/officeart/2005/8/layout/hList1"/>
    <dgm:cxn modelId="{744D142F-8966-4643-B91A-33CCACC62582}" type="presParOf" srcId="{2AC0E176-6654-4514-8B3F-2F5C5A6092E8}" destId="{596A916B-9EC8-4A5A-8C86-A3DCF28DCE82}" srcOrd="0" destOrd="0" presId="urn:microsoft.com/office/officeart/2005/8/layout/hList1"/>
    <dgm:cxn modelId="{3F8E5BFC-8EE6-6E44-9765-FC6137611A9B}" type="presParOf" srcId="{2AC0E176-6654-4514-8B3F-2F5C5A6092E8}" destId="{3E92BB4D-AD71-40A3-85F3-A2B8A7F7E4ED}" srcOrd="1" destOrd="0" presId="urn:microsoft.com/office/officeart/2005/8/layout/hList1"/>
    <dgm:cxn modelId="{2AAE35FA-5961-FB42-B480-347BD9B8216C}" type="presParOf" srcId="{7F42BF0E-427F-4223-B3F8-48F13DA1A10B}" destId="{125E8956-D9F9-4667-BE31-15B7E8EA33BB}" srcOrd="3" destOrd="0" presId="urn:microsoft.com/office/officeart/2005/8/layout/hList1"/>
    <dgm:cxn modelId="{B006D830-2843-2943-90E5-1B4609D86255}" type="presParOf" srcId="{7F42BF0E-427F-4223-B3F8-48F13DA1A10B}" destId="{F34ABBD2-84A7-4EF9-86C5-5E0975A5A39D}" srcOrd="4" destOrd="0" presId="urn:microsoft.com/office/officeart/2005/8/layout/hList1"/>
    <dgm:cxn modelId="{16E858E2-C5FC-C14E-A1E2-9016E72ADF79}" type="presParOf" srcId="{F34ABBD2-84A7-4EF9-86C5-5E0975A5A39D}" destId="{AB772655-8C34-47B1-9F30-CCBF36F17655}" srcOrd="0" destOrd="0" presId="urn:microsoft.com/office/officeart/2005/8/layout/hList1"/>
    <dgm:cxn modelId="{4AD0CD4D-A762-6649-96AF-9D6FE83CA140}" type="presParOf" srcId="{F34ABBD2-84A7-4EF9-86C5-5E0975A5A39D}" destId="{AD9402D5-D2AB-46A2-94A0-3D707BB96DE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9A23C22-CBED-4F99-A00E-DF920D8BDF91}" type="doc">
      <dgm:prSet loTypeId="urn:microsoft.com/office/officeart/2005/8/layout/hierarchy1" loCatId="hierarchy" qsTypeId="urn:microsoft.com/office/officeart/2005/8/quickstyle/simple1" qsCatId="simple" csTypeId="urn:microsoft.com/office/officeart/2005/8/colors/accent2_1" csCatId="accent2" phldr="1"/>
      <dgm:spPr/>
      <dgm:t>
        <a:bodyPr/>
        <a:lstStyle/>
        <a:p>
          <a:endParaRPr lang="es-MX"/>
        </a:p>
      </dgm:t>
    </dgm:pt>
    <dgm:pt modelId="{08E99035-C545-4FB8-B88F-907745C3BB51}">
      <dgm:prSet phldrT="[Texto]"/>
      <dgm:spPr/>
      <dgm:t>
        <a:bodyPr/>
        <a:lstStyle/>
        <a:p>
          <a:r>
            <a:rPr lang="es-MX" dirty="0"/>
            <a:t>Holding</a:t>
          </a:r>
        </a:p>
      </dgm:t>
    </dgm:pt>
    <dgm:pt modelId="{84C1B6BB-43F7-435C-BDB1-E269570B0D08}" type="parTrans" cxnId="{CC4FA24D-2661-4FB1-9CEF-6D91C92B9DDF}">
      <dgm:prSet/>
      <dgm:spPr/>
      <dgm:t>
        <a:bodyPr/>
        <a:lstStyle/>
        <a:p>
          <a:endParaRPr lang="es-MX"/>
        </a:p>
      </dgm:t>
    </dgm:pt>
    <dgm:pt modelId="{BEAA6AFF-9583-47FC-9904-894B908BE133}" type="sibTrans" cxnId="{CC4FA24D-2661-4FB1-9CEF-6D91C92B9DDF}">
      <dgm:prSet/>
      <dgm:spPr/>
      <dgm:t>
        <a:bodyPr/>
        <a:lstStyle/>
        <a:p>
          <a:endParaRPr lang="es-MX"/>
        </a:p>
      </dgm:t>
    </dgm:pt>
    <dgm:pt modelId="{D2BB685C-EA5A-4B01-8E26-12F4ACBF95A5}">
      <dgm:prSet phldrT="[Texto]"/>
      <dgm:spPr/>
      <dgm:t>
        <a:bodyPr/>
        <a:lstStyle/>
        <a:p>
          <a:r>
            <a:rPr lang="es-MX" dirty="0"/>
            <a:t>Sub 1</a:t>
          </a:r>
        </a:p>
      </dgm:t>
    </dgm:pt>
    <dgm:pt modelId="{B630474A-5455-4F1B-894B-A99C8354121B}" type="parTrans" cxnId="{A6238744-EA93-4266-B2D9-E4A7346F8618}">
      <dgm:prSet/>
      <dgm:spPr/>
      <dgm:t>
        <a:bodyPr/>
        <a:lstStyle/>
        <a:p>
          <a:endParaRPr lang="es-MX"/>
        </a:p>
      </dgm:t>
    </dgm:pt>
    <dgm:pt modelId="{8CC36515-73F3-4594-B7E7-FD825F7922DA}" type="sibTrans" cxnId="{A6238744-EA93-4266-B2D9-E4A7346F8618}">
      <dgm:prSet/>
      <dgm:spPr/>
      <dgm:t>
        <a:bodyPr/>
        <a:lstStyle/>
        <a:p>
          <a:endParaRPr lang="es-MX"/>
        </a:p>
      </dgm:t>
    </dgm:pt>
    <dgm:pt modelId="{CEF72E99-5686-4713-AA4A-6C2291BF8908}">
      <dgm:prSet phldrT="[Texto]"/>
      <dgm:spPr/>
      <dgm:t>
        <a:bodyPr/>
        <a:lstStyle/>
        <a:p>
          <a:r>
            <a:rPr lang="es-MX" dirty="0"/>
            <a:t>Sub 2</a:t>
          </a:r>
        </a:p>
      </dgm:t>
    </dgm:pt>
    <dgm:pt modelId="{4F9F0D88-E1DE-4B45-92CD-5EAA3AF84A1A}" type="parTrans" cxnId="{CA563329-EFB0-4F25-A64A-21F195ADD472}">
      <dgm:prSet/>
      <dgm:spPr/>
      <dgm:t>
        <a:bodyPr/>
        <a:lstStyle/>
        <a:p>
          <a:endParaRPr lang="es-MX"/>
        </a:p>
      </dgm:t>
    </dgm:pt>
    <dgm:pt modelId="{75FD0994-A30B-48A7-A638-59CB09B15F83}" type="sibTrans" cxnId="{CA563329-EFB0-4F25-A64A-21F195ADD472}">
      <dgm:prSet/>
      <dgm:spPr/>
      <dgm:t>
        <a:bodyPr/>
        <a:lstStyle/>
        <a:p>
          <a:endParaRPr lang="es-MX"/>
        </a:p>
      </dgm:t>
    </dgm:pt>
    <dgm:pt modelId="{090CF011-E3D0-4F70-A2A8-5B03EABBD433}" type="pres">
      <dgm:prSet presAssocID="{B9A23C22-CBED-4F99-A00E-DF920D8BDF91}" presName="hierChild1" presStyleCnt="0">
        <dgm:presLayoutVars>
          <dgm:chPref val="1"/>
          <dgm:dir/>
          <dgm:animOne val="branch"/>
          <dgm:animLvl val="lvl"/>
          <dgm:resizeHandles/>
        </dgm:presLayoutVars>
      </dgm:prSet>
      <dgm:spPr/>
    </dgm:pt>
    <dgm:pt modelId="{B3E037B1-572B-4E87-985A-0A7EB6D56F2A}" type="pres">
      <dgm:prSet presAssocID="{08E99035-C545-4FB8-B88F-907745C3BB51}" presName="hierRoot1" presStyleCnt="0"/>
      <dgm:spPr/>
    </dgm:pt>
    <dgm:pt modelId="{3C34E852-022A-4EAE-BB83-89F021DBBA7C}" type="pres">
      <dgm:prSet presAssocID="{08E99035-C545-4FB8-B88F-907745C3BB51}" presName="composite" presStyleCnt="0"/>
      <dgm:spPr/>
    </dgm:pt>
    <dgm:pt modelId="{CE69F1EE-B1E0-426D-B37B-271E1AA940E0}" type="pres">
      <dgm:prSet presAssocID="{08E99035-C545-4FB8-B88F-907745C3BB51}" presName="background" presStyleLbl="node0" presStyleIdx="0" presStyleCnt="1"/>
      <dgm:spPr/>
    </dgm:pt>
    <dgm:pt modelId="{150BD94C-6209-4DE0-8121-7E002B3F7D9F}" type="pres">
      <dgm:prSet presAssocID="{08E99035-C545-4FB8-B88F-907745C3BB51}" presName="text" presStyleLbl="fgAcc0" presStyleIdx="0" presStyleCnt="1">
        <dgm:presLayoutVars>
          <dgm:chPref val="3"/>
        </dgm:presLayoutVars>
      </dgm:prSet>
      <dgm:spPr/>
    </dgm:pt>
    <dgm:pt modelId="{78172B6E-1809-4A83-95AD-B49874405324}" type="pres">
      <dgm:prSet presAssocID="{08E99035-C545-4FB8-B88F-907745C3BB51}" presName="hierChild2" presStyleCnt="0"/>
      <dgm:spPr/>
    </dgm:pt>
    <dgm:pt modelId="{F47DE740-8D40-4B6C-B2B8-F26B7FECAC01}" type="pres">
      <dgm:prSet presAssocID="{B630474A-5455-4F1B-894B-A99C8354121B}" presName="Name10" presStyleLbl="parChTrans1D2" presStyleIdx="0" presStyleCnt="1"/>
      <dgm:spPr/>
    </dgm:pt>
    <dgm:pt modelId="{85DF9760-3287-4526-BF8D-F92BE135D5B9}" type="pres">
      <dgm:prSet presAssocID="{D2BB685C-EA5A-4B01-8E26-12F4ACBF95A5}" presName="hierRoot2" presStyleCnt="0"/>
      <dgm:spPr/>
    </dgm:pt>
    <dgm:pt modelId="{D47765BD-4C23-4841-AB36-54B4223B0496}" type="pres">
      <dgm:prSet presAssocID="{D2BB685C-EA5A-4B01-8E26-12F4ACBF95A5}" presName="composite2" presStyleCnt="0"/>
      <dgm:spPr/>
    </dgm:pt>
    <dgm:pt modelId="{14C9A974-1866-4D4D-BC00-93833BF5E584}" type="pres">
      <dgm:prSet presAssocID="{D2BB685C-EA5A-4B01-8E26-12F4ACBF95A5}" presName="background2" presStyleLbl="node2" presStyleIdx="0" presStyleCnt="1"/>
      <dgm:spPr/>
    </dgm:pt>
    <dgm:pt modelId="{FBEFCC51-2EEA-428E-BB95-4BC0B9D48178}" type="pres">
      <dgm:prSet presAssocID="{D2BB685C-EA5A-4B01-8E26-12F4ACBF95A5}" presName="text2" presStyleLbl="fgAcc2" presStyleIdx="0" presStyleCnt="1">
        <dgm:presLayoutVars>
          <dgm:chPref val="3"/>
        </dgm:presLayoutVars>
      </dgm:prSet>
      <dgm:spPr/>
    </dgm:pt>
    <dgm:pt modelId="{F1AF8F63-DA2A-43D1-9CF9-AF2F7A9F04AA}" type="pres">
      <dgm:prSet presAssocID="{D2BB685C-EA5A-4B01-8E26-12F4ACBF95A5}" presName="hierChild3" presStyleCnt="0"/>
      <dgm:spPr/>
    </dgm:pt>
    <dgm:pt modelId="{CDC4CBB9-4991-46F8-83FB-91CF733A3BB5}" type="pres">
      <dgm:prSet presAssocID="{4F9F0D88-E1DE-4B45-92CD-5EAA3AF84A1A}" presName="Name17" presStyleLbl="parChTrans1D3" presStyleIdx="0" presStyleCnt="1"/>
      <dgm:spPr/>
    </dgm:pt>
    <dgm:pt modelId="{983E8A84-9E2E-42BA-AB63-2D590DF1047A}" type="pres">
      <dgm:prSet presAssocID="{CEF72E99-5686-4713-AA4A-6C2291BF8908}" presName="hierRoot3" presStyleCnt="0"/>
      <dgm:spPr/>
    </dgm:pt>
    <dgm:pt modelId="{FEB798EE-29DF-4A9E-A875-8B5E958B85DA}" type="pres">
      <dgm:prSet presAssocID="{CEF72E99-5686-4713-AA4A-6C2291BF8908}" presName="composite3" presStyleCnt="0"/>
      <dgm:spPr/>
    </dgm:pt>
    <dgm:pt modelId="{2DACAF87-C1DB-43E3-8ABC-E7ABF8C5E7CD}" type="pres">
      <dgm:prSet presAssocID="{CEF72E99-5686-4713-AA4A-6C2291BF8908}" presName="background3" presStyleLbl="node3" presStyleIdx="0" presStyleCnt="1"/>
      <dgm:spPr/>
    </dgm:pt>
    <dgm:pt modelId="{ED30383C-DB76-46C0-B13C-C133E828E4C2}" type="pres">
      <dgm:prSet presAssocID="{CEF72E99-5686-4713-AA4A-6C2291BF8908}" presName="text3" presStyleLbl="fgAcc3" presStyleIdx="0" presStyleCnt="1">
        <dgm:presLayoutVars>
          <dgm:chPref val="3"/>
        </dgm:presLayoutVars>
      </dgm:prSet>
      <dgm:spPr/>
    </dgm:pt>
    <dgm:pt modelId="{31AA7408-ADB9-4D01-8A7B-CE7E5C3052AC}" type="pres">
      <dgm:prSet presAssocID="{CEF72E99-5686-4713-AA4A-6C2291BF8908}" presName="hierChild4" presStyleCnt="0"/>
      <dgm:spPr/>
    </dgm:pt>
  </dgm:ptLst>
  <dgm:cxnLst>
    <dgm:cxn modelId="{05156D11-0D07-A348-884B-32723F7B0E86}" type="presOf" srcId="{B9A23C22-CBED-4F99-A00E-DF920D8BDF91}" destId="{090CF011-E3D0-4F70-A2A8-5B03EABBD433}" srcOrd="0" destOrd="0" presId="urn:microsoft.com/office/officeart/2005/8/layout/hierarchy1"/>
    <dgm:cxn modelId="{CA563329-EFB0-4F25-A64A-21F195ADD472}" srcId="{D2BB685C-EA5A-4B01-8E26-12F4ACBF95A5}" destId="{CEF72E99-5686-4713-AA4A-6C2291BF8908}" srcOrd="0" destOrd="0" parTransId="{4F9F0D88-E1DE-4B45-92CD-5EAA3AF84A1A}" sibTransId="{75FD0994-A30B-48A7-A638-59CB09B15F83}"/>
    <dgm:cxn modelId="{F9E02E3B-6BC7-F248-82C4-E949BEB1713F}" type="presOf" srcId="{D2BB685C-EA5A-4B01-8E26-12F4ACBF95A5}" destId="{FBEFCC51-2EEA-428E-BB95-4BC0B9D48178}" srcOrd="0" destOrd="0" presId="urn:microsoft.com/office/officeart/2005/8/layout/hierarchy1"/>
    <dgm:cxn modelId="{A6238744-EA93-4266-B2D9-E4A7346F8618}" srcId="{08E99035-C545-4FB8-B88F-907745C3BB51}" destId="{D2BB685C-EA5A-4B01-8E26-12F4ACBF95A5}" srcOrd="0" destOrd="0" parTransId="{B630474A-5455-4F1B-894B-A99C8354121B}" sibTransId="{8CC36515-73F3-4594-B7E7-FD825F7922DA}"/>
    <dgm:cxn modelId="{CC4FA24D-2661-4FB1-9CEF-6D91C92B9DDF}" srcId="{B9A23C22-CBED-4F99-A00E-DF920D8BDF91}" destId="{08E99035-C545-4FB8-B88F-907745C3BB51}" srcOrd="0" destOrd="0" parTransId="{84C1B6BB-43F7-435C-BDB1-E269570B0D08}" sibTransId="{BEAA6AFF-9583-47FC-9904-894B908BE133}"/>
    <dgm:cxn modelId="{F7008292-5156-9245-808D-9FC944DF6192}" type="presOf" srcId="{4F9F0D88-E1DE-4B45-92CD-5EAA3AF84A1A}" destId="{CDC4CBB9-4991-46F8-83FB-91CF733A3BB5}" srcOrd="0" destOrd="0" presId="urn:microsoft.com/office/officeart/2005/8/layout/hierarchy1"/>
    <dgm:cxn modelId="{7ABF93D4-FF59-D44E-8EAF-067465DAFD7C}" type="presOf" srcId="{08E99035-C545-4FB8-B88F-907745C3BB51}" destId="{150BD94C-6209-4DE0-8121-7E002B3F7D9F}" srcOrd="0" destOrd="0" presId="urn:microsoft.com/office/officeart/2005/8/layout/hierarchy1"/>
    <dgm:cxn modelId="{6AC0D6E8-E840-2642-96C8-2D26EB299D7B}" type="presOf" srcId="{CEF72E99-5686-4713-AA4A-6C2291BF8908}" destId="{ED30383C-DB76-46C0-B13C-C133E828E4C2}" srcOrd="0" destOrd="0" presId="urn:microsoft.com/office/officeart/2005/8/layout/hierarchy1"/>
    <dgm:cxn modelId="{CAD4C2F3-4935-BB4F-A747-91DA83D285CC}" type="presOf" srcId="{B630474A-5455-4F1B-894B-A99C8354121B}" destId="{F47DE740-8D40-4B6C-B2B8-F26B7FECAC01}" srcOrd="0" destOrd="0" presId="urn:microsoft.com/office/officeart/2005/8/layout/hierarchy1"/>
    <dgm:cxn modelId="{60F5F7C2-ACE0-B64A-9157-6BC6CFF3638D}" type="presParOf" srcId="{090CF011-E3D0-4F70-A2A8-5B03EABBD433}" destId="{B3E037B1-572B-4E87-985A-0A7EB6D56F2A}" srcOrd="0" destOrd="0" presId="urn:microsoft.com/office/officeart/2005/8/layout/hierarchy1"/>
    <dgm:cxn modelId="{FA9ABD5E-91D2-EC4D-B29C-E55072518C7C}" type="presParOf" srcId="{B3E037B1-572B-4E87-985A-0A7EB6D56F2A}" destId="{3C34E852-022A-4EAE-BB83-89F021DBBA7C}" srcOrd="0" destOrd="0" presId="urn:microsoft.com/office/officeart/2005/8/layout/hierarchy1"/>
    <dgm:cxn modelId="{4B539C2D-B814-FC4B-AC76-2C46588D3AB3}" type="presParOf" srcId="{3C34E852-022A-4EAE-BB83-89F021DBBA7C}" destId="{CE69F1EE-B1E0-426D-B37B-271E1AA940E0}" srcOrd="0" destOrd="0" presId="urn:microsoft.com/office/officeart/2005/8/layout/hierarchy1"/>
    <dgm:cxn modelId="{64C230C5-BF44-F14F-8A42-6203AB6543C1}" type="presParOf" srcId="{3C34E852-022A-4EAE-BB83-89F021DBBA7C}" destId="{150BD94C-6209-4DE0-8121-7E002B3F7D9F}" srcOrd="1" destOrd="0" presId="urn:microsoft.com/office/officeart/2005/8/layout/hierarchy1"/>
    <dgm:cxn modelId="{D65F52C0-81BC-1D47-A4F5-3348844978C1}" type="presParOf" srcId="{B3E037B1-572B-4E87-985A-0A7EB6D56F2A}" destId="{78172B6E-1809-4A83-95AD-B49874405324}" srcOrd="1" destOrd="0" presId="urn:microsoft.com/office/officeart/2005/8/layout/hierarchy1"/>
    <dgm:cxn modelId="{CB2BD3D4-39D8-1D4B-9C7D-569613D87671}" type="presParOf" srcId="{78172B6E-1809-4A83-95AD-B49874405324}" destId="{F47DE740-8D40-4B6C-B2B8-F26B7FECAC01}" srcOrd="0" destOrd="0" presId="urn:microsoft.com/office/officeart/2005/8/layout/hierarchy1"/>
    <dgm:cxn modelId="{2A665984-BDFC-3D46-A023-0B9C42950744}" type="presParOf" srcId="{78172B6E-1809-4A83-95AD-B49874405324}" destId="{85DF9760-3287-4526-BF8D-F92BE135D5B9}" srcOrd="1" destOrd="0" presId="urn:microsoft.com/office/officeart/2005/8/layout/hierarchy1"/>
    <dgm:cxn modelId="{8093EBF5-2687-8A4B-B711-0ACF16BED509}" type="presParOf" srcId="{85DF9760-3287-4526-BF8D-F92BE135D5B9}" destId="{D47765BD-4C23-4841-AB36-54B4223B0496}" srcOrd="0" destOrd="0" presId="urn:microsoft.com/office/officeart/2005/8/layout/hierarchy1"/>
    <dgm:cxn modelId="{9F4CD924-D3E4-AF43-BC95-153A2671C505}" type="presParOf" srcId="{D47765BD-4C23-4841-AB36-54B4223B0496}" destId="{14C9A974-1866-4D4D-BC00-93833BF5E584}" srcOrd="0" destOrd="0" presId="urn:microsoft.com/office/officeart/2005/8/layout/hierarchy1"/>
    <dgm:cxn modelId="{D108896A-75E9-934E-B6EC-3ABC72DC7B06}" type="presParOf" srcId="{D47765BD-4C23-4841-AB36-54B4223B0496}" destId="{FBEFCC51-2EEA-428E-BB95-4BC0B9D48178}" srcOrd="1" destOrd="0" presId="urn:microsoft.com/office/officeart/2005/8/layout/hierarchy1"/>
    <dgm:cxn modelId="{D0BB46A4-2220-5A48-AC0B-F1FBE3855E0E}" type="presParOf" srcId="{85DF9760-3287-4526-BF8D-F92BE135D5B9}" destId="{F1AF8F63-DA2A-43D1-9CF9-AF2F7A9F04AA}" srcOrd="1" destOrd="0" presId="urn:microsoft.com/office/officeart/2005/8/layout/hierarchy1"/>
    <dgm:cxn modelId="{FA18BA6B-3A79-5C4A-BCDB-B1B0439940A0}" type="presParOf" srcId="{F1AF8F63-DA2A-43D1-9CF9-AF2F7A9F04AA}" destId="{CDC4CBB9-4991-46F8-83FB-91CF733A3BB5}" srcOrd="0" destOrd="0" presId="urn:microsoft.com/office/officeart/2005/8/layout/hierarchy1"/>
    <dgm:cxn modelId="{B72E26AC-D6B9-9949-8E7D-3D1EC25B9AA8}" type="presParOf" srcId="{F1AF8F63-DA2A-43D1-9CF9-AF2F7A9F04AA}" destId="{983E8A84-9E2E-42BA-AB63-2D590DF1047A}" srcOrd="1" destOrd="0" presId="urn:microsoft.com/office/officeart/2005/8/layout/hierarchy1"/>
    <dgm:cxn modelId="{847CE56C-97B6-1649-9A91-9A72C9A77063}" type="presParOf" srcId="{983E8A84-9E2E-42BA-AB63-2D590DF1047A}" destId="{FEB798EE-29DF-4A9E-A875-8B5E958B85DA}" srcOrd="0" destOrd="0" presId="urn:microsoft.com/office/officeart/2005/8/layout/hierarchy1"/>
    <dgm:cxn modelId="{30EE9A08-D431-D24B-B876-48BB0605B12E}" type="presParOf" srcId="{FEB798EE-29DF-4A9E-A875-8B5E958B85DA}" destId="{2DACAF87-C1DB-43E3-8ABC-E7ABF8C5E7CD}" srcOrd="0" destOrd="0" presId="urn:microsoft.com/office/officeart/2005/8/layout/hierarchy1"/>
    <dgm:cxn modelId="{1DB03A4D-1A45-0942-89BB-2E1EEE9FD86C}" type="presParOf" srcId="{FEB798EE-29DF-4A9E-A875-8B5E958B85DA}" destId="{ED30383C-DB76-46C0-B13C-C133E828E4C2}" srcOrd="1" destOrd="0" presId="urn:microsoft.com/office/officeart/2005/8/layout/hierarchy1"/>
    <dgm:cxn modelId="{4AFD18B2-7B8D-9F46-B84D-15B1E352B220}" type="presParOf" srcId="{983E8A84-9E2E-42BA-AB63-2D590DF1047A}" destId="{31AA7408-ADB9-4D01-8A7B-CE7E5C3052A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C43DDE5-0B0F-41F4-821E-4D29C3A049C0}" type="doc">
      <dgm:prSet loTypeId="urn:microsoft.com/office/officeart/2005/8/layout/hierarchy1" loCatId="hierarchy" qsTypeId="urn:microsoft.com/office/officeart/2005/8/quickstyle/simple1" qsCatId="simple" csTypeId="urn:microsoft.com/office/officeart/2005/8/colors/accent6_3" csCatId="accent6" phldr="1"/>
      <dgm:spPr/>
      <dgm:t>
        <a:bodyPr/>
        <a:lstStyle/>
        <a:p>
          <a:endParaRPr lang="es-MX"/>
        </a:p>
      </dgm:t>
    </dgm:pt>
    <dgm:pt modelId="{174AD470-BCF7-49FE-9E24-89FB5C723C91}">
      <dgm:prSet phldrT="[Texto]"/>
      <dgm:spPr/>
      <dgm:t>
        <a:bodyPr/>
        <a:lstStyle/>
        <a:p>
          <a:r>
            <a:rPr lang="es-MX" dirty="0"/>
            <a:t>Holding</a:t>
          </a:r>
        </a:p>
      </dgm:t>
    </dgm:pt>
    <dgm:pt modelId="{FE78DCF3-4336-4DAE-8B87-4A67E4839341}" type="parTrans" cxnId="{970FDB0E-A2E3-4294-BFC1-F6227D78853F}">
      <dgm:prSet/>
      <dgm:spPr/>
      <dgm:t>
        <a:bodyPr/>
        <a:lstStyle/>
        <a:p>
          <a:endParaRPr lang="es-MX"/>
        </a:p>
      </dgm:t>
    </dgm:pt>
    <dgm:pt modelId="{AB84DCFE-53DE-4034-BEB8-1AA15B138DC3}" type="sibTrans" cxnId="{970FDB0E-A2E3-4294-BFC1-F6227D78853F}">
      <dgm:prSet/>
      <dgm:spPr/>
      <dgm:t>
        <a:bodyPr/>
        <a:lstStyle/>
        <a:p>
          <a:endParaRPr lang="es-MX"/>
        </a:p>
      </dgm:t>
    </dgm:pt>
    <dgm:pt modelId="{D331D39E-B89D-4C5F-AD7D-74E565A5EA5E}">
      <dgm:prSet phldrT="[Texto]"/>
      <dgm:spPr/>
      <dgm:t>
        <a:bodyPr/>
        <a:lstStyle/>
        <a:p>
          <a:r>
            <a:rPr lang="es-MX" dirty="0"/>
            <a:t>Sub 1</a:t>
          </a:r>
        </a:p>
      </dgm:t>
    </dgm:pt>
    <dgm:pt modelId="{C9791AB9-BE27-494D-A24F-657AFE612EC1}" type="parTrans" cxnId="{5FDA6B2B-B8D5-4259-85AC-0BF013FB6CC8}">
      <dgm:prSet/>
      <dgm:spPr/>
      <dgm:t>
        <a:bodyPr/>
        <a:lstStyle/>
        <a:p>
          <a:endParaRPr lang="es-MX"/>
        </a:p>
      </dgm:t>
    </dgm:pt>
    <dgm:pt modelId="{58BC4C1B-DEB7-4B4A-A8A7-67A8FFE4A1C1}" type="sibTrans" cxnId="{5FDA6B2B-B8D5-4259-85AC-0BF013FB6CC8}">
      <dgm:prSet/>
      <dgm:spPr/>
      <dgm:t>
        <a:bodyPr/>
        <a:lstStyle/>
        <a:p>
          <a:endParaRPr lang="es-MX"/>
        </a:p>
      </dgm:t>
    </dgm:pt>
    <dgm:pt modelId="{C4E08214-FFF5-4943-B843-28A4BA853227}">
      <dgm:prSet phldrT="[Texto]"/>
      <dgm:spPr/>
      <dgm:t>
        <a:bodyPr/>
        <a:lstStyle/>
        <a:p>
          <a:r>
            <a:rPr lang="es-MX" dirty="0"/>
            <a:t>Sub 2</a:t>
          </a:r>
        </a:p>
      </dgm:t>
    </dgm:pt>
    <dgm:pt modelId="{DB45C077-3801-4AA5-A23F-5936F2C46984}" type="parTrans" cxnId="{678917C1-C1DC-48F6-A393-78CD53D81DC3}">
      <dgm:prSet/>
      <dgm:spPr/>
      <dgm:t>
        <a:bodyPr/>
        <a:lstStyle/>
        <a:p>
          <a:endParaRPr lang="es-MX"/>
        </a:p>
      </dgm:t>
    </dgm:pt>
    <dgm:pt modelId="{C5240EE0-4275-4020-BE69-60A30876B9B0}" type="sibTrans" cxnId="{678917C1-C1DC-48F6-A393-78CD53D81DC3}">
      <dgm:prSet/>
      <dgm:spPr/>
      <dgm:t>
        <a:bodyPr/>
        <a:lstStyle/>
        <a:p>
          <a:endParaRPr lang="es-MX"/>
        </a:p>
      </dgm:t>
    </dgm:pt>
    <dgm:pt modelId="{9556B893-C196-4032-9754-CAEFE7E05722}" type="pres">
      <dgm:prSet presAssocID="{5C43DDE5-0B0F-41F4-821E-4D29C3A049C0}" presName="hierChild1" presStyleCnt="0">
        <dgm:presLayoutVars>
          <dgm:chPref val="1"/>
          <dgm:dir/>
          <dgm:animOne val="branch"/>
          <dgm:animLvl val="lvl"/>
          <dgm:resizeHandles/>
        </dgm:presLayoutVars>
      </dgm:prSet>
      <dgm:spPr/>
    </dgm:pt>
    <dgm:pt modelId="{B2B2D28D-1AF0-452D-85FC-2882A52EA635}" type="pres">
      <dgm:prSet presAssocID="{174AD470-BCF7-49FE-9E24-89FB5C723C91}" presName="hierRoot1" presStyleCnt="0"/>
      <dgm:spPr/>
    </dgm:pt>
    <dgm:pt modelId="{6391D104-A438-4995-8EFD-DE9031CE098E}" type="pres">
      <dgm:prSet presAssocID="{174AD470-BCF7-49FE-9E24-89FB5C723C91}" presName="composite" presStyleCnt="0"/>
      <dgm:spPr/>
    </dgm:pt>
    <dgm:pt modelId="{6D0FA4E2-7CB2-4690-B765-C63441DE0F2B}" type="pres">
      <dgm:prSet presAssocID="{174AD470-BCF7-49FE-9E24-89FB5C723C91}" presName="background" presStyleLbl="node0" presStyleIdx="0" presStyleCnt="1"/>
      <dgm:spPr/>
    </dgm:pt>
    <dgm:pt modelId="{E98042C9-1968-45BE-9313-4242C7459578}" type="pres">
      <dgm:prSet presAssocID="{174AD470-BCF7-49FE-9E24-89FB5C723C91}" presName="text" presStyleLbl="fgAcc0" presStyleIdx="0" presStyleCnt="1">
        <dgm:presLayoutVars>
          <dgm:chPref val="3"/>
        </dgm:presLayoutVars>
      </dgm:prSet>
      <dgm:spPr/>
    </dgm:pt>
    <dgm:pt modelId="{D95918C4-B062-402F-8C14-DE544B2E615F}" type="pres">
      <dgm:prSet presAssocID="{174AD470-BCF7-49FE-9E24-89FB5C723C91}" presName="hierChild2" presStyleCnt="0"/>
      <dgm:spPr/>
    </dgm:pt>
    <dgm:pt modelId="{31A13A5C-B988-4BC3-8EC7-F87BAE19CF3B}" type="pres">
      <dgm:prSet presAssocID="{C9791AB9-BE27-494D-A24F-657AFE612EC1}" presName="Name10" presStyleLbl="parChTrans1D2" presStyleIdx="0" presStyleCnt="1"/>
      <dgm:spPr/>
    </dgm:pt>
    <dgm:pt modelId="{59CBC091-177B-4DA8-8ED2-249F64331C4D}" type="pres">
      <dgm:prSet presAssocID="{D331D39E-B89D-4C5F-AD7D-74E565A5EA5E}" presName="hierRoot2" presStyleCnt="0"/>
      <dgm:spPr/>
    </dgm:pt>
    <dgm:pt modelId="{D0BBF226-9C4A-4BBD-B4EB-2B1C9A6821B1}" type="pres">
      <dgm:prSet presAssocID="{D331D39E-B89D-4C5F-AD7D-74E565A5EA5E}" presName="composite2" presStyleCnt="0"/>
      <dgm:spPr/>
    </dgm:pt>
    <dgm:pt modelId="{AB4BCC6D-C9DD-47B0-BF7D-09D67CBEF0DE}" type="pres">
      <dgm:prSet presAssocID="{D331D39E-B89D-4C5F-AD7D-74E565A5EA5E}" presName="background2" presStyleLbl="node2" presStyleIdx="0" presStyleCnt="1"/>
      <dgm:spPr/>
    </dgm:pt>
    <dgm:pt modelId="{6F4D3F85-6569-43A5-A972-58667A81E808}" type="pres">
      <dgm:prSet presAssocID="{D331D39E-B89D-4C5F-AD7D-74E565A5EA5E}" presName="text2" presStyleLbl="fgAcc2" presStyleIdx="0" presStyleCnt="1">
        <dgm:presLayoutVars>
          <dgm:chPref val="3"/>
        </dgm:presLayoutVars>
      </dgm:prSet>
      <dgm:spPr/>
    </dgm:pt>
    <dgm:pt modelId="{BAC40F7A-46E6-4513-804B-7B0A33BD8C33}" type="pres">
      <dgm:prSet presAssocID="{D331D39E-B89D-4C5F-AD7D-74E565A5EA5E}" presName="hierChild3" presStyleCnt="0"/>
      <dgm:spPr/>
    </dgm:pt>
    <dgm:pt modelId="{0F29A1DC-4EDF-47EA-94E9-F9C73808489D}" type="pres">
      <dgm:prSet presAssocID="{DB45C077-3801-4AA5-A23F-5936F2C46984}" presName="Name17" presStyleLbl="parChTrans1D3" presStyleIdx="0" presStyleCnt="1"/>
      <dgm:spPr/>
    </dgm:pt>
    <dgm:pt modelId="{7C3F2B46-BBC5-4228-AE8C-52B91F5AA8E1}" type="pres">
      <dgm:prSet presAssocID="{C4E08214-FFF5-4943-B843-28A4BA853227}" presName="hierRoot3" presStyleCnt="0"/>
      <dgm:spPr/>
    </dgm:pt>
    <dgm:pt modelId="{D65E27AE-8E40-4373-84D8-E7FE8A1988E7}" type="pres">
      <dgm:prSet presAssocID="{C4E08214-FFF5-4943-B843-28A4BA853227}" presName="composite3" presStyleCnt="0"/>
      <dgm:spPr/>
    </dgm:pt>
    <dgm:pt modelId="{DBA9AF80-6F51-45A2-942A-84E70B622DFC}" type="pres">
      <dgm:prSet presAssocID="{C4E08214-FFF5-4943-B843-28A4BA853227}" presName="background3" presStyleLbl="node3" presStyleIdx="0" presStyleCnt="1"/>
      <dgm:spPr/>
    </dgm:pt>
    <dgm:pt modelId="{B6BF19F4-B1BA-4787-9008-D35848C9DA28}" type="pres">
      <dgm:prSet presAssocID="{C4E08214-FFF5-4943-B843-28A4BA853227}" presName="text3" presStyleLbl="fgAcc3" presStyleIdx="0" presStyleCnt="1">
        <dgm:presLayoutVars>
          <dgm:chPref val="3"/>
        </dgm:presLayoutVars>
      </dgm:prSet>
      <dgm:spPr/>
    </dgm:pt>
    <dgm:pt modelId="{36A329BF-6091-4BE8-B07E-7C1B4CC55D26}" type="pres">
      <dgm:prSet presAssocID="{C4E08214-FFF5-4943-B843-28A4BA853227}" presName="hierChild4" presStyleCnt="0"/>
      <dgm:spPr/>
    </dgm:pt>
  </dgm:ptLst>
  <dgm:cxnLst>
    <dgm:cxn modelId="{970FDB0E-A2E3-4294-BFC1-F6227D78853F}" srcId="{5C43DDE5-0B0F-41F4-821E-4D29C3A049C0}" destId="{174AD470-BCF7-49FE-9E24-89FB5C723C91}" srcOrd="0" destOrd="0" parTransId="{FE78DCF3-4336-4DAE-8B87-4A67E4839341}" sibTransId="{AB84DCFE-53DE-4034-BEB8-1AA15B138DC3}"/>
    <dgm:cxn modelId="{A0312225-EB9C-9D4F-8C7D-5E62AC754FE6}" type="presOf" srcId="{174AD470-BCF7-49FE-9E24-89FB5C723C91}" destId="{E98042C9-1968-45BE-9313-4242C7459578}" srcOrd="0" destOrd="0" presId="urn:microsoft.com/office/officeart/2005/8/layout/hierarchy1"/>
    <dgm:cxn modelId="{5FDA6B2B-B8D5-4259-85AC-0BF013FB6CC8}" srcId="{174AD470-BCF7-49FE-9E24-89FB5C723C91}" destId="{D331D39E-B89D-4C5F-AD7D-74E565A5EA5E}" srcOrd="0" destOrd="0" parTransId="{C9791AB9-BE27-494D-A24F-657AFE612EC1}" sibTransId="{58BC4C1B-DEB7-4B4A-A8A7-67A8FFE4A1C1}"/>
    <dgm:cxn modelId="{D363CA38-F0DF-7148-8EC3-B88ABA498849}" type="presOf" srcId="{C4E08214-FFF5-4943-B843-28A4BA853227}" destId="{B6BF19F4-B1BA-4787-9008-D35848C9DA28}" srcOrd="0" destOrd="0" presId="urn:microsoft.com/office/officeart/2005/8/layout/hierarchy1"/>
    <dgm:cxn modelId="{70419339-B6EA-734D-BC9F-CFFDE525FEBE}" type="presOf" srcId="{C9791AB9-BE27-494D-A24F-657AFE612EC1}" destId="{31A13A5C-B988-4BC3-8EC7-F87BAE19CF3B}" srcOrd="0" destOrd="0" presId="urn:microsoft.com/office/officeart/2005/8/layout/hierarchy1"/>
    <dgm:cxn modelId="{678917C1-C1DC-48F6-A393-78CD53D81DC3}" srcId="{D331D39E-B89D-4C5F-AD7D-74E565A5EA5E}" destId="{C4E08214-FFF5-4943-B843-28A4BA853227}" srcOrd="0" destOrd="0" parTransId="{DB45C077-3801-4AA5-A23F-5936F2C46984}" sibTransId="{C5240EE0-4275-4020-BE69-60A30876B9B0}"/>
    <dgm:cxn modelId="{9303F3E3-E983-D54E-ADD6-3A71ECA85A07}" type="presOf" srcId="{5C43DDE5-0B0F-41F4-821E-4D29C3A049C0}" destId="{9556B893-C196-4032-9754-CAEFE7E05722}" srcOrd="0" destOrd="0" presId="urn:microsoft.com/office/officeart/2005/8/layout/hierarchy1"/>
    <dgm:cxn modelId="{C0F394EF-588C-6145-B905-444FC596289A}" type="presOf" srcId="{DB45C077-3801-4AA5-A23F-5936F2C46984}" destId="{0F29A1DC-4EDF-47EA-94E9-F9C73808489D}" srcOrd="0" destOrd="0" presId="urn:microsoft.com/office/officeart/2005/8/layout/hierarchy1"/>
    <dgm:cxn modelId="{B3A4DDF9-13C7-F94E-9E76-680540ED2E6A}" type="presOf" srcId="{D331D39E-B89D-4C5F-AD7D-74E565A5EA5E}" destId="{6F4D3F85-6569-43A5-A972-58667A81E808}" srcOrd="0" destOrd="0" presId="urn:microsoft.com/office/officeart/2005/8/layout/hierarchy1"/>
    <dgm:cxn modelId="{07A28861-5027-0347-8D79-AFBCC856CCC0}" type="presParOf" srcId="{9556B893-C196-4032-9754-CAEFE7E05722}" destId="{B2B2D28D-1AF0-452D-85FC-2882A52EA635}" srcOrd="0" destOrd="0" presId="urn:microsoft.com/office/officeart/2005/8/layout/hierarchy1"/>
    <dgm:cxn modelId="{A064CCAD-0D76-B14A-8510-70AF6A926FAB}" type="presParOf" srcId="{B2B2D28D-1AF0-452D-85FC-2882A52EA635}" destId="{6391D104-A438-4995-8EFD-DE9031CE098E}" srcOrd="0" destOrd="0" presId="urn:microsoft.com/office/officeart/2005/8/layout/hierarchy1"/>
    <dgm:cxn modelId="{1E580112-4F43-D34B-8125-1AF63E159401}" type="presParOf" srcId="{6391D104-A438-4995-8EFD-DE9031CE098E}" destId="{6D0FA4E2-7CB2-4690-B765-C63441DE0F2B}" srcOrd="0" destOrd="0" presId="urn:microsoft.com/office/officeart/2005/8/layout/hierarchy1"/>
    <dgm:cxn modelId="{00113005-8F45-C846-BD86-66A9F79E04B5}" type="presParOf" srcId="{6391D104-A438-4995-8EFD-DE9031CE098E}" destId="{E98042C9-1968-45BE-9313-4242C7459578}" srcOrd="1" destOrd="0" presId="urn:microsoft.com/office/officeart/2005/8/layout/hierarchy1"/>
    <dgm:cxn modelId="{4BAE8E68-E2C7-AD43-A006-8587082F7778}" type="presParOf" srcId="{B2B2D28D-1AF0-452D-85FC-2882A52EA635}" destId="{D95918C4-B062-402F-8C14-DE544B2E615F}" srcOrd="1" destOrd="0" presId="urn:microsoft.com/office/officeart/2005/8/layout/hierarchy1"/>
    <dgm:cxn modelId="{B815A1E8-7E66-9A43-A9B0-39916D0732F3}" type="presParOf" srcId="{D95918C4-B062-402F-8C14-DE544B2E615F}" destId="{31A13A5C-B988-4BC3-8EC7-F87BAE19CF3B}" srcOrd="0" destOrd="0" presId="urn:microsoft.com/office/officeart/2005/8/layout/hierarchy1"/>
    <dgm:cxn modelId="{FC7F260B-9010-C846-8059-3FE5EE7F1073}" type="presParOf" srcId="{D95918C4-B062-402F-8C14-DE544B2E615F}" destId="{59CBC091-177B-4DA8-8ED2-249F64331C4D}" srcOrd="1" destOrd="0" presId="urn:microsoft.com/office/officeart/2005/8/layout/hierarchy1"/>
    <dgm:cxn modelId="{9124FFF2-0C77-F340-9BBF-4ACF83CF2209}" type="presParOf" srcId="{59CBC091-177B-4DA8-8ED2-249F64331C4D}" destId="{D0BBF226-9C4A-4BBD-B4EB-2B1C9A6821B1}" srcOrd="0" destOrd="0" presId="urn:microsoft.com/office/officeart/2005/8/layout/hierarchy1"/>
    <dgm:cxn modelId="{62B3FD92-4DEC-014D-9691-15F969E45728}" type="presParOf" srcId="{D0BBF226-9C4A-4BBD-B4EB-2B1C9A6821B1}" destId="{AB4BCC6D-C9DD-47B0-BF7D-09D67CBEF0DE}" srcOrd="0" destOrd="0" presId="urn:microsoft.com/office/officeart/2005/8/layout/hierarchy1"/>
    <dgm:cxn modelId="{83C6E6AF-15AD-B047-B5B0-4C72742DC7EA}" type="presParOf" srcId="{D0BBF226-9C4A-4BBD-B4EB-2B1C9A6821B1}" destId="{6F4D3F85-6569-43A5-A972-58667A81E808}" srcOrd="1" destOrd="0" presId="urn:microsoft.com/office/officeart/2005/8/layout/hierarchy1"/>
    <dgm:cxn modelId="{0BAA2B80-BCF1-0240-BC0D-D2975CD78D7A}" type="presParOf" srcId="{59CBC091-177B-4DA8-8ED2-249F64331C4D}" destId="{BAC40F7A-46E6-4513-804B-7B0A33BD8C33}" srcOrd="1" destOrd="0" presId="urn:microsoft.com/office/officeart/2005/8/layout/hierarchy1"/>
    <dgm:cxn modelId="{C71E3FB8-3302-224C-A001-3190FF31B974}" type="presParOf" srcId="{BAC40F7A-46E6-4513-804B-7B0A33BD8C33}" destId="{0F29A1DC-4EDF-47EA-94E9-F9C73808489D}" srcOrd="0" destOrd="0" presId="urn:microsoft.com/office/officeart/2005/8/layout/hierarchy1"/>
    <dgm:cxn modelId="{F3D2797F-78C8-2449-BDA0-2937736BBDD8}" type="presParOf" srcId="{BAC40F7A-46E6-4513-804B-7B0A33BD8C33}" destId="{7C3F2B46-BBC5-4228-AE8C-52B91F5AA8E1}" srcOrd="1" destOrd="0" presId="urn:microsoft.com/office/officeart/2005/8/layout/hierarchy1"/>
    <dgm:cxn modelId="{08654446-BF87-484B-9911-A700DA22920D}" type="presParOf" srcId="{7C3F2B46-BBC5-4228-AE8C-52B91F5AA8E1}" destId="{D65E27AE-8E40-4373-84D8-E7FE8A1988E7}" srcOrd="0" destOrd="0" presId="urn:microsoft.com/office/officeart/2005/8/layout/hierarchy1"/>
    <dgm:cxn modelId="{A7F3FF45-7640-0248-AE3C-71FB740EBC02}" type="presParOf" srcId="{D65E27AE-8E40-4373-84D8-E7FE8A1988E7}" destId="{DBA9AF80-6F51-45A2-942A-84E70B622DFC}" srcOrd="0" destOrd="0" presId="urn:microsoft.com/office/officeart/2005/8/layout/hierarchy1"/>
    <dgm:cxn modelId="{2169CC8D-0EF5-1340-A01B-0A61EDAF3133}" type="presParOf" srcId="{D65E27AE-8E40-4373-84D8-E7FE8A1988E7}" destId="{B6BF19F4-B1BA-4787-9008-D35848C9DA28}" srcOrd="1" destOrd="0" presId="urn:microsoft.com/office/officeart/2005/8/layout/hierarchy1"/>
    <dgm:cxn modelId="{407E9C49-5839-644B-A435-10427BFA46A7}" type="presParOf" srcId="{7C3F2B46-BBC5-4228-AE8C-52B91F5AA8E1}" destId="{36A329BF-6091-4BE8-B07E-7C1B4CC55D26}" srcOrd="1" destOrd="0" presId="urn:microsoft.com/office/officeart/2005/8/layout/hierarchy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CC203A5-BE3E-44E1-ADF6-1F8B35415211}"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s-MX"/>
        </a:p>
      </dgm:t>
    </dgm:pt>
    <dgm:pt modelId="{46AC3C19-B059-48B6-9FF9-D70CFF266C52}">
      <dgm:prSet phldrT="[Text]"/>
      <dgm:spPr/>
      <dgm:t>
        <a:bodyPr/>
        <a:lstStyle/>
        <a:p>
          <a:r>
            <a:rPr lang="es-MX" dirty="0"/>
            <a:t>Enajenación de Bienes y Prestación de Servicios</a:t>
          </a:r>
        </a:p>
      </dgm:t>
    </dgm:pt>
    <dgm:pt modelId="{53633AD1-60F4-4DE3-BE68-53359D40F686}" type="parTrans" cxnId="{0B3C2F08-AB60-4B7C-983E-571DAB751D70}">
      <dgm:prSet/>
      <dgm:spPr/>
      <dgm:t>
        <a:bodyPr/>
        <a:lstStyle/>
        <a:p>
          <a:endParaRPr lang="es-MX"/>
        </a:p>
      </dgm:t>
    </dgm:pt>
    <dgm:pt modelId="{BA070016-D8E3-413C-8CC6-7BCAE660B87F}" type="sibTrans" cxnId="{0B3C2F08-AB60-4B7C-983E-571DAB751D70}">
      <dgm:prSet/>
      <dgm:spPr/>
      <dgm:t>
        <a:bodyPr/>
        <a:lstStyle/>
        <a:p>
          <a:endParaRPr lang="es-MX"/>
        </a:p>
      </dgm:t>
    </dgm:pt>
    <dgm:pt modelId="{BAD63283-E8E2-4D16-9831-F1396D898932}">
      <dgm:prSet phldrT="[Text]"/>
      <dgm:spPr/>
      <dgm:t>
        <a:bodyPr/>
        <a:lstStyle/>
        <a:p>
          <a:r>
            <a:rPr lang="es-MX" dirty="0"/>
            <a:t>Expedición del Comprobante</a:t>
          </a:r>
        </a:p>
      </dgm:t>
    </dgm:pt>
    <dgm:pt modelId="{45AD0FED-577C-490C-A0D5-7B1C8A75401E}" type="parTrans" cxnId="{C94CBE9E-FF03-4FF2-967E-6CEBD1E696B2}">
      <dgm:prSet/>
      <dgm:spPr/>
      <dgm:t>
        <a:bodyPr/>
        <a:lstStyle/>
        <a:p>
          <a:endParaRPr lang="es-MX"/>
        </a:p>
      </dgm:t>
    </dgm:pt>
    <dgm:pt modelId="{E000957A-E2E0-4BE4-99BC-B0D9AC9C6E7A}" type="sibTrans" cxnId="{C94CBE9E-FF03-4FF2-967E-6CEBD1E696B2}">
      <dgm:prSet/>
      <dgm:spPr/>
      <dgm:t>
        <a:bodyPr/>
        <a:lstStyle/>
        <a:p>
          <a:endParaRPr lang="es-MX"/>
        </a:p>
      </dgm:t>
    </dgm:pt>
    <dgm:pt modelId="{CD640082-BE1B-4F23-B038-172EADF6406B}">
      <dgm:prSet phldrT="[Text]"/>
      <dgm:spPr/>
      <dgm:t>
        <a:bodyPr/>
        <a:lstStyle/>
        <a:p>
          <a:r>
            <a:rPr lang="es-MX" dirty="0"/>
            <a:t>Envío o entrega del bien o prestación del servicio</a:t>
          </a:r>
        </a:p>
      </dgm:t>
    </dgm:pt>
    <dgm:pt modelId="{EB0F34A1-1AC4-4B03-AAAB-97C7CA1E7239}" type="parTrans" cxnId="{BE42505A-D874-41E4-8AC5-4CE3DD6FA9F0}">
      <dgm:prSet/>
      <dgm:spPr/>
      <dgm:t>
        <a:bodyPr/>
        <a:lstStyle/>
        <a:p>
          <a:endParaRPr lang="es-MX"/>
        </a:p>
      </dgm:t>
    </dgm:pt>
    <dgm:pt modelId="{CB0A330F-646D-4962-AAB9-DDE5BD5B4A21}" type="sibTrans" cxnId="{BE42505A-D874-41E4-8AC5-4CE3DD6FA9F0}">
      <dgm:prSet/>
      <dgm:spPr/>
      <dgm:t>
        <a:bodyPr/>
        <a:lstStyle/>
        <a:p>
          <a:endParaRPr lang="es-MX"/>
        </a:p>
      </dgm:t>
    </dgm:pt>
    <dgm:pt modelId="{E365B314-122A-42A2-B8A3-7EE1203EC821}">
      <dgm:prSet phldrT="[Text]"/>
      <dgm:spPr/>
      <dgm:t>
        <a:bodyPr/>
        <a:lstStyle/>
        <a:p>
          <a:r>
            <a:rPr lang="es-MX" dirty="0"/>
            <a:t>Uso o Goce Temporal de Bienes</a:t>
          </a:r>
        </a:p>
      </dgm:t>
    </dgm:pt>
    <dgm:pt modelId="{4397CD26-5FD9-4C9B-9FDE-B63A63A4692B}" type="parTrans" cxnId="{38C06CF6-AC9B-4DF3-BB45-E7A46B15E903}">
      <dgm:prSet/>
      <dgm:spPr/>
      <dgm:t>
        <a:bodyPr/>
        <a:lstStyle/>
        <a:p>
          <a:endParaRPr lang="es-MX"/>
        </a:p>
      </dgm:t>
    </dgm:pt>
    <dgm:pt modelId="{C356DEC3-BFAE-418F-BEA6-3F2E6EC49F77}" type="sibTrans" cxnId="{38C06CF6-AC9B-4DF3-BB45-E7A46B15E903}">
      <dgm:prSet/>
      <dgm:spPr/>
      <dgm:t>
        <a:bodyPr/>
        <a:lstStyle/>
        <a:p>
          <a:endParaRPr lang="es-MX"/>
        </a:p>
      </dgm:t>
    </dgm:pt>
    <dgm:pt modelId="{DA195420-DB0C-4881-8FE1-4632F68B4A4A}">
      <dgm:prSet phldrT="[Text]"/>
      <dgm:spPr/>
      <dgm:t>
        <a:bodyPr/>
        <a:lstStyle/>
        <a:p>
          <a:r>
            <a:rPr lang="es-MX" dirty="0"/>
            <a:t>Cobro total o parcial</a:t>
          </a:r>
        </a:p>
      </dgm:t>
    </dgm:pt>
    <dgm:pt modelId="{F3291525-D6EC-4A69-A16D-943976F27314}" type="parTrans" cxnId="{1A7745B5-324A-4E8C-87B2-66BF9E169910}">
      <dgm:prSet/>
      <dgm:spPr/>
      <dgm:t>
        <a:bodyPr/>
        <a:lstStyle/>
        <a:p>
          <a:endParaRPr lang="es-MX"/>
        </a:p>
      </dgm:t>
    </dgm:pt>
    <dgm:pt modelId="{2E154DCF-F518-4C64-9861-97C61F3673F3}" type="sibTrans" cxnId="{1A7745B5-324A-4E8C-87B2-66BF9E169910}">
      <dgm:prSet/>
      <dgm:spPr/>
      <dgm:t>
        <a:bodyPr/>
        <a:lstStyle/>
        <a:p>
          <a:endParaRPr lang="es-MX"/>
        </a:p>
      </dgm:t>
    </dgm:pt>
    <dgm:pt modelId="{9884CC21-B85F-40DB-9596-7734AF68D3CF}">
      <dgm:prSet phldrT="[Text]"/>
      <dgm:spPr/>
      <dgm:t>
        <a:bodyPr/>
        <a:lstStyle/>
        <a:p>
          <a:r>
            <a:rPr lang="es-MX" dirty="0"/>
            <a:t>Exigibilidad</a:t>
          </a:r>
        </a:p>
      </dgm:t>
    </dgm:pt>
    <dgm:pt modelId="{C6906738-DBF9-45C6-8AD4-4E5DB4148861}" type="parTrans" cxnId="{8FFBF11F-D1C2-443B-BED5-7C0F0EA41321}">
      <dgm:prSet/>
      <dgm:spPr/>
      <dgm:t>
        <a:bodyPr/>
        <a:lstStyle/>
        <a:p>
          <a:endParaRPr lang="es-MX"/>
        </a:p>
      </dgm:t>
    </dgm:pt>
    <dgm:pt modelId="{F432182F-6A6B-4993-B6E3-B1C174FF138B}" type="sibTrans" cxnId="{8FFBF11F-D1C2-443B-BED5-7C0F0EA41321}">
      <dgm:prSet/>
      <dgm:spPr/>
      <dgm:t>
        <a:bodyPr/>
        <a:lstStyle/>
        <a:p>
          <a:endParaRPr lang="es-MX"/>
        </a:p>
      </dgm:t>
    </dgm:pt>
    <dgm:pt modelId="{4AFFC971-70CE-474A-981B-62EE9F8899E3}">
      <dgm:prSet phldrT="[Text]"/>
      <dgm:spPr/>
      <dgm:t>
        <a:bodyPr/>
        <a:lstStyle/>
        <a:p>
          <a:r>
            <a:rPr lang="es-MX" dirty="0"/>
            <a:t>Arrendamiento Financiero</a:t>
          </a:r>
        </a:p>
      </dgm:t>
    </dgm:pt>
    <dgm:pt modelId="{0F5807E8-2DA7-4CB2-9047-3C131DDC4EC7}" type="parTrans" cxnId="{1BF3D610-5EF0-46D2-ABF7-8F6297FB46DE}">
      <dgm:prSet/>
      <dgm:spPr/>
      <dgm:t>
        <a:bodyPr/>
        <a:lstStyle/>
        <a:p>
          <a:endParaRPr lang="es-MX"/>
        </a:p>
      </dgm:t>
    </dgm:pt>
    <dgm:pt modelId="{0CD84DBC-E21B-4A80-B8CE-4C0C379F55BE}" type="sibTrans" cxnId="{1BF3D610-5EF0-46D2-ABF7-8F6297FB46DE}">
      <dgm:prSet/>
      <dgm:spPr/>
      <dgm:t>
        <a:bodyPr/>
        <a:lstStyle/>
        <a:p>
          <a:endParaRPr lang="es-MX"/>
        </a:p>
      </dgm:t>
    </dgm:pt>
    <dgm:pt modelId="{576BA49B-8F95-4D6D-A3B2-B837B1D559B9}">
      <dgm:prSet phldrT="[Text]"/>
      <dgm:spPr/>
      <dgm:t>
        <a:bodyPr/>
        <a:lstStyle/>
        <a:p>
          <a:r>
            <a:rPr lang="es-MX" dirty="0"/>
            <a:t>Opciones</a:t>
          </a:r>
        </a:p>
      </dgm:t>
    </dgm:pt>
    <dgm:pt modelId="{413F7D3C-3BDF-4D8F-A90F-D0373D468273}" type="parTrans" cxnId="{9A587BA2-0F52-4A74-8D0C-BD6A7A7FF88F}">
      <dgm:prSet/>
      <dgm:spPr/>
      <dgm:t>
        <a:bodyPr/>
        <a:lstStyle/>
        <a:p>
          <a:endParaRPr lang="es-MX"/>
        </a:p>
      </dgm:t>
    </dgm:pt>
    <dgm:pt modelId="{8FC39BDF-0250-46F6-906B-DB2CE97F275B}" type="sibTrans" cxnId="{9A587BA2-0F52-4A74-8D0C-BD6A7A7FF88F}">
      <dgm:prSet/>
      <dgm:spPr/>
      <dgm:t>
        <a:bodyPr/>
        <a:lstStyle/>
        <a:p>
          <a:endParaRPr lang="es-MX"/>
        </a:p>
      </dgm:t>
    </dgm:pt>
    <dgm:pt modelId="{3330B349-624D-46C5-AC88-481AF5D82A6F}">
      <dgm:prSet phldrT="[Text]"/>
      <dgm:spPr/>
      <dgm:t>
        <a:bodyPr/>
        <a:lstStyle/>
        <a:p>
          <a:r>
            <a:rPr lang="es-MX" dirty="0"/>
            <a:t>Precio Exigible</a:t>
          </a:r>
        </a:p>
      </dgm:t>
    </dgm:pt>
    <dgm:pt modelId="{1AF41335-1494-44CB-A742-57A89A59571A}" type="parTrans" cxnId="{FA69D0E8-6CAA-4D69-93B8-E3C25F0F556B}">
      <dgm:prSet/>
      <dgm:spPr/>
      <dgm:t>
        <a:bodyPr/>
        <a:lstStyle/>
        <a:p>
          <a:endParaRPr lang="es-MX"/>
        </a:p>
      </dgm:t>
    </dgm:pt>
    <dgm:pt modelId="{7395C580-E86D-44C0-A17E-2773FDC6D0F3}" type="sibTrans" cxnId="{FA69D0E8-6CAA-4D69-93B8-E3C25F0F556B}">
      <dgm:prSet/>
      <dgm:spPr/>
      <dgm:t>
        <a:bodyPr/>
        <a:lstStyle/>
        <a:p>
          <a:endParaRPr lang="es-MX"/>
        </a:p>
      </dgm:t>
    </dgm:pt>
    <dgm:pt modelId="{2EDA41C4-8875-407F-A9FF-07F2DCAD34F7}">
      <dgm:prSet phldrT="[Text]"/>
      <dgm:spPr/>
      <dgm:t>
        <a:bodyPr/>
        <a:lstStyle/>
        <a:p>
          <a:r>
            <a:rPr lang="es-MX" dirty="0"/>
            <a:t>Cobro total o parcial</a:t>
          </a:r>
        </a:p>
      </dgm:t>
    </dgm:pt>
    <dgm:pt modelId="{8B0900C1-600D-4A21-A10A-EC8CF75E14B7}" type="parTrans" cxnId="{DFADE0A3-6A8B-47A0-A34A-8F58E11DD655}">
      <dgm:prSet/>
      <dgm:spPr/>
      <dgm:t>
        <a:bodyPr/>
        <a:lstStyle/>
        <a:p>
          <a:endParaRPr lang="en-US"/>
        </a:p>
      </dgm:t>
    </dgm:pt>
    <dgm:pt modelId="{5725AF75-9014-4380-BE6A-CAE512309A72}" type="sibTrans" cxnId="{DFADE0A3-6A8B-47A0-A34A-8F58E11DD655}">
      <dgm:prSet/>
      <dgm:spPr/>
      <dgm:t>
        <a:bodyPr/>
        <a:lstStyle/>
        <a:p>
          <a:endParaRPr lang="en-US"/>
        </a:p>
      </dgm:t>
    </dgm:pt>
    <dgm:pt modelId="{87629F7D-BC63-4640-98B9-B0A5FCEFEFBB}">
      <dgm:prSet phldrT="[Text]"/>
      <dgm:spPr/>
      <dgm:t>
        <a:bodyPr/>
        <a:lstStyle/>
        <a:p>
          <a:r>
            <a:rPr lang="es-MX" dirty="0"/>
            <a:t>Exigibilidad</a:t>
          </a:r>
        </a:p>
      </dgm:t>
    </dgm:pt>
    <dgm:pt modelId="{7046AFFA-3C19-4A6A-8955-451168113EC5}" type="parTrans" cxnId="{9131D23F-C1ED-44A2-91AE-8BD9B86D2916}">
      <dgm:prSet/>
      <dgm:spPr/>
      <dgm:t>
        <a:bodyPr/>
        <a:lstStyle/>
        <a:p>
          <a:endParaRPr lang="en-US"/>
        </a:p>
      </dgm:t>
    </dgm:pt>
    <dgm:pt modelId="{A6FD095B-FE53-4BEC-8773-331FC8FAF034}" type="sibTrans" cxnId="{9131D23F-C1ED-44A2-91AE-8BD9B86D2916}">
      <dgm:prSet/>
      <dgm:spPr/>
      <dgm:t>
        <a:bodyPr/>
        <a:lstStyle/>
        <a:p>
          <a:endParaRPr lang="en-US"/>
        </a:p>
      </dgm:t>
    </dgm:pt>
    <dgm:pt modelId="{1177F891-805D-49A5-A7D2-E90108148D1E}">
      <dgm:prSet phldrT="[Text]"/>
      <dgm:spPr/>
      <dgm:t>
        <a:bodyPr/>
        <a:lstStyle/>
        <a:p>
          <a:r>
            <a:rPr lang="es-MX" dirty="0"/>
            <a:t>Expedición del Comprobante</a:t>
          </a:r>
        </a:p>
      </dgm:t>
    </dgm:pt>
    <dgm:pt modelId="{DCEEA921-9D7A-44CC-A703-A1B44E44A313}" type="parTrans" cxnId="{0ABED7D0-05D2-49F3-BB1C-13F4EC3D01FE}">
      <dgm:prSet/>
      <dgm:spPr/>
      <dgm:t>
        <a:bodyPr/>
        <a:lstStyle/>
        <a:p>
          <a:endParaRPr lang="en-US"/>
        </a:p>
      </dgm:t>
    </dgm:pt>
    <dgm:pt modelId="{9E6499B8-2DFF-41F6-BBF8-9DA2FEAEAE80}" type="sibTrans" cxnId="{0ABED7D0-05D2-49F3-BB1C-13F4EC3D01FE}">
      <dgm:prSet/>
      <dgm:spPr/>
      <dgm:t>
        <a:bodyPr/>
        <a:lstStyle/>
        <a:p>
          <a:endParaRPr lang="en-US"/>
        </a:p>
      </dgm:t>
    </dgm:pt>
    <dgm:pt modelId="{1CE38387-DD6C-43B5-90D4-E27C061FCB82}">
      <dgm:prSet phldrT="[Text]"/>
      <dgm:spPr/>
      <dgm:t>
        <a:bodyPr/>
        <a:lstStyle/>
        <a:p>
          <a:r>
            <a:rPr lang="es-MX" dirty="0"/>
            <a:t>Precio Pactado</a:t>
          </a:r>
        </a:p>
      </dgm:t>
    </dgm:pt>
    <dgm:pt modelId="{A046D115-0DEF-4302-9816-0517EB53B9AA}" type="parTrans" cxnId="{6740C860-4072-4855-809B-E3C887F1EC7A}">
      <dgm:prSet/>
      <dgm:spPr/>
      <dgm:t>
        <a:bodyPr/>
        <a:lstStyle/>
        <a:p>
          <a:endParaRPr lang="en-US"/>
        </a:p>
      </dgm:t>
    </dgm:pt>
    <dgm:pt modelId="{4BD16D3E-9A30-4EBC-810C-E3F6C62BF952}" type="sibTrans" cxnId="{6740C860-4072-4855-809B-E3C887F1EC7A}">
      <dgm:prSet/>
      <dgm:spPr/>
      <dgm:t>
        <a:bodyPr/>
        <a:lstStyle/>
        <a:p>
          <a:endParaRPr lang="en-US"/>
        </a:p>
      </dgm:t>
    </dgm:pt>
    <dgm:pt modelId="{807A559A-F769-40F4-B488-18045E6DEC3F}">
      <dgm:prSet/>
      <dgm:spPr/>
      <dgm:t>
        <a:bodyPr/>
        <a:lstStyle/>
        <a:p>
          <a:r>
            <a:rPr lang="es-MX" dirty="0"/>
            <a:t>Deudas NO Pagadas</a:t>
          </a:r>
        </a:p>
      </dgm:t>
    </dgm:pt>
    <dgm:pt modelId="{96A52FDD-BD9B-46E1-801A-E65AB7B8D828}" type="parTrans" cxnId="{A9A47DA8-3CC8-4448-94A6-F73ADDAECA42}">
      <dgm:prSet/>
      <dgm:spPr/>
      <dgm:t>
        <a:bodyPr/>
        <a:lstStyle/>
        <a:p>
          <a:endParaRPr lang="en-US"/>
        </a:p>
      </dgm:t>
    </dgm:pt>
    <dgm:pt modelId="{41E99C3C-104E-41F9-A5F9-E307CC12F644}" type="sibTrans" cxnId="{A9A47DA8-3CC8-4448-94A6-F73ADDAECA42}">
      <dgm:prSet/>
      <dgm:spPr/>
      <dgm:t>
        <a:bodyPr/>
        <a:lstStyle/>
        <a:p>
          <a:endParaRPr lang="en-US"/>
        </a:p>
      </dgm:t>
    </dgm:pt>
    <dgm:pt modelId="{8649122A-88F2-487B-A002-B0D4B0BCE7CF}">
      <dgm:prSet/>
      <dgm:spPr/>
      <dgm:t>
        <a:bodyPr/>
        <a:lstStyle/>
        <a:p>
          <a:r>
            <a:rPr lang="es-MX" dirty="0"/>
            <a:t>A su prescripción</a:t>
          </a:r>
        </a:p>
      </dgm:t>
    </dgm:pt>
    <dgm:pt modelId="{A319EAEF-591E-4340-A42F-BE7B5BED3610}" type="parTrans" cxnId="{EB615FD1-DDC9-47A6-868B-3E3B600C267E}">
      <dgm:prSet/>
      <dgm:spPr/>
      <dgm:t>
        <a:bodyPr/>
        <a:lstStyle/>
        <a:p>
          <a:endParaRPr lang="en-US"/>
        </a:p>
      </dgm:t>
    </dgm:pt>
    <dgm:pt modelId="{BE4EDDA1-0375-4F22-976C-ED0E12718D94}" type="sibTrans" cxnId="{EB615FD1-DDC9-47A6-868B-3E3B600C267E}">
      <dgm:prSet/>
      <dgm:spPr/>
      <dgm:t>
        <a:bodyPr/>
        <a:lstStyle/>
        <a:p>
          <a:endParaRPr lang="en-US"/>
        </a:p>
      </dgm:t>
    </dgm:pt>
    <dgm:pt modelId="{8EA831D1-DDD1-4C7F-80A8-8D3E24FAFAB1}">
      <dgm:prSet/>
      <dgm:spPr/>
      <dgm:t>
        <a:bodyPr/>
        <a:lstStyle/>
        <a:p>
          <a:r>
            <a:rPr lang="es-MX" dirty="0"/>
            <a:t>Notoria Imposibilidad</a:t>
          </a:r>
        </a:p>
      </dgm:t>
    </dgm:pt>
    <dgm:pt modelId="{A3EFEE76-A761-443B-B903-FE2019956B9A}" type="parTrans" cxnId="{2463C589-E194-4A53-A2A7-347F54372619}">
      <dgm:prSet/>
      <dgm:spPr/>
      <dgm:t>
        <a:bodyPr/>
        <a:lstStyle/>
        <a:p>
          <a:endParaRPr lang="en-US"/>
        </a:p>
      </dgm:t>
    </dgm:pt>
    <dgm:pt modelId="{68479E8A-4424-49E8-9D2D-E5C35DDE681A}" type="sibTrans" cxnId="{2463C589-E194-4A53-A2A7-347F54372619}">
      <dgm:prSet/>
      <dgm:spPr/>
      <dgm:t>
        <a:bodyPr/>
        <a:lstStyle/>
        <a:p>
          <a:endParaRPr lang="en-US"/>
        </a:p>
      </dgm:t>
    </dgm:pt>
    <dgm:pt modelId="{65CE9882-D119-4838-8734-3CAB5B01C8BB}">
      <dgm:prSet/>
      <dgm:spPr/>
      <dgm:t>
        <a:bodyPr/>
        <a:lstStyle/>
        <a:p>
          <a:r>
            <a:rPr lang="es-MX" dirty="0"/>
            <a:t>Depende del monto</a:t>
          </a:r>
        </a:p>
      </dgm:t>
    </dgm:pt>
    <dgm:pt modelId="{2CDCB59F-F0BF-44E6-A18B-1EF3DEE25786}" type="parTrans" cxnId="{AFB133A6-463A-4330-AEAC-61B0247D1CB1}">
      <dgm:prSet/>
      <dgm:spPr/>
      <dgm:t>
        <a:bodyPr/>
        <a:lstStyle/>
        <a:p>
          <a:endParaRPr lang="en-US"/>
        </a:p>
      </dgm:t>
    </dgm:pt>
    <dgm:pt modelId="{A151C99D-A592-48C1-9919-82F3C5376D1A}" type="sibTrans" cxnId="{AFB133A6-463A-4330-AEAC-61B0247D1CB1}">
      <dgm:prSet/>
      <dgm:spPr/>
      <dgm:t>
        <a:bodyPr/>
        <a:lstStyle/>
        <a:p>
          <a:endParaRPr lang="en-US"/>
        </a:p>
      </dgm:t>
    </dgm:pt>
    <dgm:pt modelId="{13C48FDB-105A-4870-AE48-A256822049FB}">
      <dgm:prSet phldrT="[Text]"/>
      <dgm:spPr/>
      <dgm:t>
        <a:bodyPr/>
        <a:lstStyle/>
        <a:p>
          <a:endParaRPr lang="es-MX" dirty="0"/>
        </a:p>
      </dgm:t>
    </dgm:pt>
    <dgm:pt modelId="{28167001-90CE-4C8B-A564-B32B46FF8804}" type="parTrans" cxnId="{FB160959-8428-47BC-B4DF-4B0EEE793429}">
      <dgm:prSet/>
      <dgm:spPr/>
      <dgm:t>
        <a:bodyPr/>
        <a:lstStyle/>
        <a:p>
          <a:endParaRPr lang="es-MX"/>
        </a:p>
      </dgm:t>
    </dgm:pt>
    <dgm:pt modelId="{62C76D15-D82D-4424-8FF9-EDA6ADC80255}" type="sibTrans" cxnId="{FB160959-8428-47BC-B4DF-4B0EEE793429}">
      <dgm:prSet/>
      <dgm:spPr/>
      <dgm:t>
        <a:bodyPr/>
        <a:lstStyle/>
        <a:p>
          <a:endParaRPr lang="es-MX"/>
        </a:p>
      </dgm:t>
    </dgm:pt>
    <dgm:pt modelId="{0B0A737A-9529-47D9-BFA7-CE65CA736B32}">
      <dgm:prSet phldrT="[Text]"/>
      <dgm:spPr/>
      <dgm:t>
        <a:bodyPr/>
        <a:lstStyle/>
        <a:p>
          <a:endParaRPr lang="es-MX" dirty="0"/>
        </a:p>
      </dgm:t>
    </dgm:pt>
    <dgm:pt modelId="{47D98CBC-4BF3-4DB3-AF51-C9F27DF626F0}" type="parTrans" cxnId="{FDC93E09-2463-4137-BD0C-A88F9AC86BC9}">
      <dgm:prSet/>
      <dgm:spPr/>
      <dgm:t>
        <a:bodyPr/>
        <a:lstStyle/>
        <a:p>
          <a:endParaRPr lang="es-MX"/>
        </a:p>
      </dgm:t>
    </dgm:pt>
    <dgm:pt modelId="{D0BCABBA-3672-41C8-A1CF-D9BDC5F45935}" type="sibTrans" cxnId="{FDC93E09-2463-4137-BD0C-A88F9AC86BC9}">
      <dgm:prSet/>
      <dgm:spPr/>
      <dgm:t>
        <a:bodyPr/>
        <a:lstStyle/>
        <a:p>
          <a:endParaRPr lang="es-MX"/>
        </a:p>
      </dgm:t>
    </dgm:pt>
    <dgm:pt modelId="{A12A8348-B498-4664-8821-BAA97E8A89CA}">
      <dgm:prSet phldrT="[Text]"/>
      <dgm:spPr/>
      <dgm:t>
        <a:bodyPr/>
        <a:lstStyle/>
        <a:p>
          <a:endParaRPr lang="es-MX" dirty="0"/>
        </a:p>
      </dgm:t>
    </dgm:pt>
    <dgm:pt modelId="{FD036A2E-55E7-4199-A9FE-C19401DF57DC}" type="parTrans" cxnId="{80BB76D6-BDF2-4479-A29A-D0F8D3AA2EED}">
      <dgm:prSet/>
      <dgm:spPr/>
      <dgm:t>
        <a:bodyPr/>
        <a:lstStyle/>
        <a:p>
          <a:endParaRPr lang="es-MX"/>
        </a:p>
      </dgm:t>
    </dgm:pt>
    <dgm:pt modelId="{2F8145CE-56EC-4E2D-B2D6-53D83A3BD422}" type="sibTrans" cxnId="{80BB76D6-BDF2-4479-A29A-D0F8D3AA2EED}">
      <dgm:prSet/>
      <dgm:spPr/>
      <dgm:t>
        <a:bodyPr/>
        <a:lstStyle/>
        <a:p>
          <a:endParaRPr lang="es-MX"/>
        </a:p>
      </dgm:t>
    </dgm:pt>
    <dgm:pt modelId="{0EA23CF9-5F0D-4532-B6C9-B713961EE343}">
      <dgm:prSet phldrT="[Text]"/>
      <dgm:spPr/>
      <dgm:t>
        <a:bodyPr/>
        <a:lstStyle/>
        <a:p>
          <a:endParaRPr lang="es-MX" dirty="0"/>
        </a:p>
      </dgm:t>
    </dgm:pt>
    <dgm:pt modelId="{DC2A0850-8494-4D65-BCC4-D10EFACE6080}" type="parTrans" cxnId="{72432964-B7EC-4993-9429-E2931AC2DE94}">
      <dgm:prSet/>
      <dgm:spPr/>
      <dgm:t>
        <a:bodyPr/>
        <a:lstStyle/>
        <a:p>
          <a:endParaRPr lang="es-MX"/>
        </a:p>
      </dgm:t>
    </dgm:pt>
    <dgm:pt modelId="{11D60783-6504-4B09-9903-23C0E4C3A909}" type="sibTrans" cxnId="{72432964-B7EC-4993-9429-E2931AC2DE94}">
      <dgm:prSet/>
      <dgm:spPr/>
      <dgm:t>
        <a:bodyPr/>
        <a:lstStyle/>
        <a:p>
          <a:endParaRPr lang="es-MX"/>
        </a:p>
      </dgm:t>
    </dgm:pt>
    <dgm:pt modelId="{74D9F6FE-72E0-4F4D-A807-8B32ED71F6AD}">
      <dgm:prSet/>
      <dgm:spPr/>
      <dgm:t>
        <a:bodyPr/>
        <a:lstStyle/>
        <a:p>
          <a:endParaRPr lang="es-MX" dirty="0"/>
        </a:p>
      </dgm:t>
    </dgm:pt>
    <dgm:pt modelId="{931D9B7C-5F92-45C4-8A4F-4B5843C79D40}" type="parTrans" cxnId="{D1307D25-BC2B-4F55-BA5A-07C6285AF438}">
      <dgm:prSet/>
      <dgm:spPr/>
      <dgm:t>
        <a:bodyPr/>
        <a:lstStyle/>
        <a:p>
          <a:endParaRPr lang="es-MX"/>
        </a:p>
      </dgm:t>
    </dgm:pt>
    <dgm:pt modelId="{26DDFF97-F61B-4428-AB4C-E6926892EFDB}" type="sibTrans" cxnId="{D1307D25-BC2B-4F55-BA5A-07C6285AF438}">
      <dgm:prSet/>
      <dgm:spPr/>
      <dgm:t>
        <a:bodyPr/>
        <a:lstStyle/>
        <a:p>
          <a:endParaRPr lang="es-MX"/>
        </a:p>
      </dgm:t>
    </dgm:pt>
    <dgm:pt modelId="{93526ACA-33D1-4D6D-9C34-536F3AF2094B}">
      <dgm:prSet phldrT="[Text]"/>
      <dgm:spPr/>
      <dgm:t>
        <a:bodyPr/>
        <a:lstStyle/>
        <a:p>
          <a:endParaRPr lang="es-MX" dirty="0"/>
        </a:p>
      </dgm:t>
    </dgm:pt>
    <dgm:pt modelId="{56068D60-B5F5-4B01-9A56-5DDA2665C641}" type="parTrans" cxnId="{1F4BD8CD-0A1A-411F-8045-3F42F6F9246D}">
      <dgm:prSet/>
      <dgm:spPr/>
      <dgm:t>
        <a:bodyPr/>
        <a:lstStyle/>
        <a:p>
          <a:endParaRPr lang="es-MX"/>
        </a:p>
      </dgm:t>
    </dgm:pt>
    <dgm:pt modelId="{F46F91AB-D0D0-4309-9981-5E442253988D}" type="sibTrans" cxnId="{1F4BD8CD-0A1A-411F-8045-3F42F6F9246D}">
      <dgm:prSet/>
      <dgm:spPr/>
      <dgm:t>
        <a:bodyPr/>
        <a:lstStyle/>
        <a:p>
          <a:endParaRPr lang="es-MX"/>
        </a:p>
      </dgm:t>
    </dgm:pt>
    <dgm:pt modelId="{81BFB305-BB70-4D7E-A3CE-8B1D0CB34E78}">
      <dgm:prSet phldrT="[Text]"/>
      <dgm:spPr/>
      <dgm:t>
        <a:bodyPr/>
        <a:lstStyle/>
        <a:p>
          <a:endParaRPr lang="es-MX" dirty="0"/>
        </a:p>
      </dgm:t>
    </dgm:pt>
    <dgm:pt modelId="{F56850A0-CB34-4235-A584-B18737651614}" type="sibTrans" cxnId="{D1717764-EE1A-46BD-9E81-DB4132443BAD}">
      <dgm:prSet/>
      <dgm:spPr/>
      <dgm:t>
        <a:bodyPr/>
        <a:lstStyle/>
        <a:p>
          <a:endParaRPr lang="es-MX"/>
        </a:p>
      </dgm:t>
    </dgm:pt>
    <dgm:pt modelId="{A1E371FE-560D-483E-AFB0-996CA2E671F1}" type="parTrans" cxnId="{D1717764-EE1A-46BD-9E81-DB4132443BAD}">
      <dgm:prSet/>
      <dgm:spPr/>
      <dgm:t>
        <a:bodyPr/>
        <a:lstStyle/>
        <a:p>
          <a:endParaRPr lang="es-MX"/>
        </a:p>
      </dgm:t>
    </dgm:pt>
    <dgm:pt modelId="{160FA8FD-8DAB-4520-A9BE-C6013E74045F}">
      <dgm:prSet phldrT="[Text]"/>
      <dgm:spPr/>
      <dgm:t>
        <a:bodyPr/>
        <a:lstStyle/>
        <a:p>
          <a:r>
            <a:rPr lang="es-MX" strike="sngStrike" dirty="0">
              <a:solidFill>
                <a:schemeClr val="tx1"/>
              </a:solidFill>
            </a:rPr>
            <a:t>Envío o entrega del bien o prestación del servicio</a:t>
          </a:r>
        </a:p>
      </dgm:t>
    </dgm:pt>
    <dgm:pt modelId="{CA2C6DC1-24BC-4932-B04B-B9972641390F}" type="sibTrans" cxnId="{28D2F210-34DD-403A-B2F5-817CE6E035C6}">
      <dgm:prSet/>
      <dgm:spPr/>
      <dgm:t>
        <a:bodyPr/>
        <a:lstStyle/>
        <a:p>
          <a:endParaRPr lang="en-US"/>
        </a:p>
      </dgm:t>
    </dgm:pt>
    <dgm:pt modelId="{06079AA3-5391-4302-8224-BC98373C683A}" type="parTrans" cxnId="{28D2F210-34DD-403A-B2F5-817CE6E035C6}">
      <dgm:prSet/>
      <dgm:spPr/>
      <dgm:t>
        <a:bodyPr/>
        <a:lstStyle/>
        <a:p>
          <a:endParaRPr lang="en-US"/>
        </a:p>
      </dgm:t>
    </dgm:pt>
    <dgm:pt modelId="{CC3E07EC-3844-45AE-9B5B-BD10F51EE94B}" type="pres">
      <dgm:prSet presAssocID="{1CC203A5-BE3E-44E1-ADF6-1F8B35415211}" presName="Name0" presStyleCnt="0">
        <dgm:presLayoutVars>
          <dgm:dir/>
          <dgm:animLvl val="lvl"/>
          <dgm:resizeHandles val="exact"/>
        </dgm:presLayoutVars>
      </dgm:prSet>
      <dgm:spPr/>
    </dgm:pt>
    <dgm:pt modelId="{4F7B8709-26F2-45D0-A312-603B4B529704}" type="pres">
      <dgm:prSet presAssocID="{46AC3C19-B059-48B6-9FF9-D70CFF266C52}" presName="composite" presStyleCnt="0"/>
      <dgm:spPr/>
    </dgm:pt>
    <dgm:pt modelId="{94E45E6E-8EA2-4DB7-8640-8ECA14266E47}" type="pres">
      <dgm:prSet presAssocID="{46AC3C19-B059-48B6-9FF9-D70CFF266C52}" presName="parTx" presStyleLbl="alignNode1" presStyleIdx="0" presStyleCnt="4">
        <dgm:presLayoutVars>
          <dgm:chMax val="0"/>
          <dgm:chPref val="0"/>
          <dgm:bulletEnabled val="1"/>
        </dgm:presLayoutVars>
      </dgm:prSet>
      <dgm:spPr/>
    </dgm:pt>
    <dgm:pt modelId="{6F327D1F-F48C-467F-8621-DEEE1EAC329F}" type="pres">
      <dgm:prSet presAssocID="{46AC3C19-B059-48B6-9FF9-D70CFF266C52}" presName="desTx" presStyleLbl="alignAccFollowNode1" presStyleIdx="0" presStyleCnt="4">
        <dgm:presLayoutVars>
          <dgm:bulletEnabled val="1"/>
        </dgm:presLayoutVars>
      </dgm:prSet>
      <dgm:spPr/>
    </dgm:pt>
    <dgm:pt modelId="{2198193C-614B-48C0-812C-390DD19BF67E}" type="pres">
      <dgm:prSet presAssocID="{BA070016-D8E3-413C-8CC6-7BCAE660B87F}" presName="space" presStyleCnt="0"/>
      <dgm:spPr/>
    </dgm:pt>
    <dgm:pt modelId="{2E0150B0-E488-4AB4-91CC-B8988B324B6A}" type="pres">
      <dgm:prSet presAssocID="{E365B314-122A-42A2-B8A3-7EE1203EC821}" presName="composite" presStyleCnt="0"/>
      <dgm:spPr/>
    </dgm:pt>
    <dgm:pt modelId="{C17C47D6-41DF-4569-BA94-6B93DC8D4FE4}" type="pres">
      <dgm:prSet presAssocID="{E365B314-122A-42A2-B8A3-7EE1203EC821}" presName="parTx" presStyleLbl="alignNode1" presStyleIdx="1" presStyleCnt="4">
        <dgm:presLayoutVars>
          <dgm:chMax val="0"/>
          <dgm:chPref val="0"/>
          <dgm:bulletEnabled val="1"/>
        </dgm:presLayoutVars>
      </dgm:prSet>
      <dgm:spPr/>
    </dgm:pt>
    <dgm:pt modelId="{A6FB6186-48DC-4E19-A76F-854AD67913A9}" type="pres">
      <dgm:prSet presAssocID="{E365B314-122A-42A2-B8A3-7EE1203EC821}" presName="desTx" presStyleLbl="alignAccFollowNode1" presStyleIdx="1" presStyleCnt="4">
        <dgm:presLayoutVars>
          <dgm:bulletEnabled val="1"/>
        </dgm:presLayoutVars>
      </dgm:prSet>
      <dgm:spPr/>
    </dgm:pt>
    <dgm:pt modelId="{62249843-0FB7-463A-B534-5FFED5EC7454}" type="pres">
      <dgm:prSet presAssocID="{C356DEC3-BFAE-418F-BEA6-3F2E6EC49F77}" presName="space" presStyleCnt="0"/>
      <dgm:spPr/>
    </dgm:pt>
    <dgm:pt modelId="{E2BB2C2C-8188-4B04-95ED-13789779DFEF}" type="pres">
      <dgm:prSet presAssocID="{4AFFC971-70CE-474A-981B-62EE9F8899E3}" presName="composite" presStyleCnt="0"/>
      <dgm:spPr/>
    </dgm:pt>
    <dgm:pt modelId="{A159D81A-BD59-4830-BDC4-F0F25F50C186}" type="pres">
      <dgm:prSet presAssocID="{4AFFC971-70CE-474A-981B-62EE9F8899E3}" presName="parTx" presStyleLbl="alignNode1" presStyleIdx="2" presStyleCnt="4">
        <dgm:presLayoutVars>
          <dgm:chMax val="0"/>
          <dgm:chPref val="0"/>
          <dgm:bulletEnabled val="1"/>
        </dgm:presLayoutVars>
      </dgm:prSet>
      <dgm:spPr/>
    </dgm:pt>
    <dgm:pt modelId="{6096D179-B508-4B09-94A7-4CB215F9AC12}" type="pres">
      <dgm:prSet presAssocID="{4AFFC971-70CE-474A-981B-62EE9F8899E3}" presName="desTx" presStyleLbl="alignAccFollowNode1" presStyleIdx="2" presStyleCnt="4">
        <dgm:presLayoutVars>
          <dgm:bulletEnabled val="1"/>
        </dgm:presLayoutVars>
      </dgm:prSet>
      <dgm:spPr/>
    </dgm:pt>
    <dgm:pt modelId="{F09D7FDB-CDF8-4026-A071-B70154E7AC78}" type="pres">
      <dgm:prSet presAssocID="{0CD84DBC-E21B-4A80-B8CE-4C0C379F55BE}" presName="space" presStyleCnt="0"/>
      <dgm:spPr/>
    </dgm:pt>
    <dgm:pt modelId="{A0C1D5B1-B5AC-40EA-A4C1-C4B7EDBC5522}" type="pres">
      <dgm:prSet presAssocID="{807A559A-F769-40F4-B488-18045E6DEC3F}" presName="composite" presStyleCnt="0"/>
      <dgm:spPr/>
    </dgm:pt>
    <dgm:pt modelId="{62F881E8-1A58-4B08-A216-09040F07532D}" type="pres">
      <dgm:prSet presAssocID="{807A559A-F769-40F4-B488-18045E6DEC3F}" presName="parTx" presStyleLbl="alignNode1" presStyleIdx="3" presStyleCnt="4">
        <dgm:presLayoutVars>
          <dgm:chMax val="0"/>
          <dgm:chPref val="0"/>
          <dgm:bulletEnabled val="1"/>
        </dgm:presLayoutVars>
      </dgm:prSet>
      <dgm:spPr/>
    </dgm:pt>
    <dgm:pt modelId="{539FD0A5-0610-4DC0-A712-8AF6D4276815}" type="pres">
      <dgm:prSet presAssocID="{807A559A-F769-40F4-B488-18045E6DEC3F}" presName="desTx" presStyleLbl="alignAccFollowNode1" presStyleIdx="3" presStyleCnt="4">
        <dgm:presLayoutVars>
          <dgm:bulletEnabled val="1"/>
        </dgm:presLayoutVars>
      </dgm:prSet>
      <dgm:spPr/>
    </dgm:pt>
  </dgm:ptLst>
  <dgm:cxnLst>
    <dgm:cxn modelId="{0B3C2F08-AB60-4B7C-983E-571DAB751D70}" srcId="{1CC203A5-BE3E-44E1-ADF6-1F8B35415211}" destId="{46AC3C19-B059-48B6-9FF9-D70CFF266C52}" srcOrd="0" destOrd="0" parTransId="{53633AD1-60F4-4DE3-BE68-53359D40F686}" sibTransId="{BA070016-D8E3-413C-8CC6-7BCAE660B87F}"/>
    <dgm:cxn modelId="{FDC93E09-2463-4137-BD0C-A88F9AC86BC9}" srcId="{46AC3C19-B059-48B6-9FF9-D70CFF266C52}" destId="{0B0A737A-9529-47D9-BFA7-CE65CA736B32}" srcOrd="3" destOrd="0" parTransId="{47D98CBC-4BF3-4DB3-AF51-C9F27DF626F0}" sibTransId="{D0BCABBA-3672-41C8-A1CF-D9BDC5F45935}"/>
    <dgm:cxn modelId="{1241C70D-CA48-4252-9200-764E0EFA1BF3}" type="presOf" srcId="{0B0A737A-9529-47D9-BFA7-CE65CA736B32}" destId="{6F327D1F-F48C-467F-8621-DEEE1EAC329F}" srcOrd="0" destOrd="3" presId="urn:microsoft.com/office/officeart/2005/8/layout/hList1"/>
    <dgm:cxn modelId="{1BF3D610-5EF0-46D2-ABF7-8F6297FB46DE}" srcId="{1CC203A5-BE3E-44E1-ADF6-1F8B35415211}" destId="{4AFFC971-70CE-474A-981B-62EE9F8899E3}" srcOrd="2" destOrd="0" parTransId="{0F5807E8-2DA7-4CB2-9047-3C131DDC4EC7}" sibTransId="{0CD84DBC-E21B-4A80-B8CE-4C0C379F55BE}"/>
    <dgm:cxn modelId="{28D2F210-34DD-403A-B2F5-817CE6E035C6}" srcId="{E365B314-122A-42A2-B8A3-7EE1203EC821}" destId="{160FA8FD-8DAB-4520-A9BE-C6013E74045F}" srcOrd="2" destOrd="0" parTransId="{06079AA3-5391-4302-8224-BC98373C683A}" sibTransId="{CA2C6DC1-24BC-4932-B04B-B9972641390F}"/>
    <dgm:cxn modelId="{CEE31819-7988-BB4B-9964-DC5E3767AB4C}" type="presOf" srcId="{2EDA41C4-8875-407F-A9FF-07F2DCAD34F7}" destId="{6F327D1F-F48C-467F-8621-DEEE1EAC329F}" srcOrd="0" destOrd="4" presId="urn:microsoft.com/office/officeart/2005/8/layout/hList1"/>
    <dgm:cxn modelId="{8FFBF11F-D1C2-443B-BED5-7C0F0EA41321}" srcId="{E365B314-122A-42A2-B8A3-7EE1203EC821}" destId="{9884CC21-B85F-40DB-9596-7734AF68D3CF}" srcOrd="6" destOrd="0" parTransId="{C6906738-DBF9-45C6-8AD4-4E5DB4148861}" sibTransId="{F432182F-6A6B-4993-B6E3-B1C174FF138B}"/>
    <dgm:cxn modelId="{D1307D25-BC2B-4F55-BA5A-07C6285AF438}" srcId="{807A559A-F769-40F4-B488-18045E6DEC3F}" destId="{74D9F6FE-72E0-4F4D-A807-8B32ED71F6AD}" srcOrd="1" destOrd="0" parTransId="{931D9B7C-5F92-45C4-8A4F-4B5843C79D40}" sibTransId="{26DDFF97-F61B-4428-AB4C-E6926892EFDB}"/>
    <dgm:cxn modelId="{96522636-599C-460C-AB68-BD39B4B089B5}" type="presOf" srcId="{93526ACA-33D1-4D6D-9C34-536F3AF2094B}" destId="{A6FB6186-48DC-4E19-A76F-854AD67913A9}" srcOrd="0" destOrd="1" presId="urn:microsoft.com/office/officeart/2005/8/layout/hList1"/>
    <dgm:cxn modelId="{9131D23F-C1ED-44A2-91AE-8BD9B86D2916}" srcId="{46AC3C19-B059-48B6-9FF9-D70CFF266C52}" destId="{87629F7D-BC63-4640-98B9-B0A5FCEFEFBB}" srcOrd="6" destOrd="0" parTransId="{7046AFFA-3C19-4A6A-8955-451168113EC5}" sibTransId="{A6FD095B-FE53-4BEC-8773-331FC8FAF034}"/>
    <dgm:cxn modelId="{FB160959-8428-47BC-B4DF-4B0EEE793429}" srcId="{46AC3C19-B059-48B6-9FF9-D70CFF266C52}" destId="{13C48FDB-105A-4870-AE48-A256822049FB}" srcOrd="1" destOrd="0" parTransId="{28167001-90CE-4C8B-A564-B32B46FF8804}" sibTransId="{62C76D15-D82D-4424-8FF9-EDA6ADC80255}"/>
    <dgm:cxn modelId="{BE42505A-D874-41E4-8AC5-4CE3DD6FA9F0}" srcId="{46AC3C19-B059-48B6-9FF9-D70CFF266C52}" destId="{CD640082-BE1B-4F23-B038-172EADF6406B}" srcOrd="2" destOrd="0" parTransId="{EB0F34A1-1AC4-4B03-AAAB-97C7CA1E7239}" sibTransId="{CB0A330F-646D-4962-AAB9-DDE5BD5B4A21}"/>
    <dgm:cxn modelId="{0AB1A15B-553C-4C6B-B7E3-6A91D24ADAC6}" type="presOf" srcId="{74D9F6FE-72E0-4F4D-A807-8B32ED71F6AD}" destId="{539FD0A5-0610-4DC0-A712-8AF6D4276815}" srcOrd="0" destOrd="1" presId="urn:microsoft.com/office/officeart/2005/8/layout/hList1"/>
    <dgm:cxn modelId="{6740C860-4072-4855-809B-E3C887F1EC7A}" srcId="{576BA49B-8F95-4D6D-A3B2-B837B1D559B9}" destId="{1CE38387-DD6C-43B5-90D4-E27C061FCB82}" srcOrd="0" destOrd="0" parTransId="{A046D115-0DEF-4302-9816-0517EB53B9AA}" sibTransId="{4BD16D3E-9A30-4EBC-810C-E3F6C62BF952}"/>
    <dgm:cxn modelId="{7183A563-3235-4AE7-82EE-F9B5630F0518}" type="presOf" srcId="{0EA23CF9-5F0D-4532-B6C9-B713961EE343}" destId="{A6FB6186-48DC-4E19-A76F-854AD67913A9}" srcOrd="0" destOrd="5" presId="urn:microsoft.com/office/officeart/2005/8/layout/hList1"/>
    <dgm:cxn modelId="{72432964-B7EC-4993-9429-E2931AC2DE94}" srcId="{E365B314-122A-42A2-B8A3-7EE1203EC821}" destId="{0EA23CF9-5F0D-4532-B6C9-B713961EE343}" srcOrd="5" destOrd="0" parTransId="{DC2A0850-8494-4D65-BCC4-D10EFACE6080}" sibTransId="{11D60783-6504-4B09-9903-23C0E4C3A909}"/>
    <dgm:cxn modelId="{D1717764-EE1A-46BD-9E81-DB4132443BAD}" srcId="{E365B314-122A-42A2-B8A3-7EE1203EC821}" destId="{81BFB305-BB70-4D7E-A3CE-8B1D0CB34E78}" srcOrd="3" destOrd="0" parTransId="{A1E371FE-560D-483E-AFB0-996CA2E671F1}" sibTransId="{F56850A0-CB34-4235-A584-B18737651614}"/>
    <dgm:cxn modelId="{6A786B75-E88E-F94E-85F4-BD7343E5C45F}" type="presOf" srcId="{807A559A-F769-40F4-B488-18045E6DEC3F}" destId="{62F881E8-1A58-4B08-A216-09040F07532D}" srcOrd="0" destOrd="0" presId="urn:microsoft.com/office/officeart/2005/8/layout/hList1"/>
    <dgm:cxn modelId="{661F107B-2807-3E43-B5D0-12F24C43AA2B}" type="presOf" srcId="{576BA49B-8F95-4D6D-A3B2-B837B1D559B9}" destId="{6096D179-B508-4B09-94A7-4CB215F9AC12}" srcOrd="0" destOrd="0" presId="urn:microsoft.com/office/officeart/2005/8/layout/hList1"/>
    <dgm:cxn modelId="{3F41E980-C2A2-6540-86FF-1EAF07733A45}" type="presOf" srcId="{160FA8FD-8DAB-4520-A9BE-C6013E74045F}" destId="{A6FB6186-48DC-4E19-A76F-854AD67913A9}" srcOrd="0" destOrd="2" presId="urn:microsoft.com/office/officeart/2005/8/layout/hList1"/>
    <dgm:cxn modelId="{F4D77B88-34CF-7742-A8AA-102E3E40A70C}" type="presOf" srcId="{1177F891-805D-49A5-A7D2-E90108148D1E}" destId="{A6FB6186-48DC-4E19-A76F-854AD67913A9}" srcOrd="0" destOrd="0" presId="urn:microsoft.com/office/officeart/2005/8/layout/hList1"/>
    <dgm:cxn modelId="{0308D888-48AC-4306-ABBF-DF530A1CC63E}" type="presOf" srcId="{81BFB305-BB70-4D7E-A3CE-8B1D0CB34E78}" destId="{A6FB6186-48DC-4E19-A76F-854AD67913A9}" srcOrd="0" destOrd="3" presId="urn:microsoft.com/office/officeart/2005/8/layout/hList1"/>
    <dgm:cxn modelId="{2463C589-E194-4A53-A2A7-347F54372619}" srcId="{807A559A-F769-40F4-B488-18045E6DEC3F}" destId="{8EA831D1-DDD1-4C7F-80A8-8D3E24FAFAB1}" srcOrd="2" destOrd="0" parTransId="{A3EFEE76-A761-443B-B903-FE2019956B9A}" sibTransId="{68479E8A-4424-49E8-9D2D-E5C35DDE681A}"/>
    <dgm:cxn modelId="{0A189791-1ADE-AA40-9463-1EA1641983A3}" type="presOf" srcId="{E365B314-122A-42A2-B8A3-7EE1203EC821}" destId="{C17C47D6-41DF-4569-BA94-6B93DC8D4FE4}" srcOrd="0" destOrd="0" presId="urn:microsoft.com/office/officeart/2005/8/layout/hList1"/>
    <dgm:cxn modelId="{0AF6C19B-D3A3-F244-9911-4E2584843620}" type="presOf" srcId="{3330B349-624D-46C5-AC88-481AF5D82A6F}" destId="{6096D179-B508-4B09-94A7-4CB215F9AC12}" srcOrd="0" destOrd="2" presId="urn:microsoft.com/office/officeart/2005/8/layout/hList1"/>
    <dgm:cxn modelId="{C94CBE9E-FF03-4FF2-967E-6CEBD1E696B2}" srcId="{46AC3C19-B059-48B6-9FF9-D70CFF266C52}" destId="{BAD63283-E8E2-4D16-9831-F1396D898932}" srcOrd="0" destOrd="0" parTransId="{45AD0FED-577C-490C-A0D5-7B1C8A75401E}" sibTransId="{E000957A-E2E0-4BE4-99BC-B0D9AC9C6E7A}"/>
    <dgm:cxn modelId="{9A587BA2-0F52-4A74-8D0C-BD6A7A7FF88F}" srcId="{4AFFC971-70CE-474A-981B-62EE9F8899E3}" destId="{576BA49B-8F95-4D6D-A3B2-B837B1D559B9}" srcOrd="0" destOrd="0" parTransId="{413F7D3C-3BDF-4D8F-A90F-D0373D468273}" sibTransId="{8FC39BDF-0250-46F6-906B-DB2CE97F275B}"/>
    <dgm:cxn modelId="{DFADE0A3-6A8B-47A0-A34A-8F58E11DD655}" srcId="{46AC3C19-B059-48B6-9FF9-D70CFF266C52}" destId="{2EDA41C4-8875-407F-A9FF-07F2DCAD34F7}" srcOrd="4" destOrd="0" parTransId="{8B0900C1-600D-4A21-A10A-EC8CF75E14B7}" sibTransId="{5725AF75-9014-4380-BE6A-CAE512309A72}"/>
    <dgm:cxn modelId="{AFB133A6-463A-4330-AEAC-61B0247D1CB1}" srcId="{8EA831D1-DDD1-4C7F-80A8-8D3E24FAFAB1}" destId="{65CE9882-D119-4838-8734-3CAB5B01C8BB}" srcOrd="0" destOrd="0" parTransId="{2CDCB59F-F0BF-44E6-A18B-1EF3DEE25786}" sibTransId="{A151C99D-A592-48C1-9919-82F3C5376D1A}"/>
    <dgm:cxn modelId="{101153A6-1FD5-8A4E-AC8D-36F16E81DEAD}" type="presOf" srcId="{8EA831D1-DDD1-4C7F-80A8-8D3E24FAFAB1}" destId="{539FD0A5-0610-4DC0-A712-8AF6D4276815}" srcOrd="0" destOrd="2" presId="urn:microsoft.com/office/officeart/2005/8/layout/hList1"/>
    <dgm:cxn modelId="{A9A47DA8-3CC8-4448-94A6-F73ADDAECA42}" srcId="{1CC203A5-BE3E-44E1-ADF6-1F8B35415211}" destId="{807A559A-F769-40F4-B488-18045E6DEC3F}" srcOrd="3" destOrd="0" parTransId="{96A52FDD-BD9B-46E1-801A-E65AB7B8D828}" sibTransId="{41E99C3C-104E-41F9-A5F9-E307CC12F644}"/>
    <dgm:cxn modelId="{DF723BB0-2074-9A4D-A01E-3055E9353DF0}" type="presOf" srcId="{BAD63283-E8E2-4D16-9831-F1396D898932}" destId="{6F327D1F-F48C-467F-8621-DEEE1EAC329F}" srcOrd="0" destOrd="0" presId="urn:microsoft.com/office/officeart/2005/8/layout/hList1"/>
    <dgm:cxn modelId="{413D19B4-5055-2D49-9EC5-E0570A0DD468}" type="presOf" srcId="{4AFFC971-70CE-474A-981B-62EE9F8899E3}" destId="{A159D81A-BD59-4830-BDC4-F0F25F50C186}" srcOrd="0" destOrd="0" presId="urn:microsoft.com/office/officeart/2005/8/layout/hList1"/>
    <dgm:cxn modelId="{1A7745B5-324A-4E8C-87B2-66BF9E169910}" srcId="{E365B314-122A-42A2-B8A3-7EE1203EC821}" destId="{DA195420-DB0C-4881-8FE1-4632F68B4A4A}" srcOrd="4" destOrd="0" parTransId="{F3291525-D6EC-4A69-A16D-943976F27314}" sibTransId="{2E154DCF-F518-4C64-9861-97C61F3673F3}"/>
    <dgm:cxn modelId="{432C9AB8-B3E1-B047-B431-441657382EF5}" type="presOf" srcId="{1CC203A5-BE3E-44E1-ADF6-1F8B35415211}" destId="{CC3E07EC-3844-45AE-9B5B-BD10F51EE94B}" srcOrd="0" destOrd="0" presId="urn:microsoft.com/office/officeart/2005/8/layout/hList1"/>
    <dgm:cxn modelId="{B88326C3-84AD-DD40-89E5-57ED6395A037}" type="presOf" srcId="{46AC3C19-B059-48B6-9FF9-D70CFF266C52}" destId="{94E45E6E-8EA2-4DB7-8640-8ECA14266E47}" srcOrd="0" destOrd="0" presId="urn:microsoft.com/office/officeart/2005/8/layout/hList1"/>
    <dgm:cxn modelId="{1F4BD8CD-0A1A-411F-8045-3F42F6F9246D}" srcId="{E365B314-122A-42A2-B8A3-7EE1203EC821}" destId="{93526ACA-33D1-4D6D-9C34-536F3AF2094B}" srcOrd="1" destOrd="0" parTransId="{56068D60-B5F5-4B01-9A56-5DDA2665C641}" sibTransId="{F46F91AB-D0D0-4309-9981-5E442253988D}"/>
    <dgm:cxn modelId="{0ABED7D0-05D2-49F3-BB1C-13F4EC3D01FE}" srcId="{E365B314-122A-42A2-B8A3-7EE1203EC821}" destId="{1177F891-805D-49A5-A7D2-E90108148D1E}" srcOrd="0" destOrd="0" parTransId="{DCEEA921-9D7A-44CC-A703-A1B44E44A313}" sibTransId="{9E6499B8-2DFF-41F6-BBF8-9DA2FEAEAE80}"/>
    <dgm:cxn modelId="{EB615FD1-DDC9-47A6-868B-3E3B600C267E}" srcId="{807A559A-F769-40F4-B488-18045E6DEC3F}" destId="{8649122A-88F2-487B-A002-B0D4B0BCE7CF}" srcOrd="0" destOrd="0" parTransId="{A319EAEF-591E-4340-A42F-BE7B5BED3610}" sibTransId="{BE4EDDA1-0375-4F22-976C-ED0E12718D94}"/>
    <dgm:cxn modelId="{80BB76D6-BDF2-4479-A29A-D0F8D3AA2EED}" srcId="{46AC3C19-B059-48B6-9FF9-D70CFF266C52}" destId="{A12A8348-B498-4664-8821-BAA97E8A89CA}" srcOrd="5" destOrd="0" parTransId="{FD036A2E-55E7-4199-A9FE-C19401DF57DC}" sibTransId="{2F8145CE-56EC-4E2D-B2D6-53D83A3BD422}"/>
    <dgm:cxn modelId="{AC2E98D6-64CA-A142-B71F-306D57231079}" type="presOf" srcId="{65CE9882-D119-4838-8734-3CAB5B01C8BB}" destId="{539FD0A5-0610-4DC0-A712-8AF6D4276815}" srcOrd="0" destOrd="3" presId="urn:microsoft.com/office/officeart/2005/8/layout/hList1"/>
    <dgm:cxn modelId="{4C8748DA-2EE0-F042-8431-CDA463250458}" type="presOf" srcId="{8649122A-88F2-487B-A002-B0D4B0BCE7CF}" destId="{539FD0A5-0610-4DC0-A712-8AF6D4276815}" srcOrd="0" destOrd="0" presId="urn:microsoft.com/office/officeart/2005/8/layout/hList1"/>
    <dgm:cxn modelId="{FE8CB6DC-D28E-5044-A58C-5D7FCB623866}" type="presOf" srcId="{9884CC21-B85F-40DB-9596-7734AF68D3CF}" destId="{A6FB6186-48DC-4E19-A76F-854AD67913A9}" srcOrd="0" destOrd="6" presId="urn:microsoft.com/office/officeart/2005/8/layout/hList1"/>
    <dgm:cxn modelId="{A2DF2FDD-965C-A944-A601-48200A3728C5}" type="presOf" srcId="{1CE38387-DD6C-43B5-90D4-E27C061FCB82}" destId="{6096D179-B508-4B09-94A7-4CB215F9AC12}" srcOrd="0" destOrd="1" presId="urn:microsoft.com/office/officeart/2005/8/layout/hList1"/>
    <dgm:cxn modelId="{5A5828E6-A4E1-4E49-815A-4DFE33DCDD52}" type="presOf" srcId="{CD640082-BE1B-4F23-B038-172EADF6406B}" destId="{6F327D1F-F48C-467F-8621-DEEE1EAC329F}" srcOrd="0" destOrd="2" presId="urn:microsoft.com/office/officeart/2005/8/layout/hList1"/>
    <dgm:cxn modelId="{FA69D0E8-6CAA-4D69-93B8-E3C25F0F556B}" srcId="{576BA49B-8F95-4D6D-A3B2-B837B1D559B9}" destId="{3330B349-624D-46C5-AC88-481AF5D82A6F}" srcOrd="1" destOrd="0" parTransId="{1AF41335-1494-44CB-A742-57A89A59571A}" sibTransId="{7395C580-E86D-44C0-A17E-2773FDC6D0F3}"/>
    <dgm:cxn modelId="{5B756BE9-68CA-C846-868B-6B13158A6307}" type="presOf" srcId="{DA195420-DB0C-4881-8FE1-4632F68B4A4A}" destId="{A6FB6186-48DC-4E19-A76F-854AD67913A9}" srcOrd="0" destOrd="4" presId="urn:microsoft.com/office/officeart/2005/8/layout/hList1"/>
    <dgm:cxn modelId="{1057DDEE-0B72-4899-A2D2-A8B815BA0D54}" type="presOf" srcId="{13C48FDB-105A-4870-AE48-A256822049FB}" destId="{6F327D1F-F48C-467F-8621-DEEE1EAC329F}" srcOrd="0" destOrd="1" presId="urn:microsoft.com/office/officeart/2005/8/layout/hList1"/>
    <dgm:cxn modelId="{692B93EF-858E-4AB1-8262-319C3210374D}" type="presOf" srcId="{A12A8348-B498-4664-8821-BAA97E8A89CA}" destId="{6F327D1F-F48C-467F-8621-DEEE1EAC329F}" srcOrd="0" destOrd="5" presId="urn:microsoft.com/office/officeart/2005/8/layout/hList1"/>
    <dgm:cxn modelId="{FB5AC6F5-13E8-1B4B-9B33-9A7C1A9735D3}" type="presOf" srcId="{87629F7D-BC63-4640-98B9-B0A5FCEFEFBB}" destId="{6F327D1F-F48C-467F-8621-DEEE1EAC329F}" srcOrd="0" destOrd="6" presId="urn:microsoft.com/office/officeart/2005/8/layout/hList1"/>
    <dgm:cxn modelId="{38C06CF6-AC9B-4DF3-BB45-E7A46B15E903}" srcId="{1CC203A5-BE3E-44E1-ADF6-1F8B35415211}" destId="{E365B314-122A-42A2-B8A3-7EE1203EC821}" srcOrd="1" destOrd="0" parTransId="{4397CD26-5FD9-4C9B-9FDE-B63A63A4692B}" sibTransId="{C356DEC3-BFAE-418F-BEA6-3F2E6EC49F77}"/>
    <dgm:cxn modelId="{F63FC0AB-E514-394A-B8A9-061C827C75E8}" type="presParOf" srcId="{CC3E07EC-3844-45AE-9B5B-BD10F51EE94B}" destId="{4F7B8709-26F2-45D0-A312-603B4B529704}" srcOrd="0" destOrd="0" presId="urn:microsoft.com/office/officeart/2005/8/layout/hList1"/>
    <dgm:cxn modelId="{1485D5BD-962E-C24C-BACB-9945C65E8E5E}" type="presParOf" srcId="{4F7B8709-26F2-45D0-A312-603B4B529704}" destId="{94E45E6E-8EA2-4DB7-8640-8ECA14266E47}" srcOrd="0" destOrd="0" presId="urn:microsoft.com/office/officeart/2005/8/layout/hList1"/>
    <dgm:cxn modelId="{515D893A-C5F9-0442-ADCF-890B74E6EFA6}" type="presParOf" srcId="{4F7B8709-26F2-45D0-A312-603B4B529704}" destId="{6F327D1F-F48C-467F-8621-DEEE1EAC329F}" srcOrd="1" destOrd="0" presId="urn:microsoft.com/office/officeart/2005/8/layout/hList1"/>
    <dgm:cxn modelId="{3B24022B-1408-EA46-B654-7C9C1EE859BE}" type="presParOf" srcId="{CC3E07EC-3844-45AE-9B5B-BD10F51EE94B}" destId="{2198193C-614B-48C0-812C-390DD19BF67E}" srcOrd="1" destOrd="0" presId="urn:microsoft.com/office/officeart/2005/8/layout/hList1"/>
    <dgm:cxn modelId="{991EDCB2-3917-AE4B-A4A0-3D57673527FF}" type="presParOf" srcId="{CC3E07EC-3844-45AE-9B5B-BD10F51EE94B}" destId="{2E0150B0-E488-4AB4-91CC-B8988B324B6A}" srcOrd="2" destOrd="0" presId="urn:microsoft.com/office/officeart/2005/8/layout/hList1"/>
    <dgm:cxn modelId="{6DB0D51E-3A74-1B47-A92B-E8CE4C6AB365}" type="presParOf" srcId="{2E0150B0-E488-4AB4-91CC-B8988B324B6A}" destId="{C17C47D6-41DF-4569-BA94-6B93DC8D4FE4}" srcOrd="0" destOrd="0" presId="urn:microsoft.com/office/officeart/2005/8/layout/hList1"/>
    <dgm:cxn modelId="{BCE3BD3A-2ABA-F44D-BC52-9CB3A366650A}" type="presParOf" srcId="{2E0150B0-E488-4AB4-91CC-B8988B324B6A}" destId="{A6FB6186-48DC-4E19-A76F-854AD67913A9}" srcOrd="1" destOrd="0" presId="urn:microsoft.com/office/officeart/2005/8/layout/hList1"/>
    <dgm:cxn modelId="{24A23210-CD6A-2446-BF53-08C155CC7C21}" type="presParOf" srcId="{CC3E07EC-3844-45AE-9B5B-BD10F51EE94B}" destId="{62249843-0FB7-463A-B534-5FFED5EC7454}" srcOrd="3" destOrd="0" presId="urn:microsoft.com/office/officeart/2005/8/layout/hList1"/>
    <dgm:cxn modelId="{4291B955-A497-6949-A353-368F8DC67F1B}" type="presParOf" srcId="{CC3E07EC-3844-45AE-9B5B-BD10F51EE94B}" destId="{E2BB2C2C-8188-4B04-95ED-13789779DFEF}" srcOrd="4" destOrd="0" presId="urn:microsoft.com/office/officeart/2005/8/layout/hList1"/>
    <dgm:cxn modelId="{E84A9A61-7430-A84F-A084-067003641469}" type="presParOf" srcId="{E2BB2C2C-8188-4B04-95ED-13789779DFEF}" destId="{A159D81A-BD59-4830-BDC4-F0F25F50C186}" srcOrd="0" destOrd="0" presId="urn:microsoft.com/office/officeart/2005/8/layout/hList1"/>
    <dgm:cxn modelId="{C1C2EFF1-C2C9-CD47-A85D-34FC1D48035E}" type="presParOf" srcId="{E2BB2C2C-8188-4B04-95ED-13789779DFEF}" destId="{6096D179-B508-4B09-94A7-4CB215F9AC12}" srcOrd="1" destOrd="0" presId="urn:microsoft.com/office/officeart/2005/8/layout/hList1"/>
    <dgm:cxn modelId="{35F6919A-B1E2-A24B-A712-9762C1EC3A0C}" type="presParOf" srcId="{CC3E07EC-3844-45AE-9B5B-BD10F51EE94B}" destId="{F09D7FDB-CDF8-4026-A071-B70154E7AC78}" srcOrd="5" destOrd="0" presId="urn:microsoft.com/office/officeart/2005/8/layout/hList1"/>
    <dgm:cxn modelId="{DC99A6BC-2268-664E-A775-9E5B9077269E}" type="presParOf" srcId="{CC3E07EC-3844-45AE-9B5B-BD10F51EE94B}" destId="{A0C1D5B1-B5AC-40EA-A4C1-C4B7EDBC5522}" srcOrd="6" destOrd="0" presId="urn:microsoft.com/office/officeart/2005/8/layout/hList1"/>
    <dgm:cxn modelId="{0C298B5D-6F93-DD4E-8782-2E52AC92D7E1}" type="presParOf" srcId="{A0C1D5B1-B5AC-40EA-A4C1-C4B7EDBC5522}" destId="{62F881E8-1A58-4B08-A216-09040F07532D}" srcOrd="0" destOrd="0" presId="urn:microsoft.com/office/officeart/2005/8/layout/hList1"/>
    <dgm:cxn modelId="{171DEB10-79C5-6F42-99F9-8C623198208F}" type="presParOf" srcId="{A0C1D5B1-B5AC-40EA-A4C1-C4B7EDBC5522}" destId="{539FD0A5-0610-4DC0-A712-8AF6D427681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3D397B2-FABB-4F14-993B-898806CD8F37}"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s-MX"/>
        </a:p>
      </dgm:t>
    </dgm:pt>
    <dgm:pt modelId="{7F8D319A-D82F-4E7B-8125-BCCF37E6E313}">
      <dgm:prSet phldrT="[Text]"/>
      <dgm:spPr/>
      <dgm:t>
        <a:bodyPr/>
        <a:lstStyle/>
        <a:p>
          <a:r>
            <a:rPr lang="es-MX" dirty="0"/>
            <a:t>Ingresos</a:t>
          </a:r>
        </a:p>
      </dgm:t>
    </dgm:pt>
    <dgm:pt modelId="{B410723E-6F14-4B96-9863-09E1345AD057}" type="parTrans" cxnId="{DE16D929-1C48-4D8F-837F-E22887826BEE}">
      <dgm:prSet/>
      <dgm:spPr/>
      <dgm:t>
        <a:bodyPr/>
        <a:lstStyle/>
        <a:p>
          <a:endParaRPr lang="es-MX"/>
        </a:p>
      </dgm:t>
    </dgm:pt>
    <dgm:pt modelId="{2046DA9B-0794-4799-914A-38057DB0DDFE}" type="sibTrans" cxnId="{DE16D929-1C48-4D8F-837F-E22887826BEE}">
      <dgm:prSet/>
      <dgm:spPr/>
      <dgm:t>
        <a:bodyPr/>
        <a:lstStyle/>
        <a:p>
          <a:endParaRPr lang="es-MX"/>
        </a:p>
      </dgm:t>
    </dgm:pt>
    <dgm:pt modelId="{490576AA-40CC-472F-B541-829CDCE5F1E0}">
      <dgm:prSet phldrT="[Text]"/>
      <dgm:spPr/>
      <dgm:t>
        <a:bodyPr/>
        <a:lstStyle/>
        <a:p>
          <a:r>
            <a:rPr lang="es-MX" dirty="0"/>
            <a:t>Devengado</a:t>
          </a:r>
        </a:p>
      </dgm:t>
    </dgm:pt>
    <dgm:pt modelId="{95F6F351-D52F-477C-B66C-F8992A509B1E}" type="parTrans" cxnId="{042986F1-0B08-4F7A-9F02-07D564145858}">
      <dgm:prSet/>
      <dgm:spPr/>
      <dgm:t>
        <a:bodyPr/>
        <a:lstStyle/>
        <a:p>
          <a:endParaRPr lang="es-MX"/>
        </a:p>
      </dgm:t>
    </dgm:pt>
    <dgm:pt modelId="{52C96669-49A9-49F6-9F19-8B084CA97B42}" type="sibTrans" cxnId="{042986F1-0B08-4F7A-9F02-07D564145858}">
      <dgm:prSet/>
      <dgm:spPr/>
      <dgm:t>
        <a:bodyPr/>
        <a:lstStyle/>
        <a:p>
          <a:endParaRPr lang="es-MX"/>
        </a:p>
      </dgm:t>
    </dgm:pt>
    <dgm:pt modelId="{B243ED92-162B-4FC6-B7F7-3CE276940079}">
      <dgm:prSet phldrT="[Text]"/>
      <dgm:spPr/>
      <dgm:t>
        <a:bodyPr/>
        <a:lstStyle/>
        <a:p>
          <a:r>
            <a:rPr lang="es-MX" dirty="0"/>
            <a:t>Realización</a:t>
          </a:r>
        </a:p>
      </dgm:t>
    </dgm:pt>
    <dgm:pt modelId="{91ACCEC8-DDBE-49C4-B0A7-A54D929307D0}" type="parTrans" cxnId="{D4F2E4FD-0B13-4D37-BA9B-FA2F1685940F}">
      <dgm:prSet/>
      <dgm:spPr/>
      <dgm:t>
        <a:bodyPr/>
        <a:lstStyle/>
        <a:p>
          <a:endParaRPr lang="es-MX"/>
        </a:p>
      </dgm:t>
    </dgm:pt>
    <dgm:pt modelId="{8CFF002A-B47F-4C3E-BECC-97CB838AE9FA}" type="sibTrans" cxnId="{D4F2E4FD-0B13-4D37-BA9B-FA2F1685940F}">
      <dgm:prSet/>
      <dgm:spPr/>
      <dgm:t>
        <a:bodyPr/>
        <a:lstStyle/>
        <a:p>
          <a:endParaRPr lang="es-MX"/>
        </a:p>
      </dgm:t>
    </dgm:pt>
    <dgm:pt modelId="{0A42F99A-335A-4C2E-A586-DAC7C3D8BE43}">
      <dgm:prSet phldrT="[Text]"/>
      <dgm:spPr>
        <a:solidFill>
          <a:srgbClr val="FFC000"/>
        </a:solidFill>
      </dgm:spPr>
      <dgm:t>
        <a:bodyPr/>
        <a:lstStyle/>
        <a:p>
          <a:r>
            <a:rPr lang="es-MX" dirty="0">
              <a:solidFill>
                <a:schemeClr val="tx1"/>
              </a:solidFill>
            </a:rPr>
            <a:t>Perfeccionamiento</a:t>
          </a:r>
        </a:p>
      </dgm:t>
    </dgm:pt>
    <dgm:pt modelId="{6ABB4461-0F9D-4AB6-84D8-70376BB0A531}" type="parTrans" cxnId="{CC1D8780-ED34-448A-A1DF-B3E6AF6FED93}">
      <dgm:prSet/>
      <dgm:spPr/>
      <dgm:t>
        <a:bodyPr/>
        <a:lstStyle/>
        <a:p>
          <a:endParaRPr lang="es-MX"/>
        </a:p>
      </dgm:t>
    </dgm:pt>
    <dgm:pt modelId="{735D65B0-F26E-486D-A8E1-4BCEAF44FC9D}" type="sibTrans" cxnId="{CC1D8780-ED34-448A-A1DF-B3E6AF6FED93}">
      <dgm:prSet/>
      <dgm:spPr/>
      <dgm:t>
        <a:bodyPr/>
        <a:lstStyle/>
        <a:p>
          <a:endParaRPr lang="es-MX"/>
        </a:p>
      </dgm:t>
    </dgm:pt>
    <dgm:pt modelId="{2F1104F4-AE9F-4165-B9C6-A4B3098C2A08}">
      <dgm:prSet/>
      <dgm:spPr>
        <a:solidFill>
          <a:schemeClr val="accent1"/>
        </a:solidFill>
      </dgm:spPr>
      <dgm:t>
        <a:bodyPr/>
        <a:lstStyle/>
        <a:p>
          <a:r>
            <a:rPr lang="es-MX" dirty="0"/>
            <a:t>Comprobante</a:t>
          </a:r>
        </a:p>
      </dgm:t>
    </dgm:pt>
    <dgm:pt modelId="{E8381612-484A-44C3-8FA3-287858F423D6}" type="parTrans" cxnId="{CE708CE9-08DD-402C-8BA8-F1DA27944059}">
      <dgm:prSet/>
      <dgm:spPr/>
      <dgm:t>
        <a:bodyPr/>
        <a:lstStyle/>
        <a:p>
          <a:endParaRPr lang="es-MX"/>
        </a:p>
      </dgm:t>
    </dgm:pt>
    <dgm:pt modelId="{8C3AB0AF-9909-4401-B9D9-2CEA8B0C5F0A}" type="sibTrans" cxnId="{CE708CE9-08DD-402C-8BA8-F1DA27944059}">
      <dgm:prSet/>
      <dgm:spPr/>
      <dgm:t>
        <a:bodyPr/>
        <a:lstStyle/>
        <a:p>
          <a:endParaRPr lang="es-MX"/>
        </a:p>
      </dgm:t>
    </dgm:pt>
    <dgm:pt modelId="{878AE303-35A5-4425-8E85-88F1F0826D41}">
      <dgm:prSet/>
      <dgm:spPr/>
      <dgm:t>
        <a:bodyPr/>
        <a:lstStyle/>
        <a:p>
          <a:r>
            <a:rPr lang="es-MX" dirty="0"/>
            <a:t>Envío, entrega o prestación</a:t>
          </a:r>
        </a:p>
      </dgm:t>
    </dgm:pt>
    <dgm:pt modelId="{A5C35D08-B7FA-4128-81A6-F7990B066B6A}" type="parTrans" cxnId="{517AF602-7F5F-4AB2-B0B9-D6B6E02D9991}">
      <dgm:prSet/>
      <dgm:spPr/>
      <dgm:t>
        <a:bodyPr/>
        <a:lstStyle/>
        <a:p>
          <a:endParaRPr lang="es-MX"/>
        </a:p>
      </dgm:t>
    </dgm:pt>
    <dgm:pt modelId="{05069F5C-0EF4-4788-9F9D-121E11AF6B52}" type="sibTrans" cxnId="{517AF602-7F5F-4AB2-B0B9-D6B6E02D9991}">
      <dgm:prSet/>
      <dgm:spPr/>
      <dgm:t>
        <a:bodyPr/>
        <a:lstStyle/>
        <a:p>
          <a:endParaRPr lang="es-MX"/>
        </a:p>
      </dgm:t>
    </dgm:pt>
    <dgm:pt modelId="{0C2ED750-A883-47F8-875B-48073BDF99E5}">
      <dgm:prSet/>
      <dgm:spPr/>
      <dgm:t>
        <a:bodyPr/>
        <a:lstStyle/>
        <a:p>
          <a:r>
            <a:rPr lang="es-MX" dirty="0"/>
            <a:t>Exigibilidad</a:t>
          </a:r>
        </a:p>
      </dgm:t>
    </dgm:pt>
    <dgm:pt modelId="{4AB3C3E5-E530-4F0B-A650-B4E7AED48B3C}" type="parTrans" cxnId="{609018CF-B7C6-4078-BCF9-B7AB630C988E}">
      <dgm:prSet/>
      <dgm:spPr/>
      <dgm:t>
        <a:bodyPr/>
        <a:lstStyle/>
        <a:p>
          <a:endParaRPr lang="es-MX"/>
        </a:p>
      </dgm:t>
    </dgm:pt>
    <dgm:pt modelId="{7B23AEAE-FA31-49C6-AD14-06B221A40554}" type="sibTrans" cxnId="{609018CF-B7C6-4078-BCF9-B7AB630C988E}">
      <dgm:prSet/>
      <dgm:spPr/>
      <dgm:t>
        <a:bodyPr/>
        <a:lstStyle/>
        <a:p>
          <a:endParaRPr lang="es-MX"/>
        </a:p>
      </dgm:t>
    </dgm:pt>
    <dgm:pt modelId="{48765278-867F-417F-9173-59A79A26A8D1}">
      <dgm:prSet/>
      <dgm:spPr/>
      <dgm:t>
        <a:bodyPr/>
        <a:lstStyle/>
        <a:p>
          <a:r>
            <a:rPr lang="es-MX" dirty="0"/>
            <a:t>Cobro</a:t>
          </a:r>
        </a:p>
      </dgm:t>
    </dgm:pt>
    <dgm:pt modelId="{1577D486-21DF-4D01-B255-C688E6AA33CD}" type="parTrans" cxnId="{CBA2953A-89D6-4F9A-B10F-908BECA6BF45}">
      <dgm:prSet/>
      <dgm:spPr/>
      <dgm:t>
        <a:bodyPr/>
        <a:lstStyle/>
        <a:p>
          <a:endParaRPr lang="es-MX"/>
        </a:p>
      </dgm:t>
    </dgm:pt>
    <dgm:pt modelId="{E44F0864-600D-41AA-8169-E780C9566E3B}" type="sibTrans" cxnId="{CBA2953A-89D6-4F9A-B10F-908BECA6BF45}">
      <dgm:prSet/>
      <dgm:spPr/>
      <dgm:t>
        <a:bodyPr/>
        <a:lstStyle/>
        <a:p>
          <a:endParaRPr lang="es-MX"/>
        </a:p>
      </dgm:t>
    </dgm:pt>
    <dgm:pt modelId="{023AC15B-5711-431B-B06A-9F5D06CADAE8}">
      <dgm:prSet/>
      <dgm:spPr>
        <a:solidFill>
          <a:srgbClr val="FFC000"/>
        </a:solidFill>
      </dgm:spPr>
      <dgm:t>
        <a:bodyPr/>
        <a:lstStyle/>
        <a:p>
          <a:r>
            <a:rPr lang="es-MX" dirty="0">
              <a:solidFill>
                <a:schemeClr val="tx1"/>
              </a:solidFill>
            </a:rPr>
            <a:t>Acuerdo en Precio y Cosa</a:t>
          </a:r>
        </a:p>
      </dgm:t>
    </dgm:pt>
    <dgm:pt modelId="{088B76ED-AE8F-4966-962B-C5E10F9FC70B}" type="parTrans" cxnId="{81423829-04C6-482A-87F0-7D7F1F5B55AD}">
      <dgm:prSet/>
      <dgm:spPr/>
      <dgm:t>
        <a:bodyPr/>
        <a:lstStyle/>
        <a:p>
          <a:endParaRPr lang="es-MX"/>
        </a:p>
      </dgm:t>
    </dgm:pt>
    <dgm:pt modelId="{2566905B-0A3E-49FC-8370-44955B8A8570}" type="sibTrans" cxnId="{81423829-04C6-482A-87F0-7D7F1F5B55AD}">
      <dgm:prSet/>
      <dgm:spPr/>
      <dgm:t>
        <a:bodyPr/>
        <a:lstStyle/>
        <a:p>
          <a:endParaRPr lang="en-US"/>
        </a:p>
      </dgm:t>
    </dgm:pt>
    <dgm:pt modelId="{C5D0B930-B7BA-4F8D-BBCC-2EB87C26E6E4}">
      <dgm:prSet/>
      <dgm:spPr>
        <a:solidFill>
          <a:schemeClr val="accent1"/>
        </a:solidFill>
      </dgm:spPr>
      <dgm:t>
        <a:bodyPr/>
        <a:lstStyle/>
        <a:p>
          <a:r>
            <a:rPr lang="en-US" dirty="0" err="1"/>
            <a:t>Obligación</a:t>
          </a:r>
          <a:r>
            <a:rPr lang="en-US" dirty="0"/>
            <a:t> de </a:t>
          </a:r>
          <a:r>
            <a:rPr lang="en-US" dirty="0" err="1"/>
            <a:t>Expedir</a:t>
          </a:r>
          <a:r>
            <a:rPr lang="en-US" dirty="0"/>
            <a:t> </a:t>
          </a:r>
          <a:r>
            <a:rPr lang="en-US" dirty="0" err="1"/>
            <a:t>Comprobantes</a:t>
          </a:r>
          <a:endParaRPr lang="en-US" dirty="0"/>
        </a:p>
      </dgm:t>
    </dgm:pt>
    <dgm:pt modelId="{038EAF9E-B9C7-436B-A778-EBE68A3F1C12}" type="parTrans" cxnId="{74141433-C501-406D-888E-423253D652E1}">
      <dgm:prSet/>
      <dgm:spPr/>
      <dgm:t>
        <a:bodyPr/>
        <a:lstStyle/>
        <a:p>
          <a:endParaRPr lang="en-US"/>
        </a:p>
      </dgm:t>
    </dgm:pt>
    <dgm:pt modelId="{A7710FC9-3E78-478E-9CFC-B8A738AA6E80}" type="sibTrans" cxnId="{74141433-C501-406D-888E-423253D652E1}">
      <dgm:prSet/>
      <dgm:spPr/>
      <dgm:t>
        <a:bodyPr/>
        <a:lstStyle/>
        <a:p>
          <a:endParaRPr lang="en-US"/>
        </a:p>
      </dgm:t>
    </dgm:pt>
    <dgm:pt modelId="{828756E0-99B2-4844-ADAA-B01D391C60D0}" type="pres">
      <dgm:prSet presAssocID="{A3D397B2-FABB-4F14-993B-898806CD8F37}" presName="diagram" presStyleCnt="0">
        <dgm:presLayoutVars>
          <dgm:chPref val="1"/>
          <dgm:dir/>
          <dgm:animOne val="branch"/>
          <dgm:animLvl val="lvl"/>
          <dgm:resizeHandles val="exact"/>
        </dgm:presLayoutVars>
      </dgm:prSet>
      <dgm:spPr/>
    </dgm:pt>
    <dgm:pt modelId="{328A6B8B-1612-4E96-8A90-989A15B92D13}" type="pres">
      <dgm:prSet presAssocID="{7F8D319A-D82F-4E7B-8125-BCCF37E6E313}" presName="root1" presStyleCnt="0"/>
      <dgm:spPr/>
    </dgm:pt>
    <dgm:pt modelId="{72E00E4A-A7C9-4C6C-A48A-9EE7007FB866}" type="pres">
      <dgm:prSet presAssocID="{7F8D319A-D82F-4E7B-8125-BCCF37E6E313}" presName="LevelOneTextNode" presStyleLbl="node0" presStyleIdx="0" presStyleCnt="1">
        <dgm:presLayoutVars>
          <dgm:chPref val="3"/>
        </dgm:presLayoutVars>
      </dgm:prSet>
      <dgm:spPr/>
    </dgm:pt>
    <dgm:pt modelId="{0DC0C47F-6808-4C88-90CB-4997F66886D9}" type="pres">
      <dgm:prSet presAssocID="{7F8D319A-D82F-4E7B-8125-BCCF37E6E313}" presName="level2hierChild" presStyleCnt="0"/>
      <dgm:spPr/>
    </dgm:pt>
    <dgm:pt modelId="{94F5E2E2-09DB-4D5D-A793-EB97C0AA4D99}" type="pres">
      <dgm:prSet presAssocID="{95F6F351-D52F-477C-B66C-F8992A509B1E}" presName="conn2-1" presStyleLbl="parChTrans1D2" presStyleIdx="0" presStyleCnt="2"/>
      <dgm:spPr/>
    </dgm:pt>
    <dgm:pt modelId="{62184D95-A4B3-44D6-BB50-52F7A448113A}" type="pres">
      <dgm:prSet presAssocID="{95F6F351-D52F-477C-B66C-F8992A509B1E}" presName="connTx" presStyleLbl="parChTrans1D2" presStyleIdx="0" presStyleCnt="2"/>
      <dgm:spPr/>
    </dgm:pt>
    <dgm:pt modelId="{64C64704-E917-401C-94C7-0B4CE1BAB21A}" type="pres">
      <dgm:prSet presAssocID="{490576AA-40CC-472F-B541-829CDCE5F1E0}" presName="root2" presStyleCnt="0"/>
      <dgm:spPr/>
    </dgm:pt>
    <dgm:pt modelId="{136085FE-9FC2-49E6-B7B0-DEFD9691EA75}" type="pres">
      <dgm:prSet presAssocID="{490576AA-40CC-472F-B541-829CDCE5F1E0}" presName="LevelTwoTextNode" presStyleLbl="node2" presStyleIdx="0" presStyleCnt="2">
        <dgm:presLayoutVars>
          <dgm:chPref val="3"/>
        </dgm:presLayoutVars>
      </dgm:prSet>
      <dgm:spPr/>
    </dgm:pt>
    <dgm:pt modelId="{3CEB4AA8-8381-411A-9C13-A2FF10DE3F8F}" type="pres">
      <dgm:prSet presAssocID="{490576AA-40CC-472F-B541-829CDCE5F1E0}" presName="level3hierChild" presStyleCnt="0"/>
      <dgm:spPr/>
    </dgm:pt>
    <dgm:pt modelId="{34C4AB68-35D4-4486-A4C5-CDEBC4D5CBE3}" type="pres">
      <dgm:prSet presAssocID="{91ACCEC8-DDBE-49C4-B0A7-A54D929307D0}" presName="conn2-1" presStyleLbl="parChTrans1D2" presStyleIdx="1" presStyleCnt="2"/>
      <dgm:spPr/>
    </dgm:pt>
    <dgm:pt modelId="{63D17F15-E721-4B40-B4F2-B783923642A7}" type="pres">
      <dgm:prSet presAssocID="{91ACCEC8-DDBE-49C4-B0A7-A54D929307D0}" presName="connTx" presStyleLbl="parChTrans1D2" presStyleIdx="1" presStyleCnt="2"/>
      <dgm:spPr/>
    </dgm:pt>
    <dgm:pt modelId="{176D1182-5DF7-44B1-B2A0-DE30021EBB25}" type="pres">
      <dgm:prSet presAssocID="{B243ED92-162B-4FC6-B7F7-3CE276940079}" presName="root2" presStyleCnt="0"/>
      <dgm:spPr/>
    </dgm:pt>
    <dgm:pt modelId="{0F8BD02A-E59A-4D91-A5BC-5EB6221E024C}" type="pres">
      <dgm:prSet presAssocID="{B243ED92-162B-4FC6-B7F7-3CE276940079}" presName="LevelTwoTextNode" presStyleLbl="node2" presStyleIdx="1" presStyleCnt="2">
        <dgm:presLayoutVars>
          <dgm:chPref val="3"/>
        </dgm:presLayoutVars>
      </dgm:prSet>
      <dgm:spPr/>
    </dgm:pt>
    <dgm:pt modelId="{E3E7FE32-9A0C-4309-9185-7BA602C6828D}" type="pres">
      <dgm:prSet presAssocID="{B243ED92-162B-4FC6-B7F7-3CE276940079}" presName="level3hierChild" presStyleCnt="0"/>
      <dgm:spPr/>
    </dgm:pt>
    <dgm:pt modelId="{FAEB78FE-AA23-4939-9B8A-F6073F39CFE7}" type="pres">
      <dgm:prSet presAssocID="{6ABB4461-0F9D-4AB6-84D8-70376BB0A531}" presName="conn2-1" presStyleLbl="parChTrans1D3" presStyleIdx="0" presStyleCnt="5"/>
      <dgm:spPr/>
    </dgm:pt>
    <dgm:pt modelId="{3CBF1AE5-CC1D-499B-9821-A9B933CCC218}" type="pres">
      <dgm:prSet presAssocID="{6ABB4461-0F9D-4AB6-84D8-70376BB0A531}" presName="connTx" presStyleLbl="parChTrans1D3" presStyleIdx="0" presStyleCnt="5"/>
      <dgm:spPr/>
    </dgm:pt>
    <dgm:pt modelId="{4E5211D4-067B-4DB6-9525-825675F20F63}" type="pres">
      <dgm:prSet presAssocID="{0A42F99A-335A-4C2E-A586-DAC7C3D8BE43}" presName="root2" presStyleCnt="0"/>
      <dgm:spPr/>
    </dgm:pt>
    <dgm:pt modelId="{8D84FDC1-5B56-44C4-9F57-FC3C8A6F41A7}" type="pres">
      <dgm:prSet presAssocID="{0A42F99A-335A-4C2E-A586-DAC7C3D8BE43}" presName="LevelTwoTextNode" presStyleLbl="node3" presStyleIdx="0" presStyleCnt="5">
        <dgm:presLayoutVars>
          <dgm:chPref val="3"/>
        </dgm:presLayoutVars>
      </dgm:prSet>
      <dgm:spPr/>
    </dgm:pt>
    <dgm:pt modelId="{B2F02522-7E99-4E05-85D4-0888754A50DF}" type="pres">
      <dgm:prSet presAssocID="{0A42F99A-335A-4C2E-A586-DAC7C3D8BE43}" presName="level3hierChild" presStyleCnt="0"/>
      <dgm:spPr/>
    </dgm:pt>
    <dgm:pt modelId="{CA21CD0B-BE31-4EF6-8567-1E50E46A607F}" type="pres">
      <dgm:prSet presAssocID="{088B76ED-AE8F-4966-962B-C5E10F9FC70B}" presName="conn2-1" presStyleLbl="parChTrans1D4" presStyleIdx="0" presStyleCnt="2"/>
      <dgm:spPr/>
    </dgm:pt>
    <dgm:pt modelId="{CCF9B855-BFEB-449A-BBDD-9990A4823EDF}" type="pres">
      <dgm:prSet presAssocID="{088B76ED-AE8F-4966-962B-C5E10F9FC70B}" presName="connTx" presStyleLbl="parChTrans1D4" presStyleIdx="0" presStyleCnt="2"/>
      <dgm:spPr/>
    </dgm:pt>
    <dgm:pt modelId="{AF014C65-1A79-49D9-BEE2-20B4B987A4B7}" type="pres">
      <dgm:prSet presAssocID="{023AC15B-5711-431B-B06A-9F5D06CADAE8}" presName="root2" presStyleCnt="0"/>
      <dgm:spPr/>
    </dgm:pt>
    <dgm:pt modelId="{AB3E014C-3867-473D-BEF9-33F62C037057}" type="pres">
      <dgm:prSet presAssocID="{023AC15B-5711-431B-B06A-9F5D06CADAE8}" presName="LevelTwoTextNode" presStyleLbl="node4" presStyleIdx="0" presStyleCnt="2">
        <dgm:presLayoutVars>
          <dgm:chPref val="3"/>
        </dgm:presLayoutVars>
      </dgm:prSet>
      <dgm:spPr/>
    </dgm:pt>
    <dgm:pt modelId="{9A4E4A42-4984-40F2-B526-09D189731594}" type="pres">
      <dgm:prSet presAssocID="{023AC15B-5711-431B-B06A-9F5D06CADAE8}" presName="level3hierChild" presStyleCnt="0"/>
      <dgm:spPr/>
    </dgm:pt>
    <dgm:pt modelId="{850DE06D-1119-4B72-AE6B-67EDAF57A8AA}" type="pres">
      <dgm:prSet presAssocID="{038EAF9E-B9C7-436B-A778-EBE68A3F1C12}" presName="conn2-1" presStyleLbl="parChTrans1D4" presStyleIdx="1" presStyleCnt="2"/>
      <dgm:spPr/>
    </dgm:pt>
    <dgm:pt modelId="{B801D4D7-1267-4B10-B717-39972CD25853}" type="pres">
      <dgm:prSet presAssocID="{038EAF9E-B9C7-436B-A778-EBE68A3F1C12}" presName="connTx" presStyleLbl="parChTrans1D4" presStyleIdx="1" presStyleCnt="2"/>
      <dgm:spPr/>
    </dgm:pt>
    <dgm:pt modelId="{FD0DB3AA-8958-407B-B4B5-DB72EE572B7D}" type="pres">
      <dgm:prSet presAssocID="{C5D0B930-B7BA-4F8D-BBCC-2EB87C26E6E4}" presName="root2" presStyleCnt="0"/>
      <dgm:spPr/>
    </dgm:pt>
    <dgm:pt modelId="{2838AF1F-373E-4B03-83C7-8DF11AA67F7C}" type="pres">
      <dgm:prSet presAssocID="{C5D0B930-B7BA-4F8D-BBCC-2EB87C26E6E4}" presName="LevelTwoTextNode" presStyleLbl="node4" presStyleIdx="1" presStyleCnt="2">
        <dgm:presLayoutVars>
          <dgm:chPref val="3"/>
        </dgm:presLayoutVars>
      </dgm:prSet>
      <dgm:spPr/>
    </dgm:pt>
    <dgm:pt modelId="{ED5F3E08-DAEF-49E1-B9F9-A19ED3A698B4}" type="pres">
      <dgm:prSet presAssocID="{C5D0B930-B7BA-4F8D-BBCC-2EB87C26E6E4}" presName="level3hierChild" presStyleCnt="0"/>
      <dgm:spPr/>
    </dgm:pt>
    <dgm:pt modelId="{B4F5D24D-26F6-4174-B7CA-8180627C0A63}" type="pres">
      <dgm:prSet presAssocID="{E8381612-484A-44C3-8FA3-287858F423D6}" presName="conn2-1" presStyleLbl="parChTrans1D3" presStyleIdx="1" presStyleCnt="5"/>
      <dgm:spPr/>
    </dgm:pt>
    <dgm:pt modelId="{F150EB33-87E2-4674-B402-DE60BDBDC9D5}" type="pres">
      <dgm:prSet presAssocID="{E8381612-484A-44C3-8FA3-287858F423D6}" presName="connTx" presStyleLbl="parChTrans1D3" presStyleIdx="1" presStyleCnt="5"/>
      <dgm:spPr/>
    </dgm:pt>
    <dgm:pt modelId="{68131C5F-EF53-42B5-A773-97B9706E5E6C}" type="pres">
      <dgm:prSet presAssocID="{2F1104F4-AE9F-4165-B9C6-A4B3098C2A08}" presName="root2" presStyleCnt="0"/>
      <dgm:spPr/>
    </dgm:pt>
    <dgm:pt modelId="{CA9EBAEC-3658-45B6-B28C-5C2ECE7DAE8E}" type="pres">
      <dgm:prSet presAssocID="{2F1104F4-AE9F-4165-B9C6-A4B3098C2A08}" presName="LevelTwoTextNode" presStyleLbl="node3" presStyleIdx="1" presStyleCnt="5">
        <dgm:presLayoutVars>
          <dgm:chPref val="3"/>
        </dgm:presLayoutVars>
      </dgm:prSet>
      <dgm:spPr/>
    </dgm:pt>
    <dgm:pt modelId="{46CFC3AF-2C57-4B9E-A30B-504DBB1BF862}" type="pres">
      <dgm:prSet presAssocID="{2F1104F4-AE9F-4165-B9C6-A4B3098C2A08}" presName="level3hierChild" presStyleCnt="0"/>
      <dgm:spPr/>
    </dgm:pt>
    <dgm:pt modelId="{C84A1447-0C3E-4BAF-83BC-E974B54DB9B4}" type="pres">
      <dgm:prSet presAssocID="{A5C35D08-B7FA-4128-81A6-F7990B066B6A}" presName="conn2-1" presStyleLbl="parChTrans1D3" presStyleIdx="2" presStyleCnt="5"/>
      <dgm:spPr/>
    </dgm:pt>
    <dgm:pt modelId="{6CFEA139-0D5D-47C1-A065-6E5D35809FC7}" type="pres">
      <dgm:prSet presAssocID="{A5C35D08-B7FA-4128-81A6-F7990B066B6A}" presName="connTx" presStyleLbl="parChTrans1D3" presStyleIdx="2" presStyleCnt="5"/>
      <dgm:spPr/>
    </dgm:pt>
    <dgm:pt modelId="{C0E9713F-4A36-4382-A594-55D91AFAEC5F}" type="pres">
      <dgm:prSet presAssocID="{878AE303-35A5-4425-8E85-88F1F0826D41}" presName="root2" presStyleCnt="0"/>
      <dgm:spPr/>
    </dgm:pt>
    <dgm:pt modelId="{EE4A8670-57F5-41B3-A4FB-4AC731BA8052}" type="pres">
      <dgm:prSet presAssocID="{878AE303-35A5-4425-8E85-88F1F0826D41}" presName="LevelTwoTextNode" presStyleLbl="node3" presStyleIdx="2" presStyleCnt="5">
        <dgm:presLayoutVars>
          <dgm:chPref val="3"/>
        </dgm:presLayoutVars>
      </dgm:prSet>
      <dgm:spPr/>
    </dgm:pt>
    <dgm:pt modelId="{9B7A311D-A4E8-43D3-86C4-ED4E28BA5993}" type="pres">
      <dgm:prSet presAssocID="{878AE303-35A5-4425-8E85-88F1F0826D41}" presName="level3hierChild" presStyleCnt="0"/>
      <dgm:spPr/>
    </dgm:pt>
    <dgm:pt modelId="{A42616FE-3088-4AF0-9470-E9B4E5C3B16A}" type="pres">
      <dgm:prSet presAssocID="{4AB3C3E5-E530-4F0B-A650-B4E7AED48B3C}" presName="conn2-1" presStyleLbl="parChTrans1D3" presStyleIdx="3" presStyleCnt="5"/>
      <dgm:spPr/>
    </dgm:pt>
    <dgm:pt modelId="{E2808598-969A-4B08-9234-6AC4BB3CD21D}" type="pres">
      <dgm:prSet presAssocID="{4AB3C3E5-E530-4F0B-A650-B4E7AED48B3C}" presName="connTx" presStyleLbl="parChTrans1D3" presStyleIdx="3" presStyleCnt="5"/>
      <dgm:spPr/>
    </dgm:pt>
    <dgm:pt modelId="{01B092DE-B142-42B3-BACD-D8102FB682BE}" type="pres">
      <dgm:prSet presAssocID="{0C2ED750-A883-47F8-875B-48073BDF99E5}" presName="root2" presStyleCnt="0"/>
      <dgm:spPr/>
    </dgm:pt>
    <dgm:pt modelId="{43960E9F-0267-4B43-A81D-02425CE83555}" type="pres">
      <dgm:prSet presAssocID="{0C2ED750-A883-47F8-875B-48073BDF99E5}" presName="LevelTwoTextNode" presStyleLbl="node3" presStyleIdx="3" presStyleCnt="5">
        <dgm:presLayoutVars>
          <dgm:chPref val="3"/>
        </dgm:presLayoutVars>
      </dgm:prSet>
      <dgm:spPr/>
    </dgm:pt>
    <dgm:pt modelId="{048B8D68-0442-46B6-9896-ECA2491E9E92}" type="pres">
      <dgm:prSet presAssocID="{0C2ED750-A883-47F8-875B-48073BDF99E5}" presName="level3hierChild" presStyleCnt="0"/>
      <dgm:spPr/>
    </dgm:pt>
    <dgm:pt modelId="{33A436E9-5838-4820-8C51-C5F5062AD3E1}" type="pres">
      <dgm:prSet presAssocID="{1577D486-21DF-4D01-B255-C688E6AA33CD}" presName="conn2-1" presStyleLbl="parChTrans1D3" presStyleIdx="4" presStyleCnt="5"/>
      <dgm:spPr/>
    </dgm:pt>
    <dgm:pt modelId="{F65CC65C-46A3-498D-988B-3F4F68BBA780}" type="pres">
      <dgm:prSet presAssocID="{1577D486-21DF-4D01-B255-C688E6AA33CD}" presName="connTx" presStyleLbl="parChTrans1D3" presStyleIdx="4" presStyleCnt="5"/>
      <dgm:spPr/>
    </dgm:pt>
    <dgm:pt modelId="{1F039523-1F2E-46AB-A560-5F0E3E7A5BA8}" type="pres">
      <dgm:prSet presAssocID="{48765278-867F-417F-9173-59A79A26A8D1}" presName="root2" presStyleCnt="0"/>
      <dgm:spPr/>
    </dgm:pt>
    <dgm:pt modelId="{EC91A09B-5864-4FDA-B436-48A5B23BA6CB}" type="pres">
      <dgm:prSet presAssocID="{48765278-867F-417F-9173-59A79A26A8D1}" presName="LevelTwoTextNode" presStyleLbl="node3" presStyleIdx="4" presStyleCnt="5">
        <dgm:presLayoutVars>
          <dgm:chPref val="3"/>
        </dgm:presLayoutVars>
      </dgm:prSet>
      <dgm:spPr/>
    </dgm:pt>
    <dgm:pt modelId="{737BB8EF-18C0-4A08-AC20-8BDFDCF2E4E3}" type="pres">
      <dgm:prSet presAssocID="{48765278-867F-417F-9173-59A79A26A8D1}" presName="level3hierChild" presStyleCnt="0"/>
      <dgm:spPr/>
    </dgm:pt>
  </dgm:ptLst>
  <dgm:cxnLst>
    <dgm:cxn modelId="{B33CAD02-F7FF-834C-BCC3-7318E86EA1EE}" type="presOf" srcId="{1577D486-21DF-4D01-B255-C688E6AA33CD}" destId="{33A436E9-5838-4820-8C51-C5F5062AD3E1}" srcOrd="0" destOrd="0" presId="urn:microsoft.com/office/officeart/2005/8/layout/hierarchy2"/>
    <dgm:cxn modelId="{517AF602-7F5F-4AB2-B0B9-D6B6E02D9991}" srcId="{B243ED92-162B-4FC6-B7F7-3CE276940079}" destId="{878AE303-35A5-4425-8E85-88F1F0826D41}" srcOrd="2" destOrd="0" parTransId="{A5C35D08-B7FA-4128-81A6-F7990B066B6A}" sibTransId="{05069F5C-0EF4-4788-9F9D-121E11AF6B52}"/>
    <dgm:cxn modelId="{77D91207-D87D-E447-9B0B-805D2CBB1BC2}" type="presOf" srcId="{038EAF9E-B9C7-436B-A778-EBE68A3F1C12}" destId="{B801D4D7-1267-4B10-B717-39972CD25853}" srcOrd="1" destOrd="0" presId="urn:microsoft.com/office/officeart/2005/8/layout/hierarchy2"/>
    <dgm:cxn modelId="{A0177308-27C7-FF45-9F75-BA9EDFA277B7}" type="presOf" srcId="{7F8D319A-D82F-4E7B-8125-BCCF37E6E313}" destId="{72E00E4A-A7C9-4C6C-A48A-9EE7007FB866}" srcOrd="0" destOrd="0" presId="urn:microsoft.com/office/officeart/2005/8/layout/hierarchy2"/>
    <dgm:cxn modelId="{995EB910-8EF1-DA47-AF4F-3B12CE3EE49C}" type="presOf" srcId="{4AB3C3E5-E530-4F0B-A650-B4E7AED48B3C}" destId="{E2808598-969A-4B08-9234-6AC4BB3CD21D}" srcOrd="1" destOrd="0" presId="urn:microsoft.com/office/officeart/2005/8/layout/hierarchy2"/>
    <dgm:cxn modelId="{4EC19A15-787E-7A41-95D7-F369A9535FF4}" type="presOf" srcId="{4AB3C3E5-E530-4F0B-A650-B4E7AED48B3C}" destId="{A42616FE-3088-4AF0-9470-E9B4E5C3B16A}" srcOrd="0" destOrd="0" presId="urn:microsoft.com/office/officeart/2005/8/layout/hierarchy2"/>
    <dgm:cxn modelId="{53D36118-9D37-CA4A-AA87-68368D061744}" type="presOf" srcId="{C5D0B930-B7BA-4F8D-BBCC-2EB87C26E6E4}" destId="{2838AF1F-373E-4B03-83C7-8DF11AA67F7C}" srcOrd="0" destOrd="0" presId="urn:microsoft.com/office/officeart/2005/8/layout/hierarchy2"/>
    <dgm:cxn modelId="{81423829-04C6-482A-87F0-7D7F1F5B55AD}" srcId="{0A42F99A-335A-4C2E-A586-DAC7C3D8BE43}" destId="{023AC15B-5711-431B-B06A-9F5D06CADAE8}" srcOrd="0" destOrd="0" parTransId="{088B76ED-AE8F-4966-962B-C5E10F9FC70B}" sibTransId="{2566905B-0A3E-49FC-8370-44955B8A8570}"/>
    <dgm:cxn modelId="{DE16D929-1C48-4D8F-837F-E22887826BEE}" srcId="{A3D397B2-FABB-4F14-993B-898806CD8F37}" destId="{7F8D319A-D82F-4E7B-8125-BCCF37E6E313}" srcOrd="0" destOrd="0" parTransId="{B410723E-6F14-4B96-9863-09E1345AD057}" sibTransId="{2046DA9B-0794-4799-914A-38057DB0DDFE}"/>
    <dgm:cxn modelId="{536C532F-A9D2-9947-90CE-77F1571BFD3B}" type="presOf" srcId="{91ACCEC8-DDBE-49C4-B0A7-A54D929307D0}" destId="{34C4AB68-35D4-4486-A4C5-CDEBC4D5CBE3}" srcOrd="0" destOrd="0" presId="urn:microsoft.com/office/officeart/2005/8/layout/hierarchy2"/>
    <dgm:cxn modelId="{13833F30-1409-E14F-8209-B7535EE3F7FB}" type="presOf" srcId="{490576AA-40CC-472F-B541-829CDCE5F1E0}" destId="{136085FE-9FC2-49E6-B7B0-DEFD9691EA75}" srcOrd="0" destOrd="0" presId="urn:microsoft.com/office/officeart/2005/8/layout/hierarchy2"/>
    <dgm:cxn modelId="{74141433-C501-406D-888E-423253D652E1}" srcId="{023AC15B-5711-431B-B06A-9F5D06CADAE8}" destId="{C5D0B930-B7BA-4F8D-BBCC-2EB87C26E6E4}" srcOrd="0" destOrd="0" parTransId="{038EAF9E-B9C7-436B-A778-EBE68A3F1C12}" sibTransId="{A7710FC9-3E78-478E-9CFC-B8A738AA6E80}"/>
    <dgm:cxn modelId="{AA9AD333-7396-0C44-8383-B3BA6FB80216}" type="presOf" srcId="{6ABB4461-0F9D-4AB6-84D8-70376BB0A531}" destId="{FAEB78FE-AA23-4939-9B8A-F6073F39CFE7}" srcOrd="0" destOrd="0" presId="urn:microsoft.com/office/officeart/2005/8/layout/hierarchy2"/>
    <dgm:cxn modelId="{CBA2953A-89D6-4F9A-B10F-908BECA6BF45}" srcId="{B243ED92-162B-4FC6-B7F7-3CE276940079}" destId="{48765278-867F-417F-9173-59A79A26A8D1}" srcOrd="4" destOrd="0" parTransId="{1577D486-21DF-4D01-B255-C688E6AA33CD}" sibTransId="{E44F0864-600D-41AA-8169-E780C9566E3B}"/>
    <dgm:cxn modelId="{062B8A3B-3A1B-F349-99EB-633121E71473}" type="presOf" srcId="{95F6F351-D52F-477C-B66C-F8992A509B1E}" destId="{62184D95-A4B3-44D6-BB50-52F7A448113A}" srcOrd="1" destOrd="0" presId="urn:microsoft.com/office/officeart/2005/8/layout/hierarchy2"/>
    <dgm:cxn modelId="{D19BF73B-5699-7D48-B9E9-962E7EC91704}" type="presOf" srcId="{A5C35D08-B7FA-4128-81A6-F7990B066B6A}" destId="{C84A1447-0C3E-4BAF-83BC-E974B54DB9B4}" srcOrd="0" destOrd="0" presId="urn:microsoft.com/office/officeart/2005/8/layout/hierarchy2"/>
    <dgm:cxn modelId="{DC01E14B-2651-9144-96FA-AF4628F6517E}" type="presOf" srcId="{A3D397B2-FABB-4F14-993B-898806CD8F37}" destId="{828756E0-99B2-4844-ADAA-B01D391C60D0}" srcOrd="0" destOrd="0" presId="urn:microsoft.com/office/officeart/2005/8/layout/hierarchy2"/>
    <dgm:cxn modelId="{7D98AC55-3ADD-234F-B478-69B726FB3B69}" type="presOf" srcId="{E8381612-484A-44C3-8FA3-287858F423D6}" destId="{F150EB33-87E2-4674-B402-DE60BDBDC9D5}" srcOrd="1" destOrd="0" presId="urn:microsoft.com/office/officeart/2005/8/layout/hierarchy2"/>
    <dgm:cxn modelId="{2A11E259-188D-1F49-8BCB-A018959CF5C2}" type="presOf" srcId="{E8381612-484A-44C3-8FA3-287858F423D6}" destId="{B4F5D24D-26F6-4174-B7CA-8180627C0A63}" srcOrd="0" destOrd="0" presId="urn:microsoft.com/office/officeart/2005/8/layout/hierarchy2"/>
    <dgm:cxn modelId="{CAAFA462-40B3-EA44-834E-0A97C6B57090}" type="presOf" srcId="{48765278-867F-417F-9173-59A79A26A8D1}" destId="{EC91A09B-5864-4FDA-B436-48A5B23BA6CB}" srcOrd="0" destOrd="0" presId="urn:microsoft.com/office/officeart/2005/8/layout/hierarchy2"/>
    <dgm:cxn modelId="{8EB82077-E999-1542-9F54-56348884E407}" type="presOf" srcId="{023AC15B-5711-431B-B06A-9F5D06CADAE8}" destId="{AB3E014C-3867-473D-BEF9-33F62C037057}" srcOrd="0" destOrd="0" presId="urn:microsoft.com/office/officeart/2005/8/layout/hierarchy2"/>
    <dgm:cxn modelId="{CC1D8780-ED34-448A-A1DF-B3E6AF6FED93}" srcId="{B243ED92-162B-4FC6-B7F7-3CE276940079}" destId="{0A42F99A-335A-4C2E-A586-DAC7C3D8BE43}" srcOrd="0" destOrd="0" parTransId="{6ABB4461-0F9D-4AB6-84D8-70376BB0A531}" sibTransId="{735D65B0-F26E-486D-A8E1-4BCEAF44FC9D}"/>
    <dgm:cxn modelId="{96F8B086-9E2B-B04B-81C9-79007CB2E075}" type="presOf" srcId="{B243ED92-162B-4FC6-B7F7-3CE276940079}" destId="{0F8BD02A-E59A-4D91-A5BC-5EB6221E024C}" srcOrd="0" destOrd="0" presId="urn:microsoft.com/office/officeart/2005/8/layout/hierarchy2"/>
    <dgm:cxn modelId="{8DE45088-251C-1F41-B34A-65A6970FF800}" type="presOf" srcId="{0A42F99A-335A-4C2E-A586-DAC7C3D8BE43}" destId="{8D84FDC1-5B56-44C4-9F57-FC3C8A6F41A7}" srcOrd="0" destOrd="0" presId="urn:microsoft.com/office/officeart/2005/8/layout/hierarchy2"/>
    <dgm:cxn modelId="{643D749C-9C49-4F40-A689-12F0401524CC}" type="presOf" srcId="{0C2ED750-A883-47F8-875B-48073BDF99E5}" destId="{43960E9F-0267-4B43-A81D-02425CE83555}" srcOrd="0" destOrd="0" presId="urn:microsoft.com/office/officeart/2005/8/layout/hierarchy2"/>
    <dgm:cxn modelId="{16BE8FA5-63E8-3345-9E3D-3F803BCE35B1}" type="presOf" srcId="{1577D486-21DF-4D01-B255-C688E6AA33CD}" destId="{F65CC65C-46A3-498D-988B-3F4F68BBA780}" srcOrd="1" destOrd="0" presId="urn:microsoft.com/office/officeart/2005/8/layout/hierarchy2"/>
    <dgm:cxn modelId="{384C3FAE-36FC-E64D-9ED6-533647108E50}" type="presOf" srcId="{6ABB4461-0F9D-4AB6-84D8-70376BB0A531}" destId="{3CBF1AE5-CC1D-499B-9821-A9B933CCC218}" srcOrd="1" destOrd="0" presId="urn:microsoft.com/office/officeart/2005/8/layout/hierarchy2"/>
    <dgm:cxn modelId="{AA1B2CBB-81CE-5144-803B-D8B4D69F4880}" type="presOf" srcId="{088B76ED-AE8F-4966-962B-C5E10F9FC70B}" destId="{CCF9B855-BFEB-449A-BBDD-9990A4823EDF}" srcOrd="1" destOrd="0" presId="urn:microsoft.com/office/officeart/2005/8/layout/hierarchy2"/>
    <dgm:cxn modelId="{A9F551C6-3B39-7A4B-97EC-247FC4753FDF}" type="presOf" srcId="{038EAF9E-B9C7-436B-A778-EBE68A3F1C12}" destId="{850DE06D-1119-4B72-AE6B-67EDAF57A8AA}" srcOrd="0" destOrd="0" presId="urn:microsoft.com/office/officeart/2005/8/layout/hierarchy2"/>
    <dgm:cxn modelId="{24607EC9-01BC-9F4A-B92E-E9A4E1781F61}" type="presOf" srcId="{2F1104F4-AE9F-4165-B9C6-A4B3098C2A08}" destId="{CA9EBAEC-3658-45B6-B28C-5C2ECE7DAE8E}" srcOrd="0" destOrd="0" presId="urn:microsoft.com/office/officeart/2005/8/layout/hierarchy2"/>
    <dgm:cxn modelId="{609018CF-B7C6-4078-BCF9-B7AB630C988E}" srcId="{B243ED92-162B-4FC6-B7F7-3CE276940079}" destId="{0C2ED750-A883-47F8-875B-48073BDF99E5}" srcOrd="3" destOrd="0" parTransId="{4AB3C3E5-E530-4F0B-A650-B4E7AED48B3C}" sibTransId="{7B23AEAE-FA31-49C6-AD14-06B221A40554}"/>
    <dgm:cxn modelId="{DD269ECF-4030-104C-86A1-3FDBAA71EDEC}" type="presOf" srcId="{91ACCEC8-DDBE-49C4-B0A7-A54D929307D0}" destId="{63D17F15-E721-4B40-B4F2-B783923642A7}" srcOrd="1" destOrd="0" presId="urn:microsoft.com/office/officeart/2005/8/layout/hierarchy2"/>
    <dgm:cxn modelId="{ACDCF9D0-7006-A04B-A42F-BDBEB68FFA27}" type="presOf" srcId="{088B76ED-AE8F-4966-962B-C5E10F9FC70B}" destId="{CA21CD0B-BE31-4EF6-8567-1E50E46A607F}" srcOrd="0" destOrd="0" presId="urn:microsoft.com/office/officeart/2005/8/layout/hierarchy2"/>
    <dgm:cxn modelId="{71733AE3-D84D-A742-9581-249B9C528E6A}" type="presOf" srcId="{95F6F351-D52F-477C-B66C-F8992A509B1E}" destId="{94F5E2E2-09DB-4D5D-A793-EB97C0AA4D99}" srcOrd="0" destOrd="0" presId="urn:microsoft.com/office/officeart/2005/8/layout/hierarchy2"/>
    <dgm:cxn modelId="{CE708CE9-08DD-402C-8BA8-F1DA27944059}" srcId="{B243ED92-162B-4FC6-B7F7-3CE276940079}" destId="{2F1104F4-AE9F-4165-B9C6-A4B3098C2A08}" srcOrd="1" destOrd="0" parTransId="{E8381612-484A-44C3-8FA3-287858F423D6}" sibTransId="{8C3AB0AF-9909-4401-B9D9-2CEA8B0C5F0A}"/>
    <dgm:cxn modelId="{8BDC41EC-B8FE-944D-89F2-C7469303EF95}" type="presOf" srcId="{878AE303-35A5-4425-8E85-88F1F0826D41}" destId="{EE4A8670-57F5-41B3-A4FB-4AC731BA8052}" srcOrd="0" destOrd="0" presId="urn:microsoft.com/office/officeart/2005/8/layout/hierarchy2"/>
    <dgm:cxn modelId="{042986F1-0B08-4F7A-9F02-07D564145858}" srcId="{7F8D319A-D82F-4E7B-8125-BCCF37E6E313}" destId="{490576AA-40CC-472F-B541-829CDCE5F1E0}" srcOrd="0" destOrd="0" parTransId="{95F6F351-D52F-477C-B66C-F8992A509B1E}" sibTransId="{52C96669-49A9-49F6-9F19-8B084CA97B42}"/>
    <dgm:cxn modelId="{F93F97FA-28BA-D441-B90C-D1AA31118166}" type="presOf" srcId="{A5C35D08-B7FA-4128-81A6-F7990B066B6A}" destId="{6CFEA139-0D5D-47C1-A065-6E5D35809FC7}" srcOrd="1" destOrd="0" presId="urn:microsoft.com/office/officeart/2005/8/layout/hierarchy2"/>
    <dgm:cxn modelId="{D4F2E4FD-0B13-4D37-BA9B-FA2F1685940F}" srcId="{7F8D319A-D82F-4E7B-8125-BCCF37E6E313}" destId="{B243ED92-162B-4FC6-B7F7-3CE276940079}" srcOrd="1" destOrd="0" parTransId="{91ACCEC8-DDBE-49C4-B0A7-A54D929307D0}" sibTransId="{8CFF002A-B47F-4C3E-BECC-97CB838AE9FA}"/>
    <dgm:cxn modelId="{BA9652F6-6A28-DA45-969D-A28BF2D217EF}" type="presParOf" srcId="{828756E0-99B2-4844-ADAA-B01D391C60D0}" destId="{328A6B8B-1612-4E96-8A90-989A15B92D13}" srcOrd="0" destOrd="0" presId="urn:microsoft.com/office/officeart/2005/8/layout/hierarchy2"/>
    <dgm:cxn modelId="{239217DD-054E-B147-88C1-86DFFFA0D805}" type="presParOf" srcId="{328A6B8B-1612-4E96-8A90-989A15B92D13}" destId="{72E00E4A-A7C9-4C6C-A48A-9EE7007FB866}" srcOrd="0" destOrd="0" presId="urn:microsoft.com/office/officeart/2005/8/layout/hierarchy2"/>
    <dgm:cxn modelId="{22CE947C-1AD4-9347-8578-7B34F413BE5A}" type="presParOf" srcId="{328A6B8B-1612-4E96-8A90-989A15B92D13}" destId="{0DC0C47F-6808-4C88-90CB-4997F66886D9}" srcOrd="1" destOrd="0" presId="urn:microsoft.com/office/officeart/2005/8/layout/hierarchy2"/>
    <dgm:cxn modelId="{D29DB220-8F45-D148-AAAC-02751671A95D}" type="presParOf" srcId="{0DC0C47F-6808-4C88-90CB-4997F66886D9}" destId="{94F5E2E2-09DB-4D5D-A793-EB97C0AA4D99}" srcOrd="0" destOrd="0" presId="urn:microsoft.com/office/officeart/2005/8/layout/hierarchy2"/>
    <dgm:cxn modelId="{191DF41B-07DC-0040-BA7B-A38215F0F312}" type="presParOf" srcId="{94F5E2E2-09DB-4D5D-A793-EB97C0AA4D99}" destId="{62184D95-A4B3-44D6-BB50-52F7A448113A}" srcOrd="0" destOrd="0" presId="urn:microsoft.com/office/officeart/2005/8/layout/hierarchy2"/>
    <dgm:cxn modelId="{B566EC29-CE47-744C-89ED-5B7F90F94E8D}" type="presParOf" srcId="{0DC0C47F-6808-4C88-90CB-4997F66886D9}" destId="{64C64704-E917-401C-94C7-0B4CE1BAB21A}" srcOrd="1" destOrd="0" presId="urn:microsoft.com/office/officeart/2005/8/layout/hierarchy2"/>
    <dgm:cxn modelId="{8C7F8132-C76F-4243-8880-5F6C5C10E7AA}" type="presParOf" srcId="{64C64704-E917-401C-94C7-0B4CE1BAB21A}" destId="{136085FE-9FC2-49E6-B7B0-DEFD9691EA75}" srcOrd="0" destOrd="0" presId="urn:microsoft.com/office/officeart/2005/8/layout/hierarchy2"/>
    <dgm:cxn modelId="{3D29A8AC-AE18-4D4E-B762-7243DECFCE7C}" type="presParOf" srcId="{64C64704-E917-401C-94C7-0B4CE1BAB21A}" destId="{3CEB4AA8-8381-411A-9C13-A2FF10DE3F8F}" srcOrd="1" destOrd="0" presId="urn:microsoft.com/office/officeart/2005/8/layout/hierarchy2"/>
    <dgm:cxn modelId="{DA5D716A-18EA-F142-BB6F-20584ECDBE33}" type="presParOf" srcId="{0DC0C47F-6808-4C88-90CB-4997F66886D9}" destId="{34C4AB68-35D4-4486-A4C5-CDEBC4D5CBE3}" srcOrd="2" destOrd="0" presId="urn:microsoft.com/office/officeart/2005/8/layout/hierarchy2"/>
    <dgm:cxn modelId="{375AB4BC-7D5C-5641-AB05-508A28C1AD16}" type="presParOf" srcId="{34C4AB68-35D4-4486-A4C5-CDEBC4D5CBE3}" destId="{63D17F15-E721-4B40-B4F2-B783923642A7}" srcOrd="0" destOrd="0" presId="urn:microsoft.com/office/officeart/2005/8/layout/hierarchy2"/>
    <dgm:cxn modelId="{8A53F0D6-DC43-134F-AEE5-2D710C7D9EBC}" type="presParOf" srcId="{0DC0C47F-6808-4C88-90CB-4997F66886D9}" destId="{176D1182-5DF7-44B1-B2A0-DE30021EBB25}" srcOrd="3" destOrd="0" presId="urn:microsoft.com/office/officeart/2005/8/layout/hierarchy2"/>
    <dgm:cxn modelId="{65184AD1-70D0-5245-A6C7-E34060A74BCE}" type="presParOf" srcId="{176D1182-5DF7-44B1-B2A0-DE30021EBB25}" destId="{0F8BD02A-E59A-4D91-A5BC-5EB6221E024C}" srcOrd="0" destOrd="0" presId="urn:microsoft.com/office/officeart/2005/8/layout/hierarchy2"/>
    <dgm:cxn modelId="{598E6897-50F3-7F49-821B-5D7A64C222E7}" type="presParOf" srcId="{176D1182-5DF7-44B1-B2A0-DE30021EBB25}" destId="{E3E7FE32-9A0C-4309-9185-7BA602C6828D}" srcOrd="1" destOrd="0" presId="urn:microsoft.com/office/officeart/2005/8/layout/hierarchy2"/>
    <dgm:cxn modelId="{008A84BA-BF08-8041-9FD2-DA2E18870E37}" type="presParOf" srcId="{E3E7FE32-9A0C-4309-9185-7BA602C6828D}" destId="{FAEB78FE-AA23-4939-9B8A-F6073F39CFE7}" srcOrd="0" destOrd="0" presId="urn:microsoft.com/office/officeart/2005/8/layout/hierarchy2"/>
    <dgm:cxn modelId="{6DF652FA-3211-4547-B216-65989CDE3C76}" type="presParOf" srcId="{FAEB78FE-AA23-4939-9B8A-F6073F39CFE7}" destId="{3CBF1AE5-CC1D-499B-9821-A9B933CCC218}" srcOrd="0" destOrd="0" presId="urn:microsoft.com/office/officeart/2005/8/layout/hierarchy2"/>
    <dgm:cxn modelId="{01CC6C91-65E9-6D45-AA87-DF8BE696BF9B}" type="presParOf" srcId="{E3E7FE32-9A0C-4309-9185-7BA602C6828D}" destId="{4E5211D4-067B-4DB6-9525-825675F20F63}" srcOrd="1" destOrd="0" presId="urn:microsoft.com/office/officeart/2005/8/layout/hierarchy2"/>
    <dgm:cxn modelId="{28C230DE-15CB-564A-8AF1-EA4BF22E1B97}" type="presParOf" srcId="{4E5211D4-067B-4DB6-9525-825675F20F63}" destId="{8D84FDC1-5B56-44C4-9F57-FC3C8A6F41A7}" srcOrd="0" destOrd="0" presId="urn:microsoft.com/office/officeart/2005/8/layout/hierarchy2"/>
    <dgm:cxn modelId="{7CDE9E3D-2C6E-6443-961B-799D33C52656}" type="presParOf" srcId="{4E5211D4-067B-4DB6-9525-825675F20F63}" destId="{B2F02522-7E99-4E05-85D4-0888754A50DF}" srcOrd="1" destOrd="0" presId="urn:microsoft.com/office/officeart/2005/8/layout/hierarchy2"/>
    <dgm:cxn modelId="{BA5B9450-DEC3-9D4D-B956-551A29D7EFB9}" type="presParOf" srcId="{B2F02522-7E99-4E05-85D4-0888754A50DF}" destId="{CA21CD0B-BE31-4EF6-8567-1E50E46A607F}" srcOrd="0" destOrd="0" presId="urn:microsoft.com/office/officeart/2005/8/layout/hierarchy2"/>
    <dgm:cxn modelId="{1A1639EE-0214-4545-AF6D-D87D7EB8392C}" type="presParOf" srcId="{CA21CD0B-BE31-4EF6-8567-1E50E46A607F}" destId="{CCF9B855-BFEB-449A-BBDD-9990A4823EDF}" srcOrd="0" destOrd="0" presId="urn:microsoft.com/office/officeart/2005/8/layout/hierarchy2"/>
    <dgm:cxn modelId="{9E474B76-2163-574F-8760-98D6140D8121}" type="presParOf" srcId="{B2F02522-7E99-4E05-85D4-0888754A50DF}" destId="{AF014C65-1A79-49D9-BEE2-20B4B987A4B7}" srcOrd="1" destOrd="0" presId="urn:microsoft.com/office/officeart/2005/8/layout/hierarchy2"/>
    <dgm:cxn modelId="{2F457A11-89B8-F94D-8A4E-8414F71AAE64}" type="presParOf" srcId="{AF014C65-1A79-49D9-BEE2-20B4B987A4B7}" destId="{AB3E014C-3867-473D-BEF9-33F62C037057}" srcOrd="0" destOrd="0" presId="urn:microsoft.com/office/officeart/2005/8/layout/hierarchy2"/>
    <dgm:cxn modelId="{4FB55F34-3B34-294D-984A-DFBD6ABF9654}" type="presParOf" srcId="{AF014C65-1A79-49D9-BEE2-20B4B987A4B7}" destId="{9A4E4A42-4984-40F2-B526-09D189731594}" srcOrd="1" destOrd="0" presId="urn:microsoft.com/office/officeart/2005/8/layout/hierarchy2"/>
    <dgm:cxn modelId="{97F5073E-AA4B-0C4E-8141-82297EBBAB55}" type="presParOf" srcId="{9A4E4A42-4984-40F2-B526-09D189731594}" destId="{850DE06D-1119-4B72-AE6B-67EDAF57A8AA}" srcOrd="0" destOrd="0" presId="urn:microsoft.com/office/officeart/2005/8/layout/hierarchy2"/>
    <dgm:cxn modelId="{3E9ED1FB-630B-FA47-9761-3C9F65C4AF35}" type="presParOf" srcId="{850DE06D-1119-4B72-AE6B-67EDAF57A8AA}" destId="{B801D4D7-1267-4B10-B717-39972CD25853}" srcOrd="0" destOrd="0" presId="urn:microsoft.com/office/officeart/2005/8/layout/hierarchy2"/>
    <dgm:cxn modelId="{5E8D5877-E724-A446-AC44-81F8DAB8BF7A}" type="presParOf" srcId="{9A4E4A42-4984-40F2-B526-09D189731594}" destId="{FD0DB3AA-8958-407B-B4B5-DB72EE572B7D}" srcOrd="1" destOrd="0" presId="urn:microsoft.com/office/officeart/2005/8/layout/hierarchy2"/>
    <dgm:cxn modelId="{5F880335-5633-8347-8CB1-EE30156B4866}" type="presParOf" srcId="{FD0DB3AA-8958-407B-B4B5-DB72EE572B7D}" destId="{2838AF1F-373E-4B03-83C7-8DF11AA67F7C}" srcOrd="0" destOrd="0" presId="urn:microsoft.com/office/officeart/2005/8/layout/hierarchy2"/>
    <dgm:cxn modelId="{9D49F7BE-EDD4-F142-8A2F-D622B0C9BAD6}" type="presParOf" srcId="{FD0DB3AA-8958-407B-B4B5-DB72EE572B7D}" destId="{ED5F3E08-DAEF-49E1-B9F9-A19ED3A698B4}" srcOrd="1" destOrd="0" presId="urn:microsoft.com/office/officeart/2005/8/layout/hierarchy2"/>
    <dgm:cxn modelId="{F2D11AA0-7CD7-4242-8CCA-E9AFC2468DBA}" type="presParOf" srcId="{E3E7FE32-9A0C-4309-9185-7BA602C6828D}" destId="{B4F5D24D-26F6-4174-B7CA-8180627C0A63}" srcOrd="2" destOrd="0" presId="urn:microsoft.com/office/officeart/2005/8/layout/hierarchy2"/>
    <dgm:cxn modelId="{05CEED4E-657E-864D-8037-68364C19CC45}" type="presParOf" srcId="{B4F5D24D-26F6-4174-B7CA-8180627C0A63}" destId="{F150EB33-87E2-4674-B402-DE60BDBDC9D5}" srcOrd="0" destOrd="0" presId="urn:microsoft.com/office/officeart/2005/8/layout/hierarchy2"/>
    <dgm:cxn modelId="{A6667E5A-29A2-834E-88F9-87DB2B14ADEB}" type="presParOf" srcId="{E3E7FE32-9A0C-4309-9185-7BA602C6828D}" destId="{68131C5F-EF53-42B5-A773-97B9706E5E6C}" srcOrd="3" destOrd="0" presId="urn:microsoft.com/office/officeart/2005/8/layout/hierarchy2"/>
    <dgm:cxn modelId="{89BF987A-DE4F-7748-80C4-F50A7F0340A6}" type="presParOf" srcId="{68131C5F-EF53-42B5-A773-97B9706E5E6C}" destId="{CA9EBAEC-3658-45B6-B28C-5C2ECE7DAE8E}" srcOrd="0" destOrd="0" presId="urn:microsoft.com/office/officeart/2005/8/layout/hierarchy2"/>
    <dgm:cxn modelId="{598D7122-1D31-9F41-80DA-41C79DD05028}" type="presParOf" srcId="{68131C5F-EF53-42B5-A773-97B9706E5E6C}" destId="{46CFC3AF-2C57-4B9E-A30B-504DBB1BF862}" srcOrd="1" destOrd="0" presId="urn:microsoft.com/office/officeart/2005/8/layout/hierarchy2"/>
    <dgm:cxn modelId="{9B9D0AE6-2321-8244-B8AC-55828BB640A1}" type="presParOf" srcId="{E3E7FE32-9A0C-4309-9185-7BA602C6828D}" destId="{C84A1447-0C3E-4BAF-83BC-E974B54DB9B4}" srcOrd="4" destOrd="0" presId="urn:microsoft.com/office/officeart/2005/8/layout/hierarchy2"/>
    <dgm:cxn modelId="{5064C023-24A2-3D4E-A33B-AC0F45E8EEDF}" type="presParOf" srcId="{C84A1447-0C3E-4BAF-83BC-E974B54DB9B4}" destId="{6CFEA139-0D5D-47C1-A065-6E5D35809FC7}" srcOrd="0" destOrd="0" presId="urn:microsoft.com/office/officeart/2005/8/layout/hierarchy2"/>
    <dgm:cxn modelId="{D77B5BDA-72D7-B144-8DCE-2CA2A3DBFE16}" type="presParOf" srcId="{E3E7FE32-9A0C-4309-9185-7BA602C6828D}" destId="{C0E9713F-4A36-4382-A594-55D91AFAEC5F}" srcOrd="5" destOrd="0" presId="urn:microsoft.com/office/officeart/2005/8/layout/hierarchy2"/>
    <dgm:cxn modelId="{C3D3F662-3C21-C24D-AA71-2E49AB86B214}" type="presParOf" srcId="{C0E9713F-4A36-4382-A594-55D91AFAEC5F}" destId="{EE4A8670-57F5-41B3-A4FB-4AC731BA8052}" srcOrd="0" destOrd="0" presId="urn:microsoft.com/office/officeart/2005/8/layout/hierarchy2"/>
    <dgm:cxn modelId="{FE151DD4-4BC8-F544-A85B-019F7AA8E3C4}" type="presParOf" srcId="{C0E9713F-4A36-4382-A594-55D91AFAEC5F}" destId="{9B7A311D-A4E8-43D3-86C4-ED4E28BA5993}" srcOrd="1" destOrd="0" presId="urn:microsoft.com/office/officeart/2005/8/layout/hierarchy2"/>
    <dgm:cxn modelId="{3F5D1383-20E9-CA4C-BCB2-D27BDA6007D6}" type="presParOf" srcId="{E3E7FE32-9A0C-4309-9185-7BA602C6828D}" destId="{A42616FE-3088-4AF0-9470-E9B4E5C3B16A}" srcOrd="6" destOrd="0" presId="urn:microsoft.com/office/officeart/2005/8/layout/hierarchy2"/>
    <dgm:cxn modelId="{43B7ECE6-E294-2544-A4B9-C3332926D08B}" type="presParOf" srcId="{A42616FE-3088-4AF0-9470-E9B4E5C3B16A}" destId="{E2808598-969A-4B08-9234-6AC4BB3CD21D}" srcOrd="0" destOrd="0" presId="urn:microsoft.com/office/officeart/2005/8/layout/hierarchy2"/>
    <dgm:cxn modelId="{6E90ECD1-C6AD-8B41-A213-4393F31B1CFE}" type="presParOf" srcId="{E3E7FE32-9A0C-4309-9185-7BA602C6828D}" destId="{01B092DE-B142-42B3-BACD-D8102FB682BE}" srcOrd="7" destOrd="0" presId="urn:microsoft.com/office/officeart/2005/8/layout/hierarchy2"/>
    <dgm:cxn modelId="{BD11ABE3-F8E3-BA4F-BE27-857503D964A1}" type="presParOf" srcId="{01B092DE-B142-42B3-BACD-D8102FB682BE}" destId="{43960E9F-0267-4B43-A81D-02425CE83555}" srcOrd="0" destOrd="0" presId="urn:microsoft.com/office/officeart/2005/8/layout/hierarchy2"/>
    <dgm:cxn modelId="{256CDE3B-8068-9243-A9A3-B9D2569AD992}" type="presParOf" srcId="{01B092DE-B142-42B3-BACD-D8102FB682BE}" destId="{048B8D68-0442-46B6-9896-ECA2491E9E92}" srcOrd="1" destOrd="0" presId="urn:microsoft.com/office/officeart/2005/8/layout/hierarchy2"/>
    <dgm:cxn modelId="{46066E4B-6C66-3C46-9F0E-3229CD527AA9}" type="presParOf" srcId="{E3E7FE32-9A0C-4309-9185-7BA602C6828D}" destId="{33A436E9-5838-4820-8C51-C5F5062AD3E1}" srcOrd="8" destOrd="0" presId="urn:microsoft.com/office/officeart/2005/8/layout/hierarchy2"/>
    <dgm:cxn modelId="{A00072C8-1099-6541-9CB3-749CDA6D1495}" type="presParOf" srcId="{33A436E9-5838-4820-8C51-C5F5062AD3E1}" destId="{F65CC65C-46A3-498D-988B-3F4F68BBA780}" srcOrd="0" destOrd="0" presId="urn:microsoft.com/office/officeart/2005/8/layout/hierarchy2"/>
    <dgm:cxn modelId="{5A4D7D3A-8809-A340-BA03-C989DD01071F}" type="presParOf" srcId="{E3E7FE32-9A0C-4309-9185-7BA602C6828D}" destId="{1F039523-1F2E-46AB-A560-5F0E3E7A5BA8}" srcOrd="9" destOrd="0" presId="urn:microsoft.com/office/officeart/2005/8/layout/hierarchy2"/>
    <dgm:cxn modelId="{0F430AA9-B34B-CB4C-89E6-53CC8A0327B9}" type="presParOf" srcId="{1F039523-1F2E-46AB-A560-5F0E3E7A5BA8}" destId="{EC91A09B-5864-4FDA-B436-48A5B23BA6CB}" srcOrd="0" destOrd="0" presId="urn:microsoft.com/office/officeart/2005/8/layout/hierarchy2"/>
    <dgm:cxn modelId="{16DAD799-6F67-F740-935C-CB23D690FF5D}" type="presParOf" srcId="{1F039523-1F2E-46AB-A560-5F0E3E7A5BA8}" destId="{737BB8EF-18C0-4A08-AC20-8BDFDCF2E4E3}"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FCC7B3-D4CC-4F32-B673-FD74D68DCE82}">
      <dsp:nvSpPr>
        <dsp:cNvPr id="0" name=""/>
        <dsp:cNvSpPr/>
      </dsp:nvSpPr>
      <dsp:spPr>
        <a:xfrm>
          <a:off x="5230" y="15669"/>
          <a:ext cx="2378024" cy="6480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57150" numCol="1" spcCol="1270" anchor="t" anchorCtr="0">
          <a:noAutofit/>
        </a:bodyPr>
        <a:lstStyle/>
        <a:p>
          <a:pPr marL="0" lvl="0" indent="0" algn="l" defTabSz="666750">
            <a:lnSpc>
              <a:spcPct val="90000"/>
            </a:lnSpc>
            <a:spcBef>
              <a:spcPct val="0"/>
            </a:spcBef>
            <a:spcAft>
              <a:spcPct val="35000"/>
            </a:spcAft>
            <a:buNone/>
          </a:pPr>
          <a:r>
            <a:rPr lang="es-MX" sz="1500" kern="1200" dirty="0"/>
            <a:t>Fideicomitente</a:t>
          </a:r>
        </a:p>
      </dsp:txBody>
      <dsp:txXfrm>
        <a:off x="5230" y="15669"/>
        <a:ext cx="2378024" cy="432000"/>
      </dsp:txXfrm>
    </dsp:sp>
    <dsp:sp modelId="{03A8DEEB-0737-4D68-8886-5AE6311C9371}">
      <dsp:nvSpPr>
        <dsp:cNvPr id="0" name=""/>
        <dsp:cNvSpPr/>
      </dsp:nvSpPr>
      <dsp:spPr>
        <a:xfrm>
          <a:off x="492295" y="447669"/>
          <a:ext cx="2378024" cy="38880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marR="0" lvl="1" indent="0" algn="l" defTabSz="914400" eaLnBrk="1" fontAlgn="auto" latinLnBrk="0" hangingPunct="1">
            <a:lnSpc>
              <a:spcPct val="100000"/>
            </a:lnSpc>
            <a:spcBef>
              <a:spcPts val="0"/>
            </a:spcBef>
            <a:spcAft>
              <a:spcPts val="0"/>
            </a:spcAft>
            <a:buClrTx/>
            <a:buSzTx/>
            <a:buFontTx/>
            <a:buNone/>
            <a:tabLst/>
            <a:defRPr/>
          </a:pPr>
          <a:r>
            <a:rPr lang="es-MX" sz="1500" kern="1200" dirty="0"/>
            <a:t>En virtud del fideicomiso, el fideicomitente transmite a una institución fiduciaria la propiedad o la titularidad de uno o más bienes o derechos, según sea el caso, para ser destinados a fines lícitos y determinados, encomendando la realización de dichos fines a la propia institución fiduciaria. (LGTOC 381)</a:t>
          </a:r>
        </a:p>
        <a:p>
          <a:pPr marL="114300" lvl="1" indent="0" algn="l" defTabSz="533400">
            <a:lnSpc>
              <a:spcPct val="90000"/>
            </a:lnSpc>
            <a:spcBef>
              <a:spcPct val="0"/>
            </a:spcBef>
            <a:spcAft>
              <a:spcPct val="15000"/>
            </a:spcAft>
            <a:buNone/>
          </a:pPr>
          <a:endParaRPr lang="es-MX" sz="1500" kern="1200" dirty="0"/>
        </a:p>
      </dsp:txBody>
      <dsp:txXfrm>
        <a:off x="561945" y="517319"/>
        <a:ext cx="2238724" cy="3748700"/>
      </dsp:txXfrm>
    </dsp:sp>
    <dsp:sp modelId="{E94A25A0-B5D5-4F50-9C0B-883D02C372C8}">
      <dsp:nvSpPr>
        <dsp:cNvPr id="0" name=""/>
        <dsp:cNvSpPr/>
      </dsp:nvSpPr>
      <dsp:spPr>
        <a:xfrm>
          <a:off x="2743754" y="-64360"/>
          <a:ext cx="764259" cy="59205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s-MX" sz="1200" kern="1200"/>
        </a:p>
      </dsp:txBody>
      <dsp:txXfrm>
        <a:off x="2743754" y="54052"/>
        <a:ext cx="586641" cy="355235"/>
      </dsp:txXfrm>
    </dsp:sp>
    <dsp:sp modelId="{10B10546-3012-4449-8744-B57A748A4017}">
      <dsp:nvSpPr>
        <dsp:cNvPr id="0" name=""/>
        <dsp:cNvSpPr/>
      </dsp:nvSpPr>
      <dsp:spPr>
        <a:xfrm>
          <a:off x="3825254" y="15669"/>
          <a:ext cx="2378024" cy="648000"/>
        </a:xfrm>
        <a:prstGeom prst="roundRect">
          <a:avLst>
            <a:gd name="adj" fmla="val 10000"/>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57150" numCol="1" spcCol="1270" anchor="t" anchorCtr="0">
          <a:noAutofit/>
        </a:bodyPr>
        <a:lstStyle/>
        <a:p>
          <a:pPr marL="0" lvl="0" indent="0" algn="l" defTabSz="666750">
            <a:lnSpc>
              <a:spcPct val="90000"/>
            </a:lnSpc>
            <a:spcBef>
              <a:spcPct val="0"/>
            </a:spcBef>
            <a:spcAft>
              <a:spcPct val="35000"/>
            </a:spcAft>
            <a:buNone/>
          </a:pPr>
          <a:r>
            <a:rPr lang="es-MX" sz="1500" kern="1200" dirty="0"/>
            <a:t>Fiduciaria</a:t>
          </a:r>
        </a:p>
      </dsp:txBody>
      <dsp:txXfrm>
        <a:off x="3825254" y="15669"/>
        <a:ext cx="2378024" cy="432000"/>
      </dsp:txXfrm>
    </dsp:sp>
    <dsp:sp modelId="{60F1A5F4-AEB0-4AED-9C61-C3810BA243A4}">
      <dsp:nvSpPr>
        <dsp:cNvPr id="0" name=""/>
        <dsp:cNvSpPr/>
      </dsp:nvSpPr>
      <dsp:spPr>
        <a:xfrm>
          <a:off x="4312320" y="447669"/>
          <a:ext cx="2378024" cy="38880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114300" lvl="1" indent="-114300" algn="l" defTabSz="666750">
            <a:lnSpc>
              <a:spcPct val="90000"/>
            </a:lnSpc>
            <a:spcBef>
              <a:spcPct val="0"/>
            </a:spcBef>
            <a:spcAft>
              <a:spcPct val="15000"/>
            </a:spcAft>
            <a:buChar char="•"/>
          </a:pPr>
          <a:r>
            <a:rPr lang="es-MX" sz="1500" kern="1200" dirty="0"/>
            <a:t>Sólo pueden ser instituciones fiduciarias las expresamente autorizadas para ello conforme a la ley. (LGTOC 385) – Bancos, Casas de Bolsa y Aseguradoras</a:t>
          </a:r>
        </a:p>
      </dsp:txBody>
      <dsp:txXfrm>
        <a:off x="4381970" y="517319"/>
        <a:ext cx="2238724" cy="3748700"/>
      </dsp:txXfrm>
    </dsp:sp>
    <dsp:sp modelId="{E4B0A203-3926-4656-9C8A-97B349BA3591}">
      <dsp:nvSpPr>
        <dsp:cNvPr id="0" name=""/>
        <dsp:cNvSpPr/>
      </dsp:nvSpPr>
      <dsp:spPr>
        <a:xfrm>
          <a:off x="6563779" y="-64360"/>
          <a:ext cx="764259" cy="59205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s-MX" sz="1200" kern="1200"/>
        </a:p>
      </dsp:txBody>
      <dsp:txXfrm>
        <a:off x="6563779" y="54052"/>
        <a:ext cx="586641" cy="355235"/>
      </dsp:txXfrm>
    </dsp:sp>
    <dsp:sp modelId="{CEFFBC74-CA75-43FE-8316-C37C4CA23B3B}">
      <dsp:nvSpPr>
        <dsp:cNvPr id="0" name=""/>
        <dsp:cNvSpPr/>
      </dsp:nvSpPr>
      <dsp:spPr>
        <a:xfrm>
          <a:off x="7645279" y="15669"/>
          <a:ext cx="2378024" cy="648000"/>
        </a:xfrm>
        <a:prstGeom prst="roundRect">
          <a:avLst>
            <a:gd name="adj" fmla="val 10000"/>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57150" numCol="1" spcCol="1270" anchor="t" anchorCtr="0">
          <a:noAutofit/>
        </a:bodyPr>
        <a:lstStyle/>
        <a:p>
          <a:pPr marL="0" lvl="0" indent="0" algn="l" defTabSz="666750">
            <a:lnSpc>
              <a:spcPct val="90000"/>
            </a:lnSpc>
            <a:spcBef>
              <a:spcPct val="0"/>
            </a:spcBef>
            <a:spcAft>
              <a:spcPct val="35000"/>
            </a:spcAft>
            <a:buNone/>
          </a:pPr>
          <a:r>
            <a:rPr lang="es-MX" sz="1500" kern="1200" dirty="0"/>
            <a:t>Fideicomisario</a:t>
          </a:r>
        </a:p>
      </dsp:txBody>
      <dsp:txXfrm>
        <a:off x="7645279" y="15669"/>
        <a:ext cx="2378024" cy="432000"/>
      </dsp:txXfrm>
    </dsp:sp>
    <dsp:sp modelId="{49BB8C16-D773-4727-8B86-03A1EFF5086E}">
      <dsp:nvSpPr>
        <dsp:cNvPr id="0" name=""/>
        <dsp:cNvSpPr/>
      </dsp:nvSpPr>
      <dsp:spPr>
        <a:xfrm>
          <a:off x="8132345" y="447669"/>
          <a:ext cx="2378024" cy="38880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114300" lvl="1" indent="-114300" algn="l" defTabSz="666750">
            <a:lnSpc>
              <a:spcPct val="90000"/>
            </a:lnSpc>
            <a:spcBef>
              <a:spcPct val="0"/>
            </a:spcBef>
            <a:spcAft>
              <a:spcPct val="15000"/>
            </a:spcAft>
            <a:buChar char="•"/>
          </a:pPr>
          <a:r>
            <a:rPr lang="es-MX" sz="1500" kern="1200" dirty="0"/>
            <a:t>El fideicomitente puede designar varios fideicomisarios para que reciban simultánea o sucesivamente el provecho del fideicomiso, salvo el caso de la fracción II del artículo 394 (Fideicomiso multigeneracional prohibido) (LGTOC 383)</a:t>
          </a:r>
        </a:p>
      </dsp:txBody>
      <dsp:txXfrm>
        <a:off x="8201995" y="517319"/>
        <a:ext cx="2238724" cy="37487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5F70A4-5FDB-44D5-8AB6-060245282A0D}">
      <dsp:nvSpPr>
        <dsp:cNvPr id="0" name=""/>
        <dsp:cNvSpPr/>
      </dsp:nvSpPr>
      <dsp:spPr>
        <a:xfrm>
          <a:off x="1534447" y="11835"/>
          <a:ext cx="4327666" cy="4327666"/>
        </a:xfrm>
        <a:prstGeom prst="ellipse">
          <a:avLst/>
        </a:prstGeom>
        <a:solidFill>
          <a:srgbClr val="92D050">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044700">
            <a:lnSpc>
              <a:spcPct val="90000"/>
            </a:lnSpc>
            <a:spcBef>
              <a:spcPct val="0"/>
            </a:spcBef>
            <a:spcAft>
              <a:spcPct val="35000"/>
            </a:spcAft>
            <a:buNone/>
          </a:pPr>
          <a:r>
            <a:rPr lang="es-MX" sz="4600" kern="1200" dirty="0"/>
            <a:t>Residente en México</a:t>
          </a:r>
        </a:p>
      </dsp:txBody>
      <dsp:txXfrm>
        <a:off x="2138760" y="522160"/>
        <a:ext cx="2495231" cy="3307016"/>
      </dsp:txXfrm>
    </dsp:sp>
    <dsp:sp modelId="{A9F7C4B4-760B-49C3-B8CA-4BE3BD259C39}">
      <dsp:nvSpPr>
        <dsp:cNvPr id="0" name=""/>
        <dsp:cNvSpPr/>
      </dsp:nvSpPr>
      <dsp:spPr>
        <a:xfrm>
          <a:off x="4741164" y="6166"/>
          <a:ext cx="4327666" cy="432766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044700">
            <a:lnSpc>
              <a:spcPct val="90000"/>
            </a:lnSpc>
            <a:spcBef>
              <a:spcPct val="0"/>
            </a:spcBef>
            <a:spcAft>
              <a:spcPct val="35000"/>
            </a:spcAft>
            <a:buNone/>
          </a:pPr>
          <a:r>
            <a:rPr lang="es-MX" sz="4600" kern="1200" dirty="0"/>
            <a:t>Residente en el Extranjero</a:t>
          </a:r>
        </a:p>
      </dsp:txBody>
      <dsp:txXfrm>
        <a:off x="5969286" y="516491"/>
        <a:ext cx="2495231" cy="33070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3D768A-D277-491B-88AC-4DB02B175B5F}">
      <dsp:nvSpPr>
        <dsp:cNvPr id="0" name=""/>
        <dsp:cNvSpPr/>
      </dsp:nvSpPr>
      <dsp:spPr>
        <a:xfrm>
          <a:off x="2578893" y="1683962"/>
          <a:ext cx="1824586" cy="316663"/>
        </a:xfrm>
        <a:custGeom>
          <a:avLst/>
          <a:gdLst/>
          <a:ahLst/>
          <a:cxnLst/>
          <a:rect l="0" t="0" r="0" b="0"/>
          <a:pathLst>
            <a:path>
              <a:moveTo>
                <a:pt x="0" y="0"/>
              </a:moveTo>
              <a:lnTo>
                <a:pt x="0" y="158331"/>
              </a:lnTo>
              <a:lnTo>
                <a:pt x="1824586" y="158331"/>
              </a:lnTo>
              <a:lnTo>
                <a:pt x="1824586" y="31666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28205BA-B6E3-4D68-98CA-2FD25EE7B907}">
      <dsp:nvSpPr>
        <dsp:cNvPr id="0" name=""/>
        <dsp:cNvSpPr/>
      </dsp:nvSpPr>
      <dsp:spPr>
        <a:xfrm>
          <a:off x="2533173" y="1683962"/>
          <a:ext cx="91440" cy="316663"/>
        </a:xfrm>
        <a:custGeom>
          <a:avLst/>
          <a:gdLst/>
          <a:ahLst/>
          <a:cxnLst/>
          <a:rect l="0" t="0" r="0" b="0"/>
          <a:pathLst>
            <a:path>
              <a:moveTo>
                <a:pt x="45720" y="0"/>
              </a:moveTo>
              <a:lnTo>
                <a:pt x="45720" y="31666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0F71309-55A2-4C48-9E83-9BE50AA895A1}">
      <dsp:nvSpPr>
        <dsp:cNvPr id="0" name=""/>
        <dsp:cNvSpPr/>
      </dsp:nvSpPr>
      <dsp:spPr>
        <a:xfrm>
          <a:off x="754307" y="1683962"/>
          <a:ext cx="1824586" cy="316663"/>
        </a:xfrm>
        <a:custGeom>
          <a:avLst/>
          <a:gdLst/>
          <a:ahLst/>
          <a:cxnLst/>
          <a:rect l="0" t="0" r="0" b="0"/>
          <a:pathLst>
            <a:path>
              <a:moveTo>
                <a:pt x="1824586" y="0"/>
              </a:moveTo>
              <a:lnTo>
                <a:pt x="1824586" y="158331"/>
              </a:lnTo>
              <a:lnTo>
                <a:pt x="0" y="158331"/>
              </a:lnTo>
              <a:lnTo>
                <a:pt x="0" y="31666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FE5FF5-712D-44C8-B1A0-50209B275381}">
      <dsp:nvSpPr>
        <dsp:cNvPr id="0" name=""/>
        <dsp:cNvSpPr/>
      </dsp:nvSpPr>
      <dsp:spPr>
        <a:xfrm>
          <a:off x="1824932" y="930000"/>
          <a:ext cx="1507922" cy="753961"/>
        </a:xfrm>
        <a:prstGeom prst="rect">
          <a:avLst/>
        </a:prstGeom>
        <a:solidFill>
          <a:srgbClr val="5B9BD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s-MX" sz="2500" kern="1200" dirty="0"/>
            <a:t>Holding</a:t>
          </a:r>
        </a:p>
      </dsp:txBody>
      <dsp:txXfrm>
        <a:off x="1824932" y="930000"/>
        <a:ext cx="1507922" cy="753961"/>
      </dsp:txXfrm>
    </dsp:sp>
    <dsp:sp modelId="{6F489F4E-CCD3-49E6-B0B2-6EC4CC703AD6}">
      <dsp:nvSpPr>
        <dsp:cNvPr id="0" name=""/>
        <dsp:cNvSpPr/>
      </dsp:nvSpPr>
      <dsp:spPr>
        <a:xfrm>
          <a:off x="346" y="2000625"/>
          <a:ext cx="1507922" cy="753961"/>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s-MX" sz="2500" kern="1200" dirty="0"/>
            <a:t>Subsidiaria 1</a:t>
          </a:r>
        </a:p>
      </dsp:txBody>
      <dsp:txXfrm>
        <a:off x="346" y="2000625"/>
        <a:ext cx="1507922" cy="753961"/>
      </dsp:txXfrm>
    </dsp:sp>
    <dsp:sp modelId="{470EAB78-2F26-4ECF-B789-DF04100F2E3D}">
      <dsp:nvSpPr>
        <dsp:cNvPr id="0" name=""/>
        <dsp:cNvSpPr/>
      </dsp:nvSpPr>
      <dsp:spPr>
        <a:xfrm>
          <a:off x="1824932" y="2000625"/>
          <a:ext cx="1507922" cy="753961"/>
        </a:xfrm>
        <a:prstGeom prst="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s-MX" sz="2500" kern="1200" dirty="0"/>
            <a:t>Subsidiaria 2</a:t>
          </a:r>
        </a:p>
      </dsp:txBody>
      <dsp:txXfrm>
        <a:off x="1824932" y="2000625"/>
        <a:ext cx="1507922" cy="753961"/>
      </dsp:txXfrm>
    </dsp:sp>
    <dsp:sp modelId="{75BB83B6-DC32-406C-8C44-688246EBDE37}">
      <dsp:nvSpPr>
        <dsp:cNvPr id="0" name=""/>
        <dsp:cNvSpPr/>
      </dsp:nvSpPr>
      <dsp:spPr>
        <a:xfrm>
          <a:off x="3649518" y="2000625"/>
          <a:ext cx="1507922" cy="753961"/>
        </a:xfrm>
        <a:prstGeom prst="rec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s-MX" sz="2500" kern="1200" dirty="0"/>
            <a:t>Subsidiaria 3</a:t>
          </a:r>
        </a:p>
      </dsp:txBody>
      <dsp:txXfrm>
        <a:off x="3649518" y="2000625"/>
        <a:ext cx="1507922" cy="75396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BE98C5-A50F-4B7D-8354-5BC5D53D8593}">
      <dsp:nvSpPr>
        <dsp:cNvPr id="0" name=""/>
        <dsp:cNvSpPr/>
      </dsp:nvSpPr>
      <dsp:spPr>
        <a:xfrm>
          <a:off x="2038905" y="1289605"/>
          <a:ext cx="1105376" cy="1105376"/>
        </a:xfrm>
        <a:prstGeom prst="roundRect">
          <a:avLst/>
        </a:prstGeom>
        <a:solidFill>
          <a:srgbClr val="5B9BD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577850">
            <a:lnSpc>
              <a:spcPct val="90000"/>
            </a:lnSpc>
            <a:spcBef>
              <a:spcPct val="0"/>
            </a:spcBef>
            <a:spcAft>
              <a:spcPct val="35000"/>
            </a:spcAft>
            <a:buNone/>
          </a:pPr>
          <a:r>
            <a:rPr lang="es-MX" sz="1300" kern="1200" dirty="0" err="1"/>
            <a:t>Headquarters</a:t>
          </a:r>
          <a:endParaRPr lang="es-MX" sz="1300" kern="1200" dirty="0"/>
        </a:p>
      </dsp:txBody>
      <dsp:txXfrm>
        <a:off x="2092865" y="1343565"/>
        <a:ext cx="997456" cy="997456"/>
      </dsp:txXfrm>
    </dsp:sp>
    <dsp:sp modelId="{30937798-6B32-4266-9B65-260A4F43A251}">
      <dsp:nvSpPr>
        <dsp:cNvPr id="0" name=""/>
        <dsp:cNvSpPr/>
      </dsp:nvSpPr>
      <dsp:spPr>
        <a:xfrm rot="16200000">
          <a:off x="2317250" y="1015262"/>
          <a:ext cx="548686" cy="0"/>
        </a:xfrm>
        <a:custGeom>
          <a:avLst/>
          <a:gdLst/>
          <a:ahLst/>
          <a:cxnLst/>
          <a:rect l="0" t="0" r="0" b="0"/>
          <a:pathLst>
            <a:path>
              <a:moveTo>
                <a:pt x="0" y="0"/>
              </a:moveTo>
              <a:lnTo>
                <a:pt x="548686"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B00ED9C-6996-4892-A127-AD5AAF17A43E}">
      <dsp:nvSpPr>
        <dsp:cNvPr id="0" name=""/>
        <dsp:cNvSpPr/>
      </dsp:nvSpPr>
      <dsp:spPr>
        <a:xfrm>
          <a:off x="2221292" y="316"/>
          <a:ext cx="740602" cy="740602"/>
        </a:xfrm>
        <a:prstGeom prst="roundRect">
          <a:avLst/>
        </a:prstGeom>
        <a:solidFill>
          <a:srgbClr val="5B9BD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711200">
            <a:lnSpc>
              <a:spcPct val="90000"/>
            </a:lnSpc>
            <a:spcBef>
              <a:spcPct val="0"/>
            </a:spcBef>
            <a:spcAft>
              <a:spcPct val="35000"/>
            </a:spcAft>
            <a:buNone/>
          </a:pPr>
          <a:r>
            <a:rPr lang="es-MX" sz="1600" kern="1200" dirty="0"/>
            <a:t>Florida </a:t>
          </a:r>
          <a:r>
            <a:rPr lang="es-MX" sz="1600" kern="1200" dirty="0" err="1"/>
            <a:t>Branch</a:t>
          </a:r>
          <a:endParaRPr lang="es-MX" sz="1600" kern="1200" dirty="0"/>
        </a:p>
      </dsp:txBody>
      <dsp:txXfrm>
        <a:off x="2257445" y="36469"/>
        <a:ext cx="668296" cy="668296"/>
      </dsp:txXfrm>
    </dsp:sp>
    <dsp:sp modelId="{922AA3FF-EE19-4FE9-A991-E9D088B60090}">
      <dsp:nvSpPr>
        <dsp:cNvPr id="0" name=""/>
        <dsp:cNvSpPr/>
      </dsp:nvSpPr>
      <dsp:spPr>
        <a:xfrm>
          <a:off x="3144282" y="1842293"/>
          <a:ext cx="548686" cy="0"/>
        </a:xfrm>
        <a:custGeom>
          <a:avLst/>
          <a:gdLst/>
          <a:ahLst/>
          <a:cxnLst/>
          <a:rect l="0" t="0" r="0" b="0"/>
          <a:pathLst>
            <a:path>
              <a:moveTo>
                <a:pt x="0" y="0"/>
              </a:moveTo>
              <a:lnTo>
                <a:pt x="548686"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B034616-0B58-4E33-99BF-FECF92D5ACC6}">
      <dsp:nvSpPr>
        <dsp:cNvPr id="0" name=""/>
        <dsp:cNvSpPr/>
      </dsp:nvSpPr>
      <dsp:spPr>
        <a:xfrm>
          <a:off x="3692969" y="1471992"/>
          <a:ext cx="740602" cy="74060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711200">
            <a:lnSpc>
              <a:spcPct val="90000"/>
            </a:lnSpc>
            <a:spcBef>
              <a:spcPct val="0"/>
            </a:spcBef>
            <a:spcAft>
              <a:spcPct val="35000"/>
            </a:spcAft>
            <a:buNone/>
          </a:pPr>
          <a:r>
            <a:rPr lang="es-MX" sz="1600" kern="1200" dirty="0"/>
            <a:t>Texas </a:t>
          </a:r>
          <a:r>
            <a:rPr lang="es-MX" sz="1600" kern="1200" dirty="0" err="1"/>
            <a:t>Branch</a:t>
          </a:r>
          <a:endParaRPr lang="es-MX" sz="1600" kern="1200" dirty="0"/>
        </a:p>
      </dsp:txBody>
      <dsp:txXfrm>
        <a:off x="3729122" y="1508145"/>
        <a:ext cx="668296" cy="668296"/>
      </dsp:txXfrm>
    </dsp:sp>
    <dsp:sp modelId="{B49F8E8C-DA41-4782-8A9C-3FFB74563153}">
      <dsp:nvSpPr>
        <dsp:cNvPr id="0" name=""/>
        <dsp:cNvSpPr/>
      </dsp:nvSpPr>
      <dsp:spPr>
        <a:xfrm rot="5400000">
          <a:off x="2317250" y="2669325"/>
          <a:ext cx="548686" cy="0"/>
        </a:xfrm>
        <a:custGeom>
          <a:avLst/>
          <a:gdLst/>
          <a:ahLst/>
          <a:cxnLst/>
          <a:rect l="0" t="0" r="0" b="0"/>
          <a:pathLst>
            <a:path>
              <a:moveTo>
                <a:pt x="0" y="0"/>
              </a:moveTo>
              <a:lnTo>
                <a:pt x="548686"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CC8ABD3-97B9-481C-BE52-5A93E91F34FC}">
      <dsp:nvSpPr>
        <dsp:cNvPr id="0" name=""/>
        <dsp:cNvSpPr/>
      </dsp:nvSpPr>
      <dsp:spPr>
        <a:xfrm>
          <a:off x="2221292" y="2943669"/>
          <a:ext cx="740602" cy="74060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533400">
            <a:lnSpc>
              <a:spcPct val="90000"/>
            </a:lnSpc>
            <a:spcBef>
              <a:spcPct val="0"/>
            </a:spcBef>
            <a:spcAft>
              <a:spcPct val="35000"/>
            </a:spcAft>
            <a:buNone/>
          </a:pPr>
          <a:r>
            <a:rPr lang="es-MX" sz="1200" kern="1200" dirty="0"/>
            <a:t>California </a:t>
          </a:r>
          <a:r>
            <a:rPr lang="es-MX" sz="1200" kern="1200" dirty="0" err="1"/>
            <a:t>Branch</a:t>
          </a:r>
          <a:endParaRPr lang="es-MX" sz="1200" kern="1200" dirty="0"/>
        </a:p>
      </dsp:txBody>
      <dsp:txXfrm>
        <a:off x="2257445" y="2979822"/>
        <a:ext cx="668296" cy="668296"/>
      </dsp:txXfrm>
    </dsp:sp>
    <dsp:sp modelId="{0E81D4E7-F75F-477C-911D-578645F83225}">
      <dsp:nvSpPr>
        <dsp:cNvPr id="0" name=""/>
        <dsp:cNvSpPr/>
      </dsp:nvSpPr>
      <dsp:spPr>
        <a:xfrm rot="10800000">
          <a:off x="1490218" y="1842294"/>
          <a:ext cx="548686" cy="0"/>
        </a:xfrm>
        <a:custGeom>
          <a:avLst/>
          <a:gdLst/>
          <a:ahLst/>
          <a:cxnLst/>
          <a:rect l="0" t="0" r="0" b="0"/>
          <a:pathLst>
            <a:path>
              <a:moveTo>
                <a:pt x="0" y="0"/>
              </a:moveTo>
              <a:lnTo>
                <a:pt x="548686"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F443091-CE0C-46CE-811E-340F1EE4AE30}">
      <dsp:nvSpPr>
        <dsp:cNvPr id="0" name=""/>
        <dsp:cNvSpPr/>
      </dsp:nvSpPr>
      <dsp:spPr>
        <a:xfrm>
          <a:off x="749616" y="1471992"/>
          <a:ext cx="740602" cy="740602"/>
        </a:xfrm>
        <a:prstGeom prst="roundRect">
          <a:avLst/>
        </a:prstGeom>
        <a:solidFill>
          <a:srgbClr val="5B9BD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666750">
            <a:lnSpc>
              <a:spcPct val="90000"/>
            </a:lnSpc>
            <a:spcBef>
              <a:spcPct val="0"/>
            </a:spcBef>
            <a:spcAft>
              <a:spcPct val="35000"/>
            </a:spcAft>
            <a:buNone/>
          </a:pPr>
          <a:r>
            <a:rPr lang="es-MX" sz="1500" kern="1200" dirty="0"/>
            <a:t>Mexico </a:t>
          </a:r>
          <a:r>
            <a:rPr lang="es-MX" sz="1500" kern="1200" dirty="0" err="1"/>
            <a:t>Branch</a:t>
          </a:r>
          <a:endParaRPr lang="es-MX" sz="1500" kern="1200" dirty="0"/>
        </a:p>
      </dsp:txBody>
      <dsp:txXfrm>
        <a:off x="785769" y="1508145"/>
        <a:ext cx="668296" cy="66829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2520F0-5C93-443C-8D83-D26A66970546}">
      <dsp:nvSpPr>
        <dsp:cNvPr id="0" name=""/>
        <dsp:cNvSpPr/>
      </dsp:nvSpPr>
      <dsp:spPr>
        <a:xfrm>
          <a:off x="5599" y="1847406"/>
          <a:ext cx="1313050" cy="6565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Ejercicio Fiscal</a:t>
          </a:r>
        </a:p>
      </dsp:txBody>
      <dsp:txXfrm>
        <a:off x="24828" y="1866635"/>
        <a:ext cx="1274592" cy="618067"/>
      </dsp:txXfrm>
    </dsp:sp>
    <dsp:sp modelId="{E9258330-CAEE-485A-BF1D-5F121E2025E1}">
      <dsp:nvSpPr>
        <dsp:cNvPr id="0" name=""/>
        <dsp:cNvSpPr/>
      </dsp:nvSpPr>
      <dsp:spPr>
        <a:xfrm rot="18289469">
          <a:off x="1121398" y="1784587"/>
          <a:ext cx="919721" cy="27158"/>
        </a:xfrm>
        <a:custGeom>
          <a:avLst/>
          <a:gdLst/>
          <a:ahLst/>
          <a:cxnLst/>
          <a:rect l="0" t="0" r="0" b="0"/>
          <a:pathLst>
            <a:path>
              <a:moveTo>
                <a:pt x="0" y="13579"/>
              </a:moveTo>
              <a:lnTo>
                <a:pt x="919721" y="135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558266" y="1775174"/>
        <a:ext cx="45986" cy="45986"/>
      </dsp:txXfrm>
    </dsp:sp>
    <dsp:sp modelId="{8DE31DD5-441D-413C-BDD4-B60D4E8AAACF}">
      <dsp:nvSpPr>
        <dsp:cNvPr id="0" name=""/>
        <dsp:cNvSpPr/>
      </dsp:nvSpPr>
      <dsp:spPr>
        <a:xfrm>
          <a:off x="1843869" y="1092402"/>
          <a:ext cx="1313050" cy="6565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Año Calendario</a:t>
          </a:r>
        </a:p>
        <a:p>
          <a:pPr marL="0" lvl="0" indent="0" algn="ctr" defTabSz="533400">
            <a:lnSpc>
              <a:spcPct val="90000"/>
            </a:lnSpc>
            <a:spcBef>
              <a:spcPct val="0"/>
            </a:spcBef>
            <a:spcAft>
              <a:spcPct val="35000"/>
            </a:spcAft>
            <a:buNone/>
          </a:pPr>
          <a:r>
            <a:rPr lang="es-MX" sz="1200" kern="1200"/>
            <a:t>“Regular”</a:t>
          </a:r>
          <a:endParaRPr lang="es-MX" sz="1200" kern="1200" dirty="0"/>
        </a:p>
      </dsp:txBody>
      <dsp:txXfrm>
        <a:off x="1863098" y="1111631"/>
        <a:ext cx="1274592" cy="618067"/>
      </dsp:txXfrm>
    </dsp:sp>
    <dsp:sp modelId="{A9D2C7BB-3CA7-4EA2-8359-A2381C57C604}">
      <dsp:nvSpPr>
        <dsp:cNvPr id="0" name=""/>
        <dsp:cNvSpPr/>
      </dsp:nvSpPr>
      <dsp:spPr>
        <a:xfrm rot="19457599">
          <a:off x="3096124" y="1218335"/>
          <a:ext cx="646810" cy="27158"/>
        </a:xfrm>
        <a:custGeom>
          <a:avLst/>
          <a:gdLst/>
          <a:ahLst/>
          <a:cxnLst/>
          <a:rect l="0" t="0" r="0" b="0"/>
          <a:pathLst>
            <a:path>
              <a:moveTo>
                <a:pt x="0" y="13579"/>
              </a:moveTo>
              <a:lnTo>
                <a:pt x="646810" y="13579"/>
              </a:lnTo>
            </a:path>
          </a:pathLst>
        </a:custGeom>
        <a:noFill/>
        <a:ln w="12700"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403359" y="1215743"/>
        <a:ext cx="32340" cy="32340"/>
      </dsp:txXfrm>
    </dsp:sp>
    <dsp:sp modelId="{7286D3C5-5626-43C6-B57F-1BA9D798DF64}">
      <dsp:nvSpPr>
        <dsp:cNvPr id="0" name=""/>
        <dsp:cNvSpPr/>
      </dsp:nvSpPr>
      <dsp:spPr>
        <a:xfrm>
          <a:off x="3682139" y="714900"/>
          <a:ext cx="1313050" cy="6565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Comienza el 1 de enero </a:t>
          </a:r>
        </a:p>
      </dsp:txBody>
      <dsp:txXfrm>
        <a:off x="3701368" y="734129"/>
        <a:ext cx="1274592" cy="618067"/>
      </dsp:txXfrm>
    </dsp:sp>
    <dsp:sp modelId="{00959FF7-DAF6-4C9A-9C84-6986E3502E0A}">
      <dsp:nvSpPr>
        <dsp:cNvPr id="0" name=""/>
        <dsp:cNvSpPr/>
      </dsp:nvSpPr>
      <dsp:spPr>
        <a:xfrm rot="2142401">
          <a:off x="3096124" y="1595836"/>
          <a:ext cx="646810" cy="27158"/>
        </a:xfrm>
        <a:custGeom>
          <a:avLst/>
          <a:gdLst/>
          <a:ahLst/>
          <a:cxnLst/>
          <a:rect l="0" t="0" r="0" b="0"/>
          <a:pathLst>
            <a:path>
              <a:moveTo>
                <a:pt x="0" y="13579"/>
              </a:moveTo>
              <a:lnTo>
                <a:pt x="646810" y="13579"/>
              </a:lnTo>
            </a:path>
          </a:pathLst>
        </a:custGeom>
        <a:noFill/>
        <a:ln w="12700"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403359" y="1593245"/>
        <a:ext cx="32340" cy="32340"/>
      </dsp:txXfrm>
    </dsp:sp>
    <dsp:sp modelId="{85C38CE7-C495-4F6A-8BAD-DF9F31DA8400}">
      <dsp:nvSpPr>
        <dsp:cNvPr id="0" name=""/>
        <dsp:cNvSpPr/>
      </dsp:nvSpPr>
      <dsp:spPr>
        <a:xfrm>
          <a:off x="3682139" y="1469904"/>
          <a:ext cx="1313050" cy="656525"/>
        </a:xfrm>
        <a:prstGeom prst="roundRect">
          <a:avLst>
            <a:gd name="adj" fmla="val 10000"/>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Concluye el 31 de diciembre</a:t>
          </a:r>
        </a:p>
      </dsp:txBody>
      <dsp:txXfrm>
        <a:off x="3701368" y="1489133"/>
        <a:ext cx="1274592" cy="618067"/>
      </dsp:txXfrm>
    </dsp:sp>
    <dsp:sp modelId="{A66C4493-278F-476C-AD78-C55B82EE4C84}">
      <dsp:nvSpPr>
        <dsp:cNvPr id="0" name=""/>
        <dsp:cNvSpPr/>
      </dsp:nvSpPr>
      <dsp:spPr>
        <a:xfrm rot="3283763">
          <a:off x="4785859" y="2189036"/>
          <a:ext cx="990769" cy="27158"/>
        </a:xfrm>
        <a:custGeom>
          <a:avLst/>
          <a:gdLst/>
          <a:ahLst/>
          <a:cxnLst/>
          <a:rect l="0" t="0" r="0" b="0"/>
          <a:pathLst>
            <a:path>
              <a:moveTo>
                <a:pt x="0" y="13579"/>
              </a:moveTo>
              <a:lnTo>
                <a:pt x="990769" y="135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256475" y="2177846"/>
        <a:ext cx="49538" cy="49538"/>
      </dsp:txXfrm>
    </dsp:sp>
    <dsp:sp modelId="{2EDAC990-96AD-47C6-8809-CEF4E539F0B6}">
      <dsp:nvSpPr>
        <dsp:cNvPr id="0" name=""/>
        <dsp:cNvSpPr/>
      </dsp:nvSpPr>
      <dsp:spPr>
        <a:xfrm>
          <a:off x="5567299" y="2278802"/>
          <a:ext cx="1313050" cy="6565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Terminación Anticipada</a:t>
          </a:r>
        </a:p>
      </dsp:txBody>
      <dsp:txXfrm>
        <a:off x="5586528" y="2298031"/>
        <a:ext cx="1274592" cy="618067"/>
      </dsp:txXfrm>
    </dsp:sp>
    <dsp:sp modelId="{35B94FE5-11DE-4F06-8C57-695F229DDC2E}">
      <dsp:nvSpPr>
        <dsp:cNvPr id="0" name=""/>
        <dsp:cNvSpPr/>
      </dsp:nvSpPr>
      <dsp:spPr>
        <a:xfrm rot="18027079">
          <a:off x="6647607" y="2186673"/>
          <a:ext cx="943814" cy="27158"/>
        </a:xfrm>
        <a:custGeom>
          <a:avLst/>
          <a:gdLst/>
          <a:ahLst/>
          <a:cxnLst/>
          <a:rect l="0" t="0" r="0" b="0"/>
          <a:pathLst>
            <a:path>
              <a:moveTo>
                <a:pt x="0" y="13579"/>
              </a:moveTo>
              <a:lnTo>
                <a:pt x="943814" y="135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7095919" y="2176657"/>
        <a:ext cx="47190" cy="47190"/>
      </dsp:txXfrm>
    </dsp:sp>
    <dsp:sp modelId="{1D916D14-0168-4AC8-96FC-42CAC73CF1D9}">
      <dsp:nvSpPr>
        <dsp:cNvPr id="0" name=""/>
        <dsp:cNvSpPr/>
      </dsp:nvSpPr>
      <dsp:spPr>
        <a:xfrm>
          <a:off x="7358680" y="1465177"/>
          <a:ext cx="1313050" cy="656525"/>
        </a:xfrm>
        <a:prstGeom prst="roundRect">
          <a:avLst>
            <a:gd name="adj" fmla="val 10000"/>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Por </a:t>
          </a:r>
          <a:r>
            <a:rPr lang="es-MX" sz="1200" kern="1200"/>
            <a:t>inicio de Liquidación</a:t>
          </a:r>
          <a:endParaRPr lang="es-MX" sz="1200" kern="1200" dirty="0"/>
        </a:p>
      </dsp:txBody>
      <dsp:txXfrm>
        <a:off x="7377909" y="1484406"/>
        <a:ext cx="1274592" cy="618067"/>
      </dsp:txXfrm>
    </dsp:sp>
    <dsp:sp modelId="{A1A2E98E-B4BC-4F48-BD4C-8D28FC19684E}">
      <dsp:nvSpPr>
        <dsp:cNvPr id="0" name=""/>
        <dsp:cNvSpPr/>
      </dsp:nvSpPr>
      <dsp:spPr>
        <a:xfrm rot="21598496">
          <a:off x="8671730" y="1779746"/>
          <a:ext cx="525220" cy="27158"/>
        </a:xfrm>
        <a:custGeom>
          <a:avLst/>
          <a:gdLst/>
          <a:ahLst/>
          <a:cxnLst/>
          <a:rect l="0" t="0" r="0" b="0"/>
          <a:pathLst>
            <a:path>
              <a:moveTo>
                <a:pt x="0" y="13579"/>
              </a:moveTo>
              <a:lnTo>
                <a:pt x="525220" y="135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8921210" y="1780194"/>
        <a:ext cx="26261" cy="26261"/>
      </dsp:txXfrm>
    </dsp:sp>
    <dsp:sp modelId="{1BC5F998-BF46-40B1-904B-0EA5BD17378C}">
      <dsp:nvSpPr>
        <dsp:cNvPr id="0" name=""/>
        <dsp:cNvSpPr/>
      </dsp:nvSpPr>
      <dsp:spPr>
        <a:xfrm>
          <a:off x="9196950" y="1464947"/>
          <a:ext cx="1313050" cy="656525"/>
        </a:xfrm>
        <a:prstGeom prst="roundRect">
          <a:avLst>
            <a:gd name="adj" fmla="val 10000"/>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Un solo Ejercicio por todo el tiempo en Liquidación</a:t>
          </a:r>
        </a:p>
      </dsp:txBody>
      <dsp:txXfrm>
        <a:off x="9216179" y="1484176"/>
        <a:ext cx="1274592" cy="618067"/>
      </dsp:txXfrm>
    </dsp:sp>
    <dsp:sp modelId="{1DC6B630-299F-4D36-917F-6E9F5A2D38BB}">
      <dsp:nvSpPr>
        <dsp:cNvPr id="0" name=""/>
        <dsp:cNvSpPr/>
      </dsp:nvSpPr>
      <dsp:spPr>
        <a:xfrm rot="258581">
          <a:off x="6879687" y="2611067"/>
          <a:ext cx="467928" cy="27158"/>
        </a:xfrm>
        <a:custGeom>
          <a:avLst/>
          <a:gdLst/>
          <a:ahLst/>
          <a:cxnLst/>
          <a:rect l="0" t="0" r="0" b="0"/>
          <a:pathLst>
            <a:path>
              <a:moveTo>
                <a:pt x="0" y="13579"/>
              </a:moveTo>
              <a:lnTo>
                <a:pt x="467928" y="135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7101953" y="2612948"/>
        <a:ext cx="23396" cy="23396"/>
      </dsp:txXfrm>
    </dsp:sp>
    <dsp:sp modelId="{DF249086-AE91-4AB1-9E0A-3D6B21E01C7E}">
      <dsp:nvSpPr>
        <dsp:cNvPr id="0" name=""/>
        <dsp:cNvSpPr/>
      </dsp:nvSpPr>
      <dsp:spPr>
        <a:xfrm>
          <a:off x="7346954" y="2313966"/>
          <a:ext cx="1313050" cy="6565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Fusión (para la Fusionada)</a:t>
          </a:r>
        </a:p>
      </dsp:txBody>
      <dsp:txXfrm>
        <a:off x="7366183" y="2333195"/>
        <a:ext cx="1274592" cy="618067"/>
      </dsp:txXfrm>
    </dsp:sp>
    <dsp:sp modelId="{B1439025-E745-4527-A9DF-AA5C136A8304}">
      <dsp:nvSpPr>
        <dsp:cNvPr id="0" name=""/>
        <dsp:cNvSpPr/>
      </dsp:nvSpPr>
      <dsp:spPr>
        <a:xfrm rot="21524940">
          <a:off x="8659941" y="2622786"/>
          <a:ext cx="537073" cy="27158"/>
        </a:xfrm>
        <a:custGeom>
          <a:avLst/>
          <a:gdLst/>
          <a:ahLst/>
          <a:cxnLst/>
          <a:rect l="0" t="0" r="0" b="0"/>
          <a:pathLst>
            <a:path>
              <a:moveTo>
                <a:pt x="0" y="13579"/>
              </a:moveTo>
              <a:lnTo>
                <a:pt x="537073" y="135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8915051" y="2622938"/>
        <a:ext cx="26853" cy="26853"/>
      </dsp:txXfrm>
    </dsp:sp>
    <dsp:sp modelId="{41E23FC9-93F7-4CB5-91CA-FBADF67D6195}">
      <dsp:nvSpPr>
        <dsp:cNvPr id="0" name=""/>
        <dsp:cNvSpPr/>
      </dsp:nvSpPr>
      <dsp:spPr>
        <a:xfrm>
          <a:off x="9196950" y="2302240"/>
          <a:ext cx="1313050" cy="6565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Concluye al ser fusionada</a:t>
          </a:r>
        </a:p>
      </dsp:txBody>
      <dsp:txXfrm>
        <a:off x="9216179" y="2321469"/>
        <a:ext cx="1274592" cy="618067"/>
      </dsp:txXfrm>
    </dsp:sp>
    <dsp:sp modelId="{D72EC869-3EA5-4015-AFC6-ABD242799F7C}">
      <dsp:nvSpPr>
        <dsp:cNvPr id="0" name=""/>
        <dsp:cNvSpPr/>
      </dsp:nvSpPr>
      <dsp:spPr>
        <a:xfrm rot="3579195">
          <a:off x="6640395" y="3012017"/>
          <a:ext cx="969963" cy="27158"/>
        </a:xfrm>
        <a:custGeom>
          <a:avLst/>
          <a:gdLst/>
          <a:ahLst/>
          <a:cxnLst/>
          <a:rect l="0" t="0" r="0" b="0"/>
          <a:pathLst>
            <a:path>
              <a:moveTo>
                <a:pt x="0" y="13579"/>
              </a:moveTo>
              <a:lnTo>
                <a:pt x="969963" y="135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7101128" y="3001347"/>
        <a:ext cx="48498" cy="48498"/>
      </dsp:txXfrm>
    </dsp:sp>
    <dsp:sp modelId="{A51DEC79-D44C-4626-949F-16B278963CF7}">
      <dsp:nvSpPr>
        <dsp:cNvPr id="0" name=""/>
        <dsp:cNvSpPr/>
      </dsp:nvSpPr>
      <dsp:spPr>
        <a:xfrm>
          <a:off x="7370405" y="3115865"/>
          <a:ext cx="1313050" cy="6565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Escisión (para la Escindente)</a:t>
          </a:r>
        </a:p>
      </dsp:txBody>
      <dsp:txXfrm>
        <a:off x="7389634" y="3135094"/>
        <a:ext cx="1274592" cy="618067"/>
      </dsp:txXfrm>
    </dsp:sp>
    <dsp:sp modelId="{219678E0-B905-491C-8BEC-0AFB4EE08330}">
      <dsp:nvSpPr>
        <dsp:cNvPr id="0" name=""/>
        <dsp:cNvSpPr/>
      </dsp:nvSpPr>
      <dsp:spPr>
        <a:xfrm rot="21522360">
          <a:off x="8683389" y="3424686"/>
          <a:ext cx="519226" cy="27158"/>
        </a:xfrm>
        <a:custGeom>
          <a:avLst/>
          <a:gdLst/>
          <a:ahLst/>
          <a:cxnLst/>
          <a:rect l="0" t="0" r="0" b="0"/>
          <a:pathLst>
            <a:path>
              <a:moveTo>
                <a:pt x="0" y="13579"/>
              </a:moveTo>
              <a:lnTo>
                <a:pt x="519226" y="135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8930022" y="3425284"/>
        <a:ext cx="25961" cy="25961"/>
      </dsp:txXfrm>
    </dsp:sp>
    <dsp:sp modelId="{7EF152F0-E662-4778-BA74-CD3A2DFE450B}">
      <dsp:nvSpPr>
        <dsp:cNvPr id="0" name=""/>
        <dsp:cNvSpPr/>
      </dsp:nvSpPr>
      <dsp:spPr>
        <a:xfrm>
          <a:off x="9202549" y="3104139"/>
          <a:ext cx="1313050" cy="6565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Concluye al desaparecer la Escindente</a:t>
          </a:r>
        </a:p>
      </dsp:txBody>
      <dsp:txXfrm>
        <a:off x="9221778" y="3123368"/>
        <a:ext cx="1274592" cy="618067"/>
      </dsp:txXfrm>
    </dsp:sp>
    <dsp:sp modelId="{E4AC3B2E-59F6-4A45-997F-A2E5AEEB9006}">
      <dsp:nvSpPr>
        <dsp:cNvPr id="0" name=""/>
        <dsp:cNvSpPr/>
      </dsp:nvSpPr>
      <dsp:spPr>
        <a:xfrm rot="3310531">
          <a:off x="1121398" y="2539591"/>
          <a:ext cx="919721" cy="27158"/>
        </a:xfrm>
        <a:custGeom>
          <a:avLst/>
          <a:gdLst/>
          <a:ahLst/>
          <a:cxnLst/>
          <a:rect l="0" t="0" r="0" b="0"/>
          <a:pathLst>
            <a:path>
              <a:moveTo>
                <a:pt x="0" y="13579"/>
              </a:moveTo>
              <a:lnTo>
                <a:pt x="919721" y="135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558266" y="2530177"/>
        <a:ext cx="45986" cy="45986"/>
      </dsp:txXfrm>
    </dsp:sp>
    <dsp:sp modelId="{71C63740-82DE-42B2-8BAF-4BBEAB3D73EC}">
      <dsp:nvSpPr>
        <dsp:cNvPr id="0" name=""/>
        <dsp:cNvSpPr/>
      </dsp:nvSpPr>
      <dsp:spPr>
        <a:xfrm>
          <a:off x="1843869" y="2602410"/>
          <a:ext cx="1313050" cy="6565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Irregular</a:t>
          </a:r>
        </a:p>
      </dsp:txBody>
      <dsp:txXfrm>
        <a:off x="1863098" y="2621639"/>
        <a:ext cx="1274592" cy="618067"/>
      </dsp:txXfrm>
    </dsp:sp>
    <dsp:sp modelId="{F38015D1-D500-4E80-904D-6AFAF2D6FC9E}">
      <dsp:nvSpPr>
        <dsp:cNvPr id="0" name=""/>
        <dsp:cNvSpPr/>
      </dsp:nvSpPr>
      <dsp:spPr>
        <a:xfrm rot="19457599">
          <a:off x="3096124" y="2728342"/>
          <a:ext cx="646810" cy="27158"/>
        </a:xfrm>
        <a:custGeom>
          <a:avLst/>
          <a:gdLst/>
          <a:ahLst/>
          <a:cxnLst/>
          <a:rect l="0" t="0" r="0" b="0"/>
          <a:pathLst>
            <a:path>
              <a:moveTo>
                <a:pt x="0" y="13579"/>
              </a:moveTo>
              <a:lnTo>
                <a:pt x="646810" y="13579"/>
              </a:lnTo>
            </a:path>
          </a:pathLst>
        </a:custGeom>
        <a:noFill/>
        <a:ln w="12700"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403359" y="2725751"/>
        <a:ext cx="32340" cy="32340"/>
      </dsp:txXfrm>
    </dsp:sp>
    <dsp:sp modelId="{C9EB6DBF-A523-43B5-B5A7-C5B4F8031768}">
      <dsp:nvSpPr>
        <dsp:cNvPr id="0" name=""/>
        <dsp:cNvSpPr/>
      </dsp:nvSpPr>
      <dsp:spPr>
        <a:xfrm>
          <a:off x="3682139" y="2224908"/>
          <a:ext cx="1313050" cy="6565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Comienza  con Posterioridad al 1 de enero</a:t>
          </a:r>
        </a:p>
      </dsp:txBody>
      <dsp:txXfrm>
        <a:off x="3701368" y="2244137"/>
        <a:ext cx="1274592" cy="618067"/>
      </dsp:txXfrm>
    </dsp:sp>
    <dsp:sp modelId="{60E04867-A2C9-4712-A786-8DE66220211D}">
      <dsp:nvSpPr>
        <dsp:cNvPr id="0" name=""/>
        <dsp:cNvSpPr/>
      </dsp:nvSpPr>
      <dsp:spPr>
        <a:xfrm rot="2142401">
          <a:off x="3096124" y="3105844"/>
          <a:ext cx="646810" cy="27158"/>
        </a:xfrm>
        <a:custGeom>
          <a:avLst/>
          <a:gdLst/>
          <a:ahLst/>
          <a:cxnLst/>
          <a:rect l="0" t="0" r="0" b="0"/>
          <a:pathLst>
            <a:path>
              <a:moveTo>
                <a:pt x="0" y="13579"/>
              </a:moveTo>
              <a:lnTo>
                <a:pt x="646810" y="13579"/>
              </a:lnTo>
            </a:path>
          </a:pathLst>
        </a:custGeom>
        <a:noFill/>
        <a:ln w="12700"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403359" y="3103253"/>
        <a:ext cx="32340" cy="32340"/>
      </dsp:txXfrm>
    </dsp:sp>
    <dsp:sp modelId="{4B6C7AF7-3816-4021-BC65-1D0BA3691FDE}">
      <dsp:nvSpPr>
        <dsp:cNvPr id="0" name=""/>
        <dsp:cNvSpPr/>
      </dsp:nvSpPr>
      <dsp:spPr>
        <a:xfrm>
          <a:off x="3682139" y="2979912"/>
          <a:ext cx="1313050" cy="656525"/>
        </a:xfrm>
        <a:prstGeom prst="roundRect">
          <a:avLst>
            <a:gd name="adj" fmla="val 10000"/>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Concluye el 31 de diciembre</a:t>
          </a:r>
        </a:p>
      </dsp:txBody>
      <dsp:txXfrm>
        <a:off x="3701368" y="2999141"/>
        <a:ext cx="1274592" cy="618067"/>
      </dsp:txXfrm>
    </dsp:sp>
    <dsp:sp modelId="{E245F3EB-D5DB-4375-8EC9-9958ECE9C1C3}">
      <dsp:nvSpPr>
        <dsp:cNvPr id="0" name=""/>
        <dsp:cNvSpPr/>
      </dsp:nvSpPr>
      <dsp:spPr>
        <a:xfrm rot="18547416">
          <a:off x="4827905" y="2942901"/>
          <a:ext cx="906677" cy="27158"/>
        </a:xfrm>
        <a:custGeom>
          <a:avLst/>
          <a:gdLst/>
          <a:ahLst/>
          <a:cxnLst/>
          <a:rect l="0" t="0" r="0" b="0"/>
          <a:pathLst>
            <a:path>
              <a:moveTo>
                <a:pt x="0" y="13579"/>
              </a:moveTo>
              <a:lnTo>
                <a:pt x="906677" y="135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258577" y="2933813"/>
        <a:ext cx="45333" cy="45333"/>
      </dsp:txXfrm>
    </dsp:sp>
    <dsp:sp modelId="{C2823D32-BE8F-42CD-8A95-FEA6CF93ADAF}">
      <dsp:nvSpPr>
        <dsp:cNvPr id="0" name=""/>
        <dsp:cNvSpPr/>
      </dsp:nvSpPr>
      <dsp:spPr>
        <a:xfrm>
          <a:off x="5567299" y="2276524"/>
          <a:ext cx="1313050" cy="656525"/>
        </a:xfrm>
        <a:prstGeom prst="roundRect">
          <a:avLst>
            <a:gd name="adj" fmla="val 10000"/>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Terminación Anticipada</a:t>
          </a:r>
        </a:p>
      </dsp:txBody>
      <dsp:txXfrm>
        <a:off x="5586528" y="2295753"/>
        <a:ext cx="1274592" cy="61806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1E15E5-EFC6-44DC-A36F-6E57C103BE62}">
      <dsp:nvSpPr>
        <dsp:cNvPr id="0" name=""/>
        <dsp:cNvSpPr/>
      </dsp:nvSpPr>
      <dsp:spPr>
        <a:xfrm>
          <a:off x="3286" y="25026"/>
          <a:ext cx="3203971" cy="604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s-MX" sz="2100" kern="1200" dirty="0"/>
            <a:t>Acumulables</a:t>
          </a:r>
        </a:p>
      </dsp:txBody>
      <dsp:txXfrm>
        <a:off x="3286" y="25026"/>
        <a:ext cx="3203971" cy="604800"/>
      </dsp:txXfrm>
    </dsp:sp>
    <dsp:sp modelId="{5875A72E-F85A-4F37-902B-A6AB5E1CB59F}">
      <dsp:nvSpPr>
        <dsp:cNvPr id="0" name=""/>
        <dsp:cNvSpPr/>
      </dsp:nvSpPr>
      <dsp:spPr>
        <a:xfrm>
          <a:off x="3286" y="629826"/>
          <a:ext cx="3203971" cy="36964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s-MX" sz="2100" kern="1200" dirty="0"/>
            <a:t>Efectivo</a:t>
          </a:r>
        </a:p>
        <a:p>
          <a:pPr marL="228600" lvl="1" indent="-228600" algn="l" defTabSz="933450">
            <a:lnSpc>
              <a:spcPct val="90000"/>
            </a:lnSpc>
            <a:spcBef>
              <a:spcPct val="0"/>
            </a:spcBef>
            <a:spcAft>
              <a:spcPct val="15000"/>
            </a:spcAft>
            <a:buChar char="•"/>
          </a:pPr>
          <a:endParaRPr lang="es-MX" sz="2100" kern="1200" dirty="0"/>
        </a:p>
        <a:p>
          <a:pPr marL="228600" lvl="1" indent="-228600" algn="l" defTabSz="933450">
            <a:lnSpc>
              <a:spcPct val="90000"/>
            </a:lnSpc>
            <a:spcBef>
              <a:spcPct val="0"/>
            </a:spcBef>
            <a:spcAft>
              <a:spcPct val="15000"/>
            </a:spcAft>
            <a:buChar char="•"/>
          </a:pPr>
          <a:r>
            <a:rPr lang="es-MX" sz="2100" kern="1200" dirty="0"/>
            <a:t>Crédito</a:t>
          </a:r>
        </a:p>
        <a:p>
          <a:pPr marL="228600" lvl="1" indent="-228600" algn="l" defTabSz="933450">
            <a:lnSpc>
              <a:spcPct val="90000"/>
            </a:lnSpc>
            <a:spcBef>
              <a:spcPct val="0"/>
            </a:spcBef>
            <a:spcAft>
              <a:spcPct val="15000"/>
            </a:spcAft>
            <a:buChar char="•"/>
          </a:pPr>
          <a:endParaRPr lang="es-MX" sz="2100" kern="1200" dirty="0"/>
        </a:p>
        <a:p>
          <a:pPr marL="228600" lvl="1" indent="-228600" algn="l" defTabSz="933450">
            <a:lnSpc>
              <a:spcPct val="90000"/>
            </a:lnSpc>
            <a:spcBef>
              <a:spcPct val="0"/>
            </a:spcBef>
            <a:spcAft>
              <a:spcPct val="15000"/>
            </a:spcAft>
            <a:buChar char="•"/>
          </a:pPr>
          <a:r>
            <a:rPr lang="es-MX" sz="2100" kern="1200" dirty="0"/>
            <a:t>Especie</a:t>
          </a:r>
        </a:p>
        <a:p>
          <a:pPr marL="228600" lvl="1" indent="-228600" algn="l" defTabSz="933450">
            <a:lnSpc>
              <a:spcPct val="90000"/>
            </a:lnSpc>
            <a:spcBef>
              <a:spcPct val="0"/>
            </a:spcBef>
            <a:spcAft>
              <a:spcPct val="15000"/>
            </a:spcAft>
            <a:buChar char="•"/>
          </a:pPr>
          <a:endParaRPr lang="es-MX" sz="2100" kern="1200" dirty="0"/>
        </a:p>
        <a:p>
          <a:pPr marL="228600" lvl="1" indent="-228600" algn="l" defTabSz="933450">
            <a:lnSpc>
              <a:spcPct val="90000"/>
            </a:lnSpc>
            <a:spcBef>
              <a:spcPct val="0"/>
            </a:spcBef>
            <a:spcAft>
              <a:spcPct val="15000"/>
            </a:spcAft>
            <a:buChar char="•"/>
          </a:pPr>
          <a:r>
            <a:rPr lang="es-MX" sz="2100" kern="1200" dirty="0"/>
            <a:t>De cualquier otro tipo</a:t>
          </a:r>
        </a:p>
        <a:p>
          <a:pPr marL="457200" lvl="2" indent="-228600" algn="l" defTabSz="933450">
            <a:lnSpc>
              <a:spcPct val="90000"/>
            </a:lnSpc>
            <a:spcBef>
              <a:spcPct val="0"/>
            </a:spcBef>
            <a:spcAft>
              <a:spcPct val="15000"/>
            </a:spcAft>
            <a:buChar char="•"/>
          </a:pPr>
          <a:r>
            <a:rPr lang="es-MX" sz="2100" kern="1200" dirty="0"/>
            <a:t>Ajuste Anual por Inflación Acumulable</a:t>
          </a:r>
        </a:p>
      </dsp:txBody>
      <dsp:txXfrm>
        <a:off x="3286" y="629826"/>
        <a:ext cx="3203971" cy="3696485"/>
      </dsp:txXfrm>
    </dsp:sp>
    <dsp:sp modelId="{596A916B-9EC8-4A5A-8C86-A3DCF28DCE82}">
      <dsp:nvSpPr>
        <dsp:cNvPr id="0" name=""/>
        <dsp:cNvSpPr/>
      </dsp:nvSpPr>
      <dsp:spPr>
        <a:xfrm>
          <a:off x="3655814" y="25026"/>
          <a:ext cx="3203971" cy="604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s-MX" sz="2100" kern="1200" dirty="0"/>
            <a:t>Exentos</a:t>
          </a:r>
        </a:p>
      </dsp:txBody>
      <dsp:txXfrm>
        <a:off x="3655814" y="25026"/>
        <a:ext cx="3203971" cy="604800"/>
      </dsp:txXfrm>
    </dsp:sp>
    <dsp:sp modelId="{3E92BB4D-AD71-40A3-85F3-A2B8A7F7E4ED}">
      <dsp:nvSpPr>
        <dsp:cNvPr id="0" name=""/>
        <dsp:cNvSpPr/>
      </dsp:nvSpPr>
      <dsp:spPr>
        <a:xfrm>
          <a:off x="3655814" y="629826"/>
          <a:ext cx="3203971" cy="36964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s-MX" sz="2100" kern="1200" dirty="0"/>
            <a:t>Dividendos de Personas Morales Residentes en México</a:t>
          </a:r>
        </a:p>
        <a:p>
          <a:pPr marL="228600" lvl="1" indent="-228600" algn="l" defTabSz="933450">
            <a:lnSpc>
              <a:spcPct val="90000"/>
            </a:lnSpc>
            <a:spcBef>
              <a:spcPct val="0"/>
            </a:spcBef>
            <a:spcAft>
              <a:spcPct val="15000"/>
            </a:spcAft>
            <a:buChar char="•"/>
          </a:pPr>
          <a:endParaRPr lang="es-MX" sz="2100" kern="1200" dirty="0"/>
        </a:p>
        <a:p>
          <a:pPr marL="228600" lvl="1" indent="-228600" algn="l" defTabSz="933450">
            <a:lnSpc>
              <a:spcPct val="90000"/>
            </a:lnSpc>
            <a:spcBef>
              <a:spcPct val="0"/>
            </a:spcBef>
            <a:spcAft>
              <a:spcPct val="15000"/>
            </a:spcAft>
            <a:buChar char="•"/>
          </a:pPr>
          <a:r>
            <a:rPr lang="es-MX" sz="2100" kern="1200" dirty="0"/>
            <a:t>Apoyos económicos en presupuestos de egresos</a:t>
          </a:r>
        </a:p>
        <a:p>
          <a:pPr marL="228600" lvl="1" indent="-228600" algn="l" defTabSz="933450">
            <a:lnSpc>
              <a:spcPct val="90000"/>
            </a:lnSpc>
            <a:spcBef>
              <a:spcPct val="0"/>
            </a:spcBef>
            <a:spcAft>
              <a:spcPct val="15000"/>
            </a:spcAft>
            <a:buChar char="•"/>
          </a:pPr>
          <a:endParaRPr lang="es-MX" sz="2100" kern="1200" dirty="0"/>
        </a:p>
        <a:p>
          <a:pPr marL="228600" lvl="1" indent="-228600" algn="l" defTabSz="933450">
            <a:lnSpc>
              <a:spcPct val="90000"/>
            </a:lnSpc>
            <a:spcBef>
              <a:spcPct val="0"/>
            </a:spcBef>
            <a:spcAft>
              <a:spcPct val="15000"/>
            </a:spcAft>
            <a:buChar char="•"/>
          </a:pPr>
          <a:r>
            <a:rPr lang="es-MX" sz="2100" kern="1200" dirty="0"/>
            <a:t>Contraprestaciones en especie (Hidrocarburos)</a:t>
          </a:r>
        </a:p>
      </dsp:txBody>
      <dsp:txXfrm>
        <a:off x="3655814" y="629826"/>
        <a:ext cx="3203971" cy="3696485"/>
      </dsp:txXfrm>
    </dsp:sp>
    <dsp:sp modelId="{AB772655-8C34-47B1-9F30-CCBF36F17655}">
      <dsp:nvSpPr>
        <dsp:cNvPr id="0" name=""/>
        <dsp:cNvSpPr/>
      </dsp:nvSpPr>
      <dsp:spPr>
        <a:xfrm>
          <a:off x="7308342" y="25026"/>
          <a:ext cx="3203971" cy="604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s-MX" sz="2100" kern="1200" dirty="0"/>
            <a:t>Excepciones</a:t>
          </a:r>
        </a:p>
      </dsp:txBody>
      <dsp:txXfrm>
        <a:off x="7308342" y="25026"/>
        <a:ext cx="3203971" cy="604800"/>
      </dsp:txXfrm>
    </dsp:sp>
    <dsp:sp modelId="{AD9402D5-D2AB-46A2-94A0-3D707BB96DE5}">
      <dsp:nvSpPr>
        <dsp:cNvPr id="0" name=""/>
        <dsp:cNvSpPr/>
      </dsp:nvSpPr>
      <dsp:spPr>
        <a:xfrm>
          <a:off x="7308342" y="629826"/>
          <a:ext cx="3203971" cy="36964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s-MX" sz="2100" kern="1200" dirty="0"/>
            <a:t>Aumentos de Capital</a:t>
          </a:r>
        </a:p>
        <a:p>
          <a:pPr marL="228600" lvl="1" indent="-228600" algn="l" defTabSz="933450">
            <a:lnSpc>
              <a:spcPct val="90000"/>
            </a:lnSpc>
            <a:spcBef>
              <a:spcPct val="0"/>
            </a:spcBef>
            <a:spcAft>
              <a:spcPct val="15000"/>
            </a:spcAft>
            <a:buChar char="•"/>
          </a:pPr>
          <a:endParaRPr lang="es-MX" sz="2100" kern="1200" dirty="0"/>
        </a:p>
        <a:p>
          <a:pPr marL="228600" lvl="1" indent="-228600" algn="l" defTabSz="933450">
            <a:lnSpc>
              <a:spcPct val="90000"/>
            </a:lnSpc>
            <a:spcBef>
              <a:spcPct val="0"/>
            </a:spcBef>
            <a:spcAft>
              <a:spcPct val="15000"/>
            </a:spcAft>
            <a:buChar char="•"/>
          </a:pPr>
          <a:r>
            <a:rPr lang="es-MX" sz="2100" kern="1200" dirty="0"/>
            <a:t>Pago de Pérdidas</a:t>
          </a:r>
        </a:p>
        <a:p>
          <a:pPr marL="228600" lvl="1" indent="-228600" algn="l" defTabSz="933450">
            <a:lnSpc>
              <a:spcPct val="90000"/>
            </a:lnSpc>
            <a:spcBef>
              <a:spcPct val="0"/>
            </a:spcBef>
            <a:spcAft>
              <a:spcPct val="15000"/>
            </a:spcAft>
            <a:buChar char="•"/>
          </a:pPr>
          <a:endParaRPr lang="es-MX" sz="2100" kern="1200" dirty="0"/>
        </a:p>
        <a:p>
          <a:pPr marL="228600" lvl="1" indent="-228600" algn="l" defTabSz="933450">
            <a:lnSpc>
              <a:spcPct val="90000"/>
            </a:lnSpc>
            <a:spcBef>
              <a:spcPct val="0"/>
            </a:spcBef>
            <a:spcAft>
              <a:spcPct val="15000"/>
            </a:spcAft>
            <a:buChar char="•"/>
          </a:pPr>
          <a:r>
            <a:rPr lang="es-MX" sz="2100" kern="1200" dirty="0"/>
            <a:t>Primas en Colocación</a:t>
          </a:r>
        </a:p>
        <a:p>
          <a:pPr marL="228600" lvl="1" indent="-228600" algn="l" defTabSz="933450">
            <a:lnSpc>
              <a:spcPct val="90000"/>
            </a:lnSpc>
            <a:spcBef>
              <a:spcPct val="0"/>
            </a:spcBef>
            <a:spcAft>
              <a:spcPct val="15000"/>
            </a:spcAft>
            <a:buChar char="•"/>
          </a:pPr>
          <a:endParaRPr lang="es-MX" sz="2100" kern="1200" dirty="0"/>
        </a:p>
        <a:p>
          <a:pPr marL="228600" lvl="1" indent="-228600" algn="l" defTabSz="933450">
            <a:lnSpc>
              <a:spcPct val="90000"/>
            </a:lnSpc>
            <a:spcBef>
              <a:spcPct val="0"/>
            </a:spcBef>
            <a:spcAft>
              <a:spcPct val="15000"/>
            </a:spcAft>
            <a:buChar char="•"/>
          </a:pPr>
          <a:r>
            <a:rPr lang="es-MX" sz="2100" kern="1200" dirty="0"/>
            <a:t>Método de Participación</a:t>
          </a:r>
        </a:p>
        <a:p>
          <a:pPr marL="228600" lvl="1" indent="-228600" algn="l" defTabSz="933450">
            <a:lnSpc>
              <a:spcPct val="90000"/>
            </a:lnSpc>
            <a:spcBef>
              <a:spcPct val="0"/>
            </a:spcBef>
            <a:spcAft>
              <a:spcPct val="15000"/>
            </a:spcAft>
            <a:buChar char="•"/>
          </a:pPr>
          <a:endParaRPr lang="es-MX" sz="2100" kern="1200" dirty="0"/>
        </a:p>
        <a:p>
          <a:pPr marL="228600" lvl="1" indent="-228600" algn="l" defTabSz="933450">
            <a:lnSpc>
              <a:spcPct val="90000"/>
            </a:lnSpc>
            <a:spcBef>
              <a:spcPct val="0"/>
            </a:spcBef>
            <a:spcAft>
              <a:spcPct val="15000"/>
            </a:spcAft>
            <a:buChar char="•"/>
          </a:pPr>
          <a:r>
            <a:rPr lang="es-MX" sz="2100" kern="1200" dirty="0"/>
            <a:t>Revaluación de Activos y Capital</a:t>
          </a:r>
        </a:p>
      </dsp:txBody>
      <dsp:txXfrm>
        <a:off x="7308342" y="629826"/>
        <a:ext cx="3203971" cy="369648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C4CBB9-4991-46F8-83FB-91CF733A3BB5}">
      <dsp:nvSpPr>
        <dsp:cNvPr id="0" name=""/>
        <dsp:cNvSpPr/>
      </dsp:nvSpPr>
      <dsp:spPr>
        <a:xfrm>
          <a:off x="2454220" y="2218507"/>
          <a:ext cx="91440" cy="413321"/>
        </a:xfrm>
        <a:custGeom>
          <a:avLst/>
          <a:gdLst/>
          <a:ahLst/>
          <a:cxnLst/>
          <a:rect l="0" t="0" r="0" b="0"/>
          <a:pathLst>
            <a:path>
              <a:moveTo>
                <a:pt x="45720" y="0"/>
              </a:moveTo>
              <a:lnTo>
                <a:pt x="45720" y="413321"/>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47DE740-8D40-4B6C-B2B8-F26B7FECAC01}">
      <dsp:nvSpPr>
        <dsp:cNvPr id="0" name=""/>
        <dsp:cNvSpPr/>
      </dsp:nvSpPr>
      <dsp:spPr>
        <a:xfrm>
          <a:off x="2454220" y="902748"/>
          <a:ext cx="91440" cy="413321"/>
        </a:xfrm>
        <a:custGeom>
          <a:avLst/>
          <a:gdLst/>
          <a:ahLst/>
          <a:cxnLst/>
          <a:rect l="0" t="0" r="0" b="0"/>
          <a:pathLst>
            <a:path>
              <a:moveTo>
                <a:pt x="45720" y="0"/>
              </a:moveTo>
              <a:lnTo>
                <a:pt x="45720" y="413321"/>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E69F1EE-B1E0-426D-B37B-271E1AA940E0}">
      <dsp:nvSpPr>
        <dsp:cNvPr id="0" name=""/>
        <dsp:cNvSpPr/>
      </dsp:nvSpPr>
      <dsp:spPr>
        <a:xfrm>
          <a:off x="1789359" y="310"/>
          <a:ext cx="1421161" cy="902437"/>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0BD94C-6209-4DE0-8121-7E002B3F7D9F}">
      <dsp:nvSpPr>
        <dsp:cNvPr id="0" name=""/>
        <dsp:cNvSpPr/>
      </dsp:nvSpPr>
      <dsp:spPr>
        <a:xfrm>
          <a:off x="1947266" y="150322"/>
          <a:ext cx="1421161" cy="902437"/>
        </a:xfrm>
        <a:prstGeom prst="roundRect">
          <a:avLst>
            <a:gd name="adj" fmla="val 10000"/>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s-MX" sz="2800" kern="1200" dirty="0"/>
            <a:t>Holding</a:t>
          </a:r>
        </a:p>
      </dsp:txBody>
      <dsp:txXfrm>
        <a:off x="1973697" y="176753"/>
        <a:ext cx="1368299" cy="849575"/>
      </dsp:txXfrm>
    </dsp:sp>
    <dsp:sp modelId="{14C9A974-1866-4D4D-BC00-93833BF5E584}">
      <dsp:nvSpPr>
        <dsp:cNvPr id="0" name=""/>
        <dsp:cNvSpPr/>
      </dsp:nvSpPr>
      <dsp:spPr>
        <a:xfrm>
          <a:off x="1789359" y="1316069"/>
          <a:ext cx="1421161" cy="902437"/>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EFCC51-2EEA-428E-BB95-4BC0B9D48178}">
      <dsp:nvSpPr>
        <dsp:cNvPr id="0" name=""/>
        <dsp:cNvSpPr/>
      </dsp:nvSpPr>
      <dsp:spPr>
        <a:xfrm>
          <a:off x="1947266" y="1466080"/>
          <a:ext cx="1421161" cy="902437"/>
        </a:xfrm>
        <a:prstGeom prst="roundRect">
          <a:avLst>
            <a:gd name="adj" fmla="val 10000"/>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s-MX" sz="2800" kern="1200" dirty="0"/>
            <a:t>Sub 1</a:t>
          </a:r>
        </a:p>
      </dsp:txBody>
      <dsp:txXfrm>
        <a:off x="1973697" y="1492511"/>
        <a:ext cx="1368299" cy="849575"/>
      </dsp:txXfrm>
    </dsp:sp>
    <dsp:sp modelId="{2DACAF87-C1DB-43E3-8ABC-E7ABF8C5E7CD}">
      <dsp:nvSpPr>
        <dsp:cNvPr id="0" name=""/>
        <dsp:cNvSpPr/>
      </dsp:nvSpPr>
      <dsp:spPr>
        <a:xfrm>
          <a:off x="1789359" y="2631828"/>
          <a:ext cx="1421161" cy="902437"/>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30383C-DB76-46C0-B13C-C133E828E4C2}">
      <dsp:nvSpPr>
        <dsp:cNvPr id="0" name=""/>
        <dsp:cNvSpPr/>
      </dsp:nvSpPr>
      <dsp:spPr>
        <a:xfrm>
          <a:off x="1947266" y="2781839"/>
          <a:ext cx="1421161" cy="902437"/>
        </a:xfrm>
        <a:prstGeom prst="roundRect">
          <a:avLst>
            <a:gd name="adj" fmla="val 10000"/>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s-MX" sz="2800" kern="1200" dirty="0"/>
            <a:t>Sub 2</a:t>
          </a:r>
        </a:p>
      </dsp:txBody>
      <dsp:txXfrm>
        <a:off x="1973697" y="2808270"/>
        <a:ext cx="1368299" cy="84957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29A1DC-4EDF-47EA-94E9-F9C73808489D}">
      <dsp:nvSpPr>
        <dsp:cNvPr id="0" name=""/>
        <dsp:cNvSpPr/>
      </dsp:nvSpPr>
      <dsp:spPr>
        <a:xfrm>
          <a:off x="2466911" y="2218550"/>
          <a:ext cx="91440" cy="413369"/>
        </a:xfrm>
        <a:custGeom>
          <a:avLst/>
          <a:gdLst/>
          <a:ahLst/>
          <a:cxnLst/>
          <a:rect l="0" t="0" r="0" b="0"/>
          <a:pathLst>
            <a:path>
              <a:moveTo>
                <a:pt x="45720" y="0"/>
              </a:moveTo>
              <a:lnTo>
                <a:pt x="45720" y="413369"/>
              </a:lnTo>
            </a:path>
          </a:pathLst>
        </a:custGeom>
        <a:noFill/>
        <a:ln w="12700" cap="flat" cmpd="sng" algn="ctr">
          <a:solidFill>
            <a:schemeClr val="accent6">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1A13A5C-B988-4BC3-8EC7-F87BAE19CF3B}">
      <dsp:nvSpPr>
        <dsp:cNvPr id="0" name=""/>
        <dsp:cNvSpPr/>
      </dsp:nvSpPr>
      <dsp:spPr>
        <a:xfrm>
          <a:off x="2466911" y="902638"/>
          <a:ext cx="91440" cy="413369"/>
        </a:xfrm>
        <a:custGeom>
          <a:avLst/>
          <a:gdLst/>
          <a:ahLst/>
          <a:cxnLst/>
          <a:rect l="0" t="0" r="0" b="0"/>
          <a:pathLst>
            <a:path>
              <a:moveTo>
                <a:pt x="45720" y="0"/>
              </a:moveTo>
              <a:lnTo>
                <a:pt x="45720" y="413369"/>
              </a:lnTo>
            </a:path>
          </a:pathLst>
        </a:custGeom>
        <a:noFill/>
        <a:ln w="12700" cap="flat" cmpd="sng" algn="ctr">
          <a:solidFill>
            <a:schemeClr val="accent6">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D0FA4E2-7CB2-4690-B765-C63441DE0F2B}">
      <dsp:nvSpPr>
        <dsp:cNvPr id="0" name=""/>
        <dsp:cNvSpPr/>
      </dsp:nvSpPr>
      <dsp:spPr>
        <a:xfrm>
          <a:off x="1801967" y="95"/>
          <a:ext cx="1421327" cy="902542"/>
        </a:xfrm>
        <a:prstGeom prst="roundRect">
          <a:avLst>
            <a:gd name="adj" fmla="val 10000"/>
          </a:avLst>
        </a:prstGeom>
        <a:solidFill>
          <a:schemeClr val="accent6">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8042C9-1968-45BE-9313-4242C7459578}">
      <dsp:nvSpPr>
        <dsp:cNvPr id="0" name=""/>
        <dsp:cNvSpPr/>
      </dsp:nvSpPr>
      <dsp:spPr>
        <a:xfrm>
          <a:off x="1959892" y="150124"/>
          <a:ext cx="1421327" cy="902542"/>
        </a:xfrm>
        <a:prstGeom prst="roundRect">
          <a:avLst>
            <a:gd name="adj" fmla="val 10000"/>
          </a:avLst>
        </a:prstGeom>
        <a:solidFill>
          <a:schemeClr val="lt1">
            <a:alpha val="90000"/>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s-MX" sz="2800" kern="1200" dirty="0"/>
            <a:t>Holding</a:t>
          </a:r>
        </a:p>
      </dsp:txBody>
      <dsp:txXfrm>
        <a:off x="1986327" y="176559"/>
        <a:ext cx="1368457" cy="849672"/>
      </dsp:txXfrm>
    </dsp:sp>
    <dsp:sp modelId="{AB4BCC6D-C9DD-47B0-BF7D-09D67CBEF0DE}">
      <dsp:nvSpPr>
        <dsp:cNvPr id="0" name=""/>
        <dsp:cNvSpPr/>
      </dsp:nvSpPr>
      <dsp:spPr>
        <a:xfrm>
          <a:off x="1801967" y="1316008"/>
          <a:ext cx="1421327" cy="902542"/>
        </a:xfrm>
        <a:prstGeom prst="roundRect">
          <a:avLst>
            <a:gd name="adj" fmla="val 10000"/>
          </a:avLst>
        </a:prstGeom>
        <a:solidFill>
          <a:schemeClr val="accent6">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4D3F85-6569-43A5-A972-58667A81E808}">
      <dsp:nvSpPr>
        <dsp:cNvPr id="0" name=""/>
        <dsp:cNvSpPr/>
      </dsp:nvSpPr>
      <dsp:spPr>
        <a:xfrm>
          <a:off x="1959892" y="1466037"/>
          <a:ext cx="1421327" cy="902542"/>
        </a:xfrm>
        <a:prstGeom prst="roundRect">
          <a:avLst>
            <a:gd name="adj" fmla="val 10000"/>
          </a:avLst>
        </a:prstGeom>
        <a:solidFill>
          <a:schemeClr val="lt1">
            <a:alpha val="90000"/>
            <a:hueOff val="0"/>
            <a:satOff val="0"/>
            <a:lumOff val="0"/>
            <a:alphaOff val="0"/>
          </a:schemeClr>
        </a:solidFill>
        <a:ln w="12700" cap="flat" cmpd="sng" algn="ctr">
          <a:solidFill>
            <a:schemeClr val="accent6">
              <a:tint val="99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s-MX" sz="2800" kern="1200" dirty="0"/>
            <a:t>Sub 1</a:t>
          </a:r>
        </a:p>
      </dsp:txBody>
      <dsp:txXfrm>
        <a:off x="1986327" y="1492472"/>
        <a:ext cx="1368457" cy="849672"/>
      </dsp:txXfrm>
    </dsp:sp>
    <dsp:sp modelId="{DBA9AF80-6F51-45A2-942A-84E70B622DFC}">
      <dsp:nvSpPr>
        <dsp:cNvPr id="0" name=""/>
        <dsp:cNvSpPr/>
      </dsp:nvSpPr>
      <dsp:spPr>
        <a:xfrm>
          <a:off x="1801967" y="2631920"/>
          <a:ext cx="1421327" cy="902542"/>
        </a:xfrm>
        <a:prstGeom prst="roundRect">
          <a:avLst>
            <a:gd name="adj" fmla="val 10000"/>
          </a:avLst>
        </a:prstGeom>
        <a:solidFill>
          <a:schemeClr val="accent6">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BF19F4-B1BA-4787-9008-D35848C9DA28}">
      <dsp:nvSpPr>
        <dsp:cNvPr id="0" name=""/>
        <dsp:cNvSpPr/>
      </dsp:nvSpPr>
      <dsp:spPr>
        <a:xfrm>
          <a:off x="1959892" y="2781949"/>
          <a:ext cx="1421327" cy="902542"/>
        </a:xfrm>
        <a:prstGeom prst="roundRect">
          <a:avLst>
            <a:gd name="adj" fmla="val 10000"/>
          </a:avLst>
        </a:prstGeom>
        <a:solidFill>
          <a:schemeClr val="lt1">
            <a:alpha val="90000"/>
            <a:hueOff val="0"/>
            <a:satOff val="0"/>
            <a:lumOff val="0"/>
            <a:alphaOff val="0"/>
          </a:schemeClr>
        </a:solidFill>
        <a:ln w="12700" cap="flat" cmpd="sng" algn="ctr">
          <a:solidFill>
            <a:schemeClr val="accent6">
              <a:tint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s-MX" sz="2800" kern="1200" dirty="0"/>
            <a:t>Sub 2</a:t>
          </a:r>
        </a:p>
      </dsp:txBody>
      <dsp:txXfrm>
        <a:off x="1986327" y="2808384"/>
        <a:ext cx="1368457" cy="84967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E45E6E-8EA2-4DB7-8640-8ECA14266E47}">
      <dsp:nvSpPr>
        <dsp:cNvPr id="0" name=""/>
        <dsp:cNvSpPr/>
      </dsp:nvSpPr>
      <dsp:spPr>
        <a:xfrm>
          <a:off x="3953" y="213477"/>
          <a:ext cx="2377306" cy="91037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s-MX" sz="1800" kern="1200" dirty="0"/>
            <a:t>Enajenación de Bienes y Prestación de Servicios</a:t>
          </a:r>
        </a:p>
      </dsp:txBody>
      <dsp:txXfrm>
        <a:off x="3953" y="213477"/>
        <a:ext cx="2377306" cy="910373"/>
      </dsp:txXfrm>
    </dsp:sp>
    <dsp:sp modelId="{6F327D1F-F48C-467F-8621-DEEE1EAC329F}">
      <dsp:nvSpPr>
        <dsp:cNvPr id="0" name=""/>
        <dsp:cNvSpPr/>
      </dsp:nvSpPr>
      <dsp:spPr>
        <a:xfrm>
          <a:off x="3953" y="1123850"/>
          <a:ext cx="2377306" cy="301401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s-MX" sz="1800" kern="1200" dirty="0"/>
            <a:t>Expedición del Comprobante</a:t>
          </a:r>
        </a:p>
        <a:p>
          <a:pPr marL="171450" lvl="1" indent="-171450" algn="l" defTabSz="800100">
            <a:lnSpc>
              <a:spcPct val="90000"/>
            </a:lnSpc>
            <a:spcBef>
              <a:spcPct val="0"/>
            </a:spcBef>
            <a:spcAft>
              <a:spcPct val="15000"/>
            </a:spcAft>
            <a:buChar char="•"/>
          </a:pPr>
          <a:endParaRPr lang="es-MX" sz="1800" kern="1200" dirty="0"/>
        </a:p>
        <a:p>
          <a:pPr marL="171450" lvl="1" indent="-171450" algn="l" defTabSz="800100">
            <a:lnSpc>
              <a:spcPct val="90000"/>
            </a:lnSpc>
            <a:spcBef>
              <a:spcPct val="0"/>
            </a:spcBef>
            <a:spcAft>
              <a:spcPct val="15000"/>
            </a:spcAft>
            <a:buChar char="•"/>
          </a:pPr>
          <a:r>
            <a:rPr lang="es-MX" sz="1800" kern="1200" dirty="0"/>
            <a:t>Envío o entrega del bien o prestación del servicio</a:t>
          </a:r>
        </a:p>
        <a:p>
          <a:pPr marL="171450" lvl="1" indent="-171450" algn="l" defTabSz="800100">
            <a:lnSpc>
              <a:spcPct val="90000"/>
            </a:lnSpc>
            <a:spcBef>
              <a:spcPct val="0"/>
            </a:spcBef>
            <a:spcAft>
              <a:spcPct val="15000"/>
            </a:spcAft>
            <a:buChar char="•"/>
          </a:pPr>
          <a:endParaRPr lang="es-MX" sz="1800" kern="1200" dirty="0"/>
        </a:p>
        <a:p>
          <a:pPr marL="171450" lvl="1" indent="-171450" algn="l" defTabSz="800100">
            <a:lnSpc>
              <a:spcPct val="90000"/>
            </a:lnSpc>
            <a:spcBef>
              <a:spcPct val="0"/>
            </a:spcBef>
            <a:spcAft>
              <a:spcPct val="15000"/>
            </a:spcAft>
            <a:buChar char="•"/>
          </a:pPr>
          <a:r>
            <a:rPr lang="es-MX" sz="1800" kern="1200" dirty="0"/>
            <a:t>Cobro total o parcial</a:t>
          </a:r>
        </a:p>
        <a:p>
          <a:pPr marL="171450" lvl="1" indent="-171450" algn="l" defTabSz="800100">
            <a:lnSpc>
              <a:spcPct val="90000"/>
            </a:lnSpc>
            <a:spcBef>
              <a:spcPct val="0"/>
            </a:spcBef>
            <a:spcAft>
              <a:spcPct val="15000"/>
            </a:spcAft>
            <a:buChar char="•"/>
          </a:pPr>
          <a:endParaRPr lang="es-MX" sz="1800" kern="1200" dirty="0"/>
        </a:p>
        <a:p>
          <a:pPr marL="171450" lvl="1" indent="-171450" algn="l" defTabSz="800100">
            <a:lnSpc>
              <a:spcPct val="90000"/>
            </a:lnSpc>
            <a:spcBef>
              <a:spcPct val="0"/>
            </a:spcBef>
            <a:spcAft>
              <a:spcPct val="15000"/>
            </a:spcAft>
            <a:buChar char="•"/>
          </a:pPr>
          <a:r>
            <a:rPr lang="es-MX" sz="1800" kern="1200" dirty="0"/>
            <a:t>Exigibilidad</a:t>
          </a:r>
        </a:p>
      </dsp:txBody>
      <dsp:txXfrm>
        <a:off x="3953" y="1123850"/>
        <a:ext cx="2377306" cy="3014010"/>
      </dsp:txXfrm>
    </dsp:sp>
    <dsp:sp modelId="{C17C47D6-41DF-4569-BA94-6B93DC8D4FE4}">
      <dsp:nvSpPr>
        <dsp:cNvPr id="0" name=""/>
        <dsp:cNvSpPr/>
      </dsp:nvSpPr>
      <dsp:spPr>
        <a:xfrm>
          <a:off x="2714082" y="213477"/>
          <a:ext cx="2377306" cy="91037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s-MX" sz="1800" kern="1200" dirty="0"/>
            <a:t>Uso o Goce Temporal de Bienes</a:t>
          </a:r>
        </a:p>
      </dsp:txBody>
      <dsp:txXfrm>
        <a:off x="2714082" y="213477"/>
        <a:ext cx="2377306" cy="910373"/>
      </dsp:txXfrm>
    </dsp:sp>
    <dsp:sp modelId="{A6FB6186-48DC-4E19-A76F-854AD67913A9}">
      <dsp:nvSpPr>
        <dsp:cNvPr id="0" name=""/>
        <dsp:cNvSpPr/>
      </dsp:nvSpPr>
      <dsp:spPr>
        <a:xfrm>
          <a:off x="2714082" y="1123850"/>
          <a:ext cx="2377306" cy="301401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s-MX" sz="1800" kern="1200" dirty="0"/>
            <a:t>Expedición del Comprobante</a:t>
          </a:r>
        </a:p>
        <a:p>
          <a:pPr marL="171450" lvl="1" indent="-171450" algn="l" defTabSz="800100">
            <a:lnSpc>
              <a:spcPct val="90000"/>
            </a:lnSpc>
            <a:spcBef>
              <a:spcPct val="0"/>
            </a:spcBef>
            <a:spcAft>
              <a:spcPct val="15000"/>
            </a:spcAft>
            <a:buChar char="•"/>
          </a:pPr>
          <a:endParaRPr lang="es-MX" sz="1800" kern="1200" dirty="0"/>
        </a:p>
        <a:p>
          <a:pPr marL="171450" lvl="1" indent="-171450" algn="l" defTabSz="800100">
            <a:lnSpc>
              <a:spcPct val="90000"/>
            </a:lnSpc>
            <a:spcBef>
              <a:spcPct val="0"/>
            </a:spcBef>
            <a:spcAft>
              <a:spcPct val="15000"/>
            </a:spcAft>
            <a:buChar char="•"/>
          </a:pPr>
          <a:r>
            <a:rPr lang="es-MX" sz="1800" strike="sngStrike" kern="1200" dirty="0">
              <a:solidFill>
                <a:schemeClr val="tx1"/>
              </a:solidFill>
            </a:rPr>
            <a:t>Envío o entrega del bien o prestación del servicio</a:t>
          </a:r>
        </a:p>
        <a:p>
          <a:pPr marL="171450" lvl="1" indent="-171450" algn="l" defTabSz="800100">
            <a:lnSpc>
              <a:spcPct val="90000"/>
            </a:lnSpc>
            <a:spcBef>
              <a:spcPct val="0"/>
            </a:spcBef>
            <a:spcAft>
              <a:spcPct val="15000"/>
            </a:spcAft>
            <a:buChar char="•"/>
          </a:pPr>
          <a:endParaRPr lang="es-MX" sz="1800" kern="1200" dirty="0"/>
        </a:p>
        <a:p>
          <a:pPr marL="171450" lvl="1" indent="-171450" algn="l" defTabSz="800100">
            <a:lnSpc>
              <a:spcPct val="90000"/>
            </a:lnSpc>
            <a:spcBef>
              <a:spcPct val="0"/>
            </a:spcBef>
            <a:spcAft>
              <a:spcPct val="15000"/>
            </a:spcAft>
            <a:buChar char="•"/>
          </a:pPr>
          <a:r>
            <a:rPr lang="es-MX" sz="1800" kern="1200" dirty="0"/>
            <a:t>Cobro total o parcial</a:t>
          </a:r>
        </a:p>
        <a:p>
          <a:pPr marL="171450" lvl="1" indent="-171450" algn="l" defTabSz="800100">
            <a:lnSpc>
              <a:spcPct val="90000"/>
            </a:lnSpc>
            <a:spcBef>
              <a:spcPct val="0"/>
            </a:spcBef>
            <a:spcAft>
              <a:spcPct val="15000"/>
            </a:spcAft>
            <a:buChar char="•"/>
          </a:pPr>
          <a:endParaRPr lang="es-MX" sz="1800" kern="1200" dirty="0"/>
        </a:p>
        <a:p>
          <a:pPr marL="171450" lvl="1" indent="-171450" algn="l" defTabSz="800100">
            <a:lnSpc>
              <a:spcPct val="90000"/>
            </a:lnSpc>
            <a:spcBef>
              <a:spcPct val="0"/>
            </a:spcBef>
            <a:spcAft>
              <a:spcPct val="15000"/>
            </a:spcAft>
            <a:buChar char="•"/>
          </a:pPr>
          <a:r>
            <a:rPr lang="es-MX" sz="1800" kern="1200" dirty="0"/>
            <a:t>Exigibilidad</a:t>
          </a:r>
        </a:p>
      </dsp:txBody>
      <dsp:txXfrm>
        <a:off x="2714082" y="1123850"/>
        <a:ext cx="2377306" cy="3014010"/>
      </dsp:txXfrm>
    </dsp:sp>
    <dsp:sp modelId="{A159D81A-BD59-4830-BDC4-F0F25F50C186}">
      <dsp:nvSpPr>
        <dsp:cNvPr id="0" name=""/>
        <dsp:cNvSpPr/>
      </dsp:nvSpPr>
      <dsp:spPr>
        <a:xfrm>
          <a:off x="5424211" y="213477"/>
          <a:ext cx="2377306" cy="91037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s-MX" sz="1800" kern="1200" dirty="0"/>
            <a:t>Arrendamiento Financiero</a:t>
          </a:r>
        </a:p>
      </dsp:txBody>
      <dsp:txXfrm>
        <a:off x="5424211" y="213477"/>
        <a:ext cx="2377306" cy="910373"/>
      </dsp:txXfrm>
    </dsp:sp>
    <dsp:sp modelId="{6096D179-B508-4B09-94A7-4CB215F9AC12}">
      <dsp:nvSpPr>
        <dsp:cNvPr id="0" name=""/>
        <dsp:cNvSpPr/>
      </dsp:nvSpPr>
      <dsp:spPr>
        <a:xfrm>
          <a:off x="5424211" y="1123850"/>
          <a:ext cx="2377306" cy="301401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s-MX" sz="1800" kern="1200" dirty="0"/>
            <a:t>Opciones</a:t>
          </a:r>
        </a:p>
        <a:p>
          <a:pPr marL="342900" lvl="2" indent="-171450" algn="l" defTabSz="800100">
            <a:lnSpc>
              <a:spcPct val="90000"/>
            </a:lnSpc>
            <a:spcBef>
              <a:spcPct val="0"/>
            </a:spcBef>
            <a:spcAft>
              <a:spcPct val="15000"/>
            </a:spcAft>
            <a:buChar char="•"/>
          </a:pPr>
          <a:r>
            <a:rPr lang="es-MX" sz="1800" kern="1200" dirty="0"/>
            <a:t>Precio Pactado</a:t>
          </a:r>
        </a:p>
        <a:p>
          <a:pPr marL="342900" lvl="2" indent="-171450" algn="l" defTabSz="800100">
            <a:lnSpc>
              <a:spcPct val="90000"/>
            </a:lnSpc>
            <a:spcBef>
              <a:spcPct val="0"/>
            </a:spcBef>
            <a:spcAft>
              <a:spcPct val="15000"/>
            </a:spcAft>
            <a:buChar char="•"/>
          </a:pPr>
          <a:r>
            <a:rPr lang="es-MX" sz="1800" kern="1200" dirty="0"/>
            <a:t>Precio Exigible</a:t>
          </a:r>
        </a:p>
      </dsp:txBody>
      <dsp:txXfrm>
        <a:off x="5424211" y="1123850"/>
        <a:ext cx="2377306" cy="3014010"/>
      </dsp:txXfrm>
    </dsp:sp>
    <dsp:sp modelId="{62F881E8-1A58-4B08-A216-09040F07532D}">
      <dsp:nvSpPr>
        <dsp:cNvPr id="0" name=""/>
        <dsp:cNvSpPr/>
      </dsp:nvSpPr>
      <dsp:spPr>
        <a:xfrm>
          <a:off x="8134340" y="213477"/>
          <a:ext cx="2377306" cy="91037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s-MX" sz="1800" kern="1200" dirty="0"/>
            <a:t>Deudas NO Pagadas</a:t>
          </a:r>
        </a:p>
      </dsp:txBody>
      <dsp:txXfrm>
        <a:off x="8134340" y="213477"/>
        <a:ext cx="2377306" cy="910373"/>
      </dsp:txXfrm>
    </dsp:sp>
    <dsp:sp modelId="{539FD0A5-0610-4DC0-A712-8AF6D4276815}">
      <dsp:nvSpPr>
        <dsp:cNvPr id="0" name=""/>
        <dsp:cNvSpPr/>
      </dsp:nvSpPr>
      <dsp:spPr>
        <a:xfrm>
          <a:off x="8134340" y="1123850"/>
          <a:ext cx="2377306" cy="301401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s-MX" sz="1800" kern="1200" dirty="0"/>
            <a:t>A su prescripción</a:t>
          </a:r>
        </a:p>
        <a:p>
          <a:pPr marL="171450" lvl="1" indent="-171450" algn="l" defTabSz="800100">
            <a:lnSpc>
              <a:spcPct val="90000"/>
            </a:lnSpc>
            <a:spcBef>
              <a:spcPct val="0"/>
            </a:spcBef>
            <a:spcAft>
              <a:spcPct val="15000"/>
            </a:spcAft>
            <a:buChar char="•"/>
          </a:pPr>
          <a:endParaRPr lang="es-MX" sz="1800" kern="1200" dirty="0"/>
        </a:p>
        <a:p>
          <a:pPr marL="171450" lvl="1" indent="-171450" algn="l" defTabSz="800100">
            <a:lnSpc>
              <a:spcPct val="90000"/>
            </a:lnSpc>
            <a:spcBef>
              <a:spcPct val="0"/>
            </a:spcBef>
            <a:spcAft>
              <a:spcPct val="15000"/>
            </a:spcAft>
            <a:buChar char="•"/>
          </a:pPr>
          <a:r>
            <a:rPr lang="es-MX" sz="1800" kern="1200" dirty="0"/>
            <a:t>Notoria Imposibilidad</a:t>
          </a:r>
        </a:p>
        <a:p>
          <a:pPr marL="342900" lvl="2" indent="-171450" algn="l" defTabSz="800100">
            <a:lnSpc>
              <a:spcPct val="90000"/>
            </a:lnSpc>
            <a:spcBef>
              <a:spcPct val="0"/>
            </a:spcBef>
            <a:spcAft>
              <a:spcPct val="15000"/>
            </a:spcAft>
            <a:buChar char="•"/>
          </a:pPr>
          <a:r>
            <a:rPr lang="es-MX" sz="1800" kern="1200" dirty="0"/>
            <a:t>Depende del monto</a:t>
          </a:r>
        </a:p>
      </dsp:txBody>
      <dsp:txXfrm>
        <a:off x="8134340" y="1123850"/>
        <a:ext cx="2377306" cy="301401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E00E4A-A7C9-4C6C-A48A-9EE7007FB866}">
      <dsp:nvSpPr>
        <dsp:cNvPr id="0" name=""/>
        <dsp:cNvSpPr/>
      </dsp:nvSpPr>
      <dsp:spPr>
        <a:xfrm>
          <a:off x="132442" y="1340856"/>
          <a:ext cx="1553138" cy="77656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Ingresos</a:t>
          </a:r>
        </a:p>
      </dsp:txBody>
      <dsp:txXfrm>
        <a:off x="155187" y="1363601"/>
        <a:ext cx="1507648" cy="731079"/>
      </dsp:txXfrm>
    </dsp:sp>
    <dsp:sp modelId="{94F5E2E2-09DB-4D5D-A793-EB97C0AA4D99}">
      <dsp:nvSpPr>
        <dsp:cNvPr id="0" name=""/>
        <dsp:cNvSpPr/>
      </dsp:nvSpPr>
      <dsp:spPr>
        <a:xfrm rot="19457599">
          <a:off x="1613669" y="1489815"/>
          <a:ext cx="765078" cy="32124"/>
        </a:xfrm>
        <a:custGeom>
          <a:avLst/>
          <a:gdLst/>
          <a:ahLst/>
          <a:cxnLst/>
          <a:rect l="0" t="0" r="0" b="0"/>
          <a:pathLst>
            <a:path>
              <a:moveTo>
                <a:pt x="0" y="16062"/>
              </a:moveTo>
              <a:lnTo>
                <a:pt x="765078" y="1606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977081" y="1486750"/>
        <a:ext cx="38253" cy="38253"/>
      </dsp:txXfrm>
    </dsp:sp>
    <dsp:sp modelId="{136085FE-9FC2-49E6-B7B0-DEFD9691EA75}">
      <dsp:nvSpPr>
        <dsp:cNvPr id="0" name=""/>
        <dsp:cNvSpPr/>
      </dsp:nvSpPr>
      <dsp:spPr>
        <a:xfrm>
          <a:off x="2306836" y="894329"/>
          <a:ext cx="1553138" cy="77656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Devengado</a:t>
          </a:r>
        </a:p>
      </dsp:txBody>
      <dsp:txXfrm>
        <a:off x="2329581" y="917074"/>
        <a:ext cx="1507648" cy="731079"/>
      </dsp:txXfrm>
    </dsp:sp>
    <dsp:sp modelId="{34C4AB68-35D4-4486-A4C5-CDEBC4D5CBE3}">
      <dsp:nvSpPr>
        <dsp:cNvPr id="0" name=""/>
        <dsp:cNvSpPr/>
      </dsp:nvSpPr>
      <dsp:spPr>
        <a:xfrm rot="2142401">
          <a:off x="1613669" y="1936343"/>
          <a:ext cx="765078" cy="32124"/>
        </a:xfrm>
        <a:custGeom>
          <a:avLst/>
          <a:gdLst/>
          <a:ahLst/>
          <a:cxnLst/>
          <a:rect l="0" t="0" r="0" b="0"/>
          <a:pathLst>
            <a:path>
              <a:moveTo>
                <a:pt x="0" y="16062"/>
              </a:moveTo>
              <a:lnTo>
                <a:pt x="765078" y="1606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977081" y="1933278"/>
        <a:ext cx="38253" cy="38253"/>
      </dsp:txXfrm>
    </dsp:sp>
    <dsp:sp modelId="{0F8BD02A-E59A-4D91-A5BC-5EB6221E024C}">
      <dsp:nvSpPr>
        <dsp:cNvPr id="0" name=""/>
        <dsp:cNvSpPr/>
      </dsp:nvSpPr>
      <dsp:spPr>
        <a:xfrm>
          <a:off x="2306836" y="1787384"/>
          <a:ext cx="1553138" cy="77656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Realización</a:t>
          </a:r>
        </a:p>
      </dsp:txBody>
      <dsp:txXfrm>
        <a:off x="2329581" y="1810129"/>
        <a:ext cx="1507648" cy="731079"/>
      </dsp:txXfrm>
    </dsp:sp>
    <dsp:sp modelId="{FAEB78FE-AA23-4939-9B8A-F6073F39CFE7}">
      <dsp:nvSpPr>
        <dsp:cNvPr id="0" name=""/>
        <dsp:cNvSpPr/>
      </dsp:nvSpPr>
      <dsp:spPr>
        <a:xfrm rot="17350740">
          <a:off x="3225067" y="1266552"/>
          <a:ext cx="1891069" cy="32124"/>
        </a:xfrm>
        <a:custGeom>
          <a:avLst/>
          <a:gdLst/>
          <a:ahLst/>
          <a:cxnLst/>
          <a:rect l="0" t="0" r="0" b="0"/>
          <a:pathLst>
            <a:path>
              <a:moveTo>
                <a:pt x="0" y="16062"/>
              </a:moveTo>
              <a:lnTo>
                <a:pt x="1891069" y="1606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s-MX" sz="600" kern="1200"/>
        </a:p>
      </dsp:txBody>
      <dsp:txXfrm>
        <a:off x="4123326" y="1235337"/>
        <a:ext cx="94553" cy="94553"/>
      </dsp:txXfrm>
    </dsp:sp>
    <dsp:sp modelId="{8D84FDC1-5B56-44C4-9F57-FC3C8A6F41A7}">
      <dsp:nvSpPr>
        <dsp:cNvPr id="0" name=""/>
        <dsp:cNvSpPr/>
      </dsp:nvSpPr>
      <dsp:spPr>
        <a:xfrm>
          <a:off x="4481230" y="1274"/>
          <a:ext cx="1553138" cy="776569"/>
        </a:xfrm>
        <a:prstGeom prst="roundRect">
          <a:avLst>
            <a:gd name="adj" fmla="val 1000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solidFill>
                <a:schemeClr val="tx1"/>
              </a:solidFill>
            </a:rPr>
            <a:t>Perfeccionamiento</a:t>
          </a:r>
        </a:p>
      </dsp:txBody>
      <dsp:txXfrm>
        <a:off x="4503975" y="24019"/>
        <a:ext cx="1507648" cy="731079"/>
      </dsp:txXfrm>
    </dsp:sp>
    <dsp:sp modelId="{CA21CD0B-BE31-4EF6-8567-1E50E46A607F}">
      <dsp:nvSpPr>
        <dsp:cNvPr id="0" name=""/>
        <dsp:cNvSpPr/>
      </dsp:nvSpPr>
      <dsp:spPr>
        <a:xfrm>
          <a:off x="6034369" y="373497"/>
          <a:ext cx="621255" cy="32124"/>
        </a:xfrm>
        <a:custGeom>
          <a:avLst/>
          <a:gdLst/>
          <a:ahLst/>
          <a:cxnLst/>
          <a:rect l="0" t="0" r="0" b="0"/>
          <a:pathLst>
            <a:path>
              <a:moveTo>
                <a:pt x="0" y="16062"/>
              </a:moveTo>
              <a:lnTo>
                <a:pt x="621255" y="1606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6329465" y="374028"/>
        <a:ext cx="31062" cy="31062"/>
      </dsp:txXfrm>
    </dsp:sp>
    <dsp:sp modelId="{AB3E014C-3867-473D-BEF9-33F62C037057}">
      <dsp:nvSpPr>
        <dsp:cNvPr id="0" name=""/>
        <dsp:cNvSpPr/>
      </dsp:nvSpPr>
      <dsp:spPr>
        <a:xfrm>
          <a:off x="6655624" y="1274"/>
          <a:ext cx="1553138" cy="776569"/>
        </a:xfrm>
        <a:prstGeom prst="roundRect">
          <a:avLst>
            <a:gd name="adj" fmla="val 1000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solidFill>
                <a:schemeClr val="tx1"/>
              </a:solidFill>
            </a:rPr>
            <a:t>Acuerdo en Precio y Cosa</a:t>
          </a:r>
        </a:p>
      </dsp:txBody>
      <dsp:txXfrm>
        <a:off x="6678369" y="24019"/>
        <a:ext cx="1507648" cy="731079"/>
      </dsp:txXfrm>
    </dsp:sp>
    <dsp:sp modelId="{850DE06D-1119-4B72-AE6B-67EDAF57A8AA}">
      <dsp:nvSpPr>
        <dsp:cNvPr id="0" name=""/>
        <dsp:cNvSpPr/>
      </dsp:nvSpPr>
      <dsp:spPr>
        <a:xfrm>
          <a:off x="8208763" y="373497"/>
          <a:ext cx="621255" cy="32124"/>
        </a:xfrm>
        <a:custGeom>
          <a:avLst/>
          <a:gdLst/>
          <a:ahLst/>
          <a:cxnLst/>
          <a:rect l="0" t="0" r="0" b="0"/>
          <a:pathLst>
            <a:path>
              <a:moveTo>
                <a:pt x="0" y="16062"/>
              </a:moveTo>
              <a:lnTo>
                <a:pt x="621255" y="1606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503859" y="374028"/>
        <a:ext cx="31062" cy="31062"/>
      </dsp:txXfrm>
    </dsp:sp>
    <dsp:sp modelId="{2838AF1F-373E-4B03-83C7-8DF11AA67F7C}">
      <dsp:nvSpPr>
        <dsp:cNvPr id="0" name=""/>
        <dsp:cNvSpPr/>
      </dsp:nvSpPr>
      <dsp:spPr>
        <a:xfrm>
          <a:off x="8830019" y="1274"/>
          <a:ext cx="1553138" cy="776569"/>
        </a:xfrm>
        <a:prstGeom prst="roundRect">
          <a:avLst>
            <a:gd name="adj" fmla="val 10000"/>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err="1"/>
            <a:t>Obligación</a:t>
          </a:r>
          <a:r>
            <a:rPr lang="en-US" sz="1500" kern="1200" dirty="0"/>
            <a:t> de </a:t>
          </a:r>
          <a:r>
            <a:rPr lang="en-US" sz="1500" kern="1200" dirty="0" err="1"/>
            <a:t>Expedir</a:t>
          </a:r>
          <a:r>
            <a:rPr lang="en-US" sz="1500" kern="1200" dirty="0"/>
            <a:t> </a:t>
          </a:r>
          <a:r>
            <a:rPr lang="en-US" sz="1500" kern="1200" dirty="0" err="1"/>
            <a:t>Comprobantes</a:t>
          </a:r>
          <a:endParaRPr lang="en-US" sz="1500" kern="1200" dirty="0"/>
        </a:p>
      </dsp:txBody>
      <dsp:txXfrm>
        <a:off x="8852764" y="24019"/>
        <a:ext cx="1507648" cy="731079"/>
      </dsp:txXfrm>
    </dsp:sp>
    <dsp:sp modelId="{B4F5D24D-26F6-4174-B7CA-8180627C0A63}">
      <dsp:nvSpPr>
        <dsp:cNvPr id="0" name=""/>
        <dsp:cNvSpPr/>
      </dsp:nvSpPr>
      <dsp:spPr>
        <a:xfrm rot="18289469">
          <a:off x="3626657" y="1713079"/>
          <a:ext cx="1087890" cy="32124"/>
        </a:xfrm>
        <a:custGeom>
          <a:avLst/>
          <a:gdLst/>
          <a:ahLst/>
          <a:cxnLst/>
          <a:rect l="0" t="0" r="0" b="0"/>
          <a:pathLst>
            <a:path>
              <a:moveTo>
                <a:pt x="0" y="16062"/>
              </a:moveTo>
              <a:lnTo>
                <a:pt x="1087890" y="1606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4143405" y="1701944"/>
        <a:ext cx="54394" cy="54394"/>
      </dsp:txXfrm>
    </dsp:sp>
    <dsp:sp modelId="{CA9EBAEC-3658-45B6-B28C-5C2ECE7DAE8E}">
      <dsp:nvSpPr>
        <dsp:cNvPr id="0" name=""/>
        <dsp:cNvSpPr/>
      </dsp:nvSpPr>
      <dsp:spPr>
        <a:xfrm>
          <a:off x="4481230" y="894329"/>
          <a:ext cx="1553138" cy="776569"/>
        </a:xfrm>
        <a:prstGeom prst="roundRect">
          <a:avLst>
            <a:gd name="adj" fmla="val 10000"/>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Comprobante</a:t>
          </a:r>
        </a:p>
      </dsp:txBody>
      <dsp:txXfrm>
        <a:off x="4503975" y="917074"/>
        <a:ext cx="1507648" cy="731079"/>
      </dsp:txXfrm>
    </dsp:sp>
    <dsp:sp modelId="{C84A1447-0C3E-4BAF-83BC-E974B54DB9B4}">
      <dsp:nvSpPr>
        <dsp:cNvPr id="0" name=""/>
        <dsp:cNvSpPr/>
      </dsp:nvSpPr>
      <dsp:spPr>
        <a:xfrm>
          <a:off x="3859975" y="2159606"/>
          <a:ext cx="621255" cy="32124"/>
        </a:xfrm>
        <a:custGeom>
          <a:avLst/>
          <a:gdLst/>
          <a:ahLst/>
          <a:cxnLst/>
          <a:rect l="0" t="0" r="0" b="0"/>
          <a:pathLst>
            <a:path>
              <a:moveTo>
                <a:pt x="0" y="16062"/>
              </a:moveTo>
              <a:lnTo>
                <a:pt x="621255" y="1606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4155071" y="2160137"/>
        <a:ext cx="31062" cy="31062"/>
      </dsp:txXfrm>
    </dsp:sp>
    <dsp:sp modelId="{EE4A8670-57F5-41B3-A4FB-4AC731BA8052}">
      <dsp:nvSpPr>
        <dsp:cNvPr id="0" name=""/>
        <dsp:cNvSpPr/>
      </dsp:nvSpPr>
      <dsp:spPr>
        <a:xfrm>
          <a:off x="4481230" y="1787384"/>
          <a:ext cx="1553138" cy="77656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Envío, entrega o prestación</a:t>
          </a:r>
        </a:p>
      </dsp:txBody>
      <dsp:txXfrm>
        <a:off x="4503975" y="1810129"/>
        <a:ext cx="1507648" cy="731079"/>
      </dsp:txXfrm>
    </dsp:sp>
    <dsp:sp modelId="{A42616FE-3088-4AF0-9470-E9B4E5C3B16A}">
      <dsp:nvSpPr>
        <dsp:cNvPr id="0" name=""/>
        <dsp:cNvSpPr/>
      </dsp:nvSpPr>
      <dsp:spPr>
        <a:xfrm rot="3310531">
          <a:off x="3626657" y="2606134"/>
          <a:ext cx="1087890" cy="32124"/>
        </a:xfrm>
        <a:custGeom>
          <a:avLst/>
          <a:gdLst/>
          <a:ahLst/>
          <a:cxnLst/>
          <a:rect l="0" t="0" r="0" b="0"/>
          <a:pathLst>
            <a:path>
              <a:moveTo>
                <a:pt x="0" y="16062"/>
              </a:moveTo>
              <a:lnTo>
                <a:pt x="1087890" y="1606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4143405" y="2594999"/>
        <a:ext cx="54394" cy="54394"/>
      </dsp:txXfrm>
    </dsp:sp>
    <dsp:sp modelId="{43960E9F-0267-4B43-A81D-02425CE83555}">
      <dsp:nvSpPr>
        <dsp:cNvPr id="0" name=""/>
        <dsp:cNvSpPr/>
      </dsp:nvSpPr>
      <dsp:spPr>
        <a:xfrm>
          <a:off x="4481230" y="2680439"/>
          <a:ext cx="1553138" cy="77656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Exigibilidad</a:t>
          </a:r>
        </a:p>
      </dsp:txBody>
      <dsp:txXfrm>
        <a:off x="4503975" y="2703184"/>
        <a:ext cx="1507648" cy="731079"/>
      </dsp:txXfrm>
    </dsp:sp>
    <dsp:sp modelId="{33A436E9-5838-4820-8C51-C5F5062AD3E1}">
      <dsp:nvSpPr>
        <dsp:cNvPr id="0" name=""/>
        <dsp:cNvSpPr/>
      </dsp:nvSpPr>
      <dsp:spPr>
        <a:xfrm rot="4249260">
          <a:off x="3225067" y="3052661"/>
          <a:ext cx="1891069" cy="32124"/>
        </a:xfrm>
        <a:custGeom>
          <a:avLst/>
          <a:gdLst/>
          <a:ahLst/>
          <a:cxnLst/>
          <a:rect l="0" t="0" r="0" b="0"/>
          <a:pathLst>
            <a:path>
              <a:moveTo>
                <a:pt x="0" y="16062"/>
              </a:moveTo>
              <a:lnTo>
                <a:pt x="1891069" y="1606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s-MX" sz="600" kern="1200"/>
        </a:p>
      </dsp:txBody>
      <dsp:txXfrm>
        <a:off x="4123326" y="3021447"/>
        <a:ext cx="94553" cy="94553"/>
      </dsp:txXfrm>
    </dsp:sp>
    <dsp:sp modelId="{EC91A09B-5864-4FDA-B436-48A5B23BA6CB}">
      <dsp:nvSpPr>
        <dsp:cNvPr id="0" name=""/>
        <dsp:cNvSpPr/>
      </dsp:nvSpPr>
      <dsp:spPr>
        <a:xfrm>
          <a:off x="4481230" y="3573493"/>
          <a:ext cx="1553138" cy="77656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Cobro</a:t>
          </a:r>
        </a:p>
      </dsp:txBody>
      <dsp:txXfrm>
        <a:off x="4503975" y="3596238"/>
        <a:ext cx="1507648" cy="731079"/>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5DADA5-1432-4ED5-B40A-5C3B87BA0513}" type="datetimeFigureOut">
              <a:rPr lang="es-MX" smtClean="0"/>
              <a:t>18/02/26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733192-6708-4D6C-9625-D9176BB57168}" type="slidenum">
              <a:rPr lang="es-MX" smtClean="0"/>
              <a:t>‹#›</a:t>
            </a:fld>
            <a:endParaRPr lang="es-MX"/>
          </a:p>
        </p:txBody>
      </p:sp>
    </p:spTree>
    <p:extLst>
      <p:ext uri="{BB962C8B-B14F-4D97-AF65-F5344CB8AC3E}">
        <p14:creationId xmlns:p14="http://schemas.microsoft.com/office/powerpoint/2010/main" val="3856596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ags" Target="../tags/tag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ags" Target="../tags/tag2.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ags" Target="../tags/tag3.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notesMaster" Target="../notesMasters/notesMaster1.xml"/><Relationship Id="rId1" Type="http://schemas.openxmlformats.org/officeDocument/2006/relationships/tags" Target="../tags/tag4.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notesMaster" Target="../notesMasters/notesMaster1.xml"/><Relationship Id="rId1" Type="http://schemas.openxmlformats.org/officeDocument/2006/relationships/tags" Target="../tags/tag5.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ags" Target="../tags/tag6.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tags" Target="../tags/tag7.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notesMaster" Target="../notesMasters/notesMaster1.xml"/><Relationship Id="rId1" Type="http://schemas.openxmlformats.org/officeDocument/2006/relationships/tags" Target="../tags/tag8.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ags" Target="../tags/tag9.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tags" Target="../tags/tag10.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ags" Target="../tags/tag11.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ags" Target="../tags/tag12.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notesMaster" Target="../notesMasters/notesMaster1.xml"/><Relationship Id="rId1" Type="http://schemas.openxmlformats.org/officeDocument/2006/relationships/tags" Target="../tags/tag13.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notesMaster" Target="../notesMasters/notesMaster1.xml"/><Relationship Id="rId1" Type="http://schemas.openxmlformats.org/officeDocument/2006/relationships/tags" Target="../tags/tag14.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notesMaster" Target="../notesMasters/notesMaster1.xml"/><Relationship Id="rId1" Type="http://schemas.openxmlformats.org/officeDocument/2006/relationships/tags" Target="../tags/tag15.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notesMaster" Target="../notesMasters/notesMaster1.xml"/><Relationship Id="rId1" Type="http://schemas.openxmlformats.org/officeDocument/2006/relationships/tags" Target="../tags/tag16.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20.xml"/><Relationship Id="rId2" Type="http://schemas.openxmlformats.org/officeDocument/2006/relationships/notesMaster" Target="../notesMasters/notesMaster1.xml"/><Relationship Id="rId1" Type="http://schemas.openxmlformats.org/officeDocument/2006/relationships/tags" Target="../tags/tag17.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21.xml"/><Relationship Id="rId2" Type="http://schemas.openxmlformats.org/officeDocument/2006/relationships/notesMaster" Target="../notesMasters/notesMaster1.xml"/><Relationship Id="rId1" Type="http://schemas.openxmlformats.org/officeDocument/2006/relationships/tags" Target="../tags/tag18.xml"/></Relationships>
</file>

<file path=ppt/notesSlides/_rels/notesSlide19.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notesMaster" Target="../notesMasters/notesMaster1.xml"/><Relationship Id="rId1" Type="http://schemas.openxmlformats.org/officeDocument/2006/relationships/tags" Target="../tags/tag19.xml"/></Relationships>
</file>

<file path=ppt/notesSlides/_rels/notesSlide20.xml.rels><?xml version="1.0" encoding="UTF-8" standalone="yes"?>
<Relationships xmlns="http://schemas.openxmlformats.org/package/2006/relationships"><Relationship Id="rId3" Type="http://schemas.openxmlformats.org/officeDocument/2006/relationships/slide" Target="../slides/slide23.xml"/><Relationship Id="rId2" Type="http://schemas.openxmlformats.org/officeDocument/2006/relationships/notesMaster" Target="../notesMasters/notesMaster1.xml"/><Relationship Id="rId1" Type="http://schemas.openxmlformats.org/officeDocument/2006/relationships/tags" Target="../tags/tag20.xml"/></Relationships>
</file>

<file path=ppt/notesSlides/_rels/notesSlide21.xml.rels><?xml version="1.0" encoding="UTF-8" standalone="yes"?>
<Relationships xmlns="http://schemas.openxmlformats.org/package/2006/relationships"><Relationship Id="rId3" Type="http://schemas.openxmlformats.org/officeDocument/2006/relationships/slide" Target="../slides/slide24.xml"/><Relationship Id="rId2" Type="http://schemas.openxmlformats.org/officeDocument/2006/relationships/notesMaster" Target="../notesMasters/notesMaster1.xml"/><Relationship Id="rId1" Type="http://schemas.openxmlformats.org/officeDocument/2006/relationships/tags" Target="../tags/tag21.xml"/></Relationships>
</file>

<file path=ppt/notesSlides/_rels/notesSlide22.xml.rels><?xml version="1.0" encoding="UTF-8" standalone="yes"?>
<Relationships xmlns="http://schemas.openxmlformats.org/package/2006/relationships"><Relationship Id="rId3" Type="http://schemas.openxmlformats.org/officeDocument/2006/relationships/slide" Target="../slides/slide25.xml"/><Relationship Id="rId2" Type="http://schemas.openxmlformats.org/officeDocument/2006/relationships/notesMaster" Target="../notesMasters/notesMaster1.xml"/><Relationship Id="rId1" Type="http://schemas.openxmlformats.org/officeDocument/2006/relationships/tags" Target="../tags/tag22.xml"/></Relationships>
</file>

<file path=ppt/notesSlides/_rels/notesSlide23.xml.rels><?xml version="1.0" encoding="UTF-8" standalone="yes"?>
<Relationships xmlns="http://schemas.openxmlformats.org/package/2006/relationships"><Relationship Id="rId3" Type="http://schemas.openxmlformats.org/officeDocument/2006/relationships/slide" Target="../slides/slide26.xml"/><Relationship Id="rId2" Type="http://schemas.openxmlformats.org/officeDocument/2006/relationships/notesMaster" Target="../notesMasters/notesMaster1.xml"/><Relationship Id="rId1" Type="http://schemas.openxmlformats.org/officeDocument/2006/relationships/tags" Target="../tags/tag23.xml"/></Relationships>
</file>

<file path=ppt/notesSlides/_rels/notesSlide24.xml.rels><?xml version="1.0" encoding="UTF-8" standalone="yes"?>
<Relationships xmlns="http://schemas.openxmlformats.org/package/2006/relationships"><Relationship Id="rId3" Type="http://schemas.openxmlformats.org/officeDocument/2006/relationships/slide" Target="../slides/slide27.xml"/><Relationship Id="rId2" Type="http://schemas.openxmlformats.org/officeDocument/2006/relationships/notesMaster" Target="../notesMasters/notesMaster1.xml"/><Relationship Id="rId1" Type="http://schemas.openxmlformats.org/officeDocument/2006/relationships/tags" Target="../tags/tag24.xml"/></Relationships>
</file>

<file path=ppt/notesSlides/_rels/notesSlide25.xml.rels><?xml version="1.0" encoding="UTF-8" standalone="yes"?>
<Relationships xmlns="http://schemas.openxmlformats.org/package/2006/relationships"><Relationship Id="rId3" Type="http://schemas.openxmlformats.org/officeDocument/2006/relationships/slide" Target="../slides/slide28.xml"/><Relationship Id="rId2" Type="http://schemas.openxmlformats.org/officeDocument/2006/relationships/notesMaster" Target="../notesMasters/notesMaster1.xml"/><Relationship Id="rId1" Type="http://schemas.openxmlformats.org/officeDocument/2006/relationships/tags" Target="../tags/tag25.xml"/></Relationships>
</file>

<file path=ppt/notesSlides/_rels/notesSlide26.xml.rels><?xml version="1.0" encoding="UTF-8" standalone="yes"?>
<Relationships xmlns="http://schemas.openxmlformats.org/package/2006/relationships"><Relationship Id="rId3" Type="http://schemas.openxmlformats.org/officeDocument/2006/relationships/slide" Target="../slides/slide29.xml"/><Relationship Id="rId2" Type="http://schemas.openxmlformats.org/officeDocument/2006/relationships/notesMaster" Target="../notesMasters/notesMaster1.xml"/><Relationship Id="rId1" Type="http://schemas.openxmlformats.org/officeDocument/2006/relationships/tags" Target="../tags/tag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a:t>
            </a:fld>
            <a:endParaRPr lang="es-MX"/>
          </a:p>
        </p:txBody>
      </p:sp>
    </p:spTree>
    <p:extLst>
      <p:ext uri="{BB962C8B-B14F-4D97-AF65-F5344CB8AC3E}">
        <p14:creationId xmlns:p14="http://schemas.microsoft.com/office/powerpoint/2010/main" val="3706984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a:t>
            </a:fld>
            <a:endParaRPr lang="es-MX"/>
          </a:p>
        </p:txBody>
      </p:sp>
    </p:spTree>
    <p:extLst>
      <p:ext uri="{BB962C8B-B14F-4D97-AF65-F5344CB8AC3E}">
        <p14:creationId xmlns:p14="http://schemas.microsoft.com/office/powerpoint/2010/main" val="2653048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a:t>
            </a:fld>
            <a:endParaRPr lang="es-MX"/>
          </a:p>
        </p:txBody>
      </p:sp>
    </p:spTree>
    <p:extLst>
      <p:ext uri="{BB962C8B-B14F-4D97-AF65-F5344CB8AC3E}">
        <p14:creationId xmlns:p14="http://schemas.microsoft.com/office/powerpoint/2010/main" val="14912397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4</a:t>
            </a:fld>
            <a:endParaRPr lang="es-MX"/>
          </a:p>
        </p:txBody>
      </p:sp>
    </p:spTree>
    <p:extLst>
      <p:ext uri="{BB962C8B-B14F-4D97-AF65-F5344CB8AC3E}">
        <p14:creationId xmlns:p14="http://schemas.microsoft.com/office/powerpoint/2010/main" val="24655683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5</a:t>
            </a:fld>
            <a:endParaRPr lang="es-MX"/>
          </a:p>
        </p:txBody>
      </p:sp>
    </p:spTree>
    <p:extLst>
      <p:ext uri="{BB962C8B-B14F-4D97-AF65-F5344CB8AC3E}">
        <p14:creationId xmlns:p14="http://schemas.microsoft.com/office/powerpoint/2010/main" val="7971639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6</a:t>
            </a:fld>
            <a:endParaRPr lang="es-MX"/>
          </a:p>
        </p:txBody>
      </p:sp>
    </p:spTree>
    <p:extLst>
      <p:ext uri="{BB962C8B-B14F-4D97-AF65-F5344CB8AC3E}">
        <p14:creationId xmlns:p14="http://schemas.microsoft.com/office/powerpoint/2010/main" val="2968669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8</a:t>
            </a:fld>
            <a:endParaRPr lang="es-MX"/>
          </a:p>
        </p:txBody>
      </p:sp>
    </p:spTree>
    <p:extLst>
      <p:ext uri="{BB962C8B-B14F-4D97-AF65-F5344CB8AC3E}">
        <p14:creationId xmlns:p14="http://schemas.microsoft.com/office/powerpoint/2010/main" val="20085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9</a:t>
            </a:fld>
            <a:endParaRPr lang="es-MX"/>
          </a:p>
        </p:txBody>
      </p:sp>
    </p:spTree>
    <p:extLst>
      <p:ext uri="{BB962C8B-B14F-4D97-AF65-F5344CB8AC3E}">
        <p14:creationId xmlns:p14="http://schemas.microsoft.com/office/powerpoint/2010/main" val="15056969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10</a:t>
            </a:fld>
            <a:endParaRPr lang="es-MX"/>
          </a:p>
        </p:txBody>
      </p:sp>
    </p:spTree>
    <p:extLst>
      <p:ext uri="{BB962C8B-B14F-4D97-AF65-F5344CB8AC3E}">
        <p14:creationId xmlns:p14="http://schemas.microsoft.com/office/powerpoint/2010/main" val="757914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11</a:t>
            </a:fld>
            <a:endParaRPr lang="es-MX"/>
          </a:p>
        </p:txBody>
      </p:sp>
    </p:spTree>
    <p:extLst>
      <p:ext uri="{BB962C8B-B14F-4D97-AF65-F5344CB8AC3E}">
        <p14:creationId xmlns:p14="http://schemas.microsoft.com/office/powerpoint/2010/main" val="5566704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12</a:t>
            </a:fld>
            <a:endParaRPr lang="es-MX"/>
          </a:p>
        </p:txBody>
      </p:sp>
    </p:spTree>
    <p:extLst>
      <p:ext uri="{BB962C8B-B14F-4D97-AF65-F5344CB8AC3E}">
        <p14:creationId xmlns:p14="http://schemas.microsoft.com/office/powerpoint/2010/main" val="42685222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14</a:t>
            </a:fld>
            <a:endParaRPr lang="es-MX"/>
          </a:p>
        </p:txBody>
      </p:sp>
    </p:spTree>
    <p:extLst>
      <p:ext uri="{BB962C8B-B14F-4D97-AF65-F5344CB8AC3E}">
        <p14:creationId xmlns:p14="http://schemas.microsoft.com/office/powerpoint/2010/main" val="37708836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15</a:t>
            </a:fld>
            <a:endParaRPr lang="es-MX"/>
          </a:p>
        </p:txBody>
      </p:sp>
    </p:spTree>
    <p:extLst>
      <p:ext uri="{BB962C8B-B14F-4D97-AF65-F5344CB8AC3E}">
        <p14:creationId xmlns:p14="http://schemas.microsoft.com/office/powerpoint/2010/main" val="3107426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17</a:t>
            </a:fld>
            <a:endParaRPr lang="es-MX"/>
          </a:p>
        </p:txBody>
      </p:sp>
    </p:spTree>
    <p:extLst>
      <p:ext uri="{BB962C8B-B14F-4D97-AF65-F5344CB8AC3E}">
        <p14:creationId xmlns:p14="http://schemas.microsoft.com/office/powerpoint/2010/main" val="27465048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18</a:t>
            </a:fld>
            <a:endParaRPr lang="es-MX"/>
          </a:p>
        </p:txBody>
      </p:sp>
    </p:spTree>
    <p:extLst>
      <p:ext uri="{BB962C8B-B14F-4D97-AF65-F5344CB8AC3E}">
        <p14:creationId xmlns:p14="http://schemas.microsoft.com/office/powerpoint/2010/main" val="3011828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19</a:t>
            </a:fld>
            <a:endParaRPr lang="es-MX"/>
          </a:p>
        </p:txBody>
      </p:sp>
    </p:spTree>
    <p:extLst>
      <p:ext uri="{BB962C8B-B14F-4D97-AF65-F5344CB8AC3E}">
        <p14:creationId xmlns:p14="http://schemas.microsoft.com/office/powerpoint/2010/main" val="26703357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20</a:t>
            </a:fld>
            <a:endParaRPr lang="es-MX"/>
          </a:p>
        </p:txBody>
      </p:sp>
    </p:spTree>
    <p:extLst>
      <p:ext uri="{BB962C8B-B14F-4D97-AF65-F5344CB8AC3E}">
        <p14:creationId xmlns:p14="http://schemas.microsoft.com/office/powerpoint/2010/main" val="8156183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21</a:t>
            </a:fld>
            <a:endParaRPr lang="es-MX"/>
          </a:p>
        </p:txBody>
      </p:sp>
    </p:spTree>
    <p:extLst>
      <p:ext uri="{BB962C8B-B14F-4D97-AF65-F5344CB8AC3E}">
        <p14:creationId xmlns:p14="http://schemas.microsoft.com/office/powerpoint/2010/main" val="18665208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22</a:t>
            </a:fld>
            <a:endParaRPr lang="es-MX"/>
          </a:p>
        </p:txBody>
      </p:sp>
    </p:spTree>
    <p:extLst>
      <p:ext uri="{BB962C8B-B14F-4D97-AF65-F5344CB8AC3E}">
        <p14:creationId xmlns:p14="http://schemas.microsoft.com/office/powerpoint/2010/main" val="10791398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23</a:t>
            </a:fld>
            <a:endParaRPr lang="es-MX"/>
          </a:p>
        </p:txBody>
      </p:sp>
    </p:spTree>
    <p:extLst>
      <p:ext uri="{BB962C8B-B14F-4D97-AF65-F5344CB8AC3E}">
        <p14:creationId xmlns:p14="http://schemas.microsoft.com/office/powerpoint/2010/main" val="5749145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24</a:t>
            </a:fld>
            <a:endParaRPr lang="es-MX"/>
          </a:p>
        </p:txBody>
      </p:sp>
    </p:spTree>
    <p:extLst>
      <p:ext uri="{BB962C8B-B14F-4D97-AF65-F5344CB8AC3E}">
        <p14:creationId xmlns:p14="http://schemas.microsoft.com/office/powerpoint/2010/main" val="26767645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25</a:t>
            </a:fld>
            <a:endParaRPr lang="es-MX"/>
          </a:p>
        </p:txBody>
      </p:sp>
    </p:spTree>
    <p:extLst>
      <p:ext uri="{BB962C8B-B14F-4D97-AF65-F5344CB8AC3E}">
        <p14:creationId xmlns:p14="http://schemas.microsoft.com/office/powerpoint/2010/main" val="10697960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26</a:t>
            </a:fld>
            <a:endParaRPr lang="es-MX"/>
          </a:p>
        </p:txBody>
      </p:sp>
    </p:spTree>
    <p:extLst>
      <p:ext uri="{BB962C8B-B14F-4D97-AF65-F5344CB8AC3E}">
        <p14:creationId xmlns:p14="http://schemas.microsoft.com/office/powerpoint/2010/main" val="15281354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27</a:t>
            </a:fld>
            <a:endParaRPr lang="es-MX"/>
          </a:p>
        </p:txBody>
      </p:sp>
    </p:spTree>
    <p:extLst>
      <p:ext uri="{BB962C8B-B14F-4D97-AF65-F5344CB8AC3E}">
        <p14:creationId xmlns:p14="http://schemas.microsoft.com/office/powerpoint/2010/main" val="40941014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28</a:t>
            </a:fld>
            <a:endParaRPr lang="es-MX"/>
          </a:p>
        </p:txBody>
      </p:sp>
    </p:spTree>
    <p:extLst>
      <p:ext uri="{BB962C8B-B14F-4D97-AF65-F5344CB8AC3E}">
        <p14:creationId xmlns:p14="http://schemas.microsoft.com/office/powerpoint/2010/main" val="15736689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29</a:t>
            </a:fld>
            <a:endParaRPr lang="es-MX"/>
          </a:p>
        </p:txBody>
      </p:sp>
    </p:spTree>
    <p:extLst>
      <p:ext uri="{BB962C8B-B14F-4D97-AF65-F5344CB8AC3E}">
        <p14:creationId xmlns:p14="http://schemas.microsoft.com/office/powerpoint/2010/main" val="4201612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1F5F13-D572-8756-8C42-F3FC2E07E67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3A450175-8837-7EE1-E5BA-0724088F62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54D13B4D-F54A-4B81-9D6E-BC07F732409F}"/>
              </a:ext>
            </a:extLst>
          </p:cNvPr>
          <p:cNvSpPr>
            <a:spLocks noGrp="1"/>
          </p:cNvSpPr>
          <p:nvPr>
            <p:ph type="dt" sz="half" idx="10"/>
          </p:nvPr>
        </p:nvSpPr>
        <p:spPr/>
        <p:txBody>
          <a:bodyPr/>
          <a:lstStyle/>
          <a:p>
            <a:fld id="{BAAB06AF-F33A-4E3D-AA83-FF85CDF753DC}" type="datetimeFigureOut">
              <a:rPr lang="es-MX" smtClean="0"/>
              <a:t>18/02/26</a:t>
            </a:fld>
            <a:endParaRPr lang="es-MX"/>
          </a:p>
        </p:txBody>
      </p:sp>
      <p:sp>
        <p:nvSpPr>
          <p:cNvPr id="5" name="Marcador de pie de página 4">
            <a:extLst>
              <a:ext uri="{FF2B5EF4-FFF2-40B4-BE49-F238E27FC236}">
                <a16:creationId xmlns:a16="http://schemas.microsoft.com/office/drawing/2014/main" id="{441A275E-AE26-A7FC-BF75-25A39310976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0559CDD-200E-CD58-1EA1-E720F2C12B8D}"/>
              </a:ext>
            </a:extLst>
          </p:cNvPr>
          <p:cNvSpPr>
            <a:spLocks noGrp="1"/>
          </p:cNvSpPr>
          <p:nvPr>
            <p:ph type="sldNum" sz="quarter" idx="12"/>
          </p:nvPr>
        </p:nvSpPr>
        <p:spPr/>
        <p:txBody>
          <a:bodyPr/>
          <a:lstStyle/>
          <a:p>
            <a:fld id="{59C8AB95-FAD2-4FB4-B288-CB5D0DF89844}" type="slidenum">
              <a:rPr lang="es-MX" smtClean="0"/>
              <a:t>‹#›</a:t>
            </a:fld>
            <a:endParaRPr lang="es-MX"/>
          </a:p>
        </p:txBody>
      </p:sp>
    </p:spTree>
    <p:extLst>
      <p:ext uri="{BB962C8B-B14F-4D97-AF65-F5344CB8AC3E}">
        <p14:creationId xmlns:p14="http://schemas.microsoft.com/office/powerpoint/2010/main" val="708897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EF5EC2-6ECB-E74D-E075-758C0D7218F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EE3D798-6DEC-81FD-27A6-4E57B7DB8F3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189ADBF-7F7D-7632-1E03-493B0534867D}"/>
              </a:ext>
            </a:extLst>
          </p:cNvPr>
          <p:cNvSpPr>
            <a:spLocks noGrp="1"/>
          </p:cNvSpPr>
          <p:nvPr>
            <p:ph type="dt" sz="half" idx="10"/>
          </p:nvPr>
        </p:nvSpPr>
        <p:spPr/>
        <p:txBody>
          <a:bodyPr/>
          <a:lstStyle/>
          <a:p>
            <a:fld id="{BAAB06AF-F33A-4E3D-AA83-FF85CDF753DC}" type="datetimeFigureOut">
              <a:rPr lang="es-MX" smtClean="0"/>
              <a:t>18/02/26</a:t>
            </a:fld>
            <a:endParaRPr lang="es-MX"/>
          </a:p>
        </p:txBody>
      </p:sp>
      <p:sp>
        <p:nvSpPr>
          <p:cNvPr id="5" name="Marcador de pie de página 4">
            <a:extLst>
              <a:ext uri="{FF2B5EF4-FFF2-40B4-BE49-F238E27FC236}">
                <a16:creationId xmlns:a16="http://schemas.microsoft.com/office/drawing/2014/main" id="{BE7DD143-EA8F-3867-0BC1-7A26F4C66EF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E9D990E-5B9E-8D52-1315-727CB882F5C5}"/>
              </a:ext>
            </a:extLst>
          </p:cNvPr>
          <p:cNvSpPr>
            <a:spLocks noGrp="1"/>
          </p:cNvSpPr>
          <p:nvPr>
            <p:ph type="sldNum" sz="quarter" idx="12"/>
          </p:nvPr>
        </p:nvSpPr>
        <p:spPr/>
        <p:txBody>
          <a:bodyPr/>
          <a:lstStyle/>
          <a:p>
            <a:fld id="{59C8AB95-FAD2-4FB4-B288-CB5D0DF89844}" type="slidenum">
              <a:rPr lang="es-MX" smtClean="0"/>
              <a:t>‹#›</a:t>
            </a:fld>
            <a:endParaRPr lang="es-MX"/>
          </a:p>
        </p:txBody>
      </p:sp>
    </p:spTree>
    <p:extLst>
      <p:ext uri="{BB962C8B-B14F-4D97-AF65-F5344CB8AC3E}">
        <p14:creationId xmlns:p14="http://schemas.microsoft.com/office/powerpoint/2010/main" val="105018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637D38-0FBE-BC0E-EE34-A22E63C8A2B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C1E5F97-8842-C92D-446E-A5A8993444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92C067B-DA21-6004-1B79-1F6EC62EE2A5}"/>
              </a:ext>
            </a:extLst>
          </p:cNvPr>
          <p:cNvSpPr>
            <a:spLocks noGrp="1"/>
          </p:cNvSpPr>
          <p:nvPr>
            <p:ph type="dt" sz="half" idx="10"/>
          </p:nvPr>
        </p:nvSpPr>
        <p:spPr/>
        <p:txBody>
          <a:bodyPr/>
          <a:lstStyle/>
          <a:p>
            <a:fld id="{BAAB06AF-F33A-4E3D-AA83-FF85CDF753DC}" type="datetimeFigureOut">
              <a:rPr lang="es-MX" smtClean="0"/>
              <a:t>18/02/26</a:t>
            </a:fld>
            <a:endParaRPr lang="es-MX"/>
          </a:p>
        </p:txBody>
      </p:sp>
      <p:sp>
        <p:nvSpPr>
          <p:cNvPr id="5" name="Marcador de pie de página 4">
            <a:extLst>
              <a:ext uri="{FF2B5EF4-FFF2-40B4-BE49-F238E27FC236}">
                <a16:creationId xmlns:a16="http://schemas.microsoft.com/office/drawing/2014/main" id="{4374EB7D-655B-61F8-684F-2542C2076D3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9A88FFF-AF1B-101F-CA04-24A60B909393}"/>
              </a:ext>
            </a:extLst>
          </p:cNvPr>
          <p:cNvSpPr>
            <a:spLocks noGrp="1"/>
          </p:cNvSpPr>
          <p:nvPr>
            <p:ph type="sldNum" sz="quarter" idx="12"/>
          </p:nvPr>
        </p:nvSpPr>
        <p:spPr/>
        <p:txBody>
          <a:bodyPr/>
          <a:lstStyle/>
          <a:p>
            <a:fld id="{59C8AB95-FAD2-4FB4-B288-CB5D0DF89844}" type="slidenum">
              <a:rPr lang="es-MX" smtClean="0"/>
              <a:t>‹#›</a:t>
            </a:fld>
            <a:endParaRPr lang="es-MX"/>
          </a:p>
        </p:txBody>
      </p:sp>
    </p:spTree>
    <p:extLst>
      <p:ext uri="{BB962C8B-B14F-4D97-AF65-F5344CB8AC3E}">
        <p14:creationId xmlns:p14="http://schemas.microsoft.com/office/powerpoint/2010/main" val="363376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FA6DC7-F673-1C29-5A20-285707C220F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D6E6B38-8FF7-1567-28E8-43F4BD9F226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AA246D4D-1865-7D3E-81BC-A3DF5705D51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2F144D13-53DD-7F24-DEA5-DD3745C904C9}"/>
              </a:ext>
            </a:extLst>
          </p:cNvPr>
          <p:cNvSpPr>
            <a:spLocks noGrp="1"/>
          </p:cNvSpPr>
          <p:nvPr>
            <p:ph type="dt" sz="half" idx="10"/>
          </p:nvPr>
        </p:nvSpPr>
        <p:spPr/>
        <p:txBody>
          <a:bodyPr/>
          <a:lstStyle/>
          <a:p>
            <a:fld id="{BAAB06AF-F33A-4E3D-AA83-FF85CDF753DC}" type="datetimeFigureOut">
              <a:rPr lang="es-MX" smtClean="0"/>
              <a:t>18/02/26</a:t>
            </a:fld>
            <a:endParaRPr lang="es-MX"/>
          </a:p>
        </p:txBody>
      </p:sp>
      <p:sp>
        <p:nvSpPr>
          <p:cNvPr id="6" name="Marcador de pie de página 5">
            <a:extLst>
              <a:ext uri="{FF2B5EF4-FFF2-40B4-BE49-F238E27FC236}">
                <a16:creationId xmlns:a16="http://schemas.microsoft.com/office/drawing/2014/main" id="{D0D051E2-F88F-5DC8-C2C2-DB71E4BB6499}"/>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B21BBB0-8DFD-C793-0F99-3491393352DA}"/>
              </a:ext>
            </a:extLst>
          </p:cNvPr>
          <p:cNvSpPr>
            <a:spLocks noGrp="1"/>
          </p:cNvSpPr>
          <p:nvPr>
            <p:ph type="sldNum" sz="quarter" idx="12"/>
          </p:nvPr>
        </p:nvSpPr>
        <p:spPr/>
        <p:txBody>
          <a:bodyPr/>
          <a:lstStyle/>
          <a:p>
            <a:fld id="{59C8AB95-FAD2-4FB4-B288-CB5D0DF89844}" type="slidenum">
              <a:rPr lang="es-MX" smtClean="0"/>
              <a:t>‹#›</a:t>
            </a:fld>
            <a:endParaRPr lang="es-MX"/>
          </a:p>
        </p:txBody>
      </p:sp>
    </p:spTree>
    <p:extLst>
      <p:ext uri="{BB962C8B-B14F-4D97-AF65-F5344CB8AC3E}">
        <p14:creationId xmlns:p14="http://schemas.microsoft.com/office/powerpoint/2010/main" val="1486528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4C8F6C-A74A-56EF-3FD7-73EBC1EDAAC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900C866A-7177-9059-CB97-1166DA5278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5DF9212-1DB4-E15E-B037-3A69FFBB29B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2DC19E42-1C13-10A1-544C-568CF81A23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2C8D018-0A64-1B80-2691-306A64E8E08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26D582CE-A0C4-C279-6DD8-C4532682AFAC}"/>
              </a:ext>
            </a:extLst>
          </p:cNvPr>
          <p:cNvSpPr>
            <a:spLocks noGrp="1"/>
          </p:cNvSpPr>
          <p:nvPr>
            <p:ph type="dt" sz="half" idx="10"/>
          </p:nvPr>
        </p:nvSpPr>
        <p:spPr/>
        <p:txBody>
          <a:bodyPr/>
          <a:lstStyle/>
          <a:p>
            <a:fld id="{BAAB06AF-F33A-4E3D-AA83-FF85CDF753DC}" type="datetimeFigureOut">
              <a:rPr lang="es-MX" smtClean="0"/>
              <a:t>18/02/26</a:t>
            </a:fld>
            <a:endParaRPr lang="es-MX"/>
          </a:p>
        </p:txBody>
      </p:sp>
      <p:sp>
        <p:nvSpPr>
          <p:cNvPr id="8" name="Marcador de pie de página 7">
            <a:extLst>
              <a:ext uri="{FF2B5EF4-FFF2-40B4-BE49-F238E27FC236}">
                <a16:creationId xmlns:a16="http://schemas.microsoft.com/office/drawing/2014/main" id="{5E45CB52-2CC2-005B-21ED-ED06AE0F0D46}"/>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F9E8EBF0-7BA2-C5C7-6CFB-4D529DC1B33B}"/>
              </a:ext>
            </a:extLst>
          </p:cNvPr>
          <p:cNvSpPr>
            <a:spLocks noGrp="1"/>
          </p:cNvSpPr>
          <p:nvPr>
            <p:ph type="sldNum" sz="quarter" idx="12"/>
          </p:nvPr>
        </p:nvSpPr>
        <p:spPr/>
        <p:txBody>
          <a:bodyPr/>
          <a:lstStyle/>
          <a:p>
            <a:fld id="{59C8AB95-FAD2-4FB4-B288-CB5D0DF89844}" type="slidenum">
              <a:rPr lang="es-MX" smtClean="0"/>
              <a:t>‹#›</a:t>
            </a:fld>
            <a:endParaRPr lang="es-MX"/>
          </a:p>
        </p:txBody>
      </p:sp>
    </p:spTree>
    <p:extLst>
      <p:ext uri="{BB962C8B-B14F-4D97-AF65-F5344CB8AC3E}">
        <p14:creationId xmlns:p14="http://schemas.microsoft.com/office/powerpoint/2010/main" val="503281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6419FC-3D7B-61E3-B435-4FDE9C10F31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C643024D-427C-60A3-F7F3-672C6158E0FF}"/>
              </a:ext>
            </a:extLst>
          </p:cNvPr>
          <p:cNvSpPr>
            <a:spLocks noGrp="1"/>
          </p:cNvSpPr>
          <p:nvPr>
            <p:ph type="dt" sz="half" idx="10"/>
          </p:nvPr>
        </p:nvSpPr>
        <p:spPr/>
        <p:txBody>
          <a:bodyPr/>
          <a:lstStyle/>
          <a:p>
            <a:fld id="{BAAB06AF-F33A-4E3D-AA83-FF85CDF753DC}" type="datetimeFigureOut">
              <a:rPr lang="es-MX" smtClean="0"/>
              <a:t>18/02/26</a:t>
            </a:fld>
            <a:endParaRPr lang="es-MX"/>
          </a:p>
        </p:txBody>
      </p:sp>
      <p:sp>
        <p:nvSpPr>
          <p:cNvPr id="4" name="Marcador de pie de página 3">
            <a:extLst>
              <a:ext uri="{FF2B5EF4-FFF2-40B4-BE49-F238E27FC236}">
                <a16:creationId xmlns:a16="http://schemas.microsoft.com/office/drawing/2014/main" id="{3A9E71A2-5177-44E6-4D61-F78025E2D9FF}"/>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D93C4841-39E5-574C-D9BB-253141421EBC}"/>
              </a:ext>
            </a:extLst>
          </p:cNvPr>
          <p:cNvSpPr>
            <a:spLocks noGrp="1"/>
          </p:cNvSpPr>
          <p:nvPr>
            <p:ph type="sldNum" sz="quarter" idx="12"/>
          </p:nvPr>
        </p:nvSpPr>
        <p:spPr/>
        <p:txBody>
          <a:bodyPr/>
          <a:lstStyle/>
          <a:p>
            <a:fld id="{59C8AB95-FAD2-4FB4-B288-CB5D0DF89844}" type="slidenum">
              <a:rPr lang="es-MX" smtClean="0"/>
              <a:t>‹#›</a:t>
            </a:fld>
            <a:endParaRPr lang="es-MX"/>
          </a:p>
        </p:txBody>
      </p:sp>
    </p:spTree>
    <p:extLst>
      <p:ext uri="{BB962C8B-B14F-4D97-AF65-F5344CB8AC3E}">
        <p14:creationId xmlns:p14="http://schemas.microsoft.com/office/powerpoint/2010/main" val="3763891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F939F7D-4CFE-7C28-1042-F1BB5E42A710}"/>
              </a:ext>
            </a:extLst>
          </p:cNvPr>
          <p:cNvSpPr>
            <a:spLocks noGrp="1"/>
          </p:cNvSpPr>
          <p:nvPr>
            <p:ph type="dt" sz="half" idx="10"/>
          </p:nvPr>
        </p:nvSpPr>
        <p:spPr/>
        <p:txBody>
          <a:bodyPr/>
          <a:lstStyle/>
          <a:p>
            <a:fld id="{BAAB06AF-F33A-4E3D-AA83-FF85CDF753DC}" type="datetimeFigureOut">
              <a:rPr lang="es-MX" smtClean="0"/>
              <a:t>18/02/26</a:t>
            </a:fld>
            <a:endParaRPr lang="es-MX"/>
          </a:p>
        </p:txBody>
      </p:sp>
      <p:sp>
        <p:nvSpPr>
          <p:cNvPr id="3" name="Marcador de pie de página 2">
            <a:extLst>
              <a:ext uri="{FF2B5EF4-FFF2-40B4-BE49-F238E27FC236}">
                <a16:creationId xmlns:a16="http://schemas.microsoft.com/office/drawing/2014/main" id="{8372BBC7-D29C-6A6D-A22C-CE14993139F3}"/>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56E587B7-1EC0-2068-C847-8E2E09C4F5D7}"/>
              </a:ext>
            </a:extLst>
          </p:cNvPr>
          <p:cNvSpPr>
            <a:spLocks noGrp="1"/>
          </p:cNvSpPr>
          <p:nvPr>
            <p:ph type="sldNum" sz="quarter" idx="12"/>
          </p:nvPr>
        </p:nvSpPr>
        <p:spPr/>
        <p:txBody>
          <a:bodyPr/>
          <a:lstStyle/>
          <a:p>
            <a:fld id="{59C8AB95-FAD2-4FB4-B288-CB5D0DF89844}" type="slidenum">
              <a:rPr lang="es-MX" smtClean="0"/>
              <a:t>‹#›</a:t>
            </a:fld>
            <a:endParaRPr lang="es-MX"/>
          </a:p>
        </p:txBody>
      </p:sp>
    </p:spTree>
    <p:extLst>
      <p:ext uri="{BB962C8B-B14F-4D97-AF65-F5344CB8AC3E}">
        <p14:creationId xmlns:p14="http://schemas.microsoft.com/office/powerpoint/2010/main" val="228340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63CE5E-FCB7-3F1B-52E9-AA1B4E96FF0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8F8271D-81F5-6BDF-9914-90C595B767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BABBD6B2-F264-0B05-2E82-C9F3E0C65E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40BEB91-1606-C46C-7916-F9170B9252E0}"/>
              </a:ext>
            </a:extLst>
          </p:cNvPr>
          <p:cNvSpPr>
            <a:spLocks noGrp="1"/>
          </p:cNvSpPr>
          <p:nvPr>
            <p:ph type="dt" sz="half" idx="10"/>
          </p:nvPr>
        </p:nvSpPr>
        <p:spPr/>
        <p:txBody>
          <a:bodyPr/>
          <a:lstStyle/>
          <a:p>
            <a:fld id="{BAAB06AF-F33A-4E3D-AA83-FF85CDF753DC}" type="datetimeFigureOut">
              <a:rPr lang="es-MX" smtClean="0"/>
              <a:t>18/02/26</a:t>
            </a:fld>
            <a:endParaRPr lang="es-MX"/>
          </a:p>
        </p:txBody>
      </p:sp>
      <p:sp>
        <p:nvSpPr>
          <p:cNvPr id="6" name="Marcador de pie de página 5">
            <a:extLst>
              <a:ext uri="{FF2B5EF4-FFF2-40B4-BE49-F238E27FC236}">
                <a16:creationId xmlns:a16="http://schemas.microsoft.com/office/drawing/2014/main" id="{36CCE613-12C2-6751-52FF-684BCA835863}"/>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B4CFAC2-8510-B915-2B5B-7688AEC232DD}"/>
              </a:ext>
            </a:extLst>
          </p:cNvPr>
          <p:cNvSpPr>
            <a:spLocks noGrp="1"/>
          </p:cNvSpPr>
          <p:nvPr>
            <p:ph type="sldNum" sz="quarter" idx="12"/>
          </p:nvPr>
        </p:nvSpPr>
        <p:spPr/>
        <p:txBody>
          <a:bodyPr/>
          <a:lstStyle/>
          <a:p>
            <a:fld id="{59C8AB95-FAD2-4FB4-B288-CB5D0DF89844}" type="slidenum">
              <a:rPr lang="es-MX" smtClean="0"/>
              <a:t>‹#›</a:t>
            </a:fld>
            <a:endParaRPr lang="es-MX"/>
          </a:p>
        </p:txBody>
      </p:sp>
    </p:spTree>
    <p:extLst>
      <p:ext uri="{BB962C8B-B14F-4D97-AF65-F5344CB8AC3E}">
        <p14:creationId xmlns:p14="http://schemas.microsoft.com/office/powerpoint/2010/main" val="2021166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F790E5-92D0-EB1F-4967-3206860DD20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B3FEA619-C602-15B0-0FE4-F16551339C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800E2919-2717-24D5-714C-2BFB58AC1F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E6D0114-92FC-F8D2-97F5-FE839CEC8A0D}"/>
              </a:ext>
            </a:extLst>
          </p:cNvPr>
          <p:cNvSpPr>
            <a:spLocks noGrp="1"/>
          </p:cNvSpPr>
          <p:nvPr>
            <p:ph type="dt" sz="half" idx="10"/>
          </p:nvPr>
        </p:nvSpPr>
        <p:spPr/>
        <p:txBody>
          <a:bodyPr/>
          <a:lstStyle/>
          <a:p>
            <a:fld id="{BAAB06AF-F33A-4E3D-AA83-FF85CDF753DC}" type="datetimeFigureOut">
              <a:rPr lang="es-MX" smtClean="0"/>
              <a:t>18/02/26</a:t>
            </a:fld>
            <a:endParaRPr lang="es-MX"/>
          </a:p>
        </p:txBody>
      </p:sp>
      <p:sp>
        <p:nvSpPr>
          <p:cNvPr id="6" name="Marcador de pie de página 5">
            <a:extLst>
              <a:ext uri="{FF2B5EF4-FFF2-40B4-BE49-F238E27FC236}">
                <a16:creationId xmlns:a16="http://schemas.microsoft.com/office/drawing/2014/main" id="{3A13C8E2-6816-B348-CE3F-0F2681E98FA3}"/>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DE7CB8A-1634-DF0B-D17D-43E8DDC19116}"/>
              </a:ext>
            </a:extLst>
          </p:cNvPr>
          <p:cNvSpPr>
            <a:spLocks noGrp="1"/>
          </p:cNvSpPr>
          <p:nvPr>
            <p:ph type="sldNum" sz="quarter" idx="12"/>
          </p:nvPr>
        </p:nvSpPr>
        <p:spPr/>
        <p:txBody>
          <a:bodyPr/>
          <a:lstStyle/>
          <a:p>
            <a:fld id="{59C8AB95-FAD2-4FB4-B288-CB5D0DF89844}" type="slidenum">
              <a:rPr lang="es-MX" smtClean="0"/>
              <a:t>‹#›</a:t>
            </a:fld>
            <a:endParaRPr lang="es-MX"/>
          </a:p>
        </p:txBody>
      </p:sp>
    </p:spTree>
    <p:extLst>
      <p:ext uri="{BB962C8B-B14F-4D97-AF65-F5344CB8AC3E}">
        <p14:creationId xmlns:p14="http://schemas.microsoft.com/office/powerpoint/2010/main" val="3831825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99F699-3880-A3C3-E913-85E24AAE91C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6D441E86-B08B-C71F-EB5A-FE2415FA74B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FCA9FC9-7EAE-0756-A23C-F89EEBF7996C}"/>
              </a:ext>
            </a:extLst>
          </p:cNvPr>
          <p:cNvSpPr>
            <a:spLocks noGrp="1"/>
          </p:cNvSpPr>
          <p:nvPr>
            <p:ph type="dt" sz="half" idx="10"/>
          </p:nvPr>
        </p:nvSpPr>
        <p:spPr/>
        <p:txBody>
          <a:bodyPr/>
          <a:lstStyle/>
          <a:p>
            <a:fld id="{BAAB06AF-F33A-4E3D-AA83-FF85CDF753DC}" type="datetimeFigureOut">
              <a:rPr lang="es-MX" smtClean="0"/>
              <a:t>18/02/26</a:t>
            </a:fld>
            <a:endParaRPr lang="es-MX"/>
          </a:p>
        </p:txBody>
      </p:sp>
      <p:sp>
        <p:nvSpPr>
          <p:cNvPr id="5" name="Marcador de pie de página 4">
            <a:extLst>
              <a:ext uri="{FF2B5EF4-FFF2-40B4-BE49-F238E27FC236}">
                <a16:creationId xmlns:a16="http://schemas.microsoft.com/office/drawing/2014/main" id="{B1383D73-B2B4-D582-C8AA-8B4976781D4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54A3D1B-DF02-01D9-7A52-016301C0412E}"/>
              </a:ext>
            </a:extLst>
          </p:cNvPr>
          <p:cNvSpPr>
            <a:spLocks noGrp="1"/>
          </p:cNvSpPr>
          <p:nvPr>
            <p:ph type="sldNum" sz="quarter" idx="12"/>
          </p:nvPr>
        </p:nvSpPr>
        <p:spPr/>
        <p:txBody>
          <a:bodyPr/>
          <a:lstStyle/>
          <a:p>
            <a:fld id="{59C8AB95-FAD2-4FB4-B288-CB5D0DF89844}" type="slidenum">
              <a:rPr lang="es-MX" smtClean="0"/>
              <a:t>‹#›</a:t>
            </a:fld>
            <a:endParaRPr lang="es-MX"/>
          </a:p>
        </p:txBody>
      </p:sp>
    </p:spTree>
    <p:extLst>
      <p:ext uri="{BB962C8B-B14F-4D97-AF65-F5344CB8AC3E}">
        <p14:creationId xmlns:p14="http://schemas.microsoft.com/office/powerpoint/2010/main" val="1374907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FD43CE4-6443-C8F4-0310-52F9282B025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5FB572F7-A20B-168E-1FA1-747B809C6FB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51CD70B-083E-B6C4-5D9D-D6E0C624C556}"/>
              </a:ext>
            </a:extLst>
          </p:cNvPr>
          <p:cNvSpPr>
            <a:spLocks noGrp="1"/>
          </p:cNvSpPr>
          <p:nvPr>
            <p:ph type="dt" sz="half" idx="10"/>
          </p:nvPr>
        </p:nvSpPr>
        <p:spPr/>
        <p:txBody>
          <a:bodyPr/>
          <a:lstStyle/>
          <a:p>
            <a:fld id="{BAAB06AF-F33A-4E3D-AA83-FF85CDF753DC}" type="datetimeFigureOut">
              <a:rPr lang="es-MX" smtClean="0"/>
              <a:t>18/02/26</a:t>
            </a:fld>
            <a:endParaRPr lang="es-MX"/>
          </a:p>
        </p:txBody>
      </p:sp>
      <p:sp>
        <p:nvSpPr>
          <p:cNvPr id="5" name="Marcador de pie de página 4">
            <a:extLst>
              <a:ext uri="{FF2B5EF4-FFF2-40B4-BE49-F238E27FC236}">
                <a16:creationId xmlns:a16="http://schemas.microsoft.com/office/drawing/2014/main" id="{54C0F76B-CEAD-FAB4-CE3B-051C7052C46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CA1861A-B7B4-366C-044D-16C5AFE80272}"/>
              </a:ext>
            </a:extLst>
          </p:cNvPr>
          <p:cNvSpPr>
            <a:spLocks noGrp="1"/>
          </p:cNvSpPr>
          <p:nvPr>
            <p:ph type="sldNum" sz="quarter" idx="12"/>
          </p:nvPr>
        </p:nvSpPr>
        <p:spPr/>
        <p:txBody>
          <a:bodyPr/>
          <a:lstStyle/>
          <a:p>
            <a:fld id="{59C8AB95-FAD2-4FB4-B288-CB5D0DF89844}" type="slidenum">
              <a:rPr lang="es-MX" smtClean="0"/>
              <a:t>‹#›</a:t>
            </a:fld>
            <a:endParaRPr lang="es-MX"/>
          </a:p>
        </p:txBody>
      </p:sp>
    </p:spTree>
    <p:extLst>
      <p:ext uri="{BB962C8B-B14F-4D97-AF65-F5344CB8AC3E}">
        <p14:creationId xmlns:p14="http://schemas.microsoft.com/office/powerpoint/2010/main" val="10751182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3" name="Date Placeholder 2"/>
          <p:cNvSpPr>
            <a:spLocks noGrp="1"/>
          </p:cNvSpPr>
          <p:nvPr>
            <p:ph type="dt" sz="half" idx="10"/>
          </p:nvPr>
        </p:nvSpPr>
        <p:spPr/>
        <p:txBody>
          <a:bodyPr/>
          <a:lstStyle/>
          <a:p>
            <a:fld id="{B6442282-76AD-4050-AF20-F06B8EB47127}" type="datetimeFigureOut">
              <a:rPr lang="es-MX" smtClean="0"/>
              <a:t>18/02/26</a:t>
            </a:fld>
            <a:endParaRPr lang="es-MX" dirty="0"/>
          </a:p>
        </p:txBody>
      </p:sp>
      <p:sp>
        <p:nvSpPr>
          <p:cNvPr id="4" name="Footer Placeholder 3"/>
          <p:cNvSpPr>
            <a:spLocks noGrp="1"/>
          </p:cNvSpPr>
          <p:nvPr>
            <p:ph type="ftr" sz="quarter" idx="11"/>
          </p:nvPr>
        </p:nvSpPr>
        <p:spPr/>
        <p:txBody>
          <a:bodyPr/>
          <a:lstStyle/>
          <a:p>
            <a:endParaRPr lang="es-MX" dirty="0"/>
          </a:p>
        </p:txBody>
      </p:sp>
      <p:sp>
        <p:nvSpPr>
          <p:cNvPr id="5" name="Slide Number Placeholder 4"/>
          <p:cNvSpPr>
            <a:spLocks noGrp="1"/>
          </p:cNvSpPr>
          <p:nvPr>
            <p:ph type="sldNum" sz="quarter" idx="12"/>
          </p:nvPr>
        </p:nvSpPr>
        <p:spPr/>
        <p:txBody>
          <a:bodyPr/>
          <a:lstStyle/>
          <a:p>
            <a:fld id="{76CD3E9D-8763-47DE-8B50-9713E2AB819A}" type="slidenum">
              <a:rPr lang="es-MX" smtClean="0"/>
              <a:t>‹#›</a:t>
            </a:fld>
            <a:endParaRPr lang="es-MX" dirty="0"/>
          </a:p>
        </p:txBody>
      </p:sp>
    </p:spTree>
    <p:extLst>
      <p:ext uri="{BB962C8B-B14F-4D97-AF65-F5344CB8AC3E}">
        <p14:creationId xmlns:p14="http://schemas.microsoft.com/office/powerpoint/2010/main" val="2625784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82FB111-B70C-85E1-6921-091C1DF20B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C71E1CA-229D-FF6B-92B5-1015E45398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B978A5D-DA29-2A59-89F4-DCE282CC84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AB06AF-F33A-4E3D-AA83-FF85CDF753DC}" type="datetimeFigureOut">
              <a:rPr lang="es-MX" smtClean="0"/>
              <a:t>18/02/26</a:t>
            </a:fld>
            <a:endParaRPr lang="es-MX"/>
          </a:p>
        </p:txBody>
      </p:sp>
      <p:sp>
        <p:nvSpPr>
          <p:cNvPr id="5" name="Marcador de pie de página 4">
            <a:extLst>
              <a:ext uri="{FF2B5EF4-FFF2-40B4-BE49-F238E27FC236}">
                <a16:creationId xmlns:a16="http://schemas.microsoft.com/office/drawing/2014/main" id="{52164C7B-44EA-6147-3C49-5BE7CDF2AE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3F83FD0A-0838-DBD1-1F34-AC981DA8CC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C8AB95-FAD2-4FB4-B288-CB5D0DF89844}" type="slidenum">
              <a:rPr lang="es-MX" smtClean="0"/>
              <a:t>‹#›</a:t>
            </a:fld>
            <a:endParaRPr lang="es-MX"/>
          </a:p>
        </p:txBody>
      </p:sp>
    </p:spTree>
    <p:extLst>
      <p:ext uri="{BB962C8B-B14F-4D97-AF65-F5344CB8AC3E}">
        <p14:creationId xmlns:p14="http://schemas.microsoft.com/office/powerpoint/2010/main" val="34679653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diagramData" Target="../diagrams/data8.xml"/><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II. Disposiciones Generales de la LISR</a:t>
            </a:r>
          </a:p>
        </p:txBody>
      </p:sp>
      <p:sp>
        <p:nvSpPr>
          <p:cNvPr id="3" name="Text Placeholder 2"/>
          <p:cNvSpPr>
            <a:spLocks noGrp="1"/>
          </p:cNvSpPr>
          <p:nvPr>
            <p:ph type="body" idx="1"/>
          </p:nvPr>
        </p:nvSpPr>
        <p:spPr/>
        <p:txBody>
          <a:bodyPr/>
          <a:lstStyle/>
          <a:p>
            <a:endParaRPr lang="es-MX" dirty="0"/>
          </a:p>
        </p:txBody>
      </p:sp>
    </p:spTree>
    <p:extLst>
      <p:ext uri="{BB962C8B-B14F-4D97-AF65-F5344CB8AC3E}">
        <p14:creationId xmlns:p14="http://schemas.microsoft.com/office/powerpoint/2010/main" val="2663798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s-MX" dirty="0"/>
              <a:t>II. Disposiciones Generales de la LISR</a:t>
            </a:r>
          </a:p>
        </p:txBody>
      </p:sp>
      <p:sp>
        <p:nvSpPr>
          <p:cNvPr id="8" name="Content Placeholder 7"/>
          <p:cNvSpPr>
            <a:spLocks noGrp="1"/>
          </p:cNvSpPr>
          <p:nvPr>
            <p:ph idx="1"/>
          </p:nvPr>
        </p:nvSpPr>
        <p:spPr/>
        <p:txBody>
          <a:bodyPr>
            <a:normAutofit lnSpcReduction="10000"/>
          </a:bodyPr>
          <a:lstStyle/>
          <a:p>
            <a:pPr marL="514350" indent="-514350">
              <a:buFont typeface="+mj-lt"/>
              <a:buAutoNum type="arabicPeriod"/>
            </a:pPr>
            <a:r>
              <a:rPr lang="es-MX" dirty="0"/>
              <a:t>Análisis de los elementos esenciales del impuesto</a:t>
            </a:r>
          </a:p>
          <a:p>
            <a:pPr marL="914400" lvl="1" indent="-457200">
              <a:buFont typeface="+mj-lt"/>
              <a:buAutoNum type="arabicPeriod"/>
            </a:pPr>
            <a:r>
              <a:rPr lang="es-MX" dirty="0"/>
              <a:t>Objeto</a:t>
            </a:r>
          </a:p>
          <a:p>
            <a:pPr marL="914400" lvl="1" indent="-457200">
              <a:buFont typeface="+mj-lt"/>
              <a:buAutoNum type="arabicPeriod"/>
            </a:pPr>
            <a:r>
              <a:rPr lang="es-MX" dirty="0"/>
              <a:t>Sujeto</a:t>
            </a:r>
          </a:p>
          <a:p>
            <a:pPr marL="914400" lvl="1" indent="-457200">
              <a:buFont typeface="+mj-lt"/>
              <a:buAutoNum type="arabicPeriod"/>
            </a:pPr>
            <a:r>
              <a:rPr lang="es-MX" dirty="0"/>
              <a:t>Base</a:t>
            </a:r>
          </a:p>
          <a:p>
            <a:pPr marL="914400" lvl="1" indent="-457200">
              <a:buFont typeface="+mj-lt"/>
              <a:buAutoNum type="arabicPeriod"/>
            </a:pPr>
            <a:r>
              <a:rPr lang="es-MX" dirty="0"/>
              <a:t>Tasa</a:t>
            </a:r>
          </a:p>
          <a:p>
            <a:pPr marL="514350" indent="-514350">
              <a:buFont typeface="+mj-lt"/>
              <a:buAutoNum type="arabicPeriod"/>
            </a:pPr>
            <a:r>
              <a:rPr lang="es-MX" dirty="0"/>
              <a:t>Las Personas Morales como sujetos del ISR	</a:t>
            </a:r>
          </a:p>
          <a:p>
            <a:pPr marL="914400" lvl="1" indent="-457200">
              <a:buFont typeface="+mj-lt"/>
              <a:buAutoNum type="arabicPeriod"/>
            </a:pPr>
            <a:r>
              <a:rPr lang="es-MX" dirty="0"/>
              <a:t>Definición de Persona Moral</a:t>
            </a:r>
          </a:p>
          <a:p>
            <a:pPr marL="914400" lvl="1" indent="-457200">
              <a:buFont typeface="+mj-lt"/>
              <a:buAutoNum type="arabicPeriod"/>
            </a:pPr>
            <a:r>
              <a:rPr lang="es-MX" dirty="0"/>
              <a:t>Definición y Principales Aspectos de la Residencia</a:t>
            </a:r>
          </a:p>
          <a:p>
            <a:pPr marL="914400" lvl="1" indent="-457200">
              <a:buFont typeface="+mj-lt"/>
              <a:buAutoNum type="arabicPeriod"/>
            </a:pPr>
            <a:r>
              <a:rPr lang="es-MX" dirty="0"/>
              <a:t>Principales Aspectos del Establecimiento Permanente</a:t>
            </a:r>
          </a:p>
          <a:p>
            <a:pPr marL="914400" lvl="1" indent="-457200">
              <a:buFont typeface="+mj-lt"/>
              <a:buAutoNum type="arabicPeriod"/>
            </a:pPr>
            <a:r>
              <a:rPr lang="es-MX" dirty="0"/>
              <a:t>Principales Apectos de los Fideicomisos</a:t>
            </a:r>
          </a:p>
          <a:p>
            <a:pPr marL="514350" indent="-514350">
              <a:buFont typeface="+mj-lt"/>
              <a:buAutoNum type="arabicPeriod"/>
            </a:pPr>
            <a:r>
              <a:rPr lang="es-MX" dirty="0"/>
              <a:t>El Ejercicio Fiscal</a:t>
            </a:r>
          </a:p>
        </p:txBody>
      </p:sp>
    </p:spTree>
    <p:extLst>
      <p:ext uri="{BB962C8B-B14F-4D97-AF65-F5344CB8AC3E}">
        <p14:creationId xmlns:p14="http://schemas.microsoft.com/office/powerpoint/2010/main" val="695483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MX" dirty="0"/>
              <a:t>Para definir al Sujeto, el Criterio de Nacionalidad no es aplicable en México </a:t>
            </a:r>
            <a:r>
              <a:rPr lang="es-MX" sz="2000" dirty="0"/>
              <a:t>(LISR 1)</a:t>
            </a:r>
          </a:p>
        </p:txBody>
      </p:sp>
      <p:sp>
        <p:nvSpPr>
          <p:cNvPr id="3" name="Content Placeholder 2"/>
          <p:cNvSpPr>
            <a:spLocks noGrp="1"/>
          </p:cNvSpPr>
          <p:nvPr>
            <p:ph idx="1"/>
          </p:nvPr>
        </p:nvSpPr>
        <p:spPr/>
        <p:txBody>
          <a:bodyPr>
            <a:normAutofit fontScale="92500" lnSpcReduction="20000"/>
          </a:bodyPr>
          <a:lstStyle/>
          <a:p>
            <a:r>
              <a:rPr lang="es-MX" dirty="0"/>
              <a:t>Las personas físicas y las morales están obligadas al pago del impuesto sobre la renta en los siguientes casos: </a:t>
            </a:r>
          </a:p>
          <a:p>
            <a:endParaRPr lang="es-MX" dirty="0"/>
          </a:p>
          <a:p>
            <a:pPr marL="457200" lvl="1" indent="0">
              <a:buNone/>
            </a:pPr>
            <a:r>
              <a:rPr lang="es-MX" dirty="0"/>
              <a:t>I. Las residentes en México, respecto de </a:t>
            </a:r>
            <a:r>
              <a:rPr lang="es-MX" dirty="0">
                <a:solidFill>
                  <a:srgbClr val="92D050"/>
                </a:solidFill>
              </a:rPr>
              <a:t>todos sus ingresos</a:t>
            </a:r>
            <a:r>
              <a:rPr lang="es-MX" dirty="0"/>
              <a:t>, cualquiera que sea la ubicación de la fuente de riqueza de donde procedan. </a:t>
            </a:r>
          </a:p>
          <a:p>
            <a:pPr marL="0" indent="0">
              <a:buNone/>
            </a:pPr>
            <a:r>
              <a:rPr lang="es-MX" dirty="0"/>
              <a:t> </a:t>
            </a:r>
          </a:p>
          <a:p>
            <a:pPr marL="457200" lvl="1" indent="0">
              <a:buNone/>
            </a:pPr>
            <a:r>
              <a:rPr lang="es-MX" dirty="0"/>
              <a:t>II. Los residentes en el extranjero que tengan un establecimiento permanente en el país, respecto de los </a:t>
            </a:r>
            <a:r>
              <a:rPr lang="es-MX" dirty="0">
                <a:solidFill>
                  <a:srgbClr val="92D050"/>
                </a:solidFill>
              </a:rPr>
              <a:t>ingresos atribuibles</a:t>
            </a:r>
            <a:r>
              <a:rPr lang="es-MX" dirty="0"/>
              <a:t> a dicho establecimiento permanente. </a:t>
            </a:r>
          </a:p>
          <a:p>
            <a:pPr marL="0" indent="0">
              <a:buNone/>
            </a:pPr>
            <a:endParaRPr lang="es-MX" dirty="0"/>
          </a:p>
          <a:p>
            <a:pPr marL="457200" lvl="1" indent="0">
              <a:buNone/>
            </a:pPr>
            <a:r>
              <a:rPr lang="es-MX" dirty="0">
                <a:solidFill>
                  <a:schemeClr val="bg1">
                    <a:lumMod val="50000"/>
                  </a:schemeClr>
                </a:solidFill>
              </a:rPr>
              <a:t>III. Los residentes en el extranjero, respecto de los ingresos procedentes de </a:t>
            </a:r>
            <a:r>
              <a:rPr lang="es-MX" dirty="0">
                <a:solidFill>
                  <a:srgbClr val="92D050"/>
                </a:solidFill>
              </a:rPr>
              <a:t>fuentes de riqueza situadas en territorio nacional</a:t>
            </a:r>
            <a:r>
              <a:rPr lang="es-MX" dirty="0">
                <a:solidFill>
                  <a:schemeClr val="bg1">
                    <a:lumMod val="50000"/>
                  </a:schemeClr>
                </a:solidFill>
              </a:rPr>
              <a:t>, cuando no tengan un establecimiento permanente en el país, o cuando teniéndolo, dichos ingresos no sean atribuibles a éste.</a:t>
            </a:r>
          </a:p>
        </p:txBody>
      </p:sp>
    </p:spTree>
    <p:extLst>
      <p:ext uri="{BB962C8B-B14F-4D97-AF65-F5344CB8AC3E}">
        <p14:creationId xmlns:p14="http://schemas.microsoft.com/office/powerpoint/2010/main" val="23824717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s-MX" sz="3600" dirty="0"/>
              <a:t>La administración principal o sede de dirección es el lugar en el que se toman o ejecutan las decisiones y ello determina la residencia</a:t>
            </a:r>
          </a:p>
        </p:txBody>
      </p:sp>
      <p:sp>
        <p:nvSpPr>
          <p:cNvPr id="3" name="Content Placeholder 2"/>
          <p:cNvSpPr>
            <a:spLocks noGrp="1"/>
          </p:cNvSpPr>
          <p:nvPr>
            <p:ph idx="1"/>
          </p:nvPr>
        </p:nvSpPr>
        <p:spPr>
          <a:xfrm>
            <a:off x="838200" y="1838238"/>
            <a:ext cx="10515600" cy="4351338"/>
          </a:xfrm>
        </p:spPr>
        <p:txBody>
          <a:bodyPr>
            <a:normAutofit fontScale="92500" lnSpcReduction="10000"/>
          </a:bodyPr>
          <a:lstStyle/>
          <a:p>
            <a:r>
              <a:rPr lang="es-MX" dirty="0"/>
              <a:t>Las personas morales que hayan establecido en México la administración principal del negocio o su sede de dirección efectiva. </a:t>
            </a:r>
            <a:r>
              <a:rPr lang="es-MX" sz="1900" dirty="0"/>
              <a:t>(CFF 9-II)</a:t>
            </a:r>
          </a:p>
          <a:p>
            <a:endParaRPr lang="es-MX" dirty="0"/>
          </a:p>
          <a:p>
            <a:pPr lvl="1"/>
            <a:r>
              <a:rPr lang="es-MX" dirty="0"/>
              <a:t>Para los efectos fiscales se entenderá por México, país y territorio nacional, lo que conforme a la Constitución Política de los Estados Unidos Mexicanos integra el territorio nacional y la zona económica exclusiva situada fuera del mar territorial. </a:t>
            </a:r>
            <a:r>
              <a:rPr lang="es-MX" sz="1900" dirty="0"/>
              <a:t>(CFF 8)</a:t>
            </a:r>
          </a:p>
          <a:p>
            <a:endParaRPr lang="es-MX" dirty="0"/>
          </a:p>
          <a:p>
            <a:pPr lvl="1"/>
            <a:r>
              <a:rPr lang="es-MX" dirty="0"/>
              <a:t>Para los efectos del artículo 9, fracción II del Código, se considera que una persona moral ha establecido en México la administración principal del negocio o su sede de dirección efectiva, cuando en territorio nacional esté el lugar en el que se encuentre la o las personas que </a:t>
            </a:r>
            <a:r>
              <a:rPr lang="es-MX" dirty="0">
                <a:highlight>
                  <a:srgbClr val="FFFF00"/>
                </a:highlight>
              </a:rPr>
              <a:t>tomen o ejecuten </a:t>
            </a:r>
            <a:r>
              <a:rPr lang="es-MX" dirty="0"/>
              <a:t>las decisiones de control, dirección, operación o administración de la persona moral y de las actividades que ella realiza. </a:t>
            </a:r>
            <a:r>
              <a:rPr lang="es-MX" sz="1900" dirty="0"/>
              <a:t>(RCFF 6)</a:t>
            </a:r>
          </a:p>
        </p:txBody>
      </p:sp>
    </p:spTree>
    <p:extLst>
      <p:ext uri="{BB962C8B-B14F-4D97-AF65-F5344CB8AC3E}">
        <p14:creationId xmlns:p14="http://schemas.microsoft.com/office/powerpoint/2010/main" val="1971763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MX" dirty="0"/>
              <a:t>Al cambiar de residencia (al extranjero) debe pagarse el impuesto (“</a:t>
            </a:r>
            <a:r>
              <a:rPr lang="es-MX" dirty="0" err="1"/>
              <a:t>Exit</a:t>
            </a:r>
            <a:r>
              <a:rPr lang="es-MX" dirty="0"/>
              <a:t> </a:t>
            </a:r>
            <a:r>
              <a:rPr lang="es-MX" dirty="0" err="1"/>
              <a:t>Tax</a:t>
            </a:r>
            <a:r>
              <a:rPr lang="es-MX" dirty="0"/>
              <a:t>”). </a:t>
            </a:r>
            <a:r>
              <a:rPr lang="es-MX" sz="1800" dirty="0"/>
              <a:t>(LISR 12 Segundo párrafo)</a:t>
            </a:r>
            <a:endParaRPr lang="es-MX" dirty="0"/>
          </a:p>
        </p:txBody>
      </p:sp>
      <p:sp>
        <p:nvSpPr>
          <p:cNvPr id="3" name="Content Placeholder 2"/>
          <p:cNvSpPr>
            <a:spLocks noGrp="1"/>
          </p:cNvSpPr>
          <p:nvPr>
            <p:ph idx="1"/>
          </p:nvPr>
        </p:nvSpPr>
        <p:spPr/>
        <p:txBody>
          <a:bodyPr>
            <a:normAutofit lnSpcReduction="10000"/>
          </a:bodyPr>
          <a:lstStyle/>
          <a:p>
            <a:r>
              <a:rPr lang="es-MX" dirty="0"/>
              <a:t>Para los efectos de esta Ley, se entenderá que una persona moral residente en México se liquida, cuando deje de ser residente en México en los términos del Código Fiscal de la Federación o conforme a lo previsto en un tratado para evitar la doble tributación en vigor celebrado por México. </a:t>
            </a:r>
          </a:p>
          <a:p>
            <a:pPr lvl="1"/>
            <a:r>
              <a:rPr lang="es-MX" dirty="0"/>
              <a:t>Para estos efectos, se considerarán enajenados todos los activos que la persona moral tenga en México y en el extranjero y como valor de los mismos, el de mercado a la fecha del cambio de residencia; cuando no se conozca dicho valor, se estará al avalúo que para tales efectos lleve a cabo la persona autorizada por las autoridades fiscales.</a:t>
            </a:r>
          </a:p>
          <a:p>
            <a:pPr lvl="1"/>
            <a:r>
              <a:rPr lang="es-MX" dirty="0"/>
              <a:t>El impuesto que se determine se deberá enterar dentro de los 15 días siguientes a aquél en el que suceda el cambio de residencia fiscal. </a:t>
            </a:r>
          </a:p>
        </p:txBody>
      </p:sp>
    </p:spTree>
    <p:extLst>
      <p:ext uri="{BB962C8B-B14F-4D97-AF65-F5344CB8AC3E}">
        <p14:creationId xmlns:p14="http://schemas.microsoft.com/office/powerpoint/2010/main" val="1678257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La Base es distinta dependiendo del tipo de Contribuyente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71486435"/>
              </p:ext>
            </p:extLst>
          </p:nvPr>
        </p:nvGraphicFramePr>
        <p:xfrm>
          <a:off x="838200" y="1825625"/>
          <a:ext cx="10515600" cy="500126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gridCol w="2628900">
                  <a:extLst>
                    <a:ext uri="{9D8B030D-6E8A-4147-A177-3AD203B41FA5}">
                      <a16:colId xmlns:a16="http://schemas.microsoft.com/office/drawing/2014/main" val="20003"/>
                    </a:ext>
                  </a:extLst>
                </a:gridCol>
              </a:tblGrid>
              <a:tr h="411480">
                <a:tc>
                  <a:txBody>
                    <a:bodyPr/>
                    <a:lstStyle/>
                    <a:p>
                      <a:pPr algn="ctr"/>
                      <a:r>
                        <a:rPr lang="es-MX" sz="1050" dirty="0"/>
                        <a:t>Personas Morales</a:t>
                      </a:r>
                      <a:r>
                        <a:rPr lang="es-MX" sz="1050" baseline="0" dirty="0"/>
                        <a:t> Residentes en México</a:t>
                      </a:r>
                      <a:endParaRPr lang="es-MX" sz="1050" dirty="0"/>
                    </a:p>
                  </a:txBody>
                  <a:tcPr/>
                </a:tc>
                <a:tc>
                  <a:txBody>
                    <a:bodyPr/>
                    <a:lstStyle/>
                    <a:p>
                      <a:pPr algn="ctr"/>
                      <a:r>
                        <a:rPr lang="es-MX" sz="1050" dirty="0"/>
                        <a:t>Establecimientos Permanentes de Residentes en el Extranjero</a:t>
                      </a:r>
                    </a:p>
                  </a:txBody>
                  <a:tcPr/>
                </a:tc>
                <a:tc>
                  <a:txBody>
                    <a:bodyPr/>
                    <a:lstStyle/>
                    <a:p>
                      <a:pPr algn="ctr"/>
                      <a:r>
                        <a:rPr lang="es-MX" sz="1050" dirty="0"/>
                        <a:t>Personas</a:t>
                      </a:r>
                      <a:r>
                        <a:rPr lang="es-MX" sz="1050" baseline="0" dirty="0"/>
                        <a:t> Físicas Residentes en México</a:t>
                      </a:r>
                      <a:endParaRPr lang="es-MX" sz="1050" dirty="0"/>
                    </a:p>
                  </a:txBody>
                  <a:tcPr/>
                </a:tc>
                <a:tc>
                  <a:txBody>
                    <a:bodyPr/>
                    <a:lstStyle/>
                    <a:p>
                      <a:pPr algn="ctr"/>
                      <a:r>
                        <a:rPr lang="es-MX" sz="1050" dirty="0"/>
                        <a:t>Residentes</a:t>
                      </a:r>
                      <a:r>
                        <a:rPr lang="es-MX" sz="1050" baseline="0" dirty="0"/>
                        <a:t> en el Extranjero con fuente de riqueza en México</a:t>
                      </a:r>
                      <a:endParaRPr lang="es-MX" sz="1050" dirty="0"/>
                    </a:p>
                  </a:txBody>
                  <a:tcPr/>
                </a:tc>
                <a:extLst>
                  <a:ext uri="{0D108BD9-81ED-4DB2-BD59-A6C34878D82A}">
                    <a16:rowId xmlns:a16="http://schemas.microsoft.com/office/drawing/2014/main" val="10000"/>
                  </a:ext>
                </a:extLst>
              </a:tr>
              <a:tr h="411480">
                <a:tc>
                  <a:txBody>
                    <a:bodyPr/>
                    <a:lstStyle/>
                    <a:p>
                      <a:r>
                        <a:rPr lang="es-MX" sz="2000" dirty="0"/>
                        <a:t>Resultado Fiscal</a:t>
                      </a:r>
                    </a:p>
                  </a:txBody>
                  <a:tcPr/>
                </a:tc>
                <a:tc>
                  <a:txBody>
                    <a:bodyPr/>
                    <a:lstStyle/>
                    <a:p>
                      <a:pPr marL="0" algn="l" defTabSz="914400" rtl="0" eaLnBrk="1" latinLnBrk="0" hangingPunct="1"/>
                      <a:r>
                        <a:rPr lang="es-MX" sz="2000" kern="1200" dirty="0">
                          <a:solidFill>
                            <a:schemeClr val="bg1">
                              <a:lumMod val="50000"/>
                            </a:schemeClr>
                          </a:solidFill>
                          <a:latin typeface="+mn-lt"/>
                          <a:ea typeface="+mn-ea"/>
                          <a:cs typeface="+mn-cs"/>
                        </a:rPr>
                        <a:t>Resultado Fiscal</a:t>
                      </a:r>
                    </a:p>
                  </a:txBody>
                  <a:tcPr/>
                </a:tc>
                <a:tc>
                  <a:txBody>
                    <a:bodyPr/>
                    <a:lstStyle/>
                    <a:p>
                      <a:r>
                        <a:rPr lang="es-MX" sz="1050" dirty="0">
                          <a:solidFill>
                            <a:schemeClr val="bg1">
                              <a:lumMod val="50000"/>
                            </a:schemeClr>
                          </a:solidFill>
                        </a:rPr>
                        <a:t>Salarios y en General por la Prestación de un Servicio</a:t>
                      </a:r>
                      <a:r>
                        <a:rPr lang="es-MX" sz="1050" baseline="0" dirty="0">
                          <a:solidFill>
                            <a:schemeClr val="bg1">
                              <a:lumMod val="50000"/>
                            </a:schemeClr>
                          </a:solidFill>
                        </a:rPr>
                        <a:t> Personal Subordinado</a:t>
                      </a:r>
                      <a:endParaRPr lang="es-MX" sz="1050" dirty="0">
                        <a:solidFill>
                          <a:schemeClr val="bg1">
                            <a:lumMod val="50000"/>
                          </a:schemeClr>
                        </a:solidFill>
                      </a:endParaRPr>
                    </a:p>
                  </a:txBody>
                  <a:tcPr/>
                </a:tc>
                <a:tc>
                  <a:txBody>
                    <a:bodyPr/>
                    <a:lstStyle/>
                    <a:p>
                      <a:r>
                        <a:rPr lang="es-MX" sz="1050" dirty="0">
                          <a:solidFill>
                            <a:schemeClr val="bg1">
                              <a:lumMod val="50000"/>
                            </a:schemeClr>
                          </a:solidFill>
                        </a:rPr>
                        <a:t>Sueldos,</a:t>
                      </a:r>
                      <a:r>
                        <a:rPr lang="es-MX" sz="1050" baseline="0" dirty="0">
                          <a:solidFill>
                            <a:schemeClr val="bg1">
                              <a:lumMod val="50000"/>
                            </a:schemeClr>
                          </a:solidFill>
                        </a:rPr>
                        <a:t> Pensiones y Jubilaciones</a:t>
                      </a:r>
                      <a:endParaRPr lang="es-MX" sz="1050" dirty="0">
                        <a:solidFill>
                          <a:schemeClr val="bg1">
                            <a:lumMod val="50000"/>
                          </a:schemeClr>
                        </a:solidFill>
                      </a:endParaRPr>
                    </a:p>
                  </a:txBody>
                  <a:tcPr/>
                </a:tc>
                <a:extLst>
                  <a:ext uri="{0D108BD9-81ED-4DB2-BD59-A6C34878D82A}">
                    <a16:rowId xmlns:a16="http://schemas.microsoft.com/office/drawing/2014/main" val="10001"/>
                  </a:ext>
                </a:extLst>
              </a:tr>
              <a:tr h="396240">
                <a:tc>
                  <a:txBody>
                    <a:bodyPr/>
                    <a:lstStyle/>
                    <a:p>
                      <a:r>
                        <a:rPr lang="es-MX" sz="2000" dirty="0">
                          <a:solidFill>
                            <a:srgbClr val="92D050"/>
                          </a:solidFill>
                        </a:rPr>
                        <a:t>Dividendos Distribuidos</a:t>
                      </a:r>
                    </a:p>
                  </a:txBody>
                  <a:tcPr/>
                </a:tc>
                <a:tc>
                  <a:txBody>
                    <a:bodyPr/>
                    <a:lstStyle/>
                    <a:p>
                      <a:r>
                        <a:rPr lang="es-MX" sz="2000" dirty="0">
                          <a:solidFill>
                            <a:schemeClr val="bg1">
                              <a:lumMod val="50000"/>
                            </a:schemeClr>
                          </a:solidFill>
                        </a:rPr>
                        <a:t>Utilidades Enviadas</a:t>
                      </a:r>
                    </a:p>
                  </a:txBody>
                  <a:tcPr/>
                </a:tc>
                <a:tc>
                  <a:txBody>
                    <a:bodyPr/>
                    <a:lstStyle/>
                    <a:p>
                      <a:r>
                        <a:rPr lang="es-MX" sz="1050" baseline="0" dirty="0">
                          <a:solidFill>
                            <a:schemeClr val="bg1">
                              <a:lumMod val="50000"/>
                            </a:schemeClr>
                          </a:solidFill>
                        </a:rPr>
                        <a:t>Actividades Empresariales y Profesionales</a:t>
                      </a:r>
                      <a:endParaRPr lang="es-MX" sz="1050" dirty="0">
                        <a:solidFill>
                          <a:schemeClr val="bg1">
                            <a:lumMod val="50000"/>
                          </a:schemeClr>
                        </a:solidFill>
                      </a:endParaRPr>
                    </a:p>
                  </a:txBody>
                  <a:tcPr/>
                </a:tc>
                <a:tc>
                  <a:txBody>
                    <a:bodyPr/>
                    <a:lstStyle/>
                    <a:p>
                      <a:r>
                        <a:rPr lang="es-MX" sz="1050" dirty="0">
                          <a:solidFill>
                            <a:schemeClr val="bg1">
                              <a:lumMod val="50000"/>
                            </a:schemeClr>
                          </a:solidFill>
                        </a:rPr>
                        <a:t>Honorarios, Consejeros,</a:t>
                      </a:r>
                      <a:r>
                        <a:rPr lang="es-MX" sz="1050" baseline="0" dirty="0">
                          <a:solidFill>
                            <a:schemeClr val="bg1">
                              <a:lumMod val="50000"/>
                            </a:schemeClr>
                          </a:solidFill>
                        </a:rPr>
                        <a:t> Comisarios y Otros</a:t>
                      </a:r>
                      <a:endParaRPr lang="es-MX" sz="1050" dirty="0">
                        <a:solidFill>
                          <a:schemeClr val="bg1">
                            <a:lumMod val="50000"/>
                          </a:schemeClr>
                        </a:solidFill>
                      </a:endParaRPr>
                    </a:p>
                  </a:txBody>
                  <a:tcPr/>
                </a:tc>
                <a:extLst>
                  <a:ext uri="{0D108BD9-81ED-4DB2-BD59-A6C34878D82A}">
                    <a16:rowId xmlns:a16="http://schemas.microsoft.com/office/drawing/2014/main" val="10002"/>
                  </a:ext>
                </a:extLst>
              </a:tr>
              <a:tr h="411480">
                <a:tc>
                  <a:txBody>
                    <a:bodyPr/>
                    <a:lstStyle/>
                    <a:p>
                      <a:endParaRPr lang="es-MX" sz="1050" dirty="0"/>
                    </a:p>
                  </a:txBody>
                  <a:tcPr/>
                </a:tc>
                <a:tc>
                  <a:txBody>
                    <a:bodyPr/>
                    <a:lstStyle/>
                    <a:p>
                      <a:endParaRPr lang="es-MX" sz="1050" dirty="0"/>
                    </a:p>
                  </a:txBody>
                  <a:tcPr/>
                </a:tc>
                <a:tc>
                  <a:txBody>
                    <a:bodyPr/>
                    <a:lstStyle/>
                    <a:p>
                      <a:r>
                        <a:rPr lang="es-MX" sz="1050" baseline="0" dirty="0">
                          <a:solidFill>
                            <a:schemeClr val="bg1">
                              <a:lumMod val="50000"/>
                            </a:schemeClr>
                          </a:solidFill>
                        </a:rPr>
                        <a:t>Arrendamiento y en  General por Otorgar el Uso o Goce Temporal de Inmuebles</a:t>
                      </a:r>
                      <a:endParaRPr lang="es-MX" sz="1050" dirty="0">
                        <a:solidFill>
                          <a:schemeClr val="bg1">
                            <a:lumMod val="50000"/>
                          </a:schemeClr>
                        </a:solidFill>
                      </a:endParaRPr>
                    </a:p>
                  </a:txBody>
                  <a:tcPr/>
                </a:tc>
                <a:tc>
                  <a:txBody>
                    <a:bodyPr/>
                    <a:lstStyle/>
                    <a:p>
                      <a:r>
                        <a:rPr lang="es-MX" sz="1050" dirty="0">
                          <a:solidFill>
                            <a:schemeClr val="bg1">
                              <a:lumMod val="50000"/>
                            </a:schemeClr>
                          </a:solidFill>
                        </a:rPr>
                        <a:t>Uso o Goce</a:t>
                      </a:r>
                      <a:r>
                        <a:rPr lang="es-MX" sz="1050" baseline="0" dirty="0">
                          <a:solidFill>
                            <a:schemeClr val="bg1">
                              <a:lumMod val="50000"/>
                            </a:schemeClr>
                          </a:solidFill>
                        </a:rPr>
                        <a:t> Temporal de Inmuebles y Servicios de Tiempo Compartido</a:t>
                      </a:r>
                      <a:endParaRPr lang="es-MX" sz="1050" dirty="0">
                        <a:solidFill>
                          <a:schemeClr val="bg1">
                            <a:lumMod val="50000"/>
                          </a:schemeClr>
                        </a:solidFill>
                      </a:endParaRPr>
                    </a:p>
                  </a:txBody>
                  <a:tcPr/>
                </a:tc>
                <a:extLst>
                  <a:ext uri="{0D108BD9-81ED-4DB2-BD59-A6C34878D82A}">
                    <a16:rowId xmlns:a16="http://schemas.microsoft.com/office/drawing/2014/main" val="10003"/>
                  </a:ext>
                </a:extLst>
              </a:tr>
              <a:tr h="411480">
                <a:tc>
                  <a:txBody>
                    <a:bodyPr/>
                    <a:lstStyle/>
                    <a:p>
                      <a:endParaRPr lang="es-MX" sz="1050" dirty="0"/>
                    </a:p>
                  </a:txBody>
                  <a:tcPr/>
                </a:tc>
                <a:tc>
                  <a:txBody>
                    <a:bodyPr/>
                    <a:lstStyle/>
                    <a:p>
                      <a:endParaRPr lang="es-MX" sz="1050" dirty="0"/>
                    </a:p>
                  </a:txBody>
                  <a:tcPr/>
                </a:tc>
                <a:tc>
                  <a:txBody>
                    <a:bodyPr/>
                    <a:lstStyle/>
                    <a:p>
                      <a:r>
                        <a:rPr lang="es-MX" sz="1050" dirty="0">
                          <a:solidFill>
                            <a:schemeClr val="bg1">
                              <a:lumMod val="50000"/>
                            </a:schemeClr>
                          </a:solidFill>
                        </a:rPr>
                        <a:t>Enajenación</a:t>
                      </a:r>
                      <a:r>
                        <a:rPr lang="es-MX" sz="1050" baseline="0" dirty="0">
                          <a:solidFill>
                            <a:schemeClr val="bg1">
                              <a:lumMod val="50000"/>
                            </a:schemeClr>
                          </a:solidFill>
                        </a:rPr>
                        <a:t> de Bienes</a:t>
                      </a:r>
                      <a:endParaRPr lang="es-MX" sz="1050" dirty="0">
                        <a:solidFill>
                          <a:schemeClr val="bg1">
                            <a:lumMod val="50000"/>
                          </a:schemeClr>
                        </a:solidFill>
                      </a:endParaRPr>
                    </a:p>
                  </a:txBody>
                  <a:tcPr/>
                </a:tc>
                <a:tc>
                  <a:txBody>
                    <a:bodyPr/>
                    <a:lstStyle/>
                    <a:p>
                      <a:r>
                        <a:rPr lang="es-MX" sz="1050" dirty="0">
                          <a:solidFill>
                            <a:schemeClr val="bg1">
                              <a:lumMod val="50000"/>
                            </a:schemeClr>
                          </a:solidFill>
                        </a:rPr>
                        <a:t>Enajenación de Inmuebles,</a:t>
                      </a:r>
                      <a:r>
                        <a:rPr lang="es-MX" sz="1050" baseline="0" dirty="0">
                          <a:solidFill>
                            <a:schemeClr val="bg1">
                              <a:lumMod val="50000"/>
                            </a:schemeClr>
                          </a:solidFill>
                        </a:rPr>
                        <a:t> Acciones y Títulos</a:t>
                      </a:r>
                      <a:endParaRPr lang="es-MX" sz="1050" dirty="0">
                        <a:solidFill>
                          <a:schemeClr val="bg1">
                            <a:lumMod val="50000"/>
                          </a:schemeClr>
                        </a:solidFill>
                      </a:endParaRPr>
                    </a:p>
                  </a:txBody>
                  <a:tcPr/>
                </a:tc>
                <a:extLst>
                  <a:ext uri="{0D108BD9-81ED-4DB2-BD59-A6C34878D82A}">
                    <a16:rowId xmlns:a16="http://schemas.microsoft.com/office/drawing/2014/main" val="10004"/>
                  </a:ext>
                </a:extLst>
              </a:tr>
              <a:tr h="571500">
                <a:tc>
                  <a:txBody>
                    <a:bodyPr/>
                    <a:lstStyle/>
                    <a:p>
                      <a:endParaRPr lang="es-MX" sz="1050" dirty="0"/>
                    </a:p>
                  </a:txBody>
                  <a:tcPr/>
                </a:tc>
                <a:tc>
                  <a:txBody>
                    <a:bodyPr/>
                    <a:lstStyle/>
                    <a:p>
                      <a:endParaRPr lang="es-MX" sz="1050" dirty="0"/>
                    </a:p>
                  </a:txBody>
                  <a:tcPr/>
                </a:tc>
                <a:tc>
                  <a:txBody>
                    <a:bodyPr/>
                    <a:lstStyle/>
                    <a:p>
                      <a:r>
                        <a:rPr lang="es-MX" sz="1050" dirty="0">
                          <a:solidFill>
                            <a:schemeClr val="bg1">
                              <a:lumMod val="50000"/>
                            </a:schemeClr>
                          </a:solidFill>
                        </a:rPr>
                        <a:t>Adquisición</a:t>
                      </a:r>
                      <a:r>
                        <a:rPr lang="es-MX" sz="1050" baseline="0" dirty="0">
                          <a:solidFill>
                            <a:schemeClr val="bg1">
                              <a:lumMod val="50000"/>
                            </a:schemeClr>
                          </a:solidFill>
                        </a:rPr>
                        <a:t> de Bienes</a:t>
                      </a:r>
                      <a:endParaRPr lang="es-MX" sz="1050" dirty="0">
                        <a:solidFill>
                          <a:schemeClr val="bg1">
                            <a:lumMod val="50000"/>
                          </a:schemeClr>
                        </a:solidFill>
                      </a:endParaRPr>
                    </a:p>
                  </a:txBody>
                  <a:tcPr/>
                </a:tc>
                <a:tc>
                  <a:txBody>
                    <a:bodyPr/>
                    <a:lstStyle/>
                    <a:p>
                      <a:r>
                        <a:rPr lang="es-MX" sz="1050" dirty="0">
                          <a:solidFill>
                            <a:schemeClr val="bg1">
                              <a:lumMod val="50000"/>
                            </a:schemeClr>
                          </a:solidFill>
                        </a:rPr>
                        <a:t>Intercambio</a:t>
                      </a:r>
                      <a:r>
                        <a:rPr lang="es-MX" sz="1050" baseline="0" dirty="0">
                          <a:solidFill>
                            <a:schemeClr val="bg1">
                              <a:lumMod val="50000"/>
                            </a:schemeClr>
                          </a:solidFill>
                        </a:rPr>
                        <a:t> de Deuda por Capital y Operaciones Financieras Derivadas de Capital</a:t>
                      </a:r>
                      <a:endParaRPr lang="es-MX" sz="1050" dirty="0">
                        <a:solidFill>
                          <a:schemeClr val="bg1">
                            <a:lumMod val="50000"/>
                          </a:schemeClr>
                        </a:solidFill>
                      </a:endParaRPr>
                    </a:p>
                  </a:txBody>
                  <a:tcPr/>
                </a:tc>
                <a:extLst>
                  <a:ext uri="{0D108BD9-81ED-4DB2-BD59-A6C34878D82A}">
                    <a16:rowId xmlns:a16="http://schemas.microsoft.com/office/drawing/2014/main" val="10005"/>
                  </a:ext>
                </a:extLst>
              </a:tr>
              <a:tr h="411480">
                <a:tc>
                  <a:txBody>
                    <a:bodyPr/>
                    <a:lstStyle/>
                    <a:p>
                      <a:endParaRPr lang="es-MX" sz="1050" dirty="0"/>
                    </a:p>
                  </a:txBody>
                  <a:tcPr/>
                </a:tc>
                <a:tc>
                  <a:txBody>
                    <a:bodyPr/>
                    <a:lstStyle/>
                    <a:p>
                      <a:endParaRPr lang="es-MX" sz="1050" dirty="0"/>
                    </a:p>
                  </a:txBody>
                  <a:tcPr/>
                </a:tc>
                <a:tc>
                  <a:txBody>
                    <a:bodyPr/>
                    <a:lstStyle/>
                    <a:p>
                      <a:r>
                        <a:rPr lang="es-MX" sz="1050" dirty="0">
                          <a:solidFill>
                            <a:schemeClr val="bg1">
                              <a:lumMod val="50000"/>
                            </a:schemeClr>
                          </a:solidFill>
                        </a:rPr>
                        <a:t>Intereses</a:t>
                      </a:r>
                    </a:p>
                  </a:txBody>
                  <a:tcPr/>
                </a:tc>
                <a:tc>
                  <a:txBody>
                    <a:bodyPr/>
                    <a:lstStyle/>
                    <a:p>
                      <a:r>
                        <a:rPr lang="es-MX" sz="1050" dirty="0">
                          <a:solidFill>
                            <a:schemeClr val="bg1">
                              <a:lumMod val="50000"/>
                            </a:schemeClr>
                          </a:solidFill>
                        </a:rPr>
                        <a:t>Dividendos y Remanentes</a:t>
                      </a:r>
                      <a:r>
                        <a:rPr lang="es-MX" sz="1050" baseline="0" dirty="0">
                          <a:solidFill>
                            <a:schemeClr val="bg1">
                              <a:lumMod val="50000"/>
                            </a:schemeClr>
                          </a:solidFill>
                        </a:rPr>
                        <a:t> de no Contribuyentes</a:t>
                      </a:r>
                      <a:endParaRPr lang="es-MX" sz="1050" dirty="0">
                        <a:solidFill>
                          <a:schemeClr val="bg1">
                            <a:lumMod val="50000"/>
                          </a:schemeClr>
                        </a:solidFill>
                      </a:endParaRPr>
                    </a:p>
                  </a:txBody>
                  <a:tcPr/>
                </a:tc>
                <a:extLst>
                  <a:ext uri="{0D108BD9-81ED-4DB2-BD59-A6C34878D82A}">
                    <a16:rowId xmlns:a16="http://schemas.microsoft.com/office/drawing/2014/main" val="10006"/>
                  </a:ext>
                </a:extLst>
              </a:tr>
              <a:tr h="370840">
                <a:tc>
                  <a:txBody>
                    <a:bodyPr/>
                    <a:lstStyle/>
                    <a:p>
                      <a:endParaRPr lang="es-MX" sz="1050" dirty="0"/>
                    </a:p>
                  </a:txBody>
                  <a:tcPr/>
                </a:tc>
                <a:tc>
                  <a:txBody>
                    <a:bodyPr/>
                    <a:lstStyle/>
                    <a:p>
                      <a:endParaRPr lang="es-MX" sz="1050" dirty="0"/>
                    </a:p>
                  </a:txBody>
                  <a:tcPr/>
                </a:tc>
                <a:tc>
                  <a:txBody>
                    <a:bodyPr/>
                    <a:lstStyle/>
                    <a:p>
                      <a:r>
                        <a:rPr lang="es-MX" sz="1050" dirty="0">
                          <a:solidFill>
                            <a:schemeClr val="bg1">
                              <a:lumMod val="50000"/>
                            </a:schemeClr>
                          </a:solidFill>
                        </a:rPr>
                        <a:t>Obtención</a:t>
                      </a:r>
                      <a:r>
                        <a:rPr lang="es-MX" sz="1050" baseline="0" dirty="0">
                          <a:solidFill>
                            <a:schemeClr val="bg1">
                              <a:lumMod val="50000"/>
                            </a:schemeClr>
                          </a:solidFill>
                        </a:rPr>
                        <a:t> de Premios</a:t>
                      </a:r>
                      <a:endParaRPr lang="es-MX" sz="1050" dirty="0">
                        <a:solidFill>
                          <a:schemeClr val="bg1">
                            <a:lumMod val="50000"/>
                          </a:schemeClr>
                        </a:solidFill>
                      </a:endParaRPr>
                    </a:p>
                  </a:txBody>
                  <a:tcPr/>
                </a:tc>
                <a:tc>
                  <a:txBody>
                    <a:bodyPr/>
                    <a:lstStyle/>
                    <a:p>
                      <a:r>
                        <a:rPr lang="es-MX" sz="1050" dirty="0">
                          <a:solidFill>
                            <a:schemeClr val="bg1">
                              <a:lumMod val="50000"/>
                            </a:schemeClr>
                          </a:solidFill>
                        </a:rPr>
                        <a:t>Intereses</a:t>
                      </a:r>
                    </a:p>
                  </a:txBody>
                  <a:tcPr/>
                </a:tc>
                <a:extLst>
                  <a:ext uri="{0D108BD9-81ED-4DB2-BD59-A6C34878D82A}">
                    <a16:rowId xmlns:a16="http://schemas.microsoft.com/office/drawing/2014/main" val="10007"/>
                  </a:ext>
                </a:extLst>
              </a:tr>
              <a:tr h="411480">
                <a:tc>
                  <a:txBody>
                    <a:bodyPr/>
                    <a:lstStyle/>
                    <a:p>
                      <a:endParaRPr lang="es-MX" sz="1050" dirty="0"/>
                    </a:p>
                  </a:txBody>
                  <a:tcPr/>
                </a:tc>
                <a:tc>
                  <a:txBody>
                    <a:bodyPr/>
                    <a:lstStyle/>
                    <a:p>
                      <a:endParaRPr lang="es-MX" sz="1050" dirty="0"/>
                    </a:p>
                  </a:txBody>
                  <a:tcPr/>
                </a:tc>
                <a:tc>
                  <a:txBody>
                    <a:bodyPr/>
                    <a:lstStyle/>
                    <a:p>
                      <a:r>
                        <a:rPr lang="es-MX" sz="1050" dirty="0">
                          <a:solidFill>
                            <a:schemeClr val="bg1">
                              <a:lumMod val="50000"/>
                            </a:schemeClr>
                          </a:solidFill>
                        </a:rPr>
                        <a:t>Dividendos y en General</a:t>
                      </a:r>
                      <a:r>
                        <a:rPr lang="es-MX" sz="1050" baseline="0" dirty="0">
                          <a:solidFill>
                            <a:schemeClr val="bg1">
                              <a:lumMod val="50000"/>
                            </a:schemeClr>
                          </a:solidFill>
                        </a:rPr>
                        <a:t> por las Ganancias Distribuidas por Personas Morales</a:t>
                      </a:r>
                      <a:endParaRPr lang="es-MX" sz="1050" dirty="0">
                        <a:solidFill>
                          <a:schemeClr val="bg1">
                            <a:lumMod val="50000"/>
                          </a:schemeClr>
                        </a:solidFill>
                      </a:endParaRPr>
                    </a:p>
                  </a:txBody>
                  <a:tcPr/>
                </a:tc>
                <a:tc>
                  <a:txBody>
                    <a:bodyPr/>
                    <a:lstStyle/>
                    <a:p>
                      <a:r>
                        <a:rPr lang="es-MX" sz="1050" dirty="0">
                          <a:solidFill>
                            <a:schemeClr val="bg1">
                              <a:lumMod val="50000"/>
                            </a:schemeClr>
                          </a:solidFill>
                        </a:rPr>
                        <a:t>Regalías</a:t>
                      </a:r>
                      <a:r>
                        <a:rPr lang="es-MX" sz="1050" baseline="0" dirty="0">
                          <a:solidFill>
                            <a:schemeClr val="bg1">
                              <a:lumMod val="50000"/>
                            </a:schemeClr>
                          </a:solidFill>
                        </a:rPr>
                        <a:t> y Asistencia Técnica</a:t>
                      </a:r>
                      <a:endParaRPr lang="es-MX" sz="1050" dirty="0">
                        <a:solidFill>
                          <a:schemeClr val="bg1">
                            <a:lumMod val="50000"/>
                          </a:schemeClr>
                        </a:solidFill>
                      </a:endParaRPr>
                    </a:p>
                  </a:txBody>
                  <a:tcPr/>
                </a:tc>
                <a:extLst>
                  <a:ext uri="{0D108BD9-81ED-4DB2-BD59-A6C34878D82A}">
                    <a16:rowId xmlns:a16="http://schemas.microsoft.com/office/drawing/2014/main" val="10008"/>
                  </a:ext>
                </a:extLst>
              </a:tr>
              <a:tr h="411480">
                <a:tc>
                  <a:txBody>
                    <a:bodyPr/>
                    <a:lstStyle/>
                    <a:p>
                      <a:endParaRPr lang="es-MX" sz="1050" dirty="0"/>
                    </a:p>
                  </a:txBody>
                  <a:tcPr/>
                </a:tc>
                <a:tc>
                  <a:txBody>
                    <a:bodyPr/>
                    <a:lstStyle/>
                    <a:p>
                      <a:endParaRPr lang="es-MX" sz="1050" dirty="0"/>
                    </a:p>
                  </a:txBody>
                  <a:tcPr/>
                </a:tc>
                <a:tc>
                  <a:txBody>
                    <a:bodyPr/>
                    <a:lstStyle/>
                    <a:p>
                      <a:r>
                        <a:rPr lang="es-MX" sz="1050" dirty="0">
                          <a:solidFill>
                            <a:schemeClr val="bg1">
                              <a:lumMod val="50000"/>
                            </a:schemeClr>
                          </a:solidFill>
                        </a:rPr>
                        <a:t>Demás Ingresos que Obtengan las Personas</a:t>
                      </a:r>
                      <a:r>
                        <a:rPr lang="es-MX" sz="1050" baseline="0" dirty="0">
                          <a:solidFill>
                            <a:schemeClr val="bg1">
                              <a:lumMod val="50000"/>
                            </a:schemeClr>
                          </a:solidFill>
                        </a:rPr>
                        <a:t> Físicas</a:t>
                      </a:r>
                      <a:endParaRPr lang="es-MX" sz="1050" dirty="0">
                        <a:solidFill>
                          <a:schemeClr val="bg1">
                            <a:lumMod val="50000"/>
                          </a:schemeClr>
                        </a:solidFill>
                      </a:endParaRPr>
                    </a:p>
                  </a:txBody>
                  <a:tcPr/>
                </a:tc>
                <a:tc>
                  <a:txBody>
                    <a:bodyPr/>
                    <a:lstStyle/>
                    <a:p>
                      <a:r>
                        <a:rPr lang="es-MX" sz="1050" dirty="0">
                          <a:solidFill>
                            <a:schemeClr val="bg1">
                              <a:lumMod val="50000"/>
                            </a:schemeClr>
                          </a:solidFill>
                        </a:rPr>
                        <a:t>Construcción</a:t>
                      </a:r>
                      <a:r>
                        <a:rPr lang="es-MX" sz="1050" baseline="0" dirty="0">
                          <a:solidFill>
                            <a:schemeClr val="bg1">
                              <a:lumMod val="50000"/>
                            </a:schemeClr>
                          </a:solidFill>
                        </a:rPr>
                        <a:t> y Mantenimiento</a:t>
                      </a:r>
                      <a:endParaRPr lang="es-MX" sz="1050" dirty="0">
                        <a:solidFill>
                          <a:schemeClr val="bg1">
                            <a:lumMod val="50000"/>
                          </a:schemeClr>
                        </a:solidFill>
                      </a:endParaRPr>
                    </a:p>
                  </a:txBody>
                  <a:tcPr/>
                </a:tc>
                <a:extLst>
                  <a:ext uri="{0D108BD9-81ED-4DB2-BD59-A6C34878D82A}">
                    <a16:rowId xmlns:a16="http://schemas.microsoft.com/office/drawing/2014/main" val="10009"/>
                  </a:ext>
                </a:extLst>
              </a:tr>
              <a:tr h="411480">
                <a:tc>
                  <a:txBody>
                    <a:bodyPr/>
                    <a:lstStyle/>
                    <a:p>
                      <a:endParaRPr lang="es-MX" sz="1050" dirty="0"/>
                    </a:p>
                  </a:txBody>
                  <a:tcPr/>
                </a:tc>
                <a:tc>
                  <a:txBody>
                    <a:bodyPr/>
                    <a:lstStyle/>
                    <a:p>
                      <a:endParaRPr lang="es-MX" sz="1050" dirty="0"/>
                    </a:p>
                  </a:txBody>
                  <a:tcPr/>
                </a:tc>
                <a:tc>
                  <a:txBody>
                    <a:bodyPr/>
                    <a:lstStyle/>
                    <a:p>
                      <a:endParaRPr lang="es-MX" sz="1050" dirty="0">
                        <a:solidFill>
                          <a:schemeClr val="bg1">
                            <a:lumMod val="50000"/>
                          </a:schemeClr>
                        </a:solidFill>
                      </a:endParaRPr>
                    </a:p>
                  </a:txBody>
                  <a:tcPr/>
                </a:tc>
                <a:tc>
                  <a:txBody>
                    <a:bodyPr/>
                    <a:lstStyle/>
                    <a:p>
                      <a:r>
                        <a:rPr lang="es-MX" sz="1050" dirty="0">
                          <a:solidFill>
                            <a:schemeClr val="bg1">
                              <a:lumMod val="50000"/>
                            </a:schemeClr>
                          </a:solidFill>
                        </a:rPr>
                        <a:t>Premios, Primas</a:t>
                      </a:r>
                      <a:r>
                        <a:rPr lang="es-MX" sz="1050" baseline="0" dirty="0">
                          <a:solidFill>
                            <a:schemeClr val="bg1">
                              <a:lumMod val="50000"/>
                            </a:schemeClr>
                          </a:solidFill>
                        </a:rPr>
                        <a:t> a Reaseguradoras  y Otros Ingresos</a:t>
                      </a:r>
                      <a:endParaRPr lang="es-MX" sz="1050" dirty="0">
                        <a:solidFill>
                          <a:schemeClr val="bg1">
                            <a:lumMod val="50000"/>
                          </a:schemeClr>
                        </a:solidFill>
                      </a:endParaRPr>
                    </a:p>
                  </a:txBody>
                  <a:tcPr/>
                </a:tc>
                <a:extLst>
                  <a:ext uri="{0D108BD9-81ED-4DB2-BD59-A6C34878D82A}">
                    <a16:rowId xmlns:a16="http://schemas.microsoft.com/office/drawing/2014/main" val="10010"/>
                  </a:ext>
                </a:extLst>
              </a:tr>
              <a:tr h="370840">
                <a:tc>
                  <a:txBody>
                    <a:bodyPr/>
                    <a:lstStyle/>
                    <a:p>
                      <a:endParaRPr lang="es-MX" sz="1050" dirty="0"/>
                    </a:p>
                  </a:txBody>
                  <a:tcPr/>
                </a:tc>
                <a:tc>
                  <a:txBody>
                    <a:bodyPr/>
                    <a:lstStyle/>
                    <a:p>
                      <a:endParaRPr lang="es-MX" sz="1050" dirty="0"/>
                    </a:p>
                  </a:txBody>
                  <a:tcPr/>
                </a:tc>
                <a:tc>
                  <a:txBody>
                    <a:bodyPr/>
                    <a:lstStyle/>
                    <a:p>
                      <a:endParaRPr lang="es-MX" sz="1050" dirty="0">
                        <a:solidFill>
                          <a:schemeClr val="bg1">
                            <a:lumMod val="50000"/>
                          </a:schemeClr>
                        </a:solidFill>
                      </a:endParaRPr>
                    </a:p>
                  </a:txBody>
                  <a:tcPr/>
                </a:tc>
                <a:tc>
                  <a:txBody>
                    <a:bodyPr/>
                    <a:lstStyle/>
                    <a:p>
                      <a:r>
                        <a:rPr lang="es-MX" sz="1050" dirty="0">
                          <a:solidFill>
                            <a:schemeClr val="bg1">
                              <a:lumMod val="50000"/>
                            </a:schemeClr>
                          </a:solidFill>
                        </a:rPr>
                        <a:t>Artistas, Deportistas y Espectáculos</a:t>
                      </a:r>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67535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E28261-E21F-4BE0-8C63-03DA728EC95A}"/>
              </a:ext>
            </a:extLst>
          </p:cNvPr>
          <p:cNvSpPr>
            <a:spLocks noGrp="1"/>
          </p:cNvSpPr>
          <p:nvPr>
            <p:ph idx="1"/>
          </p:nvPr>
        </p:nvSpPr>
        <p:spPr>
          <a:xfrm>
            <a:off x="838200" y="436098"/>
            <a:ext cx="10515600" cy="6133514"/>
          </a:xfrm>
        </p:spPr>
        <p:txBody>
          <a:bodyPr>
            <a:normAutofit fontScale="92500" lnSpcReduction="20000"/>
          </a:bodyPr>
          <a:lstStyle/>
          <a:p>
            <a:pPr marL="0" indent="0" algn="ctr">
              <a:buNone/>
            </a:pPr>
            <a:endParaRPr lang="es-MX" dirty="0"/>
          </a:p>
          <a:p>
            <a:pPr marL="0" indent="0" algn="ctr">
              <a:buNone/>
            </a:pPr>
            <a:r>
              <a:rPr lang="es-MX" dirty="0"/>
              <a:t>Ingresos Acumulables</a:t>
            </a:r>
            <a:endParaRPr lang="es-MX" sz="1600" dirty="0">
              <a:solidFill>
                <a:srgbClr val="92D050"/>
              </a:solidFill>
            </a:endParaRPr>
          </a:p>
          <a:p>
            <a:pPr marL="0" indent="0" algn="ctr">
              <a:buNone/>
            </a:pPr>
            <a:r>
              <a:rPr lang="es-MX" dirty="0"/>
              <a:t>(Deducciones Autorizadas)</a:t>
            </a:r>
          </a:p>
          <a:p>
            <a:pPr marL="0" indent="0" algn="ctr">
              <a:buNone/>
            </a:pPr>
            <a:r>
              <a:rPr lang="es-MX" dirty="0"/>
              <a:t>(PTU)</a:t>
            </a:r>
          </a:p>
          <a:p>
            <a:pPr marL="0" indent="0" algn="ctr">
              <a:buNone/>
            </a:pPr>
            <a:r>
              <a:rPr lang="es-MX" sz="2600" dirty="0"/>
              <a:t>______________________________</a:t>
            </a:r>
            <a:endParaRPr lang="es-MX" dirty="0"/>
          </a:p>
          <a:p>
            <a:pPr marL="0" indent="0" algn="ctr">
              <a:buNone/>
            </a:pPr>
            <a:r>
              <a:rPr lang="es-MX" b="1" dirty="0"/>
              <a:t>Utilidad o (Pérdida) Fiscal</a:t>
            </a:r>
          </a:p>
          <a:p>
            <a:pPr marL="0" indent="0" algn="ctr">
              <a:buNone/>
            </a:pPr>
            <a:r>
              <a:rPr lang="es-MX" dirty="0"/>
              <a:t>(Pérdidas de Ejercicios Anteriores)</a:t>
            </a:r>
          </a:p>
          <a:p>
            <a:pPr marL="0" indent="0" algn="ctr">
              <a:buNone/>
            </a:pPr>
            <a:r>
              <a:rPr lang="es-MX" dirty="0"/>
              <a:t>______________________________</a:t>
            </a:r>
          </a:p>
          <a:p>
            <a:pPr marL="0" indent="0" algn="ctr">
              <a:buNone/>
            </a:pPr>
            <a:r>
              <a:rPr lang="es-MX" b="1" dirty="0"/>
              <a:t>Resultado Fiscal</a:t>
            </a:r>
          </a:p>
          <a:p>
            <a:pPr marL="0" indent="0" algn="ctr">
              <a:buNone/>
            </a:pPr>
            <a:r>
              <a:rPr lang="es-MX" dirty="0"/>
              <a:t>Tasa</a:t>
            </a:r>
          </a:p>
          <a:p>
            <a:pPr marL="0" indent="0" algn="ctr">
              <a:buNone/>
            </a:pPr>
            <a:r>
              <a:rPr lang="es-MX" dirty="0"/>
              <a:t>______________________________</a:t>
            </a:r>
          </a:p>
          <a:p>
            <a:pPr marL="0" indent="0" algn="ctr">
              <a:buNone/>
            </a:pPr>
            <a:r>
              <a:rPr lang="es-MX" b="1" dirty="0"/>
              <a:t>ISR del Ejercicio</a:t>
            </a:r>
          </a:p>
          <a:p>
            <a:pPr marL="0" indent="0" algn="ctr">
              <a:buNone/>
            </a:pPr>
            <a:r>
              <a:rPr lang="es-MX" dirty="0"/>
              <a:t>(Pagos Provisionales)</a:t>
            </a:r>
          </a:p>
          <a:p>
            <a:pPr marL="0" indent="0" algn="ctr">
              <a:buNone/>
            </a:pPr>
            <a:r>
              <a:rPr lang="es-MX" dirty="0"/>
              <a:t>______________________________</a:t>
            </a:r>
          </a:p>
          <a:p>
            <a:pPr marL="0" indent="0" algn="ctr">
              <a:buNone/>
            </a:pPr>
            <a:r>
              <a:rPr lang="es-MX" b="1" dirty="0"/>
              <a:t>Saldo a Cargo a (Favor)</a:t>
            </a:r>
          </a:p>
        </p:txBody>
      </p:sp>
      <p:sp>
        <p:nvSpPr>
          <p:cNvPr id="2" name="Speech Bubble: Rectangle with Corners Rounded 7">
            <a:extLst>
              <a:ext uri="{FF2B5EF4-FFF2-40B4-BE49-F238E27FC236}">
                <a16:creationId xmlns:a16="http://schemas.microsoft.com/office/drawing/2014/main" id="{9587C479-294B-6609-FA1E-043D677D5016}"/>
              </a:ext>
            </a:extLst>
          </p:cNvPr>
          <p:cNvSpPr/>
          <p:nvPr/>
        </p:nvSpPr>
        <p:spPr>
          <a:xfrm>
            <a:off x="2041867" y="3851133"/>
            <a:ext cx="914400" cy="397565"/>
          </a:xfrm>
          <a:prstGeom prst="wedgeRoundRectCallout">
            <a:avLst>
              <a:gd name="adj1" fmla="val 313949"/>
              <a:gd name="adj2" fmla="val 39167"/>
              <a:gd name="adj3" fmla="val 16667"/>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30%</a:t>
            </a:r>
          </a:p>
        </p:txBody>
      </p:sp>
    </p:spTree>
    <p:extLst>
      <p:ext uri="{BB962C8B-B14F-4D97-AF65-F5344CB8AC3E}">
        <p14:creationId xmlns:p14="http://schemas.microsoft.com/office/powerpoint/2010/main" val="339359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MX" dirty="0"/>
              <a:t>A veces se hacen “ficciones” como ocurre al considerar a la </a:t>
            </a:r>
            <a:r>
              <a:rPr lang="es-MX" dirty="0" err="1"/>
              <a:t>AenP</a:t>
            </a:r>
            <a:r>
              <a:rPr lang="es-MX" dirty="0"/>
              <a:t> como Personal Moral </a:t>
            </a:r>
            <a:r>
              <a:rPr lang="es-MX" sz="1800" dirty="0"/>
              <a:t>(LISR 7)</a:t>
            </a:r>
            <a:endParaRPr lang="es-MX" dirty="0"/>
          </a:p>
        </p:txBody>
      </p:sp>
      <p:sp>
        <p:nvSpPr>
          <p:cNvPr id="3" name="Content Placeholder 2"/>
          <p:cNvSpPr>
            <a:spLocks noGrp="1"/>
          </p:cNvSpPr>
          <p:nvPr>
            <p:ph idx="1"/>
          </p:nvPr>
        </p:nvSpPr>
        <p:spPr/>
        <p:txBody>
          <a:bodyPr>
            <a:normAutofit fontScale="85000" lnSpcReduction="20000"/>
          </a:bodyPr>
          <a:lstStyle/>
          <a:p>
            <a:endParaRPr lang="es-MX" dirty="0"/>
          </a:p>
          <a:p>
            <a:r>
              <a:rPr lang="es-MX" dirty="0"/>
              <a:t>Sociedades Mercantiles</a:t>
            </a:r>
          </a:p>
          <a:p>
            <a:endParaRPr lang="es-MX" dirty="0">
              <a:solidFill>
                <a:srgbClr val="FF0000"/>
              </a:solidFill>
            </a:endParaRPr>
          </a:p>
          <a:p>
            <a:r>
              <a:rPr lang="es-MX" dirty="0">
                <a:solidFill>
                  <a:schemeClr val="bg1">
                    <a:lumMod val="50000"/>
                  </a:schemeClr>
                </a:solidFill>
              </a:rPr>
              <a:t>Organismos descentralizados que realicen preponderantemente actividades empresariales</a:t>
            </a:r>
          </a:p>
          <a:p>
            <a:endParaRPr lang="es-MX" dirty="0">
              <a:solidFill>
                <a:schemeClr val="bg1">
                  <a:lumMod val="50000"/>
                </a:schemeClr>
              </a:solidFill>
            </a:endParaRPr>
          </a:p>
          <a:p>
            <a:r>
              <a:rPr lang="es-MX" dirty="0">
                <a:solidFill>
                  <a:schemeClr val="bg1">
                    <a:lumMod val="50000"/>
                  </a:schemeClr>
                </a:solidFill>
              </a:rPr>
              <a:t>Instituciones de Crédito</a:t>
            </a:r>
          </a:p>
          <a:p>
            <a:endParaRPr lang="es-MX" dirty="0"/>
          </a:p>
          <a:p>
            <a:r>
              <a:rPr lang="es-MX" dirty="0"/>
              <a:t>Sociedades y Asociaciones Civiles</a:t>
            </a:r>
          </a:p>
          <a:p>
            <a:endParaRPr lang="es-MX" dirty="0">
              <a:solidFill>
                <a:srgbClr val="92D050"/>
              </a:solidFill>
            </a:endParaRPr>
          </a:p>
          <a:p>
            <a:r>
              <a:rPr lang="es-MX" dirty="0">
                <a:solidFill>
                  <a:srgbClr val="92D050"/>
                </a:solidFill>
              </a:rPr>
              <a:t>Asociación en Participación cuando a través de ellas se realicen actividades empresariales</a:t>
            </a:r>
          </a:p>
          <a:p>
            <a:endParaRPr lang="es-MX" dirty="0"/>
          </a:p>
        </p:txBody>
      </p:sp>
    </p:spTree>
    <p:extLst>
      <p:ext uri="{BB962C8B-B14F-4D97-AF65-F5344CB8AC3E}">
        <p14:creationId xmlns:p14="http://schemas.microsoft.com/office/powerpoint/2010/main" val="2668757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s-MX" sz="3600" dirty="0"/>
              <a:t>Las acciones son los títulos que representan la propiedad de las personas morales y los accionistas son los propietarios de esos títulos </a:t>
            </a:r>
            <a:r>
              <a:rPr lang="es-MX" sz="1800" dirty="0"/>
              <a:t>(LISR 7 Segundo párrafo)</a:t>
            </a:r>
            <a:endParaRPr lang="es-MX" sz="3600" dirty="0"/>
          </a:p>
        </p:txBody>
      </p:sp>
      <p:sp>
        <p:nvSpPr>
          <p:cNvPr id="3" name="Content Placeholder 2"/>
          <p:cNvSpPr>
            <a:spLocks noGrp="1"/>
          </p:cNvSpPr>
          <p:nvPr>
            <p:ph idx="1"/>
          </p:nvPr>
        </p:nvSpPr>
        <p:spPr/>
        <p:txBody>
          <a:bodyPr>
            <a:normAutofit lnSpcReduction="10000"/>
          </a:bodyPr>
          <a:lstStyle/>
          <a:p>
            <a:endParaRPr lang="es-MX" dirty="0"/>
          </a:p>
          <a:p>
            <a:r>
              <a:rPr lang="es-MX" dirty="0"/>
              <a:t>Acciones</a:t>
            </a:r>
          </a:p>
          <a:p>
            <a:pPr lvl="1"/>
            <a:r>
              <a:rPr lang="es-MX" dirty="0"/>
              <a:t>Acciones</a:t>
            </a:r>
          </a:p>
          <a:p>
            <a:pPr lvl="1"/>
            <a:r>
              <a:rPr lang="es-MX" dirty="0"/>
              <a:t>Certificados de Aportación Patrimonial</a:t>
            </a:r>
          </a:p>
          <a:p>
            <a:pPr lvl="1"/>
            <a:r>
              <a:rPr lang="es-MX" dirty="0"/>
              <a:t>Partes Sociales</a:t>
            </a:r>
          </a:p>
          <a:p>
            <a:pPr lvl="1"/>
            <a:r>
              <a:rPr lang="es-MX" dirty="0"/>
              <a:t>Participaciones en Asociaciones Civiles</a:t>
            </a:r>
          </a:p>
          <a:p>
            <a:pPr lvl="1"/>
            <a:r>
              <a:rPr lang="es-MX" dirty="0"/>
              <a:t>Certificados de Participación Ordinarios sobre Acciones</a:t>
            </a:r>
          </a:p>
          <a:p>
            <a:pPr lvl="1"/>
            <a:endParaRPr lang="es-MX" dirty="0"/>
          </a:p>
          <a:p>
            <a:r>
              <a:rPr lang="es-MX" dirty="0"/>
              <a:t>Accionistas</a:t>
            </a:r>
          </a:p>
          <a:p>
            <a:pPr lvl="1"/>
            <a:r>
              <a:rPr lang="es-MX" dirty="0"/>
              <a:t>Los Titulares de las acciones; certificados; partes sociales; participaciones; certificados anteriores.</a:t>
            </a:r>
          </a:p>
          <a:p>
            <a:endParaRPr lang="es-MX" dirty="0"/>
          </a:p>
        </p:txBody>
      </p:sp>
    </p:spTree>
    <p:extLst>
      <p:ext uri="{BB962C8B-B14F-4D97-AF65-F5344CB8AC3E}">
        <p14:creationId xmlns:p14="http://schemas.microsoft.com/office/powerpoint/2010/main" val="2664877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MX" dirty="0"/>
              <a:t>En los Fideicomisos no se hace la “ficción” y por ello no son Sujetos</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33134565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97272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s-MX" sz="3600" dirty="0"/>
              <a:t>Entidades extranjeras transparentes fiscales y figuras jurídicas extranjeras </a:t>
            </a:r>
            <a:r>
              <a:rPr lang="es-MX" sz="1800" dirty="0"/>
              <a:t>(LISR 4-A)</a:t>
            </a:r>
            <a:endParaRPr lang="es-MX" sz="3600" dirty="0"/>
          </a:p>
        </p:txBody>
      </p:sp>
      <p:sp>
        <p:nvSpPr>
          <p:cNvPr id="3" name="Content Placeholder 2"/>
          <p:cNvSpPr>
            <a:spLocks noGrp="1"/>
          </p:cNvSpPr>
          <p:nvPr>
            <p:ph idx="1"/>
          </p:nvPr>
        </p:nvSpPr>
        <p:spPr/>
        <p:txBody>
          <a:bodyPr>
            <a:normAutofit fontScale="92500" lnSpcReduction="20000"/>
          </a:bodyPr>
          <a:lstStyle/>
          <a:p>
            <a:r>
              <a:rPr lang="es-MX" dirty="0"/>
              <a:t>Tributarán como personas morales y estarán obligadas al pago de ISR como:</a:t>
            </a:r>
          </a:p>
          <a:p>
            <a:pPr lvl="1"/>
            <a:r>
              <a:rPr lang="es-MX" dirty="0"/>
              <a:t>Personas morales residentes en México – Sede dirección efectiva</a:t>
            </a:r>
          </a:p>
          <a:p>
            <a:pPr lvl="1"/>
            <a:r>
              <a:rPr lang="es-MX" dirty="0"/>
              <a:t>Personas morales no contribuyentes</a:t>
            </a:r>
          </a:p>
          <a:p>
            <a:pPr lvl="1"/>
            <a:r>
              <a:rPr lang="es-MX" dirty="0"/>
              <a:t>Personas morales residentes en el extranjero</a:t>
            </a:r>
          </a:p>
          <a:p>
            <a:pPr lvl="1"/>
            <a:r>
              <a:rPr lang="es-MX" dirty="0"/>
              <a:t>Personas morales con ingresos de regímenes fiscales preferentes</a:t>
            </a:r>
          </a:p>
          <a:p>
            <a:pPr lvl="1"/>
            <a:endParaRPr lang="es-MX" dirty="0"/>
          </a:p>
          <a:p>
            <a:r>
              <a:rPr lang="es-MX" dirty="0"/>
              <a:t>Entidades transparentes fiscales</a:t>
            </a:r>
          </a:p>
          <a:p>
            <a:pPr lvl="1"/>
            <a:r>
              <a:rPr lang="es-MX" dirty="0"/>
              <a:t>Personalidad jurídica</a:t>
            </a:r>
          </a:p>
          <a:p>
            <a:pPr lvl="1"/>
            <a:r>
              <a:rPr lang="es-MX" dirty="0"/>
              <a:t>Ingresos atribuibles a miembros (total / parcial)</a:t>
            </a:r>
          </a:p>
          <a:p>
            <a:endParaRPr lang="es-MX" dirty="0"/>
          </a:p>
          <a:p>
            <a:r>
              <a:rPr lang="es-MX" dirty="0"/>
              <a:t>Figuras jurídicas</a:t>
            </a:r>
          </a:p>
          <a:p>
            <a:pPr lvl="1"/>
            <a:r>
              <a:rPr lang="es-MX" dirty="0"/>
              <a:t>Sin personalidad jurídica propia</a:t>
            </a:r>
          </a:p>
          <a:p>
            <a:endParaRPr lang="es-MX" dirty="0"/>
          </a:p>
        </p:txBody>
      </p:sp>
    </p:spTree>
    <p:extLst>
      <p:ext uri="{BB962C8B-B14F-4D97-AF65-F5344CB8AC3E}">
        <p14:creationId xmlns:p14="http://schemas.microsoft.com/office/powerpoint/2010/main" val="2506140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s-MX" dirty="0"/>
              <a:t>Un Establecimiento Permanente es una especie de combinación entre Residencia y Fuente de Riqueza</a:t>
            </a:r>
          </a:p>
        </p:txBody>
      </p:sp>
      <p:graphicFrame>
        <p:nvGraphicFramePr>
          <p:cNvPr id="4" name="Content Placeholder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5693966" y="3557705"/>
            <a:ext cx="804067" cy="769441"/>
          </a:xfrm>
          <a:prstGeom prst="rect">
            <a:avLst/>
          </a:prstGeom>
          <a:noFill/>
        </p:spPr>
        <p:txBody>
          <a:bodyPr wrap="square" rtlCol="0">
            <a:spAutoFit/>
          </a:bodyPr>
          <a:lstStyle/>
          <a:p>
            <a:r>
              <a:rPr lang="es-MX" sz="4400" dirty="0"/>
              <a:t>EP</a:t>
            </a:r>
          </a:p>
        </p:txBody>
      </p:sp>
    </p:spTree>
    <p:extLst>
      <p:ext uri="{BB962C8B-B14F-4D97-AF65-F5344CB8AC3E}">
        <p14:creationId xmlns:p14="http://schemas.microsoft.com/office/powerpoint/2010/main" val="4047069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s-MX" dirty="0"/>
              <a:t>Las Sucursales no son una persona distinta de la Casa Matriz</a:t>
            </a:r>
          </a:p>
        </p:txBody>
      </p:sp>
      <p:sp>
        <p:nvSpPr>
          <p:cNvPr id="5" name="Text Placeholder 4"/>
          <p:cNvSpPr>
            <a:spLocks noGrp="1"/>
          </p:cNvSpPr>
          <p:nvPr>
            <p:ph type="body" idx="1"/>
          </p:nvPr>
        </p:nvSpPr>
        <p:spPr/>
        <p:txBody>
          <a:bodyPr/>
          <a:lstStyle/>
          <a:p>
            <a:pPr algn="ctr"/>
            <a:r>
              <a:rPr lang="es-MX" dirty="0"/>
              <a:t>Subsidiaria</a:t>
            </a:r>
          </a:p>
        </p:txBody>
      </p:sp>
      <p:graphicFrame>
        <p:nvGraphicFramePr>
          <p:cNvPr id="9" name="Content Placeholder 8"/>
          <p:cNvGraphicFramePr>
            <a:graphicFrameLocks noGrp="1"/>
          </p:cNvGraphicFramePr>
          <p:nvPr>
            <p:ph sz="half" idx="2"/>
          </p:nvPr>
        </p:nvGraphicFramePr>
        <p:xfrm>
          <a:off x="839789" y="2505075"/>
          <a:ext cx="5157787" cy="36845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 Placeholder 6"/>
          <p:cNvSpPr>
            <a:spLocks noGrp="1"/>
          </p:cNvSpPr>
          <p:nvPr>
            <p:ph type="body" sz="quarter" idx="3"/>
          </p:nvPr>
        </p:nvSpPr>
        <p:spPr/>
        <p:txBody>
          <a:bodyPr/>
          <a:lstStyle/>
          <a:p>
            <a:pPr algn="ctr"/>
            <a:r>
              <a:rPr lang="es-MX" dirty="0"/>
              <a:t>Sucursal</a:t>
            </a:r>
          </a:p>
        </p:txBody>
      </p:sp>
      <p:graphicFrame>
        <p:nvGraphicFramePr>
          <p:cNvPr id="10" name="Content Placeholder 9"/>
          <p:cNvGraphicFramePr>
            <a:graphicFrameLocks noGrp="1"/>
          </p:cNvGraphicFramePr>
          <p:nvPr>
            <p:ph sz="quarter" idx="4"/>
            <p:extLst>
              <p:ext uri="{D42A27DB-BD31-4B8C-83A1-F6EECF244321}">
                <p14:modId xmlns:p14="http://schemas.microsoft.com/office/powerpoint/2010/main" val="3371320374"/>
              </p:ext>
            </p:extLst>
          </p:nvPr>
        </p:nvGraphicFramePr>
        <p:xfrm>
          <a:off x="6172203" y="2505075"/>
          <a:ext cx="5183188" cy="368458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780116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s-MX" sz="3600" dirty="0"/>
              <a:t>El ISR se determina por ejercicios fiscales que terminarán el 31 de diciembre, excepto que sea el de liquidación </a:t>
            </a:r>
            <a:r>
              <a:rPr lang="es-MX" sz="1800" dirty="0"/>
              <a:t>(CFF 11)</a:t>
            </a:r>
          </a:p>
        </p:txBody>
      </p:sp>
      <p:sp>
        <p:nvSpPr>
          <p:cNvPr id="3" name="Content Placeholder 2"/>
          <p:cNvSpPr>
            <a:spLocks noGrp="1"/>
          </p:cNvSpPr>
          <p:nvPr>
            <p:ph idx="1"/>
          </p:nvPr>
        </p:nvSpPr>
        <p:spPr/>
        <p:txBody>
          <a:bodyPr>
            <a:normAutofit fontScale="92500" lnSpcReduction="20000"/>
          </a:bodyPr>
          <a:lstStyle/>
          <a:p>
            <a:endParaRPr lang="es-MX" dirty="0"/>
          </a:p>
          <a:p>
            <a:r>
              <a:rPr lang="es-MX" dirty="0"/>
              <a:t>Cuando las leyes fiscales establezcan que las contribuciones se calcularán por ejercicios fiscales, éstos coincidirán con el año de calendario.</a:t>
            </a:r>
          </a:p>
          <a:p>
            <a:pPr lvl="1"/>
            <a:r>
              <a:rPr lang="es-MX" dirty="0"/>
              <a:t>Irregular: inicio de actividades después del 1o. de enero (comienza con inicio de actividades y termina el 31 diciembre) </a:t>
            </a:r>
          </a:p>
          <a:p>
            <a:pPr marL="0" indent="0">
              <a:buNone/>
            </a:pPr>
            <a:r>
              <a:rPr lang="es-MX" dirty="0"/>
              <a:t> </a:t>
            </a:r>
          </a:p>
          <a:p>
            <a:r>
              <a:rPr lang="es-MX" dirty="0"/>
              <a:t>Liquidación, fusión o escisión (si escindente desaparece), ejercicio termina anticipadamente.</a:t>
            </a:r>
          </a:p>
          <a:p>
            <a:pPr lvl="1"/>
            <a:r>
              <a:rPr lang="es-MX" dirty="0"/>
              <a:t>En liquidación hay un ejercicio por todo el tiempo en que la sociedad esté en liquidación. </a:t>
            </a:r>
          </a:p>
          <a:p>
            <a:endParaRPr lang="es-MX" dirty="0"/>
          </a:p>
          <a:p>
            <a:r>
              <a:rPr lang="es-MX" dirty="0"/>
              <a:t>Cuando las leyes fiscales establezcan que las contribuciones se calculen por mes, se entenderá que corresponde al mes de calendario. </a:t>
            </a:r>
          </a:p>
        </p:txBody>
      </p:sp>
    </p:spTree>
    <p:extLst>
      <p:ext uri="{BB962C8B-B14F-4D97-AF65-F5344CB8AC3E}">
        <p14:creationId xmlns:p14="http://schemas.microsoft.com/office/powerpoint/2010/main" val="3420987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El Ejercicio de Liquidación puede tener cualquier duración</a:t>
            </a:r>
          </a:p>
        </p:txBody>
      </p:sp>
      <p:graphicFrame>
        <p:nvGraphicFramePr>
          <p:cNvPr id="4" name="Content Placeholder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71181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E28261-E21F-4BE0-8C63-03DA728EC95A}"/>
              </a:ext>
            </a:extLst>
          </p:cNvPr>
          <p:cNvSpPr>
            <a:spLocks noGrp="1"/>
          </p:cNvSpPr>
          <p:nvPr>
            <p:ph idx="1"/>
          </p:nvPr>
        </p:nvSpPr>
        <p:spPr>
          <a:xfrm>
            <a:off x="838200" y="436098"/>
            <a:ext cx="10515600" cy="6133514"/>
          </a:xfrm>
        </p:spPr>
        <p:txBody>
          <a:bodyPr>
            <a:normAutofit fontScale="92500" lnSpcReduction="20000"/>
          </a:bodyPr>
          <a:lstStyle/>
          <a:p>
            <a:pPr marL="0" indent="0" algn="ctr">
              <a:buNone/>
            </a:pPr>
            <a:endParaRPr lang="es-MX" dirty="0"/>
          </a:p>
          <a:p>
            <a:pPr marL="0" indent="0" algn="ctr">
              <a:buNone/>
            </a:pPr>
            <a:r>
              <a:rPr lang="es-MX" dirty="0"/>
              <a:t>Ingresos Acumulables</a:t>
            </a:r>
            <a:endParaRPr lang="es-MX" sz="1600" dirty="0">
              <a:solidFill>
                <a:srgbClr val="92D050"/>
              </a:solidFill>
            </a:endParaRPr>
          </a:p>
          <a:p>
            <a:pPr marL="0" indent="0" algn="ctr">
              <a:buNone/>
            </a:pPr>
            <a:r>
              <a:rPr lang="es-MX" dirty="0"/>
              <a:t>(Deducciones Autorizadas)</a:t>
            </a:r>
          </a:p>
          <a:p>
            <a:pPr marL="0" indent="0" algn="ctr">
              <a:buNone/>
            </a:pPr>
            <a:r>
              <a:rPr lang="es-MX" dirty="0"/>
              <a:t>(PTU)</a:t>
            </a:r>
          </a:p>
          <a:p>
            <a:pPr marL="0" indent="0" algn="ctr">
              <a:buNone/>
            </a:pPr>
            <a:r>
              <a:rPr lang="es-MX" sz="2600" dirty="0"/>
              <a:t>______________________________</a:t>
            </a:r>
            <a:endParaRPr lang="es-MX" dirty="0"/>
          </a:p>
          <a:p>
            <a:pPr marL="0" indent="0" algn="ctr">
              <a:buNone/>
            </a:pPr>
            <a:r>
              <a:rPr lang="es-MX" b="1" dirty="0"/>
              <a:t>Utilidad o (Pérdida) Fiscal</a:t>
            </a:r>
          </a:p>
          <a:p>
            <a:pPr marL="0" indent="0" algn="ctr">
              <a:buNone/>
            </a:pPr>
            <a:r>
              <a:rPr lang="es-MX" dirty="0"/>
              <a:t>(Pérdidas de Ejercicios Anteriores)</a:t>
            </a:r>
          </a:p>
          <a:p>
            <a:pPr marL="0" indent="0" algn="ctr">
              <a:buNone/>
            </a:pPr>
            <a:r>
              <a:rPr lang="es-MX" dirty="0"/>
              <a:t>______________________________</a:t>
            </a:r>
          </a:p>
          <a:p>
            <a:pPr marL="0" indent="0" algn="ctr">
              <a:buNone/>
            </a:pPr>
            <a:r>
              <a:rPr lang="es-MX" b="1" dirty="0"/>
              <a:t>Resultado Fiscal</a:t>
            </a:r>
          </a:p>
          <a:p>
            <a:pPr marL="0" indent="0" algn="ctr">
              <a:buNone/>
            </a:pPr>
            <a:r>
              <a:rPr lang="es-MX" dirty="0"/>
              <a:t>Tasa</a:t>
            </a:r>
          </a:p>
          <a:p>
            <a:pPr marL="0" indent="0" algn="ctr">
              <a:buNone/>
            </a:pPr>
            <a:r>
              <a:rPr lang="es-MX" dirty="0"/>
              <a:t>______________________________</a:t>
            </a:r>
          </a:p>
          <a:p>
            <a:pPr marL="0" indent="0" algn="ctr">
              <a:buNone/>
            </a:pPr>
            <a:r>
              <a:rPr lang="es-MX" b="1" dirty="0"/>
              <a:t>ISR del Ejercicio</a:t>
            </a:r>
          </a:p>
          <a:p>
            <a:pPr marL="0" indent="0" algn="ctr">
              <a:buNone/>
            </a:pPr>
            <a:r>
              <a:rPr lang="es-MX" dirty="0"/>
              <a:t>(Pagos Provisionales)</a:t>
            </a:r>
          </a:p>
          <a:p>
            <a:pPr marL="0" indent="0" algn="ctr">
              <a:buNone/>
            </a:pPr>
            <a:r>
              <a:rPr lang="es-MX" dirty="0"/>
              <a:t>______________________________</a:t>
            </a:r>
          </a:p>
          <a:p>
            <a:pPr marL="0" indent="0" algn="ctr">
              <a:buNone/>
            </a:pPr>
            <a:r>
              <a:rPr lang="es-MX" b="1" dirty="0"/>
              <a:t>Saldo a Cargo a (Favor)</a:t>
            </a:r>
          </a:p>
        </p:txBody>
      </p:sp>
      <p:sp>
        <p:nvSpPr>
          <p:cNvPr id="8" name="Speech Bubble: Rectangle with Corners Rounded 7">
            <a:extLst>
              <a:ext uri="{FF2B5EF4-FFF2-40B4-BE49-F238E27FC236}">
                <a16:creationId xmlns:a16="http://schemas.microsoft.com/office/drawing/2014/main" id="{1BF44B31-5386-484C-B0AC-03BE426E23EB}"/>
              </a:ext>
            </a:extLst>
          </p:cNvPr>
          <p:cNvSpPr/>
          <p:nvPr/>
        </p:nvSpPr>
        <p:spPr>
          <a:xfrm>
            <a:off x="2279374" y="3863009"/>
            <a:ext cx="914400" cy="397565"/>
          </a:xfrm>
          <a:prstGeom prst="wedgeRoundRectCallout">
            <a:avLst>
              <a:gd name="adj1" fmla="val 313949"/>
              <a:gd name="adj2" fmla="val 39167"/>
              <a:gd name="adj3" fmla="val 16667"/>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30%</a:t>
            </a:r>
          </a:p>
        </p:txBody>
      </p:sp>
      <p:sp>
        <p:nvSpPr>
          <p:cNvPr id="13" name="Speech Bubble: Rectangle with Corners Rounded 12">
            <a:extLst>
              <a:ext uri="{FF2B5EF4-FFF2-40B4-BE49-F238E27FC236}">
                <a16:creationId xmlns:a16="http://schemas.microsoft.com/office/drawing/2014/main" id="{01031B29-D7F5-4D00-8C73-8A7F0E744EA9}"/>
              </a:ext>
            </a:extLst>
          </p:cNvPr>
          <p:cNvSpPr/>
          <p:nvPr/>
        </p:nvSpPr>
        <p:spPr>
          <a:xfrm>
            <a:off x="505238" y="5355205"/>
            <a:ext cx="2584172" cy="1346319"/>
          </a:xfrm>
          <a:prstGeom prst="wedgeRoundRectCallout">
            <a:avLst>
              <a:gd name="adj1" fmla="val 104295"/>
              <a:gd name="adj2" fmla="val 10331"/>
              <a:gd name="adj3" fmla="val 16667"/>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La declaración se presenta 3 meses después de terminado el Ejercicio</a:t>
            </a:r>
          </a:p>
        </p:txBody>
      </p:sp>
    </p:spTree>
    <p:extLst>
      <p:ext uri="{BB962C8B-B14F-4D97-AF65-F5344CB8AC3E}">
        <p14:creationId xmlns:p14="http://schemas.microsoft.com/office/powerpoint/2010/main" val="2588430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612392" y="572040"/>
            <a:ext cx="8976360" cy="5407152"/>
          </a:xfrm>
          <a:prstGeom prst="rect">
            <a:avLst/>
          </a:prstGeom>
        </p:spPr>
      </p:pic>
    </p:spTree>
    <p:extLst>
      <p:ext uri="{BB962C8B-B14F-4D97-AF65-F5344CB8AC3E}">
        <p14:creationId xmlns:p14="http://schemas.microsoft.com/office/powerpoint/2010/main" val="1844813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s-MX" dirty="0"/>
              <a:t>Ejercicio: Para fines del ISR</a:t>
            </a:r>
          </a:p>
        </p:txBody>
      </p:sp>
      <p:sp>
        <p:nvSpPr>
          <p:cNvPr id="5" name="Content Placeholder 4"/>
          <p:cNvSpPr>
            <a:spLocks noGrp="1"/>
          </p:cNvSpPr>
          <p:nvPr>
            <p:ph idx="1"/>
          </p:nvPr>
        </p:nvSpPr>
        <p:spPr/>
        <p:txBody>
          <a:bodyPr>
            <a:normAutofit lnSpcReduction="10000"/>
          </a:bodyPr>
          <a:lstStyle/>
          <a:p>
            <a:pPr marL="514350" indent="-514350">
              <a:buFont typeface="+mj-lt"/>
              <a:buAutoNum type="arabicPeriod"/>
            </a:pPr>
            <a:r>
              <a:rPr lang="es-MX" dirty="0"/>
              <a:t>¿Los nacionales mexicanos son contribuyentes por su nacionalidad?</a:t>
            </a:r>
          </a:p>
          <a:p>
            <a:pPr marL="514350" indent="-514350">
              <a:buFont typeface="+mj-lt"/>
              <a:buAutoNum type="arabicPeriod"/>
            </a:pPr>
            <a:endParaRPr lang="es-MX" dirty="0"/>
          </a:p>
          <a:p>
            <a:pPr marL="514350" indent="-514350">
              <a:buFont typeface="+mj-lt"/>
              <a:buAutoNum type="arabicPeriod"/>
            </a:pPr>
            <a:r>
              <a:rPr lang="es-MX" dirty="0"/>
              <a:t>¿Una Sociedad Anónima se considera Persona Moral?</a:t>
            </a:r>
          </a:p>
          <a:p>
            <a:pPr marL="514350" indent="-514350">
              <a:buFont typeface="+mj-lt"/>
              <a:buAutoNum type="arabicPeriod"/>
            </a:pPr>
            <a:endParaRPr lang="es-MX" dirty="0"/>
          </a:p>
          <a:p>
            <a:pPr marL="514350" indent="-514350">
              <a:buFont typeface="+mj-lt"/>
              <a:buAutoNum type="arabicPeriod"/>
            </a:pPr>
            <a:r>
              <a:rPr lang="es-MX" dirty="0"/>
              <a:t>¿Una Asociación Civil se considera Persona Moral?</a:t>
            </a:r>
          </a:p>
          <a:p>
            <a:pPr marL="514350" indent="-514350">
              <a:buFont typeface="+mj-lt"/>
              <a:buAutoNum type="arabicPeriod"/>
            </a:pPr>
            <a:endParaRPr lang="es-MX" dirty="0"/>
          </a:p>
          <a:p>
            <a:pPr marL="514350" indent="-514350">
              <a:buFont typeface="+mj-lt"/>
              <a:buAutoNum type="arabicPeriod"/>
            </a:pPr>
            <a:r>
              <a:rPr lang="es-MX" dirty="0"/>
              <a:t>¿Un Fideicomiso se considera Persona Moral?</a:t>
            </a:r>
          </a:p>
          <a:p>
            <a:pPr marL="514350" indent="-514350">
              <a:buFont typeface="+mj-lt"/>
              <a:buAutoNum type="arabicPeriod"/>
            </a:pPr>
            <a:endParaRPr lang="es-MX" dirty="0"/>
          </a:p>
          <a:p>
            <a:pPr marL="514350" indent="-514350">
              <a:buFont typeface="+mj-lt"/>
              <a:buAutoNum type="arabicPeriod"/>
            </a:pPr>
            <a:r>
              <a:rPr lang="es-MX" dirty="0"/>
              <a:t>¿Una Asociación en Participación se considera Persona Moral?</a:t>
            </a:r>
          </a:p>
        </p:txBody>
      </p:sp>
    </p:spTree>
    <p:extLst>
      <p:ext uri="{BB962C8B-B14F-4D97-AF65-F5344CB8AC3E}">
        <p14:creationId xmlns:p14="http://schemas.microsoft.com/office/powerpoint/2010/main" val="3305992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III. Los Ingresos Acumulables</a:t>
            </a:r>
          </a:p>
        </p:txBody>
      </p:sp>
      <p:sp>
        <p:nvSpPr>
          <p:cNvPr id="3" name="Text Placeholder 2"/>
          <p:cNvSpPr>
            <a:spLocks noGrp="1"/>
          </p:cNvSpPr>
          <p:nvPr>
            <p:ph type="body" idx="1"/>
          </p:nvPr>
        </p:nvSpPr>
        <p:spPr/>
        <p:txBody>
          <a:bodyPr/>
          <a:lstStyle/>
          <a:p>
            <a:endParaRPr lang="es-MX" dirty="0"/>
          </a:p>
        </p:txBody>
      </p:sp>
    </p:spTree>
    <p:extLst>
      <p:ext uri="{BB962C8B-B14F-4D97-AF65-F5344CB8AC3E}">
        <p14:creationId xmlns:p14="http://schemas.microsoft.com/office/powerpoint/2010/main" val="24627314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III. Los Ingresos Acumulables</a:t>
            </a:r>
          </a:p>
        </p:txBody>
      </p:sp>
      <p:sp>
        <p:nvSpPr>
          <p:cNvPr id="3" name="Content Placeholder 2"/>
          <p:cNvSpPr>
            <a:spLocks noGrp="1"/>
          </p:cNvSpPr>
          <p:nvPr>
            <p:ph idx="1"/>
          </p:nvPr>
        </p:nvSpPr>
        <p:spPr>
          <a:xfrm>
            <a:off x="1520042" y="1431831"/>
            <a:ext cx="9634542" cy="4351338"/>
          </a:xfrm>
        </p:spPr>
        <p:txBody>
          <a:bodyPr/>
          <a:lstStyle/>
          <a:p>
            <a:pPr marL="514350" indent="-514350">
              <a:buFont typeface="+mj-lt"/>
              <a:buAutoNum type="arabicPeriod"/>
            </a:pPr>
            <a:r>
              <a:rPr lang="es-MX" dirty="0"/>
              <a:t>Concepto de Ingreso</a:t>
            </a:r>
          </a:p>
          <a:p>
            <a:pPr marL="914400" lvl="1" indent="-457200">
              <a:buFont typeface="+mj-lt"/>
              <a:buAutoNum type="arabicPeriod"/>
            </a:pPr>
            <a:r>
              <a:rPr lang="es-MX" dirty="0"/>
              <a:t>Ingresos Acumulables</a:t>
            </a:r>
          </a:p>
          <a:p>
            <a:pPr marL="914400" lvl="1" indent="-457200">
              <a:buFont typeface="+mj-lt"/>
              <a:buAutoNum type="arabicPeriod"/>
            </a:pPr>
            <a:r>
              <a:rPr lang="es-MX" dirty="0"/>
              <a:t>Ingresos Exentos</a:t>
            </a:r>
          </a:p>
          <a:p>
            <a:pPr marL="914400" lvl="1" indent="-457200">
              <a:buFont typeface="+mj-lt"/>
              <a:buAutoNum type="arabicPeriod"/>
            </a:pPr>
            <a:r>
              <a:rPr lang="es-MX" dirty="0"/>
              <a:t>No Ingresos</a:t>
            </a:r>
          </a:p>
          <a:p>
            <a:pPr marL="514350" indent="-514350">
              <a:buFont typeface="+mj-lt"/>
              <a:buAutoNum type="arabicPeriod"/>
            </a:pPr>
            <a:r>
              <a:rPr lang="es-MX" dirty="0"/>
              <a:t>Ingresos Acumulables</a:t>
            </a:r>
          </a:p>
          <a:p>
            <a:pPr marL="914400" lvl="1" indent="-457200">
              <a:buFont typeface="+mj-lt"/>
              <a:buAutoNum type="arabicPeriod"/>
            </a:pPr>
            <a:r>
              <a:rPr lang="es-MX" dirty="0"/>
              <a:t>Momento de Acumulación</a:t>
            </a:r>
          </a:p>
          <a:p>
            <a:pPr marL="914400" lvl="1" indent="-457200">
              <a:buFont typeface="+mj-lt"/>
              <a:buAutoNum type="arabicPeriod"/>
            </a:pPr>
            <a:r>
              <a:rPr lang="es-MX" dirty="0"/>
              <a:t>Casos Especiales</a:t>
            </a:r>
          </a:p>
          <a:p>
            <a:pPr marL="1371600" lvl="2" indent="-457200">
              <a:buFont typeface="+mj-lt"/>
              <a:buAutoNum type="arabicPeriod"/>
            </a:pPr>
            <a:r>
              <a:rPr lang="es-MX" dirty="0"/>
              <a:t>Intereses</a:t>
            </a:r>
          </a:p>
          <a:p>
            <a:pPr marL="1371600" lvl="2" indent="-457200">
              <a:buFont typeface="+mj-lt"/>
              <a:buAutoNum type="arabicPeriod"/>
            </a:pPr>
            <a:r>
              <a:rPr lang="es-MX" dirty="0"/>
              <a:t>Fluctuación Cambiaria</a:t>
            </a:r>
          </a:p>
          <a:p>
            <a:pPr marL="1371600" lvl="2" indent="-457200">
              <a:buFont typeface="+mj-lt"/>
              <a:buAutoNum type="arabicPeriod"/>
            </a:pPr>
            <a:r>
              <a:rPr lang="es-MX" dirty="0"/>
              <a:t>El Ajuste Anual por Inflación</a:t>
            </a:r>
          </a:p>
          <a:p>
            <a:pPr marL="1714500" lvl="3" indent="-342900">
              <a:buFont typeface="+mj-lt"/>
              <a:buAutoNum type="arabicPeriod"/>
            </a:pPr>
            <a:r>
              <a:rPr lang="es-MX" dirty="0"/>
              <a:t>Conceptos que se consideran créditos</a:t>
            </a:r>
          </a:p>
        </p:txBody>
      </p:sp>
    </p:spTree>
    <p:extLst>
      <p:ext uri="{BB962C8B-B14F-4D97-AF65-F5344CB8AC3E}">
        <p14:creationId xmlns:p14="http://schemas.microsoft.com/office/powerpoint/2010/main" val="40350059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Ingreso es cualquier modificación patrimonial positiva</a:t>
            </a:r>
          </a:p>
        </p:txBody>
      </p:sp>
      <p:sp>
        <p:nvSpPr>
          <p:cNvPr id="3" name="Content Placeholder 2"/>
          <p:cNvSpPr>
            <a:spLocks noGrp="1"/>
          </p:cNvSpPr>
          <p:nvPr>
            <p:ph idx="1"/>
          </p:nvPr>
        </p:nvSpPr>
        <p:spPr/>
        <p:txBody>
          <a:bodyPr>
            <a:normAutofit fontScale="40000" lnSpcReduction="20000"/>
          </a:bodyPr>
          <a:lstStyle/>
          <a:p>
            <a:pPr marL="0" indent="0">
              <a:buNone/>
            </a:pPr>
            <a:r>
              <a:rPr lang="es-MX" sz="3500" dirty="0"/>
              <a:t>RENTA. QUÉ DEBE ENTENDERSE POR "INGRESO" PARA EFECTOS DEL TÍTULO II DE LA LEY DEL IMPUESTO RELATIVO. Si bien la Ley del Impuesto sobre la Renta no define el término "ingreso", ello no implica que carezca de sentido o que ociosamente el legislador haya creado un tributo sin objeto, toda vez que a partir del análisis de las disposiciones legales aplicables </a:t>
            </a:r>
            <a:r>
              <a:rPr lang="es-MX" sz="3500" dirty="0">
                <a:solidFill>
                  <a:schemeClr val="accent6"/>
                </a:solidFill>
              </a:rPr>
              <a:t>es posible definir dicho concepto como cualquier cantidad que modifique positivamente el haber patrimonial de una persona</a:t>
            </a:r>
            <a:r>
              <a:rPr lang="es-MX" sz="3500" dirty="0"/>
              <a:t>. Ahora bien, para delimitar ese concepto debe apuntarse que el ingreso puede recibirse de muchas formas, ya que puede consistir en dinero, propiedad o servicios, incluyendo alimentos o habitación, y puede materializarse en efectivo, valores, tesoros o productos de capital, además de que puede surgir como compensación por: servicios prestados; el desarrollo de actividades comerciales, industriales, agrícolas, pesqueras o silvícolas; intereses; rentas, regalías o dividendos; el pago de pensiones o seguros; y por obtención de premios o por recibir donaciones, entre otras causas. Sin embargo, la enunciación anterior no debe entenderse en el sentido de que todas estas formas de ingreso han de recibir el mismo trato o que todas se consideran acumulables, sino que el listado ilustra la pluralidad de actividades que pueden generar ingresos. Aunado a lo anterior, es particularmente relevante que la legislación aplicable no establece limitantes específicas al concepto "ingreso", ni acota de alguna manera las fuentes de las que éste podría derivar, dada la enunciación amplia de los artículos 1o. y 17 de la Ley del Impuesto sobre la Renta, que establecen que las personas morales están obligadas al pago del tributo respecto de todos sus ingresos y que acumularán la totalidad de los ingresos en efectivo, en bienes, en servicio, en crédito o de cualquier otro tipo que obtengan en el ejercicio. Así, se desprende que la mencionada Ley entiende al ingreso en un sentido amplio, pues incluye todo lo recibido o realizado que represente una renta para el receptor, siendo innecesario que el ingreso se traduzca en una entrada en efectivo, pues incluso la propia Ley reconoce la obligación de acumular los ingresos en crédito, de tal suerte que el ingreso se reconoce cuando se han actualizado todos los eventos que determinan el derecho a recibir la contraprestación y cuando el monto de dicha contraprestación puede conocerse con razonable precisión. En ese sentido, se concluye que la regla interpretativa para efectos del concepto "ingreso" regulado en el Título II de la Ley del Impuesto sobre la Renta es de carácter amplio e incluyente de </a:t>
            </a:r>
            <a:r>
              <a:rPr lang="es-MX" sz="3500" dirty="0">
                <a:solidFill>
                  <a:schemeClr val="accent6"/>
                </a:solidFill>
              </a:rPr>
              <a:t>todos los conceptos que modifiquen positivamente el patrimonio del contribuyente</a:t>
            </a:r>
            <a:r>
              <a:rPr lang="es-MX" sz="3500" dirty="0"/>
              <a:t>, salvo que el legislador expresamente hubiese efectuado alguna precisión en sentido contrario, como acontece, por ejemplo, con el segundo párrafo del citado artículo 17. </a:t>
            </a:r>
          </a:p>
          <a:p>
            <a:endParaRPr lang="es-MX" dirty="0"/>
          </a:p>
          <a:p>
            <a:r>
              <a:rPr lang="es-MX" dirty="0"/>
              <a:t>Amparo directo en revisión 1504/2006. Cómputo Intecsis, S.A. de C.V. 25 de octubre de 2006. </a:t>
            </a:r>
            <a:r>
              <a:rPr lang="es-MX" dirty="0">
                <a:solidFill>
                  <a:schemeClr val="accent6"/>
                </a:solidFill>
              </a:rPr>
              <a:t>Unanimidad de cuatro votos</a:t>
            </a:r>
            <a:r>
              <a:rPr lang="es-MX" dirty="0"/>
              <a:t>. Ausente: José de Jesús Gudiño Pelayo. Ponente: José Ramón Cossío Díaz. Secretario: Juan Carlos Roa Jacobo.</a:t>
            </a:r>
          </a:p>
          <a:p>
            <a:r>
              <a:rPr lang="es-MX" dirty="0"/>
              <a:t>No. Registro: 173.470</a:t>
            </a:r>
            <a:r>
              <a:rPr lang="es-MX" dirty="0">
                <a:solidFill>
                  <a:schemeClr val="accent6"/>
                </a:solidFill>
              </a:rPr>
              <a:t>, Tesis aislada</a:t>
            </a:r>
            <a:r>
              <a:rPr lang="es-MX" dirty="0"/>
              <a:t>, Materia(s):Administrativa, Novena Época, Instancia: Primera Sala, Fuente: Semanario Judicial de la Federación y su Gaceta, Tomo: XXV, Enero de 2007, Tesis: 1a. CLXXXIX/2006, Página: 483</a:t>
            </a:r>
          </a:p>
        </p:txBody>
      </p:sp>
    </p:spTree>
    <p:extLst>
      <p:ext uri="{BB962C8B-B14F-4D97-AF65-F5344CB8AC3E}">
        <p14:creationId xmlns:p14="http://schemas.microsoft.com/office/powerpoint/2010/main" val="21505545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Ingresos </a:t>
            </a:r>
            <a:r>
              <a:rPr lang="es-MX" sz="1800" dirty="0"/>
              <a:t>(LISR-16)</a:t>
            </a:r>
          </a:p>
        </p:txBody>
      </p:sp>
      <p:graphicFrame>
        <p:nvGraphicFramePr>
          <p:cNvPr id="4" name="Content Placeholder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924535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s-MX" dirty="0"/>
              <a:t>Las exenciones y los que no se consideran ingresos deben ser expresamente definidos </a:t>
            </a:r>
            <a:r>
              <a:rPr lang="es-MX" sz="1800" dirty="0"/>
              <a:t>(LISR-16, Primer Párrafo)</a:t>
            </a:r>
            <a:endParaRPr lang="es-MX" dirty="0"/>
          </a:p>
        </p:txBody>
      </p:sp>
      <p:sp>
        <p:nvSpPr>
          <p:cNvPr id="3" name="Content Placeholder 2"/>
          <p:cNvSpPr>
            <a:spLocks noGrp="1"/>
          </p:cNvSpPr>
          <p:nvPr>
            <p:ph idx="1"/>
          </p:nvPr>
        </p:nvSpPr>
        <p:spPr/>
        <p:txBody>
          <a:bodyPr>
            <a:normAutofit/>
          </a:bodyPr>
          <a:lstStyle/>
          <a:p>
            <a:pPr marL="0" indent="0">
              <a:buNone/>
            </a:pPr>
            <a:r>
              <a:rPr lang="es-MX" dirty="0"/>
              <a:t>Las personas morales residentes en el país, incluida la asociación en participación, </a:t>
            </a:r>
            <a:r>
              <a:rPr lang="es-MX" dirty="0">
                <a:solidFill>
                  <a:schemeClr val="accent6"/>
                </a:solidFill>
              </a:rPr>
              <a:t>acumularán la totalidad de los ingresos en efectivo, en bienes, en servicio, en crédito o de cualquier otro tipo</a:t>
            </a:r>
            <a:r>
              <a:rPr lang="es-MX" dirty="0"/>
              <a:t>, que obtengan en el ejercicio, inclusive los provenientes de sus establecimientos en el extranjero. El ajuste anual por inflación acumulable es el ingreso que obtienen los contribuyentes por la disminución real de sus deudas</a:t>
            </a:r>
          </a:p>
        </p:txBody>
      </p:sp>
    </p:spTree>
    <p:extLst>
      <p:ext uri="{BB962C8B-B14F-4D97-AF65-F5344CB8AC3E}">
        <p14:creationId xmlns:p14="http://schemas.microsoft.com/office/powerpoint/2010/main" val="38190958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Los dividendos de residentes en México son un ingreso exento </a:t>
            </a:r>
            <a:r>
              <a:rPr lang="es-MX" sz="1800" dirty="0"/>
              <a:t>(LISR 16, Sexto párrafo)</a:t>
            </a:r>
            <a:endParaRPr lang="es-MX" dirty="0"/>
          </a:p>
        </p:txBody>
      </p:sp>
      <p:sp>
        <p:nvSpPr>
          <p:cNvPr id="3" name="Content Placeholder 2"/>
          <p:cNvSpPr>
            <a:spLocks noGrp="1"/>
          </p:cNvSpPr>
          <p:nvPr>
            <p:ph idx="1"/>
          </p:nvPr>
        </p:nvSpPr>
        <p:spPr/>
        <p:txBody>
          <a:bodyPr/>
          <a:lstStyle/>
          <a:p>
            <a:pPr marL="0" indent="0">
              <a:buNone/>
            </a:pPr>
            <a:endParaRPr lang="es-MX" dirty="0">
              <a:solidFill>
                <a:schemeClr val="accent6"/>
              </a:solidFill>
            </a:endParaRPr>
          </a:p>
          <a:p>
            <a:pPr marL="0" indent="0">
              <a:buNone/>
            </a:pPr>
            <a:r>
              <a:rPr lang="es-MX" dirty="0">
                <a:solidFill>
                  <a:schemeClr val="accent6"/>
                </a:solidFill>
              </a:rPr>
              <a:t>No serán acumulables</a:t>
            </a:r>
            <a:r>
              <a:rPr lang="es-MX" dirty="0"/>
              <a:t> para los contribuyentes de este Título, los ingresos por </a:t>
            </a:r>
            <a:r>
              <a:rPr lang="es-MX" dirty="0">
                <a:solidFill>
                  <a:schemeClr val="accent6"/>
                </a:solidFill>
              </a:rPr>
              <a:t>dividendos</a:t>
            </a:r>
            <a:r>
              <a:rPr lang="es-MX" dirty="0"/>
              <a:t> o utilidades que perciban de otras personas morales residentes en México.</a:t>
            </a:r>
          </a:p>
        </p:txBody>
      </p:sp>
    </p:spTree>
    <p:extLst>
      <p:ext uri="{BB962C8B-B14F-4D97-AF65-F5344CB8AC3E}">
        <p14:creationId xmlns:p14="http://schemas.microsoft.com/office/powerpoint/2010/main" val="40428673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La exención a los dividendos permite que existan estructuras verticales</a:t>
            </a:r>
          </a:p>
        </p:txBody>
      </p:sp>
      <p:sp>
        <p:nvSpPr>
          <p:cNvPr id="3" name="2 Marcador de texto"/>
          <p:cNvSpPr>
            <a:spLocks noGrp="1"/>
          </p:cNvSpPr>
          <p:nvPr>
            <p:ph type="body" idx="1"/>
          </p:nvPr>
        </p:nvSpPr>
        <p:spPr/>
        <p:txBody>
          <a:bodyPr/>
          <a:lstStyle/>
          <a:p>
            <a:r>
              <a:rPr lang="es-MX" dirty="0"/>
              <a:t>Gravado</a:t>
            </a:r>
          </a:p>
        </p:txBody>
      </p:sp>
      <p:graphicFrame>
        <p:nvGraphicFramePr>
          <p:cNvPr id="7" name="6 Marcador de contenido"/>
          <p:cNvGraphicFramePr>
            <a:graphicFrameLocks noGrp="1"/>
          </p:cNvGraphicFramePr>
          <p:nvPr>
            <p:ph sz="half" idx="2"/>
          </p:nvPr>
        </p:nvGraphicFramePr>
        <p:xfrm>
          <a:off x="839788" y="2505075"/>
          <a:ext cx="5157787" cy="36845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4 Marcador de texto"/>
          <p:cNvSpPr>
            <a:spLocks noGrp="1"/>
          </p:cNvSpPr>
          <p:nvPr>
            <p:ph type="body" sz="quarter" idx="3"/>
          </p:nvPr>
        </p:nvSpPr>
        <p:spPr/>
        <p:txBody>
          <a:bodyPr/>
          <a:lstStyle/>
          <a:p>
            <a:r>
              <a:rPr lang="es-MX" dirty="0"/>
              <a:t>Exento</a:t>
            </a:r>
          </a:p>
        </p:txBody>
      </p:sp>
      <p:graphicFrame>
        <p:nvGraphicFramePr>
          <p:cNvPr id="8" name="7 Marcador de contenido"/>
          <p:cNvGraphicFramePr>
            <a:graphicFrameLocks noGrp="1"/>
          </p:cNvGraphicFramePr>
          <p:nvPr>
            <p:ph sz="quarter" idx="4"/>
          </p:nvPr>
        </p:nvGraphicFramePr>
        <p:xfrm>
          <a:off x="6172200" y="2505075"/>
          <a:ext cx="5183188" cy="368458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9" name="8 Flecha curvada hacia la izquierda"/>
          <p:cNvSpPr/>
          <p:nvPr/>
        </p:nvSpPr>
        <p:spPr>
          <a:xfrm rot="10800000">
            <a:off x="7117806" y="4347028"/>
            <a:ext cx="731520" cy="1564495"/>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10" name="9 Flecha curvada hacia arriba"/>
          <p:cNvSpPr/>
          <p:nvPr/>
        </p:nvSpPr>
        <p:spPr>
          <a:xfrm rot="16200000">
            <a:off x="3909315" y="3321558"/>
            <a:ext cx="1597950" cy="73152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11" name="10 Flecha curvada hacia la izquierda"/>
          <p:cNvSpPr/>
          <p:nvPr/>
        </p:nvSpPr>
        <p:spPr>
          <a:xfrm rot="10800000">
            <a:off x="1885406" y="4347029"/>
            <a:ext cx="731520" cy="1564495"/>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12" name="11 Flecha curvada hacia arriba"/>
          <p:cNvSpPr/>
          <p:nvPr/>
        </p:nvSpPr>
        <p:spPr>
          <a:xfrm rot="16200000">
            <a:off x="9214286" y="3321557"/>
            <a:ext cx="1597950" cy="73152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13" name="12 CuadroTexto"/>
          <p:cNvSpPr txBox="1"/>
          <p:nvPr/>
        </p:nvSpPr>
        <p:spPr>
          <a:xfrm>
            <a:off x="1146629" y="4950343"/>
            <a:ext cx="652743" cy="369332"/>
          </a:xfrm>
          <a:prstGeom prst="rect">
            <a:avLst/>
          </a:prstGeom>
          <a:noFill/>
        </p:spPr>
        <p:txBody>
          <a:bodyPr wrap="none" rtlCol="0">
            <a:spAutoFit/>
          </a:bodyPr>
          <a:lstStyle/>
          <a:p>
            <a:r>
              <a:rPr lang="es-MX" dirty="0"/>
              <a:t>$100</a:t>
            </a:r>
          </a:p>
        </p:txBody>
      </p:sp>
      <p:sp>
        <p:nvSpPr>
          <p:cNvPr id="14" name="13 CuadroTexto"/>
          <p:cNvSpPr txBox="1"/>
          <p:nvPr/>
        </p:nvSpPr>
        <p:spPr>
          <a:xfrm>
            <a:off x="5074050" y="3502650"/>
            <a:ext cx="535724" cy="369332"/>
          </a:xfrm>
          <a:prstGeom prst="rect">
            <a:avLst/>
          </a:prstGeom>
          <a:noFill/>
        </p:spPr>
        <p:txBody>
          <a:bodyPr wrap="none" rtlCol="0">
            <a:spAutoFit/>
          </a:bodyPr>
          <a:lstStyle/>
          <a:p>
            <a:r>
              <a:rPr lang="es-MX" dirty="0"/>
              <a:t>$70</a:t>
            </a:r>
          </a:p>
        </p:txBody>
      </p:sp>
      <p:sp>
        <p:nvSpPr>
          <p:cNvPr id="15" name="14 CuadroTexto"/>
          <p:cNvSpPr txBox="1"/>
          <p:nvPr/>
        </p:nvSpPr>
        <p:spPr>
          <a:xfrm>
            <a:off x="6465062" y="4950343"/>
            <a:ext cx="652743" cy="369332"/>
          </a:xfrm>
          <a:prstGeom prst="rect">
            <a:avLst/>
          </a:prstGeom>
          <a:noFill/>
        </p:spPr>
        <p:txBody>
          <a:bodyPr wrap="none" rtlCol="0">
            <a:spAutoFit/>
          </a:bodyPr>
          <a:lstStyle/>
          <a:p>
            <a:r>
              <a:rPr lang="es-MX" dirty="0"/>
              <a:t>$100</a:t>
            </a:r>
          </a:p>
        </p:txBody>
      </p:sp>
      <p:sp>
        <p:nvSpPr>
          <p:cNvPr id="16" name="15 CuadroTexto"/>
          <p:cNvSpPr txBox="1"/>
          <p:nvPr/>
        </p:nvSpPr>
        <p:spPr>
          <a:xfrm>
            <a:off x="10457742" y="3502651"/>
            <a:ext cx="652743" cy="369332"/>
          </a:xfrm>
          <a:prstGeom prst="rect">
            <a:avLst/>
          </a:prstGeom>
          <a:noFill/>
        </p:spPr>
        <p:txBody>
          <a:bodyPr wrap="none" rtlCol="0">
            <a:spAutoFit/>
          </a:bodyPr>
          <a:lstStyle/>
          <a:p>
            <a:r>
              <a:rPr lang="es-MX" dirty="0"/>
              <a:t>$100</a:t>
            </a:r>
          </a:p>
        </p:txBody>
      </p:sp>
    </p:spTree>
    <p:extLst>
      <p:ext uri="{BB962C8B-B14F-4D97-AF65-F5344CB8AC3E}">
        <p14:creationId xmlns:p14="http://schemas.microsoft.com/office/powerpoint/2010/main" val="2017691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Los conceptos que no se consideran ingresos se encuentran en una lista “limitativa” </a:t>
            </a:r>
            <a:r>
              <a:rPr lang="es-MX" sz="1800" dirty="0"/>
              <a:t>(LISR 16)</a:t>
            </a:r>
            <a:endParaRPr lang="es-MX" dirty="0"/>
          </a:p>
        </p:txBody>
      </p:sp>
      <p:sp>
        <p:nvSpPr>
          <p:cNvPr id="3" name="Content Placeholder 2"/>
          <p:cNvSpPr>
            <a:spLocks noGrp="1"/>
          </p:cNvSpPr>
          <p:nvPr>
            <p:ph idx="1"/>
          </p:nvPr>
        </p:nvSpPr>
        <p:spPr/>
        <p:txBody>
          <a:bodyPr>
            <a:normAutofit fontScale="85000" lnSpcReduction="10000"/>
          </a:bodyPr>
          <a:lstStyle/>
          <a:p>
            <a:pPr marL="0" indent="0">
              <a:buNone/>
            </a:pPr>
            <a:r>
              <a:rPr lang="es-MX" dirty="0"/>
              <a:t>Para los efectos de este Título, </a:t>
            </a:r>
            <a:r>
              <a:rPr lang="es-MX" dirty="0">
                <a:solidFill>
                  <a:schemeClr val="accent6"/>
                </a:solidFill>
              </a:rPr>
              <a:t>no se consideran ingresos</a:t>
            </a:r>
            <a:r>
              <a:rPr lang="es-MX" dirty="0"/>
              <a:t> los que obtenga el contribuyente por</a:t>
            </a:r>
          </a:p>
          <a:p>
            <a:pPr lvl="1"/>
            <a:endParaRPr lang="es-MX" dirty="0"/>
          </a:p>
          <a:p>
            <a:r>
              <a:rPr lang="es-MX" dirty="0"/>
              <a:t>aumento de capital</a:t>
            </a:r>
          </a:p>
          <a:p>
            <a:pPr lvl="1"/>
            <a:endParaRPr lang="es-MX" dirty="0"/>
          </a:p>
          <a:p>
            <a:r>
              <a:rPr lang="es-MX" dirty="0"/>
              <a:t>por pago de la pérdida por sus accionistas</a:t>
            </a:r>
          </a:p>
          <a:p>
            <a:pPr lvl="1"/>
            <a:endParaRPr lang="es-MX" dirty="0"/>
          </a:p>
          <a:p>
            <a:r>
              <a:rPr lang="es-MX" dirty="0"/>
              <a:t>por primas obtenidas por la colocación de acciones que emita la propia sociedad</a:t>
            </a:r>
          </a:p>
          <a:p>
            <a:pPr lvl="1"/>
            <a:endParaRPr lang="es-MX" dirty="0"/>
          </a:p>
          <a:p>
            <a:r>
              <a:rPr lang="es-MX" dirty="0"/>
              <a:t>por utilizar para valuar sus acciones el método de participación</a:t>
            </a:r>
          </a:p>
          <a:p>
            <a:pPr lvl="1"/>
            <a:endParaRPr lang="es-MX" dirty="0"/>
          </a:p>
          <a:p>
            <a:r>
              <a:rPr lang="es-MX" dirty="0"/>
              <a:t>por la revaluación de sus activos y de su capital</a:t>
            </a:r>
          </a:p>
        </p:txBody>
      </p:sp>
    </p:spTree>
    <p:extLst>
      <p:ext uri="{BB962C8B-B14F-4D97-AF65-F5344CB8AC3E}">
        <p14:creationId xmlns:p14="http://schemas.microsoft.com/office/powerpoint/2010/main" val="33328886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p:txBody>
          <a:bodyPr/>
          <a:lstStyle/>
          <a:p>
            <a:r>
              <a:rPr lang="es-MX" dirty="0"/>
              <a:t>Ejercicio: Si no es ingreso no es objeto del ISR</a:t>
            </a:r>
          </a:p>
        </p:txBody>
      </p:sp>
      <p:graphicFrame>
        <p:nvGraphicFramePr>
          <p:cNvPr id="7" name="6 Marcador de contenido"/>
          <p:cNvGraphicFramePr>
            <a:graphicFrameLocks noGrp="1"/>
          </p:cNvGraphicFramePr>
          <p:nvPr>
            <p:ph idx="1"/>
            <p:extLst>
              <p:ext uri="{D42A27DB-BD31-4B8C-83A1-F6EECF244321}">
                <p14:modId xmlns:p14="http://schemas.microsoft.com/office/powerpoint/2010/main" val="814385838"/>
              </p:ext>
            </p:extLst>
          </p:nvPr>
        </p:nvGraphicFramePr>
        <p:xfrm>
          <a:off x="838200" y="1825625"/>
          <a:ext cx="10515600" cy="4602480"/>
        </p:xfrm>
        <a:graphic>
          <a:graphicData uri="http://schemas.openxmlformats.org/drawingml/2006/table">
            <a:tbl>
              <a:tblPr firstRow="1" bandRow="1">
                <a:tableStyleId>{5C22544A-7EE6-4342-B048-85BDC9FD1C3A}</a:tableStyleId>
              </a:tblPr>
              <a:tblGrid>
                <a:gridCol w="4372429">
                  <a:extLst>
                    <a:ext uri="{9D8B030D-6E8A-4147-A177-3AD203B41FA5}">
                      <a16:colId xmlns:a16="http://schemas.microsoft.com/office/drawing/2014/main" val="20000"/>
                    </a:ext>
                  </a:extLst>
                </a:gridCol>
                <a:gridCol w="1451428">
                  <a:extLst>
                    <a:ext uri="{9D8B030D-6E8A-4147-A177-3AD203B41FA5}">
                      <a16:colId xmlns:a16="http://schemas.microsoft.com/office/drawing/2014/main" val="20001"/>
                    </a:ext>
                  </a:extLst>
                </a:gridCol>
                <a:gridCol w="1785257">
                  <a:extLst>
                    <a:ext uri="{9D8B030D-6E8A-4147-A177-3AD203B41FA5}">
                      <a16:colId xmlns:a16="http://schemas.microsoft.com/office/drawing/2014/main" val="20002"/>
                    </a:ext>
                  </a:extLst>
                </a:gridCol>
                <a:gridCol w="1277257">
                  <a:extLst>
                    <a:ext uri="{9D8B030D-6E8A-4147-A177-3AD203B41FA5}">
                      <a16:colId xmlns:a16="http://schemas.microsoft.com/office/drawing/2014/main" val="20003"/>
                    </a:ext>
                  </a:extLst>
                </a:gridCol>
                <a:gridCol w="1629229">
                  <a:extLst>
                    <a:ext uri="{9D8B030D-6E8A-4147-A177-3AD203B41FA5}">
                      <a16:colId xmlns:a16="http://schemas.microsoft.com/office/drawing/2014/main" val="20004"/>
                    </a:ext>
                  </a:extLst>
                </a:gridCol>
              </a:tblGrid>
              <a:tr h="335280">
                <a:tc>
                  <a:txBody>
                    <a:bodyPr/>
                    <a:lstStyle/>
                    <a:p>
                      <a:pPr algn="ctr"/>
                      <a:r>
                        <a:rPr lang="es-MX" sz="1600" dirty="0"/>
                        <a:t>Concepto</a:t>
                      </a:r>
                    </a:p>
                  </a:txBody>
                  <a:tcPr/>
                </a:tc>
                <a:tc>
                  <a:txBody>
                    <a:bodyPr/>
                    <a:lstStyle/>
                    <a:p>
                      <a:pPr algn="ctr"/>
                      <a:r>
                        <a:rPr lang="es-MX" sz="1600" dirty="0"/>
                        <a:t>¿Ingreso?</a:t>
                      </a:r>
                    </a:p>
                  </a:txBody>
                  <a:tcPr/>
                </a:tc>
                <a:tc>
                  <a:txBody>
                    <a:bodyPr/>
                    <a:lstStyle/>
                    <a:p>
                      <a:pPr algn="ctr"/>
                      <a:r>
                        <a:rPr lang="es-MX" sz="1600" dirty="0"/>
                        <a:t>¿Acumulable?</a:t>
                      </a:r>
                    </a:p>
                  </a:txBody>
                  <a:tcPr/>
                </a:tc>
                <a:tc>
                  <a:txBody>
                    <a:bodyPr/>
                    <a:lstStyle/>
                    <a:p>
                      <a:pPr algn="ctr"/>
                      <a:r>
                        <a:rPr lang="es-MX" sz="1600" dirty="0"/>
                        <a:t>¿Exento?</a:t>
                      </a:r>
                    </a:p>
                  </a:txBody>
                  <a:tcPr/>
                </a:tc>
                <a:tc>
                  <a:txBody>
                    <a:bodyPr/>
                    <a:lstStyle/>
                    <a:p>
                      <a:pPr algn="ctr"/>
                      <a:r>
                        <a:rPr lang="es-MX" sz="1600" dirty="0"/>
                        <a:t>¿Exceptuado?</a:t>
                      </a:r>
                    </a:p>
                  </a:txBody>
                  <a:tcPr/>
                </a:tc>
                <a:extLst>
                  <a:ext uri="{0D108BD9-81ED-4DB2-BD59-A6C34878D82A}">
                    <a16:rowId xmlns:a16="http://schemas.microsoft.com/office/drawing/2014/main" val="10000"/>
                  </a:ext>
                </a:extLst>
              </a:tr>
              <a:tr h="335280">
                <a:tc>
                  <a:txBody>
                    <a:bodyPr/>
                    <a:lstStyle/>
                    <a:p>
                      <a:r>
                        <a:rPr lang="es-MX" sz="1600" dirty="0"/>
                        <a:t>Venta</a:t>
                      </a:r>
                      <a:r>
                        <a:rPr lang="es-MX" sz="1600" baseline="0" dirty="0"/>
                        <a:t> de sillas en efectivo</a:t>
                      </a:r>
                      <a:endParaRPr lang="es-MX" sz="1600" dirty="0"/>
                    </a:p>
                  </a:txBody>
                  <a:tcPr/>
                </a:tc>
                <a:tc>
                  <a:txBody>
                    <a:bodyPr/>
                    <a:lstStyle/>
                    <a:p>
                      <a:pPr algn="ctr"/>
                      <a:endParaRPr lang="es-MX" sz="1600" dirty="0"/>
                    </a:p>
                  </a:txBody>
                  <a:tcPr/>
                </a:tc>
                <a:tc>
                  <a:txBody>
                    <a:bodyPr/>
                    <a:lstStyle/>
                    <a:p>
                      <a:pPr algn="ctr"/>
                      <a:endParaRPr lang="es-MX" sz="1600" dirty="0"/>
                    </a:p>
                  </a:txBody>
                  <a:tcPr/>
                </a:tc>
                <a:tc>
                  <a:txBody>
                    <a:bodyPr/>
                    <a:lstStyle/>
                    <a:p>
                      <a:pPr algn="ctr"/>
                      <a:endParaRPr lang="es-MX" sz="1600"/>
                    </a:p>
                  </a:txBody>
                  <a:tcPr/>
                </a:tc>
                <a:tc>
                  <a:txBody>
                    <a:bodyPr/>
                    <a:lstStyle/>
                    <a:p>
                      <a:pPr algn="ctr"/>
                      <a:endParaRPr lang="es-MX" sz="1600"/>
                    </a:p>
                  </a:txBody>
                  <a:tcPr/>
                </a:tc>
                <a:extLst>
                  <a:ext uri="{0D108BD9-81ED-4DB2-BD59-A6C34878D82A}">
                    <a16:rowId xmlns:a16="http://schemas.microsoft.com/office/drawing/2014/main" val="10001"/>
                  </a:ext>
                </a:extLst>
              </a:tr>
              <a:tr h="335280">
                <a:tc>
                  <a:txBody>
                    <a:bodyPr/>
                    <a:lstStyle/>
                    <a:p>
                      <a:r>
                        <a:rPr lang="es-MX" sz="1600" dirty="0"/>
                        <a:t>Venta de coches</a:t>
                      </a:r>
                      <a:r>
                        <a:rPr lang="es-MX" sz="1600" baseline="0" dirty="0"/>
                        <a:t> a crédito</a:t>
                      </a:r>
                      <a:endParaRPr lang="es-MX" sz="1600" dirty="0"/>
                    </a:p>
                  </a:txBody>
                  <a:tcPr/>
                </a:tc>
                <a:tc>
                  <a:txBody>
                    <a:bodyPr/>
                    <a:lstStyle/>
                    <a:p>
                      <a:pPr algn="ctr"/>
                      <a:endParaRPr lang="es-MX" sz="1600" dirty="0"/>
                    </a:p>
                  </a:txBody>
                  <a:tcPr/>
                </a:tc>
                <a:tc>
                  <a:txBody>
                    <a:bodyPr/>
                    <a:lstStyle/>
                    <a:p>
                      <a:pPr algn="ctr"/>
                      <a:endParaRPr lang="es-MX" sz="1600" dirty="0"/>
                    </a:p>
                  </a:txBody>
                  <a:tcPr/>
                </a:tc>
                <a:tc>
                  <a:txBody>
                    <a:bodyPr/>
                    <a:lstStyle/>
                    <a:p>
                      <a:pPr algn="ctr"/>
                      <a:endParaRPr lang="es-MX" sz="1600"/>
                    </a:p>
                  </a:txBody>
                  <a:tcPr/>
                </a:tc>
                <a:tc>
                  <a:txBody>
                    <a:bodyPr/>
                    <a:lstStyle/>
                    <a:p>
                      <a:pPr algn="ctr"/>
                      <a:endParaRPr lang="es-MX" sz="1600"/>
                    </a:p>
                  </a:txBody>
                  <a:tcPr/>
                </a:tc>
                <a:extLst>
                  <a:ext uri="{0D108BD9-81ED-4DB2-BD59-A6C34878D82A}">
                    <a16:rowId xmlns:a16="http://schemas.microsoft.com/office/drawing/2014/main" val="10002"/>
                  </a:ext>
                </a:extLst>
              </a:tr>
              <a:tr h="579120">
                <a:tc>
                  <a:txBody>
                    <a:bodyPr/>
                    <a:lstStyle/>
                    <a:p>
                      <a:r>
                        <a:rPr lang="es-MX" sz="1600" dirty="0"/>
                        <a:t>Venta de licuadoras que</a:t>
                      </a:r>
                      <a:r>
                        <a:rPr lang="es-MX" sz="1600" baseline="0" dirty="0"/>
                        <a:t> las pagan regalándome la limpieza de la planta</a:t>
                      </a:r>
                      <a:endParaRPr lang="es-MX" sz="1600" dirty="0"/>
                    </a:p>
                  </a:txBody>
                  <a:tcPr/>
                </a:tc>
                <a:tc>
                  <a:txBody>
                    <a:bodyPr/>
                    <a:lstStyle/>
                    <a:p>
                      <a:pPr algn="ctr"/>
                      <a:endParaRPr lang="es-MX" sz="1600" dirty="0"/>
                    </a:p>
                  </a:txBody>
                  <a:tcPr/>
                </a:tc>
                <a:tc>
                  <a:txBody>
                    <a:bodyPr/>
                    <a:lstStyle/>
                    <a:p>
                      <a:pPr algn="ctr"/>
                      <a:endParaRPr lang="es-MX" sz="1600" dirty="0"/>
                    </a:p>
                  </a:txBody>
                  <a:tcPr/>
                </a:tc>
                <a:tc>
                  <a:txBody>
                    <a:bodyPr/>
                    <a:lstStyle/>
                    <a:p>
                      <a:pPr algn="ctr"/>
                      <a:endParaRPr lang="es-MX" sz="1600"/>
                    </a:p>
                  </a:txBody>
                  <a:tcPr/>
                </a:tc>
                <a:tc>
                  <a:txBody>
                    <a:bodyPr/>
                    <a:lstStyle/>
                    <a:p>
                      <a:pPr algn="ctr"/>
                      <a:endParaRPr lang="es-MX" sz="1600"/>
                    </a:p>
                  </a:txBody>
                  <a:tcPr/>
                </a:tc>
                <a:extLst>
                  <a:ext uri="{0D108BD9-81ED-4DB2-BD59-A6C34878D82A}">
                    <a16:rowId xmlns:a16="http://schemas.microsoft.com/office/drawing/2014/main" val="10003"/>
                  </a:ext>
                </a:extLst>
              </a:tr>
              <a:tr h="335280">
                <a:tc>
                  <a:txBody>
                    <a:bodyPr/>
                    <a:lstStyle/>
                    <a:p>
                      <a:r>
                        <a:rPr lang="es-MX" sz="1600" dirty="0"/>
                        <a:t>Ganancia</a:t>
                      </a:r>
                      <a:r>
                        <a:rPr lang="es-MX" sz="1600" baseline="0" dirty="0"/>
                        <a:t> por inflación</a:t>
                      </a:r>
                      <a:endParaRPr lang="es-MX" sz="1600" dirty="0"/>
                    </a:p>
                  </a:txBody>
                  <a:tcPr/>
                </a:tc>
                <a:tc>
                  <a:txBody>
                    <a:bodyPr/>
                    <a:lstStyle/>
                    <a:p>
                      <a:pPr algn="ctr"/>
                      <a:endParaRPr lang="es-MX" sz="1600" dirty="0"/>
                    </a:p>
                  </a:txBody>
                  <a:tcPr/>
                </a:tc>
                <a:tc>
                  <a:txBody>
                    <a:bodyPr/>
                    <a:lstStyle/>
                    <a:p>
                      <a:pPr algn="ctr"/>
                      <a:endParaRPr lang="es-MX" sz="1600" dirty="0"/>
                    </a:p>
                  </a:txBody>
                  <a:tcPr/>
                </a:tc>
                <a:tc>
                  <a:txBody>
                    <a:bodyPr/>
                    <a:lstStyle/>
                    <a:p>
                      <a:pPr algn="ctr"/>
                      <a:endParaRPr lang="es-MX" sz="1600" dirty="0"/>
                    </a:p>
                  </a:txBody>
                  <a:tcPr/>
                </a:tc>
                <a:tc>
                  <a:txBody>
                    <a:bodyPr/>
                    <a:lstStyle/>
                    <a:p>
                      <a:pPr algn="ctr"/>
                      <a:endParaRPr lang="es-MX" sz="1600"/>
                    </a:p>
                  </a:txBody>
                  <a:tcPr/>
                </a:tc>
                <a:extLst>
                  <a:ext uri="{0D108BD9-81ED-4DB2-BD59-A6C34878D82A}">
                    <a16:rowId xmlns:a16="http://schemas.microsoft.com/office/drawing/2014/main" val="10004"/>
                  </a:ext>
                </a:extLst>
              </a:tr>
              <a:tr h="335280">
                <a:tc>
                  <a:txBody>
                    <a:bodyPr/>
                    <a:lstStyle/>
                    <a:p>
                      <a:r>
                        <a:rPr lang="es-MX" sz="1600" dirty="0"/>
                        <a:t>Dividendos de un residente</a:t>
                      </a:r>
                      <a:r>
                        <a:rPr lang="es-MX" sz="1600" baseline="0" dirty="0"/>
                        <a:t> en México</a:t>
                      </a:r>
                      <a:endParaRPr lang="es-MX" sz="1600" dirty="0"/>
                    </a:p>
                  </a:txBody>
                  <a:tcPr/>
                </a:tc>
                <a:tc>
                  <a:txBody>
                    <a:bodyPr/>
                    <a:lstStyle/>
                    <a:p>
                      <a:pPr algn="ctr"/>
                      <a:endParaRPr lang="es-MX" sz="1600" dirty="0"/>
                    </a:p>
                  </a:txBody>
                  <a:tcPr/>
                </a:tc>
                <a:tc>
                  <a:txBody>
                    <a:bodyPr/>
                    <a:lstStyle/>
                    <a:p>
                      <a:pPr algn="ctr"/>
                      <a:endParaRPr lang="es-MX" sz="1600" dirty="0"/>
                    </a:p>
                  </a:txBody>
                  <a:tcPr/>
                </a:tc>
                <a:tc>
                  <a:txBody>
                    <a:bodyPr/>
                    <a:lstStyle/>
                    <a:p>
                      <a:pPr algn="ctr"/>
                      <a:endParaRPr lang="es-MX" sz="1600" dirty="0"/>
                    </a:p>
                  </a:txBody>
                  <a:tcPr/>
                </a:tc>
                <a:tc>
                  <a:txBody>
                    <a:bodyPr/>
                    <a:lstStyle/>
                    <a:p>
                      <a:pPr algn="ctr"/>
                      <a:endParaRPr lang="es-MX" sz="1600" dirty="0"/>
                    </a:p>
                  </a:txBody>
                  <a:tcPr/>
                </a:tc>
                <a:extLst>
                  <a:ext uri="{0D108BD9-81ED-4DB2-BD59-A6C34878D82A}">
                    <a16:rowId xmlns:a16="http://schemas.microsoft.com/office/drawing/2014/main" val="10005"/>
                  </a:ext>
                </a:extLst>
              </a:tr>
              <a:tr h="335280">
                <a:tc>
                  <a:txBody>
                    <a:bodyPr/>
                    <a:lstStyle/>
                    <a:p>
                      <a:r>
                        <a:rPr lang="es-MX" sz="1600" dirty="0"/>
                        <a:t>Dividendos de un residente en el extranjero</a:t>
                      </a:r>
                    </a:p>
                  </a:txBody>
                  <a:tcPr/>
                </a:tc>
                <a:tc>
                  <a:txBody>
                    <a:bodyPr/>
                    <a:lstStyle/>
                    <a:p>
                      <a:pPr algn="ctr"/>
                      <a:endParaRPr lang="es-MX" sz="1600" dirty="0"/>
                    </a:p>
                  </a:txBody>
                  <a:tcPr/>
                </a:tc>
                <a:tc>
                  <a:txBody>
                    <a:bodyPr/>
                    <a:lstStyle/>
                    <a:p>
                      <a:pPr algn="ctr"/>
                      <a:endParaRPr lang="es-MX" sz="1600" dirty="0"/>
                    </a:p>
                  </a:txBody>
                  <a:tcPr/>
                </a:tc>
                <a:tc>
                  <a:txBody>
                    <a:bodyPr/>
                    <a:lstStyle/>
                    <a:p>
                      <a:pPr algn="ctr"/>
                      <a:endParaRPr lang="es-MX" sz="1600" dirty="0"/>
                    </a:p>
                  </a:txBody>
                  <a:tcPr/>
                </a:tc>
                <a:tc>
                  <a:txBody>
                    <a:bodyPr/>
                    <a:lstStyle/>
                    <a:p>
                      <a:pPr algn="ctr"/>
                      <a:endParaRPr lang="es-MX" sz="1600" dirty="0"/>
                    </a:p>
                  </a:txBody>
                  <a:tcPr/>
                </a:tc>
                <a:extLst>
                  <a:ext uri="{0D108BD9-81ED-4DB2-BD59-A6C34878D82A}">
                    <a16:rowId xmlns:a16="http://schemas.microsoft.com/office/drawing/2014/main" val="10006"/>
                  </a:ext>
                </a:extLst>
              </a:tr>
              <a:tr h="335280">
                <a:tc>
                  <a:txBody>
                    <a:bodyPr/>
                    <a:lstStyle/>
                    <a:p>
                      <a:r>
                        <a:rPr lang="es-MX" sz="1600" dirty="0"/>
                        <a:t>Aumentos de Capital</a:t>
                      </a:r>
                    </a:p>
                  </a:txBody>
                  <a:tcPr/>
                </a:tc>
                <a:tc>
                  <a:txBody>
                    <a:bodyPr/>
                    <a:lstStyle/>
                    <a:p>
                      <a:pPr algn="ctr"/>
                      <a:endParaRPr lang="es-MX" sz="1600" dirty="0"/>
                    </a:p>
                  </a:txBody>
                  <a:tcPr/>
                </a:tc>
                <a:tc>
                  <a:txBody>
                    <a:bodyPr/>
                    <a:lstStyle/>
                    <a:p>
                      <a:pPr algn="ctr"/>
                      <a:endParaRPr lang="es-MX" sz="1600" dirty="0"/>
                    </a:p>
                  </a:txBody>
                  <a:tcPr/>
                </a:tc>
                <a:tc>
                  <a:txBody>
                    <a:bodyPr/>
                    <a:lstStyle/>
                    <a:p>
                      <a:pPr algn="ctr"/>
                      <a:endParaRPr lang="es-MX" sz="1600" dirty="0"/>
                    </a:p>
                  </a:txBody>
                  <a:tcPr/>
                </a:tc>
                <a:tc>
                  <a:txBody>
                    <a:bodyPr/>
                    <a:lstStyle/>
                    <a:p>
                      <a:pPr algn="ctr"/>
                      <a:endParaRPr lang="es-MX" sz="1600" dirty="0"/>
                    </a:p>
                  </a:txBody>
                  <a:tcPr/>
                </a:tc>
                <a:extLst>
                  <a:ext uri="{0D108BD9-81ED-4DB2-BD59-A6C34878D82A}">
                    <a16:rowId xmlns:a16="http://schemas.microsoft.com/office/drawing/2014/main" val="10007"/>
                  </a:ext>
                </a:extLst>
              </a:tr>
              <a:tr h="335280">
                <a:tc>
                  <a:txBody>
                    <a:bodyPr/>
                    <a:lstStyle/>
                    <a:p>
                      <a:r>
                        <a:rPr lang="es-MX" sz="1600" dirty="0"/>
                        <a:t>Pago de pérdidas por accionistas</a:t>
                      </a:r>
                    </a:p>
                  </a:txBody>
                  <a:tcPr/>
                </a:tc>
                <a:tc>
                  <a:txBody>
                    <a:bodyPr/>
                    <a:lstStyle/>
                    <a:p>
                      <a:pPr algn="ctr"/>
                      <a:endParaRPr lang="es-MX" sz="1600" dirty="0"/>
                    </a:p>
                  </a:txBody>
                  <a:tcPr/>
                </a:tc>
                <a:tc>
                  <a:txBody>
                    <a:bodyPr/>
                    <a:lstStyle/>
                    <a:p>
                      <a:pPr algn="ctr"/>
                      <a:endParaRPr lang="es-MX" sz="1600"/>
                    </a:p>
                  </a:txBody>
                  <a:tcPr/>
                </a:tc>
                <a:tc>
                  <a:txBody>
                    <a:bodyPr/>
                    <a:lstStyle/>
                    <a:p>
                      <a:pPr algn="ctr"/>
                      <a:endParaRPr lang="es-MX" sz="1600" dirty="0"/>
                    </a:p>
                  </a:txBody>
                  <a:tcPr/>
                </a:tc>
                <a:tc>
                  <a:txBody>
                    <a:bodyPr/>
                    <a:lstStyle/>
                    <a:p>
                      <a:pPr algn="ctr"/>
                      <a:endParaRPr lang="es-MX" sz="1600" dirty="0"/>
                    </a:p>
                  </a:txBody>
                  <a:tcPr/>
                </a:tc>
                <a:extLst>
                  <a:ext uri="{0D108BD9-81ED-4DB2-BD59-A6C34878D82A}">
                    <a16:rowId xmlns:a16="http://schemas.microsoft.com/office/drawing/2014/main" val="10008"/>
                  </a:ext>
                </a:extLst>
              </a:tr>
              <a:tr h="335280">
                <a:tc>
                  <a:txBody>
                    <a:bodyPr/>
                    <a:lstStyle/>
                    <a:p>
                      <a:r>
                        <a:rPr lang="es-MX" sz="1600" dirty="0"/>
                        <a:t>Método de Participación</a:t>
                      </a:r>
                    </a:p>
                  </a:txBody>
                  <a:tcPr/>
                </a:tc>
                <a:tc>
                  <a:txBody>
                    <a:bodyPr/>
                    <a:lstStyle/>
                    <a:p>
                      <a:pPr algn="ctr"/>
                      <a:endParaRPr lang="es-MX" sz="1600" dirty="0"/>
                    </a:p>
                  </a:txBody>
                  <a:tcPr/>
                </a:tc>
                <a:tc>
                  <a:txBody>
                    <a:bodyPr/>
                    <a:lstStyle/>
                    <a:p>
                      <a:pPr algn="ctr"/>
                      <a:endParaRPr lang="es-MX" sz="1600"/>
                    </a:p>
                  </a:txBody>
                  <a:tcPr/>
                </a:tc>
                <a:tc>
                  <a:txBody>
                    <a:bodyPr/>
                    <a:lstStyle/>
                    <a:p>
                      <a:pPr algn="ctr"/>
                      <a:endParaRPr lang="es-MX" sz="1600" dirty="0"/>
                    </a:p>
                  </a:txBody>
                  <a:tcPr/>
                </a:tc>
                <a:tc>
                  <a:txBody>
                    <a:bodyPr/>
                    <a:lstStyle/>
                    <a:p>
                      <a:pPr algn="ctr"/>
                      <a:endParaRPr lang="es-MX" sz="1600" dirty="0"/>
                    </a:p>
                  </a:txBody>
                  <a:tcPr/>
                </a:tc>
                <a:extLst>
                  <a:ext uri="{0D108BD9-81ED-4DB2-BD59-A6C34878D82A}">
                    <a16:rowId xmlns:a16="http://schemas.microsoft.com/office/drawing/2014/main" val="10009"/>
                  </a:ext>
                </a:extLst>
              </a:tr>
              <a:tr h="335280">
                <a:tc>
                  <a:txBody>
                    <a:bodyPr/>
                    <a:lstStyle/>
                    <a:p>
                      <a:r>
                        <a:rPr lang="es-MX" sz="1600" dirty="0"/>
                        <a:t>Revaluación</a:t>
                      </a:r>
                      <a:r>
                        <a:rPr lang="es-MX" sz="1600" baseline="0" dirty="0"/>
                        <a:t> de Activos</a:t>
                      </a:r>
                      <a:endParaRPr lang="es-MX" sz="1600" dirty="0"/>
                    </a:p>
                  </a:txBody>
                  <a:tcPr/>
                </a:tc>
                <a:tc>
                  <a:txBody>
                    <a:bodyPr/>
                    <a:lstStyle/>
                    <a:p>
                      <a:pPr algn="ctr"/>
                      <a:endParaRPr lang="es-MX" sz="1600" dirty="0"/>
                    </a:p>
                  </a:txBody>
                  <a:tcPr/>
                </a:tc>
                <a:tc>
                  <a:txBody>
                    <a:bodyPr/>
                    <a:lstStyle/>
                    <a:p>
                      <a:pPr algn="ctr"/>
                      <a:endParaRPr lang="es-MX" sz="1600"/>
                    </a:p>
                  </a:txBody>
                  <a:tcPr/>
                </a:tc>
                <a:tc>
                  <a:txBody>
                    <a:bodyPr/>
                    <a:lstStyle/>
                    <a:p>
                      <a:pPr algn="ctr"/>
                      <a:endParaRPr lang="es-MX" sz="1600"/>
                    </a:p>
                  </a:txBody>
                  <a:tcPr/>
                </a:tc>
                <a:tc>
                  <a:txBody>
                    <a:bodyPr/>
                    <a:lstStyle/>
                    <a:p>
                      <a:pPr algn="ctr"/>
                      <a:endParaRPr lang="es-MX" sz="1600" dirty="0"/>
                    </a:p>
                  </a:txBody>
                  <a:tcPr/>
                </a:tc>
                <a:extLst>
                  <a:ext uri="{0D108BD9-81ED-4DB2-BD59-A6C34878D82A}">
                    <a16:rowId xmlns:a16="http://schemas.microsoft.com/office/drawing/2014/main" val="10010"/>
                  </a:ext>
                </a:extLst>
              </a:tr>
              <a:tr h="335280">
                <a:tc>
                  <a:txBody>
                    <a:bodyPr/>
                    <a:lstStyle/>
                    <a:p>
                      <a:r>
                        <a:rPr lang="es-MX" sz="1600" dirty="0"/>
                        <a:t>Revaluación</a:t>
                      </a:r>
                      <a:r>
                        <a:rPr lang="es-MX" sz="1600" baseline="0" dirty="0"/>
                        <a:t> de Capital</a:t>
                      </a:r>
                      <a:endParaRPr lang="es-MX" sz="1600" dirty="0"/>
                    </a:p>
                  </a:txBody>
                  <a:tcPr/>
                </a:tc>
                <a:tc>
                  <a:txBody>
                    <a:bodyPr/>
                    <a:lstStyle/>
                    <a:p>
                      <a:pPr algn="ctr"/>
                      <a:endParaRPr lang="es-MX" sz="1600" dirty="0"/>
                    </a:p>
                  </a:txBody>
                  <a:tcPr/>
                </a:tc>
                <a:tc>
                  <a:txBody>
                    <a:bodyPr/>
                    <a:lstStyle/>
                    <a:p>
                      <a:pPr algn="ctr"/>
                      <a:endParaRPr lang="es-MX" sz="1600" dirty="0"/>
                    </a:p>
                  </a:txBody>
                  <a:tcPr/>
                </a:tc>
                <a:tc>
                  <a:txBody>
                    <a:bodyPr/>
                    <a:lstStyle/>
                    <a:p>
                      <a:pPr algn="ctr"/>
                      <a:endParaRPr lang="es-MX" sz="1600" dirty="0"/>
                    </a:p>
                  </a:txBody>
                  <a:tcPr/>
                </a:tc>
                <a:tc>
                  <a:txBody>
                    <a:bodyPr/>
                    <a:lstStyle/>
                    <a:p>
                      <a:pPr algn="ctr"/>
                      <a:endParaRPr lang="es-MX" sz="1600" dirty="0"/>
                    </a:p>
                  </a:txBody>
                  <a:tcPr/>
                </a:tc>
                <a:extLst>
                  <a:ext uri="{0D108BD9-81ED-4DB2-BD59-A6C34878D82A}">
                    <a16:rowId xmlns:a16="http://schemas.microsoft.com/office/drawing/2014/main" val="10011"/>
                  </a:ext>
                </a:extLst>
              </a:tr>
              <a:tr h="335280">
                <a:tc>
                  <a:txBody>
                    <a:bodyPr/>
                    <a:lstStyle/>
                    <a:p>
                      <a:r>
                        <a:rPr lang="es-MX" sz="1600" dirty="0"/>
                        <a:t>Préstamos</a:t>
                      </a:r>
                      <a:r>
                        <a:rPr lang="es-MX" sz="1600" baseline="0" dirty="0"/>
                        <a:t> obtenidos</a:t>
                      </a:r>
                      <a:endParaRPr lang="es-MX" sz="1600" dirty="0"/>
                    </a:p>
                  </a:txBody>
                  <a:tcPr/>
                </a:tc>
                <a:tc>
                  <a:txBody>
                    <a:bodyPr/>
                    <a:lstStyle/>
                    <a:p>
                      <a:pPr algn="ctr"/>
                      <a:endParaRPr lang="es-MX" sz="1600" dirty="0"/>
                    </a:p>
                  </a:txBody>
                  <a:tcPr/>
                </a:tc>
                <a:tc>
                  <a:txBody>
                    <a:bodyPr/>
                    <a:lstStyle/>
                    <a:p>
                      <a:pPr algn="ctr"/>
                      <a:endParaRPr lang="es-MX" sz="1600" dirty="0"/>
                    </a:p>
                  </a:txBody>
                  <a:tcPr/>
                </a:tc>
                <a:tc>
                  <a:txBody>
                    <a:bodyPr/>
                    <a:lstStyle/>
                    <a:p>
                      <a:pPr algn="ctr"/>
                      <a:endParaRPr lang="es-MX" sz="1600" dirty="0"/>
                    </a:p>
                  </a:txBody>
                  <a:tcPr/>
                </a:tc>
                <a:tc>
                  <a:txBody>
                    <a:bodyPr/>
                    <a:lstStyle/>
                    <a:p>
                      <a:pPr algn="ctr"/>
                      <a:endParaRPr lang="es-MX" sz="1600" dirty="0"/>
                    </a:p>
                  </a:txBody>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1803076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s-MX" dirty="0"/>
              <a:t>En general, los ingresos se acumulan lo antes posible</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85315331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90941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s-MX" dirty="0"/>
              <a:t>Aunque el perfeccionamiento no es un supuesto de la Ley, obliga a expedir comprobantes</a:t>
            </a:r>
          </a:p>
        </p:txBody>
      </p:sp>
      <p:graphicFrame>
        <p:nvGraphicFramePr>
          <p:cNvPr id="4" name="Content Placeholder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0" name="Arrow: Bent 19"/>
          <p:cNvSpPr/>
          <p:nvPr/>
        </p:nvSpPr>
        <p:spPr>
          <a:xfrm rot="10800000">
            <a:off x="6887687" y="2624446"/>
            <a:ext cx="3610099" cy="653143"/>
          </a:xfrm>
          <a:prstGeom prst="ben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Tree>
    <p:extLst>
      <p:ext uri="{BB962C8B-B14F-4D97-AF65-F5344CB8AC3E}">
        <p14:creationId xmlns:p14="http://schemas.microsoft.com/office/powerpoint/2010/main" val="41984393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7.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8.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9.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0.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7.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8.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9.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0.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4464</TotalTime>
  <Words>2599</Words>
  <Application>Microsoft Macintosh PowerPoint</Application>
  <PresentationFormat>Widescreen</PresentationFormat>
  <Paragraphs>326</Paragraphs>
  <Slides>29</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Calibri Light</vt:lpstr>
      <vt:lpstr>Tema de Office</vt:lpstr>
      <vt:lpstr>II. Disposiciones Generales de la LISR</vt:lpstr>
      <vt:lpstr>II. Disposiciones Generales de la LISR</vt:lpstr>
      <vt:lpstr>Para definir al Sujeto, el Criterio de Nacionalidad no es aplicable en México (LISR 1)</vt:lpstr>
      <vt:lpstr>La administración principal o sede de dirección es el lugar en el que se toman o ejecutan las decisiones y ello determina la residencia</vt:lpstr>
      <vt:lpstr>Al cambiar de residencia (al extranjero) debe pagarse el impuesto (“Exit Tax”). (LISR 12 Segundo párrafo)</vt:lpstr>
      <vt:lpstr>La Base es distinta dependiendo del tipo de Contribuyente</vt:lpstr>
      <vt:lpstr>PowerPoint Presentation</vt:lpstr>
      <vt:lpstr>A veces se hacen “ficciones” como ocurre al considerar a la AenP como Personal Moral (LISR 7)</vt:lpstr>
      <vt:lpstr>Las acciones son los títulos que representan la propiedad de las personas morales y los accionistas son los propietarios de esos títulos (LISR 7 Segundo párrafo)</vt:lpstr>
      <vt:lpstr>En los Fideicomisos no se hace la “ficción” y por ello no son Sujetos</vt:lpstr>
      <vt:lpstr>Entidades extranjeras transparentes fiscales y figuras jurídicas extranjeras (LISR 4-A)</vt:lpstr>
      <vt:lpstr>Un Establecimiento Permanente es una especie de combinación entre Residencia y Fuente de Riqueza</vt:lpstr>
      <vt:lpstr>Las Sucursales no son una persona distinta de la Casa Matriz</vt:lpstr>
      <vt:lpstr>El ISR se determina por ejercicios fiscales que terminarán el 31 de diciembre, excepto que sea el de liquidación (CFF 11)</vt:lpstr>
      <vt:lpstr>El Ejercicio de Liquidación puede tener cualquier duración</vt:lpstr>
      <vt:lpstr>PowerPoint Presentation</vt:lpstr>
      <vt:lpstr>PowerPoint Presentation</vt:lpstr>
      <vt:lpstr>Ejercicio: Para fines del ISR</vt:lpstr>
      <vt:lpstr>III. Los Ingresos Acumulables</vt:lpstr>
      <vt:lpstr>III. Los Ingresos Acumulables</vt:lpstr>
      <vt:lpstr>Ingreso es cualquier modificación patrimonial positiva</vt:lpstr>
      <vt:lpstr>Ingresos (LISR-16)</vt:lpstr>
      <vt:lpstr>Las exenciones y los que no se consideran ingresos deben ser expresamente definidos (LISR-16, Primer Párrafo)</vt:lpstr>
      <vt:lpstr>Los dividendos de residentes en México son un ingreso exento (LISR 16, Sexto párrafo)</vt:lpstr>
      <vt:lpstr>La exención a los dividendos permite que existan estructuras verticales</vt:lpstr>
      <vt:lpstr>Los conceptos que no se consideran ingresos se encuentran en una lista “limitativa” (LISR 16)</vt:lpstr>
      <vt:lpstr>Ejercicio: Si no es ingreso no es objeto del ISR</vt:lpstr>
      <vt:lpstr>En general, los ingresos se acumulan lo antes posible</vt:lpstr>
      <vt:lpstr>Aunque el perfeccionamiento no es un supuesto de la Ley, obliga a expedir comprobantes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Área de Oportunidad</dc:title>
  <dc:creator>Jaime De Leon R.</dc:creator>
  <cp:lastModifiedBy>DIEGO CORDOBA URRUTIA</cp:lastModifiedBy>
  <cp:revision>7</cp:revision>
  <dcterms:created xsi:type="dcterms:W3CDTF">2022-06-10T16:01:17Z</dcterms:created>
  <dcterms:modified xsi:type="dcterms:W3CDTF">2026-02-21T14:48:50Z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537ea1f-2c5d-459d-abec-9c12fc11b92c_Enabled">
    <vt:lpwstr>true</vt:lpwstr>
  </property>
  <property fmtid="{D5CDD505-2E9C-101B-9397-08002B2CF9AE}" pid="3" name="MSIP_Label_d537ea1f-2c5d-459d-abec-9c12fc11b92c_SetDate">
    <vt:lpwstr>2024-09-11T19:48:15Z</vt:lpwstr>
  </property>
  <property fmtid="{D5CDD505-2E9C-101B-9397-08002B2CF9AE}" pid="4" name="MSIP_Label_d537ea1f-2c5d-459d-abec-9c12fc11b92c_Method">
    <vt:lpwstr>Privileged</vt:lpwstr>
  </property>
  <property fmtid="{D5CDD505-2E9C-101B-9397-08002B2CF9AE}" pid="5" name="MSIP_Label_d537ea1f-2c5d-459d-abec-9c12fc11b92c_Name">
    <vt:lpwstr>General</vt:lpwstr>
  </property>
  <property fmtid="{D5CDD505-2E9C-101B-9397-08002B2CF9AE}" pid="6" name="MSIP_Label_d537ea1f-2c5d-459d-abec-9c12fc11b92c_SiteId">
    <vt:lpwstr>5a3c2a26-df13-4524-9df2-07d9a4d4a7d0</vt:lpwstr>
  </property>
  <property fmtid="{D5CDD505-2E9C-101B-9397-08002B2CF9AE}" pid="7" name="MSIP_Label_d537ea1f-2c5d-459d-abec-9c12fc11b92c_ActionId">
    <vt:lpwstr>8dbc8b15-e698-448c-8ae4-ce6e05993e9a</vt:lpwstr>
  </property>
  <property fmtid="{D5CDD505-2E9C-101B-9397-08002B2CF9AE}" pid="8" name="MSIP_Label_d537ea1f-2c5d-459d-abec-9c12fc11b92c_ContentBits">
    <vt:lpwstr>0</vt:lpwstr>
  </property>
</Properties>
</file>