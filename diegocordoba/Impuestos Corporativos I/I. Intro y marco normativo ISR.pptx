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5.xml" ContentType="application/vnd.openxmlformats-officedocument.presentationml.tags+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6.xml" ContentType="application/vnd.openxmlformats-officedocument.presentationml.tags+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17.xml" ContentType="application/vnd.openxmlformats-officedocument.presentationml.tags+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8.xml" ContentType="application/vnd.openxmlformats-officedocument.presentationml.tags+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9.xml" ContentType="application/vnd.openxmlformats-officedocument.presentationml.tags+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20.xml" ContentType="application/vnd.openxmlformats-officedocument.presentationml.tags+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ags/tag21.xml" ContentType="application/vnd.openxmlformats-officedocument.presentationml.tags+xml"/>
  <Override PartName="/ppt/notesSlides/notesSlide2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22.xml" ContentType="application/vnd.openxmlformats-officedocument.presentationml.tags+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tags/tag28.xml" ContentType="application/vnd.openxmlformats-officedocument.presentationml.tags+xml"/>
  <Override PartName="/ppt/notesSlides/notesSlide29.xml" ContentType="application/vnd.openxmlformats-officedocument.presentationml.notesSlide+xml"/>
  <Override PartName="/ppt/tags/tag29.xml" ContentType="application/vnd.openxmlformats-officedocument.presentationml.tags+xml"/>
  <Override PartName="/ppt/notesSlides/notesSlide30.xml" ContentType="application/vnd.openxmlformats-officedocument.presentationml.notesSlide+xml"/>
  <Override PartName="/ppt/tags/tag30.xml" ContentType="application/vnd.openxmlformats-officedocument.presentationml.tags+xml"/>
  <Override PartName="/ppt/notesSlides/notesSlide31.xml" ContentType="application/vnd.openxmlformats-officedocument.presentationml.notesSlide+xml"/>
  <Override PartName="/ppt/tags/tag31.xml" ContentType="application/vnd.openxmlformats-officedocument.presentationml.tags+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2.xml" ContentType="application/vnd.openxmlformats-officedocument.presentationml.notesSlide+xml"/>
  <Override PartName="/ppt/tags/tag32.xml" ContentType="application/vnd.openxmlformats-officedocument.presentationml.tags+xml"/>
  <Override PartName="/ppt/notesSlides/notesSlide33.xml" ContentType="application/vnd.openxmlformats-officedocument.presentationml.notesSlide+xml"/>
  <Override PartName="/ppt/tags/tag3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47" r:id="rId2"/>
    <p:sldId id="348" r:id="rId3"/>
    <p:sldId id="351" r:id="rId4"/>
    <p:sldId id="352" r:id="rId5"/>
    <p:sldId id="1167" r:id="rId6"/>
    <p:sldId id="354" r:id="rId7"/>
    <p:sldId id="262" r:id="rId8"/>
    <p:sldId id="1166" r:id="rId9"/>
    <p:sldId id="265" r:id="rId10"/>
    <p:sldId id="798" r:id="rId11"/>
    <p:sldId id="266" r:id="rId12"/>
    <p:sldId id="272" r:id="rId13"/>
    <p:sldId id="270" r:id="rId14"/>
    <p:sldId id="273" r:id="rId15"/>
    <p:sldId id="271" r:id="rId16"/>
    <p:sldId id="267" r:id="rId17"/>
    <p:sldId id="1169" r:id="rId18"/>
    <p:sldId id="1170" r:id="rId19"/>
    <p:sldId id="268" r:id="rId20"/>
    <p:sldId id="478" r:id="rId21"/>
    <p:sldId id="269" r:id="rId22"/>
    <p:sldId id="889" r:id="rId23"/>
    <p:sldId id="890" r:id="rId24"/>
    <p:sldId id="891" r:id="rId25"/>
    <p:sldId id="892" r:id="rId26"/>
    <p:sldId id="282" r:id="rId27"/>
    <p:sldId id="283" r:id="rId28"/>
    <p:sldId id="284" r:id="rId29"/>
    <p:sldId id="285" r:id="rId30"/>
    <p:sldId id="794" r:id="rId31"/>
    <p:sldId id="277" r:id="rId32"/>
    <p:sldId id="286" r:id="rId33"/>
    <p:sldId id="287" r:id="rId34"/>
    <p:sldId id="278" r:id="rId35"/>
    <p:sldId id="289" r:id="rId36"/>
    <p:sldId id="290" r:id="rId37"/>
    <p:sldId id="1168" r:id="rId38"/>
    <p:sldId id="1079" r:id="rId39"/>
    <p:sldId id="281" r:id="rId40"/>
    <p:sldId id="1053" r:id="rId41"/>
    <p:sldId id="300" r:id="rId42"/>
    <p:sldId id="301" r:id="rId4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29273B-B346-48CB-BE4F-8DA1857DAB3C}" v="8" dt="2026-01-15T04:00:11.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p:scale>
          <a:sx n="66" d="100"/>
          <a:sy n="66" d="100"/>
        </p:scale>
        <p:origin x="2172" y="9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De León R." userId="6107559c-c399-4371-a23a-d124d3599f82" providerId="ADAL" clId="{8AD37D5C-5334-4E74-84DE-A3D1C10F2FC0}"/>
    <pc:docChg chg="undo custSel addSld delSld modSld">
      <pc:chgData name="Jaime De León R." userId="6107559c-c399-4371-a23a-d124d3599f82" providerId="ADAL" clId="{8AD37D5C-5334-4E74-84DE-A3D1C10F2FC0}" dt="2026-01-15T04:10:43.112" v="226" actId="20577"/>
      <pc:docMkLst>
        <pc:docMk/>
      </pc:docMkLst>
      <pc:sldChg chg="addSp delSp mod">
        <pc:chgData name="Jaime De León R." userId="6107559c-c399-4371-a23a-d124d3599f82" providerId="ADAL" clId="{8AD37D5C-5334-4E74-84DE-A3D1C10F2FC0}" dt="2026-01-15T03:59:04.729" v="19" actId="478"/>
        <pc:sldMkLst>
          <pc:docMk/>
          <pc:sldMk cId="3795566268" sldId="268"/>
        </pc:sldMkLst>
        <pc:picChg chg="add del">
          <ac:chgData name="Jaime De León R." userId="6107559c-c399-4371-a23a-d124d3599f82" providerId="ADAL" clId="{8AD37D5C-5334-4E74-84DE-A3D1C10F2FC0}" dt="2026-01-15T03:59:04.729" v="19" actId="478"/>
          <ac:picMkLst>
            <pc:docMk/>
            <pc:sldMk cId="3795566268" sldId="268"/>
            <ac:picMk id="4" creationId="{E8F9F769-7D55-8092-7745-521851CF2D21}"/>
          </ac:picMkLst>
        </pc:picChg>
      </pc:sldChg>
      <pc:sldChg chg="modSp mod">
        <pc:chgData name="Jaime De León R." userId="6107559c-c399-4371-a23a-d124d3599f82" providerId="ADAL" clId="{8AD37D5C-5334-4E74-84DE-A3D1C10F2FC0}" dt="2026-01-15T04:10:43.112" v="226" actId="20577"/>
        <pc:sldMkLst>
          <pc:docMk/>
          <pc:sldMk cId="287824539" sldId="281"/>
        </pc:sldMkLst>
        <pc:spChg chg="mod">
          <ac:chgData name="Jaime De León R." userId="6107559c-c399-4371-a23a-d124d3599f82" providerId="ADAL" clId="{8AD37D5C-5334-4E74-84DE-A3D1C10F2FC0}" dt="2026-01-15T04:10:43.112" v="226" actId="20577"/>
          <ac:spMkLst>
            <pc:docMk/>
            <pc:sldMk cId="287824539" sldId="281"/>
            <ac:spMk id="5" creationId="{00000000-0000-0000-0000-000000000000}"/>
          </ac:spMkLst>
        </pc:spChg>
        <pc:spChg chg="mod">
          <ac:chgData name="Jaime De León R." userId="6107559c-c399-4371-a23a-d124d3599f82" providerId="ADAL" clId="{8AD37D5C-5334-4E74-84DE-A3D1C10F2FC0}" dt="2026-01-15T04:09:59.664" v="219" actId="108"/>
          <ac:spMkLst>
            <pc:docMk/>
            <pc:sldMk cId="287824539" sldId="281"/>
            <ac:spMk id="7" creationId="{00000000-0000-0000-0000-000000000000}"/>
          </ac:spMkLst>
        </pc:spChg>
      </pc:sldChg>
      <pc:sldChg chg="modSp mod">
        <pc:chgData name="Jaime De León R." userId="6107559c-c399-4371-a23a-d124d3599f82" providerId="ADAL" clId="{8AD37D5C-5334-4E74-84DE-A3D1C10F2FC0}" dt="2026-01-15T04:04:48.476" v="105" actId="20577"/>
        <pc:sldMkLst>
          <pc:docMk/>
          <pc:sldMk cId="149950726" sldId="289"/>
        </pc:sldMkLst>
        <pc:graphicFrameChg chg="modGraphic">
          <ac:chgData name="Jaime De León R." userId="6107559c-c399-4371-a23a-d124d3599f82" providerId="ADAL" clId="{8AD37D5C-5334-4E74-84DE-A3D1C10F2FC0}" dt="2026-01-15T04:04:48.476" v="105" actId="20577"/>
          <ac:graphicFrameMkLst>
            <pc:docMk/>
            <pc:sldMk cId="149950726" sldId="289"/>
            <ac:graphicFrameMk id="4" creationId="{00000000-0000-0000-0000-000000000000}"/>
          </ac:graphicFrameMkLst>
        </pc:graphicFrameChg>
      </pc:sldChg>
      <pc:sldChg chg="modSp mod">
        <pc:chgData name="Jaime De León R." userId="6107559c-c399-4371-a23a-d124d3599f82" providerId="ADAL" clId="{8AD37D5C-5334-4E74-84DE-A3D1C10F2FC0}" dt="2026-01-15T04:07:21.080" v="153" actId="2164"/>
        <pc:sldMkLst>
          <pc:docMk/>
          <pc:sldMk cId="3653561584" sldId="290"/>
        </pc:sldMkLst>
        <pc:graphicFrameChg chg="mod modGraphic">
          <ac:chgData name="Jaime De León R." userId="6107559c-c399-4371-a23a-d124d3599f82" providerId="ADAL" clId="{8AD37D5C-5334-4E74-84DE-A3D1C10F2FC0}" dt="2026-01-15T04:07:21.080" v="153" actId="2164"/>
          <ac:graphicFrameMkLst>
            <pc:docMk/>
            <pc:sldMk cId="3653561584" sldId="290"/>
            <ac:graphicFrameMk id="4" creationId="{00000000-0000-0000-0000-000000000000}"/>
          </ac:graphicFrameMkLst>
        </pc:graphicFrameChg>
      </pc:sldChg>
      <pc:sldChg chg="modSp mod">
        <pc:chgData name="Jaime De León R." userId="6107559c-c399-4371-a23a-d124d3599f82" providerId="ADAL" clId="{8AD37D5C-5334-4E74-84DE-A3D1C10F2FC0}" dt="2026-01-15T03:55:41.307" v="0" actId="20577"/>
        <pc:sldMkLst>
          <pc:docMk/>
          <pc:sldMk cId="3546969528" sldId="347"/>
        </pc:sldMkLst>
        <pc:spChg chg="mod">
          <ac:chgData name="Jaime De León R." userId="6107559c-c399-4371-a23a-d124d3599f82" providerId="ADAL" clId="{8AD37D5C-5334-4E74-84DE-A3D1C10F2FC0}" dt="2026-01-15T03:55:41.307" v="0" actId="20577"/>
          <ac:spMkLst>
            <pc:docMk/>
            <pc:sldMk cId="3546969528" sldId="347"/>
            <ac:spMk id="3" creationId="{5DC4FFFB-F13E-8F80-523D-6692E31E369B}"/>
          </ac:spMkLst>
        </pc:spChg>
      </pc:sldChg>
      <pc:sldChg chg="modSp mod">
        <pc:chgData name="Jaime De León R." userId="6107559c-c399-4371-a23a-d124d3599f82" providerId="ADAL" clId="{8AD37D5C-5334-4E74-84DE-A3D1C10F2FC0}" dt="2026-01-15T03:56:49.942" v="8" actId="20577"/>
        <pc:sldMkLst>
          <pc:docMk/>
          <pc:sldMk cId="1735679493" sldId="351"/>
        </pc:sldMkLst>
        <pc:graphicFrameChg chg="modGraphic">
          <ac:chgData name="Jaime De León R." userId="6107559c-c399-4371-a23a-d124d3599f82" providerId="ADAL" clId="{8AD37D5C-5334-4E74-84DE-A3D1C10F2FC0}" dt="2026-01-15T03:56:49.942" v="8" actId="20577"/>
          <ac:graphicFrameMkLst>
            <pc:docMk/>
            <pc:sldMk cId="1735679493" sldId="351"/>
            <ac:graphicFrameMk id="2" creationId="{B68CE709-6105-6BD9-02E1-78E412C41816}"/>
          </ac:graphicFrameMkLst>
        </pc:graphicFrameChg>
      </pc:sldChg>
      <pc:sldChg chg="addSp delSp modSp del mod">
        <pc:chgData name="Jaime De León R." userId="6107559c-c399-4371-a23a-d124d3599f82" providerId="ADAL" clId="{8AD37D5C-5334-4E74-84DE-A3D1C10F2FC0}" dt="2026-01-15T03:58:48.365" v="13" actId="47"/>
        <pc:sldMkLst>
          <pc:docMk/>
          <pc:sldMk cId="571127477" sldId="796"/>
        </pc:sldMkLst>
        <pc:spChg chg="add del mod">
          <ac:chgData name="Jaime De León R." userId="6107559c-c399-4371-a23a-d124d3599f82" providerId="ADAL" clId="{8AD37D5C-5334-4E74-84DE-A3D1C10F2FC0}" dt="2026-01-15T03:58:22.336" v="10" actId="478"/>
          <ac:spMkLst>
            <pc:docMk/>
            <pc:sldMk cId="571127477" sldId="796"/>
            <ac:spMk id="3" creationId="{46F99239-2298-2AB4-F344-5E61D41D0439}"/>
          </ac:spMkLst>
        </pc:spChg>
        <pc:spChg chg="add del mod">
          <ac:chgData name="Jaime De León R." userId="6107559c-c399-4371-a23a-d124d3599f82" providerId="ADAL" clId="{8AD37D5C-5334-4E74-84DE-A3D1C10F2FC0}" dt="2026-01-15T03:58:22.336" v="10" actId="478"/>
          <ac:spMkLst>
            <pc:docMk/>
            <pc:sldMk cId="571127477" sldId="796"/>
            <ac:spMk id="5" creationId="{0962B1E6-58E6-EB34-3613-337E1AEDAB51}"/>
          </ac:spMkLst>
        </pc:spChg>
        <pc:graphicFrameChg chg="add del mod">
          <ac:chgData name="Jaime De León R." userId="6107559c-c399-4371-a23a-d124d3599f82" providerId="ADAL" clId="{8AD37D5C-5334-4E74-84DE-A3D1C10F2FC0}" dt="2026-01-15T03:58:27.626" v="12" actId="478"/>
          <ac:graphicFrameMkLst>
            <pc:docMk/>
            <pc:sldMk cId="571127477" sldId="796"/>
            <ac:graphicFrameMk id="6" creationId="{0511185E-6302-B863-7DE7-3869A0849D95}"/>
          </ac:graphicFrameMkLst>
        </pc:graphicFrameChg>
        <pc:graphicFrameChg chg="del">
          <ac:chgData name="Jaime De León R." userId="6107559c-c399-4371-a23a-d124d3599f82" providerId="ADAL" clId="{8AD37D5C-5334-4E74-84DE-A3D1C10F2FC0}" dt="2026-01-15T03:58:18.756" v="9" actId="478"/>
          <ac:graphicFrameMkLst>
            <pc:docMk/>
            <pc:sldMk cId="571127477" sldId="796"/>
            <ac:graphicFrameMk id="7" creationId="{00000000-0000-0000-0000-000000000000}"/>
          </ac:graphicFrameMkLst>
        </pc:graphicFrameChg>
        <pc:graphicFrameChg chg="del">
          <ac:chgData name="Jaime De León R." userId="6107559c-c399-4371-a23a-d124d3599f82" providerId="ADAL" clId="{8AD37D5C-5334-4E74-84DE-A3D1C10F2FC0}" dt="2026-01-15T03:58:18.756" v="9" actId="478"/>
          <ac:graphicFrameMkLst>
            <pc:docMk/>
            <pc:sldMk cId="571127477" sldId="796"/>
            <ac:graphicFrameMk id="13" creationId="{00000000-0000-0000-0000-000000000000}"/>
          </ac:graphicFrameMkLst>
        </pc:graphicFrameChg>
      </pc:sldChg>
      <pc:sldChg chg="modSp mod">
        <pc:chgData name="Jaime De León R." userId="6107559c-c399-4371-a23a-d124d3599f82" providerId="ADAL" clId="{8AD37D5C-5334-4E74-84DE-A3D1C10F2FC0}" dt="2026-01-15T04:02:00.459" v="92" actId="27636"/>
        <pc:sldMkLst>
          <pc:docMk/>
          <pc:sldMk cId="1790269909" sldId="892"/>
        </pc:sldMkLst>
        <pc:spChg chg="mod">
          <ac:chgData name="Jaime De León R." userId="6107559c-c399-4371-a23a-d124d3599f82" providerId="ADAL" clId="{8AD37D5C-5334-4E74-84DE-A3D1C10F2FC0}" dt="2026-01-15T04:02:00.459" v="92" actId="27636"/>
          <ac:spMkLst>
            <pc:docMk/>
            <pc:sldMk cId="1790269909" sldId="892"/>
            <ac:spMk id="3" creationId="{00000000-0000-0000-0000-000000000000}"/>
          </ac:spMkLst>
        </pc:spChg>
      </pc:sldChg>
      <pc:sldChg chg="add del">
        <pc:chgData name="Jaime De León R." userId="6107559c-c399-4371-a23a-d124d3599f82" providerId="ADAL" clId="{8AD37D5C-5334-4E74-84DE-A3D1C10F2FC0}" dt="2026-01-15T03:58:59.267" v="17"/>
        <pc:sldMkLst>
          <pc:docMk/>
          <pc:sldMk cId="1333637956" sldId="958"/>
        </pc:sldMkLst>
      </pc:sldChg>
      <pc:sldChg chg="modSp mod">
        <pc:chgData name="Jaime De León R." userId="6107559c-c399-4371-a23a-d124d3599f82" providerId="ADAL" clId="{8AD37D5C-5334-4E74-84DE-A3D1C10F2FC0}" dt="2026-01-15T04:08:34.739" v="207" actId="20577"/>
        <pc:sldMkLst>
          <pc:docMk/>
          <pc:sldMk cId="519421820" sldId="1079"/>
        </pc:sldMkLst>
        <pc:spChg chg="mod">
          <ac:chgData name="Jaime De León R." userId="6107559c-c399-4371-a23a-d124d3599f82" providerId="ADAL" clId="{8AD37D5C-5334-4E74-84DE-A3D1C10F2FC0}" dt="2026-01-15T04:07:50.601" v="205" actId="27636"/>
          <ac:spMkLst>
            <pc:docMk/>
            <pc:sldMk cId="519421820" sldId="1079"/>
            <ac:spMk id="7" creationId="{BB33C770-ABE7-4699-93D3-DD68153ECAC7}"/>
          </ac:spMkLst>
        </pc:spChg>
        <pc:spChg chg="mod">
          <ac:chgData name="Jaime De León R." userId="6107559c-c399-4371-a23a-d124d3599f82" providerId="ADAL" clId="{8AD37D5C-5334-4E74-84DE-A3D1C10F2FC0}" dt="2026-01-15T04:08:34.739" v="207" actId="20577"/>
          <ac:spMkLst>
            <pc:docMk/>
            <pc:sldMk cId="519421820" sldId="1079"/>
            <ac:spMk id="8" creationId="{B4146C17-9C44-4587-A524-2923EDA9AEEB}"/>
          </ac:spMkLst>
        </pc:spChg>
      </pc:sldChg>
      <pc:sldChg chg="addSp delSp modSp add mod">
        <pc:chgData name="Jaime De León R." userId="6107559c-c399-4371-a23a-d124d3599f82" providerId="ADAL" clId="{8AD37D5C-5334-4E74-84DE-A3D1C10F2FC0}" dt="2026-01-15T03:59:45.797" v="48" actId="1076"/>
        <pc:sldMkLst>
          <pc:docMk/>
          <pc:sldMk cId="449609387" sldId="1169"/>
        </pc:sldMkLst>
        <pc:spChg chg="mod">
          <ac:chgData name="Jaime De León R." userId="6107559c-c399-4371-a23a-d124d3599f82" providerId="ADAL" clId="{8AD37D5C-5334-4E74-84DE-A3D1C10F2FC0}" dt="2026-01-15T03:59:32.334" v="44" actId="20577"/>
          <ac:spMkLst>
            <pc:docMk/>
            <pc:sldMk cId="449609387" sldId="1169"/>
            <ac:spMk id="2" creationId="{22F18C18-A0B0-5A3F-BF4E-4258DA332DA1}"/>
          </ac:spMkLst>
        </pc:spChg>
        <pc:spChg chg="add del mod">
          <ac:chgData name="Jaime De León R." userId="6107559c-c399-4371-a23a-d124d3599f82" providerId="ADAL" clId="{8AD37D5C-5334-4E74-84DE-A3D1C10F2FC0}" dt="2026-01-15T03:59:13.967" v="22" actId="478"/>
          <ac:spMkLst>
            <pc:docMk/>
            <pc:sldMk cId="449609387" sldId="1169"/>
            <ac:spMk id="5" creationId="{E22DED8A-D994-6E02-F12B-6DF48E0C6E33}"/>
          </ac:spMkLst>
        </pc:spChg>
        <pc:spChg chg="add mod">
          <ac:chgData name="Jaime De León R." userId="6107559c-c399-4371-a23a-d124d3599f82" providerId="ADAL" clId="{8AD37D5C-5334-4E74-84DE-A3D1C10F2FC0}" dt="2026-01-15T03:59:45.797" v="48" actId="1076"/>
          <ac:spMkLst>
            <pc:docMk/>
            <pc:sldMk cId="449609387" sldId="1169"/>
            <ac:spMk id="6" creationId="{E34B6CF9-CCE4-C6BB-2F99-65C9A608CC73}"/>
          </ac:spMkLst>
        </pc:spChg>
        <pc:graphicFrameChg chg="del">
          <ac:chgData name="Jaime De León R." userId="6107559c-c399-4371-a23a-d124d3599f82" providerId="ADAL" clId="{8AD37D5C-5334-4E74-84DE-A3D1C10F2FC0}" dt="2026-01-15T03:59:11.839" v="21" actId="478"/>
          <ac:graphicFrameMkLst>
            <pc:docMk/>
            <pc:sldMk cId="449609387" sldId="1169"/>
            <ac:graphicFrameMk id="4" creationId="{24031D46-BC25-70D9-DEDA-15C1A146571C}"/>
          </ac:graphicFrameMkLst>
        </pc:graphicFrameChg>
      </pc:sldChg>
      <pc:sldChg chg="addSp delSp modSp add mod">
        <pc:chgData name="Jaime De León R." userId="6107559c-c399-4371-a23a-d124d3599f82" providerId="ADAL" clId="{8AD37D5C-5334-4E74-84DE-A3D1C10F2FC0}" dt="2026-01-15T04:00:11.766" v="51"/>
        <pc:sldMkLst>
          <pc:docMk/>
          <pc:sldMk cId="3563410112" sldId="1170"/>
        </pc:sldMkLst>
        <pc:spChg chg="add mod">
          <ac:chgData name="Jaime De León R." userId="6107559c-c399-4371-a23a-d124d3599f82" providerId="ADAL" clId="{8AD37D5C-5334-4E74-84DE-A3D1C10F2FC0}" dt="2026-01-15T04:00:11.766" v="51"/>
          <ac:spMkLst>
            <pc:docMk/>
            <pc:sldMk cId="3563410112" sldId="1170"/>
            <ac:spMk id="3" creationId="{29027354-BB96-E57F-F0CE-E83E6EE0F928}"/>
          </ac:spMkLst>
        </pc:spChg>
        <pc:spChg chg="del">
          <ac:chgData name="Jaime De León R." userId="6107559c-c399-4371-a23a-d124d3599f82" providerId="ADAL" clId="{8AD37D5C-5334-4E74-84DE-A3D1C10F2FC0}" dt="2026-01-15T04:00:11.179" v="50" actId="478"/>
          <ac:spMkLst>
            <pc:docMk/>
            <pc:sldMk cId="3563410112" sldId="1170"/>
            <ac:spMk id="6" creationId="{DBB398D2-6F80-1338-3B48-FF1B039E5EB1}"/>
          </ac:spMkLst>
        </pc:spChg>
        <pc:graphicFrameChg chg="add mod">
          <ac:chgData name="Jaime De León R." userId="6107559c-c399-4371-a23a-d124d3599f82" providerId="ADAL" clId="{8AD37D5C-5334-4E74-84DE-A3D1C10F2FC0}" dt="2026-01-15T04:00:11.766" v="51"/>
          <ac:graphicFrameMkLst>
            <pc:docMk/>
            <pc:sldMk cId="3563410112" sldId="1170"/>
            <ac:graphicFrameMk id="4" creationId="{FFF8865F-935C-3CC4-FD7B-A4E2A6F694C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6805BB-2706-41D4-9785-F183F29A863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MX"/>
        </a:p>
      </dgm:t>
    </dgm:pt>
    <dgm:pt modelId="{DFC7D37B-03F3-4398-9D40-8917D3891D2B}">
      <dgm:prSet phldrT="[Text]"/>
      <dgm:spPr/>
      <dgm:t>
        <a:bodyPr/>
        <a:lstStyle/>
        <a:p>
          <a:r>
            <a:rPr lang="es-MX" dirty="0"/>
            <a:t>Constitución </a:t>
          </a:r>
        </a:p>
      </dgm:t>
    </dgm:pt>
    <dgm:pt modelId="{A2B5BE7F-D55B-4E64-81FB-714A34FB42AC}" type="parTrans" cxnId="{5AA9EA62-1F93-4BD8-B98A-F517A8E81938}">
      <dgm:prSet/>
      <dgm:spPr/>
      <dgm:t>
        <a:bodyPr/>
        <a:lstStyle/>
        <a:p>
          <a:endParaRPr lang="es-MX"/>
        </a:p>
      </dgm:t>
    </dgm:pt>
    <dgm:pt modelId="{D6F84005-787C-41EF-9DE2-1C1F98C2820D}" type="sibTrans" cxnId="{5AA9EA62-1F93-4BD8-B98A-F517A8E81938}">
      <dgm:prSet/>
      <dgm:spPr/>
      <dgm:t>
        <a:bodyPr/>
        <a:lstStyle/>
        <a:p>
          <a:endParaRPr lang="es-MX"/>
        </a:p>
      </dgm:t>
    </dgm:pt>
    <dgm:pt modelId="{CB3D4B0D-2469-4321-B25F-27C4498051F0}">
      <dgm:prSet phldrT="[Text]"/>
      <dgm:spPr/>
      <dgm:t>
        <a:bodyPr/>
        <a:lstStyle/>
        <a:p>
          <a:r>
            <a:rPr lang="es-MX" dirty="0"/>
            <a:t>CFF</a:t>
          </a:r>
        </a:p>
      </dgm:t>
    </dgm:pt>
    <dgm:pt modelId="{A278BE6E-F602-4C4B-90AC-03CB88E3187A}" type="parTrans" cxnId="{A18D3278-8866-4D16-AF9F-F989D27E5484}">
      <dgm:prSet/>
      <dgm:spPr/>
      <dgm:t>
        <a:bodyPr/>
        <a:lstStyle/>
        <a:p>
          <a:endParaRPr lang="es-MX"/>
        </a:p>
      </dgm:t>
    </dgm:pt>
    <dgm:pt modelId="{115420CA-2E17-491E-954E-F41CA257EB1B}" type="sibTrans" cxnId="{A18D3278-8866-4D16-AF9F-F989D27E5484}">
      <dgm:prSet/>
      <dgm:spPr/>
      <dgm:t>
        <a:bodyPr/>
        <a:lstStyle/>
        <a:p>
          <a:endParaRPr lang="es-MX"/>
        </a:p>
      </dgm:t>
    </dgm:pt>
    <dgm:pt modelId="{5DA2AF3A-4294-4F77-8D33-13227F87AFFA}">
      <dgm:prSet phldrT="[Text]"/>
      <dgm:spPr/>
      <dgm:t>
        <a:bodyPr/>
        <a:lstStyle/>
        <a:p>
          <a:r>
            <a:rPr lang="es-MX" dirty="0"/>
            <a:t>LISR</a:t>
          </a:r>
        </a:p>
      </dgm:t>
    </dgm:pt>
    <dgm:pt modelId="{2262E1C3-36C2-4EE5-8431-EC64CAFB830F}" type="parTrans" cxnId="{387316FF-B9E9-4D41-A980-39C361E451E0}">
      <dgm:prSet/>
      <dgm:spPr/>
      <dgm:t>
        <a:bodyPr/>
        <a:lstStyle/>
        <a:p>
          <a:endParaRPr lang="es-MX"/>
        </a:p>
      </dgm:t>
    </dgm:pt>
    <dgm:pt modelId="{05E589F5-4DBA-4BA6-9988-42DD77C20CF0}" type="sibTrans" cxnId="{387316FF-B9E9-4D41-A980-39C361E451E0}">
      <dgm:prSet/>
      <dgm:spPr/>
      <dgm:t>
        <a:bodyPr/>
        <a:lstStyle/>
        <a:p>
          <a:endParaRPr lang="es-MX"/>
        </a:p>
      </dgm:t>
    </dgm:pt>
    <dgm:pt modelId="{44076356-042B-45F6-9BE6-19D9D06016B1}">
      <dgm:prSet phldrT="[Text]"/>
      <dgm:spPr/>
      <dgm:t>
        <a:bodyPr/>
        <a:lstStyle/>
        <a:p>
          <a:r>
            <a:rPr lang="es-MX" dirty="0"/>
            <a:t>LIVA</a:t>
          </a:r>
        </a:p>
      </dgm:t>
    </dgm:pt>
    <dgm:pt modelId="{74F9A0C0-69F7-42A3-B3C2-779714FB06B1}" type="parTrans" cxnId="{4047DF06-1790-4B8E-83EA-F2AAB5316AE8}">
      <dgm:prSet/>
      <dgm:spPr/>
      <dgm:t>
        <a:bodyPr/>
        <a:lstStyle/>
        <a:p>
          <a:endParaRPr lang="es-MX"/>
        </a:p>
      </dgm:t>
    </dgm:pt>
    <dgm:pt modelId="{2E6205AC-5E32-43B1-8F8A-A5040A54FAFE}" type="sibTrans" cxnId="{4047DF06-1790-4B8E-83EA-F2AAB5316AE8}">
      <dgm:prSet/>
      <dgm:spPr/>
      <dgm:t>
        <a:bodyPr/>
        <a:lstStyle/>
        <a:p>
          <a:endParaRPr lang="es-MX"/>
        </a:p>
      </dgm:t>
    </dgm:pt>
    <dgm:pt modelId="{5320E92D-6411-4E25-965B-75DEFB5EBD29}">
      <dgm:prSet/>
      <dgm:spPr/>
      <dgm:t>
        <a:bodyPr/>
        <a:lstStyle/>
        <a:p>
          <a:r>
            <a:rPr lang="es-MX" dirty="0"/>
            <a:t>RLISR</a:t>
          </a:r>
        </a:p>
      </dgm:t>
    </dgm:pt>
    <dgm:pt modelId="{BB7F850F-3516-4FB0-AE56-A97D0A96DA97}" type="parTrans" cxnId="{C48FA152-9AB9-4CB5-A34E-8F49CF5F025E}">
      <dgm:prSet/>
      <dgm:spPr/>
      <dgm:t>
        <a:bodyPr/>
        <a:lstStyle/>
        <a:p>
          <a:endParaRPr lang="es-MX"/>
        </a:p>
      </dgm:t>
    </dgm:pt>
    <dgm:pt modelId="{00F7B217-C6DB-4FCA-923F-04EE57D23E13}" type="sibTrans" cxnId="{C48FA152-9AB9-4CB5-A34E-8F49CF5F025E}">
      <dgm:prSet/>
      <dgm:spPr/>
      <dgm:t>
        <a:bodyPr/>
        <a:lstStyle/>
        <a:p>
          <a:endParaRPr lang="es-MX"/>
        </a:p>
      </dgm:t>
    </dgm:pt>
    <dgm:pt modelId="{9859E3F6-7BD6-4BA9-B998-445B6C4A36BB}">
      <dgm:prSet/>
      <dgm:spPr/>
      <dgm:t>
        <a:bodyPr/>
        <a:lstStyle/>
        <a:p>
          <a:r>
            <a:rPr lang="es-MX" dirty="0"/>
            <a:t>RCFF</a:t>
          </a:r>
        </a:p>
      </dgm:t>
    </dgm:pt>
    <dgm:pt modelId="{B4440CCC-5A2F-4AC0-80EE-1F8D360D7819}" type="parTrans" cxnId="{01C2709E-3900-4AAE-B456-DC3A76BCCCE8}">
      <dgm:prSet/>
      <dgm:spPr/>
      <dgm:t>
        <a:bodyPr/>
        <a:lstStyle/>
        <a:p>
          <a:endParaRPr lang="es-MX"/>
        </a:p>
      </dgm:t>
    </dgm:pt>
    <dgm:pt modelId="{F4542EF8-DFFC-430D-BC2F-4E2DFBDDD2EB}" type="sibTrans" cxnId="{01C2709E-3900-4AAE-B456-DC3A76BCCCE8}">
      <dgm:prSet/>
      <dgm:spPr/>
      <dgm:t>
        <a:bodyPr/>
        <a:lstStyle/>
        <a:p>
          <a:endParaRPr lang="es-MX"/>
        </a:p>
      </dgm:t>
    </dgm:pt>
    <dgm:pt modelId="{616FFEB9-5EA9-4621-B79A-891C9A5E55AB}">
      <dgm:prSet/>
      <dgm:spPr/>
      <dgm:t>
        <a:bodyPr/>
        <a:lstStyle/>
        <a:p>
          <a:r>
            <a:rPr lang="es-MX" dirty="0"/>
            <a:t>RLIVA</a:t>
          </a:r>
        </a:p>
      </dgm:t>
    </dgm:pt>
    <dgm:pt modelId="{5067A3F0-89B4-4305-92AB-29050DD0BA92}" type="parTrans" cxnId="{CA1A57EF-F818-4066-802C-C4681D37A0B4}">
      <dgm:prSet/>
      <dgm:spPr/>
      <dgm:t>
        <a:bodyPr/>
        <a:lstStyle/>
        <a:p>
          <a:endParaRPr lang="es-MX"/>
        </a:p>
      </dgm:t>
    </dgm:pt>
    <dgm:pt modelId="{CE8D602E-7403-4DB9-9FE4-DE30B19EF218}" type="sibTrans" cxnId="{CA1A57EF-F818-4066-802C-C4681D37A0B4}">
      <dgm:prSet/>
      <dgm:spPr/>
      <dgm:t>
        <a:bodyPr/>
        <a:lstStyle/>
        <a:p>
          <a:endParaRPr lang="es-MX"/>
        </a:p>
      </dgm:t>
    </dgm:pt>
    <dgm:pt modelId="{018D6B93-42B2-4662-ACEB-6A34F2DC5873}">
      <dgm:prSet/>
      <dgm:spPr/>
      <dgm:t>
        <a:bodyPr/>
        <a:lstStyle/>
        <a:p>
          <a:r>
            <a:rPr lang="es-MX" dirty="0"/>
            <a:t>Resolución Miscelánea</a:t>
          </a:r>
        </a:p>
      </dgm:t>
    </dgm:pt>
    <dgm:pt modelId="{6EC6B414-D385-4EBD-9EB4-525F289A126A}" type="parTrans" cxnId="{E0DE5810-EC2C-4533-9092-BB919595D6D1}">
      <dgm:prSet/>
      <dgm:spPr/>
      <dgm:t>
        <a:bodyPr/>
        <a:lstStyle/>
        <a:p>
          <a:endParaRPr lang="es-MX"/>
        </a:p>
      </dgm:t>
    </dgm:pt>
    <dgm:pt modelId="{866324D7-FC72-4F39-9C2E-126072D95C88}" type="sibTrans" cxnId="{E0DE5810-EC2C-4533-9092-BB919595D6D1}">
      <dgm:prSet/>
      <dgm:spPr/>
      <dgm:t>
        <a:bodyPr/>
        <a:lstStyle/>
        <a:p>
          <a:endParaRPr lang="es-MX"/>
        </a:p>
      </dgm:t>
    </dgm:pt>
    <dgm:pt modelId="{375BB95F-D512-4834-8EFA-7B0BA37EBF92}">
      <dgm:prSet/>
      <dgm:spPr/>
      <dgm:t>
        <a:bodyPr/>
        <a:lstStyle/>
        <a:p>
          <a:r>
            <a:rPr lang="es-MX" dirty="0"/>
            <a:t>Otras</a:t>
          </a:r>
        </a:p>
      </dgm:t>
    </dgm:pt>
    <dgm:pt modelId="{73D260ED-DD22-4E2B-865E-D7947484680F}" type="parTrans" cxnId="{CE077353-E9E2-43B7-84E2-4D98642BB4F6}">
      <dgm:prSet/>
      <dgm:spPr/>
      <dgm:t>
        <a:bodyPr/>
        <a:lstStyle/>
        <a:p>
          <a:endParaRPr lang="es-MX"/>
        </a:p>
      </dgm:t>
    </dgm:pt>
    <dgm:pt modelId="{DB9DDA00-2C03-4F8A-8C51-56B951805C2A}" type="sibTrans" cxnId="{CE077353-E9E2-43B7-84E2-4D98642BB4F6}">
      <dgm:prSet/>
      <dgm:spPr/>
      <dgm:t>
        <a:bodyPr/>
        <a:lstStyle/>
        <a:p>
          <a:endParaRPr lang="es-MX"/>
        </a:p>
      </dgm:t>
    </dgm:pt>
    <dgm:pt modelId="{FDFAA981-3D95-443A-AB93-54DF39F302A9}">
      <dgm:prSet/>
      <dgm:spPr/>
      <dgm:t>
        <a:bodyPr/>
        <a:lstStyle/>
        <a:p>
          <a:r>
            <a:rPr lang="es-MX" dirty="0"/>
            <a:t>ROtras</a:t>
          </a:r>
        </a:p>
      </dgm:t>
    </dgm:pt>
    <dgm:pt modelId="{21C47204-CC7E-413B-A465-D04770349469}" type="parTrans" cxnId="{FE8F4D06-7513-4C36-823F-40A0B52F0E57}">
      <dgm:prSet/>
      <dgm:spPr/>
      <dgm:t>
        <a:bodyPr/>
        <a:lstStyle/>
        <a:p>
          <a:endParaRPr lang="es-MX"/>
        </a:p>
      </dgm:t>
    </dgm:pt>
    <dgm:pt modelId="{2EE2D15D-00FC-48EA-914A-CAC858C407FB}" type="sibTrans" cxnId="{FE8F4D06-7513-4C36-823F-40A0B52F0E57}">
      <dgm:prSet/>
      <dgm:spPr/>
      <dgm:t>
        <a:bodyPr/>
        <a:lstStyle/>
        <a:p>
          <a:endParaRPr lang="es-MX"/>
        </a:p>
      </dgm:t>
    </dgm:pt>
    <dgm:pt modelId="{9148C630-0B26-4CC4-A379-5CFB5647851E}">
      <dgm:prSet/>
      <dgm:spPr/>
      <dgm:t>
        <a:bodyPr/>
        <a:lstStyle/>
        <a:p>
          <a:r>
            <a:rPr lang="es-MX" dirty="0"/>
            <a:t>Resolución Miscelánea</a:t>
          </a:r>
        </a:p>
      </dgm:t>
    </dgm:pt>
    <dgm:pt modelId="{4774BA59-CA24-43B2-9553-0530E2D2451D}" type="parTrans" cxnId="{7F84444D-F78E-4237-9699-8D38EABD74E7}">
      <dgm:prSet/>
      <dgm:spPr/>
      <dgm:t>
        <a:bodyPr/>
        <a:lstStyle/>
        <a:p>
          <a:endParaRPr lang="es-MX"/>
        </a:p>
      </dgm:t>
    </dgm:pt>
    <dgm:pt modelId="{F08216D1-14AC-42A0-BFEF-AC6D2ED190D4}" type="sibTrans" cxnId="{7F84444D-F78E-4237-9699-8D38EABD74E7}">
      <dgm:prSet/>
      <dgm:spPr/>
      <dgm:t>
        <a:bodyPr/>
        <a:lstStyle/>
        <a:p>
          <a:endParaRPr lang="es-MX"/>
        </a:p>
      </dgm:t>
    </dgm:pt>
    <dgm:pt modelId="{15FCEBF2-8D40-4525-8955-4B072282FA83}">
      <dgm:prSet/>
      <dgm:spPr/>
      <dgm:t>
        <a:bodyPr/>
        <a:lstStyle/>
        <a:p>
          <a:r>
            <a:rPr lang="es-MX" dirty="0"/>
            <a:t>Resolución Miscélánea</a:t>
          </a:r>
        </a:p>
      </dgm:t>
    </dgm:pt>
    <dgm:pt modelId="{F8EE0048-8178-4EC7-BB1D-C55BC388C73B}" type="parTrans" cxnId="{4E0379B7-B40C-46B8-B562-6CABCD278905}">
      <dgm:prSet/>
      <dgm:spPr/>
      <dgm:t>
        <a:bodyPr/>
        <a:lstStyle/>
        <a:p>
          <a:endParaRPr lang="es-MX"/>
        </a:p>
      </dgm:t>
    </dgm:pt>
    <dgm:pt modelId="{490D7428-B555-4002-AA7A-BA7AA914200E}" type="sibTrans" cxnId="{4E0379B7-B40C-46B8-B562-6CABCD278905}">
      <dgm:prSet/>
      <dgm:spPr/>
      <dgm:t>
        <a:bodyPr/>
        <a:lstStyle/>
        <a:p>
          <a:endParaRPr lang="es-MX"/>
        </a:p>
      </dgm:t>
    </dgm:pt>
    <dgm:pt modelId="{2A56AFB9-DD68-45AA-AF95-3DC4D7D1ABE5}">
      <dgm:prSet/>
      <dgm:spPr/>
      <dgm:t>
        <a:bodyPr/>
        <a:lstStyle/>
        <a:p>
          <a:r>
            <a:rPr lang="es-MX" dirty="0"/>
            <a:t>Resolución Miscelánea</a:t>
          </a:r>
        </a:p>
      </dgm:t>
    </dgm:pt>
    <dgm:pt modelId="{BAFBE7A4-BAF1-4721-AA89-8F1844C897B0}" type="parTrans" cxnId="{9A767953-463F-4163-AD43-94AA798B40FF}">
      <dgm:prSet/>
      <dgm:spPr/>
      <dgm:t>
        <a:bodyPr/>
        <a:lstStyle/>
        <a:p>
          <a:endParaRPr lang="es-MX"/>
        </a:p>
      </dgm:t>
    </dgm:pt>
    <dgm:pt modelId="{FA8D233B-A9DD-46DB-9C33-F2AB598E8F79}" type="sibTrans" cxnId="{9A767953-463F-4163-AD43-94AA798B40FF}">
      <dgm:prSet/>
      <dgm:spPr/>
      <dgm:t>
        <a:bodyPr/>
        <a:lstStyle/>
        <a:p>
          <a:endParaRPr lang="es-MX"/>
        </a:p>
      </dgm:t>
    </dgm:pt>
    <dgm:pt modelId="{B6995E72-FD0B-4A4C-9EB7-246ADCD6B004}">
      <dgm:prSet/>
      <dgm:spPr/>
      <dgm:t>
        <a:bodyPr/>
        <a:lstStyle/>
        <a:p>
          <a:r>
            <a:rPr lang="es-MX" dirty="0"/>
            <a:t>Criterios</a:t>
          </a:r>
        </a:p>
      </dgm:t>
    </dgm:pt>
    <dgm:pt modelId="{FBA13415-B296-4D0E-A764-724A061362EF}" type="parTrans" cxnId="{59161612-2F5B-4085-90DF-742F24723D3F}">
      <dgm:prSet/>
      <dgm:spPr/>
      <dgm:t>
        <a:bodyPr/>
        <a:lstStyle/>
        <a:p>
          <a:endParaRPr lang="es-MX"/>
        </a:p>
      </dgm:t>
    </dgm:pt>
    <dgm:pt modelId="{1A285347-7582-4653-AE6E-012E23D5B420}" type="sibTrans" cxnId="{59161612-2F5B-4085-90DF-742F24723D3F}">
      <dgm:prSet/>
      <dgm:spPr/>
      <dgm:t>
        <a:bodyPr/>
        <a:lstStyle/>
        <a:p>
          <a:endParaRPr lang="es-MX"/>
        </a:p>
      </dgm:t>
    </dgm:pt>
    <dgm:pt modelId="{3B9E1511-83AC-4B65-B4BD-416D25808998}">
      <dgm:prSet/>
      <dgm:spPr/>
      <dgm:t>
        <a:bodyPr/>
        <a:lstStyle/>
        <a:p>
          <a:r>
            <a:rPr lang="es-MX" dirty="0"/>
            <a:t>Criterios</a:t>
          </a:r>
        </a:p>
      </dgm:t>
    </dgm:pt>
    <dgm:pt modelId="{A0E08B0A-DB02-4C25-9696-D5BBB3F8DAB8}" type="parTrans" cxnId="{917CCDD2-5485-4D7F-8048-46D6C6798A1D}">
      <dgm:prSet/>
      <dgm:spPr/>
      <dgm:t>
        <a:bodyPr/>
        <a:lstStyle/>
        <a:p>
          <a:endParaRPr lang="es-MX"/>
        </a:p>
      </dgm:t>
    </dgm:pt>
    <dgm:pt modelId="{450077AD-E5B2-4535-8C46-19D871D09258}" type="sibTrans" cxnId="{917CCDD2-5485-4D7F-8048-46D6C6798A1D}">
      <dgm:prSet/>
      <dgm:spPr/>
      <dgm:t>
        <a:bodyPr/>
        <a:lstStyle/>
        <a:p>
          <a:endParaRPr lang="es-MX"/>
        </a:p>
      </dgm:t>
    </dgm:pt>
    <dgm:pt modelId="{0B4029C1-92D5-43F4-B8AA-EC08BB7E7791}">
      <dgm:prSet/>
      <dgm:spPr/>
      <dgm:t>
        <a:bodyPr/>
        <a:lstStyle/>
        <a:p>
          <a:r>
            <a:rPr lang="es-MX" dirty="0"/>
            <a:t>Criterios</a:t>
          </a:r>
        </a:p>
      </dgm:t>
    </dgm:pt>
    <dgm:pt modelId="{B581C137-D52B-4099-97C7-F06EBD4FFF9E}" type="parTrans" cxnId="{E02D84DE-7E6C-4C8F-82B9-FE311D1DB029}">
      <dgm:prSet/>
      <dgm:spPr/>
      <dgm:t>
        <a:bodyPr/>
        <a:lstStyle/>
        <a:p>
          <a:endParaRPr lang="es-MX"/>
        </a:p>
      </dgm:t>
    </dgm:pt>
    <dgm:pt modelId="{E0490CB0-F9A7-47F2-899D-1504EDBB47B5}" type="sibTrans" cxnId="{E02D84DE-7E6C-4C8F-82B9-FE311D1DB029}">
      <dgm:prSet/>
      <dgm:spPr/>
      <dgm:t>
        <a:bodyPr/>
        <a:lstStyle/>
        <a:p>
          <a:endParaRPr lang="es-MX"/>
        </a:p>
      </dgm:t>
    </dgm:pt>
    <dgm:pt modelId="{31B91251-F6CD-42EC-9FC6-614AFE8BF40F}">
      <dgm:prSet/>
      <dgm:spPr/>
      <dgm:t>
        <a:bodyPr/>
        <a:lstStyle/>
        <a:p>
          <a:r>
            <a:rPr lang="es-MX" dirty="0"/>
            <a:t>Criterios</a:t>
          </a:r>
        </a:p>
      </dgm:t>
    </dgm:pt>
    <dgm:pt modelId="{3C1478C6-5737-4439-A70F-346ADA4CDA9D}" type="parTrans" cxnId="{F567EFD2-200A-48DC-B793-6151F6C5FF3A}">
      <dgm:prSet/>
      <dgm:spPr/>
      <dgm:t>
        <a:bodyPr/>
        <a:lstStyle/>
        <a:p>
          <a:endParaRPr lang="es-MX"/>
        </a:p>
      </dgm:t>
    </dgm:pt>
    <dgm:pt modelId="{57F3E2C8-4348-456B-AAD4-AF279180238A}" type="sibTrans" cxnId="{F567EFD2-200A-48DC-B793-6151F6C5FF3A}">
      <dgm:prSet/>
      <dgm:spPr/>
      <dgm:t>
        <a:bodyPr/>
        <a:lstStyle/>
        <a:p>
          <a:endParaRPr lang="es-MX"/>
        </a:p>
      </dgm:t>
    </dgm:pt>
    <dgm:pt modelId="{9D57B1DD-6752-49A4-84E8-FD55F55E31DA}" type="asst">
      <dgm:prSet/>
      <dgm:spPr>
        <a:solidFill>
          <a:srgbClr val="00B0F0"/>
        </a:solidFill>
      </dgm:spPr>
      <dgm:t>
        <a:bodyPr/>
        <a:lstStyle/>
        <a:p>
          <a:r>
            <a:rPr lang="es-MX" dirty="0"/>
            <a:t>Ley de Ingresos</a:t>
          </a:r>
        </a:p>
      </dgm:t>
    </dgm:pt>
    <dgm:pt modelId="{955CE84C-4021-4BBA-AB75-CD716B7474A3}" type="parTrans" cxnId="{F83AD3C9-FC9A-47D6-95E5-28092BA1AACB}">
      <dgm:prSet/>
      <dgm:spPr/>
      <dgm:t>
        <a:bodyPr/>
        <a:lstStyle/>
        <a:p>
          <a:endParaRPr lang="es-MX"/>
        </a:p>
      </dgm:t>
    </dgm:pt>
    <dgm:pt modelId="{8F109C96-5178-446E-B92B-28020E1A5732}" type="sibTrans" cxnId="{F83AD3C9-FC9A-47D6-95E5-28092BA1AACB}">
      <dgm:prSet/>
      <dgm:spPr/>
      <dgm:t>
        <a:bodyPr/>
        <a:lstStyle/>
        <a:p>
          <a:endParaRPr lang="es-MX"/>
        </a:p>
      </dgm:t>
    </dgm:pt>
    <dgm:pt modelId="{EF945167-CD69-48FD-8386-466051067FDA}" type="asst">
      <dgm:prSet/>
      <dgm:spPr>
        <a:solidFill>
          <a:srgbClr val="92D050"/>
        </a:solidFill>
      </dgm:spPr>
      <dgm:t>
        <a:bodyPr/>
        <a:lstStyle/>
        <a:p>
          <a:r>
            <a:rPr lang="es-MX" dirty="0"/>
            <a:t>Tratados</a:t>
          </a:r>
        </a:p>
      </dgm:t>
    </dgm:pt>
    <dgm:pt modelId="{DE7EC951-0A59-4425-8792-C488E581F2C5}" type="parTrans" cxnId="{3E643454-F238-4C13-BD49-FF493552C03C}">
      <dgm:prSet/>
      <dgm:spPr/>
      <dgm:t>
        <a:bodyPr/>
        <a:lstStyle/>
        <a:p>
          <a:endParaRPr lang="es-MX"/>
        </a:p>
      </dgm:t>
    </dgm:pt>
    <dgm:pt modelId="{E14CEC5B-ADE4-4C8B-81A7-AFDED7FB57AA}" type="sibTrans" cxnId="{3E643454-F238-4C13-BD49-FF493552C03C}">
      <dgm:prSet/>
      <dgm:spPr/>
      <dgm:t>
        <a:bodyPr/>
        <a:lstStyle/>
        <a:p>
          <a:endParaRPr lang="es-MX"/>
        </a:p>
      </dgm:t>
    </dgm:pt>
    <dgm:pt modelId="{093C3D62-42BB-4F88-83CD-B6FA18B6D8F1}" type="pres">
      <dgm:prSet presAssocID="{266805BB-2706-41D4-9785-F183F29A8639}" presName="hierChild1" presStyleCnt="0">
        <dgm:presLayoutVars>
          <dgm:orgChart val="1"/>
          <dgm:chPref val="1"/>
          <dgm:dir/>
          <dgm:animOne val="branch"/>
          <dgm:animLvl val="lvl"/>
          <dgm:resizeHandles/>
        </dgm:presLayoutVars>
      </dgm:prSet>
      <dgm:spPr/>
    </dgm:pt>
    <dgm:pt modelId="{E34E2FE5-FBB8-41D1-BB55-4C19E47346C2}" type="pres">
      <dgm:prSet presAssocID="{DFC7D37B-03F3-4398-9D40-8917D3891D2B}" presName="hierRoot1" presStyleCnt="0">
        <dgm:presLayoutVars>
          <dgm:hierBranch val="init"/>
        </dgm:presLayoutVars>
      </dgm:prSet>
      <dgm:spPr/>
    </dgm:pt>
    <dgm:pt modelId="{2F7F5811-8FA3-4D3D-A130-E3CFC0679DE2}" type="pres">
      <dgm:prSet presAssocID="{DFC7D37B-03F3-4398-9D40-8917D3891D2B}" presName="rootComposite1" presStyleCnt="0"/>
      <dgm:spPr/>
    </dgm:pt>
    <dgm:pt modelId="{116BA0B0-3013-488B-B388-DC07BEBCDA93}" type="pres">
      <dgm:prSet presAssocID="{DFC7D37B-03F3-4398-9D40-8917D3891D2B}" presName="rootText1" presStyleLbl="node0" presStyleIdx="0" presStyleCnt="1">
        <dgm:presLayoutVars>
          <dgm:chPref val="3"/>
        </dgm:presLayoutVars>
      </dgm:prSet>
      <dgm:spPr/>
    </dgm:pt>
    <dgm:pt modelId="{69CBC339-B1C8-4391-A88E-BA323E0D2D21}" type="pres">
      <dgm:prSet presAssocID="{DFC7D37B-03F3-4398-9D40-8917D3891D2B}" presName="rootConnector1" presStyleLbl="node1" presStyleIdx="0" presStyleCnt="0"/>
      <dgm:spPr/>
    </dgm:pt>
    <dgm:pt modelId="{7A7ADE8E-5AEA-4D0B-A045-B0902FE9A031}" type="pres">
      <dgm:prSet presAssocID="{DFC7D37B-03F3-4398-9D40-8917D3891D2B}" presName="hierChild2" presStyleCnt="0"/>
      <dgm:spPr/>
    </dgm:pt>
    <dgm:pt modelId="{12D0D42C-5F6F-476E-A052-A17FD0B3617A}" type="pres">
      <dgm:prSet presAssocID="{A278BE6E-F602-4C4B-90AC-03CB88E3187A}" presName="Name37" presStyleLbl="parChTrans1D2" presStyleIdx="0" presStyleCnt="6"/>
      <dgm:spPr/>
    </dgm:pt>
    <dgm:pt modelId="{4008097B-F90B-4FB0-A58E-F64F7C29A556}" type="pres">
      <dgm:prSet presAssocID="{CB3D4B0D-2469-4321-B25F-27C4498051F0}" presName="hierRoot2" presStyleCnt="0">
        <dgm:presLayoutVars>
          <dgm:hierBranch val="init"/>
        </dgm:presLayoutVars>
      </dgm:prSet>
      <dgm:spPr/>
    </dgm:pt>
    <dgm:pt modelId="{30AE71EE-AC9F-4206-AE61-7B22F9F3A7A2}" type="pres">
      <dgm:prSet presAssocID="{CB3D4B0D-2469-4321-B25F-27C4498051F0}" presName="rootComposite" presStyleCnt="0"/>
      <dgm:spPr/>
    </dgm:pt>
    <dgm:pt modelId="{5C3D09D8-6CEC-4DC7-89CD-90FE1F580039}" type="pres">
      <dgm:prSet presAssocID="{CB3D4B0D-2469-4321-B25F-27C4498051F0}" presName="rootText" presStyleLbl="node2" presStyleIdx="0" presStyleCnt="4">
        <dgm:presLayoutVars>
          <dgm:chPref val="3"/>
        </dgm:presLayoutVars>
      </dgm:prSet>
      <dgm:spPr/>
    </dgm:pt>
    <dgm:pt modelId="{0030EEA0-4A58-4E62-AECB-E26DE3190355}" type="pres">
      <dgm:prSet presAssocID="{CB3D4B0D-2469-4321-B25F-27C4498051F0}" presName="rootConnector" presStyleLbl="node2" presStyleIdx="0" presStyleCnt="4"/>
      <dgm:spPr/>
    </dgm:pt>
    <dgm:pt modelId="{A1BB9FF9-592A-489D-9C0B-6A3AF9C51FF7}" type="pres">
      <dgm:prSet presAssocID="{CB3D4B0D-2469-4321-B25F-27C4498051F0}" presName="hierChild4" presStyleCnt="0"/>
      <dgm:spPr/>
    </dgm:pt>
    <dgm:pt modelId="{873192B6-741A-416D-8AA6-001AD91BA8B1}" type="pres">
      <dgm:prSet presAssocID="{B4440CCC-5A2F-4AC0-80EE-1F8D360D7819}" presName="Name37" presStyleLbl="parChTrans1D3" presStyleIdx="0" presStyleCnt="4"/>
      <dgm:spPr/>
    </dgm:pt>
    <dgm:pt modelId="{559F1B4A-E555-4DBF-86C5-5318D93D1A25}" type="pres">
      <dgm:prSet presAssocID="{9859E3F6-7BD6-4BA9-B998-445B6C4A36BB}" presName="hierRoot2" presStyleCnt="0">
        <dgm:presLayoutVars>
          <dgm:hierBranch val="init"/>
        </dgm:presLayoutVars>
      </dgm:prSet>
      <dgm:spPr/>
    </dgm:pt>
    <dgm:pt modelId="{20E2B514-F935-4122-BF02-BAC6A1063B19}" type="pres">
      <dgm:prSet presAssocID="{9859E3F6-7BD6-4BA9-B998-445B6C4A36BB}" presName="rootComposite" presStyleCnt="0"/>
      <dgm:spPr/>
    </dgm:pt>
    <dgm:pt modelId="{138BB38F-F371-412E-96BD-1AB521B481EB}" type="pres">
      <dgm:prSet presAssocID="{9859E3F6-7BD6-4BA9-B998-445B6C4A36BB}" presName="rootText" presStyleLbl="node3" presStyleIdx="0" presStyleCnt="4">
        <dgm:presLayoutVars>
          <dgm:chPref val="3"/>
        </dgm:presLayoutVars>
      </dgm:prSet>
      <dgm:spPr/>
    </dgm:pt>
    <dgm:pt modelId="{95FDE8AB-1C56-40C7-A208-6A128DCE5BF7}" type="pres">
      <dgm:prSet presAssocID="{9859E3F6-7BD6-4BA9-B998-445B6C4A36BB}" presName="rootConnector" presStyleLbl="node3" presStyleIdx="0" presStyleCnt="4"/>
      <dgm:spPr/>
    </dgm:pt>
    <dgm:pt modelId="{A3C05C5F-9818-4302-9075-F9EA377986AD}" type="pres">
      <dgm:prSet presAssocID="{9859E3F6-7BD6-4BA9-B998-445B6C4A36BB}" presName="hierChild4" presStyleCnt="0"/>
      <dgm:spPr/>
    </dgm:pt>
    <dgm:pt modelId="{21AE7CCF-5711-439E-9C84-F8BF1F39A850}" type="pres">
      <dgm:prSet presAssocID="{4774BA59-CA24-43B2-9553-0530E2D2451D}" presName="Name37" presStyleLbl="parChTrans1D4" presStyleIdx="0" presStyleCnt="8"/>
      <dgm:spPr/>
    </dgm:pt>
    <dgm:pt modelId="{9E1AA2C7-BCF1-4232-B4BE-D50E2B86A961}" type="pres">
      <dgm:prSet presAssocID="{9148C630-0B26-4CC4-A379-5CFB5647851E}" presName="hierRoot2" presStyleCnt="0">
        <dgm:presLayoutVars>
          <dgm:hierBranch val="init"/>
        </dgm:presLayoutVars>
      </dgm:prSet>
      <dgm:spPr/>
    </dgm:pt>
    <dgm:pt modelId="{1CBFD9FE-39C9-4CA6-9F6B-2F3B95E15C86}" type="pres">
      <dgm:prSet presAssocID="{9148C630-0B26-4CC4-A379-5CFB5647851E}" presName="rootComposite" presStyleCnt="0"/>
      <dgm:spPr/>
    </dgm:pt>
    <dgm:pt modelId="{97BB107B-6075-45D6-B376-F3DFC1A913AD}" type="pres">
      <dgm:prSet presAssocID="{9148C630-0B26-4CC4-A379-5CFB5647851E}" presName="rootText" presStyleLbl="node4" presStyleIdx="0" presStyleCnt="8">
        <dgm:presLayoutVars>
          <dgm:chPref val="3"/>
        </dgm:presLayoutVars>
      </dgm:prSet>
      <dgm:spPr/>
    </dgm:pt>
    <dgm:pt modelId="{FCA949A6-59E6-4A4D-BEA0-BFD0A5AC9A1E}" type="pres">
      <dgm:prSet presAssocID="{9148C630-0B26-4CC4-A379-5CFB5647851E}" presName="rootConnector" presStyleLbl="node4" presStyleIdx="0" presStyleCnt="8"/>
      <dgm:spPr/>
    </dgm:pt>
    <dgm:pt modelId="{7349171F-4914-4CC4-958F-2535B5D43C55}" type="pres">
      <dgm:prSet presAssocID="{9148C630-0B26-4CC4-A379-5CFB5647851E}" presName="hierChild4" presStyleCnt="0"/>
      <dgm:spPr/>
    </dgm:pt>
    <dgm:pt modelId="{B995874D-97D6-4A7A-A5B7-DFB20B37ECF5}" type="pres">
      <dgm:prSet presAssocID="{9148C630-0B26-4CC4-A379-5CFB5647851E}" presName="hierChild5" presStyleCnt="0"/>
      <dgm:spPr/>
    </dgm:pt>
    <dgm:pt modelId="{867CF0D9-4714-4901-840B-C7659D92CEB3}" type="pres">
      <dgm:prSet presAssocID="{A0E08B0A-DB02-4C25-9696-D5BBB3F8DAB8}" presName="Name37" presStyleLbl="parChTrans1D4" presStyleIdx="1" presStyleCnt="8"/>
      <dgm:spPr/>
    </dgm:pt>
    <dgm:pt modelId="{65F2DA60-68B9-49DD-98DD-E1F118AE7FE5}" type="pres">
      <dgm:prSet presAssocID="{3B9E1511-83AC-4B65-B4BD-416D25808998}" presName="hierRoot2" presStyleCnt="0">
        <dgm:presLayoutVars>
          <dgm:hierBranch val="init"/>
        </dgm:presLayoutVars>
      </dgm:prSet>
      <dgm:spPr/>
    </dgm:pt>
    <dgm:pt modelId="{BC935E4C-F393-4586-B7D2-0F7372567754}" type="pres">
      <dgm:prSet presAssocID="{3B9E1511-83AC-4B65-B4BD-416D25808998}" presName="rootComposite" presStyleCnt="0"/>
      <dgm:spPr/>
    </dgm:pt>
    <dgm:pt modelId="{73D03C9F-EAD6-499E-8A2C-5F07BD89DF34}" type="pres">
      <dgm:prSet presAssocID="{3B9E1511-83AC-4B65-B4BD-416D25808998}" presName="rootText" presStyleLbl="node4" presStyleIdx="1" presStyleCnt="8">
        <dgm:presLayoutVars>
          <dgm:chPref val="3"/>
        </dgm:presLayoutVars>
      </dgm:prSet>
      <dgm:spPr/>
    </dgm:pt>
    <dgm:pt modelId="{F3801571-70E4-409B-AC6B-BEDD57E6977F}" type="pres">
      <dgm:prSet presAssocID="{3B9E1511-83AC-4B65-B4BD-416D25808998}" presName="rootConnector" presStyleLbl="node4" presStyleIdx="1" presStyleCnt="8"/>
      <dgm:spPr/>
    </dgm:pt>
    <dgm:pt modelId="{4A5E335C-6646-4E14-A327-6751B407C5B8}" type="pres">
      <dgm:prSet presAssocID="{3B9E1511-83AC-4B65-B4BD-416D25808998}" presName="hierChild4" presStyleCnt="0"/>
      <dgm:spPr/>
    </dgm:pt>
    <dgm:pt modelId="{536A57A5-EACB-4F11-960F-3673493CAE17}" type="pres">
      <dgm:prSet presAssocID="{3B9E1511-83AC-4B65-B4BD-416D25808998}" presName="hierChild5" presStyleCnt="0"/>
      <dgm:spPr/>
    </dgm:pt>
    <dgm:pt modelId="{96B431B8-490E-45AB-B66E-AE7C1FAE07D6}" type="pres">
      <dgm:prSet presAssocID="{9859E3F6-7BD6-4BA9-B998-445B6C4A36BB}" presName="hierChild5" presStyleCnt="0"/>
      <dgm:spPr/>
    </dgm:pt>
    <dgm:pt modelId="{B6A3E06E-2A4C-4259-87E7-BDF172FFACDF}" type="pres">
      <dgm:prSet presAssocID="{CB3D4B0D-2469-4321-B25F-27C4498051F0}" presName="hierChild5" presStyleCnt="0"/>
      <dgm:spPr/>
    </dgm:pt>
    <dgm:pt modelId="{6725AC7A-2495-4AA4-8828-3FF10FE833AE}" type="pres">
      <dgm:prSet presAssocID="{2262E1C3-36C2-4EE5-8431-EC64CAFB830F}" presName="Name37" presStyleLbl="parChTrans1D2" presStyleIdx="1" presStyleCnt="6"/>
      <dgm:spPr/>
    </dgm:pt>
    <dgm:pt modelId="{2AE4CF58-B5DD-4C64-A456-B7D444C1A5C8}" type="pres">
      <dgm:prSet presAssocID="{5DA2AF3A-4294-4F77-8D33-13227F87AFFA}" presName="hierRoot2" presStyleCnt="0">
        <dgm:presLayoutVars>
          <dgm:hierBranch val="init"/>
        </dgm:presLayoutVars>
      </dgm:prSet>
      <dgm:spPr/>
    </dgm:pt>
    <dgm:pt modelId="{2AE35FD4-3B5B-4ADA-A928-FE5AB7A9BB43}" type="pres">
      <dgm:prSet presAssocID="{5DA2AF3A-4294-4F77-8D33-13227F87AFFA}" presName="rootComposite" presStyleCnt="0"/>
      <dgm:spPr/>
    </dgm:pt>
    <dgm:pt modelId="{F5AEAAAC-07EE-4DC4-886D-5C24CF784ED6}" type="pres">
      <dgm:prSet presAssocID="{5DA2AF3A-4294-4F77-8D33-13227F87AFFA}" presName="rootText" presStyleLbl="node2" presStyleIdx="1" presStyleCnt="4">
        <dgm:presLayoutVars>
          <dgm:chPref val="3"/>
        </dgm:presLayoutVars>
      </dgm:prSet>
      <dgm:spPr/>
    </dgm:pt>
    <dgm:pt modelId="{01F64D49-0C64-4AC1-B265-8ABE12843A5B}" type="pres">
      <dgm:prSet presAssocID="{5DA2AF3A-4294-4F77-8D33-13227F87AFFA}" presName="rootConnector" presStyleLbl="node2" presStyleIdx="1" presStyleCnt="4"/>
      <dgm:spPr/>
    </dgm:pt>
    <dgm:pt modelId="{DB7D433B-4B72-4A3B-8FAF-1EEC415D9118}" type="pres">
      <dgm:prSet presAssocID="{5DA2AF3A-4294-4F77-8D33-13227F87AFFA}" presName="hierChild4" presStyleCnt="0"/>
      <dgm:spPr/>
    </dgm:pt>
    <dgm:pt modelId="{46688F11-7E64-4E89-A3CD-A8C7423B3778}" type="pres">
      <dgm:prSet presAssocID="{BB7F850F-3516-4FB0-AE56-A97D0A96DA97}" presName="Name37" presStyleLbl="parChTrans1D3" presStyleIdx="1" presStyleCnt="4"/>
      <dgm:spPr/>
    </dgm:pt>
    <dgm:pt modelId="{BB9D8A37-A06A-48B0-A57E-83495B401FB1}" type="pres">
      <dgm:prSet presAssocID="{5320E92D-6411-4E25-965B-75DEFB5EBD29}" presName="hierRoot2" presStyleCnt="0">
        <dgm:presLayoutVars>
          <dgm:hierBranch val="init"/>
        </dgm:presLayoutVars>
      </dgm:prSet>
      <dgm:spPr/>
    </dgm:pt>
    <dgm:pt modelId="{1E0BFD6C-577D-4476-BF33-3AEB1B06DCD7}" type="pres">
      <dgm:prSet presAssocID="{5320E92D-6411-4E25-965B-75DEFB5EBD29}" presName="rootComposite" presStyleCnt="0"/>
      <dgm:spPr/>
    </dgm:pt>
    <dgm:pt modelId="{E3405E08-3D61-451F-8688-C8CC051C8B10}" type="pres">
      <dgm:prSet presAssocID="{5320E92D-6411-4E25-965B-75DEFB5EBD29}" presName="rootText" presStyleLbl="node3" presStyleIdx="1" presStyleCnt="4">
        <dgm:presLayoutVars>
          <dgm:chPref val="3"/>
        </dgm:presLayoutVars>
      </dgm:prSet>
      <dgm:spPr/>
    </dgm:pt>
    <dgm:pt modelId="{256249A8-1FEC-4FA9-93A9-7D794FDFBCC4}" type="pres">
      <dgm:prSet presAssocID="{5320E92D-6411-4E25-965B-75DEFB5EBD29}" presName="rootConnector" presStyleLbl="node3" presStyleIdx="1" presStyleCnt="4"/>
      <dgm:spPr/>
    </dgm:pt>
    <dgm:pt modelId="{E4358E27-3311-437D-9494-BF17DD67A7A0}" type="pres">
      <dgm:prSet presAssocID="{5320E92D-6411-4E25-965B-75DEFB5EBD29}" presName="hierChild4" presStyleCnt="0"/>
      <dgm:spPr/>
    </dgm:pt>
    <dgm:pt modelId="{40EEE3E7-26F7-4492-9622-01E4E1C9FC9E}" type="pres">
      <dgm:prSet presAssocID="{6EC6B414-D385-4EBD-9EB4-525F289A126A}" presName="Name37" presStyleLbl="parChTrans1D4" presStyleIdx="2" presStyleCnt="8"/>
      <dgm:spPr/>
    </dgm:pt>
    <dgm:pt modelId="{ED91600C-DF8F-41A9-BF62-EEDDB0AEC802}" type="pres">
      <dgm:prSet presAssocID="{018D6B93-42B2-4662-ACEB-6A34F2DC5873}" presName="hierRoot2" presStyleCnt="0">
        <dgm:presLayoutVars>
          <dgm:hierBranch val="init"/>
        </dgm:presLayoutVars>
      </dgm:prSet>
      <dgm:spPr/>
    </dgm:pt>
    <dgm:pt modelId="{F57FE730-3250-4239-B51A-4AE79509D9D9}" type="pres">
      <dgm:prSet presAssocID="{018D6B93-42B2-4662-ACEB-6A34F2DC5873}" presName="rootComposite" presStyleCnt="0"/>
      <dgm:spPr/>
    </dgm:pt>
    <dgm:pt modelId="{D647ABA3-E874-40EC-BD6A-290ABEF53D0C}" type="pres">
      <dgm:prSet presAssocID="{018D6B93-42B2-4662-ACEB-6A34F2DC5873}" presName="rootText" presStyleLbl="node4" presStyleIdx="2" presStyleCnt="8">
        <dgm:presLayoutVars>
          <dgm:chPref val="3"/>
        </dgm:presLayoutVars>
      </dgm:prSet>
      <dgm:spPr/>
    </dgm:pt>
    <dgm:pt modelId="{4015762E-273C-47EA-8848-76EBCA2BF70A}" type="pres">
      <dgm:prSet presAssocID="{018D6B93-42B2-4662-ACEB-6A34F2DC5873}" presName="rootConnector" presStyleLbl="node4" presStyleIdx="2" presStyleCnt="8"/>
      <dgm:spPr/>
    </dgm:pt>
    <dgm:pt modelId="{4DEC161A-5DFF-4A19-B8A6-2D8BFB6BA093}" type="pres">
      <dgm:prSet presAssocID="{018D6B93-42B2-4662-ACEB-6A34F2DC5873}" presName="hierChild4" presStyleCnt="0"/>
      <dgm:spPr/>
    </dgm:pt>
    <dgm:pt modelId="{1C1B310E-C98F-4680-B158-65BBED5F671C}" type="pres">
      <dgm:prSet presAssocID="{018D6B93-42B2-4662-ACEB-6A34F2DC5873}" presName="hierChild5" presStyleCnt="0"/>
      <dgm:spPr/>
    </dgm:pt>
    <dgm:pt modelId="{76EC2784-4BDA-49AE-8B38-8CBDF01CD84A}" type="pres">
      <dgm:prSet presAssocID="{FBA13415-B296-4D0E-A764-724A061362EF}" presName="Name37" presStyleLbl="parChTrans1D4" presStyleIdx="3" presStyleCnt="8"/>
      <dgm:spPr/>
    </dgm:pt>
    <dgm:pt modelId="{666D5245-42B5-4B3E-8E93-959A072A8135}" type="pres">
      <dgm:prSet presAssocID="{B6995E72-FD0B-4A4C-9EB7-246ADCD6B004}" presName="hierRoot2" presStyleCnt="0">
        <dgm:presLayoutVars>
          <dgm:hierBranch val="init"/>
        </dgm:presLayoutVars>
      </dgm:prSet>
      <dgm:spPr/>
    </dgm:pt>
    <dgm:pt modelId="{2C27899C-B11C-4F97-8CB0-50D2E355C444}" type="pres">
      <dgm:prSet presAssocID="{B6995E72-FD0B-4A4C-9EB7-246ADCD6B004}" presName="rootComposite" presStyleCnt="0"/>
      <dgm:spPr/>
    </dgm:pt>
    <dgm:pt modelId="{7C550671-8957-4507-A712-FC91B4BA030D}" type="pres">
      <dgm:prSet presAssocID="{B6995E72-FD0B-4A4C-9EB7-246ADCD6B004}" presName="rootText" presStyleLbl="node4" presStyleIdx="3" presStyleCnt="8">
        <dgm:presLayoutVars>
          <dgm:chPref val="3"/>
        </dgm:presLayoutVars>
      </dgm:prSet>
      <dgm:spPr/>
    </dgm:pt>
    <dgm:pt modelId="{640F0BB1-2A43-441D-A3DD-4186BC81A845}" type="pres">
      <dgm:prSet presAssocID="{B6995E72-FD0B-4A4C-9EB7-246ADCD6B004}" presName="rootConnector" presStyleLbl="node4" presStyleIdx="3" presStyleCnt="8"/>
      <dgm:spPr/>
    </dgm:pt>
    <dgm:pt modelId="{D4C5FE54-9E87-4D4C-AEBF-52C928005391}" type="pres">
      <dgm:prSet presAssocID="{B6995E72-FD0B-4A4C-9EB7-246ADCD6B004}" presName="hierChild4" presStyleCnt="0"/>
      <dgm:spPr/>
    </dgm:pt>
    <dgm:pt modelId="{8545EAD1-E570-4DC0-9194-CFA4CA3B1157}" type="pres">
      <dgm:prSet presAssocID="{B6995E72-FD0B-4A4C-9EB7-246ADCD6B004}" presName="hierChild5" presStyleCnt="0"/>
      <dgm:spPr/>
    </dgm:pt>
    <dgm:pt modelId="{8D0C4560-D19E-4FC2-AE6F-05747D15989F}" type="pres">
      <dgm:prSet presAssocID="{5320E92D-6411-4E25-965B-75DEFB5EBD29}" presName="hierChild5" presStyleCnt="0"/>
      <dgm:spPr/>
    </dgm:pt>
    <dgm:pt modelId="{2DE887AB-99C7-4806-8B89-9C95EEE7CC39}" type="pres">
      <dgm:prSet presAssocID="{5DA2AF3A-4294-4F77-8D33-13227F87AFFA}" presName="hierChild5" presStyleCnt="0"/>
      <dgm:spPr/>
    </dgm:pt>
    <dgm:pt modelId="{3480C7D2-F7D2-4FBB-9350-FE6955D0DAAA}" type="pres">
      <dgm:prSet presAssocID="{74F9A0C0-69F7-42A3-B3C2-779714FB06B1}" presName="Name37" presStyleLbl="parChTrans1D2" presStyleIdx="2" presStyleCnt="6"/>
      <dgm:spPr/>
    </dgm:pt>
    <dgm:pt modelId="{6A4ABD2E-A5E0-4A46-AFCC-CC86C0A3FEC0}" type="pres">
      <dgm:prSet presAssocID="{44076356-042B-45F6-9BE6-19D9D06016B1}" presName="hierRoot2" presStyleCnt="0">
        <dgm:presLayoutVars>
          <dgm:hierBranch val="init"/>
        </dgm:presLayoutVars>
      </dgm:prSet>
      <dgm:spPr/>
    </dgm:pt>
    <dgm:pt modelId="{5F7D7BC5-FE1F-4BBF-89C2-0C16639F60C4}" type="pres">
      <dgm:prSet presAssocID="{44076356-042B-45F6-9BE6-19D9D06016B1}" presName="rootComposite" presStyleCnt="0"/>
      <dgm:spPr/>
    </dgm:pt>
    <dgm:pt modelId="{10DAF0F5-379C-4ADD-B1F2-7C215DC570B7}" type="pres">
      <dgm:prSet presAssocID="{44076356-042B-45F6-9BE6-19D9D06016B1}" presName="rootText" presStyleLbl="node2" presStyleIdx="2" presStyleCnt="4">
        <dgm:presLayoutVars>
          <dgm:chPref val="3"/>
        </dgm:presLayoutVars>
      </dgm:prSet>
      <dgm:spPr/>
    </dgm:pt>
    <dgm:pt modelId="{4B4A0B96-437A-4281-83FF-B861CB99ED73}" type="pres">
      <dgm:prSet presAssocID="{44076356-042B-45F6-9BE6-19D9D06016B1}" presName="rootConnector" presStyleLbl="node2" presStyleIdx="2" presStyleCnt="4"/>
      <dgm:spPr/>
    </dgm:pt>
    <dgm:pt modelId="{D41E0ED8-5505-4FB9-A667-C4C969AC581B}" type="pres">
      <dgm:prSet presAssocID="{44076356-042B-45F6-9BE6-19D9D06016B1}" presName="hierChild4" presStyleCnt="0"/>
      <dgm:spPr/>
    </dgm:pt>
    <dgm:pt modelId="{36D89232-0F2F-49EC-9120-A91FE5818057}" type="pres">
      <dgm:prSet presAssocID="{5067A3F0-89B4-4305-92AB-29050DD0BA92}" presName="Name37" presStyleLbl="parChTrans1D3" presStyleIdx="2" presStyleCnt="4"/>
      <dgm:spPr/>
    </dgm:pt>
    <dgm:pt modelId="{9DC85B91-195B-4929-9E86-FCE31323AF05}" type="pres">
      <dgm:prSet presAssocID="{616FFEB9-5EA9-4621-B79A-891C9A5E55AB}" presName="hierRoot2" presStyleCnt="0">
        <dgm:presLayoutVars>
          <dgm:hierBranch val="init"/>
        </dgm:presLayoutVars>
      </dgm:prSet>
      <dgm:spPr/>
    </dgm:pt>
    <dgm:pt modelId="{A5209753-D345-461B-AD39-140F5C3748EB}" type="pres">
      <dgm:prSet presAssocID="{616FFEB9-5EA9-4621-B79A-891C9A5E55AB}" presName="rootComposite" presStyleCnt="0"/>
      <dgm:spPr/>
    </dgm:pt>
    <dgm:pt modelId="{36AE7A00-8DF6-4364-BA7E-6570950D039E}" type="pres">
      <dgm:prSet presAssocID="{616FFEB9-5EA9-4621-B79A-891C9A5E55AB}" presName="rootText" presStyleLbl="node3" presStyleIdx="2" presStyleCnt="4">
        <dgm:presLayoutVars>
          <dgm:chPref val="3"/>
        </dgm:presLayoutVars>
      </dgm:prSet>
      <dgm:spPr/>
    </dgm:pt>
    <dgm:pt modelId="{F3BCC15B-2C37-430D-B88A-593BDE802971}" type="pres">
      <dgm:prSet presAssocID="{616FFEB9-5EA9-4621-B79A-891C9A5E55AB}" presName="rootConnector" presStyleLbl="node3" presStyleIdx="2" presStyleCnt="4"/>
      <dgm:spPr/>
    </dgm:pt>
    <dgm:pt modelId="{A3EAF017-052C-4B06-90BD-DB0BAF921B2F}" type="pres">
      <dgm:prSet presAssocID="{616FFEB9-5EA9-4621-B79A-891C9A5E55AB}" presName="hierChild4" presStyleCnt="0"/>
      <dgm:spPr/>
    </dgm:pt>
    <dgm:pt modelId="{E17FB083-B0A6-4EF0-96B6-F6AE5D5866C9}" type="pres">
      <dgm:prSet presAssocID="{F8EE0048-8178-4EC7-BB1D-C55BC388C73B}" presName="Name37" presStyleLbl="parChTrans1D4" presStyleIdx="4" presStyleCnt="8"/>
      <dgm:spPr/>
    </dgm:pt>
    <dgm:pt modelId="{0A8C711B-A016-4907-B0B9-BEE0F23A0E91}" type="pres">
      <dgm:prSet presAssocID="{15FCEBF2-8D40-4525-8955-4B072282FA83}" presName="hierRoot2" presStyleCnt="0">
        <dgm:presLayoutVars>
          <dgm:hierBranch val="init"/>
        </dgm:presLayoutVars>
      </dgm:prSet>
      <dgm:spPr/>
    </dgm:pt>
    <dgm:pt modelId="{C38BA853-4C30-46B0-BA7A-935A3D464586}" type="pres">
      <dgm:prSet presAssocID="{15FCEBF2-8D40-4525-8955-4B072282FA83}" presName="rootComposite" presStyleCnt="0"/>
      <dgm:spPr/>
    </dgm:pt>
    <dgm:pt modelId="{C8D29776-5F98-4A29-9A4F-3D9379ADFE3D}" type="pres">
      <dgm:prSet presAssocID="{15FCEBF2-8D40-4525-8955-4B072282FA83}" presName="rootText" presStyleLbl="node4" presStyleIdx="4" presStyleCnt="8">
        <dgm:presLayoutVars>
          <dgm:chPref val="3"/>
        </dgm:presLayoutVars>
      </dgm:prSet>
      <dgm:spPr/>
    </dgm:pt>
    <dgm:pt modelId="{A767166C-7CB6-450E-BB7C-ADB0C416CC92}" type="pres">
      <dgm:prSet presAssocID="{15FCEBF2-8D40-4525-8955-4B072282FA83}" presName="rootConnector" presStyleLbl="node4" presStyleIdx="4" presStyleCnt="8"/>
      <dgm:spPr/>
    </dgm:pt>
    <dgm:pt modelId="{EFDB1494-DEFB-46EC-AA56-D242CFFC60D7}" type="pres">
      <dgm:prSet presAssocID="{15FCEBF2-8D40-4525-8955-4B072282FA83}" presName="hierChild4" presStyleCnt="0"/>
      <dgm:spPr/>
    </dgm:pt>
    <dgm:pt modelId="{8DA5B920-E8CD-4E05-869A-775676821822}" type="pres">
      <dgm:prSet presAssocID="{15FCEBF2-8D40-4525-8955-4B072282FA83}" presName="hierChild5" presStyleCnt="0"/>
      <dgm:spPr/>
    </dgm:pt>
    <dgm:pt modelId="{FF7673AA-B5B8-44F0-9CD3-EDE34450D721}" type="pres">
      <dgm:prSet presAssocID="{B581C137-D52B-4099-97C7-F06EBD4FFF9E}" presName="Name37" presStyleLbl="parChTrans1D4" presStyleIdx="5" presStyleCnt="8"/>
      <dgm:spPr/>
    </dgm:pt>
    <dgm:pt modelId="{393597A4-3833-4583-AB0D-66D50663DC2C}" type="pres">
      <dgm:prSet presAssocID="{0B4029C1-92D5-43F4-B8AA-EC08BB7E7791}" presName="hierRoot2" presStyleCnt="0">
        <dgm:presLayoutVars>
          <dgm:hierBranch val="init"/>
        </dgm:presLayoutVars>
      </dgm:prSet>
      <dgm:spPr/>
    </dgm:pt>
    <dgm:pt modelId="{BB978D4E-E3D7-4D3E-BA4D-A8054DFBEF7B}" type="pres">
      <dgm:prSet presAssocID="{0B4029C1-92D5-43F4-B8AA-EC08BB7E7791}" presName="rootComposite" presStyleCnt="0"/>
      <dgm:spPr/>
    </dgm:pt>
    <dgm:pt modelId="{EA69400E-7D17-4D0A-8929-F33D04E62A4E}" type="pres">
      <dgm:prSet presAssocID="{0B4029C1-92D5-43F4-B8AA-EC08BB7E7791}" presName="rootText" presStyleLbl="node4" presStyleIdx="5" presStyleCnt="8">
        <dgm:presLayoutVars>
          <dgm:chPref val="3"/>
        </dgm:presLayoutVars>
      </dgm:prSet>
      <dgm:spPr/>
    </dgm:pt>
    <dgm:pt modelId="{80B3B1B3-6B21-461C-945C-4AFA48922696}" type="pres">
      <dgm:prSet presAssocID="{0B4029C1-92D5-43F4-B8AA-EC08BB7E7791}" presName="rootConnector" presStyleLbl="node4" presStyleIdx="5" presStyleCnt="8"/>
      <dgm:spPr/>
    </dgm:pt>
    <dgm:pt modelId="{2174BB1B-1F34-494E-AAA7-D3A12F672955}" type="pres">
      <dgm:prSet presAssocID="{0B4029C1-92D5-43F4-B8AA-EC08BB7E7791}" presName="hierChild4" presStyleCnt="0"/>
      <dgm:spPr/>
    </dgm:pt>
    <dgm:pt modelId="{7B6567FE-16FA-4FB0-BB31-466DEBFDDEBF}" type="pres">
      <dgm:prSet presAssocID="{0B4029C1-92D5-43F4-B8AA-EC08BB7E7791}" presName="hierChild5" presStyleCnt="0"/>
      <dgm:spPr/>
    </dgm:pt>
    <dgm:pt modelId="{612AF6D4-AFF8-4B91-811A-54229E4AF30B}" type="pres">
      <dgm:prSet presAssocID="{616FFEB9-5EA9-4621-B79A-891C9A5E55AB}" presName="hierChild5" presStyleCnt="0"/>
      <dgm:spPr/>
    </dgm:pt>
    <dgm:pt modelId="{FFD1786D-BD50-41B6-B08E-EFCE79DE5C66}" type="pres">
      <dgm:prSet presAssocID="{44076356-042B-45F6-9BE6-19D9D06016B1}" presName="hierChild5" presStyleCnt="0"/>
      <dgm:spPr/>
    </dgm:pt>
    <dgm:pt modelId="{C668474B-EC62-40F8-BB83-1170C709D2BE}" type="pres">
      <dgm:prSet presAssocID="{73D260ED-DD22-4E2B-865E-D7947484680F}" presName="Name37" presStyleLbl="parChTrans1D2" presStyleIdx="3" presStyleCnt="6"/>
      <dgm:spPr/>
    </dgm:pt>
    <dgm:pt modelId="{0555B854-B0CE-41FD-B1CA-8B0A00DE09B1}" type="pres">
      <dgm:prSet presAssocID="{375BB95F-D512-4834-8EFA-7B0BA37EBF92}" presName="hierRoot2" presStyleCnt="0">
        <dgm:presLayoutVars>
          <dgm:hierBranch val="init"/>
        </dgm:presLayoutVars>
      </dgm:prSet>
      <dgm:spPr/>
    </dgm:pt>
    <dgm:pt modelId="{E4426728-388B-4517-8BA3-006420F97B73}" type="pres">
      <dgm:prSet presAssocID="{375BB95F-D512-4834-8EFA-7B0BA37EBF92}" presName="rootComposite" presStyleCnt="0"/>
      <dgm:spPr/>
    </dgm:pt>
    <dgm:pt modelId="{E71D3040-612E-4EC3-8008-D8230605404D}" type="pres">
      <dgm:prSet presAssocID="{375BB95F-D512-4834-8EFA-7B0BA37EBF92}" presName="rootText" presStyleLbl="node2" presStyleIdx="3" presStyleCnt="4">
        <dgm:presLayoutVars>
          <dgm:chPref val="3"/>
        </dgm:presLayoutVars>
      </dgm:prSet>
      <dgm:spPr/>
    </dgm:pt>
    <dgm:pt modelId="{A0231C8E-386E-468D-B7A6-95A684C50C2A}" type="pres">
      <dgm:prSet presAssocID="{375BB95F-D512-4834-8EFA-7B0BA37EBF92}" presName="rootConnector" presStyleLbl="node2" presStyleIdx="3" presStyleCnt="4"/>
      <dgm:spPr/>
    </dgm:pt>
    <dgm:pt modelId="{31DF28E9-A217-45DF-AAE1-791BFCC10361}" type="pres">
      <dgm:prSet presAssocID="{375BB95F-D512-4834-8EFA-7B0BA37EBF92}" presName="hierChild4" presStyleCnt="0"/>
      <dgm:spPr/>
    </dgm:pt>
    <dgm:pt modelId="{6AF2BA63-59C7-42BD-910B-AFDABF293BBE}" type="pres">
      <dgm:prSet presAssocID="{21C47204-CC7E-413B-A465-D04770349469}" presName="Name37" presStyleLbl="parChTrans1D3" presStyleIdx="3" presStyleCnt="4"/>
      <dgm:spPr/>
    </dgm:pt>
    <dgm:pt modelId="{2CBD74C8-8B61-4C44-A390-C6591D487651}" type="pres">
      <dgm:prSet presAssocID="{FDFAA981-3D95-443A-AB93-54DF39F302A9}" presName="hierRoot2" presStyleCnt="0">
        <dgm:presLayoutVars>
          <dgm:hierBranch val="init"/>
        </dgm:presLayoutVars>
      </dgm:prSet>
      <dgm:spPr/>
    </dgm:pt>
    <dgm:pt modelId="{7D06BBDC-1359-43CB-9F94-48784501B372}" type="pres">
      <dgm:prSet presAssocID="{FDFAA981-3D95-443A-AB93-54DF39F302A9}" presName="rootComposite" presStyleCnt="0"/>
      <dgm:spPr/>
    </dgm:pt>
    <dgm:pt modelId="{A8FC858C-34C1-4F34-9199-C6551D4DD500}" type="pres">
      <dgm:prSet presAssocID="{FDFAA981-3D95-443A-AB93-54DF39F302A9}" presName="rootText" presStyleLbl="node3" presStyleIdx="3" presStyleCnt="4">
        <dgm:presLayoutVars>
          <dgm:chPref val="3"/>
        </dgm:presLayoutVars>
      </dgm:prSet>
      <dgm:spPr/>
    </dgm:pt>
    <dgm:pt modelId="{BC3B30BF-43E4-438C-B662-57227FDB5FC2}" type="pres">
      <dgm:prSet presAssocID="{FDFAA981-3D95-443A-AB93-54DF39F302A9}" presName="rootConnector" presStyleLbl="node3" presStyleIdx="3" presStyleCnt="4"/>
      <dgm:spPr/>
    </dgm:pt>
    <dgm:pt modelId="{3DDF45BB-4E64-47B0-A005-48F2B8021984}" type="pres">
      <dgm:prSet presAssocID="{FDFAA981-3D95-443A-AB93-54DF39F302A9}" presName="hierChild4" presStyleCnt="0"/>
      <dgm:spPr/>
    </dgm:pt>
    <dgm:pt modelId="{ACB64B12-15A8-4DF3-AA92-FCBF1C646909}" type="pres">
      <dgm:prSet presAssocID="{BAFBE7A4-BAF1-4721-AA89-8F1844C897B0}" presName="Name37" presStyleLbl="parChTrans1D4" presStyleIdx="6" presStyleCnt="8"/>
      <dgm:spPr/>
    </dgm:pt>
    <dgm:pt modelId="{8F953318-A2F7-4376-8F4D-83A319F8B764}" type="pres">
      <dgm:prSet presAssocID="{2A56AFB9-DD68-45AA-AF95-3DC4D7D1ABE5}" presName="hierRoot2" presStyleCnt="0">
        <dgm:presLayoutVars>
          <dgm:hierBranch val="init"/>
        </dgm:presLayoutVars>
      </dgm:prSet>
      <dgm:spPr/>
    </dgm:pt>
    <dgm:pt modelId="{10AA2066-1DB1-4FEA-BB1F-445F45379994}" type="pres">
      <dgm:prSet presAssocID="{2A56AFB9-DD68-45AA-AF95-3DC4D7D1ABE5}" presName="rootComposite" presStyleCnt="0"/>
      <dgm:spPr/>
    </dgm:pt>
    <dgm:pt modelId="{73E23470-48C7-4A72-8DFC-CE5FC8BD2F03}" type="pres">
      <dgm:prSet presAssocID="{2A56AFB9-DD68-45AA-AF95-3DC4D7D1ABE5}" presName="rootText" presStyleLbl="node4" presStyleIdx="6" presStyleCnt="8">
        <dgm:presLayoutVars>
          <dgm:chPref val="3"/>
        </dgm:presLayoutVars>
      </dgm:prSet>
      <dgm:spPr/>
    </dgm:pt>
    <dgm:pt modelId="{7DEDAC88-F22B-4AC9-8E89-AE271452A2BD}" type="pres">
      <dgm:prSet presAssocID="{2A56AFB9-DD68-45AA-AF95-3DC4D7D1ABE5}" presName="rootConnector" presStyleLbl="node4" presStyleIdx="6" presStyleCnt="8"/>
      <dgm:spPr/>
    </dgm:pt>
    <dgm:pt modelId="{48D86400-E2C4-48CC-AFC8-EBE8765808BA}" type="pres">
      <dgm:prSet presAssocID="{2A56AFB9-DD68-45AA-AF95-3DC4D7D1ABE5}" presName="hierChild4" presStyleCnt="0"/>
      <dgm:spPr/>
    </dgm:pt>
    <dgm:pt modelId="{E76744C2-9CFC-4678-AC42-2362E4D598C0}" type="pres">
      <dgm:prSet presAssocID="{2A56AFB9-DD68-45AA-AF95-3DC4D7D1ABE5}" presName="hierChild5" presStyleCnt="0"/>
      <dgm:spPr/>
    </dgm:pt>
    <dgm:pt modelId="{E301F030-8F95-4C43-A2E7-4F1DA4DDE491}" type="pres">
      <dgm:prSet presAssocID="{3C1478C6-5737-4439-A70F-346ADA4CDA9D}" presName="Name37" presStyleLbl="parChTrans1D4" presStyleIdx="7" presStyleCnt="8"/>
      <dgm:spPr/>
    </dgm:pt>
    <dgm:pt modelId="{77E9E5E1-26FC-4579-8771-5E3BDC7510A0}" type="pres">
      <dgm:prSet presAssocID="{31B91251-F6CD-42EC-9FC6-614AFE8BF40F}" presName="hierRoot2" presStyleCnt="0">
        <dgm:presLayoutVars>
          <dgm:hierBranch val="init"/>
        </dgm:presLayoutVars>
      </dgm:prSet>
      <dgm:spPr/>
    </dgm:pt>
    <dgm:pt modelId="{1CE2C84E-40BA-4BAA-9A8D-00D1BB8B7DCF}" type="pres">
      <dgm:prSet presAssocID="{31B91251-F6CD-42EC-9FC6-614AFE8BF40F}" presName="rootComposite" presStyleCnt="0"/>
      <dgm:spPr/>
    </dgm:pt>
    <dgm:pt modelId="{B22AB6EC-A50F-4479-96EF-9D4034BA355B}" type="pres">
      <dgm:prSet presAssocID="{31B91251-F6CD-42EC-9FC6-614AFE8BF40F}" presName="rootText" presStyleLbl="node4" presStyleIdx="7" presStyleCnt="8">
        <dgm:presLayoutVars>
          <dgm:chPref val="3"/>
        </dgm:presLayoutVars>
      </dgm:prSet>
      <dgm:spPr/>
    </dgm:pt>
    <dgm:pt modelId="{E772E10A-17E3-4431-97B4-4E964CF8EF74}" type="pres">
      <dgm:prSet presAssocID="{31B91251-F6CD-42EC-9FC6-614AFE8BF40F}" presName="rootConnector" presStyleLbl="node4" presStyleIdx="7" presStyleCnt="8"/>
      <dgm:spPr/>
    </dgm:pt>
    <dgm:pt modelId="{3F0E8999-107A-4BDD-B36C-E9AAE4DC2391}" type="pres">
      <dgm:prSet presAssocID="{31B91251-F6CD-42EC-9FC6-614AFE8BF40F}" presName="hierChild4" presStyleCnt="0"/>
      <dgm:spPr/>
    </dgm:pt>
    <dgm:pt modelId="{B58FDA21-199A-4B4F-910E-91F1147F1772}" type="pres">
      <dgm:prSet presAssocID="{31B91251-F6CD-42EC-9FC6-614AFE8BF40F}" presName="hierChild5" presStyleCnt="0"/>
      <dgm:spPr/>
    </dgm:pt>
    <dgm:pt modelId="{8BC9A999-A63F-41BF-A492-6075E0BA0C71}" type="pres">
      <dgm:prSet presAssocID="{FDFAA981-3D95-443A-AB93-54DF39F302A9}" presName="hierChild5" presStyleCnt="0"/>
      <dgm:spPr/>
    </dgm:pt>
    <dgm:pt modelId="{84E4E5F3-1692-4796-8508-9BED5D796AB7}" type="pres">
      <dgm:prSet presAssocID="{375BB95F-D512-4834-8EFA-7B0BA37EBF92}" presName="hierChild5" presStyleCnt="0"/>
      <dgm:spPr/>
    </dgm:pt>
    <dgm:pt modelId="{29458858-5C38-46B6-8CAE-D5B813217E0A}" type="pres">
      <dgm:prSet presAssocID="{DFC7D37B-03F3-4398-9D40-8917D3891D2B}" presName="hierChild3" presStyleCnt="0"/>
      <dgm:spPr/>
    </dgm:pt>
    <dgm:pt modelId="{83FF27A7-419F-4788-88F5-E40061F98746}" type="pres">
      <dgm:prSet presAssocID="{955CE84C-4021-4BBA-AB75-CD716B7474A3}" presName="Name111" presStyleLbl="parChTrans1D2" presStyleIdx="4" presStyleCnt="6"/>
      <dgm:spPr/>
    </dgm:pt>
    <dgm:pt modelId="{50E9CC7A-E45C-48A1-B6FE-2C1B9B92F4EF}" type="pres">
      <dgm:prSet presAssocID="{9D57B1DD-6752-49A4-84E8-FD55F55E31DA}" presName="hierRoot3" presStyleCnt="0">
        <dgm:presLayoutVars>
          <dgm:hierBranch val="init"/>
        </dgm:presLayoutVars>
      </dgm:prSet>
      <dgm:spPr/>
    </dgm:pt>
    <dgm:pt modelId="{213C7595-7CCF-4650-AA92-76F250184004}" type="pres">
      <dgm:prSet presAssocID="{9D57B1DD-6752-49A4-84E8-FD55F55E31DA}" presName="rootComposite3" presStyleCnt="0"/>
      <dgm:spPr/>
    </dgm:pt>
    <dgm:pt modelId="{2C3E953A-90A1-4925-AFCE-BEC9AA540617}" type="pres">
      <dgm:prSet presAssocID="{9D57B1DD-6752-49A4-84E8-FD55F55E31DA}" presName="rootText3" presStyleLbl="asst1" presStyleIdx="0" presStyleCnt="2">
        <dgm:presLayoutVars>
          <dgm:chPref val="3"/>
        </dgm:presLayoutVars>
      </dgm:prSet>
      <dgm:spPr/>
    </dgm:pt>
    <dgm:pt modelId="{CD8AC147-1DB2-4F6B-9299-8292B061D9F3}" type="pres">
      <dgm:prSet presAssocID="{9D57B1DD-6752-49A4-84E8-FD55F55E31DA}" presName="rootConnector3" presStyleLbl="asst1" presStyleIdx="0" presStyleCnt="2"/>
      <dgm:spPr/>
    </dgm:pt>
    <dgm:pt modelId="{F3B8FA7F-D86D-4DF3-8A47-31FDF78CC8DF}" type="pres">
      <dgm:prSet presAssocID="{9D57B1DD-6752-49A4-84E8-FD55F55E31DA}" presName="hierChild6" presStyleCnt="0"/>
      <dgm:spPr/>
    </dgm:pt>
    <dgm:pt modelId="{0A549DDF-07BC-450C-B22E-0B45A2CBDBE8}" type="pres">
      <dgm:prSet presAssocID="{9D57B1DD-6752-49A4-84E8-FD55F55E31DA}" presName="hierChild7" presStyleCnt="0"/>
      <dgm:spPr/>
    </dgm:pt>
    <dgm:pt modelId="{BC32AE77-BE0B-46B8-A5AB-C6F76382D2B4}" type="pres">
      <dgm:prSet presAssocID="{DE7EC951-0A59-4425-8792-C488E581F2C5}" presName="Name111" presStyleLbl="parChTrans1D2" presStyleIdx="5" presStyleCnt="6"/>
      <dgm:spPr/>
    </dgm:pt>
    <dgm:pt modelId="{B6259C68-E8DE-4704-BAA9-598852F79DE2}" type="pres">
      <dgm:prSet presAssocID="{EF945167-CD69-48FD-8386-466051067FDA}" presName="hierRoot3" presStyleCnt="0">
        <dgm:presLayoutVars>
          <dgm:hierBranch val="init"/>
        </dgm:presLayoutVars>
      </dgm:prSet>
      <dgm:spPr/>
    </dgm:pt>
    <dgm:pt modelId="{ACDA9921-2AB1-45C4-B20A-2F1D81721476}" type="pres">
      <dgm:prSet presAssocID="{EF945167-CD69-48FD-8386-466051067FDA}" presName="rootComposite3" presStyleCnt="0"/>
      <dgm:spPr/>
    </dgm:pt>
    <dgm:pt modelId="{C92C1157-9492-4C75-BABB-0F0304B2663E}" type="pres">
      <dgm:prSet presAssocID="{EF945167-CD69-48FD-8386-466051067FDA}" presName="rootText3" presStyleLbl="asst1" presStyleIdx="1" presStyleCnt="2">
        <dgm:presLayoutVars>
          <dgm:chPref val="3"/>
        </dgm:presLayoutVars>
      </dgm:prSet>
      <dgm:spPr/>
    </dgm:pt>
    <dgm:pt modelId="{CB4710AD-0028-41BE-AB32-3CEFAC3C804A}" type="pres">
      <dgm:prSet presAssocID="{EF945167-CD69-48FD-8386-466051067FDA}" presName="rootConnector3" presStyleLbl="asst1" presStyleIdx="1" presStyleCnt="2"/>
      <dgm:spPr/>
    </dgm:pt>
    <dgm:pt modelId="{FB02C423-CC3B-4A12-80B6-233D8FF915B6}" type="pres">
      <dgm:prSet presAssocID="{EF945167-CD69-48FD-8386-466051067FDA}" presName="hierChild6" presStyleCnt="0"/>
      <dgm:spPr/>
    </dgm:pt>
    <dgm:pt modelId="{712FDF11-A155-4544-B13C-33B04C543513}" type="pres">
      <dgm:prSet presAssocID="{EF945167-CD69-48FD-8386-466051067FDA}" presName="hierChild7" presStyleCnt="0"/>
      <dgm:spPr/>
    </dgm:pt>
  </dgm:ptLst>
  <dgm:cxnLst>
    <dgm:cxn modelId="{FE8F4D06-7513-4C36-823F-40A0B52F0E57}" srcId="{375BB95F-D512-4834-8EFA-7B0BA37EBF92}" destId="{FDFAA981-3D95-443A-AB93-54DF39F302A9}" srcOrd="0" destOrd="0" parTransId="{21C47204-CC7E-413B-A465-D04770349469}" sibTransId="{2EE2D15D-00FC-48EA-914A-CAC858C407FB}"/>
    <dgm:cxn modelId="{4047DF06-1790-4B8E-83EA-F2AAB5316AE8}" srcId="{DFC7D37B-03F3-4398-9D40-8917D3891D2B}" destId="{44076356-042B-45F6-9BE6-19D9D06016B1}" srcOrd="2" destOrd="0" parTransId="{74F9A0C0-69F7-42A3-B3C2-779714FB06B1}" sibTransId="{2E6205AC-5E32-43B1-8F8A-A5040A54FAFE}"/>
    <dgm:cxn modelId="{095F930B-2AE0-2C4B-9962-253FC0E3BE04}" type="presOf" srcId="{73D260ED-DD22-4E2B-865E-D7947484680F}" destId="{C668474B-EC62-40F8-BB83-1170C709D2BE}" srcOrd="0" destOrd="0" presId="urn:microsoft.com/office/officeart/2005/8/layout/orgChart1"/>
    <dgm:cxn modelId="{B75C980E-4AA7-5E43-83EA-CCE4F0BDDC87}" type="presOf" srcId="{15FCEBF2-8D40-4525-8955-4B072282FA83}" destId="{A767166C-7CB6-450E-BB7C-ADB0C416CC92}" srcOrd="1" destOrd="0" presId="urn:microsoft.com/office/officeart/2005/8/layout/orgChart1"/>
    <dgm:cxn modelId="{E0DE5810-EC2C-4533-9092-BB919595D6D1}" srcId="{5320E92D-6411-4E25-965B-75DEFB5EBD29}" destId="{018D6B93-42B2-4662-ACEB-6A34F2DC5873}" srcOrd="0" destOrd="0" parTransId="{6EC6B414-D385-4EBD-9EB4-525F289A126A}" sibTransId="{866324D7-FC72-4F39-9C2E-126072D95C88}"/>
    <dgm:cxn modelId="{59161612-2F5B-4085-90DF-742F24723D3F}" srcId="{5320E92D-6411-4E25-965B-75DEFB5EBD29}" destId="{B6995E72-FD0B-4A4C-9EB7-246ADCD6B004}" srcOrd="1" destOrd="0" parTransId="{FBA13415-B296-4D0E-A764-724A061362EF}" sibTransId="{1A285347-7582-4653-AE6E-012E23D5B420}"/>
    <dgm:cxn modelId="{1FBC8614-F2D8-E44C-8D3E-88C67A1F0954}" type="presOf" srcId="{9148C630-0B26-4CC4-A379-5CFB5647851E}" destId="{FCA949A6-59E6-4A4D-BEA0-BFD0A5AC9A1E}" srcOrd="1" destOrd="0" presId="urn:microsoft.com/office/officeart/2005/8/layout/orgChart1"/>
    <dgm:cxn modelId="{2C4ED416-46DE-6A47-B73C-5ABA60C7E19A}" type="presOf" srcId="{0B4029C1-92D5-43F4-B8AA-EC08BB7E7791}" destId="{EA69400E-7D17-4D0A-8929-F33D04E62A4E}" srcOrd="0" destOrd="0" presId="urn:microsoft.com/office/officeart/2005/8/layout/orgChart1"/>
    <dgm:cxn modelId="{9C79ED18-AA62-CE41-920D-C03E3DD45970}" type="presOf" srcId="{2A56AFB9-DD68-45AA-AF95-3DC4D7D1ABE5}" destId="{73E23470-48C7-4A72-8DFC-CE5FC8BD2F03}" srcOrd="0" destOrd="0" presId="urn:microsoft.com/office/officeart/2005/8/layout/orgChart1"/>
    <dgm:cxn modelId="{4FFFB61B-EBC0-9F48-9AB2-D5E8055FEE69}" type="presOf" srcId="{F8EE0048-8178-4EC7-BB1D-C55BC388C73B}" destId="{E17FB083-B0A6-4EF0-96B6-F6AE5D5866C9}" srcOrd="0" destOrd="0" presId="urn:microsoft.com/office/officeart/2005/8/layout/orgChart1"/>
    <dgm:cxn modelId="{C1B4CD21-4260-4445-ACE3-1B62DB3344A2}" type="presOf" srcId="{BAFBE7A4-BAF1-4721-AA89-8F1844C897B0}" destId="{ACB64B12-15A8-4DF3-AA92-FCBF1C646909}" srcOrd="0" destOrd="0" presId="urn:microsoft.com/office/officeart/2005/8/layout/orgChart1"/>
    <dgm:cxn modelId="{E2BA9A25-D7E7-0949-A19D-A369E3975A0A}" type="presOf" srcId="{B4440CCC-5A2F-4AC0-80EE-1F8D360D7819}" destId="{873192B6-741A-416D-8AA6-001AD91BA8B1}" srcOrd="0" destOrd="0" presId="urn:microsoft.com/office/officeart/2005/8/layout/orgChart1"/>
    <dgm:cxn modelId="{277E9A2C-C6C0-0D41-9615-103729BFACEE}" type="presOf" srcId="{5DA2AF3A-4294-4F77-8D33-13227F87AFFA}" destId="{F5AEAAAC-07EE-4DC4-886D-5C24CF784ED6}" srcOrd="0" destOrd="0" presId="urn:microsoft.com/office/officeart/2005/8/layout/orgChart1"/>
    <dgm:cxn modelId="{166F732E-E782-6A46-BF1B-B548AEA73969}" type="presOf" srcId="{616FFEB9-5EA9-4621-B79A-891C9A5E55AB}" destId="{F3BCC15B-2C37-430D-B88A-593BDE802971}" srcOrd="1" destOrd="0" presId="urn:microsoft.com/office/officeart/2005/8/layout/orgChart1"/>
    <dgm:cxn modelId="{BEA5452F-3FFC-0F47-A517-096C93639DF8}" type="presOf" srcId="{5DA2AF3A-4294-4F77-8D33-13227F87AFFA}" destId="{01F64D49-0C64-4AC1-B265-8ABE12843A5B}" srcOrd="1" destOrd="0" presId="urn:microsoft.com/office/officeart/2005/8/layout/orgChart1"/>
    <dgm:cxn modelId="{D98C732F-100D-A24F-98CC-368D32CAB8A0}" type="presOf" srcId="{0B4029C1-92D5-43F4-B8AA-EC08BB7E7791}" destId="{80B3B1B3-6B21-461C-945C-4AFA48922696}" srcOrd="1" destOrd="0" presId="urn:microsoft.com/office/officeart/2005/8/layout/orgChart1"/>
    <dgm:cxn modelId="{3280BA3E-0C79-DB40-8DA4-C3D259964D60}" type="presOf" srcId="{018D6B93-42B2-4662-ACEB-6A34F2DC5873}" destId="{4015762E-273C-47EA-8848-76EBCA2BF70A}" srcOrd="1" destOrd="0" presId="urn:microsoft.com/office/officeart/2005/8/layout/orgChart1"/>
    <dgm:cxn modelId="{B285533F-B313-F242-AA46-45BB81F95FEF}" type="presOf" srcId="{21C47204-CC7E-413B-A465-D04770349469}" destId="{6AF2BA63-59C7-42BD-910B-AFDABF293BBE}" srcOrd="0" destOrd="0" presId="urn:microsoft.com/office/officeart/2005/8/layout/orgChart1"/>
    <dgm:cxn modelId="{313D8A3F-3DFA-454F-9CD0-74B58E0201E9}" type="presOf" srcId="{375BB95F-D512-4834-8EFA-7B0BA37EBF92}" destId="{A0231C8E-386E-468D-B7A6-95A684C50C2A}" srcOrd="1" destOrd="0" presId="urn:microsoft.com/office/officeart/2005/8/layout/orgChart1"/>
    <dgm:cxn modelId="{DF460B5B-F4D4-4D40-B905-DABEC4052FDC}" type="presOf" srcId="{3B9E1511-83AC-4B65-B4BD-416D25808998}" destId="{73D03C9F-EAD6-499E-8A2C-5F07BD89DF34}" srcOrd="0" destOrd="0" presId="urn:microsoft.com/office/officeart/2005/8/layout/orgChart1"/>
    <dgm:cxn modelId="{F4534842-F1CA-0548-ACF7-FDE2230A1695}" type="presOf" srcId="{B581C137-D52B-4099-97C7-F06EBD4FFF9E}" destId="{FF7673AA-B5B8-44F0-9CD3-EDE34450D721}" srcOrd="0" destOrd="0" presId="urn:microsoft.com/office/officeart/2005/8/layout/orgChart1"/>
    <dgm:cxn modelId="{004BEA62-2537-1C4E-ABD5-CD4BB893E92B}" type="presOf" srcId="{FDFAA981-3D95-443A-AB93-54DF39F302A9}" destId="{BC3B30BF-43E4-438C-B662-57227FDB5FC2}" srcOrd="1" destOrd="0" presId="urn:microsoft.com/office/officeart/2005/8/layout/orgChart1"/>
    <dgm:cxn modelId="{5AA9EA62-1F93-4BD8-B98A-F517A8E81938}" srcId="{266805BB-2706-41D4-9785-F183F29A8639}" destId="{DFC7D37B-03F3-4398-9D40-8917D3891D2B}" srcOrd="0" destOrd="0" parTransId="{A2B5BE7F-D55B-4E64-81FB-714A34FB42AC}" sibTransId="{D6F84005-787C-41EF-9DE2-1C1F98C2820D}"/>
    <dgm:cxn modelId="{70EA9E43-F0B8-9447-9175-FC72D5A5C661}" type="presOf" srcId="{44076356-042B-45F6-9BE6-19D9D06016B1}" destId="{4B4A0B96-437A-4281-83FF-B861CB99ED73}" srcOrd="1" destOrd="0" presId="urn:microsoft.com/office/officeart/2005/8/layout/orgChart1"/>
    <dgm:cxn modelId="{F8CDBA63-2E0F-4F3F-9B22-1041F8048289}" type="presOf" srcId="{DE7EC951-0A59-4425-8792-C488E581F2C5}" destId="{BC32AE77-BE0B-46B8-A5AB-C6F76382D2B4}" srcOrd="0" destOrd="0" presId="urn:microsoft.com/office/officeart/2005/8/layout/orgChart1"/>
    <dgm:cxn modelId="{DBD8CC44-5A3F-F84C-8169-4841BD34953D}" type="presOf" srcId="{CB3D4B0D-2469-4321-B25F-27C4498051F0}" destId="{5C3D09D8-6CEC-4DC7-89CD-90FE1F580039}" srcOrd="0" destOrd="0" presId="urn:microsoft.com/office/officeart/2005/8/layout/orgChart1"/>
    <dgm:cxn modelId="{5118D045-7665-DA40-81F6-42DAA4D79C87}" type="presOf" srcId="{15FCEBF2-8D40-4525-8955-4B072282FA83}" destId="{C8D29776-5F98-4A29-9A4F-3D9379ADFE3D}" srcOrd="0" destOrd="0" presId="urn:microsoft.com/office/officeart/2005/8/layout/orgChart1"/>
    <dgm:cxn modelId="{78F4F26B-2678-6B4B-808F-6FB52E9F63F9}" type="presOf" srcId="{955CE84C-4021-4BBA-AB75-CD716B7474A3}" destId="{83FF27A7-419F-4788-88F5-E40061F98746}" srcOrd="0" destOrd="0" presId="urn:microsoft.com/office/officeart/2005/8/layout/orgChart1"/>
    <dgm:cxn modelId="{7F84444D-F78E-4237-9699-8D38EABD74E7}" srcId="{9859E3F6-7BD6-4BA9-B998-445B6C4A36BB}" destId="{9148C630-0B26-4CC4-A379-5CFB5647851E}" srcOrd="0" destOrd="0" parTransId="{4774BA59-CA24-43B2-9553-0530E2D2451D}" sibTransId="{F08216D1-14AC-42A0-BFEF-AC6D2ED190D4}"/>
    <dgm:cxn modelId="{0A286A4E-2AAC-9446-9677-9BE51ACE0EA0}" type="presOf" srcId="{FDFAA981-3D95-443A-AB93-54DF39F302A9}" destId="{A8FC858C-34C1-4F34-9199-C6551D4DD500}" srcOrd="0" destOrd="0" presId="urn:microsoft.com/office/officeart/2005/8/layout/orgChart1"/>
    <dgm:cxn modelId="{C018DB50-A464-D94F-B366-D62F020BFB1F}" type="presOf" srcId="{A278BE6E-F602-4C4B-90AC-03CB88E3187A}" destId="{12D0D42C-5F6F-476E-A052-A17FD0B3617A}" srcOrd="0" destOrd="0" presId="urn:microsoft.com/office/officeart/2005/8/layout/orgChart1"/>
    <dgm:cxn modelId="{C48FA152-9AB9-4CB5-A34E-8F49CF5F025E}" srcId="{5DA2AF3A-4294-4F77-8D33-13227F87AFFA}" destId="{5320E92D-6411-4E25-965B-75DEFB5EBD29}" srcOrd="0" destOrd="0" parTransId="{BB7F850F-3516-4FB0-AE56-A97D0A96DA97}" sibTransId="{00F7B217-C6DB-4FCA-923F-04EE57D23E13}"/>
    <dgm:cxn modelId="{CE077353-E9E2-43B7-84E2-4D98642BB4F6}" srcId="{DFC7D37B-03F3-4398-9D40-8917D3891D2B}" destId="{375BB95F-D512-4834-8EFA-7B0BA37EBF92}" srcOrd="3" destOrd="0" parTransId="{73D260ED-DD22-4E2B-865E-D7947484680F}" sibTransId="{DB9DDA00-2C03-4F8A-8C51-56B951805C2A}"/>
    <dgm:cxn modelId="{9A767953-463F-4163-AD43-94AA798B40FF}" srcId="{FDFAA981-3D95-443A-AB93-54DF39F302A9}" destId="{2A56AFB9-DD68-45AA-AF95-3DC4D7D1ABE5}" srcOrd="0" destOrd="0" parTransId="{BAFBE7A4-BAF1-4721-AA89-8F1844C897B0}" sibTransId="{FA8D233B-A9DD-46DB-9C33-F2AB598E8F79}"/>
    <dgm:cxn modelId="{D84EB153-6A0C-0241-B586-9D993581B50E}" type="presOf" srcId="{DFC7D37B-03F3-4398-9D40-8917D3891D2B}" destId="{69CBC339-B1C8-4391-A88E-BA323E0D2D21}" srcOrd="1" destOrd="0" presId="urn:microsoft.com/office/officeart/2005/8/layout/orgChart1"/>
    <dgm:cxn modelId="{3E643454-F238-4C13-BD49-FF493552C03C}" srcId="{DFC7D37B-03F3-4398-9D40-8917D3891D2B}" destId="{EF945167-CD69-48FD-8386-466051067FDA}" srcOrd="5" destOrd="0" parTransId="{DE7EC951-0A59-4425-8792-C488E581F2C5}" sibTransId="{E14CEC5B-ADE4-4C8B-81A7-AFDED7FB57AA}"/>
    <dgm:cxn modelId="{A18D3278-8866-4D16-AF9F-F989D27E5484}" srcId="{DFC7D37B-03F3-4398-9D40-8917D3891D2B}" destId="{CB3D4B0D-2469-4321-B25F-27C4498051F0}" srcOrd="0" destOrd="0" parTransId="{A278BE6E-F602-4C4B-90AC-03CB88E3187A}" sibTransId="{115420CA-2E17-491E-954E-F41CA257EB1B}"/>
    <dgm:cxn modelId="{3E3C8379-1A66-1443-B1B6-8BD1AFFCAB9F}" type="presOf" srcId="{9D57B1DD-6752-49A4-84E8-FD55F55E31DA}" destId="{2C3E953A-90A1-4925-AFCE-BEC9AA540617}" srcOrd="0" destOrd="0" presId="urn:microsoft.com/office/officeart/2005/8/layout/orgChart1"/>
    <dgm:cxn modelId="{996EEF59-5E91-7348-BA77-942D18902F5D}" type="presOf" srcId="{616FFEB9-5EA9-4621-B79A-891C9A5E55AB}" destId="{36AE7A00-8DF6-4364-BA7E-6570950D039E}" srcOrd="0" destOrd="0" presId="urn:microsoft.com/office/officeart/2005/8/layout/orgChart1"/>
    <dgm:cxn modelId="{FC27F37B-3411-044D-B321-5084CC0D93D9}" type="presOf" srcId="{5320E92D-6411-4E25-965B-75DEFB5EBD29}" destId="{256249A8-1FEC-4FA9-93A9-7D794FDFBCC4}" srcOrd="1" destOrd="0" presId="urn:microsoft.com/office/officeart/2005/8/layout/orgChart1"/>
    <dgm:cxn modelId="{3C775E7E-6CD5-134F-BA68-260E7370D110}" type="presOf" srcId="{74F9A0C0-69F7-42A3-B3C2-779714FB06B1}" destId="{3480C7D2-F7D2-4FBB-9350-FE6955D0DAAA}" srcOrd="0" destOrd="0" presId="urn:microsoft.com/office/officeart/2005/8/layout/orgChart1"/>
    <dgm:cxn modelId="{A2F02C82-55AE-6A42-B4DD-47DAC85ED03D}" type="presOf" srcId="{31B91251-F6CD-42EC-9FC6-614AFE8BF40F}" destId="{B22AB6EC-A50F-4479-96EF-9D4034BA355B}" srcOrd="0" destOrd="0" presId="urn:microsoft.com/office/officeart/2005/8/layout/orgChart1"/>
    <dgm:cxn modelId="{05A3908A-E70D-2E42-96ED-D5AA9EC98964}" type="presOf" srcId="{B6995E72-FD0B-4A4C-9EB7-246ADCD6B004}" destId="{7C550671-8957-4507-A712-FC91B4BA030D}" srcOrd="0" destOrd="0" presId="urn:microsoft.com/office/officeart/2005/8/layout/orgChart1"/>
    <dgm:cxn modelId="{64B0D38A-245E-FA4D-8BDC-09DFAE110033}" type="presOf" srcId="{266805BB-2706-41D4-9785-F183F29A8639}" destId="{093C3D62-42BB-4F88-83CD-B6FA18B6D8F1}" srcOrd="0" destOrd="0" presId="urn:microsoft.com/office/officeart/2005/8/layout/orgChart1"/>
    <dgm:cxn modelId="{9234F599-DF14-FA4E-87CE-A0D06D59C578}" type="presOf" srcId="{9859E3F6-7BD6-4BA9-B998-445B6C4A36BB}" destId="{95FDE8AB-1C56-40C7-A208-6A128DCE5BF7}" srcOrd="1" destOrd="0" presId="urn:microsoft.com/office/officeart/2005/8/layout/orgChart1"/>
    <dgm:cxn modelId="{01C2709E-3900-4AAE-B456-DC3A76BCCCE8}" srcId="{CB3D4B0D-2469-4321-B25F-27C4498051F0}" destId="{9859E3F6-7BD6-4BA9-B998-445B6C4A36BB}" srcOrd="0" destOrd="0" parTransId="{B4440CCC-5A2F-4AC0-80EE-1F8D360D7819}" sibTransId="{F4542EF8-DFFC-430D-BC2F-4E2DFBDDD2EB}"/>
    <dgm:cxn modelId="{46D1A79F-A130-2F41-8A83-0B3D27B5208B}" type="presOf" srcId="{4774BA59-CA24-43B2-9553-0530E2D2451D}" destId="{21AE7CCF-5711-439E-9C84-F8BF1F39A850}" srcOrd="0" destOrd="0" presId="urn:microsoft.com/office/officeart/2005/8/layout/orgChart1"/>
    <dgm:cxn modelId="{B0C608A8-0785-8342-8610-8E1B60DA0567}" type="presOf" srcId="{9148C630-0B26-4CC4-A379-5CFB5647851E}" destId="{97BB107B-6075-45D6-B376-F3DFC1A913AD}" srcOrd="0" destOrd="0" presId="urn:microsoft.com/office/officeart/2005/8/layout/orgChart1"/>
    <dgm:cxn modelId="{09B21FAA-0EDE-6A48-87CD-3FD45FBCE059}" type="presOf" srcId="{A0E08B0A-DB02-4C25-9696-D5BBB3F8DAB8}" destId="{867CF0D9-4714-4901-840B-C7659D92CEB3}" srcOrd="0" destOrd="0" presId="urn:microsoft.com/office/officeart/2005/8/layout/orgChart1"/>
    <dgm:cxn modelId="{FA5537AB-2AA1-4140-859E-5B03C4D83B24}" type="presOf" srcId="{EF945167-CD69-48FD-8386-466051067FDA}" destId="{CB4710AD-0028-41BE-AB32-3CEFAC3C804A}" srcOrd="1" destOrd="0" presId="urn:microsoft.com/office/officeart/2005/8/layout/orgChart1"/>
    <dgm:cxn modelId="{4E0379B7-B40C-46B8-B562-6CABCD278905}" srcId="{616FFEB9-5EA9-4621-B79A-891C9A5E55AB}" destId="{15FCEBF2-8D40-4525-8955-4B072282FA83}" srcOrd="0" destOrd="0" parTransId="{F8EE0048-8178-4EC7-BB1D-C55BC388C73B}" sibTransId="{490D7428-B555-4002-AA7A-BA7AA914200E}"/>
    <dgm:cxn modelId="{EE6A6ABA-2308-BA4C-AF06-86758A6C9F3B}" type="presOf" srcId="{5067A3F0-89B4-4305-92AB-29050DD0BA92}" destId="{36D89232-0F2F-49EC-9120-A91FE5818057}" srcOrd="0" destOrd="0" presId="urn:microsoft.com/office/officeart/2005/8/layout/orgChart1"/>
    <dgm:cxn modelId="{21DE20BC-E180-EB4E-9171-AC150F077D44}" type="presOf" srcId="{B6995E72-FD0B-4A4C-9EB7-246ADCD6B004}" destId="{640F0BB1-2A43-441D-A3DD-4186BC81A845}" srcOrd="1" destOrd="0" presId="urn:microsoft.com/office/officeart/2005/8/layout/orgChart1"/>
    <dgm:cxn modelId="{CC217CBF-883B-42AE-9596-E50FC2C4988F}" type="presOf" srcId="{EF945167-CD69-48FD-8386-466051067FDA}" destId="{C92C1157-9492-4C75-BABB-0F0304B2663E}" srcOrd="0" destOrd="0" presId="urn:microsoft.com/office/officeart/2005/8/layout/orgChart1"/>
    <dgm:cxn modelId="{B62F04C3-EBD4-CE4A-99E9-37A0D85343D3}" type="presOf" srcId="{9D57B1DD-6752-49A4-84E8-FD55F55E31DA}" destId="{CD8AC147-1DB2-4F6B-9299-8292B061D9F3}" srcOrd="1" destOrd="0" presId="urn:microsoft.com/office/officeart/2005/8/layout/orgChart1"/>
    <dgm:cxn modelId="{F83AD3C9-FC9A-47D6-95E5-28092BA1AACB}" srcId="{DFC7D37B-03F3-4398-9D40-8917D3891D2B}" destId="{9D57B1DD-6752-49A4-84E8-FD55F55E31DA}" srcOrd="4" destOrd="0" parTransId="{955CE84C-4021-4BBA-AB75-CD716B7474A3}" sibTransId="{8F109C96-5178-446E-B92B-28020E1A5732}"/>
    <dgm:cxn modelId="{F51EDFC9-3E1C-1A4A-BA62-AB408D5ADDBF}" type="presOf" srcId="{6EC6B414-D385-4EBD-9EB4-525F289A126A}" destId="{40EEE3E7-26F7-4492-9622-01E4E1C9FC9E}" srcOrd="0" destOrd="0" presId="urn:microsoft.com/office/officeart/2005/8/layout/orgChart1"/>
    <dgm:cxn modelId="{DE096ECB-DF36-FE4E-9C6E-6668D50D4942}" type="presOf" srcId="{3C1478C6-5737-4439-A70F-346ADA4CDA9D}" destId="{E301F030-8F95-4C43-A2E7-4F1DA4DDE491}" srcOrd="0" destOrd="0" presId="urn:microsoft.com/office/officeart/2005/8/layout/orgChart1"/>
    <dgm:cxn modelId="{491AB0D0-B22C-074A-9C9D-4371C9F88CD8}" type="presOf" srcId="{2262E1C3-36C2-4EE5-8431-EC64CAFB830F}" destId="{6725AC7A-2495-4AA4-8828-3FF10FE833AE}" srcOrd="0" destOrd="0" presId="urn:microsoft.com/office/officeart/2005/8/layout/orgChart1"/>
    <dgm:cxn modelId="{917CCDD2-5485-4D7F-8048-46D6C6798A1D}" srcId="{9859E3F6-7BD6-4BA9-B998-445B6C4A36BB}" destId="{3B9E1511-83AC-4B65-B4BD-416D25808998}" srcOrd="1" destOrd="0" parTransId="{A0E08B0A-DB02-4C25-9696-D5BBB3F8DAB8}" sibTransId="{450077AD-E5B2-4535-8C46-19D871D09258}"/>
    <dgm:cxn modelId="{F567EFD2-200A-48DC-B793-6151F6C5FF3A}" srcId="{FDFAA981-3D95-443A-AB93-54DF39F302A9}" destId="{31B91251-F6CD-42EC-9FC6-614AFE8BF40F}" srcOrd="1" destOrd="0" parTransId="{3C1478C6-5737-4439-A70F-346ADA4CDA9D}" sibTransId="{57F3E2C8-4348-456B-AAD4-AF279180238A}"/>
    <dgm:cxn modelId="{812267D8-4044-FB45-9A0B-A808605418E8}" type="presOf" srcId="{CB3D4B0D-2469-4321-B25F-27C4498051F0}" destId="{0030EEA0-4A58-4E62-AECB-E26DE3190355}" srcOrd="1" destOrd="0" presId="urn:microsoft.com/office/officeart/2005/8/layout/orgChart1"/>
    <dgm:cxn modelId="{2F8133DA-C86E-5049-B451-85B6DF5ACA3D}" type="presOf" srcId="{9859E3F6-7BD6-4BA9-B998-445B6C4A36BB}" destId="{138BB38F-F371-412E-96BD-1AB521B481EB}" srcOrd="0" destOrd="0" presId="urn:microsoft.com/office/officeart/2005/8/layout/orgChart1"/>
    <dgm:cxn modelId="{E02D84DE-7E6C-4C8F-82B9-FE311D1DB029}" srcId="{616FFEB9-5EA9-4621-B79A-891C9A5E55AB}" destId="{0B4029C1-92D5-43F4-B8AA-EC08BB7E7791}" srcOrd="1" destOrd="0" parTransId="{B581C137-D52B-4099-97C7-F06EBD4FFF9E}" sibTransId="{E0490CB0-F9A7-47F2-899D-1504EDBB47B5}"/>
    <dgm:cxn modelId="{F88F09E1-0C0E-7C4F-97AB-5598AFF2E043}" type="presOf" srcId="{3B9E1511-83AC-4B65-B4BD-416D25808998}" destId="{F3801571-70E4-409B-AC6B-BEDD57E6977F}" srcOrd="1" destOrd="0" presId="urn:microsoft.com/office/officeart/2005/8/layout/orgChart1"/>
    <dgm:cxn modelId="{6E4730E2-08C0-BF4F-9416-5BB9D561C668}" type="presOf" srcId="{BB7F850F-3516-4FB0-AE56-A97D0A96DA97}" destId="{46688F11-7E64-4E89-A3CD-A8C7423B3778}" srcOrd="0" destOrd="0" presId="urn:microsoft.com/office/officeart/2005/8/layout/orgChart1"/>
    <dgm:cxn modelId="{988F81E5-0738-A242-8257-45A42FD3FAE8}" type="presOf" srcId="{31B91251-F6CD-42EC-9FC6-614AFE8BF40F}" destId="{E772E10A-17E3-4431-97B4-4E964CF8EF74}" srcOrd="1" destOrd="0" presId="urn:microsoft.com/office/officeart/2005/8/layout/orgChart1"/>
    <dgm:cxn modelId="{193009E6-55BA-D743-9FE0-D1BA81D3C0F4}" type="presOf" srcId="{FBA13415-B296-4D0E-A764-724A061362EF}" destId="{76EC2784-4BDA-49AE-8B38-8CBDF01CD84A}" srcOrd="0" destOrd="0" presId="urn:microsoft.com/office/officeart/2005/8/layout/orgChart1"/>
    <dgm:cxn modelId="{DCCB5DE6-71D1-7549-B50A-7EB842C2B5BA}" type="presOf" srcId="{2A56AFB9-DD68-45AA-AF95-3DC4D7D1ABE5}" destId="{7DEDAC88-F22B-4AC9-8E89-AE271452A2BD}" srcOrd="1" destOrd="0" presId="urn:microsoft.com/office/officeart/2005/8/layout/orgChart1"/>
    <dgm:cxn modelId="{1A4D72E7-11AE-4B40-9FF1-D45A0AEF6032}" type="presOf" srcId="{44076356-042B-45F6-9BE6-19D9D06016B1}" destId="{10DAF0F5-379C-4ADD-B1F2-7C215DC570B7}" srcOrd="0" destOrd="0" presId="urn:microsoft.com/office/officeart/2005/8/layout/orgChart1"/>
    <dgm:cxn modelId="{CA1A57EF-F818-4066-802C-C4681D37A0B4}" srcId="{44076356-042B-45F6-9BE6-19D9D06016B1}" destId="{616FFEB9-5EA9-4621-B79A-891C9A5E55AB}" srcOrd="0" destOrd="0" parTransId="{5067A3F0-89B4-4305-92AB-29050DD0BA92}" sibTransId="{CE8D602E-7403-4DB9-9FE4-DE30B19EF218}"/>
    <dgm:cxn modelId="{97D115FB-749D-0045-8ACE-A68A9602A43D}" type="presOf" srcId="{018D6B93-42B2-4662-ACEB-6A34F2DC5873}" destId="{D647ABA3-E874-40EC-BD6A-290ABEF53D0C}" srcOrd="0" destOrd="0" presId="urn:microsoft.com/office/officeart/2005/8/layout/orgChart1"/>
    <dgm:cxn modelId="{13F8C0FC-E5D7-3641-9E33-7E6389DCA259}" type="presOf" srcId="{375BB95F-D512-4834-8EFA-7B0BA37EBF92}" destId="{E71D3040-612E-4EC3-8008-D8230605404D}" srcOrd="0" destOrd="0" presId="urn:microsoft.com/office/officeart/2005/8/layout/orgChart1"/>
    <dgm:cxn modelId="{A1FB87FE-E4B8-DE45-BB35-D32C2F22B0C3}" type="presOf" srcId="{5320E92D-6411-4E25-965B-75DEFB5EBD29}" destId="{E3405E08-3D61-451F-8688-C8CC051C8B10}" srcOrd="0" destOrd="0" presId="urn:microsoft.com/office/officeart/2005/8/layout/orgChart1"/>
    <dgm:cxn modelId="{387316FF-B9E9-4D41-A980-39C361E451E0}" srcId="{DFC7D37B-03F3-4398-9D40-8917D3891D2B}" destId="{5DA2AF3A-4294-4F77-8D33-13227F87AFFA}" srcOrd="1" destOrd="0" parTransId="{2262E1C3-36C2-4EE5-8431-EC64CAFB830F}" sibTransId="{05E589F5-4DBA-4BA6-9988-42DD77C20CF0}"/>
    <dgm:cxn modelId="{AC44E2FF-B362-1445-BC31-CB0297B2C9AB}" type="presOf" srcId="{DFC7D37B-03F3-4398-9D40-8917D3891D2B}" destId="{116BA0B0-3013-488B-B388-DC07BEBCDA93}" srcOrd="0" destOrd="0" presId="urn:microsoft.com/office/officeart/2005/8/layout/orgChart1"/>
    <dgm:cxn modelId="{9E67B2E5-01FF-AA45-898B-48A59BAD167E}" type="presParOf" srcId="{093C3D62-42BB-4F88-83CD-B6FA18B6D8F1}" destId="{E34E2FE5-FBB8-41D1-BB55-4C19E47346C2}" srcOrd="0" destOrd="0" presId="urn:microsoft.com/office/officeart/2005/8/layout/orgChart1"/>
    <dgm:cxn modelId="{036203F3-4072-3148-9D20-B379CE0ACB11}" type="presParOf" srcId="{E34E2FE5-FBB8-41D1-BB55-4C19E47346C2}" destId="{2F7F5811-8FA3-4D3D-A130-E3CFC0679DE2}" srcOrd="0" destOrd="0" presId="urn:microsoft.com/office/officeart/2005/8/layout/orgChart1"/>
    <dgm:cxn modelId="{57C154DD-FB03-414D-BFB4-AD9ABD70A39B}" type="presParOf" srcId="{2F7F5811-8FA3-4D3D-A130-E3CFC0679DE2}" destId="{116BA0B0-3013-488B-B388-DC07BEBCDA93}" srcOrd="0" destOrd="0" presId="urn:microsoft.com/office/officeart/2005/8/layout/orgChart1"/>
    <dgm:cxn modelId="{2262F303-BAAD-6A48-B1FD-999529CA4DAC}" type="presParOf" srcId="{2F7F5811-8FA3-4D3D-A130-E3CFC0679DE2}" destId="{69CBC339-B1C8-4391-A88E-BA323E0D2D21}" srcOrd="1" destOrd="0" presId="urn:microsoft.com/office/officeart/2005/8/layout/orgChart1"/>
    <dgm:cxn modelId="{7CA0E9E6-91D1-4146-8A31-5EA7C9E34381}" type="presParOf" srcId="{E34E2FE5-FBB8-41D1-BB55-4C19E47346C2}" destId="{7A7ADE8E-5AEA-4D0B-A045-B0902FE9A031}" srcOrd="1" destOrd="0" presId="urn:microsoft.com/office/officeart/2005/8/layout/orgChart1"/>
    <dgm:cxn modelId="{8AE3F304-4A55-EF4F-B8A9-E8B652AA995F}" type="presParOf" srcId="{7A7ADE8E-5AEA-4D0B-A045-B0902FE9A031}" destId="{12D0D42C-5F6F-476E-A052-A17FD0B3617A}" srcOrd="0" destOrd="0" presId="urn:microsoft.com/office/officeart/2005/8/layout/orgChart1"/>
    <dgm:cxn modelId="{3157926B-DBAB-BB49-961E-774FC3A4EAA1}" type="presParOf" srcId="{7A7ADE8E-5AEA-4D0B-A045-B0902FE9A031}" destId="{4008097B-F90B-4FB0-A58E-F64F7C29A556}" srcOrd="1" destOrd="0" presId="urn:microsoft.com/office/officeart/2005/8/layout/orgChart1"/>
    <dgm:cxn modelId="{D224028B-6576-5F4A-8322-087EB0AF82D1}" type="presParOf" srcId="{4008097B-F90B-4FB0-A58E-F64F7C29A556}" destId="{30AE71EE-AC9F-4206-AE61-7B22F9F3A7A2}" srcOrd="0" destOrd="0" presId="urn:microsoft.com/office/officeart/2005/8/layout/orgChart1"/>
    <dgm:cxn modelId="{8AAD8704-A13A-D34D-BE33-480FC8A6696A}" type="presParOf" srcId="{30AE71EE-AC9F-4206-AE61-7B22F9F3A7A2}" destId="{5C3D09D8-6CEC-4DC7-89CD-90FE1F580039}" srcOrd="0" destOrd="0" presId="urn:microsoft.com/office/officeart/2005/8/layout/orgChart1"/>
    <dgm:cxn modelId="{6CC5C520-88D3-3C47-B04A-DD7F40C7CF85}" type="presParOf" srcId="{30AE71EE-AC9F-4206-AE61-7B22F9F3A7A2}" destId="{0030EEA0-4A58-4E62-AECB-E26DE3190355}" srcOrd="1" destOrd="0" presId="urn:microsoft.com/office/officeart/2005/8/layout/orgChart1"/>
    <dgm:cxn modelId="{29479C5A-41F8-6B4F-8A6E-5325910C1968}" type="presParOf" srcId="{4008097B-F90B-4FB0-A58E-F64F7C29A556}" destId="{A1BB9FF9-592A-489D-9C0B-6A3AF9C51FF7}" srcOrd="1" destOrd="0" presId="urn:microsoft.com/office/officeart/2005/8/layout/orgChart1"/>
    <dgm:cxn modelId="{D8D87919-5E16-5C49-A6E2-86031814F43E}" type="presParOf" srcId="{A1BB9FF9-592A-489D-9C0B-6A3AF9C51FF7}" destId="{873192B6-741A-416D-8AA6-001AD91BA8B1}" srcOrd="0" destOrd="0" presId="urn:microsoft.com/office/officeart/2005/8/layout/orgChart1"/>
    <dgm:cxn modelId="{FFDED8E8-0FF8-C343-88AB-BBA6AB30AAC8}" type="presParOf" srcId="{A1BB9FF9-592A-489D-9C0B-6A3AF9C51FF7}" destId="{559F1B4A-E555-4DBF-86C5-5318D93D1A25}" srcOrd="1" destOrd="0" presId="urn:microsoft.com/office/officeart/2005/8/layout/orgChart1"/>
    <dgm:cxn modelId="{574FBA3F-BC06-AA4B-92AC-86B201C5522D}" type="presParOf" srcId="{559F1B4A-E555-4DBF-86C5-5318D93D1A25}" destId="{20E2B514-F935-4122-BF02-BAC6A1063B19}" srcOrd="0" destOrd="0" presId="urn:microsoft.com/office/officeart/2005/8/layout/orgChart1"/>
    <dgm:cxn modelId="{1EEDE742-91E3-5C4B-8E0B-E23DD3B2E0F2}" type="presParOf" srcId="{20E2B514-F935-4122-BF02-BAC6A1063B19}" destId="{138BB38F-F371-412E-96BD-1AB521B481EB}" srcOrd="0" destOrd="0" presId="urn:microsoft.com/office/officeart/2005/8/layout/orgChart1"/>
    <dgm:cxn modelId="{0AEA6411-22DE-9344-BBD6-D26721334A3F}" type="presParOf" srcId="{20E2B514-F935-4122-BF02-BAC6A1063B19}" destId="{95FDE8AB-1C56-40C7-A208-6A128DCE5BF7}" srcOrd="1" destOrd="0" presId="urn:microsoft.com/office/officeart/2005/8/layout/orgChart1"/>
    <dgm:cxn modelId="{BB188672-FC03-2548-804F-CB61828A1C2E}" type="presParOf" srcId="{559F1B4A-E555-4DBF-86C5-5318D93D1A25}" destId="{A3C05C5F-9818-4302-9075-F9EA377986AD}" srcOrd="1" destOrd="0" presId="urn:microsoft.com/office/officeart/2005/8/layout/orgChart1"/>
    <dgm:cxn modelId="{47C303F9-E005-BC40-9AC5-0FB24A00096E}" type="presParOf" srcId="{A3C05C5F-9818-4302-9075-F9EA377986AD}" destId="{21AE7CCF-5711-439E-9C84-F8BF1F39A850}" srcOrd="0" destOrd="0" presId="urn:microsoft.com/office/officeart/2005/8/layout/orgChart1"/>
    <dgm:cxn modelId="{C283057B-0CB0-F949-BC66-913FABC6E00F}" type="presParOf" srcId="{A3C05C5F-9818-4302-9075-F9EA377986AD}" destId="{9E1AA2C7-BCF1-4232-B4BE-D50E2B86A961}" srcOrd="1" destOrd="0" presId="urn:microsoft.com/office/officeart/2005/8/layout/orgChart1"/>
    <dgm:cxn modelId="{107BB49A-569D-E64B-AF4C-B882D71A7B4A}" type="presParOf" srcId="{9E1AA2C7-BCF1-4232-B4BE-D50E2B86A961}" destId="{1CBFD9FE-39C9-4CA6-9F6B-2F3B95E15C86}" srcOrd="0" destOrd="0" presId="urn:microsoft.com/office/officeart/2005/8/layout/orgChart1"/>
    <dgm:cxn modelId="{1100E138-F385-B048-A25E-B7EAC2C5680A}" type="presParOf" srcId="{1CBFD9FE-39C9-4CA6-9F6B-2F3B95E15C86}" destId="{97BB107B-6075-45D6-B376-F3DFC1A913AD}" srcOrd="0" destOrd="0" presId="urn:microsoft.com/office/officeart/2005/8/layout/orgChart1"/>
    <dgm:cxn modelId="{CE717EE3-F9A2-BC47-900B-0F292F8C67E1}" type="presParOf" srcId="{1CBFD9FE-39C9-4CA6-9F6B-2F3B95E15C86}" destId="{FCA949A6-59E6-4A4D-BEA0-BFD0A5AC9A1E}" srcOrd="1" destOrd="0" presId="urn:microsoft.com/office/officeart/2005/8/layout/orgChart1"/>
    <dgm:cxn modelId="{79DEFC1C-6CE3-EF4D-BA85-FE408D59676C}" type="presParOf" srcId="{9E1AA2C7-BCF1-4232-B4BE-D50E2B86A961}" destId="{7349171F-4914-4CC4-958F-2535B5D43C55}" srcOrd="1" destOrd="0" presId="urn:microsoft.com/office/officeart/2005/8/layout/orgChart1"/>
    <dgm:cxn modelId="{65CEC09A-05E0-BD46-B5B5-1CC0054CF162}" type="presParOf" srcId="{9E1AA2C7-BCF1-4232-B4BE-D50E2B86A961}" destId="{B995874D-97D6-4A7A-A5B7-DFB20B37ECF5}" srcOrd="2" destOrd="0" presId="urn:microsoft.com/office/officeart/2005/8/layout/orgChart1"/>
    <dgm:cxn modelId="{DDB0655F-2839-484D-A490-BE43D76CD671}" type="presParOf" srcId="{A3C05C5F-9818-4302-9075-F9EA377986AD}" destId="{867CF0D9-4714-4901-840B-C7659D92CEB3}" srcOrd="2" destOrd="0" presId="urn:microsoft.com/office/officeart/2005/8/layout/orgChart1"/>
    <dgm:cxn modelId="{DE547221-8167-0B44-B8C5-242E679E86E1}" type="presParOf" srcId="{A3C05C5F-9818-4302-9075-F9EA377986AD}" destId="{65F2DA60-68B9-49DD-98DD-E1F118AE7FE5}" srcOrd="3" destOrd="0" presId="urn:microsoft.com/office/officeart/2005/8/layout/orgChart1"/>
    <dgm:cxn modelId="{A869CDCC-098E-CF42-A9DD-0C6DDE3A17FF}" type="presParOf" srcId="{65F2DA60-68B9-49DD-98DD-E1F118AE7FE5}" destId="{BC935E4C-F393-4586-B7D2-0F7372567754}" srcOrd="0" destOrd="0" presId="urn:microsoft.com/office/officeart/2005/8/layout/orgChart1"/>
    <dgm:cxn modelId="{E9390EA2-4989-654E-B000-5F306C167F12}" type="presParOf" srcId="{BC935E4C-F393-4586-B7D2-0F7372567754}" destId="{73D03C9F-EAD6-499E-8A2C-5F07BD89DF34}" srcOrd="0" destOrd="0" presId="urn:microsoft.com/office/officeart/2005/8/layout/orgChart1"/>
    <dgm:cxn modelId="{ACFEBB59-0F6D-4646-BB60-A50F06F541CD}" type="presParOf" srcId="{BC935E4C-F393-4586-B7D2-0F7372567754}" destId="{F3801571-70E4-409B-AC6B-BEDD57E6977F}" srcOrd="1" destOrd="0" presId="urn:microsoft.com/office/officeart/2005/8/layout/orgChart1"/>
    <dgm:cxn modelId="{3E5F5380-2CD6-484E-9418-6C9C2139CE86}" type="presParOf" srcId="{65F2DA60-68B9-49DD-98DD-E1F118AE7FE5}" destId="{4A5E335C-6646-4E14-A327-6751B407C5B8}" srcOrd="1" destOrd="0" presId="urn:microsoft.com/office/officeart/2005/8/layout/orgChart1"/>
    <dgm:cxn modelId="{FEC3BE95-21DD-8A42-B0A3-5E4DDFC5BF80}" type="presParOf" srcId="{65F2DA60-68B9-49DD-98DD-E1F118AE7FE5}" destId="{536A57A5-EACB-4F11-960F-3673493CAE17}" srcOrd="2" destOrd="0" presId="urn:microsoft.com/office/officeart/2005/8/layout/orgChart1"/>
    <dgm:cxn modelId="{C2407F4E-8859-8A41-B97D-67FBC47784A1}" type="presParOf" srcId="{559F1B4A-E555-4DBF-86C5-5318D93D1A25}" destId="{96B431B8-490E-45AB-B66E-AE7C1FAE07D6}" srcOrd="2" destOrd="0" presId="urn:microsoft.com/office/officeart/2005/8/layout/orgChart1"/>
    <dgm:cxn modelId="{918FD478-6124-A74C-B710-AE847B8DCF58}" type="presParOf" srcId="{4008097B-F90B-4FB0-A58E-F64F7C29A556}" destId="{B6A3E06E-2A4C-4259-87E7-BDF172FFACDF}" srcOrd="2" destOrd="0" presId="urn:microsoft.com/office/officeart/2005/8/layout/orgChart1"/>
    <dgm:cxn modelId="{B3DB8054-CE32-6147-AD83-CEF5427254F0}" type="presParOf" srcId="{7A7ADE8E-5AEA-4D0B-A045-B0902FE9A031}" destId="{6725AC7A-2495-4AA4-8828-3FF10FE833AE}" srcOrd="2" destOrd="0" presId="urn:microsoft.com/office/officeart/2005/8/layout/orgChart1"/>
    <dgm:cxn modelId="{7182D736-8D15-C24D-9E32-94A35865E4D7}" type="presParOf" srcId="{7A7ADE8E-5AEA-4D0B-A045-B0902FE9A031}" destId="{2AE4CF58-B5DD-4C64-A456-B7D444C1A5C8}" srcOrd="3" destOrd="0" presId="urn:microsoft.com/office/officeart/2005/8/layout/orgChart1"/>
    <dgm:cxn modelId="{852D8C03-9C95-2540-BA4A-12B2F56BAE52}" type="presParOf" srcId="{2AE4CF58-B5DD-4C64-A456-B7D444C1A5C8}" destId="{2AE35FD4-3B5B-4ADA-A928-FE5AB7A9BB43}" srcOrd="0" destOrd="0" presId="urn:microsoft.com/office/officeart/2005/8/layout/orgChart1"/>
    <dgm:cxn modelId="{C9857268-F447-144C-AD98-82195126E293}" type="presParOf" srcId="{2AE35FD4-3B5B-4ADA-A928-FE5AB7A9BB43}" destId="{F5AEAAAC-07EE-4DC4-886D-5C24CF784ED6}" srcOrd="0" destOrd="0" presId="urn:microsoft.com/office/officeart/2005/8/layout/orgChart1"/>
    <dgm:cxn modelId="{8765701B-94B8-E048-B28E-55B6C14A93E8}" type="presParOf" srcId="{2AE35FD4-3B5B-4ADA-A928-FE5AB7A9BB43}" destId="{01F64D49-0C64-4AC1-B265-8ABE12843A5B}" srcOrd="1" destOrd="0" presId="urn:microsoft.com/office/officeart/2005/8/layout/orgChart1"/>
    <dgm:cxn modelId="{D1419081-5682-1C44-A155-FBEB796D963A}" type="presParOf" srcId="{2AE4CF58-B5DD-4C64-A456-B7D444C1A5C8}" destId="{DB7D433B-4B72-4A3B-8FAF-1EEC415D9118}" srcOrd="1" destOrd="0" presId="urn:microsoft.com/office/officeart/2005/8/layout/orgChart1"/>
    <dgm:cxn modelId="{EDBFE3C3-E3AF-B84A-9490-93D1F71C5EB2}" type="presParOf" srcId="{DB7D433B-4B72-4A3B-8FAF-1EEC415D9118}" destId="{46688F11-7E64-4E89-A3CD-A8C7423B3778}" srcOrd="0" destOrd="0" presId="urn:microsoft.com/office/officeart/2005/8/layout/orgChart1"/>
    <dgm:cxn modelId="{D089FD43-7943-C647-907A-2A3ECA8F6B5C}" type="presParOf" srcId="{DB7D433B-4B72-4A3B-8FAF-1EEC415D9118}" destId="{BB9D8A37-A06A-48B0-A57E-83495B401FB1}" srcOrd="1" destOrd="0" presId="urn:microsoft.com/office/officeart/2005/8/layout/orgChart1"/>
    <dgm:cxn modelId="{BAD8B6FB-FBA9-1040-8154-1F00558697F9}" type="presParOf" srcId="{BB9D8A37-A06A-48B0-A57E-83495B401FB1}" destId="{1E0BFD6C-577D-4476-BF33-3AEB1B06DCD7}" srcOrd="0" destOrd="0" presId="urn:microsoft.com/office/officeart/2005/8/layout/orgChart1"/>
    <dgm:cxn modelId="{D9AB108F-B3F4-4949-BA86-A7CEA7EDCEF6}" type="presParOf" srcId="{1E0BFD6C-577D-4476-BF33-3AEB1B06DCD7}" destId="{E3405E08-3D61-451F-8688-C8CC051C8B10}" srcOrd="0" destOrd="0" presId="urn:microsoft.com/office/officeart/2005/8/layout/orgChart1"/>
    <dgm:cxn modelId="{0D99F2F6-58F8-984C-9B86-C2EB5F858805}" type="presParOf" srcId="{1E0BFD6C-577D-4476-BF33-3AEB1B06DCD7}" destId="{256249A8-1FEC-4FA9-93A9-7D794FDFBCC4}" srcOrd="1" destOrd="0" presId="urn:microsoft.com/office/officeart/2005/8/layout/orgChart1"/>
    <dgm:cxn modelId="{B1594A0A-6A7A-734F-8AA5-7E0F6746899D}" type="presParOf" srcId="{BB9D8A37-A06A-48B0-A57E-83495B401FB1}" destId="{E4358E27-3311-437D-9494-BF17DD67A7A0}" srcOrd="1" destOrd="0" presId="urn:microsoft.com/office/officeart/2005/8/layout/orgChart1"/>
    <dgm:cxn modelId="{032E0826-21E9-294B-A059-CEDDDC23A3F0}" type="presParOf" srcId="{E4358E27-3311-437D-9494-BF17DD67A7A0}" destId="{40EEE3E7-26F7-4492-9622-01E4E1C9FC9E}" srcOrd="0" destOrd="0" presId="urn:microsoft.com/office/officeart/2005/8/layout/orgChart1"/>
    <dgm:cxn modelId="{D5C6DA71-5773-4144-9736-4C9B871CC93B}" type="presParOf" srcId="{E4358E27-3311-437D-9494-BF17DD67A7A0}" destId="{ED91600C-DF8F-41A9-BF62-EEDDB0AEC802}" srcOrd="1" destOrd="0" presId="urn:microsoft.com/office/officeart/2005/8/layout/orgChart1"/>
    <dgm:cxn modelId="{F646A515-6119-1C4E-8611-2091C936CB27}" type="presParOf" srcId="{ED91600C-DF8F-41A9-BF62-EEDDB0AEC802}" destId="{F57FE730-3250-4239-B51A-4AE79509D9D9}" srcOrd="0" destOrd="0" presId="urn:microsoft.com/office/officeart/2005/8/layout/orgChart1"/>
    <dgm:cxn modelId="{12D14D2E-C6B4-0340-8EFA-FC38ECE5850C}" type="presParOf" srcId="{F57FE730-3250-4239-B51A-4AE79509D9D9}" destId="{D647ABA3-E874-40EC-BD6A-290ABEF53D0C}" srcOrd="0" destOrd="0" presId="urn:microsoft.com/office/officeart/2005/8/layout/orgChart1"/>
    <dgm:cxn modelId="{8CFCA7D7-0E1B-7444-97B9-48F10BB36A37}" type="presParOf" srcId="{F57FE730-3250-4239-B51A-4AE79509D9D9}" destId="{4015762E-273C-47EA-8848-76EBCA2BF70A}" srcOrd="1" destOrd="0" presId="urn:microsoft.com/office/officeart/2005/8/layout/orgChart1"/>
    <dgm:cxn modelId="{EDA33971-096E-924A-8A6F-E5C07D6600F6}" type="presParOf" srcId="{ED91600C-DF8F-41A9-BF62-EEDDB0AEC802}" destId="{4DEC161A-5DFF-4A19-B8A6-2D8BFB6BA093}" srcOrd="1" destOrd="0" presId="urn:microsoft.com/office/officeart/2005/8/layout/orgChart1"/>
    <dgm:cxn modelId="{F18CC4D3-30AD-FC46-86A0-DF739338A07E}" type="presParOf" srcId="{ED91600C-DF8F-41A9-BF62-EEDDB0AEC802}" destId="{1C1B310E-C98F-4680-B158-65BBED5F671C}" srcOrd="2" destOrd="0" presId="urn:microsoft.com/office/officeart/2005/8/layout/orgChart1"/>
    <dgm:cxn modelId="{1F926AE7-C715-924F-9F06-DE3A65416574}" type="presParOf" srcId="{E4358E27-3311-437D-9494-BF17DD67A7A0}" destId="{76EC2784-4BDA-49AE-8B38-8CBDF01CD84A}" srcOrd="2" destOrd="0" presId="urn:microsoft.com/office/officeart/2005/8/layout/orgChart1"/>
    <dgm:cxn modelId="{62AE79A0-3CC4-E44C-BE4D-40B10E1E910C}" type="presParOf" srcId="{E4358E27-3311-437D-9494-BF17DD67A7A0}" destId="{666D5245-42B5-4B3E-8E93-959A072A8135}" srcOrd="3" destOrd="0" presId="urn:microsoft.com/office/officeart/2005/8/layout/orgChart1"/>
    <dgm:cxn modelId="{C6B2EAB3-F411-1545-88E8-7F63C5D7AF03}" type="presParOf" srcId="{666D5245-42B5-4B3E-8E93-959A072A8135}" destId="{2C27899C-B11C-4F97-8CB0-50D2E355C444}" srcOrd="0" destOrd="0" presId="urn:microsoft.com/office/officeart/2005/8/layout/orgChart1"/>
    <dgm:cxn modelId="{FB555FE3-792F-2648-BD04-68FDA534C688}" type="presParOf" srcId="{2C27899C-B11C-4F97-8CB0-50D2E355C444}" destId="{7C550671-8957-4507-A712-FC91B4BA030D}" srcOrd="0" destOrd="0" presId="urn:microsoft.com/office/officeart/2005/8/layout/orgChart1"/>
    <dgm:cxn modelId="{E550244E-8992-7345-96E5-55EF014A204A}" type="presParOf" srcId="{2C27899C-B11C-4F97-8CB0-50D2E355C444}" destId="{640F0BB1-2A43-441D-A3DD-4186BC81A845}" srcOrd="1" destOrd="0" presId="urn:microsoft.com/office/officeart/2005/8/layout/orgChart1"/>
    <dgm:cxn modelId="{E5C92B7F-5ACE-174B-8E6B-C666E9CC9C1A}" type="presParOf" srcId="{666D5245-42B5-4B3E-8E93-959A072A8135}" destId="{D4C5FE54-9E87-4D4C-AEBF-52C928005391}" srcOrd="1" destOrd="0" presId="urn:microsoft.com/office/officeart/2005/8/layout/orgChart1"/>
    <dgm:cxn modelId="{4891A7C9-B94E-2248-9342-0495AC5644FE}" type="presParOf" srcId="{666D5245-42B5-4B3E-8E93-959A072A8135}" destId="{8545EAD1-E570-4DC0-9194-CFA4CA3B1157}" srcOrd="2" destOrd="0" presId="urn:microsoft.com/office/officeart/2005/8/layout/orgChart1"/>
    <dgm:cxn modelId="{64E4FCB5-286E-DC40-9A82-84FED11657B6}" type="presParOf" srcId="{BB9D8A37-A06A-48B0-A57E-83495B401FB1}" destId="{8D0C4560-D19E-4FC2-AE6F-05747D15989F}" srcOrd="2" destOrd="0" presId="urn:microsoft.com/office/officeart/2005/8/layout/orgChart1"/>
    <dgm:cxn modelId="{EE6A4298-DFCB-D94D-BEDC-60CB4B2C1530}" type="presParOf" srcId="{2AE4CF58-B5DD-4C64-A456-B7D444C1A5C8}" destId="{2DE887AB-99C7-4806-8B89-9C95EEE7CC39}" srcOrd="2" destOrd="0" presId="urn:microsoft.com/office/officeart/2005/8/layout/orgChart1"/>
    <dgm:cxn modelId="{BB388348-259C-8B4F-AD2F-C15D80707FA4}" type="presParOf" srcId="{7A7ADE8E-5AEA-4D0B-A045-B0902FE9A031}" destId="{3480C7D2-F7D2-4FBB-9350-FE6955D0DAAA}" srcOrd="4" destOrd="0" presId="urn:microsoft.com/office/officeart/2005/8/layout/orgChart1"/>
    <dgm:cxn modelId="{7C3C4CA7-015A-FA4E-B445-196B0026C193}" type="presParOf" srcId="{7A7ADE8E-5AEA-4D0B-A045-B0902FE9A031}" destId="{6A4ABD2E-A5E0-4A46-AFCC-CC86C0A3FEC0}" srcOrd="5" destOrd="0" presId="urn:microsoft.com/office/officeart/2005/8/layout/orgChart1"/>
    <dgm:cxn modelId="{B951B995-B8A2-4042-9F9B-270D9CEA34BF}" type="presParOf" srcId="{6A4ABD2E-A5E0-4A46-AFCC-CC86C0A3FEC0}" destId="{5F7D7BC5-FE1F-4BBF-89C2-0C16639F60C4}" srcOrd="0" destOrd="0" presId="urn:microsoft.com/office/officeart/2005/8/layout/orgChart1"/>
    <dgm:cxn modelId="{EB0B82F1-C832-C349-A594-5EC99D3827F2}" type="presParOf" srcId="{5F7D7BC5-FE1F-4BBF-89C2-0C16639F60C4}" destId="{10DAF0F5-379C-4ADD-B1F2-7C215DC570B7}" srcOrd="0" destOrd="0" presId="urn:microsoft.com/office/officeart/2005/8/layout/orgChart1"/>
    <dgm:cxn modelId="{7EFBC008-5D8C-EA4C-AC54-84E2FF79DF0B}" type="presParOf" srcId="{5F7D7BC5-FE1F-4BBF-89C2-0C16639F60C4}" destId="{4B4A0B96-437A-4281-83FF-B861CB99ED73}" srcOrd="1" destOrd="0" presId="urn:microsoft.com/office/officeart/2005/8/layout/orgChart1"/>
    <dgm:cxn modelId="{5F99DFD8-4919-F54A-8321-F6626F8B7CB6}" type="presParOf" srcId="{6A4ABD2E-A5E0-4A46-AFCC-CC86C0A3FEC0}" destId="{D41E0ED8-5505-4FB9-A667-C4C969AC581B}" srcOrd="1" destOrd="0" presId="urn:microsoft.com/office/officeart/2005/8/layout/orgChart1"/>
    <dgm:cxn modelId="{58ADA3DD-9D36-AE4C-A9B0-E494AF599E61}" type="presParOf" srcId="{D41E0ED8-5505-4FB9-A667-C4C969AC581B}" destId="{36D89232-0F2F-49EC-9120-A91FE5818057}" srcOrd="0" destOrd="0" presId="urn:microsoft.com/office/officeart/2005/8/layout/orgChart1"/>
    <dgm:cxn modelId="{9B2844F4-D6DC-A64E-BB17-729561C0E660}" type="presParOf" srcId="{D41E0ED8-5505-4FB9-A667-C4C969AC581B}" destId="{9DC85B91-195B-4929-9E86-FCE31323AF05}" srcOrd="1" destOrd="0" presId="urn:microsoft.com/office/officeart/2005/8/layout/orgChart1"/>
    <dgm:cxn modelId="{E4E001DA-857E-994F-8903-09A0638CB89F}" type="presParOf" srcId="{9DC85B91-195B-4929-9E86-FCE31323AF05}" destId="{A5209753-D345-461B-AD39-140F5C3748EB}" srcOrd="0" destOrd="0" presId="urn:microsoft.com/office/officeart/2005/8/layout/orgChart1"/>
    <dgm:cxn modelId="{51939534-E94D-8144-8EFB-DA3B7DCF784F}" type="presParOf" srcId="{A5209753-D345-461B-AD39-140F5C3748EB}" destId="{36AE7A00-8DF6-4364-BA7E-6570950D039E}" srcOrd="0" destOrd="0" presId="urn:microsoft.com/office/officeart/2005/8/layout/orgChart1"/>
    <dgm:cxn modelId="{92D7C844-B4C1-F447-B206-D45F9D5018E7}" type="presParOf" srcId="{A5209753-D345-461B-AD39-140F5C3748EB}" destId="{F3BCC15B-2C37-430D-B88A-593BDE802971}" srcOrd="1" destOrd="0" presId="urn:microsoft.com/office/officeart/2005/8/layout/orgChart1"/>
    <dgm:cxn modelId="{BB9890EA-D755-BE40-A42E-1ACE85A3C608}" type="presParOf" srcId="{9DC85B91-195B-4929-9E86-FCE31323AF05}" destId="{A3EAF017-052C-4B06-90BD-DB0BAF921B2F}" srcOrd="1" destOrd="0" presId="urn:microsoft.com/office/officeart/2005/8/layout/orgChart1"/>
    <dgm:cxn modelId="{2F16DB14-0063-264D-AE69-92C5AA690DFF}" type="presParOf" srcId="{A3EAF017-052C-4B06-90BD-DB0BAF921B2F}" destId="{E17FB083-B0A6-4EF0-96B6-F6AE5D5866C9}" srcOrd="0" destOrd="0" presId="urn:microsoft.com/office/officeart/2005/8/layout/orgChart1"/>
    <dgm:cxn modelId="{92AB29A9-53A2-6D44-840E-9289CB2CDCF7}" type="presParOf" srcId="{A3EAF017-052C-4B06-90BD-DB0BAF921B2F}" destId="{0A8C711B-A016-4907-B0B9-BEE0F23A0E91}" srcOrd="1" destOrd="0" presId="urn:microsoft.com/office/officeart/2005/8/layout/orgChart1"/>
    <dgm:cxn modelId="{313E3D57-F2FC-8442-9CB5-B58A52BEAB1D}" type="presParOf" srcId="{0A8C711B-A016-4907-B0B9-BEE0F23A0E91}" destId="{C38BA853-4C30-46B0-BA7A-935A3D464586}" srcOrd="0" destOrd="0" presId="urn:microsoft.com/office/officeart/2005/8/layout/orgChart1"/>
    <dgm:cxn modelId="{29441B03-99FE-584D-B0FD-8422B5A5DD2F}" type="presParOf" srcId="{C38BA853-4C30-46B0-BA7A-935A3D464586}" destId="{C8D29776-5F98-4A29-9A4F-3D9379ADFE3D}" srcOrd="0" destOrd="0" presId="urn:microsoft.com/office/officeart/2005/8/layout/orgChart1"/>
    <dgm:cxn modelId="{DC1C7621-5DD7-A84E-91C9-EB2AC136DB91}" type="presParOf" srcId="{C38BA853-4C30-46B0-BA7A-935A3D464586}" destId="{A767166C-7CB6-450E-BB7C-ADB0C416CC92}" srcOrd="1" destOrd="0" presId="urn:microsoft.com/office/officeart/2005/8/layout/orgChart1"/>
    <dgm:cxn modelId="{367BD4AD-7F0E-2646-A0E6-6BE237F10E11}" type="presParOf" srcId="{0A8C711B-A016-4907-B0B9-BEE0F23A0E91}" destId="{EFDB1494-DEFB-46EC-AA56-D242CFFC60D7}" srcOrd="1" destOrd="0" presId="urn:microsoft.com/office/officeart/2005/8/layout/orgChart1"/>
    <dgm:cxn modelId="{CEE30CB6-8442-E446-8D07-90182B96EE2B}" type="presParOf" srcId="{0A8C711B-A016-4907-B0B9-BEE0F23A0E91}" destId="{8DA5B920-E8CD-4E05-869A-775676821822}" srcOrd="2" destOrd="0" presId="urn:microsoft.com/office/officeart/2005/8/layout/orgChart1"/>
    <dgm:cxn modelId="{3FB3F6B6-7CEA-5844-BEFD-C85876FD922E}" type="presParOf" srcId="{A3EAF017-052C-4B06-90BD-DB0BAF921B2F}" destId="{FF7673AA-B5B8-44F0-9CD3-EDE34450D721}" srcOrd="2" destOrd="0" presId="urn:microsoft.com/office/officeart/2005/8/layout/orgChart1"/>
    <dgm:cxn modelId="{F26FD008-248B-F947-A1C4-774FB22B2556}" type="presParOf" srcId="{A3EAF017-052C-4B06-90BD-DB0BAF921B2F}" destId="{393597A4-3833-4583-AB0D-66D50663DC2C}" srcOrd="3" destOrd="0" presId="urn:microsoft.com/office/officeart/2005/8/layout/orgChart1"/>
    <dgm:cxn modelId="{42537314-36AB-0744-94F4-28235B0E2BC7}" type="presParOf" srcId="{393597A4-3833-4583-AB0D-66D50663DC2C}" destId="{BB978D4E-E3D7-4D3E-BA4D-A8054DFBEF7B}" srcOrd="0" destOrd="0" presId="urn:microsoft.com/office/officeart/2005/8/layout/orgChart1"/>
    <dgm:cxn modelId="{A7EFF5E9-31A8-8948-B86C-606CD5CCDA7C}" type="presParOf" srcId="{BB978D4E-E3D7-4D3E-BA4D-A8054DFBEF7B}" destId="{EA69400E-7D17-4D0A-8929-F33D04E62A4E}" srcOrd="0" destOrd="0" presId="urn:microsoft.com/office/officeart/2005/8/layout/orgChart1"/>
    <dgm:cxn modelId="{C7E7FD04-93B2-D54D-AF5A-43C65BDF6839}" type="presParOf" srcId="{BB978D4E-E3D7-4D3E-BA4D-A8054DFBEF7B}" destId="{80B3B1B3-6B21-461C-945C-4AFA48922696}" srcOrd="1" destOrd="0" presId="urn:microsoft.com/office/officeart/2005/8/layout/orgChart1"/>
    <dgm:cxn modelId="{BC0F02AA-D277-B743-A4C3-F5667DFEDA8C}" type="presParOf" srcId="{393597A4-3833-4583-AB0D-66D50663DC2C}" destId="{2174BB1B-1F34-494E-AAA7-D3A12F672955}" srcOrd="1" destOrd="0" presId="urn:microsoft.com/office/officeart/2005/8/layout/orgChart1"/>
    <dgm:cxn modelId="{CA0364E7-0863-AA43-886C-74073A7077FC}" type="presParOf" srcId="{393597A4-3833-4583-AB0D-66D50663DC2C}" destId="{7B6567FE-16FA-4FB0-BB31-466DEBFDDEBF}" srcOrd="2" destOrd="0" presId="urn:microsoft.com/office/officeart/2005/8/layout/orgChart1"/>
    <dgm:cxn modelId="{594453F4-AADB-714D-A28E-9464AACA7AD0}" type="presParOf" srcId="{9DC85B91-195B-4929-9E86-FCE31323AF05}" destId="{612AF6D4-AFF8-4B91-811A-54229E4AF30B}" srcOrd="2" destOrd="0" presId="urn:microsoft.com/office/officeart/2005/8/layout/orgChart1"/>
    <dgm:cxn modelId="{E614E9ED-1DAB-D343-AE3C-A39113205182}" type="presParOf" srcId="{6A4ABD2E-A5E0-4A46-AFCC-CC86C0A3FEC0}" destId="{FFD1786D-BD50-41B6-B08E-EFCE79DE5C66}" srcOrd="2" destOrd="0" presId="urn:microsoft.com/office/officeart/2005/8/layout/orgChart1"/>
    <dgm:cxn modelId="{9B662B34-0859-ED41-93F7-1665CD3256F2}" type="presParOf" srcId="{7A7ADE8E-5AEA-4D0B-A045-B0902FE9A031}" destId="{C668474B-EC62-40F8-BB83-1170C709D2BE}" srcOrd="6" destOrd="0" presId="urn:microsoft.com/office/officeart/2005/8/layout/orgChart1"/>
    <dgm:cxn modelId="{F6824B39-F98D-094F-905F-98F48D3FA2FB}" type="presParOf" srcId="{7A7ADE8E-5AEA-4D0B-A045-B0902FE9A031}" destId="{0555B854-B0CE-41FD-B1CA-8B0A00DE09B1}" srcOrd="7" destOrd="0" presId="urn:microsoft.com/office/officeart/2005/8/layout/orgChart1"/>
    <dgm:cxn modelId="{1AB23477-C0FC-E641-99C9-333CD64D62C3}" type="presParOf" srcId="{0555B854-B0CE-41FD-B1CA-8B0A00DE09B1}" destId="{E4426728-388B-4517-8BA3-006420F97B73}" srcOrd="0" destOrd="0" presId="urn:microsoft.com/office/officeart/2005/8/layout/orgChart1"/>
    <dgm:cxn modelId="{C60155D9-C31C-4E4F-BE48-69419331E553}" type="presParOf" srcId="{E4426728-388B-4517-8BA3-006420F97B73}" destId="{E71D3040-612E-4EC3-8008-D8230605404D}" srcOrd="0" destOrd="0" presId="urn:microsoft.com/office/officeart/2005/8/layout/orgChart1"/>
    <dgm:cxn modelId="{18503BF6-694F-CE42-9AF2-E19DEE7BCAF5}" type="presParOf" srcId="{E4426728-388B-4517-8BA3-006420F97B73}" destId="{A0231C8E-386E-468D-B7A6-95A684C50C2A}" srcOrd="1" destOrd="0" presId="urn:microsoft.com/office/officeart/2005/8/layout/orgChart1"/>
    <dgm:cxn modelId="{2A8CB634-703F-1D47-A3A2-CB11AEB54201}" type="presParOf" srcId="{0555B854-B0CE-41FD-B1CA-8B0A00DE09B1}" destId="{31DF28E9-A217-45DF-AAE1-791BFCC10361}" srcOrd="1" destOrd="0" presId="urn:microsoft.com/office/officeart/2005/8/layout/orgChart1"/>
    <dgm:cxn modelId="{B2534BF4-F1B5-344B-A039-A41BC5F0294B}" type="presParOf" srcId="{31DF28E9-A217-45DF-AAE1-791BFCC10361}" destId="{6AF2BA63-59C7-42BD-910B-AFDABF293BBE}" srcOrd="0" destOrd="0" presId="urn:microsoft.com/office/officeart/2005/8/layout/orgChart1"/>
    <dgm:cxn modelId="{B990E620-39BF-874A-B0C6-BC93DBF3FFA0}" type="presParOf" srcId="{31DF28E9-A217-45DF-AAE1-791BFCC10361}" destId="{2CBD74C8-8B61-4C44-A390-C6591D487651}" srcOrd="1" destOrd="0" presId="urn:microsoft.com/office/officeart/2005/8/layout/orgChart1"/>
    <dgm:cxn modelId="{61EBA2A6-4E17-FC46-B9D4-9F1E2DD6EC46}" type="presParOf" srcId="{2CBD74C8-8B61-4C44-A390-C6591D487651}" destId="{7D06BBDC-1359-43CB-9F94-48784501B372}" srcOrd="0" destOrd="0" presId="urn:microsoft.com/office/officeart/2005/8/layout/orgChart1"/>
    <dgm:cxn modelId="{6AFA0659-216D-DF43-A455-30FCDDB60582}" type="presParOf" srcId="{7D06BBDC-1359-43CB-9F94-48784501B372}" destId="{A8FC858C-34C1-4F34-9199-C6551D4DD500}" srcOrd="0" destOrd="0" presId="urn:microsoft.com/office/officeart/2005/8/layout/orgChart1"/>
    <dgm:cxn modelId="{99D3D697-8FA5-5F4B-8161-FEB619C1312E}" type="presParOf" srcId="{7D06BBDC-1359-43CB-9F94-48784501B372}" destId="{BC3B30BF-43E4-438C-B662-57227FDB5FC2}" srcOrd="1" destOrd="0" presId="urn:microsoft.com/office/officeart/2005/8/layout/orgChart1"/>
    <dgm:cxn modelId="{7CEC92E9-C5DE-6545-9942-218367424D16}" type="presParOf" srcId="{2CBD74C8-8B61-4C44-A390-C6591D487651}" destId="{3DDF45BB-4E64-47B0-A005-48F2B8021984}" srcOrd="1" destOrd="0" presId="urn:microsoft.com/office/officeart/2005/8/layout/orgChart1"/>
    <dgm:cxn modelId="{82F56211-4514-C945-99D1-CA74CD8DE339}" type="presParOf" srcId="{3DDF45BB-4E64-47B0-A005-48F2B8021984}" destId="{ACB64B12-15A8-4DF3-AA92-FCBF1C646909}" srcOrd="0" destOrd="0" presId="urn:microsoft.com/office/officeart/2005/8/layout/orgChart1"/>
    <dgm:cxn modelId="{35851BB1-06E9-AD4D-AB2B-7BC29DF2E192}" type="presParOf" srcId="{3DDF45BB-4E64-47B0-A005-48F2B8021984}" destId="{8F953318-A2F7-4376-8F4D-83A319F8B764}" srcOrd="1" destOrd="0" presId="urn:microsoft.com/office/officeart/2005/8/layout/orgChart1"/>
    <dgm:cxn modelId="{B6278891-1336-0142-A3FE-7EC702AFD6A7}" type="presParOf" srcId="{8F953318-A2F7-4376-8F4D-83A319F8B764}" destId="{10AA2066-1DB1-4FEA-BB1F-445F45379994}" srcOrd="0" destOrd="0" presId="urn:microsoft.com/office/officeart/2005/8/layout/orgChart1"/>
    <dgm:cxn modelId="{CFE4A29D-DD9A-214D-B40A-16528972589D}" type="presParOf" srcId="{10AA2066-1DB1-4FEA-BB1F-445F45379994}" destId="{73E23470-48C7-4A72-8DFC-CE5FC8BD2F03}" srcOrd="0" destOrd="0" presId="urn:microsoft.com/office/officeart/2005/8/layout/orgChart1"/>
    <dgm:cxn modelId="{99FF46F5-23E3-9443-A114-9F857CFD2A4C}" type="presParOf" srcId="{10AA2066-1DB1-4FEA-BB1F-445F45379994}" destId="{7DEDAC88-F22B-4AC9-8E89-AE271452A2BD}" srcOrd="1" destOrd="0" presId="urn:microsoft.com/office/officeart/2005/8/layout/orgChart1"/>
    <dgm:cxn modelId="{67255DD5-28F1-D043-8309-4A3AE3617911}" type="presParOf" srcId="{8F953318-A2F7-4376-8F4D-83A319F8B764}" destId="{48D86400-E2C4-48CC-AFC8-EBE8765808BA}" srcOrd="1" destOrd="0" presId="urn:microsoft.com/office/officeart/2005/8/layout/orgChart1"/>
    <dgm:cxn modelId="{24C72C2A-E079-1942-B507-30334488B596}" type="presParOf" srcId="{8F953318-A2F7-4376-8F4D-83A319F8B764}" destId="{E76744C2-9CFC-4678-AC42-2362E4D598C0}" srcOrd="2" destOrd="0" presId="urn:microsoft.com/office/officeart/2005/8/layout/orgChart1"/>
    <dgm:cxn modelId="{7F851283-CC26-D74A-8E31-14A014A2B23B}" type="presParOf" srcId="{3DDF45BB-4E64-47B0-A005-48F2B8021984}" destId="{E301F030-8F95-4C43-A2E7-4F1DA4DDE491}" srcOrd="2" destOrd="0" presId="urn:microsoft.com/office/officeart/2005/8/layout/orgChart1"/>
    <dgm:cxn modelId="{D75E32F2-FE7A-5546-AD42-6A1F1DAFCDD3}" type="presParOf" srcId="{3DDF45BB-4E64-47B0-A005-48F2B8021984}" destId="{77E9E5E1-26FC-4579-8771-5E3BDC7510A0}" srcOrd="3" destOrd="0" presId="urn:microsoft.com/office/officeart/2005/8/layout/orgChart1"/>
    <dgm:cxn modelId="{CDCE4B80-9DA3-7B41-8AD4-95664B1C318F}" type="presParOf" srcId="{77E9E5E1-26FC-4579-8771-5E3BDC7510A0}" destId="{1CE2C84E-40BA-4BAA-9A8D-00D1BB8B7DCF}" srcOrd="0" destOrd="0" presId="urn:microsoft.com/office/officeart/2005/8/layout/orgChart1"/>
    <dgm:cxn modelId="{14D317B9-E06F-F349-A49B-B0080FAA7643}" type="presParOf" srcId="{1CE2C84E-40BA-4BAA-9A8D-00D1BB8B7DCF}" destId="{B22AB6EC-A50F-4479-96EF-9D4034BA355B}" srcOrd="0" destOrd="0" presId="urn:microsoft.com/office/officeart/2005/8/layout/orgChart1"/>
    <dgm:cxn modelId="{B49DD052-30F6-6946-AF03-8E653B313962}" type="presParOf" srcId="{1CE2C84E-40BA-4BAA-9A8D-00D1BB8B7DCF}" destId="{E772E10A-17E3-4431-97B4-4E964CF8EF74}" srcOrd="1" destOrd="0" presId="urn:microsoft.com/office/officeart/2005/8/layout/orgChart1"/>
    <dgm:cxn modelId="{9B316408-0F23-C349-AD05-71FF95EEE01F}" type="presParOf" srcId="{77E9E5E1-26FC-4579-8771-5E3BDC7510A0}" destId="{3F0E8999-107A-4BDD-B36C-E9AAE4DC2391}" srcOrd="1" destOrd="0" presId="urn:microsoft.com/office/officeart/2005/8/layout/orgChart1"/>
    <dgm:cxn modelId="{FF53C993-38ED-F544-A5BE-E7632244F12A}" type="presParOf" srcId="{77E9E5E1-26FC-4579-8771-5E3BDC7510A0}" destId="{B58FDA21-199A-4B4F-910E-91F1147F1772}" srcOrd="2" destOrd="0" presId="urn:microsoft.com/office/officeart/2005/8/layout/orgChart1"/>
    <dgm:cxn modelId="{CD93E0BC-43D3-684D-AD66-305CBE28F175}" type="presParOf" srcId="{2CBD74C8-8B61-4C44-A390-C6591D487651}" destId="{8BC9A999-A63F-41BF-A492-6075E0BA0C71}" srcOrd="2" destOrd="0" presId="urn:microsoft.com/office/officeart/2005/8/layout/orgChart1"/>
    <dgm:cxn modelId="{F82F8DEA-DE57-9741-B1FE-02E9AE3C5C71}" type="presParOf" srcId="{0555B854-B0CE-41FD-B1CA-8B0A00DE09B1}" destId="{84E4E5F3-1692-4796-8508-9BED5D796AB7}" srcOrd="2" destOrd="0" presId="urn:microsoft.com/office/officeart/2005/8/layout/orgChart1"/>
    <dgm:cxn modelId="{996C3620-2AAA-944D-BC16-8B66F7B4D8B6}" type="presParOf" srcId="{E34E2FE5-FBB8-41D1-BB55-4C19E47346C2}" destId="{29458858-5C38-46B6-8CAE-D5B813217E0A}" srcOrd="2" destOrd="0" presId="urn:microsoft.com/office/officeart/2005/8/layout/orgChart1"/>
    <dgm:cxn modelId="{627DBBFE-DDF4-4E48-8815-A9A0146BCA76}" type="presParOf" srcId="{29458858-5C38-46B6-8CAE-D5B813217E0A}" destId="{83FF27A7-419F-4788-88F5-E40061F98746}" srcOrd="0" destOrd="0" presId="urn:microsoft.com/office/officeart/2005/8/layout/orgChart1"/>
    <dgm:cxn modelId="{6400E6E9-8E3A-7D4E-B03A-50CAD36D18DC}" type="presParOf" srcId="{29458858-5C38-46B6-8CAE-D5B813217E0A}" destId="{50E9CC7A-E45C-48A1-B6FE-2C1B9B92F4EF}" srcOrd="1" destOrd="0" presId="urn:microsoft.com/office/officeart/2005/8/layout/orgChart1"/>
    <dgm:cxn modelId="{6EE384BD-4182-6544-9A0A-C7883DFA979D}" type="presParOf" srcId="{50E9CC7A-E45C-48A1-B6FE-2C1B9B92F4EF}" destId="{213C7595-7CCF-4650-AA92-76F250184004}" srcOrd="0" destOrd="0" presId="urn:microsoft.com/office/officeart/2005/8/layout/orgChart1"/>
    <dgm:cxn modelId="{3B99F411-1399-074A-A4AC-C848151CF066}" type="presParOf" srcId="{213C7595-7CCF-4650-AA92-76F250184004}" destId="{2C3E953A-90A1-4925-AFCE-BEC9AA540617}" srcOrd="0" destOrd="0" presId="urn:microsoft.com/office/officeart/2005/8/layout/orgChart1"/>
    <dgm:cxn modelId="{8EEAF404-5C04-C146-B5F9-42389A67F493}" type="presParOf" srcId="{213C7595-7CCF-4650-AA92-76F250184004}" destId="{CD8AC147-1DB2-4F6B-9299-8292B061D9F3}" srcOrd="1" destOrd="0" presId="urn:microsoft.com/office/officeart/2005/8/layout/orgChart1"/>
    <dgm:cxn modelId="{BD0C7F52-FF06-DB43-9CAC-BBE388C4F235}" type="presParOf" srcId="{50E9CC7A-E45C-48A1-B6FE-2C1B9B92F4EF}" destId="{F3B8FA7F-D86D-4DF3-8A47-31FDF78CC8DF}" srcOrd="1" destOrd="0" presId="urn:microsoft.com/office/officeart/2005/8/layout/orgChart1"/>
    <dgm:cxn modelId="{B8109E31-E69C-D54D-9684-0CC8A2CF1EAD}" type="presParOf" srcId="{50E9CC7A-E45C-48A1-B6FE-2C1B9B92F4EF}" destId="{0A549DDF-07BC-450C-B22E-0B45A2CBDBE8}" srcOrd="2" destOrd="0" presId="urn:microsoft.com/office/officeart/2005/8/layout/orgChart1"/>
    <dgm:cxn modelId="{E1C189FE-DC5F-4DD3-94E2-4A6CDA5F709E}" type="presParOf" srcId="{29458858-5C38-46B6-8CAE-D5B813217E0A}" destId="{BC32AE77-BE0B-46B8-A5AB-C6F76382D2B4}" srcOrd="2" destOrd="0" presId="urn:microsoft.com/office/officeart/2005/8/layout/orgChart1"/>
    <dgm:cxn modelId="{6EE96FAB-89AE-4938-BC8B-C64A4E9B5760}" type="presParOf" srcId="{29458858-5C38-46B6-8CAE-D5B813217E0A}" destId="{B6259C68-E8DE-4704-BAA9-598852F79DE2}" srcOrd="3" destOrd="0" presId="urn:microsoft.com/office/officeart/2005/8/layout/orgChart1"/>
    <dgm:cxn modelId="{24FE7E22-1DC5-4DB0-A256-B6A8F5E83F7A}" type="presParOf" srcId="{B6259C68-E8DE-4704-BAA9-598852F79DE2}" destId="{ACDA9921-2AB1-45C4-B20A-2F1D81721476}" srcOrd="0" destOrd="0" presId="urn:microsoft.com/office/officeart/2005/8/layout/orgChart1"/>
    <dgm:cxn modelId="{6A477BF9-4794-4EC0-8E1C-8243A57C9B9D}" type="presParOf" srcId="{ACDA9921-2AB1-45C4-B20A-2F1D81721476}" destId="{C92C1157-9492-4C75-BABB-0F0304B2663E}" srcOrd="0" destOrd="0" presId="urn:microsoft.com/office/officeart/2005/8/layout/orgChart1"/>
    <dgm:cxn modelId="{866361C9-D20C-4C5A-B0A8-66790A9794AD}" type="presParOf" srcId="{ACDA9921-2AB1-45C4-B20A-2F1D81721476}" destId="{CB4710AD-0028-41BE-AB32-3CEFAC3C804A}" srcOrd="1" destOrd="0" presId="urn:microsoft.com/office/officeart/2005/8/layout/orgChart1"/>
    <dgm:cxn modelId="{90E8BE93-8B77-4654-BEA3-2E141BFD7F6F}" type="presParOf" srcId="{B6259C68-E8DE-4704-BAA9-598852F79DE2}" destId="{FB02C423-CC3B-4A12-80B6-233D8FF915B6}" srcOrd="1" destOrd="0" presId="urn:microsoft.com/office/officeart/2005/8/layout/orgChart1"/>
    <dgm:cxn modelId="{463A5414-C07E-4E42-B294-29C57C259740}" type="presParOf" srcId="{B6259C68-E8DE-4704-BAA9-598852F79DE2}" destId="{712FDF11-A155-4544-B13C-33B04C54351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120509-C444-49BD-8D1D-1A2C366402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MX"/>
        </a:p>
      </dgm:t>
    </dgm:pt>
    <dgm:pt modelId="{A5A64E95-EE25-41E0-A111-2329BC4A1FEB}">
      <dgm:prSet phldrT="[Text]"/>
      <dgm:spPr/>
      <dgm:t>
        <a:bodyPr/>
        <a:lstStyle/>
        <a:p>
          <a:r>
            <a:rPr lang="es-MX" dirty="0"/>
            <a:t>LISR</a:t>
          </a:r>
        </a:p>
      </dgm:t>
    </dgm:pt>
    <dgm:pt modelId="{8B7F4915-0712-4671-8CFB-89C8A2CA32EF}" type="parTrans" cxnId="{722235D6-5F65-41C3-8B73-DB4DE6CF2BDC}">
      <dgm:prSet/>
      <dgm:spPr/>
      <dgm:t>
        <a:bodyPr/>
        <a:lstStyle/>
        <a:p>
          <a:endParaRPr lang="es-MX"/>
        </a:p>
      </dgm:t>
    </dgm:pt>
    <dgm:pt modelId="{0FD0DAFD-C4CB-4012-8DBE-3B725B8FE2A0}" type="sibTrans" cxnId="{722235D6-5F65-41C3-8B73-DB4DE6CF2BDC}">
      <dgm:prSet/>
      <dgm:spPr/>
      <dgm:t>
        <a:bodyPr/>
        <a:lstStyle/>
        <a:p>
          <a:endParaRPr lang="es-MX"/>
        </a:p>
      </dgm:t>
    </dgm:pt>
    <dgm:pt modelId="{6FE67D9F-0E6E-4BBC-B02C-5E28DAFEF59E}" type="asst">
      <dgm:prSet phldrT="[Text]"/>
      <dgm:spPr>
        <a:solidFill>
          <a:srgbClr val="92D050"/>
        </a:solidFill>
      </dgm:spPr>
      <dgm:t>
        <a:bodyPr/>
        <a:lstStyle/>
        <a:p>
          <a:r>
            <a:rPr lang="es-MX" dirty="0"/>
            <a:t>CFF</a:t>
          </a:r>
        </a:p>
      </dgm:t>
    </dgm:pt>
    <dgm:pt modelId="{D56B0150-A7D9-4CF5-9487-2BA4592E33D8}" type="parTrans" cxnId="{8D6EFC3C-3232-4C70-A675-507CB8F2B93E}">
      <dgm:prSet/>
      <dgm:spPr/>
      <dgm:t>
        <a:bodyPr/>
        <a:lstStyle/>
        <a:p>
          <a:endParaRPr lang="es-MX"/>
        </a:p>
      </dgm:t>
    </dgm:pt>
    <dgm:pt modelId="{C2419FC3-122D-429E-A64A-504C1462FFA8}" type="sibTrans" cxnId="{8D6EFC3C-3232-4C70-A675-507CB8F2B93E}">
      <dgm:prSet/>
      <dgm:spPr/>
      <dgm:t>
        <a:bodyPr/>
        <a:lstStyle/>
        <a:p>
          <a:endParaRPr lang="es-MX"/>
        </a:p>
      </dgm:t>
    </dgm:pt>
    <dgm:pt modelId="{A09BF5BA-95C3-438B-AA4F-A9CF9C1B1F89}">
      <dgm:prSet phldrT="[Text]"/>
      <dgm:spPr/>
      <dgm:t>
        <a:bodyPr/>
        <a:lstStyle/>
        <a:p>
          <a:r>
            <a:rPr lang="es-MX" dirty="0"/>
            <a:t>RLISR</a:t>
          </a:r>
        </a:p>
      </dgm:t>
    </dgm:pt>
    <dgm:pt modelId="{278254AD-3389-4077-8E61-DC47737682DE}" type="parTrans" cxnId="{C8ADB63D-E91A-4251-9E7E-A31A9CDF3577}">
      <dgm:prSet/>
      <dgm:spPr/>
      <dgm:t>
        <a:bodyPr/>
        <a:lstStyle/>
        <a:p>
          <a:endParaRPr lang="es-MX"/>
        </a:p>
      </dgm:t>
    </dgm:pt>
    <dgm:pt modelId="{6D871464-58DF-48A7-AA7E-2DC34945723E}" type="sibTrans" cxnId="{C8ADB63D-E91A-4251-9E7E-A31A9CDF3577}">
      <dgm:prSet/>
      <dgm:spPr/>
      <dgm:t>
        <a:bodyPr/>
        <a:lstStyle/>
        <a:p>
          <a:endParaRPr lang="es-MX"/>
        </a:p>
      </dgm:t>
    </dgm:pt>
    <dgm:pt modelId="{5B8C732E-38A4-4759-BED2-5FA60856E38E}">
      <dgm:prSet/>
      <dgm:spPr/>
      <dgm:t>
        <a:bodyPr/>
        <a:lstStyle/>
        <a:p>
          <a:r>
            <a:rPr lang="es-MX" dirty="0"/>
            <a:t>Resolución Miscelánea</a:t>
          </a:r>
        </a:p>
      </dgm:t>
    </dgm:pt>
    <dgm:pt modelId="{368C447B-BA64-4739-98DE-371DC3DDCC8A}" type="parTrans" cxnId="{6DD6E73D-9FFB-4815-8119-07617D04B0DA}">
      <dgm:prSet/>
      <dgm:spPr/>
      <dgm:t>
        <a:bodyPr/>
        <a:lstStyle/>
        <a:p>
          <a:endParaRPr lang="es-MX"/>
        </a:p>
      </dgm:t>
    </dgm:pt>
    <dgm:pt modelId="{6FF7C63E-1122-48C0-B917-C368C2415899}" type="sibTrans" cxnId="{6DD6E73D-9FFB-4815-8119-07617D04B0DA}">
      <dgm:prSet/>
      <dgm:spPr/>
      <dgm:t>
        <a:bodyPr/>
        <a:lstStyle/>
        <a:p>
          <a:endParaRPr lang="es-MX"/>
        </a:p>
      </dgm:t>
    </dgm:pt>
    <dgm:pt modelId="{2F4D3E4D-3ACE-4844-83FE-447059311D7B}">
      <dgm:prSet/>
      <dgm:spPr/>
      <dgm:t>
        <a:bodyPr/>
        <a:lstStyle/>
        <a:p>
          <a:r>
            <a:rPr lang="es-MX" dirty="0"/>
            <a:t>Criterios</a:t>
          </a:r>
        </a:p>
      </dgm:t>
    </dgm:pt>
    <dgm:pt modelId="{1D5AC3C9-2EC7-4339-B5A9-2E132E6B50DC}" type="parTrans" cxnId="{9267B80C-54C5-4625-9468-ABB99C6171F0}">
      <dgm:prSet/>
      <dgm:spPr/>
      <dgm:t>
        <a:bodyPr/>
        <a:lstStyle/>
        <a:p>
          <a:endParaRPr lang="es-MX"/>
        </a:p>
      </dgm:t>
    </dgm:pt>
    <dgm:pt modelId="{5DAA03BF-6EB8-4FBD-8987-26379E62FD7A}" type="sibTrans" cxnId="{9267B80C-54C5-4625-9468-ABB99C6171F0}">
      <dgm:prSet/>
      <dgm:spPr/>
      <dgm:t>
        <a:bodyPr/>
        <a:lstStyle/>
        <a:p>
          <a:endParaRPr lang="es-MX"/>
        </a:p>
      </dgm:t>
    </dgm:pt>
    <dgm:pt modelId="{6AEC72AB-674B-462F-8749-32ACE3218FFC}" type="pres">
      <dgm:prSet presAssocID="{E7120509-C444-49BD-8D1D-1A2C3664029E}" presName="hierChild1" presStyleCnt="0">
        <dgm:presLayoutVars>
          <dgm:orgChart val="1"/>
          <dgm:chPref val="1"/>
          <dgm:dir/>
          <dgm:animOne val="branch"/>
          <dgm:animLvl val="lvl"/>
          <dgm:resizeHandles/>
        </dgm:presLayoutVars>
      </dgm:prSet>
      <dgm:spPr/>
    </dgm:pt>
    <dgm:pt modelId="{56764CCD-2C3C-4101-9965-26BB11328BB0}" type="pres">
      <dgm:prSet presAssocID="{A5A64E95-EE25-41E0-A111-2329BC4A1FEB}" presName="hierRoot1" presStyleCnt="0">
        <dgm:presLayoutVars>
          <dgm:hierBranch val="init"/>
        </dgm:presLayoutVars>
      </dgm:prSet>
      <dgm:spPr/>
    </dgm:pt>
    <dgm:pt modelId="{D6E8532F-1500-41B9-B955-74A002EDA98D}" type="pres">
      <dgm:prSet presAssocID="{A5A64E95-EE25-41E0-A111-2329BC4A1FEB}" presName="rootComposite1" presStyleCnt="0"/>
      <dgm:spPr/>
    </dgm:pt>
    <dgm:pt modelId="{001E6AB7-D413-4BD9-A9D4-3D74A21A44EE}" type="pres">
      <dgm:prSet presAssocID="{A5A64E95-EE25-41E0-A111-2329BC4A1FEB}" presName="rootText1" presStyleLbl="node0" presStyleIdx="0" presStyleCnt="1" custLinFactNeighborX="-16426">
        <dgm:presLayoutVars>
          <dgm:chPref val="3"/>
        </dgm:presLayoutVars>
      </dgm:prSet>
      <dgm:spPr/>
    </dgm:pt>
    <dgm:pt modelId="{751F98E6-0472-49F9-AEA1-8047339F3820}" type="pres">
      <dgm:prSet presAssocID="{A5A64E95-EE25-41E0-A111-2329BC4A1FEB}" presName="rootConnector1" presStyleLbl="node1" presStyleIdx="0" presStyleCnt="0"/>
      <dgm:spPr/>
    </dgm:pt>
    <dgm:pt modelId="{1314023E-0F78-45AA-9086-8082E40A683A}" type="pres">
      <dgm:prSet presAssocID="{A5A64E95-EE25-41E0-A111-2329BC4A1FEB}" presName="hierChild2" presStyleCnt="0"/>
      <dgm:spPr/>
    </dgm:pt>
    <dgm:pt modelId="{ABC9F610-794C-492C-A895-B7432B459A8D}" type="pres">
      <dgm:prSet presAssocID="{278254AD-3389-4077-8E61-DC47737682DE}" presName="Name37" presStyleLbl="parChTrans1D2" presStyleIdx="0" presStyleCnt="2"/>
      <dgm:spPr/>
    </dgm:pt>
    <dgm:pt modelId="{E152FAC8-4307-4691-AD84-C6B22E3EB238}" type="pres">
      <dgm:prSet presAssocID="{A09BF5BA-95C3-438B-AA4F-A9CF9C1B1F89}" presName="hierRoot2" presStyleCnt="0">
        <dgm:presLayoutVars>
          <dgm:hierBranch val="init"/>
        </dgm:presLayoutVars>
      </dgm:prSet>
      <dgm:spPr/>
    </dgm:pt>
    <dgm:pt modelId="{9FB93C00-937E-473B-9CA9-57E128F0AD64}" type="pres">
      <dgm:prSet presAssocID="{A09BF5BA-95C3-438B-AA4F-A9CF9C1B1F89}" presName="rootComposite" presStyleCnt="0"/>
      <dgm:spPr/>
    </dgm:pt>
    <dgm:pt modelId="{C7A1364B-2B85-4967-9033-76D8122ED853}" type="pres">
      <dgm:prSet presAssocID="{A09BF5BA-95C3-438B-AA4F-A9CF9C1B1F89}" presName="rootText" presStyleLbl="node2" presStyleIdx="0" presStyleCnt="1" custLinFactNeighborX="-16426">
        <dgm:presLayoutVars>
          <dgm:chPref val="3"/>
        </dgm:presLayoutVars>
      </dgm:prSet>
      <dgm:spPr/>
    </dgm:pt>
    <dgm:pt modelId="{05029565-41C2-404A-9631-78C8E56CA975}" type="pres">
      <dgm:prSet presAssocID="{A09BF5BA-95C3-438B-AA4F-A9CF9C1B1F89}" presName="rootConnector" presStyleLbl="node2" presStyleIdx="0" presStyleCnt="1"/>
      <dgm:spPr/>
    </dgm:pt>
    <dgm:pt modelId="{9A3C1D38-E921-4817-872F-7091A5EF90B5}" type="pres">
      <dgm:prSet presAssocID="{A09BF5BA-95C3-438B-AA4F-A9CF9C1B1F89}" presName="hierChild4" presStyleCnt="0"/>
      <dgm:spPr/>
    </dgm:pt>
    <dgm:pt modelId="{F5F5F0E1-0B63-48DA-9C0F-D0503997C32C}" type="pres">
      <dgm:prSet presAssocID="{368C447B-BA64-4739-98DE-371DC3DDCC8A}" presName="Name37" presStyleLbl="parChTrans1D3" presStyleIdx="0" presStyleCnt="2"/>
      <dgm:spPr/>
    </dgm:pt>
    <dgm:pt modelId="{9B158477-E45E-4257-B38C-8171807E9B30}" type="pres">
      <dgm:prSet presAssocID="{5B8C732E-38A4-4759-BED2-5FA60856E38E}" presName="hierRoot2" presStyleCnt="0">
        <dgm:presLayoutVars>
          <dgm:hierBranch val="init"/>
        </dgm:presLayoutVars>
      </dgm:prSet>
      <dgm:spPr/>
    </dgm:pt>
    <dgm:pt modelId="{EB5D8E87-406C-402A-AD23-7E0A12D535B8}" type="pres">
      <dgm:prSet presAssocID="{5B8C732E-38A4-4759-BED2-5FA60856E38E}" presName="rootComposite" presStyleCnt="0"/>
      <dgm:spPr/>
    </dgm:pt>
    <dgm:pt modelId="{68E616D1-7520-423B-9A4F-81E64B7CED28}" type="pres">
      <dgm:prSet presAssocID="{5B8C732E-38A4-4759-BED2-5FA60856E38E}" presName="rootText" presStyleLbl="node3" presStyleIdx="0" presStyleCnt="2" custLinFactNeighborX="-16426">
        <dgm:presLayoutVars>
          <dgm:chPref val="3"/>
        </dgm:presLayoutVars>
      </dgm:prSet>
      <dgm:spPr/>
    </dgm:pt>
    <dgm:pt modelId="{6C6C563A-D521-448D-85DB-2F59884E0692}" type="pres">
      <dgm:prSet presAssocID="{5B8C732E-38A4-4759-BED2-5FA60856E38E}" presName="rootConnector" presStyleLbl="node3" presStyleIdx="0" presStyleCnt="2"/>
      <dgm:spPr/>
    </dgm:pt>
    <dgm:pt modelId="{C158A0BC-2B9E-40D6-A3A4-91DB6303FD57}" type="pres">
      <dgm:prSet presAssocID="{5B8C732E-38A4-4759-BED2-5FA60856E38E}" presName="hierChild4" presStyleCnt="0"/>
      <dgm:spPr/>
    </dgm:pt>
    <dgm:pt modelId="{5B50B1D2-CDA0-4FE8-A87D-1BE92CEACEF0}" type="pres">
      <dgm:prSet presAssocID="{5B8C732E-38A4-4759-BED2-5FA60856E38E}" presName="hierChild5" presStyleCnt="0"/>
      <dgm:spPr/>
    </dgm:pt>
    <dgm:pt modelId="{D75C4A94-F6A8-48A8-A916-A2129400D5A1}" type="pres">
      <dgm:prSet presAssocID="{1D5AC3C9-2EC7-4339-B5A9-2E132E6B50DC}" presName="Name37" presStyleLbl="parChTrans1D3" presStyleIdx="1" presStyleCnt="2"/>
      <dgm:spPr/>
    </dgm:pt>
    <dgm:pt modelId="{07EC9E4B-BCE2-4CD8-B883-AFD52B475602}" type="pres">
      <dgm:prSet presAssocID="{2F4D3E4D-3ACE-4844-83FE-447059311D7B}" presName="hierRoot2" presStyleCnt="0">
        <dgm:presLayoutVars>
          <dgm:hierBranch val="init"/>
        </dgm:presLayoutVars>
      </dgm:prSet>
      <dgm:spPr/>
    </dgm:pt>
    <dgm:pt modelId="{C03373F7-5F2A-4DD1-9170-7370CABC1A76}" type="pres">
      <dgm:prSet presAssocID="{2F4D3E4D-3ACE-4844-83FE-447059311D7B}" presName="rootComposite" presStyleCnt="0"/>
      <dgm:spPr/>
    </dgm:pt>
    <dgm:pt modelId="{8D1D9BE3-B052-43EF-BA22-C8E5A84A4755}" type="pres">
      <dgm:prSet presAssocID="{2F4D3E4D-3ACE-4844-83FE-447059311D7B}" presName="rootText" presStyleLbl="node3" presStyleIdx="1" presStyleCnt="2" custLinFactNeighborX="-16426">
        <dgm:presLayoutVars>
          <dgm:chPref val="3"/>
        </dgm:presLayoutVars>
      </dgm:prSet>
      <dgm:spPr/>
    </dgm:pt>
    <dgm:pt modelId="{BE5DE893-F63E-40B7-9F08-3BDD2960A856}" type="pres">
      <dgm:prSet presAssocID="{2F4D3E4D-3ACE-4844-83FE-447059311D7B}" presName="rootConnector" presStyleLbl="node3" presStyleIdx="1" presStyleCnt="2"/>
      <dgm:spPr/>
    </dgm:pt>
    <dgm:pt modelId="{024F084F-39BA-4845-BBD4-2A5677948063}" type="pres">
      <dgm:prSet presAssocID="{2F4D3E4D-3ACE-4844-83FE-447059311D7B}" presName="hierChild4" presStyleCnt="0"/>
      <dgm:spPr/>
    </dgm:pt>
    <dgm:pt modelId="{4A6D7218-F4D9-4D5E-BE5E-F2904CF63DDE}" type="pres">
      <dgm:prSet presAssocID="{2F4D3E4D-3ACE-4844-83FE-447059311D7B}" presName="hierChild5" presStyleCnt="0"/>
      <dgm:spPr/>
    </dgm:pt>
    <dgm:pt modelId="{7D81ACCC-24D1-4C71-A8AB-052264D860F6}" type="pres">
      <dgm:prSet presAssocID="{A09BF5BA-95C3-438B-AA4F-A9CF9C1B1F89}" presName="hierChild5" presStyleCnt="0"/>
      <dgm:spPr/>
    </dgm:pt>
    <dgm:pt modelId="{A163D757-5234-437B-9BFD-7822020B940F}" type="pres">
      <dgm:prSet presAssocID="{A5A64E95-EE25-41E0-A111-2329BC4A1FEB}" presName="hierChild3" presStyleCnt="0"/>
      <dgm:spPr/>
    </dgm:pt>
    <dgm:pt modelId="{16B9E381-2B4C-4EC7-822F-9053909F3513}" type="pres">
      <dgm:prSet presAssocID="{D56B0150-A7D9-4CF5-9487-2BA4592E33D8}" presName="Name111" presStyleLbl="parChTrans1D2" presStyleIdx="1" presStyleCnt="2"/>
      <dgm:spPr/>
    </dgm:pt>
    <dgm:pt modelId="{3B6F8A58-26C0-4B12-9B4E-47CB3F4A828E}" type="pres">
      <dgm:prSet presAssocID="{6FE67D9F-0E6E-4BBC-B02C-5E28DAFEF59E}" presName="hierRoot3" presStyleCnt="0">
        <dgm:presLayoutVars>
          <dgm:hierBranch val="init"/>
        </dgm:presLayoutVars>
      </dgm:prSet>
      <dgm:spPr/>
    </dgm:pt>
    <dgm:pt modelId="{E6A62ED8-4229-4B0E-BE15-B404AE2088F5}" type="pres">
      <dgm:prSet presAssocID="{6FE67D9F-0E6E-4BBC-B02C-5E28DAFEF59E}" presName="rootComposite3" presStyleCnt="0"/>
      <dgm:spPr/>
    </dgm:pt>
    <dgm:pt modelId="{3305FA1B-F2D7-4DE2-9063-6C3729EA9564}" type="pres">
      <dgm:prSet presAssocID="{6FE67D9F-0E6E-4BBC-B02C-5E28DAFEF59E}" presName="rootText3" presStyleLbl="asst1" presStyleIdx="0" presStyleCnt="1" custLinFactY="-50264" custLinFactNeighborX="-57779" custLinFactNeighborY="-100000">
        <dgm:presLayoutVars>
          <dgm:chPref val="3"/>
        </dgm:presLayoutVars>
      </dgm:prSet>
      <dgm:spPr/>
    </dgm:pt>
    <dgm:pt modelId="{001E3FD4-BDC0-4333-A7A6-AAA98502ABB1}" type="pres">
      <dgm:prSet presAssocID="{6FE67D9F-0E6E-4BBC-B02C-5E28DAFEF59E}" presName="rootConnector3" presStyleLbl="asst1" presStyleIdx="0" presStyleCnt="1"/>
      <dgm:spPr/>
    </dgm:pt>
    <dgm:pt modelId="{95790107-7D42-4976-BB3C-21F0FCFC73BD}" type="pres">
      <dgm:prSet presAssocID="{6FE67D9F-0E6E-4BBC-B02C-5E28DAFEF59E}" presName="hierChild6" presStyleCnt="0"/>
      <dgm:spPr/>
    </dgm:pt>
    <dgm:pt modelId="{403B9D9B-9430-4912-BB2B-A73830CCEBE5}" type="pres">
      <dgm:prSet presAssocID="{6FE67D9F-0E6E-4BBC-B02C-5E28DAFEF59E}" presName="hierChild7" presStyleCnt="0"/>
      <dgm:spPr/>
    </dgm:pt>
  </dgm:ptLst>
  <dgm:cxnLst>
    <dgm:cxn modelId="{9267B80C-54C5-4625-9468-ABB99C6171F0}" srcId="{A09BF5BA-95C3-438B-AA4F-A9CF9C1B1F89}" destId="{2F4D3E4D-3ACE-4844-83FE-447059311D7B}" srcOrd="1" destOrd="0" parTransId="{1D5AC3C9-2EC7-4339-B5A9-2E132E6B50DC}" sibTransId="{5DAA03BF-6EB8-4FBD-8987-26379E62FD7A}"/>
    <dgm:cxn modelId="{6BE14417-87B6-A54B-A00A-864CC24F2133}" type="presOf" srcId="{368C447B-BA64-4739-98DE-371DC3DDCC8A}" destId="{F5F5F0E1-0B63-48DA-9C0F-D0503997C32C}" srcOrd="0" destOrd="0" presId="urn:microsoft.com/office/officeart/2005/8/layout/orgChart1"/>
    <dgm:cxn modelId="{0B48B51D-78BF-F149-B306-C7CC63802602}" type="presOf" srcId="{A5A64E95-EE25-41E0-A111-2329BC4A1FEB}" destId="{751F98E6-0472-49F9-AEA1-8047339F3820}" srcOrd="1" destOrd="0" presId="urn:microsoft.com/office/officeart/2005/8/layout/orgChart1"/>
    <dgm:cxn modelId="{6455E71E-E85E-9046-BBE6-6FA4EEDE8613}" type="presOf" srcId="{5B8C732E-38A4-4759-BED2-5FA60856E38E}" destId="{6C6C563A-D521-448D-85DB-2F59884E0692}" srcOrd="1" destOrd="0" presId="urn:microsoft.com/office/officeart/2005/8/layout/orgChart1"/>
    <dgm:cxn modelId="{EC6A6526-DA45-3C43-A5CD-97EE3849D3F7}" type="presOf" srcId="{6FE67D9F-0E6E-4BBC-B02C-5E28DAFEF59E}" destId="{3305FA1B-F2D7-4DE2-9063-6C3729EA9564}" srcOrd="0" destOrd="0" presId="urn:microsoft.com/office/officeart/2005/8/layout/orgChart1"/>
    <dgm:cxn modelId="{8D6EFC3C-3232-4C70-A675-507CB8F2B93E}" srcId="{A5A64E95-EE25-41E0-A111-2329BC4A1FEB}" destId="{6FE67D9F-0E6E-4BBC-B02C-5E28DAFEF59E}" srcOrd="0" destOrd="0" parTransId="{D56B0150-A7D9-4CF5-9487-2BA4592E33D8}" sibTransId="{C2419FC3-122D-429E-A64A-504C1462FFA8}"/>
    <dgm:cxn modelId="{C8ADB63D-E91A-4251-9E7E-A31A9CDF3577}" srcId="{A5A64E95-EE25-41E0-A111-2329BC4A1FEB}" destId="{A09BF5BA-95C3-438B-AA4F-A9CF9C1B1F89}" srcOrd="1" destOrd="0" parTransId="{278254AD-3389-4077-8E61-DC47737682DE}" sibTransId="{6D871464-58DF-48A7-AA7E-2DC34945723E}"/>
    <dgm:cxn modelId="{6DD6E73D-9FFB-4815-8119-07617D04B0DA}" srcId="{A09BF5BA-95C3-438B-AA4F-A9CF9C1B1F89}" destId="{5B8C732E-38A4-4759-BED2-5FA60856E38E}" srcOrd="0" destOrd="0" parTransId="{368C447B-BA64-4739-98DE-371DC3DDCC8A}" sibTransId="{6FF7C63E-1122-48C0-B917-C368C2415899}"/>
    <dgm:cxn modelId="{2BCF2140-29F0-484C-B30B-D1A1B61B27D6}" type="presOf" srcId="{6FE67D9F-0E6E-4BBC-B02C-5E28DAFEF59E}" destId="{001E3FD4-BDC0-4333-A7A6-AAA98502ABB1}" srcOrd="1" destOrd="0" presId="urn:microsoft.com/office/officeart/2005/8/layout/orgChart1"/>
    <dgm:cxn modelId="{CF45195C-3D80-5043-9CFD-9DE1507A5700}" type="presOf" srcId="{278254AD-3389-4077-8E61-DC47737682DE}" destId="{ABC9F610-794C-492C-A895-B7432B459A8D}" srcOrd="0" destOrd="0" presId="urn:microsoft.com/office/officeart/2005/8/layout/orgChart1"/>
    <dgm:cxn modelId="{1E34DC53-CD6D-5040-A0F1-6B3DF24D4237}" type="presOf" srcId="{1D5AC3C9-2EC7-4339-B5A9-2E132E6B50DC}" destId="{D75C4A94-F6A8-48A8-A916-A2129400D5A1}" srcOrd="0" destOrd="0" presId="urn:microsoft.com/office/officeart/2005/8/layout/orgChart1"/>
    <dgm:cxn modelId="{CB1BB875-420E-9A4D-A97C-1C47EF7CA275}" type="presOf" srcId="{D56B0150-A7D9-4CF5-9487-2BA4592E33D8}" destId="{16B9E381-2B4C-4EC7-822F-9053909F3513}" srcOrd="0" destOrd="0" presId="urn:microsoft.com/office/officeart/2005/8/layout/orgChart1"/>
    <dgm:cxn modelId="{0893558B-208C-9E48-B1E8-6ADC02123109}" type="presOf" srcId="{A09BF5BA-95C3-438B-AA4F-A9CF9C1B1F89}" destId="{C7A1364B-2B85-4967-9033-76D8122ED853}" srcOrd="0" destOrd="0" presId="urn:microsoft.com/office/officeart/2005/8/layout/orgChart1"/>
    <dgm:cxn modelId="{24B639AF-DF35-5E4A-925E-CA54A1743095}" type="presOf" srcId="{A09BF5BA-95C3-438B-AA4F-A9CF9C1B1F89}" destId="{05029565-41C2-404A-9631-78C8E56CA975}" srcOrd="1" destOrd="0" presId="urn:microsoft.com/office/officeart/2005/8/layout/orgChart1"/>
    <dgm:cxn modelId="{B22588B6-8AF1-3B4E-81A1-88415D418456}" type="presOf" srcId="{E7120509-C444-49BD-8D1D-1A2C3664029E}" destId="{6AEC72AB-674B-462F-8749-32ACE3218FFC}" srcOrd="0" destOrd="0" presId="urn:microsoft.com/office/officeart/2005/8/layout/orgChart1"/>
    <dgm:cxn modelId="{BCFEB2BE-ADD9-CB4A-B22C-451D0E6C96B5}" type="presOf" srcId="{2F4D3E4D-3ACE-4844-83FE-447059311D7B}" destId="{BE5DE893-F63E-40B7-9F08-3BDD2960A856}" srcOrd="1" destOrd="0" presId="urn:microsoft.com/office/officeart/2005/8/layout/orgChart1"/>
    <dgm:cxn modelId="{DA2AE7C3-970A-C549-B897-BA1B3458941E}" type="presOf" srcId="{2F4D3E4D-3ACE-4844-83FE-447059311D7B}" destId="{8D1D9BE3-B052-43EF-BA22-C8E5A84A4755}" srcOrd="0" destOrd="0" presId="urn:microsoft.com/office/officeart/2005/8/layout/orgChart1"/>
    <dgm:cxn modelId="{6E3CE6CA-6BC3-0547-A5FB-A3B267F25E79}" type="presOf" srcId="{A5A64E95-EE25-41E0-A111-2329BC4A1FEB}" destId="{001E6AB7-D413-4BD9-A9D4-3D74A21A44EE}" srcOrd="0" destOrd="0" presId="urn:microsoft.com/office/officeart/2005/8/layout/orgChart1"/>
    <dgm:cxn modelId="{722235D6-5F65-41C3-8B73-DB4DE6CF2BDC}" srcId="{E7120509-C444-49BD-8D1D-1A2C3664029E}" destId="{A5A64E95-EE25-41E0-A111-2329BC4A1FEB}" srcOrd="0" destOrd="0" parTransId="{8B7F4915-0712-4671-8CFB-89C8A2CA32EF}" sibTransId="{0FD0DAFD-C4CB-4012-8DBE-3B725B8FE2A0}"/>
    <dgm:cxn modelId="{61EA98EF-F796-AB4B-8412-5E952A9C9539}" type="presOf" srcId="{5B8C732E-38A4-4759-BED2-5FA60856E38E}" destId="{68E616D1-7520-423B-9A4F-81E64B7CED28}" srcOrd="0" destOrd="0" presId="urn:microsoft.com/office/officeart/2005/8/layout/orgChart1"/>
    <dgm:cxn modelId="{2761B975-3929-4943-A23D-7A79077288B7}" type="presParOf" srcId="{6AEC72AB-674B-462F-8749-32ACE3218FFC}" destId="{56764CCD-2C3C-4101-9965-26BB11328BB0}" srcOrd="0" destOrd="0" presId="urn:microsoft.com/office/officeart/2005/8/layout/orgChart1"/>
    <dgm:cxn modelId="{CFBFD022-679B-074F-8925-72F62CA0DF43}" type="presParOf" srcId="{56764CCD-2C3C-4101-9965-26BB11328BB0}" destId="{D6E8532F-1500-41B9-B955-74A002EDA98D}" srcOrd="0" destOrd="0" presId="urn:microsoft.com/office/officeart/2005/8/layout/orgChart1"/>
    <dgm:cxn modelId="{09C0D6F9-5F4F-0241-A1B0-26A22C9D8D3B}" type="presParOf" srcId="{D6E8532F-1500-41B9-B955-74A002EDA98D}" destId="{001E6AB7-D413-4BD9-A9D4-3D74A21A44EE}" srcOrd="0" destOrd="0" presId="urn:microsoft.com/office/officeart/2005/8/layout/orgChart1"/>
    <dgm:cxn modelId="{76D902EC-4A5A-9D47-8ACD-99B3F4F5FFBC}" type="presParOf" srcId="{D6E8532F-1500-41B9-B955-74A002EDA98D}" destId="{751F98E6-0472-49F9-AEA1-8047339F3820}" srcOrd="1" destOrd="0" presId="urn:microsoft.com/office/officeart/2005/8/layout/orgChart1"/>
    <dgm:cxn modelId="{9ECF1D42-5413-EB48-979E-03FF67DC875B}" type="presParOf" srcId="{56764CCD-2C3C-4101-9965-26BB11328BB0}" destId="{1314023E-0F78-45AA-9086-8082E40A683A}" srcOrd="1" destOrd="0" presId="urn:microsoft.com/office/officeart/2005/8/layout/orgChart1"/>
    <dgm:cxn modelId="{5250C0FD-C3D0-964F-A4D2-EED2A891E2C9}" type="presParOf" srcId="{1314023E-0F78-45AA-9086-8082E40A683A}" destId="{ABC9F610-794C-492C-A895-B7432B459A8D}" srcOrd="0" destOrd="0" presId="urn:microsoft.com/office/officeart/2005/8/layout/orgChart1"/>
    <dgm:cxn modelId="{0929A0B1-1C34-A64D-9509-139369CA59F6}" type="presParOf" srcId="{1314023E-0F78-45AA-9086-8082E40A683A}" destId="{E152FAC8-4307-4691-AD84-C6B22E3EB238}" srcOrd="1" destOrd="0" presId="urn:microsoft.com/office/officeart/2005/8/layout/orgChart1"/>
    <dgm:cxn modelId="{52A13971-1153-F249-886A-EC8E86DB9113}" type="presParOf" srcId="{E152FAC8-4307-4691-AD84-C6B22E3EB238}" destId="{9FB93C00-937E-473B-9CA9-57E128F0AD64}" srcOrd="0" destOrd="0" presId="urn:microsoft.com/office/officeart/2005/8/layout/orgChart1"/>
    <dgm:cxn modelId="{36FBADE6-15AD-0E40-A031-E937D5E6AD32}" type="presParOf" srcId="{9FB93C00-937E-473B-9CA9-57E128F0AD64}" destId="{C7A1364B-2B85-4967-9033-76D8122ED853}" srcOrd="0" destOrd="0" presId="urn:microsoft.com/office/officeart/2005/8/layout/orgChart1"/>
    <dgm:cxn modelId="{D4F1CB20-5523-364D-A60F-9819B8AFA256}" type="presParOf" srcId="{9FB93C00-937E-473B-9CA9-57E128F0AD64}" destId="{05029565-41C2-404A-9631-78C8E56CA975}" srcOrd="1" destOrd="0" presId="urn:microsoft.com/office/officeart/2005/8/layout/orgChart1"/>
    <dgm:cxn modelId="{4352D3FF-3261-A44C-8094-1E091CF97B04}" type="presParOf" srcId="{E152FAC8-4307-4691-AD84-C6B22E3EB238}" destId="{9A3C1D38-E921-4817-872F-7091A5EF90B5}" srcOrd="1" destOrd="0" presId="urn:microsoft.com/office/officeart/2005/8/layout/orgChart1"/>
    <dgm:cxn modelId="{A08F7F1A-0D43-0D49-AD3A-EAA1FF9BD3C8}" type="presParOf" srcId="{9A3C1D38-E921-4817-872F-7091A5EF90B5}" destId="{F5F5F0E1-0B63-48DA-9C0F-D0503997C32C}" srcOrd="0" destOrd="0" presId="urn:microsoft.com/office/officeart/2005/8/layout/orgChart1"/>
    <dgm:cxn modelId="{075E55C0-57D1-AF4B-BCE2-AF6201AE1DC6}" type="presParOf" srcId="{9A3C1D38-E921-4817-872F-7091A5EF90B5}" destId="{9B158477-E45E-4257-B38C-8171807E9B30}" srcOrd="1" destOrd="0" presId="urn:microsoft.com/office/officeart/2005/8/layout/orgChart1"/>
    <dgm:cxn modelId="{445A2147-CF00-DE47-9665-9E2D4140350A}" type="presParOf" srcId="{9B158477-E45E-4257-B38C-8171807E9B30}" destId="{EB5D8E87-406C-402A-AD23-7E0A12D535B8}" srcOrd="0" destOrd="0" presId="urn:microsoft.com/office/officeart/2005/8/layout/orgChart1"/>
    <dgm:cxn modelId="{6C8A844B-E334-494D-AE15-89B6FE43BBFB}" type="presParOf" srcId="{EB5D8E87-406C-402A-AD23-7E0A12D535B8}" destId="{68E616D1-7520-423B-9A4F-81E64B7CED28}" srcOrd="0" destOrd="0" presId="urn:microsoft.com/office/officeart/2005/8/layout/orgChart1"/>
    <dgm:cxn modelId="{E9400E00-2AAF-164D-B274-AFA3FE904686}" type="presParOf" srcId="{EB5D8E87-406C-402A-AD23-7E0A12D535B8}" destId="{6C6C563A-D521-448D-85DB-2F59884E0692}" srcOrd="1" destOrd="0" presId="urn:microsoft.com/office/officeart/2005/8/layout/orgChart1"/>
    <dgm:cxn modelId="{B6045DDF-2401-F64D-A20B-49700F056427}" type="presParOf" srcId="{9B158477-E45E-4257-B38C-8171807E9B30}" destId="{C158A0BC-2B9E-40D6-A3A4-91DB6303FD57}" srcOrd="1" destOrd="0" presId="urn:microsoft.com/office/officeart/2005/8/layout/orgChart1"/>
    <dgm:cxn modelId="{D5052636-7AE7-7344-AA1D-BAC95C48B2A1}" type="presParOf" srcId="{9B158477-E45E-4257-B38C-8171807E9B30}" destId="{5B50B1D2-CDA0-4FE8-A87D-1BE92CEACEF0}" srcOrd="2" destOrd="0" presId="urn:microsoft.com/office/officeart/2005/8/layout/orgChart1"/>
    <dgm:cxn modelId="{6482A025-7FBB-9D45-BED3-8C1F79291BDB}" type="presParOf" srcId="{9A3C1D38-E921-4817-872F-7091A5EF90B5}" destId="{D75C4A94-F6A8-48A8-A916-A2129400D5A1}" srcOrd="2" destOrd="0" presId="urn:microsoft.com/office/officeart/2005/8/layout/orgChart1"/>
    <dgm:cxn modelId="{4BFB4EF0-CD92-9949-88BB-2F9D8CE63A65}" type="presParOf" srcId="{9A3C1D38-E921-4817-872F-7091A5EF90B5}" destId="{07EC9E4B-BCE2-4CD8-B883-AFD52B475602}" srcOrd="3" destOrd="0" presId="urn:microsoft.com/office/officeart/2005/8/layout/orgChart1"/>
    <dgm:cxn modelId="{BDAACBF0-AF38-9F42-B0E8-ED70721A9EC0}" type="presParOf" srcId="{07EC9E4B-BCE2-4CD8-B883-AFD52B475602}" destId="{C03373F7-5F2A-4DD1-9170-7370CABC1A76}" srcOrd="0" destOrd="0" presId="urn:microsoft.com/office/officeart/2005/8/layout/orgChart1"/>
    <dgm:cxn modelId="{0807E1BD-7E03-C24B-A429-CB8546B652A5}" type="presParOf" srcId="{C03373F7-5F2A-4DD1-9170-7370CABC1A76}" destId="{8D1D9BE3-B052-43EF-BA22-C8E5A84A4755}" srcOrd="0" destOrd="0" presId="urn:microsoft.com/office/officeart/2005/8/layout/orgChart1"/>
    <dgm:cxn modelId="{E52B6D40-EE73-7747-8E15-A61DD3165D44}" type="presParOf" srcId="{C03373F7-5F2A-4DD1-9170-7370CABC1A76}" destId="{BE5DE893-F63E-40B7-9F08-3BDD2960A856}" srcOrd="1" destOrd="0" presId="urn:microsoft.com/office/officeart/2005/8/layout/orgChart1"/>
    <dgm:cxn modelId="{FD91C474-FF96-A048-93F9-34DCB9564F12}" type="presParOf" srcId="{07EC9E4B-BCE2-4CD8-B883-AFD52B475602}" destId="{024F084F-39BA-4845-BBD4-2A5677948063}" srcOrd="1" destOrd="0" presId="urn:microsoft.com/office/officeart/2005/8/layout/orgChart1"/>
    <dgm:cxn modelId="{A9984C5C-CF37-5B46-8AAB-16984BEA0961}" type="presParOf" srcId="{07EC9E4B-BCE2-4CD8-B883-AFD52B475602}" destId="{4A6D7218-F4D9-4D5E-BE5E-F2904CF63DDE}" srcOrd="2" destOrd="0" presId="urn:microsoft.com/office/officeart/2005/8/layout/orgChart1"/>
    <dgm:cxn modelId="{EBE7343F-9148-DC48-AF86-4EF2227EF2CF}" type="presParOf" srcId="{E152FAC8-4307-4691-AD84-C6B22E3EB238}" destId="{7D81ACCC-24D1-4C71-A8AB-052264D860F6}" srcOrd="2" destOrd="0" presId="urn:microsoft.com/office/officeart/2005/8/layout/orgChart1"/>
    <dgm:cxn modelId="{13CCB810-3C03-E441-86E6-EF1938382FD3}" type="presParOf" srcId="{56764CCD-2C3C-4101-9965-26BB11328BB0}" destId="{A163D757-5234-437B-9BFD-7822020B940F}" srcOrd="2" destOrd="0" presId="urn:microsoft.com/office/officeart/2005/8/layout/orgChart1"/>
    <dgm:cxn modelId="{26377B17-0D79-5A43-9B7B-3546F87BF125}" type="presParOf" srcId="{A163D757-5234-437B-9BFD-7822020B940F}" destId="{16B9E381-2B4C-4EC7-822F-9053909F3513}" srcOrd="0" destOrd="0" presId="urn:microsoft.com/office/officeart/2005/8/layout/orgChart1"/>
    <dgm:cxn modelId="{34A5FDFB-4864-CE42-9B36-F0621678DE87}" type="presParOf" srcId="{A163D757-5234-437B-9BFD-7822020B940F}" destId="{3B6F8A58-26C0-4B12-9B4E-47CB3F4A828E}" srcOrd="1" destOrd="0" presId="urn:microsoft.com/office/officeart/2005/8/layout/orgChart1"/>
    <dgm:cxn modelId="{63C8433E-11EA-3D48-B146-3108C8A5E959}" type="presParOf" srcId="{3B6F8A58-26C0-4B12-9B4E-47CB3F4A828E}" destId="{E6A62ED8-4229-4B0E-BE15-B404AE2088F5}" srcOrd="0" destOrd="0" presId="urn:microsoft.com/office/officeart/2005/8/layout/orgChart1"/>
    <dgm:cxn modelId="{11FD9290-1775-8548-A869-2381E9F15080}" type="presParOf" srcId="{E6A62ED8-4229-4B0E-BE15-B404AE2088F5}" destId="{3305FA1B-F2D7-4DE2-9063-6C3729EA9564}" srcOrd="0" destOrd="0" presId="urn:microsoft.com/office/officeart/2005/8/layout/orgChart1"/>
    <dgm:cxn modelId="{527F5E2A-0677-484D-A34C-D8DE9CA1125D}" type="presParOf" srcId="{E6A62ED8-4229-4B0E-BE15-B404AE2088F5}" destId="{001E3FD4-BDC0-4333-A7A6-AAA98502ABB1}" srcOrd="1" destOrd="0" presId="urn:microsoft.com/office/officeart/2005/8/layout/orgChart1"/>
    <dgm:cxn modelId="{7458B3AA-FEFB-EB4D-BE50-3F3A16CDDF2A}" type="presParOf" srcId="{3B6F8A58-26C0-4B12-9B4E-47CB3F4A828E}" destId="{95790107-7D42-4976-BB3C-21F0FCFC73BD}" srcOrd="1" destOrd="0" presId="urn:microsoft.com/office/officeart/2005/8/layout/orgChart1"/>
    <dgm:cxn modelId="{96BD86A1-C518-D349-B9D1-72563B400C0C}" type="presParOf" srcId="{3B6F8A58-26C0-4B12-9B4E-47CB3F4A828E}" destId="{403B9D9B-9430-4912-BB2B-A73830CCEBE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120509-C444-49BD-8D1D-1A2C366402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MX"/>
        </a:p>
      </dgm:t>
    </dgm:pt>
    <dgm:pt modelId="{A5A64E95-EE25-41E0-A111-2329BC4A1FEB}">
      <dgm:prSet phldrT="[Text]"/>
      <dgm:spPr/>
      <dgm:t>
        <a:bodyPr/>
        <a:lstStyle/>
        <a:p>
          <a:r>
            <a:rPr lang="es-MX" dirty="0"/>
            <a:t>LISR</a:t>
          </a:r>
        </a:p>
      </dgm:t>
    </dgm:pt>
    <dgm:pt modelId="{8B7F4915-0712-4671-8CFB-89C8A2CA32EF}" type="parTrans" cxnId="{722235D6-5F65-41C3-8B73-DB4DE6CF2BDC}">
      <dgm:prSet/>
      <dgm:spPr/>
      <dgm:t>
        <a:bodyPr/>
        <a:lstStyle/>
        <a:p>
          <a:endParaRPr lang="es-MX"/>
        </a:p>
      </dgm:t>
    </dgm:pt>
    <dgm:pt modelId="{0FD0DAFD-C4CB-4012-8DBE-3B725B8FE2A0}" type="sibTrans" cxnId="{722235D6-5F65-41C3-8B73-DB4DE6CF2BDC}">
      <dgm:prSet/>
      <dgm:spPr/>
      <dgm:t>
        <a:bodyPr/>
        <a:lstStyle/>
        <a:p>
          <a:endParaRPr lang="es-MX"/>
        </a:p>
      </dgm:t>
    </dgm:pt>
    <dgm:pt modelId="{6FE67D9F-0E6E-4BBC-B02C-5E28DAFEF59E}" type="asst">
      <dgm:prSet phldrT="[Text]"/>
      <dgm:spPr>
        <a:solidFill>
          <a:schemeClr val="accent1"/>
        </a:solidFill>
      </dgm:spPr>
      <dgm:t>
        <a:bodyPr/>
        <a:lstStyle/>
        <a:p>
          <a:r>
            <a:rPr lang="es-MX" dirty="0"/>
            <a:t>CFF</a:t>
          </a:r>
        </a:p>
      </dgm:t>
    </dgm:pt>
    <dgm:pt modelId="{D56B0150-A7D9-4CF5-9487-2BA4592E33D8}" type="parTrans" cxnId="{8D6EFC3C-3232-4C70-A675-507CB8F2B93E}">
      <dgm:prSet/>
      <dgm:spPr/>
      <dgm:t>
        <a:bodyPr/>
        <a:lstStyle/>
        <a:p>
          <a:endParaRPr lang="es-MX"/>
        </a:p>
      </dgm:t>
    </dgm:pt>
    <dgm:pt modelId="{C2419FC3-122D-429E-A64A-504C1462FFA8}" type="sibTrans" cxnId="{8D6EFC3C-3232-4C70-A675-507CB8F2B93E}">
      <dgm:prSet/>
      <dgm:spPr/>
      <dgm:t>
        <a:bodyPr/>
        <a:lstStyle/>
        <a:p>
          <a:endParaRPr lang="es-MX"/>
        </a:p>
      </dgm:t>
    </dgm:pt>
    <dgm:pt modelId="{A09BF5BA-95C3-438B-AA4F-A9CF9C1B1F89}">
      <dgm:prSet phldrT="[Text]"/>
      <dgm:spPr>
        <a:solidFill>
          <a:srgbClr val="92D050"/>
        </a:solidFill>
      </dgm:spPr>
      <dgm:t>
        <a:bodyPr/>
        <a:lstStyle/>
        <a:p>
          <a:r>
            <a:rPr lang="es-MX" dirty="0"/>
            <a:t>RLISR</a:t>
          </a:r>
        </a:p>
      </dgm:t>
    </dgm:pt>
    <dgm:pt modelId="{278254AD-3389-4077-8E61-DC47737682DE}" type="parTrans" cxnId="{C8ADB63D-E91A-4251-9E7E-A31A9CDF3577}">
      <dgm:prSet/>
      <dgm:spPr/>
      <dgm:t>
        <a:bodyPr/>
        <a:lstStyle/>
        <a:p>
          <a:endParaRPr lang="es-MX"/>
        </a:p>
      </dgm:t>
    </dgm:pt>
    <dgm:pt modelId="{6D871464-58DF-48A7-AA7E-2DC34945723E}" type="sibTrans" cxnId="{C8ADB63D-E91A-4251-9E7E-A31A9CDF3577}">
      <dgm:prSet/>
      <dgm:spPr/>
      <dgm:t>
        <a:bodyPr/>
        <a:lstStyle/>
        <a:p>
          <a:endParaRPr lang="es-MX"/>
        </a:p>
      </dgm:t>
    </dgm:pt>
    <dgm:pt modelId="{5B8C732E-38A4-4759-BED2-5FA60856E38E}">
      <dgm:prSet/>
      <dgm:spPr/>
      <dgm:t>
        <a:bodyPr/>
        <a:lstStyle/>
        <a:p>
          <a:r>
            <a:rPr lang="es-MX" dirty="0"/>
            <a:t>Resolución Miscelánea</a:t>
          </a:r>
        </a:p>
      </dgm:t>
    </dgm:pt>
    <dgm:pt modelId="{368C447B-BA64-4739-98DE-371DC3DDCC8A}" type="parTrans" cxnId="{6DD6E73D-9FFB-4815-8119-07617D04B0DA}">
      <dgm:prSet/>
      <dgm:spPr/>
      <dgm:t>
        <a:bodyPr/>
        <a:lstStyle/>
        <a:p>
          <a:endParaRPr lang="es-MX"/>
        </a:p>
      </dgm:t>
    </dgm:pt>
    <dgm:pt modelId="{6FF7C63E-1122-48C0-B917-C368C2415899}" type="sibTrans" cxnId="{6DD6E73D-9FFB-4815-8119-07617D04B0DA}">
      <dgm:prSet/>
      <dgm:spPr/>
      <dgm:t>
        <a:bodyPr/>
        <a:lstStyle/>
        <a:p>
          <a:endParaRPr lang="es-MX"/>
        </a:p>
      </dgm:t>
    </dgm:pt>
    <dgm:pt modelId="{2F4D3E4D-3ACE-4844-83FE-447059311D7B}">
      <dgm:prSet/>
      <dgm:spPr/>
      <dgm:t>
        <a:bodyPr/>
        <a:lstStyle/>
        <a:p>
          <a:r>
            <a:rPr lang="es-MX" dirty="0"/>
            <a:t>Criterios</a:t>
          </a:r>
        </a:p>
      </dgm:t>
    </dgm:pt>
    <dgm:pt modelId="{1D5AC3C9-2EC7-4339-B5A9-2E132E6B50DC}" type="parTrans" cxnId="{9267B80C-54C5-4625-9468-ABB99C6171F0}">
      <dgm:prSet/>
      <dgm:spPr/>
      <dgm:t>
        <a:bodyPr/>
        <a:lstStyle/>
        <a:p>
          <a:endParaRPr lang="es-MX"/>
        </a:p>
      </dgm:t>
    </dgm:pt>
    <dgm:pt modelId="{5DAA03BF-6EB8-4FBD-8987-26379E62FD7A}" type="sibTrans" cxnId="{9267B80C-54C5-4625-9468-ABB99C6171F0}">
      <dgm:prSet/>
      <dgm:spPr/>
      <dgm:t>
        <a:bodyPr/>
        <a:lstStyle/>
        <a:p>
          <a:endParaRPr lang="es-MX"/>
        </a:p>
      </dgm:t>
    </dgm:pt>
    <dgm:pt modelId="{6AEC72AB-674B-462F-8749-32ACE3218FFC}" type="pres">
      <dgm:prSet presAssocID="{E7120509-C444-49BD-8D1D-1A2C3664029E}" presName="hierChild1" presStyleCnt="0">
        <dgm:presLayoutVars>
          <dgm:orgChart val="1"/>
          <dgm:chPref val="1"/>
          <dgm:dir/>
          <dgm:animOne val="branch"/>
          <dgm:animLvl val="lvl"/>
          <dgm:resizeHandles/>
        </dgm:presLayoutVars>
      </dgm:prSet>
      <dgm:spPr/>
    </dgm:pt>
    <dgm:pt modelId="{56764CCD-2C3C-4101-9965-26BB11328BB0}" type="pres">
      <dgm:prSet presAssocID="{A5A64E95-EE25-41E0-A111-2329BC4A1FEB}" presName="hierRoot1" presStyleCnt="0">
        <dgm:presLayoutVars>
          <dgm:hierBranch val="init"/>
        </dgm:presLayoutVars>
      </dgm:prSet>
      <dgm:spPr/>
    </dgm:pt>
    <dgm:pt modelId="{D6E8532F-1500-41B9-B955-74A002EDA98D}" type="pres">
      <dgm:prSet presAssocID="{A5A64E95-EE25-41E0-A111-2329BC4A1FEB}" presName="rootComposite1" presStyleCnt="0"/>
      <dgm:spPr/>
    </dgm:pt>
    <dgm:pt modelId="{001E6AB7-D413-4BD9-A9D4-3D74A21A44EE}" type="pres">
      <dgm:prSet presAssocID="{A5A64E95-EE25-41E0-A111-2329BC4A1FEB}" presName="rootText1" presStyleLbl="node0" presStyleIdx="0" presStyleCnt="1" custLinFactNeighborX="-16426">
        <dgm:presLayoutVars>
          <dgm:chPref val="3"/>
        </dgm:presLayoutVars>
      </dgm:prSet>
      <dgm:spPr/>
    </dgm:pt>
    <dgm:pt modelId="{751F98E6-0472-49F9-AEA1-8047339F3820}" type="pres">
      <dgm:prSet presAssocID="{A5A64E95-EE25-41E0-A111-2329BC4A1FEB}" presName="rootConnector1" presStyleLbl="node1" presStyleIdx="0" presStyleCnt="0"/>
      <dgm:spPr/>
    </dgm:pt>
    <dgm:pt modelId="{1314023E-0F78-45AA-9086-8082E40A683A}" type="pres">
      <dgm:prSet presAssocID="{A5A64E95-EE25-41E0-A111-2329BC4A1FEB}" presName="hierChild2" presStyleCnt="0"/>
      <dgm:spPr/>
    </dgm:pt>
    <dgm:pt modelId="{ABC9F610-794C-492C-A895-B7432B459A8D}" type="pres">
      <dgm:prSet presAssocID="{278254AD-3389-4077-8E61-DC47737682DE}" presName="Name37" presStyleLbl="parChTrans1D2" presStyleIdx="0" presStyleCnt="2"/>
      <dgm:spPr/>
    </dgm:pt>
    <dgm:pt modelId="{E152FAC8-4307-4691-AD84-C6B22E3EB238}" type="pres">
      <dgm:prSet presAssocID="{A09BF5BA-95C3-438B-AA4F-A9CF9C1B1F89}" presName="hierRoot2" presStyleCnt="0">
        <dgm:presLayoutVars>
          <dgm:hierBranch val="init"/>
        </dgm:presLayoutVars>
      </dgm:prSet>
      <dgm:spPr/>
    </dgm:pt>
    <dgm:pt modelId="{9FB93C00-937E-473B-9CA9-57E128F0AD64}" type="pres">
      <dgm:prSet presAssocID="{A09BF5BA-95C3-438B-AA4F-A9CF9C1B1F89}" presName="rootComposite" presStyleCnt="0"/>
      <dgm:spPr/>
    </dgm:pt>
    <dgm:pt modelId="{C7A1364B-2B85-4967-9033-76D8122ED853}" type="pres">
      <dgm:prSet presAssocID="{A09BF5BA-95C3-438B-AA4F-A9CF9C1B1F89}" presName="rootText" presStyleLbl="node2" presStyleIdx="0" presStyleCnt="1" custLinFactNeighborX="-16426">
        <dgm:presLayoutVars>
          <dgm:chPref val="3"/>
        </dgm:presLayoutVars>
      </dgm:prSet>
      <dgm:spPr/>
    </dgm:pt>
    <dgm:pt modelId="{05029565-41C2-404A-9631-78C8E56CA975}" type="pres">
      <dgm:prSet presAssocID="{A09BF5BA-95C3-438B-AA4F-A9CF9C1B1F89}" presName="rootConnector" presStyleLbl="node2" presStyleIdx="0" presStyleCnt="1"/>
      <dgm:spPr/>
    </dgm:pt>
    <dgm:pt modelId="{9A3C1D38-E921-4817-872F-7091A5EF90B5}" type="pres">
      <dgm:prSet presAssocID="{A09BF5BA-95C3-438B-AA4F-A9CF9C1B1F89}" presName="hierChild4" presStyleCnt="0"/>
      <dgm:spPr/>
    </dgm:pt>
    <dgm:pt modelId="{F5F5F0E1-0B63-48DA-9C0F-D0503997C32C}" type="pres">
      <dgm:prSet presAssocID="{368C447B-BA64-4739-98DE-371DC3DDCC8A}" presName="Name37" presStyleLbl="parChTrans1D3" presStyleIdx="0" presStyleCnt="2"/>
      <dgm:spPr/>
    </dgm:pt>
    <dgm:pt modelId="{9B158477-E45E-4257-B38C-8171807E9B30}" type="pres">
      <dgm:prSet presAssocID="{5B8C732E-38A4-4759-BED2-5FA60856E38E}" presName="hierRoot2" presStyleCnt="0">
        <dgm:presLayoutVars>
          <dgm:hierBranch val="init"/>
        </dgm:presLayoutVars>
      </dgm:prSet>
      <dgm:spPr/>
    </dgm:pt>
    <dgm:pt modelId="{EB5D8E87-406C-402A-AD23-7E0A12D535B8}" type="pres">
      <dgm:prSet presAssocID="{5B8C732E-38A4-4759-BED2-5FA60856E38E}" presName="rootComposite" presStyleCnt="0"/>
      <dgm:spPr/>
    </dgm:pt>
    <dgm:pt modelId="{68E616D1-7520-423B-9A4F-81E64B7CED28}" type="pres">
      <dgm:prSet presAssocID="{5B8C732E-38A4-4759-BED2-5FA60856E38E}" presName="rootText" presStyleLbl="node3" presStyleIdx="0" presStyleCnt="2" custLinFactNeighborX="-16426">
        <dgm:presLayoutVars>
          <dgm:chPref val="3"/>
        </dgm:presLayoutVars>
      </dgm:prSet>
      <dgm:spPr/>
    </dgm:pt>
    <dgm:pt modelId="{6C6C563A-D521-448D-85DB-2F59884E0692}" type="pres">
      <dgm:prSet presAssocID="{5B8C732E-38A4-4759-BED2-5FA60856E38E}" presName="rootConnector" presStyleLbl="node3" presStyleIdx="0" presStyleCnt="2"/>
      <dgm:spPr/>
    </dgm:pt>
    <dgm:pt modelId="{C158A0BC-2B9E-40D6-A3A4-91DB6303FD57}" type="pres">
      <dgm:prSet presAssocID="{5B8C732E-38A4-4759-BED2-5FA60856E38E}" presName="hierChild4" presStyleCnt="0"/>
      <dgm:spPr/>
    </dgm:pt>
    <dgm:pt modelId="{5B50B1D2-CDA0-4FE8-A87D-1BE92CEACEF0}" type="pres">
      <dgm:prSet presAssocID="{5B8C732E-38A4-4759-BED2-5FA60856E38E}" presName="hierChild5" presStyleCnt="0"/>
      <dgm:spPr/>
    </dgm:pt>
    <dgm:pt modelId="{D75C4A94-F6A8-48A8-A916-A2129400D5A1}" type="pres">
      <dgm:prSet presAssocID="{1D5AC3C9-2EC7-4339-B5A9-2E132E6B50DC}" presName="Name37" presStyleLbl="parChTrans1D3" presStyleIdx="1" presStyleCnt="2"/>
      <dgm:spPr/>
    </dgm:pt>
    <dgm:pt modelId="{07EC9E4B-BCE2-4CD8-B883-AFD52B475602}" type="pres">
      <dgm:prSet presAssocID="{2F4D3E4D-3ACE-4844-83FE-447059311D7B}" presName="hierRoot2" presStyleCnt="0">
        <dgm:presLayoutVars>
          <dgm:hierBranch val="init"/>
        </dgm:presLayoutVars>
      </dgm:prSet>
      <dgm:spPr/>
    </dgm:pt>
    <dgm:pt modelId="{C03373F7-5F2A-4DD1-9170-7370CABC1A76}" type="pres">
      <dgm:prSet presAssocID="{2F4D3E4D-3ACE-4844-83FE-447059311D7B}" presName="rootComposite" presStyleCnt="0"/>
      <dgm:spPr/>
    </dgm:pt>
    <dgm:pt modelId="{8D1D9BE3-B052-43EF-BA22-C8E5A84A4755}" type="pres">
      <dgm:prSet presAssocID="{2F4D3E4D-3ACE-4844-83FE-447059311D7B}" presName="rootText" presStyleLbl="node3" presStyleIdx="1" presStyleCnt="2" custLinFactNeighborX="-16426">
        <dgm:presLayoutVars>
          <dgm:chPref val="3"/>
        </dgm:presLayoutVars>
      </dgm:prSet>
      <dgm:spPr/>
    </dgm:pt>
    <dgm:pt modelId="{BE5DE893-F63E-40B7-9F08-3BDD2960A856}" type="pres">
      <dgm:prSet presAssocID="{2F4D3E4D-3ACE-4844-83FE-447059311D7B}" presName="rootConnector" presStyleLbl="node3" presStyleIdx="1" presStyleCnt="2"/>
      <dgm:spPr/>
    </dgm:pt>
    <dgm:pt modelId="{024F084F-39BA-4845-BBD4-2A5677948063}" type="pres">
      <dgm:prSet presAssocID="{2F4D3E4D-3ACE-4844-83FE-447059311D7B}" presName="hierChild4" presStyleCnt="0"/>
      <dgm:spPr/>
    </dgm:pt>
    <dgm:pt modelId="{4A6D7218-F4D9-4D5E-BE5E-F2904CF63DDE}" type="pres">
      <dgm:prSet presAssocID="{2F4D3E4D-3ACE-4844-83FE-447059311D7B}" presName="hierChild5" presStyleCnt="0"/>
      <dgm:spPr/>
    </dgm:pt>
    <dgm:pt modelId="{7D81ACCC-24D1-4C71-A8AB-052264D860F6}" type="pres">
      <dgm:prSet presAssocID="{A09BF5BA-95C3-438B-AA4F-A9CF9C1B1F89}" presName="hierChild5" presStyleCnt="0"/>
      <dgm:spPr/>
    </dgm:pt>
    <dgm:pt modelId="{A163D757-5234-437B-9BFD-7822020B940F}" type="pres">
      <dgm:prSet presAssocID="{A5A64E95-EE25-41E0-A111-2329BC4A1FEB}" presName="hierChild3" presStyleCnt="0"/>
      <dgm:spPr/>
    </dgm:pt>
    <dgm:pt modelId="{16B9E381-2B4C-4EC7-822F-9053909F3513}" type="pres">
      <dgm:prSet presAssocID="{D56B0150-A7D9-4CF5-9487-2BA4592E33D8}" presName="Name111" presStyleLbl="parChTrans1D2" presStyleIdx="1" presStyleCnt="2"/>
      <dgm:spPr/>
    </dgm:pt>
    <dgm:pt modelId="{3B6F8A58-26C0-4B12-9B4E-47CB3F4A828E}" type="pres">
      <dgm:prSet presAssocID="{6FE67D9F-0E6E-4BBC-B02C-5E28DAFEF59E}" presName="hierRoot3" presStyleCnt="0">
        <dgm:presLayoutVars>
          <dgm:hierBranch val="init"/>
        </dgm:presLayoutVars>
      </dgm:prSet>
      <dgm:spPr/>
    </dgm:pt>
    <dgm:pt modelId="{E6A62ED8-4229-4B0E-BE15-B404AE2088F5}" type="pres">
      <dgm:prSet presAssocID="{6FE67D9F-0E6E-4BBC-B02C-5E28DAFEF59E}" presName="rootComposite3" presStyleCnt="0"/>
      <dgm:spPr/>
    </dgm:pt>
    <dgm:pt modelId="{3305FA1B-F2D7-4DE2-9063-6C3729EA9564}" type="pres">
      <dgm:prSet presAssocID="{6FE67D9F-0E6E-4BBC-B02C-5E28DAFEF59E}" presName="rootText3" presStyleLbl="asst1" presStyleIdx="0" presStyleCnt="1" custLinFactY="-50264" custLinFactNeighborX="-56467" custLinFactNeighborY="-100000">
        <dgm:presLayoutVars>
          <dgm:chPref val="3"/>
        </dgm:presLayoutVars>
      </dgm:prSet>
      <dgm:spPr/>
    </dgm:pt>
    <dgm:pt modelId="{001E3FD4-BDC0-4333-A7A6-AAA98502ABB1}" type="pres">
      <dgm:prSet presAssocID="{6FE67D9F-0E6E-4BBC-B02C-5E28DAFEF59E}" presName="rootConnector3" presStyleLbl="asst1" presStyleIdx="0" presStyleCnt="1"/>
      <dgm:spPr/>
    </dgm:pt>
    <dgm:pt modelId="{95790107-7D42-4976-BB3C-21F0FCFC73BD}" type="pres">
      <dgm:prSet presAssocID="{6FE67D9F-0E6E-4BBC-B02C-5E28DAFEF59E}" presName="hierChild6" presStyleCnt="0"/>
      <dgm:spPr/>
    </dgm:pt>
    <dgm:pt modelId="{403B9D9B-9430-4912-BB2B-A73830CCEBE5}" type="pres">
      <dgm:prSet presAssocID="{6FE67D9F-0E6E-4BBC-B02C-5E28DAFEF59E}" presName="hierChild7" presStyleCnt="0"/>
      <dgm:spPr/>
    </dgm:pt>
  </dgm:ptLst>
  <dgm:cxnLst>
    <dgm:cxn modelId="{9267B80C-54C5-4625-9468-ABB99C6171F0}" srcId="{A09BF5BA-95C3-438B-AA4F-A9CF9C1B1F89}" destId="{2F4D3E4D-3ACE-4844-83FE-447059311D7B}" srcOrd="1" destOrd="0" parTransId="{1D5AC3C9-2EC7-4339-B5A9-2E132E6B50DC}" sibTransId="{5DAA03BF-6EB8-4FBD-8987-26379E62FD7A}"/>
    <dgm:cxn modelId="{1023A217-DCC6-0946-A168-FA11B740D719}" type="presOf" srcId="{5B8C732E-38A4-4759-BED2-5FA60856E38E}" destId="{6C6C563A-D521-448D-85DB-2F59884E0692}" srcOrd="1" destOrd="0" presId="urn:microsoft.com/office/officeart/2005/8/layout/orgChart1"/>
    <dgm:cxn modelId="{2F67F619-EDFB-2D4D-8FDE-75750C60B05D}" type="presOf" srcId="{A5A64E95-EE25-41E0-A111-2329BC4A1FEB}" destId="{751F98E6-0472-49F9-AEA1-8047339F3820}" srcOrd="1" destOrd="0" presId="urn:microsoft.com/office/officeart/2005/8/layout/orgChart1"/>
    <dgm:cxn modelId="{51477020-2E85-8741-9206-2E7D51BE5471}" type="presOf" srcId="{D56B0150-A7D9-4CF5-9487-2BA4592E33D8}" destId="{16B9E381-2B4C-4EC7-822F-9053909F3513}" srcOrd="0" destOrd="0" presId="urn:microsoft.com/office/officeart/2005/8/layout/orgChart1"/>
    <dgm:cxn modelId="{FB7B2023-2F39-3B49-B8AC-6619B5E07533}" type="presOf" srcId="{A09BF5BA-95C3-438B-AA4F-A9CF9C1B1F89}" destId="{C7A1364B-2B85-4967-9033-76D8122ED853}" srcOrd="0" destOrd="0" presId="urn:microsoft.com/office/officeart/2005/8/layout/orgChart1"/>
    <dgm:cxn modelId="{F869E32A-5876-424F-A791-C6C9A219C30A}" type="presOf" srcId="{E7120509-C444-49BD-8D1D-1A2C3664029E}" destId="{6AEC72AB-674B-462F-8749-32ACE3218FFC}" srcOrd="0" destOrd="0" presId="urn:microsoft.com/office/officeart/2005/8/layout/orgChart1"/>
    <dgm:cxn modelId="{A8C32F32-5790-C54D-ACD4-04CEF8654359}" type="presOf" srcId="{A09BF5BA-95C3-438B-AA4F-A9CF9C1B1F89}" destId="{05029565-41C2-404A-9631-78C8E56CA975}" srcOrd="1" destOrd="0" presId="urn:microsoft.com/office/officeart/2005/8/layout/orgChart1"/>
    <dgm:cxn modelId="{7FFA6535-F2B2-5642-8735-916AA6AD33F0}" type="presOf" srcId="{5B8C732E-38A4-4759-BED2-5FA60856E38E}" destId="{68E616D1-7520-423B-9A4F-81E64B7CED28}" srcOrd="0" destOrd="0" presId="urn:microsoft.com/office/officeart/2005/8/layout/orgChart1"/>
    <dgm:cxn modelId="{8D6EFC3C-3232-4C70-A675-507CB8F2B93E}" srcId="{A5A64E95-EE25-41E0-A111-2329BC4A1FEB}" destId="{6FE67D9F-0E6E-4BBC-B02C-5E28DAFEF59E}" srcOrd="0" destOrd="0" parTransId="{D56B0150-A7D9-4CF5-9487-2BA4592E33D8}" sibTransId="{C2419FC3-122D-429E-A64A-504C1462FFA8}"/>
    <dgm:cxn modelId="{C8ADB63D-E91A-4251-9E7E-A31A9CDF3577}" srcId="{A5A64E95-EE25-41E0-A111-2329BC4A1FEB}" destId="{A09BF5BA-95C3-438B-AA4F-A9CF9C1B1F89}" srcOrd="1" destOrd="0" parTransId="{278254AD-3389-4077-8E61-DC47737682DE}" sibTransId="{6D871464-58DF-48A7-AA7E-2DC34945723E}"/>
    <dgm:cxn modelId="{6DD6E73D-9FFB-4815-8119-07617D04B0DA}" srcId="{A09BF5BA-95C3-438B-AA4F-A9CF9C1B1F89}" destId="{5B8C732E-38A4-4759-BED2-5FA60856E38E}" srcOrd="0" destOrd="0" parTransId="{368C447B-BA64-4739-98DE-371DC3DDCC8A}" sibTransId="{6FF7C63E-1122-48C0-B917-C368C2415899}"/>
    <dgm:cxn modelId="{81E8CC6C-2E51-5945-BE0A-0EDBE2578CB1}" type="presOf" srcId="{2F4D3E4D-3ACE-4844-83FE-447059311D7B}" destId="{8D1D9BE3-B052-43EF-BA22-C8E5A84A4755}" srcOrd="0" destOrd="0" presId="urn:microsoft.com/office/officeart/2005/8/layout/orgChart1"/>
    <dgm:cxn modelId="{F191B87A-0C96-8A44-93BC-377FA5AFD9A2}" type="presOf" srcId="{2F4D3E4D-3ACE-4844-83FE-447059311D7B}" destId="{BE5DE893-F63E-40B7-9F08-3BDD2960A856}" srcOrd="1" destOrd="0" presId="urn:microsoft.com/office/officeart/2005/8/layout/orgChart1"/>
    <dgm:cxn modelId="{0D5AD97E-6AE0-674A-B620-F6170B58FC6F}" type="presOf" srcId="{6FE67D9F-0E6E-4BBC-B02C-5E28DAFEF59E}" destId="{001E3FD4-BDC0-4333-A7A6-AAA98502ABB1}" srcOrd="1" destOrd="0" presId="urn:microsoft.com/office/officeart/2005/8/layout/orgChart1"/>
    <dgm:cxn modelId="{7281E286-ADF9-4E40-A5E1-E8DE8ADF3850}" type="presOf" srcId="{278254AD-3389-4077-8E61-DC47737682DE}" destId="{ABC9F610-794C-492C-A895-B7432B459A8D}" srcOrd="0" destOrd="0" presId="urn:microsoft.com/office/officeart/2005/8/layout/orgChart1"/>
    <dgm:cxn modelId="{BC598799-6E5D-6447-8A26-4A5457BE6BF2}" type="presOf" srcId="{A5A64E95-EE25-41E0-A111-2329BC4A1FEB}" destId="{001E6AB7-D413-4BD9-A9D4-3D74A21A44EE}" srcOrd="0" destOrd="0" presId="urn:microsoft.com/office/officeart/2005/8/layout/orgChart1"/>
    <dgm:cxn modelId="{DEC58F9A-8C4A-944B-B156-6B2040B7B27E}" type="presOf" srcId="{6FE67D9F-0E6E-4BBC-B02C-5E28DAFEF59E}" destId="{3305FA1B-F2D7-4DE2-9063-6C3729EA9564}" srcOrd="0" destOrd="0" presId="urn:microsoft.com/office/officeart/2005/8/layout/orgChart1"/>
    <dgm:cxn modelId="{599D959B-5DEC-BA4B-8D68-135318668AB2}" type="presOf" srcId="{368C447B-BA64-4739-98DE-371DC3DDCC8A}" destId="{F5F5F0E1-0B63-48DA-9C0F-D0503997C32C}" srcOrd="0" destOrd="0" presId="urn:microsoft.com/office/officeart/2005/8/layout/orgChart1"/>
    <dgm:cxn modelId="{CF3571AD-8B08-BB41-9A47-3CF3CDB97405}" type="presOf" srcId="{1D5AC3C9-2EC7-4339-B5A9-2E132E6B50DC}" destId="{D75C4A94-F6A8-48A8-A916-A2129400D5A1}" srcOrd="0" destOrd="0" presId="urn:microsoft.com/office/officeart/2005/8/layout/orgChart1"/>
    <dgm:cxn modelId="{722235D6-5F65-41C3-8B73-DB4DE6CF2BDC}" srcId="{E7120509-C444-49BD-8D1D-1A2C3664029E}" destId="{A5A64E95-EE25-41E0-A111-2329BC4A1FEB}" srcOrd="0" destOrd="0" parTransId="{8B7F4915-0712-4671-8CFB-89C8A2CA32EF}" sibTransId="{0FD0DAFD-C4CB-4012-8DBE-3B725B8FE2A0}"/>
    <dgm:cxn modelId="{7A6EE4F0-7AB4-B246-A047-FA1765DC8591}" type="presParOf" srcId="{6AEC72AB-674B-462F-8749-32ACE3218FFC}" destId="{56764CCD-2C3C-4101-9965-26BB11328BB0}" srcOrd="0" destOrd="0" presId="urn:microsoft.com/office/officeart/2005/8/layout/orgChart1"/>
    <dgm:cxn modelId="{8037ECC8-51AB-8A48-A10B-10911A9075B9}" type="presParOf" srcId="{56764CCD-2C3C-4101-9965-26BB11328BB0}" destId="{D6E8532F-1500-41B9-B955-74A002EDA98D}" srcOrd="0" destOrd="0" presId="urn:microsoft.com/office/officeart/2005/8/layout/orgChart1"/>
    <dgm:cxn modelId="{0AB63BD6-13A0-5B42-8477-A42D2861BBBA}" type="presParOf" srcId="{D6E8532F-1500-41B9-B955-74A002EDA98D}" destId="{001E6AB7-D413-4BD9-A9D4-3D74A21A44EE}" srcOrd="0" destOrd="0" presId="urn:microsoft.com/office/officeart/2005/8/layout/orgChart1"/>
    <dgm:cxn modelId="{33A68319-888A-E14B-99CF-CBDCEDC30E0D}" type="presParOf" srcId="{D6E8532F-1500-41B9-B955-74A002EDA98D}" destId="{751F98E6-0472-49F9-AEA1-8047339F3820}" srcOrd="1" destOrd="0" presId="urn:microsoft.com/office/officeart/2005/8/layout/orgChart1"/>
    <dgm:cxn modelId="{824D83E5-92D6-C74B-BE7B-A3D10C1CD52F}" type="presParOf" srcId="{56764CCD-2C3C-4101-9965-26BB11328BB0}" destId="{1314023E-0F78-45AA-9086-8082E40A683A}" srcOrd="1" destOrd="0" presId="urn:microsoft.com/office/officeart/2005/8/layout/orgChart1"/>
    <dgm:cxn modelId="{A8A8CA3B-4636-C64D-8100-42FC48F1466F}" type="presParOf" srcId="{1314023E-0F78-45AA-9086-8082E40A683A}" destId="{ABC9F610-794C-492C-A895-B7432B459A8D}" srcOrd="0" destOrd="0" presId="urn:microsoft.com/office/officeart/2005/8/layout/orgChart1"/>
    <dgm:cxn modelId="{975993FF-D2B2-EA48-8A0B-773627D5C95A}" type="presParOf" srcId="{1314023E-0F78-45AA-9086-8082E40A683A}" destId="{E152FAC8-4307-4691-AD84-C6B22E3EB238}" srcOrd="1" destOrd="0" presId="urn:microsoft.com/office/officeart/2005/8/layout/orgChart1"/>
    <dgm:cxn modelId="{535409CE-9B59-AC4A-8BC5-A226E9C1D106}" type="presParOf" srcId="{E152FAC8-4307-4691-AD84-C6B22E3EB238}" destId="{9FB93C00-937E-473B-9CA9-57E128F0AD64}" srcOrd="0" destOrd="0" presId="urn:microsoft.com/office/officeart/2005/8/layout/orgChart1"/>
    <dgm:cxn modelId="{A2EA0FE1-F299-474D-90D3-DC2330BE29B0}" type="presParOf" srcId="{9FB93C00-937E-473B-9CA9-57E128F0AD64}" destId="{C7A1364B-2B85-4967-9033-76D8122ED853}" srcOrd="0" destOrd="0" presId="urn:microsoft.com/office/officeart/2005/8/layout/orgChart1"/>
    <dgm:cxn modelId="{DA9A37B7-B5C2-F44A-ACEC-59D60A2A1C0C}" type="presParOf" srcId="{9FB93C00-937E-473B-9CA9-57E128F0AD64}" destId="{05029565-41C2-404A-9631-78C8E56CA975}" srcOrd="1" destOrd="0" presId="urn:microsoft.com/office/officeart/2005/8/layout/orgChart1"/>
    <dgm:cxn modelId="{A8E1F8B8-EAA4-FC4F-A5F2-BB7C0FA7B138}" type="presParOf" srcId="{E152FAC8-4307-4691-AD84-C6B22E3EB238}" destId="{9A3C1D38-E921-4817-872F-7091A5EF90B5}" srcOrd="1" destOrd="0" presId="urn:microsoft.com/office/officeart/2005/8/layout/orgChart1"/>
    <dgm:cxn modelId="{30F181DB-961F-A046-A8FD-6A0EFA0F7C80}" type="presParOf" srcId="{9A3C1D38-E921-4817-872F-7091A5EF90B5}" destId="{F5F5F0E1-0B63-48DA-9C0F-D0503997C32C}" srcOrd="0" destOrd="0" presId="urn:microsoft.com/office/officeart/2005/8/layout/orgChart1"/>
    <dgm:cxn modelId="{016C7177-8159-CC4B-88E6-9863797C40B8}" type="presParOf" srcId="{9A3C1D38-E921-4817-872F-7091A5EF90B5}" destId="{9B158477-E45E-4257-B38C-8171807E9B30}" srcOrd="1" destOrd="0" presId="urn:microsoft.com/office/officeart/2005/8/layout/orgChart1"/>
    <dgm:cxn modelId="{1A9973AF-6595-F14D-8B03-727A648D2635}" type="presParOf" srcId="{9B158477-E45E-4257-B38C-8171807E9B30}" destId="{EB5D8E87-406C-402A-AD23-7E0A12D535B8}" srcOrd="0" destOrd="0" presId="urn:microsoft.com/office/officeart/2005/8/layout/orgChart1"/>
    <dgm:cxn modelId="{93EA0261-DECB-AD40-ADCD-76BE29897CD7}" type="presParOf" srcId="{EB5D8E87-406C-402A-AD23-7E0A12D535B8}" destId="{68E616D1-7520-423B-9A4F-81E64B7CED28}" srcOrd="0" destOrd="0" presId="urn:microsoft.com/office/officeart/2005/8/layout/orgChart1"/>
    <dgm:cxn modelId="{CF2770FC-77DA-1C42-ADE4-A489CA0D5561}" type="presParOf" srcId="{EB5D8E87-406C-402A-AD23-7E0A12D535B8}" destId="{6C6C563A-D521-448D-85DB-2F59884E0692}" srcOrd="1" destOrd="0" presId="urn:microsoft.com/office/officeart/2005/8/layout/orgChart1"/>
    <dgm:cxn modelId="{ABD362E3-04A4-D34C-BA51-E552EA85C32D}" type="presParOf" srcId="{9B158477-E45E-4257-B38C-8171807E9B30}" destId="{C158A0BC-2B9E-40D6-A3A4-91DB6303FD57}" srcOrd="1" destOrd="0" presId="urn:microsoft.com/office/officeart/2005/8/layout/orgChart1"/>
    <dgm:cxn modelId="{267514C3-473A-ED40-9F5C-1DF600C51CB3}" type="presParOf" srcId="{9B158477-E45E-4257-B38C-8171807E9B30}" destId="{5B50B1D2-CDA0-4FE8-A87D-1BE92CEACEF0}" srcOrd="2" destOrd="0" presId="urn:microsoft.com/office/officeart/2005/8/layout/orgChart1"/>
    <dgm:cxn modelId="{E109FDD9-199A-404E-9B91-FC2E6DFDCB80}" type="presParOf" srcId="{9A3C1D38-E921-4817-872F-7091A5EF90B5}" destId="{D75C4A94-F6A8-48A8-A916-A2129400D5A1}" srcOrd="2" destOrd="0" presId="urn:microsoft.com/office/officeart/2005/8/layout/orgChart1"/>
    <dgm:cxn modelId="{CA8820FC-713E-254B-A3BC-C3FD8E3E3116}" type="presParOf" srcId="{9A3C1D38-E921-4817-872F-7091A5EF90B5}" destId="{07EC9E4B-BCE2-4CD8-B883-AFD52B475602}" srcOrd="3" destOrd="0" presId="urn:microsoft.com/office/officeart/2005/8/layout/orgChart1"/>
    <dgm:cxn modelId="{F8CB0081-E8D1-1D40-B110-D0111D655886}" type="presParOf" srcId="{07EC9E4B-BCE2-4CD8-B883-AFD52B475602}" destId="{C03373F7-5F2A-4DD1-9170-7370CABC1A76}" srcOrd="0" destOrd="0" presId="urn:microsoft.com/office/officeart/2005/8/layout/orgChart1"/>
    <dgm:cxn modelId="{C6856A9B-D799-3346-832F-FEEEAA79118E}" type="presParOf" srcId="{C03373F7-5F2A-4DD1-9170-7370CABC1A76}" destId="{8D1D9BE3-B052-43EF-BA22-C8E5A84A4755}" srcOrd="0" destOrd="0" presId="urn:microsoft.com/office/officeart/2005/8/layout/orgChart1"/>
    <dgm:cxn modelId="{929B460D-024F-344A-90BE-5EDB12FCCAFD}" type="presParOf" srcId="{C03373F7-5F2A-4DD1-9170-7370CABC1A76}" destId="{BE5DE893-F63E-40B7-9F08-3BDD2960A856}" srcOrd="1" destOrd="0" presId="urn:microsoft.com/office/officeart/2005/8/layout/orgChart1"/>
    <dgm:cxn modelId="{10B06C42-540D-2348-B091-E9FCE0E86B28}" type="presParOf" srcId="{07EC9E4B-BCE2-4CD8-B883-AFD52B475602}" destId="{024F084F-39BA-4845-BBD4-2A5677948063}" srcOrd="1" destOrd="0" presId="urn:microsoft.com/office/officeart/2005/8/layout/orgChart1"/>
    <dgm:cxn modelId="{9B3B9554-7C4F-F84E-956E-EB598E1527AC}" type="presParOf" srcId="{07EC9E4B-BCE2-4CD8-B883-AFD52B475602}" destId="{4A6D7218-F4D9-4D5E-BE5E-F2904CF63DDE}" srcOrd="2" destOrd="0" presId="urn:microsoft.com/office/officeart/2005/8/layout/orgChart1"/>
    <dgm:cxn modelId="{63F0FFC9-A65E-9C4C-8077-93D1CFF1960D}" type="presParOf" srcId="{E152FAC8-4307-4691-AD84-C6B22E3EB238}" destId="{7D81ACCC-24D1-4C71-A8AB-052264D860F6}" srcOrd="2" destOrd="0" presId="urn:microsoft.com/office/officeart/2005/8/layout/orgChart1"/>
    <dgm:cxn modelId="{890C0563-38D6-8F4C-A559-6502F3834D61}" type="presParOf" srcId="{56764CCD-2C3C-4101-9965-26BB11328BB0}" destId="{A163D757-5234-437B-9BFD-7822020B940F}" srcOrd="2" destOrd="0" presId="urn:microsoft.com/office/officeart/2005/8/layout/orgChart1"/>
    <dgm:cxn modelId="{FEA0459E-C4B3-7546-963E-21611E882FC1}" type="presParOf" srcId="{A163D757-5234-437B-9BFD-7822020B940F}" destId="{16B9E381-2B4C-4EC7-822F-9053909F3513}" srcOrd="0" destOrd="0" presId="urn:microsoft.com/office/officeart/2005/8/layout/orgChart1"/>
    <dgm:cxn modelId="{E0F805CD-590B-8B47-95F4-A905D552A0EC}" type="presParOf" srcId="{A163D757-5234-437B-9BFD-7822020B940F}" destId="{3B6F8A58-26C0-4B12-9B4E-47CB3F4A828E}" srcOrd="1" destOrd="0" presId="urn:microsoft.com/office/officeart/2005/8/layout/orgChart1"/>
    <dgm:cxn modelId="{EE71F45E-543C-4444-A479-744DCE3BD338}" type="presParOf" srcId="{3B6F8A58-26C0-4B12-9B4E-47CB3F4A828E}" destId="{E6A62ED8-4229-4B0E-BE15-B404AE2088F5}" srcOrd="0" destOrd="0" presId="urn:microsoft.com/office/officeart/2005/8/layout/orgChart1"/>
    <dgm:cxn modelId="{0804D91F-8AEE-914D-9768-3E4DA8332078}" type="presParOf" srcId="{E6A62ED8-4229-4B0E-BE15-B404AE2088F5}" destId="{3305FA1B-F2D7-4DE2-9063-6C3729EA9564}" srcOrd="0" destOrd="0" presId="urn:microsoft.com/office/officeart/2005/8/layout/orgChart1"/>
    <dgm:cxn modelId="{724F87E6-AFDD-704B-BAD0-C95D6550C3FD}" type="presParOf" srcId="{E6A62ED8-4229-4B0E-BE15-B404AE2088F5}" destId="{001E3FD4-BDC0-4333-A7A6-AAA98502ABB1}" srcOrd="1" destOrd="0" presId="urn:microsoft.com/office/officeart/2005/8/layout/orgChart1"/>
    <dgm:cxn modelId="{03CDFD1E-AC50-0249-89F1-0D717D24D7D4}" type="presParOf" srcId="{3B6F8A58-26C0-4B12-9B4E-47CB3F4A828E}" destId="{95790107-7D42-4976-BB3C-21F0FCFC73BD}" srcOrd="1" destOrd="0" presId="urn:microsoft.com/office/officeart/2005/8/layout/orgChart1"/>
    <dgm:cxn modelId="{28E193CF-56E9-9643-AFAD-04A2C6BAFDFB}" type="presParOf" srcId="{3B6F8A58-26C0-4B12-9B4E-47CB3F4A828E}" destId="{403B9D9B-9430-4912-BB2B-A73830CCEBE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120509-C444-49BD-8D1D-1A2C3664029E}" type="doc">
      <dgm:prSet loTypeId="urn:microsoft.com/office/officeart/2005/8/layout/orgChart1" loCatId="hierarchy" qsTypeId="urn:microsoft.com/office/officeart/2005/8/quickstyle/simple1#1" qsCatId="simple" csTypeId="urn:microsoft.com/office/officeart/2005/8/colors/accent1_2#1" csCatId="accent1" phldr="1"/>
      <dgm:spPr/>
      <dgm:t>
        <a:bodyPr/>
        <a:lstStyle/>
        <a:p>
          <a:endParaRPr lang="es-MX"/>
        </a:p>
      </dgm:t>
    </dgm:pt>
    <dgm:pt modelId="{A5A64E95-EE25-41E0-A111-2329BC4A1FEB}">
      <dgm:prSet phldrT="[Text]"/>
      <dgm:spPr/>
      <dgm:t>
        <a:bodyPr/>
        <a:lstStyle/>
        <a:p>
          <a:r>
            <a:rPr lang="es-MX" dirty="0"/>
            <a:t>LISR</a:t>
          </a:r>
        </a:p>
      </dgm:t>
    </dgm:pt>
    <dgm:pt modelId="{8B7F4915-0712-4671-8CFB-89C8A2CA32EF}" type="parTrans" cxnId="{722235D6-5F65-41C3-8B73-DB4DE6CF2BDC}">
      <dgm:prSet/>
      <dgm:spPr/>
      <dgm:t>
        <a:bodyPr/>
        <a:lstStyle/>
        <a:p>
          <a:endParaRPr lang="es-MX"/>
        </a:p>
      </dgm:t>
    </dgm:pt>
    <dgm:pt modelId="{0FD0DAFD-C4CB-4012-8DBE-3B725B8FE2A0}" type="sibTrans" cxnId="{722235D6-5F65-41C3-8B73-DB4DE6CF2BDC}">
      <dgm:prSet/>
      <dgm:spPr/>
      <dgm:t>
        <a:bodyPr/>
        <a:lstStyle/>
        <a:p>
          <a:endParaRPr lang="es-MX"/>
        </a:p>
      </dgm:t>
    </dgm:pt>
    <dgm:pt modelId="{6FE67D9F-0E6E-4BBC-B02C-5E28DAFEF59E}" type="asst">
      <dgm:prSet phldrT="[Text]"/>
      <dgm:spPr>
        <a:solidFill>
          <a:schemeClr val="accent1"/>
        </a:solidFill>
      </dgm:spPr>
      <dgm:t>
        <a:bodyPr/>
        <a:lstStyle/>
        <a:p>
          <a:r>
            <a:rPr lang="es-MX" dirty="0"/>
            <a:t>CFF</a:t>
          </a:r>
        </a:p>
      </dgm:t>
    </dgm:pt>
    <dgm:pt modelId="{D56B0150-A7D9-4CF5-9487-2BA4592E33D8}" type="parTrans" cxnId="{8D6EFC3C-3232-4C70-A675-507CB8F2B93E}">
      <dgm:prSet/>
      <dgm:spPr/>
      <dgm:t>
        <a:bodyPr/>
        <a:lstStyle/>
        <a:p>
          <a:endParaRPr lang="es-MX"/>
        </a:p>
      </dgm:t>
    </dgm:pt>
    <dgm:pt modelId="{C2419FC3-122D-429E-A64A-504C1462FFA8}" type="sibTrans" cxnId="{8D6EFC3C-3232-4C70-A675-507CB8F2B93E}">
      <dgm:prSet/>
      <dgm:spPr/>
      <dgm:t>
        <a:bodyPr/>
        <a:lstStyle/>
        <a:p>
          <a:endParaRPr lang="es-MX"/>
        </a:p>
      </dgm:t>
    </dgm:pt>
    <dgm:pt modelId="{A09BF5BA-95C3-438B-AA4F-A9CF9C1B1F89}">
      <dgm:prSet phldrT="[Text]"/>
      <dgm:spPr>
        <a:solidFill>
          <a:schemeClr val="accent1"/>
        </a:solidFill>
      </dgm:spPr>
      <dgm:t>
        <a:bodyPr/>
        <a:lstStyle/>
        <a:p>
          <a:r>
            <a:rPr lang="es-MX" dirty="0"/>
            <a:t>RLISR</a:t>
          </a:r>
        </a:p>
      </dgm:t>
    </dgm:pt>
    <dgm:pt modelId="{278254AD-3389-4077-8E61-DC47737682DE}" type="parTrans" cxnId="{C8ADB63D-E91A-4251-9E7E-A31A9CDF3577}">
      <dgm:prSet/>
      <dgm:spPr/>
      <dgm:t>
        <a:bodyPr/>
        <a:lstStyle/>
        <a:p>
          <a:endParaRPr lang="es-MX"/>
        </a:p>
      </dgm:t>
    </dgm:pt>
    <dgm:pt modelId="{6D871464-58DF-48A7-AA7E-2DC34945723E}" type="sibTrans" cxnId="{C8ADB63D-E91A-4251-9E7E-A31A9CDF3577}">
      <dgm:prSet/>
      <dgm:spPr/>
      <dgm:t>
        <a:bodyPr/>
        <a:lstStyle/>
        <a:p>
          <a:endParaRPr lang="es-MX"/>
        </a:p>
      </dgm:t>
    </dgm:pt>
    <dgm:pt modelId="{5B8C732E-38A4-4759-BED2-5FA60856E38E}">
      <dgm:prSet/>
      <dgm:spPr>
        <a:solidFill>
          <a:srgbClr val="92D050"/>
        </a:solidFill>
      </dgm:spPr>
      <dgm:t>
        <a:bodyPr/>
        <a:lstStyle/>
        <a:p>
          <a:r>
            <a:rPr lang="es-MX" dirty="0"/>
            <a:t>Resolución Miscelánea</a:t>
          </a:r>
        </a:p>
      </dgm:t>
    </dgm:pt>
    <dgm:pt modelId="{368C447B-BA64-4739-98DE-371DC3DDCC8A}" type="parTrans" cxnId="{6DD6E73D-9FFB-4815-8119-07617D04B0DA}">
      <dgm:prSet/>
      <dgm:spPr/>
      <dgm:t>
        <a:bodyPr/>
        <a:lstStyle/>
        <a:p>
          <a:endParaRPr lang="es-MX"/>
        </a:p>
      </dgm:t>
    </dgm:pt>
    <dgm:pt modelId="{6FF7C63E-1122-48C0-B917-C368C2415899}" type="sibTrans" cxnId="{6DD6E73D-9FFB-4815-8119-07617D04B0DA}">
      <dgm:prSet/>
      <dgm:spPr/>
      <dgm:t>
        <a:bodyPr/>
        <a:lstStyle/>
        <a:p>
          <a:endParaRPr lang="es-MX"/>
        </a:p>
      </dgm:t>
    </dgm:pt>
    <dgm:pt modelId="{2F4D3E4D-3ACE-4844-83FE-447059311D7B}">
      <dgm:prSet/>
      <dgm:spPr/>
      <dgm:t>
        <a:bodyPr/>
        <a:lstStyle/>
        <a:p>
          <a:r>
            <a:rPr lang="es-MX" dirty="0"/>
            <a:t>Criterios</a:t>
          </a:r>
        </a:p>
      </dgm:t>
    </dgm:pt>
    <dgm:pt modelId="{1D5AC3C9-2EC7-4339-B5A9-2E132E6B50DC}" type="parTrans" cxnId="{9267B80C-54C5-4625-9468-ABB99C6171F0}">
      <dgm:prSet/>
      <dgm:spPr/>
      <dgm:t>
        <a:bodyPr/>
        <a:lstStyle/>
        <a:p>
          <a:endParaRPr lang="es-MX"/>
        </a:p>
      </dgm:t>
    </dgm:pt>
    <dgm:pt modelId="{5DAA03BF-6EB8-4FBD-8987-26379E62FD7A}" type="sibTrans" cxnId="{9267B80C-54C5-4625-9468-ABB99C6171F0}">
      <dgm:prSet/>
      <dgm:spPr/>
      <dgm:t>
        <a:bodyPr/>
        <a:lstStyle/>
        <a:p>
          <a:endParaRPr lang="es-MX"/>
        </a:p>
      </dgm:t>
    </dgm:pt>
    <dgm:pt modelId="{6AEC72AB-674B-462F-8749-32ACE3218FFC}" type="pres">
      <dgm:prSet presAssocID="{E7120509-C444-49BD-8D1D-1A2C3664029E}" presName="hierChild1" presStyleCnt="0">
        <dgm:presLayoutVars>
          <dgm:orgChart val="1"/>
          <dgm:chPref val="1"/>
          <dgm:dir/>
          <dgm:animOne val="branch"/>
          <dgm:animLvl val="lvl"/>
          <dgm:resizeHandles/>
        </dgm:presLayoutVars>
      </dgm:prSet>
      <dgm:spPr/>
    </dgm:pt>
    <dgm:pt modelId="{56764CCD-2C3C-4101-9965-26BB11328BB0}" type="pres">
      <dgm:prSet presAssocID="{A5A64E95-EE25-41E0-A111-2329BC4A1FEB}" presName="hierRoot1" presStyleCnt="0">
        <dgm:presLayoutVars>
          <dgm:hierBranch val="init"/>
        </dgm:presLayoutVars>
      </dgm:prSet>
      <dgm:spPr/>
    </dgm:pt>
    <dgm:pt modelId="{D6E8532F-1500-41B9-B955-74A002EDA98D}" type="pres">
      <dgm:prSet presAssocID="{A5A64E95-EE25-41E0-A111-2329BC4A1FEB}" presName="rootComposite1" presStyleCnt="0"/>
      <dgm:spPr/>
    </dgm:pt>
    <dgm:pt modelId="{001E6AB7-D413-4BD9-A9D4-3D74A21A44EE}" type="pres">
      <dgm:prSet presAssocID="{A5A64E95-EE25-41E0-A111-2329BC4A1FEB}" presName="rootText1" presStyleLbl="node0" presStyleIdx="0" presStyleCnt="1" custLinFactNeighborX="-16426">
        <dgm:presLayoutVars>
          <dgm:chPref val="3"/>
        </dgm:presLayoutVars>
      </dgm:prSet>
      <dgm:spPr/>
    </dgm:pt>
    <dgm:pt modelId="{751F98E6-0472-49F9-AEA1-8047339F3820}" type="pres">
      <dgm:prSet presAssocID="{A5A64E95-EE25-41E0-A111-2329BC4A1FEB}" presName="rootConnector1" presStyleLbl="node1" presStyleIdx="0" presStyleCnt="0"/>
      <dgm:spPr/>
    </dgm:pt>
    <dgm:pt modelId="{1314023E-0F78-45AA-9086-8082E40A683A}" type="pres">
      <dgm:prSet presAssocID="{A5A64E95-EE25-41E0-A111-2329BC4A1FEB}" presName="hierChild2" presStyleCnt="0"/>
      <dgm:spPr/>
    </dgm:pt>
    <dgm:pt modelId="{ABC9F610-794C-492C-A895-B7432B459A8D}" type="pres">
      <dgm:prSet presAssocID="{278254AD-3389-4077-8E61-DC47737682DE}" presName="Name37" presStyleLbl="parChTrans1D2" presStyleIdx="0" presStyleCnt="2"/>
      <dgm:spPr/>
    </dgm:pt>
    <dgm:pt modelId="{E152FAC8-4307-4691-AD84-C6B22E3EB238}" type="pres">
      <dgm:prSet presAssocID="{A09BF5BA-95C3-438B-AA4F-A9CF9C1B1F89}" presName="hierRoot2" presStyleCnt="0">
        <dgm:presLayoutVars>
          <dgm:hierBranch val="init"/>
        </dgm:presLayoutVars>
      </dgm:prSet>
      <dgm:spPr/>
    </dgm:pt>
    <dgm:pt modelId="{9FB93C00-937E-473B-9CA9-57E128F0AD64}" type="pres">
      <dgm:prSet presAssocID="{A09BF5BA-95C3-438B-AA4F-A9CF9C1B1F89}" presName="rootComposite" presStyleCnt="0"/>
      <dgm:spPr/>
    </dgm:pt>
    <dgm:pt modelId="{C7A1364B-2B85-4967-9033-76D8122ED853}" type="pres">
      <dgm:prSet presAssocID="{A09BF5BA-95C3-438B-AA4F-A9CF9C1B1F89}" presName="rootText" presStyleLbl="node2" presStyleIdx="0" presStyleCnt="1" custLinFactNeighborX="-16426">
        <dgm:presLayoutVars>
          <dgm:chPref val="3"/>
        </dgm:presLayoutVars>
      </dgm:prSet>
      <dgm:spPr/>
    </dgm:pt>
    <dgm:pt modelId="{05029565-41C2-404A-9631-78C8E56CA975}" type="pres">
      <dgm:prSet presAssocID="{A09BF5BA-95C3-438B-AA4F-A9CF9C1B1F89}" presName="rootConnector" presStyleLbl="node2" presStyleIdx="0" presStyleCnt="1"/>
      <dgm:spPr/>
    </dgm:pt>
    <dgm:pt modelId="{9A3C1D38-E921-4817-872F-7091A5EF90B5}" type="pres">
      <dgm:prSet presAssocID="{A09BF5BA-95C3-438B-AA4F-A9CF9C1B1F89}" presName="hierChild4" presStyleCnt="0"/>
      <dgm:spPr/>
    </dgm:pt>
    <dgm:pt modelId="{F5F5F0E1-0B63-48DA-9C0F-D0503997C32C}" type="pres">
      <dgm:prSet presAssocID="{368C447B-BA64-4739-98DE-371DC3DDCC8A}" presName="Name37" presStyleLbl="parChTrans1D3" presStyleIdx="0" presStyleCnt="2"/>
      <dgm:spPr/>
    </dgm:pt>
    <dgm:pt modelId="{9B158477-E45E-4257-B38C-8171807E9B30}" type="pres">
      <dgm:prSet presAssocID="{5B8C732E-38A4-4759-BED2-5FA60856E38E}" presName="hierRoot2" presStyleCnt="0">
        <dgm:presLayoutVars>
          <dgm:hierBranch val="init"/>
        </dgm:presLayoutVars>
      </dgm:prSet>
      <dgm:spPr/>
    </dgm:pt>
    <dgm:pt modelId="{EB5D8E87-406C-402A-AD23-7E0A12D535B8}" type="pres">
      <dgm:prSet presAssocID="{5B8C732E-38A4-4759-BED2-5FA60856E38E}" presName="rootComposite" presStyleCnt="0"/>
      <dgm:spPr/>
    </dgm:pt>
    <dgm:pt modelId="{68E616D1-7520-423B-9A4F-81E64B7CED28}" type="pres">
      <dgm:prSet presAssocID="{5B8C732E-38A4-4759-BED2-5FA60856E38E}" presName="rootText" presStyleLbl="node3" presStyleIdx="0" presStyleCnt="2" custLinFactNeighborX="-16426">
        <dgm:presLayoutVars>
          <dgm:chPref val="3"/>
        </dgm:presLayoutVars>
      </dgm:prSet>
      <dgm:spPr/>
    </dgm:pt>
    <dgm:pt modelId="{6C6C563A-D521-448D-85DB-2F59884E0692}" type="pres">
      <dgm:prSet presAssocID="{5B8C732E-38A4-4759-BED2-5FA60856E38E}" presName="rootConnector" presStyleLbl="node3" presStyleIdx="0" presStyleCnt="2"/>
      <dgm:spPr/>
    </dgm:pt>
    <dgm:pt modelId="{C158A0BC-2B9E-40D6-A3A4-91DB6303FD57}" type="pres">
      <dgm:prSet presAssocID="{5B8C732E-38A4-4759-BED2-5FA60856E38E}" presName="hierChild4" presStyleCnt="0"/>
      <dgm:spPr/>
    </dgm:pt>
    <dgm:pt modelId="{5B50B1D2-CDA0-4FE8-A87D-1BE92CEACEF0}" type="pres">
      <dgm:prSet presAssocID="{5B8C732E-38A4-4759-BED2-5FA60856E38E}" presName="hierChild5" presStyleCnt="0"/>
      <dgm:spPr/>
    </dgm:pt>
    <dgm:pt modelId="{D75C4A94-F6A8-48A8-A916-A2129400D5A1}" type="pres">
      <dgm:prSet presAssocID="{1D5AC3C9-2EC7-4339-B5A9-2E132E6B50DC}" presName="Name37" presStyleLbl="parChTrans1D3" presStyleIdx="1" presStyleCnt="2"/>
      <dgm:spPr/>
    </dgm:pt>
    <dgm:pt modelId="{07EC9E4B-BCE2-4CD8-B883-AFD52B475602}" type="pres">
      <dgm:prSet presAssocID="{2F4D3E4D-3ACE-4844-83FE-447059311D7B}" presName="hierRoot2" presStyleCnt="0">
        <dgm:presLayoutVars>
          <dgm:hierBranch val="init"/>
        </dgm:presLayoutVars>
      </dgm:prSet>
      <dgm:spPr/>
    </dgm:pt>
    <dgm:pt modelId="{C03373F7-5F2A-4DD1-9170-7370CABC1A76}" type="pres">
      <dgm:prSet presAssocID="{2F4D3E4D-3ACE-4844-83FE-447059311D7B}" presName="rootComposite" presStyleCnt="0"/>
      <dgm:spPr/>
    </dgm:pt>
    <dgm:pt modelId="{8D1D9BE3-B052-43EF-BA22-C8E5A84A4755}" type="pres">
      <dgm:prSet presAssocID="{2F4D3E4D-3ACE-4844-83FE-447059311D7B}" presName="rootText" presStyleLbl="node3" presStyleIdx="1" presStyleCnt="2" custLinFactNeighborX="-16426">
        <dgm:presLayoutVars>
          <dgm:chPref val="3"/>
        </dgm:presLayoutVars>
      </dgm:prSet>
      <dgm:spPr/>
    </dgm:pt>
    <dgm:pt modelId="{BE5DE893-F63E-40B7-9F08-3BDD2960A856}" type="pres">
      <dgm:prSet presAssocID="{2F4D3E4D-3ACE-4844-83FE-447059311D7B}" presName="rootConnector" presStyleLbl="node3" presStyleIdx="1" presStyleCnt="2"/>
      <dgm:spPr/>
    </dgm:pt>
    <dgm:pt modelId="{024F084F-39BA-4845-BBD4-2A5677948063}" type="pres">
      <dgm:prSet presAssocID="{2F4D3E4D-3ACE-4844-83FE-447059311D7B}" presName="hierChild4" presStyleCnt="0"/>
      <dgm:spPr/>
    </dgm:pt>
    <dgm:pt modelId="{4A6D7218-F4D9-4D5E-BE5E-F2904CF63DDE}" type="pres">
      <dgm:prSet presAssocID="{2F4D3E4D-3ACE-4844-83FE-447059311D7B}" presName="hierChild5" presStyleCnt="0"/>
      <dgm:spPr/>
    </dgm:pt>
    <dgm:pt modelId="{7D81ACCC-24D1-4C71-A8AB-052264D860F6}" type="pres">
      <dgm:prSet presAssocID="{A09BF5BA-95C3-438B-AA4F-A9CF9C1B1F89}" presName="hierChild5" presStyleCnt="0"/>
      <dgm:spPr/>
    </dgm:pt>
    <dgm:pt modelId="{A163D757-5234-437B-9BFD-7822020B940F}" type="pres">
      <dgm:prSet presAssocID="{A5A64E95-EE25-41E0-A111-2329BC4A1FEB}" presName="hierChild3" presStyleCnt="0"/>
      <dgm:spPr/>
    </dgm:pt>
    <dgm:pt modelId="{16B9E381-2B4C-4EC7-822F-9053909F3513}" type="pres">
      <dgm:prSet presAssocID="{D56B0150-A7D9-4CF5-9487-2BA4592E33D8}" presName="Name111" presStyleLbl="parChTrans1D2" presStyleIdx="1" presStyleCnt="2"/>
      <dgm:spPr/>
    </dgm:pt>
    <dgm:pt modelId="{3B6F8A58-26C0-4B12-9B4E-47CB3F4A828E}" type="pres">
      <dgm:prSet presAssocID="{6FE67D9F-0E6E-4BBC-B02C-5E28DAFEF59E}" presName="hierRoot3" presStyleCnt="0">
        <dgm:presLayoutVars>
          <dgm:hierBranch val="init"/>
        </dgm:presLayoutVars>
      </dgm:prSet>
      <dgm:spPr/>
    </dgm:pt>
    <dgm:pt modelId="{E6A62ED8-4229-4B0E-BE15-B404AE2088F5}" type="pres">
      <dgm:prSet presAssocID="{6FE67D9F-0E6E-4BBC-B02C-5E28DAFEF59E}" presName="rootComposite3" presStyleCnt="0"/>
      <dgm:spPr/>
    </dgm:pt>
    <dgm:pt modelId="{3305FA1B-F2D7-4DE2-9063-6C3729EA9564}" type="pres">
      <dgm:prSet presAssocID="{6FE67D9F-0E6E-4BBC-B02C-5E28DAFEF59E}" presName="rootText3" presStyleLbl="asst1" presStyleIdx="0" presStyleCnt="1" custLinFactY="-50264" custLinFactNeighborX="-56467" custLinFactNeighborY="-100000">
        <dgm:presLayoutVars>
          <dgm:chPref val="3"/>
        </dgm:presLayoutVars>
      </dgm:prSet>
      <dgm:spPr/>
    </dgm:pt>
    <dgm:pt modelId="{001E3FD4-BDC0-4333-A7A6-AAA98502ABB1}" type="pres">
      <dgm:prSet presAssocID="{6FE67D9F-0E6E-4BBC-B02C-5E28DAFEF59E}" presName="rootConnector3" presStyleLbl="asst1" presStyleIdx="0" presStyleCnt="1"/>
      <dgm:spPr/>
    </dgm:pt>
    <dgm:pt modelId="{95790107-7D42-4976-BB3C-21F0FCFC73BD}" type="pres">
      <dgm:prSet presAssocID="{6FE67D9F-0E6E-4BBC-B02C-5E28DAFEF59E}" presName="hierChild6" presStyleCnt="0"/>
      <dgm:spPr/>
    </dgm:pt>
    <dgm:pt modelId="{403B9D9B-9430-4912-BB2B-A73830CCEBE5}" type="pres">
      <dgm:prSet presAssocID="{6FE67D9F-0E6E-4BBC-B02C-5E28DAFEF59E}" presName="hierChild7" presStyleCnt="0"/>
      <dgm:spPr/>
    </dgm:pt>
  </dgm:ptLst>
  <dgm:cxnLst>
    <dgm:cxn modelId="{9267B80C-54C5-4625-9468-ABB99C6171F0}" srcId="{A09BF5BA-95C3-438B-AA4F-A9CF9C1B1F89}" destId="{2F4D3E4D-3ACE-4844-83FE-447059311D7B}" srcOrd="1" destOrd="0" parTransId="{1D5AC3C9-2EC7-4339-B5A9-2E132E6B50DC}" sibTransId="{5DAA03BF-6EB8-4FBD-8987-26379E62FD7A}"/>
    <dgm:cxn modelId="{795D1B17-B8F5-F544-84E3-C9987C7A8117}" type="presOf" srcId="{D56B0150-A7D9-4CF5-9487-2BA4592E33D8}" destId="{16B9E381-2B4C-4EC7-822F-9053909F3513}" srcOrd="0" destOrd="0" presId="urn:microsoft.com/office/officeart/2005/8/layout/orgChart1"/>
    <dgm:cxn modelId="{B13B6B1A-601F-FD42-94C4-19595C7A286C}" type="presOf" srcId="{6FE67D9F-0E6E-4BBC-B02C-5E28DAFEF59E}" destId="{001E3FD4-BDC0-4333-A7A6-AAA98502ABB1}" srcOrd="1" destOrd="0" presId="urn:microsoft.com/office/officeart/2005/8/layout/orgChart1"/>
    <dgm:cxn modelId="{30175B1E-A961-EC4B-8642-ACBFB268591A}" type="presOf" srcId="{2F4D3E4D-3ACE-4844-83FE-447059311D7B}" destId="{BE5DE893-F63E-40B7-9F08-3BDD2960A856}" srcOrd="1" destOrd="0" presId="urn:microsoft.com/office/officeart/2005/8/layout/orgChart1"/>
    <dgm:cxn modelId="{042DE62B-A0EC-C346-A103-8A84C689C6B4}" type="presOf" srcId="{A09BF5BA-95C3-438B-AA4F-A9CF9C1B1F89}" destId="{C7A1364B-2B85-4967-9033-76D8122ED853}" srcOrd="0" destOrd="0" presId="urn:microsoft.com/office/officeart/2005/8/layout/orgChart1"/>
    <dgm:cxn modelId="{8D6EFC3C-3232-4C70-A675-507CB8F2B93E}" srcId="{A5A64E95-EE25-41E0-A111-2329BC4A1FEB}" destId="{6FE67D9F-0E6E-4BBC-B02C-5E28DAFEF59E}" srcOrd="0" destOrd="0" parTransId="{D56B0150-A7D9-4CF5-9487-2BA4592E33D8}" sibTransId="{C2419FC3-122D-429E-A64A-504C1462FFA8}"/>
    <dgm:cxn modelId="{C8ADB63D-E91A-4251-9E7E-A31A9CDF3577}" srcId="{A5A64E95-EE25-41E0-A111-2329BC4A1FEB}" destId="{A09BF5BA-95C3-438B-AA4F-A9CF9C1B1F89}" srcOrd="1" destOrd="0" parTransId="{278254AD-3389-4077-8E61-DC47737682DE}" sibTransId="{6D871464-58DF-48A7-AA7E-2DC34945723E}"/>
    <dgm:cxn modelId="{6DD6E73D-9FFB-4815-8119-07617D04B0DA}" srcId="{A09BF5BA-95C3-438B-AA4F-A9CF9C1B1F89}" destId="{5B8C732E-38A4-4759-BED2-5FA60856E38E}" srcOrd="0" destOrd="0" parTransId="{368C447B-BA64-4739-98DE-371DC3DDCC8A}" sibTransId="{6FF7C63E-1122-48C0-B917-C368C2415899}"/>
    <dgm:cxn modelId="{0ECA035C-19AA-AC43-A20C-C45702510DB1}" type="presOf" srcId="{5B8C732E-38A4-4759-BED2-5FA60856E38E}" destId="{6C6C563A-D521-448D-85DB-2F59884E0692}" srcOrd="1" destOrd="0" presId="urn:microsoft.com/office/officeart/2005/8/layout/orgChart1"/>
    <dgm:cxn modelId="{984C8643-6A95-C247-B24E-EDE4F64286D7}" type="presOf" srcId="{6FE67D9F-0E6E-4BBC-B02C-5E28DAFEF59E}" destId="{3305FA1B-F2D7-4DE2-9063-6C3729EA9564}" srcOrd="0" destOrd="0" presId="urn:microsoft.com/office/officeart/2005/8/layout/orgChart1"/>
    <dgm:cxn modelId="{EB79A475-F7F0-4A4B-A7AE-0DEA118B9E3B}" type="presOf" srcId="{1D5AC3C9-2EC7-4339-B5A9-2E132E6B50DC}" destId="{D75C4A94-F6A8-48A8-A916-A2129400D5A1}" srcOrd="0" destOrd="0" presId="urn:microsoft.com/office/officeart/2005/8/layout/orgChart1"/>
    <dgm:cxn modelId="{0A6EBC76-ED70-0045-931D-B8B0B44E02FD}" type="presOf" srcId="{2F4D3E4D-3ACE-4844-83FE-447059311D7B}" destId="{8D1D9BE3-B052-43EF-BA22-C8E5A84A4755}" srcOrd="0" destOrd="0" presId="urn:microsoft.com/office/officeart/2005/8/layout/orgChart1"/>
    <dgm:cxn modelId="{52A37059-8920-6340-94A2-7E498A61F4CB}" type="presOf" srcId="{A5A64E95-EE25-41E0-A111-2329BC4A1FEB}" destId="{001E6AB7-D413-4BD9-A9D4-3D74A21A44EE}" srcOrd="0" destOrd="0" presId="urn:microsoft.com/office/officeart/2005/8/layout/orgChart1"/>
    <dgm:cxn modelId="{6EB7907F-3822-C341-ADB6-423FF3CA6A91}" type="presOf" srcId="{A09BF5BA-95C3-438B-AA4F-A9CF9C1B1F89}" destId="{05029565-41C2-404A-9631-78C8E56CA975}" srcOrd="1" destOrd="0" presId="urn:microsoft.com/office/officeart/2005/8/layout/orgChart1"/>
    <dgm:cxn modelId="{31B3A88E-FA5F-FB47-9CDC-C672BEDA22A1}" type="presOf" srcId="{278254AD-3389-4077-8E61-DC47737682DE}" destId="{ABC9F610-794C-492C-A895-B7432B459A8D}" srcOrd="0" destOrd="0" presId="urn:microsoft.com/office/officeart/2005/8/layout/orgChart1"/>
    <dgm:cxn modelId="{046BB59F-D93F-8940-9F61-126B46F325FE}" type="presOf" srcId="{368C447B-BA64-4739-98DE-371DC3DDCC8A}" destId="{F5F5F0E1-0B63-48DA-9C0F-D0503997C32C}" srcOrd="0" destOrd="0" presId="urn:microsoft.com/office/officeart/2005/8/layout/orgChart1"/>
    <dgm:cxn modelId="{B06EC8A1-9BAF-E047-9F0E-83C3ED717C86}" type="presOf" srcId="{E7120509-C444-49BD-8D1D-1A2C3664029E}" destId="{6AEC72AB-674B-462F-8749-32ACE3218FFC}" srcOrd="0" destOrd="0" presId="urn:microsoft.com/office/officeart/2005/8/layout/orgChart1"/>
    <dgm:cxn modelId="{36348EBA-5E0B-8D48-87A7-B431CD74F8AF}" type="presOf" srcId="{5B8C732E-38A4-4759-BED2-5FA60856E38E}" destId="{68E616D1-7520-423B-9A4F-81E64B7CED28}" srcOrd="0" destOrd="0" presId="urn:microsoft.com/office/officeart/2005/8/layout/orgChart1"/>
    <dgm:cxn modelId="{D03699D0-5DDB-E642-809F-0E3ED7220358}" type="presOf" srcId="{A5A64E95-EE25-41E0-A111-2329BC4A1FEB}" destId="{751F98E6-0472-49F9-AEA1-8047339F3820}" srcOrd="1" destOrd="0" presId="urn:microsoft.com/office/officeart/2005/8/layout/orgChart1"/>
    <dgm:cxn modelId="{722235D6-5F65-41C3-8B73-DB4DE6CF2BDC}" srcId="{E7120509-C444-49BD-8D1D-1A2C3664029E}" destId="{A5A64E95-EE25-41E0-A111-2329BC4A1FEB}" srcOrd="0" destOrd="0" parTransId="{8B7F4915-0712-4671-8CFB-89C8A2CA32EF}" sibTransId="{0FD0DAFD-C4CB-4012-8DBE-3B725B8FE2A0}"/>
    <dgm:cxn modelId="{531136C6-CCEB-5E4D-B691-BF32AE712FEA}" type="presParOf" srcId="{6AEC72AB-674B-462F-8749-32ACE3218FFC}" destId="{56764CCD-2C3C-4101-9965-26BB11328BB0}" srcOrd="0" destOrd="0" presId="urn:microsoft.com/office/officeart/2005/8/layout/orgChart1"/>
    <dgm:cxn modelId="{A9A08501-24DE-AE4A-8924-9F97E109118A}" type="presParOf" srcId="{56764CCD-2C3C-4101-9965-26BB11328BB0}" destId="{D6E8532F-1500-41B9-B955-74A002EDA98D}" srcOrd="0" destOrd="0" presId="urn:microsoft.com/office/officeart/2005/8/layout/orgChart1"/>
    <dgm:cxn modelId="{09057FA2-C67F-FE40-A509-9D1BB8D7C65A}" type="presParOf" srcId="{D6E8532F-1500-41B9-B955-74A002EDA98D}" destId="{001E6AB7-D413-4BD9-A9D4-3D74A21A44EE}" srcOrd="0" destOrd="0" presId="urn:microsoft.com/office/officeart/2005/8/layout/orgChart1"/>
    <dgm:cxn modelId="{F6503AB2-DA53-364C-B9E9-8A61B178FD7A}" type="presParOf" srcId="{D6E8532F-1500-41B9-B955-74A002EDA98D}" destId="{751F98E6-0472-49F9-AEA1-8047339F3820}" srcOrd="1" destOrd="0" presId="urn:microsoft.com/office/officeart/2005/8/layout/orgChart1"/>
    <dgm:cxn modelId="{C978CD1C-9854-A047-B269-B04515EF9C29}" type="presParOf" srcId="{56764CCD-2C3C-4101-9965-26BB11328BB0}" destId="{1314023E-0F78-45AA-9086-8082E40A683A}" srcOrd="1" destOrd="0" presId="urn:microsoft.com/office/officeart/2005/8/layout/orgChart1"/>
    <dgm:cxn modelId="{E59B81A6-5205-BA44-8D14-1F629AC7C2FF}" type="presParOf" srcId="{1314023E-0F78-45AA-9086-8082E40A683A}" destId="{ABC9F610-794C-492C-A895-B7432B459A8D}" srcOrd="0" destOrd="0" presId="urn:microsoft.com/office/officeart/2005/8/layout/orgChart1"/>
    <dgm:cxn modelId="{E9C5CA8B-505B-3F45-B0F2-501501D8B0EC}" type="presParOf" srcId="{1314023E-0F78-45AA-9086-8082E40A683A}" destId="{E152FAC8-4307-4691-AD84-C6B22E3EB238}" srcOrd="1" destOrd="0" presId="urn:microsoft.com/office/officeart/2005/8/layout/orgChart1"/>
    <dgm:cxn modelId="{EF043583-25EF-C24E-8ADB-2CAAEEBB970B}" type="presParOf" srcId="{E152FAC8-4307-4691-AD84-C6B22E3EB238}" destId="{9FB93C00-937E-473B-9CA9-57E128F0AD64}" srcOrd="0" destOrd="0" presId="urn:microsoft.com/office/officeart/2005/8/layout/orgChart1"/>
    <dgm:cxn modelId="{2E2C453B-39DA-554C-B8B7-41795F3C5536}" type="presParOf" srcId="{9FB93C00-937E-473B-9CA9-57E128F0AD64}" destId="{C7A1364B-2B85-4967-9033-76D8122ED853}" srcOrd="0" destOrd="0" presId="urn:microsoft.com/office/officeart/2005/8/layout/orgChart1"/>
    <dgm:cxn modelId="{3D200740-0220-6347-9811-B8EF74936058}" type="presParOf" srcId="{9FB93C00-937E-473B-9CA9-57E128F0AD64}" destId="{05029565-41C2-404A-9631-78C8E56CA975}" srcOrd="1" destOrd="0" presId="urn:microsoft.com/office/officeart/2005/8/layout/orgChart1"/>
    <dgm:cxn modelId="{2AE7FE3F-B1CC-AC47-A497-E09846B5AED1}" type="presParOf" srcId="{E152FAC8-4307-4691-AD84-C6B22E3EB238}" destId="{9A3C1D38-E921-4817-872F-7091A5EF90B5}" srcOrd="1" destOrd="0" presId="urn:microsoft.com/office/officeart/2005/8/layout/orgChart1"/>
    <dgm:cxn modelId="{84065F9A-0CCC-E84B-BC28-725B9C11A2B1}" type="presParOf" srcId="{9A3C1D38-E921-4817-872F-7091A5EF90B5}" destId="{F5F5F0E1-0B63-48DA-9C0F-D0503997C32C}" srcOrd="0" destOrd="0" presId="urn:microsoft.com/office/officeart/2005/8/layout/orgChart1"/>
    <dgm:cxn modelId="{41C0D7CD-E3A8-854B-BBCB-F6EEDBDF5E6C}" type="presParOf" srcId="{9A3C1D38-E921-4817-872F-7091A5EF90B5}" destId="{9B158477-E45E-4257-B38C-8171807E9B30}" srcOrd="1" destOrd="0" presId="urn:microsoft.com/office/officeart/2005/8/layout/orgChart1"/>
    <dgm:cxn modelId="{8F9D8F30-18A1-EA48-B7C6-259EC64F0F9B}" type="presParOf" srcId="{9B158477-E45E-4257-B38C-8171807E9B30}" destId="{EB5D8E87-406C-402A-AD23-7E0A12D535B8}" srcOrd="0" destOrd="0" presId="urn:microsoft.com/office/officeart/2005/8/layout/orgChart1"/>
    <dgm:cxn modelId="{30B18204-D503-734D-B084-D7718D2CB302}" type="presParOf" srcId="{EB5D8E87-406C-402A-AD23-7E0A12D535B8}" destId="{68E616D1-7520-423B-9A4F-81E64B7CED28}" srcOrd="0" destOrd="0" presId="urn:microsoft.com/office/officeart/2005/8/layout/orgChart1"/>
    <dgm:cxn modelId="{0958C78D-56C8-264E-BC80-CF49DA83B9F3}" type="presParOf" srcId="{EB5D8E87-406C-402A-AD23-7E0A12D535B8}" destId="{6C6C563A-D521-448D-85DB-2F59884E0692}" srcOrd="1" destOrd="0" presId="urn:microsoft.com/office/officeart/2005/8/layout/orgChart1"/>
    <dgm:cxn modelId="{2A03CD3E-661B-B543-8C8D-B58B9601E753}" type="presParOf" srcId="{9B158477-E45E-4257-B38C-8171807E9B30}" destId="{C158A0BC-2B9E-40D6-A3A4-91DB6303FD57}" srcOrd="1" destOrd="0" presId="urn:microsoft.com/office/officeart/2005/8/layout/orgChart1"/>
    <dgm:cxn modelId="{62CD2B1A-D22A-504C-A4B2-07B4ACAF3B4F}" type="presParOf" srcId="{9B158477-E45E-4257-B38C-8171807E9B30}" destId="{5B50B1D2-CDA0-4FE8-A87D-1BE92CEACEF0}" srcOrd="2" destOrd="0" presId="urn:microsoft.com/office/officeart/2005/8/layout/orgChart1"/>
    <dgm:cxn modelId="{4314CD1D-4F6C-0041-9C5F-4E193F759BE0}" type="presParOf" srcId="{9A3C1D38-E921-4817-872F-7091A5EF90B5}" destId="{D75C4A94-F6A8-48A8-A916-A2129400D5A1}" srcOrd="2" destOrd="0" presId="urn:microsoft.com/office/officeart/2005/8/layout/orgChart1"/>
    <dgm:cxn modelId="{25750EBE-A5D4-514F-AC96-358994B5F43E}" type="presParOf" srcId="{9A3C1D38-E921-4817-872F-7091A5EF90B5}" destId="{07EC9E4B-BCE2-4CD8-B883-AFD52B475602}" srcOrd="3" destOrd="0" presId="urn:microsoft.com/office/officeart/2005/8/layout/orgChart1"/>
    <dgm:cxn modelId="{F8D6ACD7-0525-2E48-9716-47A04C778883}" type="presParOf" srcId="{07EC9E4B-BCE2-4CD8-B883-AFD52B475602}" destId="{C03373F7-5F2A-4DD1-9170-7370CABC1A76}" srcOrd="0" destOrd="0" presId="urn:microsoft.com/office/officeart/2005/8/layout/orgChart1"/>
    <dgm:cxn modelId="{AF771CC2-3146-2246-8893-237CF51F503E}" type="presParOf" srcId="{C03373F7-5F2A-4DD1-9170-7370CABC1A76}" destId="{8D1D9BE3-B052-43EF-BA22-C8E5A84A4755}" srcOrd="0" destOrd="0" presId="urn:microsoft.com/office/officeart/2005/8/layout/orgChart1"/>
    <dgm:cxn modelId="{D6F482FB-017B-7848-A588-33ED5CCE0477}" type="presParOf" srcId="{C03373F7-5F2A-4DD1-9170-7370CABC1A76}" destId="{BE5DE893-F63E-40B7-9F08-3BDD2960A856}" srcOrd="1" destOrd="0" presId="urn:microsoft.com/office/officeart/2005/8/layout/orgChart1"/>
    <dgm:cxn modelId="{360C21FB-5BD6-5548-BBB4-4E960B94E727}" type="presParOf" srcId="{07EC9E4B-BCE2-4CD8-B883-AFD52B475602}" destId="{024F084F-39BA-4845-BBD4-2A5677948063}" srcOrd="1" destOrd="0" presId="urn:microsoft.com/office/officeart/2005/8/layout/orgChart1"/>
    <dgm:cxn modelId="{325B1CA0-2357-434A-984D-BC0485ED8DD8}" type="presParOf" srcId="{07EC9E4B-BCE2-4CD8-B883-AFD52B475602}" destId="{4A6D7218-F4D9-4D5E-BE5E-F2904CF63DDE}" srcOrd="2" destOrd="0" presId="urn:microsoft.com/office/officeart/2005/8/layout/orgChart1"/>
    <dgm:cxn modelId="{3535DED7-E678-EA4D-AB73-AEDB1CE507F7}" type="presParOf" srcId="{E152FAC8-4307-4691-AD84-C6B22E3EB238}" destId="{7D81ACCC-24D1-4C71-A8AB-052264D860F6}" srcOrd="2" destOrd="0" presId="urn:microsoft.com/office/officeart/2005/8/layout/orgChart1"/>
    <dgm:cxn modelId="{69EF27C9-A0D3-BC42-BAF2-5C983256508D}" type="presParOf" srcId="{56764CCD-2C3C-4101-9965-26BB11328BB0}" destId="{A163D757-5234-437B-9BFD-7822020B940F}" srcOrd="2" destOrd="0" presId="urn:microsoft.com/office/officeart/2005/8/layout/orgChart1"/>
    <dgm:cxn modelId="{6A1F42EE-6110-F444-B079-0F22BE313B4A}" type="presParOf" srcId="{A163D757-5234-437B-9BFD-7822020B940F}" destId="{16B9E381-2B4C-4EC7-822F-9053909F3513}" srcOrd="0" destOrd="0" presId="urn:microsoft.com/office/officeart/2005/8/layout/orgChart1"/>
    <dgm:cxn modelId="{E1F2C981-06AE-7241-8B94-8458A2A2F0D0}" type="presParOf" srcId="{A163D757-5234-437B-9BFD-7822020B940F}" destId="{3B6F8A58-26C0-4B12-9B4E-47CB3F4A828E}" srcOrd="1" destOrd="0" presId="urn:microsoft.com/office/officeart/2005/8/layout/orgChart1"/>
    <dgm:cxn modelId="{7DD2F170-6380-964A-9EB3-363032FD7832}" type="presParOf" srcId="{3B6F8A58-26C0-4B12-9B4E-47CB3F4A828E}" destId="{E6A62ED8-4229-4B0E-BE15-B404AE2088F5}" srcOrd="0" destOrd="0" presId="urn:microsoft.com/office/officeart/2005/8/layout/orgChart1"/>
    <dgm:cxn modelId="{6D668002-A18E-B54E-9A2B-9077570E21D1}" type="presParOf" srcId="{E6A62ED8-4229-4B0E-BE15-B404AE2088F5}" destId="{3305FA1B-F2D7-4DE2-9063-6C3729EA9564}" srcOrd="0" destOrd="0" presId="urn:microsoft.com/office/officeart/2005/8/layout/orgChart1"/>
    <dgm:cxn modelId="{0AA58BAA-EF0E-3346-8256-8CCF3EE2E35C}" type="presParOf" srcId="{E6A62ED8-4229-4B0E-BE15-B404AE2088F5}" destId="{001E3FD4-BDC0-4333-A7A6-AAA98502ABB1}" srcOrd="1" destOrd="0" presId="urn:microsoft.com/office/officeart/2005/8/layout/orgChart1"/>
    <dgm:cxn modelId="{6880110A-DABF-A042-A4DF-EAB5F074149E}" type="presParOf" srcId="{3B6F8A58-26C0-4B12-9B4E-47CB3F4A828E}" destId="{95790107-7D42-4976-BB3C-21F0FCFC73BD}" srcOrd="1" destOrd="0" presId="urn:microsoft.com/office/officeart/2005/8/layout/orgChart1"/>
    <dgm:cxn modelId="{E1DFD854-7852-B54C-826C-2F2986175FF8}" type="presParOf" srcId="{3B6F8A58-26C0-4B12-9B4E-47CB3F4A828E}" destId="{403B9D9B-9430-4912-BB2B-A73830CCEBE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120509-C444-49BD-8D1D-1A2C366402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MX"/>
        </a:p>
      </dgm:t>
    </dgm:pt>
    <dgm:pt modelId="{A5A64E95-EE25-41E0-A111-2329BC4A1FEB}">
      <dgm:prSet phldrT="[Text]"/>
      <dgm:spPr/>
      <dgm:t>
        <a:bodyPr/>
        <a:lstStyle/>
        <a:p>
          <a:r>
            <a:rPr lang="es-MX" dirty="0"/>
            <a:t>LISR</a:t>
          </a:r>
        </a:p>
      </dgm:t>
    </dgm:pt>
    <dgm:pt modelId="{8B7F4915-0712-4671-8CFB-89C8A2CA32EF}" type="parTrans" cxnId="{722235D6-5F65-41C3-8B73-DB4DE6CF2BDC}">
      <dgm:prSet/>
      <dgm:spPr/>
      <dgm:t>
        <a:bodyPr/>
        <a:lstStyle/>
        <a:p>
          <a:endParaRPr lang="es-MX"/>
        </a:p>
      </dgm:t>
    </dgm:pt>
    <dgm:pt modelId="{0FD0DAFD-C4CB-4012-8DBE-3B725B8FE2A0}" type="sibTrans" cxnId="{722235D6-5F65-41C3-8B73-DB4DE6CF2BDC}">
      <dgm:prSet/>
      <dgm:spPr/>
      <dgm:t>
        <a:bodyPr/>
        <a:lstStyle/>
        <a:p>
          <a:endParaRPr lang="es-MX"/>
        </a:p>
      </dgm:t>
    </dgm:pt>
    <dgm:pt modelId="{6FE67D9F-0E6E-4BBC-B02C-5E28DAFEF59E}" type="asst">
      <dgm:prSet phldrT="[Text]"/>
      <dgm:spPr>
        <a:solidFill>
          <a:schemeClr val="accent1"/>
        </a:solidFill>
      </dgm:spPr>
      <dgm:t>
        <a:bodyPr/>
        <a:lstStyle/>
        <a:p>
          <a:r>
            <a:rPr lang="es-MX" dirty="0"/>
            <a:t>CFF</a:t>
          </a:r>
        </a:p>
      </dgm:t>
    </dgm:pt>
    <dgm:pt modelId="{D56B0150-A7D9-4CF5-9487-2BA4592E33D8}" type="parTrans" cxnId="{8D6EFC3C-3232-4C70-A675-507CB8F2B93E}">
      <dgm:prSet/>
      <dgm:spPr/>
      <dgm:t>
        <a:bodyPr/>
        <a:lstStyle/>
        <a:p>
          <a:endParaRPr lang="es-MX"/>
        </a:p>
      </dgm:t>
    </dgm:pt>
    <dgm:pt modelId="{C2419FC3-122D-429E-A64A-504C1462FFA8}" type="sibTrans" cxnId="{8D6EFC3C-3232-4C70-A675-507CB8F2B93E}">
      <dgm:prSet/>
      <dgm:spPr/>
      <dgm:t>
        <a:bodyPr/>
        <a:lstStyle/>
        <a:p>
          <a:endParaRPr lang="es-MX"/>
        </a:p>
      </dgm:t>
    </dgm:pt>
    <dgm:pt modelId="{A09BF5BA-95C3-438B-AA4F-A9CF9C1B1F89}">
      <dgm:prSet phldrT="[Text]"/>
      <dgm:spPr>
        <a:solidFill>
          <a:schemeClr val="accent1"/>
        </a:solidFill>
      </dgm:spPr>
      <dgm:t>
        <a:bodyPr/>
        <a:lstStyle/>
        <a:p>
          <a:r>
            <a:rPr lang="es-MX" dirty="0"/>
            <a:t>RLISR</a:t>
          </a:r>
        </a:p>
      </dgm:t>
    </dgm:pt>
    <dgm:pt modelId="{278254AD-3389-4077-8E61-DC47737682DE}" type="parTrans" cxnId="{C8ADB63D-E91A-4251-9E7E-A31A9CDF3577}">
      <dgm:prSet/>
      <dgm:spPr/>
      <dgm:t>
        <a:bodyPr/>
        <a:lstStyle/>
        <a:p>
          <a:endParaRPr lang="es-MX"/>
        </a:p>
      </dgm:t>
    </dgm:pt>
    <dgm:pt modelId="{6D871464-58DF-48A7-AA7E-2DC34945723E}" type="sibTrans" cxnId="{C8ADB63D-E91A-4251-9E7E-A31A9CDF3577}">
      <dgm:prSet/>
      <dgm:spPr/>
      <dgm:t>
        <a:bodyPr/>
        <a:lstStyle/>
        <a:p>
          <a:endParaRPr lang="es-MX"/>
        </a:p>
      </dgm:t>
    </dgm:pt>
    <dgm:pt modelId="{5B8C732E-38A4-4759-BED2-5FA60856E38E}">
      <dgm:prSet/>
      <dgm:spPr>
        <a:solidFill>
          <a:schemeClr val="accent1"/>
        </a:solidFill>
      </dgm:spPr>
      <dgm:t>
        <a:bodyPr/>
        <a:lstStyle/>
        <a:p>
          <a:r>
            <a:rPr lang="es-MX" dirty="0"/>
            <a:t>Resolución Miscelánea</a:t>
          </a:r>
        </a:p>
      </dgm:t>
    </dgm:pt>
    <dgm:pt modelId="{368C447B-BA64-4739-98DE-371DC3DDCC8A}" type="parTrans" cxnId="{6DD6E73D-9FFB-4815-8119-07617D04B0DA}">
      <dgm:prSet/>
      <dgm:spPr/>
      <dgm:t>
        <a:bodyPr/>
        <a:lstStyle/>
        <a:p>
          <a:endParaRPr lang="es-MX"/>
        </a:p>
      </dgm:t>
    </dgm:pt>
    <dgm:pt modelId="{6FF7C63E-1122-48C0-B917-C368C2415899}" type="sibTrans" cxnId="{6DD6E73D-9FFB-4815-8119-07617D04B0DA}">
      <dgm:prSet/>
      <dgm:spPr/>
      <dgm:t>
        <a:bodyPr/>
        <a:lstStyle/>
        <a:p>
          <a:endParaRPr lang="es-MX"/>
        </a:p>
      </dgm:t>
    </dgm:pt>
    <dgm:pt modelId="{2F4D3E4D-3ACE-4844-83FE-447059311D7B}">
      <dgm:prSet/>
      <dgm:spPr>
        <a:solidFill>
          <a:srgbClr val="92D050"/>
        </a:solidFill>
      </dgm:spPr>
      <dgm:t>
        <a:bodyPr/>
        <a:lstStyle/>
        <a:p>
          <a:r>
            <a:rPr lang="es-MX" dirty="0"/>
            <a:t>Criterios</a:t>
          </a:r>
        </a:p>
      </dgm:t>
    </dgm:pt>
    <dgm:pt modelId="{1D5AC3C9-2EC7-4339-B5A9-2E132E6B50DC}" type="parTrans" cxnId="{9267B80C-54C5-4625-9468-ABB99C6171F0}">
      <dgm:prSet/>
      <dgm:spPr/>
      <dgm:t>
        <a:bodyPr/>
        <a:lstStyle/>
        <a:p>
          <a:endParaRPr lang="es-MX"/>
        </a:p>
      </dgm:t>
    </dgm:pt>
    <dgm:pt modelId="{5DAA03BF-6EB8-4FBD-8987-26379E62FD7A}" type="sibTrans" cxnId="{9267B80C-54C5-4625-9468-ABB99C6171F0}">
      <dgm:prSet/>
      <dgm:spPr/>
      <dgm:t>
        <a:bodyPr/>
        <a:lstStyle/>
        <a:p>
          <a:endParaRPr lang="es-MX"/>
        </a:p>
      </dgm:t>
    </dgm:pt>
    <dgm:pt modelId="{6AEC72AB-674B-462F-8749-32ACE3218FFC}" type="pres">
      <dgm:prSet presAssocID="{E7120509-C444-49BD-8D1D-1A2C3664029E}" presName="hierChild1" presStyleCnt="0">
        <dgm:presLayoutVars>
          <dgm:orgChart val="1"/>
          <dgm:chPref val="1"/>
          <dgm:dir/>
          <dgm:animOne val="branch"/>
          <dgm:animLvl val="lvl"/>
          <dgm:resizeHandles/>
        </dgm:presLayoutVars>
      </dgm:prSet>
      <dgm:spPr/>
    </dgm:pt>
    <dgm:pt modelId="{56764CCD-2C3C-4101-9965-26BB11328BB0}" type="pres">
      <dgm:prSet presAssocID="{A5A64E95-EE25-41E0-A111-2329BC4A1FEB}" presName="hierRoot1" presStyleCnt="0">
        <dgm:presLayoutVars>
          <dgm:hierBranch val="init"/>
        </dgm:presLayoutVars>
      </dgm:prSet>
      <dgm:spPr/>
    </dgm:pt>
    <dgm:pt modelId="{D6E8532F-1500-41B9-B955-74A002EDA98D}" type="pres">
      <dgm:prSet presAssocID="{A5A64E95-EE25-41E0-A111-2329BC4A1FEB}" presName="rootComposite1" presStyleCnt="0"/>
      <dgm:spPr/>
    </dgm:pt>
    <dgm:pt modelId="{001E6AB7-D413-4BD9-A9D4-3D74A21A44EE}" type="pres">
      <dgm:prSet presAssocID="{A5A64E95-EE25-41E0-A111-2329BC4A1FEB}" presName="rootText1" presStyleLbl="node0" presStyleIdx="0" presStyleCnt="1" custLinFactNeighborX="-16426">
        <dgm:presLayoutVars>
          <dgm:chPref val="3"/>
        </dgm:presLayoutVars>
      </dgm:prSet>
      <dgm:spPr/>
    </dgm:pt>
    <dgm:pt modelId="{751F98E6-0472-49F9-AEA1-8047339F3820}" type="pres">
      <dgm:prSet presAssocID="{A5A64E95-EE25-41E0-A111-2329BC4A1FEB}" presName="rootConnector1" presStyleLbl="node1" presStyleIdx="0" presStyleCnt="0"/>
      <dgm:spPr/>
    </dgm:pt>
    <dgm:pt modelId="{1314023E-0F78-45AA-9086-8082E40A683A}" type="pres">
      <dgm:prSet presAssocID="{A5A64E95-EE25-41E0-A111-2329BC4A1FEB}" presName="hierChild2" presStyleCnt="0"/>
      <dgm:spPr/>
    </dgm:pt>
    <dgm:pt modelId="{ABC9F610-794C-492C-A895-B7432B459A8D}" type="pres">
      <dgm:prSet presAssocID="{278254AD-3389-4077-8E61-DC47737682DE}" presName="Name37" presStyleLbl="parChTrans1D2" presStyleIdx="0" presStyleCnt="2"/>
      <dgm:spPr/>
    </dgm:pt>
    <dgm:pt modelId="{E152FAC8-4307-4691-AD84-C6B22E3EB238}" type="pres">
      <dgm:prSet presAssocID="{A09BF5BA-95C3-438B-AA4F-A9CF9C1B1F89}" presName="hierRoot2" presStyleCnt="0">
        <dgm:presLayoutVars>
          <dgm:hierBranch val="init"/>
        </dgm:presLayoutVars>
      </dgm:prSet>
      <dgm:spPr/>
    </dgm:pt>
    <dgm:pt modelId="{9FB93C00-937E-473B-9CA9-57E128F0AD64}" type="pres">
      <dgm:prSet presAssocID="{A09BF5BA-95C3-438B-AA4F-A9CF9C1B1F89}" presName="rootComposite" presStyleCnt="0"/>
      <dgm:spPr/>
    </dgm:pt>
    <dgm:pt modelId="{C7A1364B-2B85-4967-9033-76D8122ED853}" type="pres">
      <dgm:prSet presAssocID="{A09BF5BA-95C3-438B-AA4F-A9CF9C1B1F89}" presName="rootText" presStyleLbl="node2" presStyleIdx="0" presStyleCnt="1" custLinFactNeighborX="-16426">
        <dgm:presLayoutVars>
          <dgm:chPref val="3"/>
        </dgm:presLayoutVars>
      </dgm:prSet>
      <dgm:spPr/>
    </dgm:pt>
    <dgm:pt modelId="{05029565-41C2-404A-9631-78C8E56CA975}" type="pres">
      <dgm:prSet presAssocID="{A09BF5BA-95C3-438B-AA4F-A9CF9C1B1F89}" presName="rootConnector" presStyleLbl="node2" presStyleIdx="0" presStyleCnt="1"/>
      <dgm:spPr/>
    </dgm:pt>
    <dgm:pt modelId="{9A3C1D38-E921-4817-872F-7091A5EF90B5}" type="pres">
      <dgm:prSet presAssocID="{A09BF5BA-95C3-438B-AA4F-A9CF9C1B1F89}" presName="hierChild4" presStyleCnt="0"/>
      <dgm:spPr/>
    </dgm:pt>
    <dgm:pt modelId="{F5F5F0E1-0B63-48DA-9C0F-D0503997C32C}" type="pres">
      <dgm:prSet presAssocID="{368C447B-BA64-4739-98DE-371DC3DDCC8A}" presName="Name37" presStyleLbl="parChTrans1D3" presStyleIdx="0" presStyleCnt="2"/>
      <dgm:spPr/>
    </dgm:pt>
    <dgm:pt modelId="{9B158477-E45E-4257-B38C-8171807E9B30}" type="pres">
      <dgm:prSet presAssocID="{5B8C732E-38A4-4759-BED2-5FA60856E38E}" presName="hierRoot2" presStyleCnt="0">
        <dgm:presLayoutVars>
          <dgm:hierBranch val="init"/>
        </dgm:presLayoutVars>
      </dgm:prSet>
      <dgm:spPr/>
    </dgm:pt>
    <dgm:pt modelId="{EB5D8E87-406C-402A-AD23-7E0A12D535B8}" type="pres">
      <dgm:prSet presAssocID="{5B8C732E-38A4-4759-BED2-5FA60856E38E}" presName="rootComposite" presStyleCnt="0"/>
      <dgm:spPr/>
    </dgm:pt>
    <dgm:pt modelId="{68E616D1-7520-423B-9A4F-81E64B7CED28}" type="pres">
      <dgm:prSet presAssocID="{5B8C732E-38A4-4759-BED2-5FA60856E38E}" presName="rootText" presStyleLbl="node3" presStyleIdx="0" presStyleCnt="2" custLinFactNeighborX="-16426">
        <dgm:presLayoutVars>
          <dgm:chPref val="3"/>
        </dgm:presLayoutVars>
      </dgm:prSet>
      <dgm:spPr/>
    </dgm:pt>
    <dgm:pt modelId="{6C6C563A-D521-448D-85DB-2F59884E0692}" type="pres">
      <dgm:prSet presAssocID="{5B8C732E-38A4-4759-BED2-5FA60856E38E}" presName="rootConnector" presStyleLbl="node3" presStyleIdx="0" presStyleCnt="2"/>
      <dgm:spPr/>
    </dgm:pt>
    <dgm:pt modelId="{C158A0BC-2B9E-40D6-A3A4-91DB6303FD57}" type="pres">
      <dgm:prSet presAssocID="{5B8C732E-38A4-4759-BED2-5FA60856E38E}" presName="hierChild4" presStyleCnt="0"/>
      <dgm:spPr/>
    </dgm:pt>
    <dgm:pt modelId="{5B50B1D2-CDA0-4FE8-A87D-1BE92CEACEF0}" type="pres">
      <dgm:prSet presAssocID="{5B8C732E-38A4-4759-BED2-5FA60856E38E}" presName="hierChild5" presStyleCnt="0"/>
      <dgm:spPr/>
    </dgm:pt>
    <dgm:pt modelId="{D75C4A94-F6A8-48A8-A916-A2129400D5A1}" type="pres">
      <dgm:prSet presAssocID="{1D5AC3C9-2EC7-4339-B5A9-2E132E6B50DC}" presName="Name37" presStyleLbl="parChTrans1D3" presStyleIdx="1" presStyleCnt="2"/>
      <dgm:spPr/>
    </dgm:pt>
    <dgm:pt modelId="{07EC9E4B-BCE2-4CD8-B883-AFD52B475602}" type="pres">
      <dgm:prSet presAssocID="{2F4D3E4D-3ACE-4844-83FE-447059311D7B}" presName="hierRoot2" presStyleCnt="0">
        <dgm:presLayoutVars>
          <dgm:hierBranch val="init"/>
        </dgm:presLayoutVars>
      </dgm:prSet>
      <dgm:spPr/>
    </dgm:pt>
    <dgm:pt modelId="{C03373F7-5F2A-4DD1-9170-7370CABC1A76}" type="pres">
      <dgm:prSet presAssocID="{2F4D3E4D-3ACE-4844-83FE-447059311D7B}" presName="rootComposite" presStyleCnt="0"/>
      <dgm:spPr/>
    </dgm:pt>
    <dgm:pt modelId="{8D1D9BE3-B052-43EF-BA22-C8E5A84A4755}" type="pres">
      <dgm:prSet presAssocID="{2F4D3E4D-3ACE-4844-83FE-447059311D7B}" presName="rootText" presStyleLbl="node3" presStyleIdx="1" presStyleCnt="2" custLinFactNeighborX="-16426">
        <dgm:presLayoutVars>
          <dgm:chPref val="3"/>
        </dgm:presLayoutVars>
      </dgm:prSet>
      <dgm:spPr/>
    </dgm:pt>
    <dgm:pt modelId="{BE5DE893-F63E-40B7-9F08-3BDD2960A856}" type="pres">
      <dgm:prSet presAssocID="{2F4D3E4D-3ACE-4844-83FE-447059311D7B}" presName="rootConnector" presStyleLbl="node3" presStyleIdx="1" presStyleCnt="2"/>
      <dgm:spPr/>
    </dgm:pt>
    <dgm:pt modelId="{024F084F-39BA-4845-BBD4-2A5677948063}" type="pres">
      <dgm:prSet presAssocID="{2F4D3E4D-3ACE-4844-83FE-447059311D7B}" presName="hierChild4" presStyleCnt="0"/>
      <dgm:spPr/>
    </dgm:pt>
    <dgm:pt modelId="{4A6D7218-F4D9-4D5E-BE5E-F2904CF63DDE}" type="pres">
      <dgm:prSet presAssocID="{2F4D3E4D-3ACE-4844-83FE-447059311D7B}" presName="hierChild5" presStyleCnt="0"/>
      <dgm:spPr/>
    </dgm:pt>
    <dgm:pt modelId="{7D81ACCC-24D1-4C71-A8AB-052264D860F6}" type="pres">
      <dgm:prSet presAssocID="{A09BF5BA-95C3-438B-AA4F-A9CF9C1B1F89}" presName="hierChild5" presStyleCnt="0"/>
      <dgm:spPr/>
    </dgm:pt>
    <dgm:pt modelId="{A163D757-5234-437B-9BFD-7822020B940F}" type="pres">
      <dgm:prSet presAssocID="{A5A64E95-EE25-41E0-A111-2329BC4A1FEB}" presName="hierChild3" presStyleCnt="0"/>
      <dgm:spPr/>
    </dgm:pt>
    <dgm:pt modelId="{16B9E381-2B4C-4EC7-822F-9053909F3513}" type="pres">
      <dgm:prSet presAssocID="{D56B0150-A7D9-4CF5-9487-2BA4592E33D8}" presName="Name111" presStyleLbl="parChTrans1D2" presStyleIdx="1" presStyleCnt="2"/>
      <dgm:spPr/>
    </dgm:pt>
    <dgm:pt modelId="{3B6F8A58-26C0-4B12-9B4E-47CB3F4A828E}" type="pres">
      <dgm:prSet presAssocID="{6FE67D9F-0E6E-4BBC-B02C-5E28DAFEF59E}" presName="hierRoot3" presStyleCnt="0">
        <dgm:presLayoutVars>
          <dgm:hierBranch val="init"/>
        </dgm:presLayoutVars>
      </dgm:prSet>
      <dgm:spPr/>
    </dgm:pt>
    <dgm:pt modelId="{E6A62ED8-4229-4B0E-BE15-B404AE2088F5}" type="pres">
      <dgm:prSet presAssocID="{6FE67D9F-0E6E-4BBC-B02C-5E28DAFEF59E}" presName="rootComposite3" presStyleCnt="0"/>
      <dgm:spPr/>
    </dgm:pt>
    <dgm:pt modelId="{3305FA1B-F2D7-4DE2-9063-6C3729EA9564}" type="pres">
      <dgm:prSet presAssocID="{6FE67D9F-0E6E-4BBC-B02C-5E28DAFEF59E}" presName="rootText3" presStyleLbl="asst1" presStyleIdx="0" presStyleCnt="1" custLinFactY="-50264" custLinFactNeighborX="-56467" custLinFactNeighborY="-100000">
        <dgm:presLayoutVars>
          <dgm:chPref val="3"/>
        </dgm:presLayoutVars>
      </dgm:prSet>
      <dgm:spPr/>
    </dgm:pt>
    <dgm:pt modelId="{001E3FD4-BDC0-4333-A7A6-AAA98502ABB1}" type="pres">
      <dgm:prSet presAssocID="{6FE67D9F-0E6E-4BBC-B02C-5E28DAFEF59E}" presName="rootConnector3" presStyleLbl="asst1" presStyleIdx="0" presStyleCnt="1"/>
      <dgm:spPr/>
    </dgm:pt>
    <dgm:pt modelId="{95790107-7D42-4976-BB3C-21F0FCFC73BD}" type="pres">
      <dgm:prSet presAssocID="{6FE67D9F-0E6E-4BBC-B02C-5E28DAFEF59E}" presName="hierChild6" presStyleCnt="0"/>
      <dgm:spPr/>
    </dgm:pt>
    <dgm:pt modelId="{403B9D9B-9430-4912-BB2B-A73830CCEBE5}" type="pres">
      <dgm:prSet presAssocID="{6FE67D9F-0E6E-4BBC-B02C-5E28DAFEF59E}" presName="hierChild7" presStyleCnt="0"/>
      <dgm:spPr/>
    </dgm:pt>
  </dgm:ptLst>
  <dgm:cxnLst>
    <dgm:cxn modelId="{54BE1C06-DADD-4F45-B672-103826FBF963}" type="presOf" srcId="{A5A64E95-EE25-41E0-A111-2329BC4A1FEB}" destId="{751F98E6-0472-49F9-AEA1-8047339F3820}" srcOrd="1" destOrd="0" presId="urn:microsoft.com/office/officeart/2005/8/layout/orgChart1"/>
    <dgm:cxn modelId="{9267B80C-54C5-4625-9468-ABB99C6171F0}" srcId="{A09BF5BA-95C3-438B-AA4F-A9CF9C1B1F89}" destId="{2F4D3E4D-3ACE-4844-83FE-447059311D7B}" srcOrd="1" destOrd="0" parTransId="{1D5AC3C9-2EC7-4339-B5A9-2E132E6B50DC}" sibTransId="{5DAA03BF-6EB8-4FBD-8987-26379E62FD7A}"/>
    <dgm:cxn modelId="{8B41532C-9AEB-E34C-B88A-97E4CEB5E30F}" type="presOf" srcId="{5B8C732E-38A4-4759-BED2-5FA60856E38E}" destId="{68E616D1-7520-423B-9A4F-81E64B7CED28}" srcOrd="0" destOrd="0" presId="urn:microsoft.com/office/officeart/2005/8/layout/orgChart1"/>
    <dgm:cxn modelId="{6C15123C-A22E-904E-A66F-3C4E186358C4}" type="presOf" srcId="{A09BF5BA-95C3-438B-AA4F-A9CF9C1B1F89}" destId="{C7A1364B-2B85-4967-9033-76D8122ED853}" srcOrd="0" destOrd="0" presId="urn:microsoft.com/office/officeart/2005/8/layout/orgChart1"/>
    <dgm:cxn modelId="{8D6EFC3C-3232-4C70-A675-507CB8F2B93E}" srcId="{A5A64E95-EE25-41E0-A111-2329BC4A1FEB}" destId="{6FE67D9F-0E6E-4BBC-B02C-5E28DAFEF59E}" srcOrd="0" destOrd="0" parTransId="{D56B0150-A7D9-4CF5-9487-2BA4592E33D8}" sibTransId="{C2419FC3-122D-429E-A64A-504C1462FFA8}"/>
    <dgm:cxn modelId="{C8ADB63D-E91A-4251-9E7E-A31A9CDF3577}" srcId="{A5A64E95-EE25-41E0-A111-2329BC4A1FEB}" destId="{A09BF5BA-95C3-438B-AA4F-A9CF9C1B1F89}" srcOrd="1" destOrd="0" parTransId="{278254AD-3389-4077-8E61-DC47737682DE}" sibTransId="{6D871464-58DF-48A7-AA7E-2DC34945723E}"/>
    <dgm:cxn modelId="{6DD6E73D-9FFB-4815-8119-07617D04B0DA}" srcId="{A09BF5BA-95C3-438B-AA4F-A9CF9C1B1F89}" destId="{5B8C732E-38A4-4759-BED2-5FA60856E38E}" srcOrd="0" destOrd="0" parTransId="{368C447B-BA64-4739-98DE-371DC3DDCC8A}" sibTransId="{6FF7C63E-1122-48C0-B917-C368C2415899}"/>
    <dgm:cxn modelId="{65C42C48-0DE2-4E43-BAA5-9EE0957EE2D4}" type="presOf" srcId="{A09BF5BA-95C3-438B-AA4F-A9CF9C1B1F89}" destId="{05029565-41C2-404A-9631-78C8E56CA975}" srcOrd="1" destOrd="0" presId="urn:microsoft.com/office/officeart/2005/8/layout/orgChart1"/>
    <dgm:cxn modelId="{978A7B69-1C87-8840-A3FB-5AD1B8F3E642}" type="presOf" srcId="{D56B0150-A7D9-4CF5-9487-2BA4592E33D8}" destId="{16B9E381-2B4C-4EC7-822F-9053909F3513}" srcOrd="0" destOrd="0" presId="urn:microsoft.com/office/officeart/2005/8/layout/orgChart1"/>
    <dgm:cxn modelId="{8FBDD449-E568-1141-8522-3F1603ADA722}" type="presOf" srcId="{368C447B-BA64-4739-98DE-371DC3DDCC8A}" destId="{F5F5F0E1-0B63-48DA-9C0F-D0503997C32C}" srcOrd="0" destOrd="0" presId="urn:microsoft.com/office/officeart/2005/8/layout/orgChart1"/>
    <dgm:cxn modelId="{70B3556B-B2E7-5E4B-97EA-FA6A3DD0B9F8}" type="presOf" srcId="{278254AD-3389-4077-8E61-DC47737682DE}" destId="{ABC9F610-794C-492C-A895-B7432B459A8D}" srcOrd="0" destOrd="0" presId="urn:microsoft.com/office/officeart/2005/8/layout/orgChart1"/>
    <dgm:cxn modelId="{82A2CE8B-C706-2542-A9FF-90E1ABDD6971}" type="presOf" srcId="{2F4D3E4D-3ACE-4844-83FE-447059311D7B}" destId="{8D1D9BE3-B052-43EF-BA22-C8E5A84A4755}" srcOrd="0" destOrd="0" presId="urn:microsoft.com/office/officeart/2005/8/layout/orgChart1"/>
    <dgm:cxn modelId="{B0D65793-5499-6D47-8751-8A84531E45DB}" type="presOf" srcId="{A5A64E95-EE25-41E0-A111-2329BC4A1FEB}" destId="{001E6AB7-D413-4BD9-A9D4-3D74A21A44EE}" srcOrd="0" destOrd="0" presId="urn:microsoft.com/office/officeart/2005/8/layout/orgChart1"/>
    <dgm:cxn modelId="{70F4E597-329E-E649-9A19-19FF955F8F47}" type="presOf" srcId="{1D5AC3C9-2EC7-4339-B5A9-2E132E6B50DC}" destId="{D75C4A94-F6A8-48A8-A916-A2129400D5A1}" srcOrd="0" destOrd="0" presId="urn:microsoft.com/office/officeart/2005/8/layout/orgChart1"/>
    <dgm:cxn modelId="{A632ACA1-08CC-744D-8A3E-4F58DE40032E}" type="presOf" srcId="{6FE67D9F-0E6E-4BBC-B02C-5E28DAFEF59E}" destId="{001E3FD4-BDC0-4333-A7A6-AAA98502ABB1}" srcOrd="1" destOrd="0" presId="urn:microsoft.com/office/officeart/2005/8/layout/orgChart1"/>
    <dgm:cxn modelId="{01C07CB8-D5E8-234D-8D43-FD20FE3F58C5}" type="presOf" srcId="{5B8C732E-38A4-4759-BED2-5FA60856E38E}" destId="{6C6C563A-D521-448D-85DB-2F59884E0692}" srcOrd="1" destOrd="0" presId="urn:microsoft.com/office/officeart/2005/8/layout/orgChart1"/>
    <dgm:cxn modelId="{722235D6-5F65-41C3-8B73-DB4DE6CF2BDC}" srcId="{E7120509-C444-49BD-8D1D-1A2C3664029E}" destId="{A5A64E95-EE25-41E0-A111-2329BC4A1FEB}" srcOrd="0" destOrd="0" parTransId="{8B7F4915-0712-4671-8CFB-89C8A2CA32EF}" sibTransId="{0FD0DAFD-C4CB-4012-8DBE-3B725B8FE2A0}"/>
    <dgm:cxn modelId="{B4330ADA-FE4C-CD41-A5BC-7572B0C197C1}" type="presOf" srcId="{2F4D3E4D-3ACE-4844-83FE-447059311D7B}" destId="{BE5DE893-F63E-40B7-9F08-3BDD2960A856}" srcOrd="1" destOrd="0" presId="urn:microsoft.com/office/officeart/2005/8/layout/orgChart1"/>
    <dgm:cxn modelId="{5633A1DA-0BEC-0E46-838A-B668844CEE09}" type="presOf" srcId="{E7120509-C444-49BD-8D1D-1A2C3664029E}" destId="{6AEC72AB-674B-462F-8749-32ACE3218FFC}" srcOrd="0" destOrd="0" presId="urn:microsoft.com/office/officeart/2005/8/layout/orgChart1"/>
    <dgm:cxn modelId="{D3D097FD-10CE-7A4E-A3E8-D8B203647183}" type="presOf" srcId="{6FE67D9F-0E6E-4BBC-B02C-5E28DAFEF59E}" destId="{3305FA1B-F2D7-4DE2-9063-6C3729EA9564}" srcOrd="0" destOrd="0" presId="urn:microsoft.com/office/officeart/2005/8/layout/orgChart1"/>
    <dgm:cxn modelId="{0AEDC6AD-8BA3-334E-B525-C62EED81C99E}" type="presParOf" srcId="{6AEC72AB-674B-462F-8749-32ACE3218FFC}" destId="{56764CCD-2C3C-4101-9965-26BB11328BB0}" srcOrd="0" destOrd="0" presId="urn:microsoft.com/office/officeart/2005/8/layout/orgChart1"/>
    <dgm:cxn modelId="{6384AF87-38AD-3643-9A85-263BD59E8B4F}" type="presParOf" srcId="{56764CCD-2C3C-4101-9965-26BB11328BB0}" destId="{D6E8532F-1500-41B9-B955-74A002EDA98D}" srcOrd="0" destOrd="0" presId="urn:microsoft.com/office/officeart/2005/8/layout/orgChart1"/>
    <dgm:cxn modelId="{C505290F-CAA9-E942-BB96-DF15E0987473}" type="presParOf" srcId="{D6E8532F-1500-41B9-B955-74A002EDA98D}" destId="{001E6AB7-D413-4BD9-A9D4-3D74A21A44EE}" srcOrd="0" destOrd="0" presId="urn:microsoft.com/office/officeart/2005/8/layout/orgChart1"/>
    <dgm:cxn modelId="{E139D267-C08B-C541-825F-9EC1BB2CE511}" type="presParOf" srcId="{D6E8532F-1500-41B9-B955-74A002EDA98D}" destId="{751F98E6-0472-49F9-AEA1-8047339F3820}" srcOrd="1" destOrd="0" presId="urn:microsoft.com/office/officeart/2005/8/layout/orgChart1"/>
    <dgm:cxn modelId="{A233B82B-3F6B-384C-B527-E3B264475F59}" type="presParOf" srcId="{56764CCD-2C3C-4101-9965-26BB11328BB0}" destId="{1314023E-0F78-45AA-9086-8082E40A683A}" srcOrd="1" destOrd="0" presId="urn:microsoft.com/office/officeart/2005/8/layout/orgChart1"/>
    <dgm:cxn modelId="{D17288F2-9CDC-4141-ABBD-1A4067EF3D0A}" type="presParOf" srcId="{1314023E-0F78-45AA-9086-8082E40A683A}" destId="{ABC9F610-794C-492C-A895-B7432B459A8D}" srcOrd="0" destOrd="0" presId="urn:microsoft.com/office/officeart/2005/8/layout/orgChart1"/>
    <dgm:cxn modelId="{5AFFCF2D-15C1-1549-8E7E-0756E40F3041}" type="presParOf" srcId="{1314023E-0F78-45AA-9086-8082E40A683A}" destId="{E152FAC8-4307-4691-AD84-C6B22E3EB238}" srcOrd="1" destOrd="0" presId="urn:microsoft.com/office/officeart/2005/8/layout/orgChart1"/>
    <dgm:cxn modelId="{B2010FED-85AD-3746-B1C2-7772B8EE8B61}" type="presParOf" srcId="{E152FAC8-4307-4691-AD84-C6B22E3EB238}" destId="{9FB93C00-937E-473B-9CA9-57E128F0AD64}" srcOrd="0" destOrd="0" presId="urn:microsoft.com/office/officeart/2005/8/layout/orgChart1"/>
    <dgm:cxn modelId="{A29552DA-C005-354D-A562-84A9E5E3C83B}" type="presParOf" srcId="{9FB93C00-937E-473B-9CA9-57E128F0AD64}" destId="{C7A1364B-2B85-4967-9033-76D8122ED853}" srcOrd="0" destOrd="0" presId="urn:microsoft.com/office/officeart/2005/8/layout/orgChart1"/>
    <dgm:cxn modelId="{A33AEE30-4F36-F749-9FE2-EA3C01098C03}" type="presParOf" srcId="{9FB93C00-937E-473B-9CA9-57E128F0AD64}" destId="{05029565-41C2-404A-9631-78C8E56CA975}" srcOrd="1" destOrd="0" presId="urn:microsoft.com/office/officeart/2005/8/layout/orgChart1"/>
    <dgm:cxn modelId="{F6E70DE2-4F03-5E40-BAF5-FEFA0CA26E3F}" type="presParOf" srcId="{E152FAC8-4307-4691-AD84-C6B22E3EB238}" destId="{9A3C1D38-E921-4817-872F-7091A5EF90B5}" srcOrd="1" destOrd="0" presId="urn:microsoft.com/office/officeart/2005/8/layout/orgChart1"/>
    <dgm:cxn modelId="{60C9C71D-A0C9-6E46-8327-D8A07AC6AC84}" type="presParOf" srcId="{9A3C1D38-E921-4817-872F-7091A5EF90B5}" destId="{F5F5F0E1-0B63-48DA-9C0F-D0503997C32C}" srcOrd="0" destOrd="0" presId="urn:microsoft.com/office/officeart/2005/8/layout/orgChart1"/>
    <dgm:cxn modelId="{D6FA11B8-3B4F-724D-86E9-DA561910C95D}" type="presParOf" srcId="{9A3C1D38-E921-4817-872F-7091A5EF90B5}" destId="{9B158477-E45E-4257-B38C-8171807E9B30}" srcOrd="1" destOrd="0" presId="urn:microsoft.com/office/officeart/2005/8/layout/orgChart1"/>
    <dgm:cxn modelId="{0B5163AF-32F5-1344-B0FA-9BA87AC62835}" type="presParOf" srcId="{9B158477-E45E-4257-B38C-8171807E9B30}" destId="{EB5D8E87-406C-402A-AD23-7E0A12D535B8}" srcOrd="0" destOrd="0" presId="urn:microsoft.com/office/officeart/2005/8/layout/orgChart1"/>
    <dgm:cxn modelId="{2779562C-3B4C-554E-BC5D-69FBBDD2965E}" type="presParOf" srcId="{EB5D8E87-406C-402A-AD23-7E0A12D535B8}" destId="{68E616D1-7520-423B-9A4F-81E64B7CED28}" srcOrd="0" destOrd="0" presId="urn:microsoft.com/office/officeart/2005/8/layout/orgChart1"/>
    <dgm:cxn modelId="{89FD99CE-93B7-8748-B457-4503046BBFCA}" type="presParOf" srcId="{EB5D8E87-406C-402A-AD23-7E0A12D535B8}" destId="{6C6C563A-D521-448D-85DB-2F59884E0692}" srcOrd="1" destOrd="0" presId="urn:microsoft.com/office/officeart/2005/8/layout/orgChart1"/>
    <dgm:cxn modelId="{2DA6332D-F656-8D47-8F0D-BA52220E2FB2}" type="presParOf" srcId="{9B158477-E45E-4257-B38C-8171807E9B30}" destId="{C158A0BC-2B9E-40D6-A3A4-91DB6303FD57}" srcOrd="1" destOrd="0" presId="urn:microsoft.com/office/officeart/2005/8/layout/orgChart1"/>
    <dgm:cxn modelId="{817AFA08-EC54-8F44-8242-13F2E4345EB3}" type="presParOf" srcId="{9B158477-E45E-4257-B38C-8171807E9B30}" destId="{5B50B1D2-CDA0-4FE8-A87D-1BE92CEACEF0}" srcOrd="2" destOrd="0" presId="urn:microsoft.com/office/officeart/2005/8/layout/orgChart1"/>
    <dgm:cxn modelId="{6CE58601-6F09-494C-A3DF-22D0A8BD6838}" type="presParOf" srcId="{9A3C1D38-E921-4817-872F-7091A5EF90B5}" destId="{D75C4A94-F6A8-48A8-A916-A2129400D5A1}" srcOrd="2" destOrd="0" presId="urn:microsoft.com/office/officeart/2005/8/layout/orgChart1"/>
    <dgm:cxn modelId="{6D4BA3CC-9962-9444-A04E-A0419B003E39}" type="presParOf" srcId="{9A3C1D38-E921-4817-872F-7091A5EF90B5}" destId="{07EC9E4B-BCE2-4CD8-B883-AFD52B475602}" srcOrd="3" destOrd="0" presId="urn:microsoft.com/office/officeart/2005/8/layout/orgChart1"/>
    <dgm:cxn modelId="{DF234FC1-384A-B846-A542-976087951CB8}" type="presParOf" srcId="{07EC9E4B-BCE2-4CD8-B883-AFD52B475602}" destId="{C03373F7-5F2A-4DD1-9170-7370CABC1A76}" srcOrd="0" destOrd="0" presId="urn:microsoft.com/office/officeart/2005/8/layout/orgChart1"/>
    <dgm:cxn modelId="{528E5604-8372-404A-997E-54E9B830111E}" type="presParOf" srcId="{C03373F7-5F2A-4DD1-9170-7370CABC1A76}" destId="{8D1D9BE3-B052-43EF-BA22-C8E5A84A4755}" srcOrd="0" destOrd="0" presId="urn:microsoft.com/office/officeart/2005/8/layout/orgChart1"/>
    <dgm:cxn modelId="{2CE7BD5C-F495-E243-ADDB-70E0FC755F87}" type="presParOf" srcId="{C03373F7-5F2A-4DD1-9170-7370CABC1A76}" destId="{BE5DE893-F63E-40B7-9F08-3BDD2960A856}" srcOrd="1" destOrd="0" presId="urn:microsoft.com/office/officeart/2005/8/layout/orgChart1"/>
    <dgm:cxn modelId="{4661F24D-E4A3-1646-81B2-2EC79E6AF64E}" type="presParOf" srcId="{07EC9E4B-BCE2-4CD8-B883-AFD52B475602}" destId="{024F084F-39BA-4845-BBD4-2A5677948063}" srcOrd="1" destOrd="0" presId="urn:microsoft.com/office/officeart/2005/8/layout/orgChart1"/>
    <dgm:cxn modelId="{E4118ABD-D58D-054A-8AE5-33564FBBDECD}" type="presParOf" srcId="{07EC9E4B-BCE2-4CD8-B883-AFD52B475602}" destId="{4A6D7218-F4D9-4D5E-BE5E-F2904CF63DDE}" srcOrd="2" destOrd="0" presId="urn:microsoft.com/office/officeart/2005/8/layout/orgChart1"/>
    <dgm:cxn modelId="{593CD5F0-3C45-3342-B938-6FD4B9F2E6D3}" type="presParOf" srcId="{E152FAC8-4307-4691-AD84-C6B22E3EB238}" destId="{7D81ACCC-24D1-4C71-A8AB-052264D860F6}" srcOrd="2" destOrd="0" presId="urn:microsoft.com/office/officeart/2005/8/layout/orgChart1"/>
    <dgm:cxn modelId="{5267D706-3400-4C42-9564-6769C22850C3}" type="presParOf" srcId="{56764CCD-2C3C-4101-9965-26BB11328BB0}" destId="{A163D757-5234-437B-9BFD-7822020B940F}" srcOrd="2" destOrd="0" presId="urn:microsoft.com/office/officeart/2005/8/layout/orgChart1"/>
    <dgm:cxn modelId="{DFF25BE1-DFD7-3941-B86A-891784CD74AF}" type="presParOf" srcId="{A163D757-5234-437B-9BFD-7822020B940F}" destId="{16B9E381-2B4C-4EC7-822F-9053909F3513}" srcOrd="0" destOrd="0" presId="urn:microsoft.com/office/officeart/2005/8/layout/orgChart1"/>
    <dgm:cxn modelId="{A8745C33-13DF-3540-9B62-BB8A1F10F08C}" type="presParOf" srcId="{A163D757-5234-437B-9BFD-7822020B940F}" destId="{3B6F8A58-26C0-4B12-9B4E-47CB3F4A828E}" srcOrd="1" destOrd="0" presId="urn:microsoft.com/office/officeart/2005/8/layout/orgChart1"/>
    <dgm:cxn modelId="{57E7CDD0-46D1-7444-8EF8-6CC97B320D1B}" type="presParOf" srcId="{3B6F8A58-26C0-4B12-9B4E-47CB3F4A828E}" destId="{E6A62ED8-4229-4B0E-BE15-B404AE2088F5}" srcOrd="0" destOrd="0" presId="urn:microsoft.com/office/officeart/2005/8/layout/orgChart1"/>
    <dgm:cxn modelId="{6171CA24-B34E-7B4D-9D61-3A0A6828D839}" type="presParOf" srcId="{E6A62ED8-4229-4B0E-BE15-B404AE2088F5}" destId="{3305FA1B-F2D7-4DE2-9063-6C3729EA9564}" srcOrd="0" destOrd="0" presId="urn:microsoft.com/office/officeart/2005/8/layout/orgChart1"/>
    <dgm:cxn modelId="{63AE170E-8341-6F43-A0E1-CFF5F9355EA5}" type="presParOf" srcId="{E6A62ED8-4229-4B0E-BE15-B404AE2088F5}" destId="{001E3FD4-BDC0-4333-A7A6-AAA98502ABB1}" srcOrd="1" destOrd="0" presId="urn:microsoft.com/office/officeart/2005/8/layout/orgChart1"/>
    <dgm:cxn modelId="{F8F899EB-6591-C24B-9F3E-177ABB811CA4}" type="presParOf" srcId="{3B6F8A58-26C0-4B12-9B4E-47CB3F4A828E}" destId="{95790107-7D42-4976-BB3C-21F0FCFC73BD}" srcOrd="1" destOrd="0" presId="urn:microsoft.com/office/officeart/2005/8/layout/orgChart1"/>
    <dgm:cxn modelId="{5A2EABF4-BD54-094B-9862-A33FCF9CEA5F}" type="presParOf" srcId="{3B6F8A58-26C0-4B12-9B4E-47CB3F4A828E}" destId="{403B9D9B-9430-4912-BB2B-A73830CCEBE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D05C1B4-628A-44A8-AEF4-35D0C6C99BBD}"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s-MX"/>
        </a:p>
      </dgm:t>
    </dgm:pt>
    <dgm:pt modelId="{9D3899C5-5506-4CB1-A195-72C1E5CAED85}">
      <dgm:prSet phldrT="[Text]"/>
      <dgm:spPr/>
      <dgm:t>
        <a:bodyPr/>
        <a:lstStyle/>
        <a:p>
          <a:r>
            <a:rPr lang="es-MX" dirty="0"/>
            <a:t>Ejecutivo</a:t>
          </a:r>
        </a:p>
      </dgm:t>
    </dgm:pt>
    <dgm:pt modelId="{CE9EE7D3-57FC-4490-AC97-CAF5A6453AEA}" type="parTrans" cxnId="{65DD695B-F404-4F46-914A-2B4C92E75728}">
      <dgm:prSet/>
      <dgm:spPr/>
      <dgm:t>
        <a:bodyPr/>
        <a:lstStyle/>
        <a:p>
          <a:endParaRPr lang="es-MX"/>
        </a:p>
      </dgm:t>
    </dgm:pt>
    <dgm:pt modelId="{38EF1CC5-9308-4FEC-8ADC-58CCDE287459}" type="sibTrans" cxnId="{65DD695B-F404-4F46-914A-2B4C92E75728}">
      <dgm:prSet/>
      <dgm:spPr/>
      <dgm:t>
        <a:bodyPr/>
        <a:lstStyle/>
        <a:p>
          <a:endParaRPr lang="es-MX"/>
        </a:p>
      </dgm:t>
    </dgm:pt>
    <dgm:pt modelId="{AFE39102-F6B8-4C29-96B3-4C8489D6A43F}">
      <dgm:prSet phldrT="[Text]"/>
      <dgm:spPr/>
      <dgm:t>
        <a:bodyPr/>
        <a:lstStyle/>
        <a:p>
          <a:r>
            <a:rPr lang="es-MX" dirty="0"/>
            <a:t>Presenta Iniciativa</a:t>
          </a:r>
        </a:p>
      </dgm:t>
    </dgm:pt>
    <dgm:pt modelId="{B8881824-6885-47D2-A093-58A964AE8B74}" type="parTrans" cxnId="{5D6A1F77-8942-4742-8D2F-A82550C30768}">
      <dgm:prSet/>
      <dgm:spPr/>
      <dgm:t>
        <a:bodyPr/>
        <a:lstStyle/>
        <a:p>
          <a:endParaRPr lang="es-MX"/>
        </a:p>
      </dgm:t>
    </dgm:pt>
    <dgm:pt modelId="{8C3F37BA-580D-4814-B55F-FC557F37FBFE}" type="sibTrans" cxnId="{5D6A1F77-8942-4742-8D2F-A82550C30768}">
      <dgm:prSet/>
      <dgm:spPr/>
      <dgm:t>
        <a:bodyPr/>
        <a:lstStyle/>
        <a:p>
          <a:endParaRPr lang="es-MX"/>
        </a:p>
      </dgm:t>
    </dgm:pt>
    <dgm:pt modelId="{B0813D5B-BA35-47A4-B74A-CED1719DF174}">
      <dgm:prSet phldrT="[Text]"/>
      <dgm:spPr/>
      <dgm:t>
        <a:bodyPr/>
        <a:lstStyle/>
        <a:p>
          <a:r>
            <a:rPr lang="es-MX" dirty="0"/>
            <a:t>Diputados</a:t>
          </a:r>
        </a:p>
      </dgm:t>
    </dgm:pt>
    <dgm:pt modelId="{8F89340D-8970-430C-BDB6-72EAFD25E0F6}" type="parTrans" cxnId="{81037B81-8B21-419D-8A1C-4EF5714FA598}">
      <dgm:prSet/>
      <dgm:spPr/>
      <dgm:t>
        <a:bodyPr/>
        <a:lstStyle/>
        <a:p>
          <a:endParaRPr lang="es-MX"/>
        </a:p>
      </dgm:t>
    </dgm:pt>
    <dgm:pt modelId="{7C95FF25-0938-4900-AA0D-A351354B7B0B}" type="sibTrans" cxnId="{81037B81-8B21-419D-8A1C-4EF5714FA598}">
      <dgm:prSet/>
      <dgm:spPr/>
      <dgm:t>
        <a:bodyPr/>
        <a:lstStyle/>
        <a:p>
          <a:endParaRPr lang="es-MX"/>
        </a:p>
      </dgm:t>
    </dgm:pt>
    <dgm:pt modelId="{621CF0E9-7AB9-4291-BEE7-53C8D2734952}">
      <dgm:prSet phldrT="[Text]"/>
      <dgm:spPr/>
      <dgm:t>
        <a:bodyPr/>
        <a:lstStyle/>
        <a:p>
          <a:r>
            <a:rPr lang="es-MX" dirty="0"/>
            <a:t>Corrige, modifica, adiciona, etc.</a:t>
          </a:r>
        </a:p>
      </dgm:t>
    </dgm:pt>
    <dgm:pt modelId="{9BF70427-DFFD-474E-B246-2AE27E82CA52}" type="parTrans" cxnId="{139482FD-0A2E-432B-AE9B-0AED1A76FD77}">
      <dgm:prSet/>
      <dgm:spPr/>
      <dgm:t>
        <a:bodyPr/>
        <a:lstStyle/>
        <a:p>
          <a:endParaRPr lang="es-MX"/>
        </a:p>
      </dgm:t>
    </dgm:pt>
    <dgm:pt modelId="{AFA44181-884C-41E6-B140-7CF37EF4CC77}" type="sibTrans" cxnId="{139482FD-0A2E-432B-AE9B-0AED1A76FD77}">
      <dgm:prSet/>
      <dgm:spPr/>
      <dgm:t>
        <a:bodyPr/>
        <a:lstStyle/>
        <a:p>
          <a:endParaRPr lang="es-MX"/>
        </a:p>
      </dgm:t>
    </dgm:pt>
    <dgm:pt modelId="{A560E2BD-7DB4-4159-9FAC-D975EE0465EB}">
      <dgm:prSet phldrT="[Text]"/>
      <dgm:spPr/>
      <dgm:t>
        <a:bodyPr/>
        <a:lstStyle/>
        <a:p>
          <a:r>
            <a:rPr lang="es-MX" dirty="0"/>
            <a:t>Senadores</a:t>
          </a:r>
        </a:p>
      </dgm:t>
    </dgm:pt>
    <dgm:pt modelId="{ABED87CC-0258-4643-80AB-180E108190E5}" type="parTrans" cxnId="{F8437206-B0B7-40D4-91D4-68E5095F18B3}">
      <dgm:prSet/>
      <dgm:spPr/>
      <dgm:t>
        <a:bodyPr/>
        <a:lstStyle/>
        <a:p>
          <a:endParaRPr lang="es-MX"/>
        </a:p>
      </dgm:t>
    </dgm:pt>
    <dgm:pt modelId="{26BF5B32-69C6-40D8-8BA7-D33ED2D0E276}" type="sibTrans" cxnId="{F8437206-B0B7-40D4-91D4-68E5095F18B3}">
      <dgm:prSet/>
      <dgm:spPr/>
      <dgm:t>
        <a:bodyPr/>
        <a:lstStyle/>
        <a:p>
          <a:endParaRPr lang="es-MX"/>
        </a:p>
      </dgm:t>
    </dgm:pt>
    <dgm:pt modelId="{A169184A-E98B-48E8-860E-8F1316895A3B}">
      <dgm:prSet phldrT="[Text]"/>
      <dgm:spPr/>
      <dgm:t>
        <a:bodyPr/>
        <a:lstStyle/>
        <a:p>
          <a:r>
            <a:rPr lang="es-MX" dirty="0"/>
            <a:t>Corrige, modifica, adiciona, etc.</a:t>
          </a:r>
        </a:p>
      </dgm:t>
    </dgm:pt>
    <dgm:pt modelId="{33610F49-3DE9-42F9-9C64-73C87C14B722}" type="parTrans" cxnId="{EFCF84CF-8C24-43B0-B81B-597B1A81F3A6}">
      <dgm:prSet/>
      <dgm:spPr/>
      <dgm:t>
        <a:bodyPr/>
        <a:lstStyle/>
        <a:p>
          <a:endParaRPr lang="es-MX"/>
        </a:p>
      </dgm:t>
    </dgm:pt>
    <dgm:pt modelId="{7528BCF6-8E6D-4B0E-BF6C-0C78E954C13E}" type="sibTrans" cxnId="{EFCF84CF-8C24-43B0-B81B-597B1A81F3A6}">
      <dgm:prSet/>
      <dgm:spPr/>
      <dgm:t>
        <a:bodyPr/>
        <a:lstStyle/>
        <a:p>
          <a:endParaRPr lang="es-MX"/>
        </a:p>
      </dgm:t>
    </dgm:pt>
    <dgm:pt modelId="{75512600-E328-4E89-BF32-4141DF214AC4}">
      <dgm:prSet phldrT="[Text]"/>
      <dgm:spPr/>
      <dgm:t>
        <a:bodyPr/>
        <a:lstStyle/>
        <a:p>
          <a:r>
            <a:rPr lang="es-MX" dirty="0"/>
            <a:t>Aprueba</a:t>
          </a:r>
        </a:p>
      </dgm:t>
    </dgm:pt>
    <dgm:pt modelId="{4B8299F3-A4F4-40F0-8A26-6924FB4BC400}" type="parTrans" cxnId="{4053746F-2C13-4DCE-A8D0-C71705D29BE3}">
      <dgm:prSet/>
      <dgm:spPr/>
      <dgm:t>
        <a:bodyPr/>
        <a:lstStyle/>
        <a:p>
          <a:endParaRPr lang="es-MX"/>
        </a:p>
      </dgm:t>
    </dgm:pt>
    <dgm:pt modelId="{D3378C33-778E-4A65-8982-A90F8B7D724D}" type="sibTrans" cxnId="{4053746F-2C13-4DCE-A8D0-C71705D29BE3}">
      <dgm:prSet/>
      <dgm:spPr/>
      <dgm:t>
        <a:bodyPr/>
        <a:lstStyle/>
        <a:p>
          <a:endParaRPr lang="es-MX"/>
        </a:p>
      </dgm:t>
    </dgm:pt>
    <dgm:pt modelId="{D2D9163C-7A18-4F92-8BF3-B2DAE1F7AFB6}">
      <dgm:prSet phldrT="[Text]"/>
      <dgm:spPr/>
      <dgm:t>
        <a:bodyPr/>
        <a:lstStyle/>
        <a:p>
          <a:r>
            <a:rPr lang="es-MX" dirty="0"/>
            <a:t>Aprueba</a:t>
          </a:r>
        </a:p>
      </dgm:t>
    </dgm:pt>
    <dgm:pt modelId="{E8A529AD-7A50-4017-A733-7E5A04D19D95}" type="parTrans" cxnId="{D3D373EB-3A33-40AA-87F1-C629C5A84067}">
      <dgm:prSet/>
      <dgm:spPr/>
      <dgm:t>
        <a:bodyPr/>
        <a:lstStyle/>
        <a:p>
          <a:endParaRPr lang="es-MX"/>
        </a:p>
      </dgm:t>
    </dgm:pt>
    <dgm:pt modelId="{507F54FD-E071-4FD8-B2F0-1E7A38C87264}" type="sibTrans" cxnId="{D3D373EB-3A33-40AA-87F1-C629C5A84067}">
      <dgm:prSet/>
      <dgm:spPr/>
      <dgm:t>
        <a:bodyPr/>
        <a:lstStyle/>
        <a:p>
          <a:endParaRPr lang="es-MX"/>
        </a:p>
      </dgm:t>
    </dgm:pt>
    <dgm:pt modelId="{742DCB51-16C9-464E-ADF8-C673269B17A6}">
      <dgm:prSet/>
      <dgm:spPr/>
      <dgm:t>
        <a:bodyPr/>
        <a:lstStyle/>
        <a:p>
          <a:r>
            <a:rPr lang="es-MX" dirty="0"/>
            <a:t>Ejecutivo</a:t>
          </a:r>
        </a:p>
      </dgm:t>
    </dgm:pt>
    <dgm:pt modelId="{3D9F61EC-C074-4C9A-B345-5B4E95A3B21F}" type="parTrans" cxnId="{32EE1225-D9F3-4A21-9A30-C007A6D37EBD}">
      <dgm:prSet/>
      <dgm:spPr/>
      <dgm:t>
        <a:bodyPr/>
        <a:lstStyle/>
        <a:p>
          <a:endParaRPr lang="es-MX"/>
        </a:p>
      </dgm:t>
    </dgm:pt>
    <dgm:pt modelId="{CEB7DE2D-10A6-4D66-8909-6C9E916CAF1B}" type="sibTrans" cxnId="{32EE1225-D9F3-4A21-9A30-C007A6D37EBD}">
      <dgm:prSet/>
      <dgm:spPr/>
      <dgm:t>
        <a:bodyPr/>
        <a:lstStyle/>
        <a:p>
          <a:endParaRPr lang="es-MX"/>
        </a:p>
      </dgm:t>
    </dgm:pt>
    <dgm:pt modelId="{B543ACF6-FFB5-42D0-BC38-980979210455}">
      <dgm:prSet/>
      <dgm:spPr/>
      <dgm:t>
        <a:bodyPr/>
        <a:lstStyle/>
        <a:p>
          <a:r>
            <a:rPr lang="es-MX" dirty="0"/>
            <a:t>Publica</a:t>
          </a:r>
        </a:p>
      </dgm:t>
    </dgm:pt>
    <dgm:pt modelId="{41B59972-FF2C-4171-802C-F2C021E5F7F8}" type="parTrans" cxnId="{02B53087-7C7F-4301-ADA4-D261B77405AF}">
      <dgm:prSet/>
      <dgm:spPr/>
      <dgm:t>
        <a:bodyPr/>
        <a:lstStyle/>
        <a:p>
          <a:endParaRPr lang="es-MX"/>
        </a:p>
      </dgm:t>
    </dgm:pt>
    <dgm:pt modelId="{76026AB4-CC74-447A-A32B-207CDFA4D7DD}" type="sibTrans" cxnId="{02B53087-7C7F-4301-ADA4-D261B77405AF}">
      <dgm:prSet/>
      <dgm:spPr/>
      <dgm:t>
        <a:bodyPr/>
        <a:lstStyle/>
        <a:p>
          <a:endParaRPr lang="es-MX"/>
        </a:p>
      </dgm:t>
    </dgm:pt>
    <dgm:pt modelId="{2EE307DF-1695-4AE1-AA71-CC8E303F688B}">
      <dgm:prSet phldrT="[Text]"/>
      <dgm:spPr/>
      <dgm:t>
        <a:bodyPr/>
        <a:lstStyle/>
        <a:p>
          <a:r>
            <a:rPr lang="es-MX" dirty="0"/>
            <a:t>Normalmente una vez al año</a:t>
          </a:r>
        </a:p>
      </dgm:t>
    </dgm:pt>
    <dgm:pt modelId="{82B37B5C-6B05-4AB8-A98A-B668A496D7C6}" type="parTrans" cxnId="{42B9309B-ED08-450B-946D-8D7132D11AC2}">
      <dgm:prSet/>
      <dgm:spPr/>
      <dgm:t>
        <a:bodyPr/>
        <a:lstStyle/>
        <a:p>
          <a:endParaRPr lang="es-MX"/>
        </a:p>
      </dgm:t>
    </dgm:pt>
    <dgm:pt modelId="{1F61293F-E3BE-4925-A0E9-86FC94419FA8}" type="sibTrans" cxnId="{42B9309B-ED08-450B-946D-8D7132D11AC2}">
      <dgm:prSet/>
      <dgm:spPr/>
      <dgm:t>
        <a:bodyPr/>
        <a:lstStyle/>
        <a:p>
          <a:endParaRPr lang="es-MX"/>
        </a:p>
      </dgm:t>
    </dgm:pt>
    <dgm:pt modelId="{EC35537B-0439-4C4D-9B15-8040326F96B7}" type="pres">
      <dgm:prSet presAssocID="{2D05C1B4-628A-44A8-AEF4-35D0C6C99BBD}" presName="Name0" presStyleCnt="0">
        <dgm:presLayoutVars>
          <dgm:dir/>
          <dgm:animLvl val="lvl"/>
          <dgm:resizeHandles val="exact"/>
        </dgm:presLayoutVars>
      </dgm:prSet>
      <dgm:spPr/>
    </dgm:pt>
    <dgm:pt modelId="{5C4C1BC7-C5ED-4FDE-8B80-3DBCCA2CCAEB}" type="pres">
      <dgm:prSet presAssocID="{2D05C1B4-628A-44A8-AEF4-35D0C6C99BBD}" presName="tSp" presStyleCnt="0"/>
      <dgm:spPr/>
    </dgm:pt>
    <dgm:pt modelId="{D9174E5E-F3DD-4987-A11D-C708B01CADB0}" type="pres">
      <dgm:prSet presAssocID="{2D05C1B4-628A-44A8-AEF4-35D0C6C99BBD}" presName="bSp" presStyleCnt="0"/>
      <dgm:spPr/>
    </dgm:pt>
    <dgm:pt modelId="{D7BF9A62-D460-42B4-A841-E6D77A014427}" type="pres">
      <dgm:prSet presAssocID="{2D05C1B4-628A-44A8-AEF4-35D0C6C99BBD}" presName="process" presStyleCnt="0"/>
      <dgm:spPr/>
    </dgm:pt>
    <dgm:pt modelId="{F2C5A77A-15FB-4415-ACDF-5C518D4F2F3D}" type="pres">
      <dgm:prSet presAssocID="{9D3899C5-5506-4CB1-A195-72C1E5CAED85}" presName="composite1" presStyleCnt="0"/>
      <dgm:spPr/>
    </dgm:pt>
    <dgm:pt modelId="{EC891250-F392-4787-B2CA-46200ECBC4E0}" type="pres">
      <dgm:prSet presAssocID="{9D3899C5-5506-4CB1-A195-72C1E5CAED85}" presName="dummyNode1" presStyleLbl="node1" presStyleIdx="0" presStyleCnt="4"/>
      <dgm:spPr/>
    </dgm:pt>
    <dgm:pt modelId="{525124D8-4509-486E-A156-BE084F4B37E3}" type="pres">
      <dgm:prSet presAssocID="{9D3899C5-5506-4CB1-A195-72C1E5CAED85}" presName="childNode1" presStyleLbl="bgAcc1" presStyleIdx="0" presStyleCnt="4">
        <dgm:presLayoutVars>
          <dgm:bulletEnabled val="1"/>
        </dgm:presLayoutVars>
      </dgm:prSet>
      <dgm:spPr/>
    </dgm:pt>
    <dgm:pt modelId="{634BB3E6-8001-4813-BFE3-675F9BFE5870}" type="pres">
      <dgm:prSet presAssocID="{9D3899C5-5506-4CB1-A195-72C1E5CAED85}" presName="childNode1tx" presStyleLbl="bgAcc1" presStyleIdx="0" presStyleCnt="4">
        <dgm:presLayoutVars>
          <dgm:bulletEnabled val="1"/>
        </dgm:presLayoutVars>
      </dgm:prSet>
      <dgm:spPr/>
    </dgm:pt>
    <dgm:pt modelId="{1463CA1F-84D4-478C-8A76-46CBDC5824C8}" type="pres">
      <dgm:prSet presAssocID="{9D3899C5-5506-4CB1-A195-72C1E5CAED85}" presName="parentNode1" presStyleLbl="node1" presStyleIdx="0" presStyleCnt="4">
        <dgm:presLayoutVars>
          <dgm:chMax val="1"/>
          <dgm:bulletEnabled val="1"/>
        </dgm:presLayoutVars>
      </dgm:prSet>
      <dgm:spPr/>
    </dgm:pt>
    <dgm:pt modelId="{50AC9A2C-F623-4E83-98EA-D6804ED01E8D}" type="pres">
      <dgm:prSet presAssocID="{9D3899C5-5506-4CB1-A195-72C1E5CAED85}" presName="connSite1" presStyleCnt="0"/>
      <dgm:spPr/>
    </dgm:pt>
    <dgm:pt modelId="{D283B30D-9CB3-41F3-B4AB-DC925C26F357}" type="pres">
      <dgm:prSet presAssocID="{38EF1CC5-9308-4FEC-8ADC-58CCDE287459}" presName="Name9" presStyleLbl="sibTrans2D1" presStyleIdx="0" presStyleCnt="3"/>
      <dgm:spPr/>
    </dgm:pt>
    <dgm:pt modelId="{2416209F-FAB6-4966-8E13-9DB4616A0265}" type="pres">
      <dgm:prSet presAssocID="{B0813D5B-BA35-47A4-B74A-CED1719DF174}" presName="composite2" presStyleCnt="0"/>
      <dgm:spPr/>
    </dgm:pt>
    <dgm:pt modelId="{EF9947E0-11F2-4254-AB2E-4491707C9730}" type="pres">
      <dgm:prSet presAssocID="{B0813D5B-BA35-47A4-B74A-CED1719DF174}" presName="dummyNode2" presStyleLbl="node1" presStyleIdx="0" presStyleCnt="4"/>
      <dgm:spPr/>
    </dgm:pt>
    <dgm:pt modelId="{B73D0FCA-1D59-4AD6-8346-12343C6904D5}" type="pres">
      <dgm:prSet presAssocID="{B0813D5B-BA35-47A4-B74A-CED1719DF174}" presName="childNode2" presStyleLbl="bgAcc1" presStyleIdx="1" presStyleCnt="4">
        <dgm:presLayoutVars>
          <dgm:bulletEnabled val="1"/>
        </dgm:presLayoutVars>
      </dgm:prSet>
      <dgm:spPr/>
    </dgm:pt>
    <dgm:pt modelId="{66BC435A-DBC6-4F94-8CF9-7F10532BEBF5}" type="pres">
      <dgm:prSet presAssocID="{B0813D5B-BA35-47A4-B74A-CED1719DF174}" presName="childNode2tx" presStyleLbl="bgAcc1" presStyleIdx="1" presStyleCnt="4">
        <dgm:presLayoutVars>
          <dgm:bulletEnabled val="1"/>
        </dgm:presLayoutVars>
      </dgm:prSet>
      <dgm:spPr/>
    </dgm:pt>
    <dgm:pt modelId="{87D77485-65C9-4B60-BCF8-6D251C824C15}" type="pres">
      <dgm:prSet presAssocID="{B0813D5B-BA35-47A4-B74A-CED1719DF174}" presName="parentNode2" presStyleLbl="node1" presStyleIdx="1" presStyleCnt="4">
        <dgm:presLayoutVars>
          <dgm:chMax val="0"/>
          <dgm:bulletEnabled val="1"/>
        </dgm:presLayoutVars>
      </dgm:prSet>
      <dgm:spPr/>
    </dgm:pt>
    <dgm:pt modelId="{5FC3CB1A-0BEA-462F-971B-BB07787A080D}" type="pres">
      <dgm:prSet presAssocID="{B0813D5B-BA35-47A4-B74A-CED1719DF174}" presName="connSite2" presStyleCnt="0"/>
      <dgm:spPr/>
    </dgm:pt>
    <dgm:pt modelId="{0E5E065D-9C7F-4623-B8AB-9C7AC27F7364}" type="pres">
      <dgm:prSet presAssocID="{7C95FF25-0938-4900-AA0D-A351354B7B0B}" presName="Name18" presStyleLbl="sibTrans2D1" presStyleIdx="1" presStyleCnt="3"/>
      <dgm:spPr/>
    </dgm:pt>
    <dgm:pt modelId="{6F0C2DCA-5CDB-4580-AB56-4C86F6EB8F72}" type="pres">
      <dgm:prSet presAssocID="{A560E2BD-7DB4-4159-9FAC-D975EE0465EB}" presName="composite1" presStyleCnt="0"/>
      <dgm:spPr/>
    </dgm:pt>
    <dgm:pt modelId="{8FBFE6EF-8775-4882-9097-BB76CB643BF6}" type="pres">
      <dgm:prSet presAssocID="{A560E2BD-7DB4-4159-9FAC-D975EE0465EB}" presName="dummyNode1" presStyleLbl="node1" presStyleIdx="1" presStyleCnt="4"/>
      <dgm:spPr/>
    </dgm:pt>
    <dgm:pt modelId="{4E8F0E31-2DC2-4158-9CB4-09D83765343E}" type="pres">
      <dgm:prSet presAssocID="{A560E2BD-7DB4-4159-9FAC-D975EE0465EB}" presName="childNode1" presStyleLbl="bgAcc1" presStyleIdx="2" presStyleCnt="4">
        <dgm:presLayoutVars>
          <dgm:bulletEnabled val="1"/>
        </dgm:presLayoutVars>
      </dgm:prSet>
      <dgm:spPr/>
    </dgm:pt>
    <dgm:pt modelId="{46DDDCF2-27E6-4E6A-9E8F-E907F172B310}" type="pres">
      <dgm:prSet presAssocID="{A560E2BD-7DB4-4159-9FAC-D975EE0465EB}" presName="childNode1tx" presStyleLbl="bgAcc1" presStyleIdx="2" presStyleCnt="4">
        <dgm:presLayoutVars>
          <dgm:bulletEnabled val="1"/>
        </dgm:presLayoutVars>
      </dgm:prSet>
      <dgm:spPr/>
    </dgm:pt>
    <dgm:pt modelId="{EEDEDB66-CF8D-4731-A3DB-4AAB9311A2D7}" type="pres">
      <dgm:prSet presAssocID="{A560E2BD-7DB4-4159-9FAC-D975EE0465EB}" presName="parentNode1" presStyleLbl="node1" presStyleIdx="2" presStyleCnt="4">
        <dgm:presLayoutVars>
          <dgm:chMax val="1"/>
          <dgm:bulletEnabled val="1"/>
        </dgm:presLayoutVars>
      </dgm:prSet>
      <dgm:spPr/>
    </dgm:pt>
    <dgm:pt modelId="{EC7F7B78-8C8B-4590-A530-D34D5E8780A1}" type="pres">
      <dgm:prSet presAssocID="{A560E2BD-7DB4-4159-9FAC-D975EE0465EB}" presName="connSite1" presStyleCnt="0"/>
      <dgm:spPr/>
    </dgm:pt>
    <dgm:pt modelId="{F6A3AF72-B600-4FD8-AFAD-D0A9D52D9474}" type="pres">
      <dgm:prSet presAssocID="{26BF5B32-69C6-40D8-8BA7-D33ED2D0E276}" presName="Name9" presStyleLbl="sibTrans2D1" presStyleIdx="2" presStyleCnt="3"/>
      <dgm:spPr/>
    </dgm:pt>
    <dgm:pt modelId="{EBE8C680-FD74-4C65-A08F-B1446C831895}" type="pres">
      <dgm:prSet presAssocID="{742DCB51-16C9-464E-ADF8-C673269B17A6}" presName="composite2" presStyleCnt="0"/>
      <dgm:spPr/>
    </dgm:pt>
    <dgm:pt modelId="{7E2C4A4E-D9DE-469D-8441-4C2D37A75FE5}" type="pres">
      <dgm:prSet presAssocID="{742DCB51-16C9-464E-ADF8-C673269B17A6}" presName="dummyNode2" presStyleLbl="node1" presStyleIdx="2" presStyleCnt="4"/>
      <dgm:spPr/>
    </dgm:pt>
    <dgm:pt modelId="{0F972D7A-2C4D-4147-AA07-27489C7F771C}" type="pres">
      <dgm:prSet presAssocID="{742DCB51-16C9-464E-ADF8-C673269B17A6}" presName="childNode2" presStyleLbl="bgAcc1" presStyleIdx="3" presStyleCnt="4">
        <dgm:presLayoutVars>
          <dgm:bulletEnabled val="1"/>
        </dgm:presLayoutVars>
      </dgm:prSet>
      <dgm:spPr/>
    </dgm:pt>
    <dgm:pt modelId="{9C2009D3-7B1D-4EE4-9C76-BA860E37CE30}" type="pres">
      <dgm:prSet presAssocID="{742DCB51-16C9-464E-ADF8-C673269B17A6}" presName="childNode2tx" presStyleLbl="bgAcc1" presStyleIdx="3" presStyleCnt="4">
        <dgm:presLayoutVars>
          <dgm:bulletEnabled val="1"/>
        </dgm:presLayoutVars>
      </dgm:prSet>
      <dgm:spPr/>
    </dgm:pt>
    <dgm:pt modelId="{D1D5396B-1583-4394-B844-8D0B787882F5}" type="pres">
      <dgm:prSet presAssocID="{742DCB51-16C9-464E-ADF8-C673269B17A6}" presName="parentNode2" presStyleLbl="node1" presStyleIdx="3" presStyleCnt="4">
        <dgm:presLayoutVars>
          <dgm:chMax val="0"/>
          <dgm:bulletEnabled val="1"/>
        </dgm:presLayoutVars>
      </dgm:prSet>
      <dgm:spPr/>
    </dgm:pt>
    <dgm:pt modelId="{FFFFD29A-8FF8-4689-BFAA-7EB898F81996}" type="pres">
      <dgm:prSet presAssocID="{742DCB51-16C9-464E-ADF8-C673269B17A6}" presName="connSite2" presStyleCnt="0"/>
      <dgm:spPr/>
    </dgm:pt>
  </dgm:ptLst>
  <dgm:cxnLst>
    <dgm:cxn modelId="{A8E92A02-89A9-F244-9558-23A3A1E0FD03}" type="presOf" srcId="{75512600-E328-4E89-BF32-4141DF214AC4}" destId="{46DDDCF2-27E6-4E6A-9E8F-E907F172B310}" srcOrd="1" destOrd="1" presId="urn:microsoft.com/office/officeart/2005/8/layout/hProcess4"/>
    <dgm:cxn modelId="{9DC7CF05-E055-E44C-8FD1-AC2C4891E481}" type="presOf" srcId="{26BF5B32-69C6-40D8-8BA7-D33ED2D0E276}" destId="{F6A3AF72-B600-4FD8-AFAD-D0A9D52D9474}" srcOrd="0" destOrd="0" presId="urn:microsoft.com/office/officeart/2005/8/layout/hProcess4"/>
    <dgm:cxn modelId="{F8437206-B0B7-40D4-91D4-68E5095F18B3}" srcId="{2D05C1B4-628A-44A8-AEF4-35D0C6C99BBD}" destId="{A560E2BD-7DB4-4159-9FAC-D975EE0465EB}" srcOrd="2" destOrd="0" parTransId="{ABED87CC-0258-4643-80AB-180E108190E5}" sibTransId="{26BF5B32-69C6-40D8-8BA7-D33ED2D0E276}"/>
    <dgm:cxn modelId="{5C06F624-EC67-4145-BD73-71DC8D31A9E2}" type="presOf" srcId="{B543ACF6-FFB5-42D0-BC38-980979210455}" destId="{9C2009D3-7B1D-4EE4-9C76-BA860E37CE30}" srcOrd="1" destOrd="0" presId="urn:microsoft.com/office/officeart/2005/8/layout/hProcess4"/>
    <dgm:cxn modelId="{32EE1225-D9F3-4A21-9A30-C007A6D37EBD}" srcId="{2D05C1B4-628A-44A8-AEF4-35D0C6C99BBD}" destId="{742DCB51-16C9-464E-ADF8-C673269B17A6}" srcOrd="3" destOrd="0" parTransId="{3D9F61EC-C074-4C9A-B345-5B4E95A3B21F}" sibTransId="{CEB7DE2D-10A6-4D66-8909-6C9E916CAF1B}"/>
    <dgm:cxn modelId="{184C1235-2D52-E94E-8002-A4CF146CE2A2}" type="presOf" srcId="{38EF1CC5-9308-4FEC-8ADC-58CCDE287459}" destId="{D283B30D-9CB3-41F3-B4AB-DC925C26F357}" srcOrd="0" destOrd="0" presId="urn:microsoft.com/office/officeart/2005/8/layout/hProcess4"/>
    <dgm:cxn modelId="{65DD695B-F404-4F46-914A-2B4C92E75728}" srcId="{2D05C1B4-628A-44A8-AEF4-35D0C6C99BBD}" destId="{9D3899C5-5506-4CB1-A195-72C1E5CAED85}" srcOrd="0" destOrd="0" parTransId="{CE9EE7D3-57FC-4490-AC97-CAF5A6453AEA}" sibTransId="{38EF1CC5-9308-4FEC-8ADC-58CCDE287459}"/>
    <dgm:cxn modelId="{36214042-6C13-A746-B501-A3DD9CE6523C}" type="presOf" srcId="{B0813D5B-BA35-47A4-B74A-CED1719DF174}" destId="{87D77485-65C9-4B60-BCF8-6D251C824C15}" srcOrd="0" destOrd="0" presId="urn:microsoft.com/office/officeart/2005/8/layout/hProcess4"/>
    <dgm:cxn modelId="{1F8F6D63-1C07-2345-B935-618A09F3F2E0}" type="presOf" srcId="{A560E2BD-7DB4-4159-9FAC-D975EE0465EB}" destId="{EEDEDB66-CF8D-4731-A3DB-4AAB9311A2D7}" srcOrd="0" destOrd="0" presId="urn:microsoft.com/office/officeart/2005/8/layout/hProcess4"/>
    <dgm:cxn modelId="{4053746F-2C13-4DCE-A8D0-C71705D29BE3}" srcId="{A560E2BD-7DB4-4159-9FAC-D975EE0465EB}" destId="{75512600-E328-4E89-BF32-4141DF214AC4}" srcOrd="1" destOrd="0" parTransId="{4B8299F3-A4F4-40F0-8A26-6924FB4BC400}" sibTransId="{D3378C33-778E-4A65-8982-A90F8B7D724D}"/>
    <dgm:cxn modelId="{87C2AC53-1A30-8F43-802B-A6C0B57B5D33}" type="presOf" srcId="{B543ACF6-FFB5-42D0-BC38-980979210455}" destId="{0F972D7A-2C4D-4147-AA07-27489C7F771C}" srcOrd="0" destOrd="0" presId="urn:microsoft.com/office/officeart/2005/8/layout/hProcess4"/>
    <dgm:cxn modelId="{5D6A1F77-8942-4742-8D2F-A82550C30768}" srcId="{9D3899C5-5506-4CB1-A195-72C1E5CAED85}" destId="{AFE39102-F6B8-4C29-96B3-4C8489D6A43F}" srcOrd="0" destOrd="0" parTransId="{B8881824-6885-47D2-A093-58A964AE8B74}" sibTransId="{8C3F37BA-580D-4814-B55F-FC557F37FBFE}"/>
    <dgm:cxn modelId="{56C89959-9CA9-8D44-AD04-DA08D3AD3731}" type="presOf" srcId="{9D3899C5-5506-4CB1-A195-72C1E5CAED85}" destId="{1463CA1F-84D4-478C-8A76-46CBDC5824C8}" srcOrd="0" destOrd="0" presId="urn:microsoft.com/office/officeart/2005/8/layout/hProcess4"/>
    <dgm:cxn modelId="{B336BA79-8637-9147-9858-A7275D870E74}" type="presOf" srcId="{D2D9163C-7A18-4F92-8BF3-B2DAE1F7AFB6}" destId="{66BC435A-DBC6-4F94-8CF9-7F10532BEBF5}" srcOrd="1" destOrd="1" presId="urn:microsoft.com/office/officeart/2005/8/layout/hProcess4"/>
    <dgm:cxn modelId="{124A015A-8837-A94C-B8F5-42F23FE85FFE}" type="presOf" srcId="{7C95FF25-0938-4900-AA0D-A351354B7B0B}" destId="{0E5E065D-9C7F-4623-B8AB-9C7AC27F7364}" srcOrd="0" destOrd="0" presId="urn:microsoft.com/office/officeart/2005/8/layout/hProcess4"/>
    <dgm:cxn modelId="{81037B81-8B21-419D-8A1C-4EF5714FA598}" srcId="{2D05C1B4-628A-44A8-AEF4-35D0C6C99BBD}" destId="{B0813D5B-BA35-47A4-B74A-CED1719DF174}" srcOrd="1" destOrd="0" parTransId="{8F89340D-8970-430C-BDB6-72EAFD25E0F6}" sibTransId="{7C95FF25-0938-4900-AA0D-A351354B7B0B}"/>
    <dgm:cxn modelId="{D1DF8485-F6D1-F44F-A608-B090F38C5B18}" type="presOf" srcId="{A169184A-E98B-48E8-860E-8F1316895A3B}" destId="{46DDDCF2-27E6-4E6A-9E8F-E907F172B310}" srcOrd="1" destOrd="0" presId="urn:microsoft.com/office/officeart/2005/8/layout/hProcess4"/>
    <dgm:cxn modelId="{02B53087-7C7F-4301-ADA4-D261B77405AF}" srcId="{742DCB51-16C9-464E-ADF8-C673269B17A6}" destId="{B543ACF6-FFB5-42D0-BC38-980979210455}" srcOrd="0" destOrd="0" parTransId="{41B59972-FF2C-4171-802C-F2C021E5F7F8}" sibTransId="{76026AB4-CC74-447A-A32B-207CDFA4D7DD}"/>
    <dgm:cxn modelId="{890CAE93-5EC9-CF42-8E24-8E0B5971E675}" type="presOf" srcId="{D2D9163C-7A18-4F92-8BF3-B2DAE1F7AFB6}" destId="{B73D0FCA-1D59-4AD6-8346-12343C6904D5}" srcOrd="0" destOrd="1" presId="urn:microsoft.com/office/officeart/2005/8/layout/hProcess4"/>
    <dgm:cxn modelId="{42B9309B-ED08-450B-946D-8D7132D11AC2}" srcId="{9D3899C5-5506-4CB1-A195-72C1E5CAED85}" destId="{2EE307DF-1695-4AE1-AA71-CC8E303F688B}" srcOrd="1" destOrd="0" parTransId="{82B37B5C-6B05-4AB8-A98A-B668A496D7C6}" sibTransId="{1F61293F-E3BE-4925-A0E9-86FC94419FA8}"/>
    <dgm:cxn modelId="{AB3CF3A8-191F-3B4E-87D1-A064AB104295}" type="presOf" srcId="{2EE307DF-1695-4AE1-AA71-CC8E303F688B}" destId="{634BB3E6-8001-4813-BFE3-675F9BFE5870}" srcOrd="1" destOrd="1" presId="urn:microsoft.com/office/officeart/2005/8/layout/hProcess4"/>
    <dgm:cxn modelId="{308FA4B1-B424-6B48-B545-59E438A710F0}" type="presOf" srcId="{2EE307DF-1695-4AE1-AA71-CC8E303F688B}" destId="{525124D8-4509-486E-A156-BE084F4B37E3}" srcOrd="0" destOrd="1" presId="urn:microsoft.com/office/officeart/2005/8/layout/hProcess4"/>
    <dgm:cxn modelId="{69767BB2-4610-9C40-9217-DB82BA1D6C7C}" type="presOf" srcId="{75512600-E328-4E89-BF32-4141DF214AC4}" destId="{4E8F0E31-2DC2-4158-9CB4-09D83765343E}" srcOrd="0" destOrd="1" presId="urn:microsoft.com/office/officeart/2005/8/layout/hProcess4"/>
    <dgm:cxn modelId="{B5DC80BF-6F81-0247-8DCA-576A17BF86FE}" type="presOf" srcId="{A169184A-E98B-48E8-860E-8F1316895A3B}" destId="{4E8F0E31-2DC2-4158-9CB4-09D83765343E}" srcOrd="0" destOrd="0" presId="urn:microsoft.com/office/officeart/2005/8/layout/hProcess4"/>
    <dgm:cxn modelId="{12C361CC-91A8-0548-8F99-627D36AE8E7C}" type="presOf" srcId="{742DCB51-16C9-464E-ADF8-C673269B17A6}" destId="{D1D5396B-1583-4394-B844-8D0B787882F5}" srcOrd="0" destOrd="0" presId="urn:microsoft.com/office/officeart/2005/8/layout/hProcess4"/>
    <dgm:cxn modelId="{EFCF84CF-8C24-43B0-B81B-597B1A81F3A6}" srcId="{A560E2BD-7DB4-4159-9FAC-D975EE0465EB}" destId="{A169184A-E98B-48E8-860E-8F1316895A3B}" srcOrd="0" destOrd="0" parTransId="{33610F49-3DE9-42F9-9C64-73C87C14B722}" sibTransId="{7528BCF6-8E6D-4B0E-BF6C-0C78E954C13E}"/>
    <dgm:cxn modelId="{7A7AAAD4-93FA-2240-A086-1597E93586EB}" type="presOf" srcId="{2D05C1B4-628A-44A8-AEF4-35D0C6C99BBD}" destId="{EC35537B-0439-4C4D-9B15-8040326F96B7}" srcOrd="0" destOrd="0" presId="urn:microsoft.com/office/officeart/2005/8/layout/hProcess4"/>
    <dgm:cxn modelId="{D435EBD6-E5F8-0445-9005-AF9A4BBE967F}" type="presOf" srcId="{621CF0E9-7AB9-4291-BEE7-53C8D2734952}" destId="{66BC435A-DBC6-4F94-8CF9-7F10532BEBF5}" srcOrd="1" destOrd="0" presId="urn:microsoft.com/office/officeart/2005/8/layout/hProcess4"/>
    <dgm:cxn modelId="{ECE358D8-193A-3F48-BDA6-7B0B9F934EBC}" type="presOf" srcId="{621CF0E9-7AB9-4291-BEE7-53C8D2734952}" destId="{B73D0FCA-1D59-4AD6-8346-12343C6904D5}" srcOrd="0" destOrd="0" presId="urn:microsoft.com/office/officeart/2005/8/layout/hProcess4"/>
    <dgm:cxn modelId="{D3D373EB-3A33-40AA-87F1-C629C5A84067}" srcId="{B0813D5B-BA35-47A4-B74A-CED1719DF174}" destId="{D2D9163C-7A18-4F92-8BF3-B2DAE1F7AFB6}" srcOrd="1" destOrd="0" parTransId="{E8A529AD-7A50-4017-A733-7E5A04D19D95}" sibTransId="{507F54FD-E071-4FD8-B2F0-1E7A38C87264}"/>
    <dgm:cxn modelId="{906551EE-2F53-C549-AC15-D3406F694901}" type="presOf" srcId="{AFE39102-F6B8-4C29-96B3-4C8489D6A43F}" destId="{525124D8-4509-486E-A156-BE084F4B37E3}" srcOrd="0" destOrd="0" presId="urn:microsoft.com/office/officeart/2005/8/layout/hProcess4"/>
    <dgm:cxn modelId="{614AF2FC-1AC6-8646-91C6-0A6BF2103738}" type="presOf" srcId="{AFE39102-F6B8-4C29-96B3-4C8489D6A43F}" destId="{634BB3E6-8001-4813-BFE3-675F9BFE5870}" srcOrd="1" destOrd="0" presId="urn:microsoft.com/office/officeart/2005/8/layout/hProcess4"/>
    <dgm:cxn modelId="{139482FD-0A2E-432B-AE9B-0AED1A76FD77}" srcId="{B0813D5B-BA35-47A4-B74A-CED1719DF174}" destId="{621CF0E9-7AB9-4291-BEE7-53C8D2734952}" srcOrd="0" destOrd="0" parTransId="{9BF70427-DFFD-474E-B246-2AE27E82CA52}" sibTransId="{AFA44181-884C-41E6-B140-7CF37EF4CC77}"/>
    <dgm:cxn modelId="{320F655E-9B50-AA42-9EB5-28BCD166D7E0}" type="presParOf" srcId="{EC35537B-0439-4C4D-9B15-8040326F96B7}" destId="{5C4C1BC7-C5ED-4FDE-8B80-3DBCCA2CCAEB}" srcOrd="0" destOrd="0" presId="urn:microsoft.com/office/officeart/2005/8/layout/hProcess4"/>
    <dgm:cxn modelId="{3D2FD657-2448-7E4C-9FD8-D3DAC4C99F94}" type="presParOf" srcId="{EC35537B-0439-4C4D-9B15-8040326F96B7}" destId="{D9174E5E-F3DD-4987-A11D-C708B01CADB0}" srcOrd="1" destOrd="0" presId="urn:microsoft.com/office/officeart/2005/8/layout/hProcess4"/>
    <dgm:cxn modelId="{2E413418-4BB9-0645-9094-02C2C328D819}" type="presParOf" srcId="{EC35537B-0439-4C4D-9B15-8040326F96B7}" destId="{D7BF9A62-D460-42B4-A841-E6D77A014427}" srcOrd="2" destOrd="0" presId="urn:microsoft.com/office/officeart/2005/8/layout/hProcess4"/>
    <dgm:cxn modelId="{8E9719C2-633F-174E-81C8-49F7F0195C32}" type="presParOf" srcId="{D7BF9A62-D460-42B4-A841-E6D77A014427}" destId="{F2C5A77A-15FB-4415-ACDF-5C518D4F2F3D}" srcOrd="0" destOrd="0" presId="urn:microsoft.com/office/officeart/2005/8/layout/hProcess4"/>
    <dgm:cxn modelId="{6E3F6A68-CCAC-624A-96EA-E8F5188B8993}" type="presParOf" srcId="{F2C5A77A-15FB-4415-ACDF-5C518D4F2F3D}" destId="{EC891250-F392-4787-B2CA-46200ECBC4E0}" srcOrd="0" destOrd="0" presId="urn:microsoft.com/office/officeart/2005/8/layout/hProcess4"/>
    <dgm:cxn modelId="{70E3E0BD-CB45-7F4C-B5C2-0303E32B5ECA}" type="presParOf" srcId="{F2C5A77A-15FB-4415-ACDF-5C518D4F2F3D}" destId="{525124D8-4509-486E-A156-BE084F4B37E3}" srcOrd="1" destOrd="0" presId="urn:microsoft.com/office/officeart/2005/8/layout/hProcess4"/>
    <dgm:cxn modelId="{E84395EE-DAA1-954F-A596-B68A39D8181B}" type="presParOf" srcId="{F2C5A77A-15FB-4415-ACDF-5C518D4F2F3D}" destId="{634BB3E6-8001-4813-BFE3-675F9BFE5870}" srcOrd="2" destOrd="0" presId="urn:microsoft.com/office/officeart/2005/8/layout/hProcess4"/>
    <dgm:cxn modelId="{805DB855-2707-2541-B32E-FF550DAEABE5}" type="presParOf" srcId="{F2C5A77A-15FB-4415-ACDF-5C518D4F2F3D}" destId="{1463CA1F-84D4-478C-8A76-46CBDC5824C8}" srcOrd="3" destOrd="0" presId="urn:microsoft.com/office/officeart/2005/8/layout/hProcess4"/>
    <dgm:cxn modelId="{8B416510-E752-EF4B-AAAD-617F72E669DB}" type="presParOf" srcId="{F2C5A77A-15FB-4415-ACDF-5C518D4F2F3D}" destId="{50AC9A2C-F623-4E83-98EA-D6804ED01E8D}" srcOrd="4" destOrd="0" presId="urn:microsoft.com/office/officeart/2005/8/layout/hProcess4"/>
    <dgm:cxn modelId="{5F342AAC-4C7E-7D47-B769-6B2D29C2D4B0}" type="presParOf" srcId="{D7BF9A62-D460-42B4-A841-E6D77A014427}" destId="{D283B30D-9CB3-41F3-B4AB-DC925C26F357}" srcOrd="1" destOrd="0" presId="urn:microsoft.com/office/officeart/2005/8/layout/hProcess4"/>
    <dgm:cxn modelId="{FC17B9D3-783A-904E-8EE1-7A5D655170A5}" type="presParOf" srcId="{D7BF9A62-D460-42B4-A841-E6D77A014427}" destId="{2416209F-FAB6-4966-8E13-9DB4616A0265}" srcOrd="2" destOrd="0" presId="urn:microsoft.com/office/officeart/2005/8/layout/hProcess4"/>
    <dgm:cxn modelId="{FDCA01EE-7DCC-7442-8BF6-718981F87A4D}" type="presParOf" srcId="{2416209F-FAB6-4966-8E13-9DB4616A0265}" destId="{EF9947E0-11F2-4254-AB2E-4491707C9730}" srcOrd="0" destOrd="0" presId="urn:microsoft.com/office/officeart/2005/8/layout/hProcess4"/>
    <dgm:cxn modelId="{2319BF53-A771-534D-91DB-072240B032A6}" type="presParOf" srcId="{2416209F-FAB6-4966-8E13-9DB4616A0265}" destId="{B73D0FCA-1D59-4AD6-8346-12343C6904D5}" srcOrd="1" destOrd="0" presId="urn:microsoft.com/office/officeart/2005/8/layout/hProcess4"/>
    <dgm:cxn modelId="{000F4A1F-51AD-564C-86C6-2715F6CF6737}" type="presParOf" srcId="{2416209F-FAB6-4966-8E13-9DB4616A0265}" destId="{66BC435A-DBC6-4F94-8CF9-7F10532BEBF5}" srcOrd="2" destOrd="0" presId="urn:microsoft.com/office/officeart/2005/8/layout/hProcess4"/>
    <dgm:cxn modelId="{E80AA870-BDC4-8143-A452-AB2F60A7C604}" type="presParOf" srcId="{2416209F-FAB6-4966-8E13-9DB4616A0265}" destId="{87D77485-65C9-4B60-BCF8-6D251C824C15}" srcOrd="3" destOrd="0" presId="urn:microsoft.com/office/officeart/2005/8/layout/hProcess4"/>
    <dgm:cxn modelId="{51B1843D-F1E9-3646-B546-DBA7932E5B81}" type="presParOf" srcId="{2416209F-FAB6-4966-8E13-9DB4616A0265}" destId="{5FC3CB1A-0BEA-462F-971B-BB07787A080D}" srcOrd="4" destOrd="0" presId="urn:microsoft.com/office/officeart/2005/8/layout/hProcess4"/>
    <dgm:cxn modelId="{8398D74C-A6C1-0A4D-8E4C-E0F3D206A059}" type="presParOf" srcId="{D7BF9A62-D460-42B4-A841-E6D77A014427}" destId="{0E5E065D-9C7F-4623-B8AB-9C7AC27F7364}" srcOrd="3" destOrd="0" presId="urn:microsoft.com/office/officeart/2005/8/layout/hProcess4"/>
    <dgm:cxn modelId="{8F7642E3-DA92-F84D-B210-9C368AFEED78}" type="presParOf" srcId="{D7BF9A62-D460-42B4-A841-E6D77A014427}" destId="{6F0C2DCA-5CDB-4580-AB56-4C86F6EB8F72}" srcOrd="4" destOrd="0" presId="urn:microsoft.com/office/officeart/2005/8/layout/hProcess4"/>
    <dgm:cxn modelId="{FF761049-FDAF-7045-AD02-77DFF3796BA8}" type="presParOf" srcId="{6F0C2DCA-5CDB-4580-AB56-4C86F6EB8F72}" destId="{8FBFE6EF-8775-4882-9097-BB76CB643BF6}" srcOrd="0" destOrd="0" presId="urn:microsoft.com/office/officeart/2005/8/layout/hProcess4"/>
    <dgm:cxn modelId="{816E6ECB-94EE-894D-BD39-D04A31EA170B}" type="presParOf" srcId="{6F0C2DCA-5CDB-4580-AB56-4C86F6EB8F72}" destId="{4E8F0E31-2DC2-4158-9CB4-09D83765343E}" srcOrd="1" destOrd="0" presId="urn:microsoft.com/office/officeart/2005/8/layout/hProcess4"/>
    <dgm:cxn modelId="{EB45BE5E-D2F5-F74C-8333-EA7212F4D340}" type="presParOf" srcId="{6F0C2DCA-5CDB-4580-AB56-4C86F6EB8F72}" destId="{46DDDCF2-27E6-4E6A-9E8F-E907F172B310}" srcOrd="2" destOrd="0" presId="urn:microsoft.com/office/officeart/2005/8/layout/hProcess4"/>
    <dgm:cxn modelId="{AF4EBFCC-F335-924A-992C-9B36310F82F3}" type="presParOf" srcId="{6F0C2DCA-5CDB-4580-AB56-4C86F6EB8F72}" destId="{EEDEDB66-CF8D-4731-A3DB-4AAB9311A2D7}" srcOrd="3" destOrd="0" presId="urn:microsoft.com/office/officeart/2005/8/layout/hProcess4"/>
    <dgm:cxn modelId="{F9237E3A-F9D4-C545-B7BF-85E7ADDD1BAB}" type="presParOf" srcId="{6F0C2DCA-5CDB-4580-AB56-4C86F6EB8F72}" destId="{EC7F7B78-8C8B-4590-A530-D34D5E8780A1}" srcOrd="4" destOrd="0" presId="urn:microsoft.com/office/officeart/2005/8/layout/hProcess4"/>
    <dgm:cxn modelId="{43A6F207-F765-CE49-9A66-861974F8A57F}" type="presParOf" srcId="{D7BF9A62-D460-42B4-A841-E6D77A014427}" destId="{F6A3AF72-B600-4FD8-AFAD-D0A9D52D9474}" srcOrd="5" destOrd="0" presId="urn:microsoft.com/office/officeart/2005/8/layout/hProcess4"/>
    <dgm:cxn modelId="{EB3856EF-1FCE-D146-814F-869ADDF360D6}" type="presParOf" srcId="{D7BF9A62-D460-42B4-A841-E6D77A014427}" destId="{EBE8C680-FD74-4C65-A08F-B1446C831895}" srcOrd="6" destOrd="0" presId="urn:microsoft.com/office/officeart/2005/8/layout/hProcess4"/>
    <dgm:cxn modelId="{B2EA497F-2012-944A-9BF6-529B8FFC8514}" type="presParOf" srcId="{EBE8C680-FD74-4C65-A08F-B1446C831895}" destId="{7E2C4A4E-D9DE-469D-8441-4C2D37A75FE5}" srcOrd="0" destOrd="0" presId="urn:microsoft.com/office/officeart/2005/8/layout/hProcess4"/>
    <dgm:cxn modelId="{5DFDBE2D-39DB-3845-AED5-A99EA977530E}" type="presParOf" srcId="{EBE8C680-FD74-4C65-A08F-B1446C831895}" destId="{0F972D7A-2C4D-4147-AA07-27489C7F771C}" srcOrd="1" destOrd="0" presId="urn:microsoft.com/office/officeart/2005/8/layout/hProcess4"/>
    <dgm:cxn modelId="{CF0969AA-2DA5-5B48-BB62-90BBBBE68753}" type="presParOf" srcId="{EBE8C680-FD74-4C65-A08F-B1446C831895}" destId="{9C2009D3-7B1D-4EE4-9C76-BA860E37CE30}" srcOrd="2" destOrd="0" presId="urn:microsoft.com/office/officeart/2005/8/layout/hProcess4"/>
    <dgm:cxn modelId="{F160C872-0A1B-4A45-A8CD-C6DDD7F2BC97}" type="presParOf" srcId="{EBE8C680-FD74-4C65-A08F-B1446C831895}" destId="{D1D5396B-1583-4394-B844-8D0B787882F5}" srcOrd="3" destOrd="0" presId="urn:microsoft.com/office/officeart/2005/8/layout/hProcess4"/>
    <dgm:cxn modelId="{4332DB6D-55CC-4643-9A56-77F7A3485DC2}" type="presParOf" srcId="{EBE8C680-FD74-4C65-A08F-B1446C831895}" destId="{FFFFD29A-8FF8-4689-BFAA-7EB898F81996}"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D05C1B4-628A-44A8-AEF4-35D0C6C99BBD}" type="doc">
      <dgm:prSet loTypeId="urn:microsoft.com/office/officeart/2005/8/layout/hProcess4" loCatId="process" qsTypeId="urn:microsoft.com/office/officeart/2005/8/quickstyle/simple1#2" qsCatId="simple" csTypeId="urn:microsoft.com/office/officeart/2005/8/colors/accent1_2#2" csCatId="accent1" phldr="1"/>
      <dgm:spPr/>
      <dgm:t>
        <a:bodyPr/>
        <a:lstStyle/>
        <a:p>
          <a:endParaRPr lang="es-MX"/>
        </a:p>
      </dgm:t>
    </dgm:pt>
    <dgm:pt modelId="{9D3899C5-5506-4CB1-A195-72C1E5CAED85}">
      <dgm:prSet phldrT="[Text]"/>
      <dgm:spPr/>
      <dgm:t>
        <a:bodyPr/>
        <a:lstStyle/>
        <a:p>
          <a:r>
            <a:rPr lang="es-MX" dirty="0"/>
            <a:t>Ejecutivo</a:t>
          </a:r>
        </a:p>
      </dgm:t>
    </dgm:pt>
    <dgm:pt modelId="{CE9EE7D3-57FC-4490-AC97-CAF5A6453AEA}" type="parTrans" cxnId="{65DD695B-F404-4F46-914A-2B4C92E75728}">
      <dgm:prSet/>
      <dgm:spPr/>
      <dgm:t>
        <a:bodyPr/>
        <a:lstStyle/>
        <a:p>
          <a:endParaRPr lang="es-MX"/>
        </a:p>
      </dgm:t>
    </dgm:pt>
    <dgm:pt modelId="{38EF1CC5-9308-4FEC-8ADC-58CCDE287459}" type="sibTrans" cxnId="{65DD695B-F404-4F46-914A-2B4C92E75728}">
      <dgm:prSet/>
      <dgm:spPr/>
      <dgm:t>
        <a:bodyPr/>
        <a:lstStyle/>
        <a:p>
          <a:endParaRPr lang="es-MX"/>
        </a:p>
      </dgm:t>
    </dgm:pt>
    <dgm:pt modelId="{AFE39102-F6B8-4C29-96B3-4C8489D6A43F}">
      <dgm:prSet phldrT="[Text]"/>
      <dgm:spPr/>
      <dgm:t>
        <a:bodyPr/>
        <a:lstStyle/>
        <a:p>
          <a:r>
            <a:rPr lang="es-MX" dirty="0"/>
            <a:t>Emite</a:t>
          </a:r>
        </a:p>
      </dgm:t>
    </dgm:pt>
    <dgm:pt modelId="{B8881824-6885-47D2-A093-58A964AE8B74}" type="parTrans" cxnId="{5D6A1F77-8942-4742-8D2F-A82550C30768}">
      <dgm:prSet/>
      <dgm:spPr/>
      <dgm:t>
        <a:bodyPr/>
        <a:lstStyle/>
        <a:p>
          <a:endParaRPr lang="es-MX"/>
        </a:p>
      </dgm:t>
    </dgm:pt>
    <dgm:pt modelId="{8C3F37BA-580D-4814-B55F-FC557F37FBFE}" type="sibTrans" cxnId="{5D6A1F77-8942-4742-8D2F-A82550C30768}">
      <dgm:prSet/>
      <dgm:spPr/>
      <dgm:t>
        <a:bodyPr/>
        <a:lstStyle/>
        <a:p>
          <a:endParaRPr lang="es-MX"/>
        </a:p>
      </dgm:t>
    </dgm:pt>
    <dgm:pt modelId="{9C0444E5-6BF2-4786-8C02-65998CDCAAE9}">
      <dgm:prSet phldrT="[Text]"/>
      <dgm:spPr/>
      <dgm:t>
        <a:bodyPr/>
        <a:lstStyle/>
        <a:p>
          <a:r>
            <a:rPr lang="es-MX" dirty="0"/>
            <a:t>No puede ir más allá de la Ley</a:t>
          </a:r>
        </a:p>
      </dgm:t>
    </dgm:pt>
    <dgm:pt modelId="{974F2270-7D3C-4B49-A2E8-951D3C6F46EA}" type="parTrans" cxnId="{664F23B2-1DF4-4992-99E9-40DBFE52E650}">
      <dgm:prSet/>
      <dgm:spPr/>
    </dgm:pt>
    <dgm:pt modelId="{3047191D-AA25-4BDD-A203-2B2CFCC9206F}" type="sibTrans" cxnId="{664F23B2-1DF4-4992-99E9-40DBFE52E650}">
      <dgm:prSet/>
      <dgm:spPr/>
    </dgm:pt>
    <dgm:pt modelId="{EC35537B-0439-4C4D-9B15-8040326F96B7}" type="pres">
      <dgm:prSet presAssocID="{2D05C1B4-628A-44A8-AEF4-35D0C6C99BBD}" presName="Name0" presStyleCnt="0">
        <dgm:presLayoutVars>
          <dgm:dir/>
          <dgm:animLvl val="lvl"/>
          <dgm:resizeHandles val="exact"/>
        </dgm:presLayoutVars>
      </dgm:prSet>
      <dgm:spPr/>
    </dgm:pt>
    <dgm:pt modelId="{5C4C1BC7-C5ED-4FDE-8B80-3DBCCA2CCAEB}" type="pres">
      <dgm:prSet presAssocID="{2D05C1B4-628A-44A8-AEF4-35D0C6C99BBD}" presName="tSp" presStyleCnt="0"/>
      <dgm:spPr/>
    </dgm:pt>
    <dgm:pt modelId="{D9174E5E-F3DD-4987-A11D-C708B01CADB0}" type="pres">
      <dgm:prSet presAssocID="{2D05C1B4-628A-44A8-AEF4-35D0C6C99BBD}" presName="bSp" presStyleCnt="0"/>
      <dgm:spPr/>
    </dgm:pt>
    <dgm:pt modelId="{D7BF9A62-D460-42B4-A841-E6D77A014427}" type="pres">
      <dgm:prSet presAssocID="{2D05C1B4-628A-44A8-AEF4-35D0C6C99BBD}" presName="process" presStyleCnt="0"/>
      <dgm:spPr/>
    </dgm:pt>
    <dgm:pt modelId="{F2C5A77A-15FB-4415-ACDF-5C518D4F2F3D}" type="pres">
      <dgm:prSet presAssocID="{9D3899C5-5506-4CB1-A195-72C1E5CAED85}" presName="composite1" presStyleCnt="0"/>
      <dgm:spPr/>
    </dgm:pt>
    <dgm:pt modelId="{EC891250-F392-4787-B2CA-46200ECBC4E0}" type="pres">
      <dgm:prSet presAssocID="{9D3899C5-5506-4CB1-A195-72C1E5CAED85}" presName="dummyNode1" presStyleLbl="node1" presStyleIdx="0" presStyleCnt="1"/>
      <dgm:spPr/>
    </dgm:pt>
    <dgm:pt modelId="{525124D8-4509-486E-A156-BE084F4B37E3}" type="pres">
      <dgm:prSet presAssocID="{9D3899C5-5506-4CB1-A195-72C1E5CAED85}" presName="childNode1" presStyleLbl="bgAcc1" presStyleIdx="0" presStyleCnt="1">
        <dgm:presLayoutVars>
          <dgm:bulletEnabled val="1"/>
        </dgm:presLayoutVars>
      </dgm:prSet>
      <dgm:spPr/>
    </dgm:pt>
    <dgm:pt modelId="{634BB3E6-8001-4813-BFE3-675F9BFE5870}" type="pres">
      <dgm:prSet presAssocID="{9D3899C5-5506-4CB1-A195-72C1E5CAED85}" presName="childNode1tx" presStyleLbl="bgAcc1" presStyleIdx="0" presStyleCnt="1">
        <dgm:presLayoutVars>
          <dgm:bulletEnabled val="1"/>
        </dgm:presLayoutVars>
      </dgm:prSet>
      <dgm:spPr/>
    </dgm:pt>
    <dgm:pt modelId="{1463CA1F-84D4-478C-8A76-46CBDC5824C8}" type="pres">
      <dgm:prSet presAssocID="{9D3899C5-5506-4CB1-A195-72C1E5CAED85}" presName="parentNode1" presStyleLbl="node1" presStyleIdx="0" presStyleCnt="1">
        <dgm:presLayoutVars>
          <dgm:chMax val="1"/>
          <dgm:bulletEnabled val="1"/>
        </dgm:presLayoutVars>
      </dgm:prSet>
      <dgm:spPr/>
    </dgm:pt>
    <dgm:pt modelId="{50AC9A2C-F623-4E83-98EA-D6804ED01E8D}" type="pres">
      <dgm:prSet presAssocID="{9D3899C5-5506-4CB1-A195-72C1E5CAED85}" presName="connSite1" presStyleCnt="0"/>
      <dgm:spPr/>
    </dgm:pt>
  </dgm:ptLst>
  <dgm:cxnLst>
    <dgm:cxn modelId="{CEFBE500-09DF-8F45-BFD0-993974EBC00F}" type="presOf" srcId="{9C0444E5-6BF2-4786-8C02-65998CDCAAE9}" destId="{634BB3E6-8001-4813-BFE3-675F9BFE5870}" srcOrd="1" destOrd="1" presId="urn:microsoft.com/office/officeart/2005/8/layout/hProcess4"/>
    <dgm:cxn modelId="{B6B03D11-1B21-1B41-90A0-0D4F857EB8B9}" type="presOf" srcId="{2D05C1B4-628A-44A8-AEF4-35D0C6C99BBD}" destId="{EC35537B-0439-4C4D-9B15-8040326F96B7}" srcOrd="0" destOrd="0" presId="urn:microsoft.com/office/officeart/2005/8/layout/hProcess4"/>
    <dgm:cxn modelId="{6A7EB73D-635E-344C-B4EE-698ED5A9E825}" type="presOf" srcId="{9D3899C5-5506-4CB1-A195-72C1E5CAED85}" destId="{1463CA1F-84D4-478C-8A76-46CBDC5824C8}" srcOrd="0" destOrd="0" presId="urn:microsoft.com/office/officeart/2005/8/layout/hProcess4"/>
    <dgm:cxn modelId="{65DD695B-F404-4F46-914A-2B4C92E75728}" srcId="{2D05C1B4-628A-44A8-AEF4-35D0C6C99BBD}" destId="{9D3899C5-5506-4CB1-A195-72C1E5CAED85}" srcOrd="0" destOrd="0" parTransId="{CE9EE7D3-57FC-4490-AC97-CAF5A6453AEA}" sibTransId="{38EF1CC5-9308-4FEC-8ADC-58CCDE287459}"/>
    <dgm:cxn modelId="{5D6A1F77-8942-4742-8D2F-A82550C30768}" srcId="{9D3899C5-5506-4CB1-A195-72C1E5CAED85}" destId="{AFE39102-F6B8-4C29-96B3-4C8489D6A43F}" srcOrd="0" destOrd="0" parTransId="{B8881824-6885-47D2-A093-58A964AE8B74}" sibTransId="{8C3F37BA-580D-4814-B55F-FC557F37FBFE}"/>
    <dgm:cxn modelId="{E5A97993-CE6E-5D46-9036-CC7240837889}" type="presOf" srcId="{9C0444E5-6BF2-4786-8C02-65998CDCAAE9}" destId="{525124D8-4509-486E-A156-BE084F4B37E3}" srcOrd="0" destOrd="1" presId="urn:microsoft.com/office/officeart/2005/8/layout/hProcess4"/>
    <dgm:cxn modelId="{664F23B2-1DF4-4992-99E9-40DBFE52E650}" srcId="{9D3899C5-5506-4CB1-A195-72C1E5CAED85}" destId="{9C0444E5-6BF2-4786-8C02-65998CDCAAE9}" srcOrd="1" destOrd="0" parTransId="{974F2270-7D3C-4B49-A2E8-951D3C6F46EA}" sibTransId="{3047191D-AA25-4BDD-A203-2B2CFCC9206F}"/>
    <dgm:cxn modelId="{CA2539C3-B68A-8D49-A1CB-2661D4BD1BC3}" type="presOf" srcId="{AFE39102-F6B8-4C29-96B3-4C8489D6A43F}" destId="{634BB3E6-8001-4813-BFE3-675F9BFE5870}" srcOrd="1" destOrd="0" presId="urn:microsoft.com/office/officeart/2005/8/layout/hProcess4"/>
    <dgm:cxn modelId="{B3A44ED6-48F3-8A45-A2DD-1DB881E5632D}" type="presOf" srcId="{AFE39102-F6B8-4C29-96B3-4C8489D6A43F}" destId="{525124D8-4509-486E-A156-BE084F4B37E3}" srcOrd="0" destOrd="0" presId="urn:microsoft.com/office/officeart/2005/8/layout/hProcess4"/>
    <dgm:cxn modelId="{C2997B50-9F01-B146-9FDF-5DA83C61357B}" type="presParOf" srcId="{EC35537B-0439-4C4D-9B15-8040326F96B7}" destId="{5C4C1BC7-C5ED-4FDE-8B80-3DBCCA2CCAEB}" srcOrd="0" destOrd="0" presId="urn:microsoft.com/office/officeart/2005/8/layout/hProcess4"/>
    <dgm:cxn modelId="{0DB44015-7CD3-F040-8F28-384F12FA8F04}" type="presParOf" srcId="{EC35537B-0439-4C4D-9B15-8040326F96B7}" destId="{D9174E5E-F3DD-4987-A11D-C708B01CADB0}" srcOrd="1" destOrd="0" presId="urn:microsoft.com/office/officeart/2005/8/layout/hProcess4"/>
    <dgm:cxn modelId="{2AA85FCD-E0CF-5F43-BC64-68A3E93314FD}" type="presParOf" srcId="{EC35537B-0439-4C4D-9B15-8040326F96B7}" destId="{D7BF9A62-D460-42B4-A841-E6D77A014427}" srcOrd="2" destOrd="0" presId="urn:microsoft.com/office/officeart/2005/8/layout/hProcess4"/>
    <dgm:cxn modelId="{D798FB23-F59F-E140-913B-E5C738E0007C}" type="presParOf" srcId="{D7BF9A62-D460-42B4-A841-E6D77A014427}" destId="{F2C5A77A-15FB-4415-ACDF-5C518D4F2F3D}" srcOrd="0" destOrd="0" presId="urn:microsoft.com/office/officeart/2005/8/layout/hProcess4"/>
    <dgm:cxn modelId="{D8BA9FF2-54C1-C343-921D-8877B72FA057}" type="presParOf" srcId="{F2C5A77A-15FB-4415-ACDF-5C518D4F2F3D}" destId="{EC891250-F392-4787-B2CA-46200ECBC4E0}" srcOrd="0" destOrd="0" presId="urn:microsoft.com/office/officeart/2005/8/layout/hProcess4"/>
    <dgm:cxn modelId="{5FBCD3D6-AD68-784F-A147-20D309F44A31}" type="presParOf" srcId="{F2C5A77A-15FB-4415-ACDF-5C518D4F2F3D}" destId="{525124D8-4509-486E-A156-BE084F4B37E3}" srcOrd="1" destOrd="0" presId="urn:microsoft.com/office/officeart/2005/8/layout/hProcess4"/>
    <dgm:cxn modelId="{E0545889-0210-E947-8E55-68A8FCDFE6F0}" type="presParOf" srcId="{F2C5A77A-15FB-4415-ACDF-5C518D4F2F3D}" destId="{634BB3E6-8001-4813-BFE3-675F9BFE5870}" srcOrd="2" destOrd="0" presId="urn:microsoft.com/office/officeart/2005/8/layout/hProcess4"/>
    <dgm:cxn modelId="{5F1A26A2-D8AF-284E-A023-FD18F74D1451}" type="presParOf" srcId="{F2C5A77A-15FB-4415-ACDF-5C518D4F2F3D}" destId="{1463CA1F-84D4-478C-8A76-46CBDC5824C8}" srcOrd="3" destOrd="0" presId="urn:microsoft.com/office/officeart/2005/8/layout/hProcess4"/>
    <dgm:cxn modelId="{19A0C7F3-5047-9747-A853-EC1FB655E41C}" type="presParOf" srcId="{F2C5A77A-15FB-4415-ACDF-5C518D4F2F3D}" destId="{50AC9A2C-F623-4E83-98EA-D6804ED01E8D}"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D05C1B4-628A-44A8-AEF4-35D0C6C99BBD}"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s-MX"/>
        </a:p>
      </dgm:t>
    </dgm:pt>
    <dgm:pt modelId="{9D3899C5-5506-4CB1-A195-72C1E5CAED85}">
      <dgm:prSet phldrT="[Text]"/>
      <dgm:spPr/>
      <dgm:t>
        <a:bodyPr/>
        <a:lstStyle/>
        <a:p>
          <a:r>
            <a:rPr lang="es-MX" dirty="0"/>
            <a:t>SHCP - SAT</a:t>
          </a:r>
        </a:p>
      </dgm:t>
    </dgm:pt>
    <dgm:pt modelId="{CE9EE7D3-57FC-4490-AC97-CAF5A6453AEA}" type="parTrans" cxnId="{65DD695B-F404-4F46-914A-2B4C92E75728}">
      <dgm:prSet/>
      <dgm:spPr/>
      <dgm:t>
        <a:bodyPr/>
        <a:lstStyle/>
        <a:p>
          <a:endParaRPr lang="es-MX"/>
        </a:p>
      </dgm:t>
    </dgm:pt>
    <dgm:pt modelId="{38EF1CC5-9308-4FEC-8ADC-58CCDE287459}" type="sibTrans" cxnId="{65DD695B-F404-4F46-914A-2B4C92E75728}">
      <dgm:prSet/>
      <dgm:spPr/>
      <dgm:t>
        <a:bodyPr/>
        <a:lstStyle/>
        <a:p>
          <a:endParaRPr lang="es-MX"/>
        </a:p>
      </dgm:t>
    </dgm:pt>
    <dgm:pt modelId="{AFE39102-F6B8-4C29-96B3-4C8489D6A43F}">
      <dgm:prSet phldrT="[Text]"/>
      <dgm:spPr/>
      <dgm:t>
        <a:bodyPr/>
        <a:lstStyle/>
        <a:p>
          <a:r>
            <a:rPr lang="es-MX" dirty="0"/>
            <a:t>Expide anualmente</a:t>
          </a:r>
        </a:p>
      </dgm:t>
    </dgm:pt>
    <dgm:pt modelId="{B8881824-6885-47D2-A093-58A964AE8B74}" type="parTrans" cxnId="{5D6A1F77-8942-4742-8D2F-A82550C30768}">
      <dgm:prSet/>
      <dgm:spPr/>
      <dgm:t>
        <a:bodyPr/>
        <a:lstStyle/>
        <a:p>
          <a:endParaRPr lang="es-MX"/>
        </a:p>
      </dgm:t>
    </dgm:pt>
    <dgm:pt modelId="{8C3F37BA-580D-4814-B55F-FC557F37FBFE}" type="sibTrans" cxnId="{5D6A1F77-8942-4742-8D2F-A82550C30768}">
      <dgm:prSet/>
      <dgm:spPr/>
      <dgm:t>
        <a:bodyPr/>
        <a:lstStyle/>
        <a:p>
          <a:endParaRPr lang="es-MX"/>
        </a:p>
      </dgm:t>
    </dgm:pt>
    <dgm:pt modelId="{BA5FC10E-8981-41C5-A3E4-39FC475AE1DF}">
      <dgm:prSet phldrT="[Text]"/>
      <dgm:spPr/>
      <dgm:t>
        <a:bodyPr/>
        <a:lstStyle/>
        <a:p>
          <a:r>
            <a:rPr lang="es-MX" dirty="0"/>
            <a:t>No generarán cargas adicionales (Sujeto, Objeto, Base y Tasa)</a:t>
          </a:r>
        </a:p>
      </dgm:t>
    </dgm:pt>
    <dgm:pt modelId="{7AA7F393-053D-47E6-8C80-757C1C935AFC}" type="parTrans" cxnId="{FC307FEF-990D-4F4D-96C6-A85A09F1F21B}">
      <dgm:prSet/>
      <dgm:spPr/>
      <dgm:t>
        <a:bodyPr/>
        <a:lstStyle/>
        <a:p>
          <a:endParaRPr lang="es-MX"/>
        </a:p>
      </dgm:t>
    </dgm:pt>
    <dgm:pt modelId="{1C2F7A8D-EEFF-4330-A3E2-82207E01B527}" type="sibTrans" cxnId="{FC307FEF-990D-4F4D-96C6-A85A09F1F21B}">
      <dgm:prSet/>
      <dgm:spPr/>
      <dgm:t>
        <a:bodyPr/>
        <a:lstStyle/>
        <a:p>
          <a:endParaRPr lang="es-MX"/>
        </a:p>
      </dgm:t>
    </dgm:pt>
    <dgm:pt modelId="{C0B34163-C523-41C4-9E27-C4191546C663}">
      <dgm:prSet phldrT="[Text]"/>
      <dgm:spPr/>
      <dgm:t>
        <a:bodyPr/>
        <a:lstStyle/>
        <a:p>
          <a:r>
            <a:rPr lang="es-MX" dirty="0"/>
            <a:t>Adiciones frecuentes</a:t>
          </a:r>
        </a:p>
      </dgm:t>
    </dgm:pt>
    <dgm:pt modelId="{629E7B75-BCEF-421D-8C98-9DF830FAF254}" type="parTrans" cxnId="{3B017FFA-2F08-4492-8F96-ADE9E63F4F05}">
      <dgm:prSet/>
      <dgm:spPr/>
      <dgm:t>
        <a:bodyPr/>
        <a:lstStyle/>
        <a:p>
          <a:endParaRPr lang="es-MX"/>
        </a:p>
      </dgm:t>
    </dgm:pt>
    <dgm:pt modelId="{FA249BA4-4651-40CE-8238-37E39483A197}" type="sibTrans" cxnId="{3B017FFA-2F08-4492-8F96-ADE9E63F4F05}">
      <dgm:prSet/>
      <dgm:spPr/>
      <dgm:t>
        <a:bodyPr/>
        <a:lstStyle/>
        <a:p>
          <a:endParaRPr lang="es-MX"/>
        </a:p>
      </dgm:t>
    </dgm:pt>
    <dgm:pt modelId="{EC35537B-0439-4C4D-9B15-8040326F96B7}" type="pres">
      <dgm:prSet presAssocID="{2D05C1B4-628A-44A8-AEF4-35D0C6C99BBD}" presName="Name0" presStyleCnt="0">
        <dgm:presLayoutVars>
          <dgm:dir/>
          <dgm:animLvl val="lvl"/>
          <dgm:resizeHandles val="exact"/>
        </dgm:presLayoutVars>
      </dgm:prSet>
      <dgm:spPr/>
    </dgm:pt>
    <dgm:pt modelId="{5C4C1BC7-C5ED-4FDE-8B80-3DBCCA2CCAEB}" type="pres">
      <dgm:prSet presAssocID="{2D05C1B4-628A-44A8-AEF4-35D0C6C99BBD}" presName="tSp" presStyleCnt="0"/>
      <dgm:spPr/>
    </dgm:pt>
    <dgm:pt modelId="{D9174E5E-F3DD-4987-A11D-C708B01CADB0}" type="pres">
      <dgm:prSet presAssocID="{2D05C1B4-628A-44A8-AEF4-35D0C6C99BBD}" presName="bSp" presStyleCnt="0"/>
      <dgm:spPr/>
    </dgm:pt>
    <dgm:pt modelId="{D7BF9A62-D460-42B4-A841-E6D77A014427}" type="pres">
      <dgm:prSet presAssocID="{2D05C1B4-628A-44A8-AEF4-35D0C6C99BBD}" presName="process" presStyleCnt="0"/>
      <dgm:spPr/>
    </dgm:pt>
    <dgm:pt modelId="{F2C5A77A-15FB-4415-ACDF-5C518D4F2F3D}" type="pres">
      <dgm:prSet presAssocID="{9D3899C5-5506-4CB1-A195-72C1E5CAED85}" presName="composite1" presStyleCnt="0"/>
      <dgm:spPr/>
    </dgm:pt>
    <dgm:pt modelId="{EC891250-F392-4787-B2CA-46200ECBC4E0}" type="pres">
      <dgm:prSet presAssocID="{9D3899C5-5506-4CB1-A195-72C1E5CAED85}" presName="dummyNode1" presStyleLbl="node1" presStyleIdx="0" presStyleCnt="1"/>
      <dgm:spPr/>
    </dgm:pt>
    <dgm:pt modelId="{525124D8-4509-486E-A156-BE084F4B37E3}" type="pres">
      <dgm:prSet presAssocID="{9D3899C5-5506-4CB1-A195-72C1E5CAED85}" presName="childNode1" presStyleLbl="bgAcc1" presStyleIdx="0" presStyleCnt="1">
        <dgm:presLayoutVars>
          <dgm:bulletEnabled val="1"/>
        </dgm:presLayoutVars>
      </dgm:prSet>
      <dgm:spPr/>
    </dgm:pt>
    <dgm:pt modelId="{634BB3E6-8001-4813-BFE3-675F9BFE5870}" type="pres">
      <dgm:prSet presAssocID="{9D3899C5-5506-4CB1-A195-72C1E5CAED85}" presName="childNode1tx" presStyleLbl="bgAcc1" presStyleIdx="0" presStyleCnt="1">
        <dgm:presLayoutVars>
          <dgm:bulletEnabled val="1"/>
        </dgm:presLayoutVars>
      </dgm:prSet>
      <dgm:spPr/>
    </dgm:pt>
    <dgm:pt modelId="{1463CA1F-84D4-478C-8A76-46CBDC5824C8}" type="pres">
      <dgm:prSet presAssocID="{9D3899C5-5506-4CB1-A195-72C1E5CAED85}" presName="parentNode1" presStyleLbl="node1" presStyleIdx="0" presStyleCnt="1">
        <dgm:presLayoutVars>
          <dgm:chMax val="1"/>
          <dgm:bulletEnabled val="1"/>
        </dgm:presLayoutVars>
      </dgm:prSet>
      <dgm:spPr/>
    </dgm:pt>
    <dgm:pt modelId="{50AC9A2C-F623-4E83-98EA-D6804ED01E8D}" type="pres">
      <dgm:prSet presAssocID="{9D3899C5-5506-4CB1-A195-72C1E5CAED85}" presName="connSite1" presStyleCnt="0"/>
      <dgm:spPr/>
    </dgm:pt>
  </dgm:ptLst>
  <dgm:cxnLst>
    <dgm:cxn modelId="{EE0E6E13-250F-024F-936C-353A58469696}" type="presOf" srcId="{C0B34163-C523-41C4-9E27-C4191546C663}" destId="{634BB3E6-8001-4813-BFE3-675F9BFE5870}" srcOrd="1" destOrd="1" presId="urn:microsoft.com/office/officeart/2005/8/layout/hProcess4"/>
    <dgm:cxn modelId="{49712231-5B3F-9A48-ADB5-7DE6E28861AF}" type="presOf" srcId="{AFE39102-F6B8-4C29-96B3-4C8489D6A43F}" destId="{525124D8-4509-486E-A156-BE084F4B37E3}" srcOrd="0" destOrd="0" presId="urn:microsoft.com/office/officeart/2005/8/layout/hProcess4"/>
    <dgm:cxn modelId="{65DD695B-F404-4F46-914A-2B4C92E75728}" srcId="{2D05C1B4-628A-44A8-AEF4-35D0C6C99BBD}" destId="{9D3899C5-5506-4CB1-A195-72C1E5CAED85}" srcOrd="0" destOrd="0" parTransId="{CE9EE7D3-57FC-4490-AC97-CAF5A6453AEA}" sibTransId="{38EF1CC5-9308-4FEC-8ADC-58CCDE287459}"/>
    <dgm:cxn modelId="{1DB80263-13CB-1E41-87E9-FE55AA62616A}" type="presOf" srcId="{BA5FC10E-8981-41C5-A3E4-39FC475AE1DF}" destId="{525124D8-4509-486E-A156-BE084F4B37E3}" srcOrd="0" destOrd="2" presId="urn:microsoft.com/office/officeart/2005/8/layout/hProcess4"/>
    <dgm:cxn modelId="{80A73F70-542B-914B-945E-2D78BD65CC4D}" type="presOf" srcId="{C0B34163-C523-41C4-9E27-C4191546C663}" destId="{525124D8-4509-486E-A156-BE084F4B37E3}" srcOrd="0" destOrd="1" presId="urn:microsoft.com/office/officeart/2005/8/layout/hProcess4"/>
    <dgm:cxn modelId="{2B721474-C133-0A41-8FDC-1254E8D91494}" type="presOf" srcId="{BA5FC10E-8981-41C5-A3E4-39FC475AE1DF}" destId="{634BB3E6-8001-4813-BFE3-675F9BFE5870}" srcOrd="1" destOrd="2" presId="urn:microsoft.com/office/officeart/2005/8/layout/hProcess4"/>
    <dgm:cxn modelId="{5D6A1F77-8942-4742-8D2F-A82550C30768}" srcId="{9D3899C5-5506-4CB1-A195-72C1E5CAED85}" destId="{AFE39102-F6B8-4C29-96B3-4C8489D6A43F}" srcOrd="0" destOrd="0" parTransId="{B8881824-6885-47D2-A093-58A964AE8B74}" sibTransId="{8C3F37BA-580D-4814-B55F-FC557F37FBFE}"/>
    <dgm:cxn modelId="{672F337B-C501-364A-AF8D-571FEA54F0D4}" type="presOf" srcId="{2D05C1B4-628A-44A8-AEF4-35D0C6C99BBD}" destId="{EC35537B-0439-4C4D-9B15-8040326F96B7}" srcOrd="0" destOrd="0" presId="urn:microsoft.com/office/officeart/2005/8/layout/hProcess4"/>
    <dgm:cxn modelId="{E91611BC-80FD-1F40-8993-E228CD8E911A}" type="presOf" srcId="{AFE39102-F6B8-4C29-96B3-4C8489D6A43F}" destId="{634BB3E6-8001-4813-BFE3-675F9BFE5870}" srcOrd="1" destOrd="0" presId="urn:microsoft.com/office/officeart/2005/8/layout/hProcess4"/>
    <dgm:cxn modelId="{FC307FEF-990D-4F4D-96C6-A85A09F1F21B}" srcId="{9D3899C5-5506-4CB1-A195-72C1E5CAED85}" destId="{BA5FC10E-8981-41C5-A3E4-39FC475AE1DF}" srcOrd="2" destOrd="0" parTransId="{7AA7F393-053D-47E6-8C80-757C1C935AFC}" sibTransId="{1C2F7A8D-EEFF-4330-A3E2-82207E01B527}"/>
    <dgm:cxn modelId="{6BA112F4-7B02-774E-BA02-066E947F67E7}" type="presOf" srcId="{9D3899C5-5506-4CB1-A195-72C1E5CAED85}" destId="{1463CA1F-84D4-478C-8A76-46CBDC5824C8}" srcOrd="0" destOrd="0" presId="urn:microsoft.com/office/officeart/2005/8/layout/hProcess4"/>
    <dgm:cxn modelId="{3B017FFA-2F08-4492-8F96-ADE9E63F4F05}" srcId="{9D3899C5-5506-4CB1-A195-72C1E5CAED85}" destId="{C0B34163-C523-41C4-9E27-C4191546C663}" srcOrd="1" destOrd="0" parTransId="{629E7B75-BCEF-421D-8C98-9DF830FAF254}" sibTransId="{FA249BA4-4651-40CE-8238-37E39483A197}"/>
    <dgm:cxn modelId="{328CB7B1-5495-4E4C-8BF9-2CEE1D38F6F4}" type="presParOf" srcId="{EC35537B-0439-4C4D-9B15-8040326F96B7}" destId="{5C4C1BC7-C5ED-4FDE-8B80-3DBCCA2CCAEB}" srcOrd="0" destOrd="0" presId="urn:microsoft.com/office/officeart/2005/8/layout/hProcess4"/>
    <dgm:cxn modelId="{F60C44C0-22A7-F943-8AAC-D8CD5D9922C9}" type="presParOf" srcId="{EC35537B-0439-4C4D-9B15-8040326F96B7}" destId="{D9174E5E-F3DD-4987-A11D-C708B01CADB0}" srcOrd="1" destOrd="0" presId="urn:microsoft.com/office/officeart/2005/8/layout/hProcess4"/>
    <dgm:cxn modelId="{1AFCFFD5-A8F3-984D-AACE-30B23941C606}" type="presParOf" srcId="{EC35537B-0439-4C4D-9B15-8040326F96B7}" destId="{D7BF9A62-D460-42B4-A841-E6D77A014427}" srcOrd="2" destOrd="0" presId="urn:microsoft.com/office/officeart/2005/8/layout/hProcess4"/>
    <dgm:cxn modelId="{676B3153-2621-274D-9067-8A25822440FF}" type="presParOf" srcId="{D7BF9A62-D460-42B4-A841-E6D77A014427}" destId="{F2C5A77A-15FB-4415-ACDF-5C518D4F2F3D}" srcOrd="0" destOrd="0" presId="urn:microsoft.com/office/officeart/2005/8/layout/hProcess4"/>
    <dgm:cxn modelId="{6B7D966F-EEE4-0045-A325-49FBC946BBEA}" type="presParOf" srcId="{F2C5A77A-15FB-4415-ACDF-5C518D4F2F3D}" destId="{EC891250-F392-4787-B2CA-46200ECBC4E0}" srcOrd="0" destOrd="0" presId="urn:microsoft.com/office/officeart/2005/8/layout/hProcess4"/>
    <dgm:cxn modelId="{7C2F7F1A-60C4-EA4A-82A7-14280F7C982E}" type="presParOf" srcId="{F2C5A77A-15FB-4415-ACDF-5C518D4F2F3D}" destId="{525124D8-4509-486E-A156-BE084F4B37E3}" srcOrd="1" destOrd="0" presId="urn:microsoft.com/office/officeart/2005/8/layout/hProcess4"/>
    <dgm:cxn modelId="{A38FDC7A-D99C-0243-A5F9-89BBF4789C5B}" type="presParOf" srcId="{F2C5A77A-15FB-4415-ACDF-5C518D4F2F3D}" destId="{634BB3E6-8001-4813-BFE3-675F9BFE5870}" srcOrd="2" destOrd="0" presId="urn:microsoft.com/office/officeart/2005/8/layout/hProcess4"/>
    <dgm:cxn modelId="{5EAEE781-6EE1-B54C-8F1E-CCF887FA6521}" type="presParOf" srcId="{F2C5A77A-15FB-4415-ACDF-5C518D4F2F3D}" destId="{1463CA1F-84D4-478C-8A76-46CBDC5824C8}" srcOrd="3" destOrd="0" presId="urn:microsoft.com/office/officeart/2005/8/layout/hProcess4"/>
    <dgm:cxn modelId="{814BAE77-47BF-2D4E-9EDE-2148D1C1F81C}" type="presParOf" srcId="{F2C5A77A-15FB-4415-ACDF-5C518D4F2F3D}" destId="{50AC9A2C-F623-4E83-98EA-D6804ED01E8D}"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D05C1B4-628A-44A8-AEF4-35D0C6C99BBD}"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s-MX"/>
        </a:p>
      </dgm:t>
    </dgm:pt>
    <dgm:pt modelId="{9D3899C5-5506-4CB1-A195-72C1E5CAED85}">
      <dgm:prSet phldrT="[Text]"/>
      <dgm:spPr/>
      <dgm:t>
        <a:bodyPr/>
        <a:lstStyle/>
        <a:p>
          <a:r>
            <a:rPr lang="es-MX" dirty="0"/>
            <a:t>SHCP - SAT</a:t>
          </a:r>
        </a:p>
      </dgm:t>
    </dgm:pt>
    <dgm:pt modelId="{CE9EE7D3-57FC-4490-AC97-CAF5A6453AEA}" type="parTrans" cxnId="{65DD695B-F404-4F46-914A-2B4C92E75728}">
      <dgm:prSet/>
      <dgm:spPr/>
      <dgm:t>
        <a:bodyPr/>
        <a:lstStyle/>
        <a:p>
          <a:endParaRPr lang="es-MX"/>
        </a:p>
      </dgm:t>
    </dgm:pt>
    <dgm:pt modelId="{38EF1CC5-9308-4FEC-8ADC-58CCDE287459}" type="sibTrans" cxnId="{65DD695B-F404-4F46-914A-2B4C92E75728}">
      <dgm:prSet/>
      <dgm:spPr/>
      <dgm:t>
        <a:bodyPr/>
        <a:lstStyle/>
        <a:p>
          <a:endParaRPr lang="es-MX"/>
        </a:p>
      </dgm:t>
    </dgm:pt>
    <dgm:pt modelId="{AFE39102-F6B8-4C29-96B3-4C8489D6A43F}">
      <dgm:prSet phldrT="[Text]"/>
      <dgm:spPr/>
      <dgm:t>
        <a:bodyPr/>
        <a:lstStyle/>
        <a:p>
          <a:r>
            <a:rPr lang="es-MX" dirty="0"/>
            <a:t>Dados a conocer en forma periódica</a:t>
          </a:r>
        </a:p>
      </dgm:t>
    </dgm:pt>
    <dgm:pt modelId="{B8881824-6885-47D2-A093-58A964AE8B74}" type="parTrans" cxnId="{5D6A1F77-8942-4742-8D2F-A82550C30768}">
      <dgm:prSet/>
      <dgm:spPr/>
      <dgm:t>
        <a:bodyPr/>
        <a:lstStyle/>
        <a:p>
          <a:endParaRPr lang="es-MX"/>
        </a:p>
      </dgm:t>
    </dgm:pt>
    <dgm:pt modelId="{8C3F37BA-580D-4814-B55F-FC557F37FBFE}" type="sibTrans" cxnId="{5D6A1F77-8942-4742-8D2F-A82550C30768}">
      <dgm:prSet/>
      <dgm:spPr/>
      <dgm:t>
        <a:bodyPr/>
        <a:lstStyle/>
        <a:p>
          <a:endParaRPr lang="es-MX"/>
        </a:p>
      </dgm:t>
    </dgm:pt>
    <dgm:pt modelId="{B1685B22-8AC9-413D-8B64-2867FD33C587}">
      <dgm:prSet phldrT="[Text]"/>
      <dgm:spPr/>
      <dgm:t>
        <a:bodyPr/>
        <a:lstStyle/>
        <a:p>
          <a:r>
            <a:rPr lang="es-MX" dirty="0"/>
            <a:t>No nacen obligaciones</a:t>
          </a:r>
        </a:p>
      </dgm:t>
    </dgm:pt>
    <dgm:pt modelId="{41E06865-648D-41B0-B99C-FC6C854F33AF}" type="parTrans" cxnId="{AC58C5EA-7D31-45D1-9B46-92AB56FF602E}">
      <dgm:prSet/>
      <dgm:spPr/>
      <dgm:t>
        <a:bodyPr/>
        <a:lstStyle/>
        <a:p>
          <a:endParaRPr lang="es-MX"/>
        </a:p>
      </dgm:t>
    </dgm:pt>
    <dgm:pt modelId="{E3D7E0AA-689A-4F4E-AFBC-7850A9B7CF25}" type="sibTrans" cxnId="{AC58C5EA-7D31-45D1-9B46-92AB56FF602E}">
      <dgm:prSet/>
      <dgm:spPr/>
      <dgm:t>
        <a:bodyPr/>
        <a:lstStyle/>
        <a:p>
          <a:endParaRPr lang="es-MX"/>
        </a:p>
      </dgm:t>
    </dgm:pt>
    <dgm:pt modelId="{3D29C07F-F2E8-4DDF-AD09-7D8C588B7BBE}">
      <dgm:prSet phldrT="[Text]"/>
      <dgm:spPr/>
      <dgm:t>
        <a:bodyPr/>
        <a:lstStyle/>
        <a:p>
          <a:r>
            <a:rPr lang="es-MX" dirty="0"/>
            <a:t>Derivan derechos si son publicados (Criterios Normativos)</a:t>
          </a:r>
        </a:p>
      </dgm:t>
    </dgm:pt>
    <dgm:pt modelId="{96948A3B-2035-4FC2-9E82-B151A213E153}" type="parTrans" cxnId="{D07AD801-E944-4F4B-88D9-53495C2D04DD}">
      <dgm:prSet/>
      <dgm:spPr/>
      <dgm:t>
        <a:bodyPr/>
        <a:lstStyle/>
        <a:p>
          <a:endParaRPr lang="es-MX"/>
        </a:p>
      </dgm:t>
    </dgm:pt>
    <dgm:pt modelId="{5A121B7B-3C4F-4414-8718-2C4DC7F82905}" type="sibTrans" cxnId="{D07AD801-E944-4F4B-88D9-53495C2D04DD}">
      <dgm:prSet/>
      <dgm:spPr/>
      <dgm:t>
        <a:bodyPr/>
        <a:lstStyle/>
        <a:p>
          <a:endParaRPr lang="es-MX"/>
        </a:p>
      </dgm:t>
    </dgm:pt>
    <dgm:pt modelId="{C7492598-88C4-4C49-AAA6-F0ADD980D73F}">
      <dgm:prSet phldrT="[Text]"/>
      <dgm:spPr/>
      <dgm:t>
        <a:bodyPr/>
        <a:lstStyle/>
        <a:p>
          <a:r>
            <a:rPr lang="es-MX" dirty="0"/>
            <a:t>Dirigidos a las dependencias del SAT para normar su actuación (Criterios Normativos)</a:t>
          </a:r>
        </a:p>
      </dgm:t>
    </dgm:pt>
    <dgm:pt modelId="{789C8FA8-84A9-426B-BA66-01EF5A8661C5}" type="parTrans" cxnId="{8EB4260E-D6AF-43EE-A558-41DE02A7D9B5}">
      <dgm:prSet/>
      <dgm:spPr/>
      <dgm:t>
        <a:bodyPr/>
        <a:lstStyle/>
        <a:p>
          <a:endParaRPr lang="es-MX"/>
        </a:p>
      </dgm:t>
    </dgm:pt>
    <dgm:pt modelId="{C22B1549-9AA3-4EEB-AAF4-A0B7CCCE2059}" type="sibTrans" cxnId="{8EB4260E-D6AF-43EE-A558-41DE02A7D9B5}">
      <dgm:prSet/>
      <dgm:spPr/>
      <dgm:t>
        <a:bodyPr/>
        <a:lstStyle/>
        <a:p>
          <a:endParaRPr lang="es-MX"/>
        </a:p>
      </dgm:t>
    </dgm:pt>
    <dgm:pt modelId="{EC35537B-0439-4C4D-9B15-8040326F96B7}" type="pres">
      <dgm:prSet presAssocID="{2D05C1B4-628A-44A8-AEF4-35D0C6C99BBD}" presName="Name0" presStyleCnt="0">
        <dgm:presLayoutVars>
          <dgm:dir/>
          <dgm:animLvl val="lvl"/>
          <dgm:resizeHandles val="exact"/>
        </dgm:presLayoutVars>
      </dgm:prSet>
      <dgm:spPr/>
    </dgm:pt>
    <dgm:pt modelId="{5C4C1BC7-C5ED-4FDE-8B80-3DBCCA2CCAEB}" type="pres">
      <dgm:prSet presAssocID="{2D05C1B4-628A-44A8-AEF4-35D0C6C99BBD}" presName="tSp" presStyleCnt="0"/>
      <dgm:spPr/>
    </dgm:pt>
    <dgm:pt modelId="{D9174E5E-F3DD-4987-A11D-C708B01CADB0}" type="pres">
      <dgm:prSet presAssocID="{2D05C1B4-628A-44A8-AEF4-35D0C6C99BBD}" presName="bSp" presStyleCnt="0"/>
      <dgm:spPr/>
    </dgm:pt>
    <dgm:pt modelId="{D7BF9A62-D460-42B4-A841-E6D77A014427}" type="pres">
      <dgm:prSet presAssocID="{2D05C1B4-628A-44A8-AEF4-35D0C6C99BBD}" presName="process" presStyleCnt="0"/>
      <dgm:spPr/>
    </dgm:pt>
    <dgm:pt modelId="{F2C5A77A-15FB-4415-ACDF-5C518D4F2F3D}" type="pres">
      <dgm:prSet presAssocID="{9D3899C5-5506-4CB1-A195-72C1E5CAED85}" presName="composite1" presStyleCnt="0"/>
      <dgm:spPr/>
    </dgm:pt>
    <dgm:pt modelId="{EC891250-F392-4787-B2CA-46200ECBC4E0}" type="pres">
      <dgm:prSet presAssocID="{9D3899C5-5506-4CB1-A195-72C1E5CAED85}" presName="dummyNode1" presStyleLbl="node1" presStyleIdx="0" presStyleCnt="1"/>
      <dgm:spPr/>
    </dgm:pt>
    <dgm:pt modelId="{525124D8-4509-486E-A156-BE084F4B37E3}" type="pres">
      <dgm:prSet presAssocID="{9D3899C5-5506-4CB1-A195-72C1E5CAED85}" presName="childNode1" presStyleLbl="bgAcc1" presStyleIdx="0" presStyleCnt="1">
        <dgm:presLayoutVars>
          <dgm:bulletEnabled val="1"/>
        </dgm:presLayoutVars>
      </dgm:prSet>
      <dgm:spPr/>
    </dgm:pt>
    <dgm:pt modelId="{634BB3E6-8001-4813-BFE3-675F9BFE5870}" type="pres">
      <dgm:prSet presAssocID="{9D3899C5-5506-4CB1-A195-72C1E5CAED85}" presName="childNode1tx" presStyleLbl="bgAcc1" presStyleIdx="0" presStyleCnt="1">
        <dgm:presLayoutVars>
          <dgm:bulletEnabled val="1"/>
        </dgm:presLayoutVars>
      </dgm:prSet>
      <dgm:spPr/>
    </dgm:pt>
    <dgm:pt modelId="{1463CA1F-84D4-478C-8A76-46CBDC5824C8}" type="pres">
      <dgm:prSet presAssocID="{9D3899C5-5506-4CB1-A195-72C1E5CAED85}" presName="parentNode1" presStyleLbl="node1" presStyleIdx="0" presStyleCnt="1">
        <dgm:presLayoutVars>
          <dgm:chMax val="1"/>
          <dgm:bulletEnabled val="1"/>
        </dgm:presLayoutVars>
      </dgm:prSet>
      <dgm:spPr/>
    </dgm:pt>
    <dgm:pt modelId="{50AC9A2C-F623-4E83-98EA-D6804ED01E8D}" type="pres">
      <dgm:prSet presAssocID="{9D3899C5-5506-4CB1-A195-72C1E5CAED85}" presName="connSite1" presStyleCnt="0"/>
      <dgm:spPr/>
    </dgm:pt>
  </dgm:ptLst>
  <dgm:cxnLst>
    <dgm:cxn modelId="{D07AD801-E944-4F4B-88D9-53495C2D04DD}" srcId="{9D3899C5-5506-4CB1-A195-72C1E5CAED85}" destId="{3D29C07F-F2E8-4DDF-AD09-7D8C588B7BBE}" srcOrd="3" destOrd="0" parTransId="{96948A3B-2035-4FC2-9E82-B151A213E153}" sibTransId="{5A121B7B-3C4F-4414-8718-2C4DC7F82905}"/>
    <dgm:cxn modelId="{B72FB902-575F-C142-BA59-85F46EABCE0B}" type="presOf" srcId="{B1685B22-8AC9-413D-8B64-2867FD33C587}" destId="{525124D8-4509-486E-A156-BE084F4B37E3}" srcOrd="0" destOrd="2" presId="urn:microsoft.com/office/officeart/2005/8/layout/hProcess4"/>
    <dgm:cxn modelId="{8EB4260E-D6AF-43EE-A558-41DE02A7D9B5}" srcId="{9D3899C5-5506-4CB1-A195-72C1E5CAED85}" destId="{C7492598-88C4-4C49-AAA6-F0ADD980D73F}" srcOrd="1" destOrd="0" parTransId="{789C8FA8-84A9-426B-BA66-01EF5A8661C5}" sibTransId="{C22B1549-9AA3-4EEB-AAF4-A0B7CCCE2059}"/>
    <dgm:cxn modelId="{FE0C3A18-2844-3344-A01D-57F7DACD00F7}" type="presOf" srcId="{9D3899C5-5506-4CB1-A195-72C1E5CAED85}" destId="{1463CA1F-84D4-478C-8A76-46CBDC5824C8}" srcOrd="0" destOrd="0" presId="urn:microsoft.com/office/officeart/2005/8/layout/hProcess4"/>
    <dgm:cxn modelId="{73AC8F2F-BCB5-C945-8967-4F455303C7A2}" type="presOf" srcId="{C7492598-88C4-4C49-AAA6-F0ADD980D73F}" destId="{525124D8-4509-486E-A156-BE084F4B37E3}" srcOrd="0" destOrd="1" presId="urn:microsoft.com/office/officeart/2005/8/layout/hProcess4"/>
    <dgm:cxn modelId="{8FCF4D33-3CB3-3446-A86A-1FE28D87ECE8}" type="presOf" srcId="{3D29C07F-F2E8-4DDF-AD09-7D8C588B7BBE}" destId="{525124D8-4509-486E-A156-BE084F4B37E3}" srcOrd="0" destOrd="3" presId="urn:microsoft.com/office/officeart/2005/8/layout/hProcess4"/>
    <dgm:cxn modelId="{AB9F263C-20FD-AA44-A10B-45EFF85623DD}" type="presOf" srcId="{AFE39102-F6B8-4C29-96B3-4C8489D6A43F}" destId="{525124D8-4509-486E-A156-BE084F4B37E3}" srcOrd="0" destOrd="0" presId="urn:microsoft.com/office/officeart/2005/8/layout/hProcess4"/>
    <dgm:cxn modelId="{65DD695B-F404-4F46-914A-2B4C92E75728}" srcId="{2D05C1B4-628A-44A8-AEF4-35D0C6C99BBD}" destId="{9D3899C5-5506-4CB1-A195-72C1E5CAED85}" srcOrd="0" destOrd="0" parTransId="{CE9EE7D3-57FC-4490-AC97-CAF5A6453AEA}" sibTransId="{38EF1CC5-9308-4FEC-8ADC-58CCDE287459}"/>
    <dgm:cxn modelId="{721A4B5E-7A35-224B-91B0-10C706968C01}" type="presOf" srcId="{3D29C07F-F2E8-4DDF-AD09-7D8C588B7BBE}" destId="{634BB3E6-8001-4813-BFE3-675F9BFE5870}" srcOrd="1" destOrd="3" presId="urn:microsoft.com/office/officeart/2005/8/layout/hProcess4"/>
    <dgm:cxn modelId="{5D6A1F77-8942-4742-8D2F-A82550C30768}" srcId="{9D3899C5-5506-4CB1-A195-72C1E5CAED85}" destId="{AFE39102-F6B8-4C29-96B3-4C8489D6A43F}" srcOrd="0" destOrd="0" parTransId="{B8881824-6885-47D2-A093-58A964AE8B74}" sibTransId="{8C3F37BA-580D-4814-B55F-FC557F37FBFE}"/>
    <dgm:cxn modelId="{99E3FD9B-7BCD-3D48-B50F-771F9D9FA72E}" type="presOf" srcId="{C7492598-88C4-4C49-AAA6-F0ADD980D73F}" destId="{634BB3E6-8001-4813-BFE3-675F9BFE5870}" srcOrd="1" destOrd="1" presId="urn:microsoft.com/office/officeart/2005/8/layout/hProcess4"/>
    <dgm:cxn modelId="{188CCAAE-C7D2-EC44-A4AD-E38C4F3CBC50}" type="presOf" srcId="{AFE39102-F6B8-4C29-96B3-4C8489D6A43F}" destId="{634BB3E6-8001-4813-BFE3-675F9BFE5870}" srcOrd="1" destOrd="0" presId="urn:microsoft.com/office/officeart/2005/8/layout/hProcess4"/>
    <dgm:cxn modelId="{AC58C5EA-7D31-45D1-9B46-92AB56FF602E}" srcId="{9D3899C5-5506-4CB1-A195-72C1E5CAED85}" destId="{B1685B22-8AC9-413D-8B64-2867FD33C587}" srcOrd="2" destOrd="0" parTransId="{41E06865-648D-41B0-B99C-FC6C854F33AF}" sibTransId="{E3D7E0AA-689A-4F4E-AFBC-7850A9B7CF25}"/>
    <dgm:cxn modelId="{5808CBF2-5A69-E141-9FB7-72FD11C4A0AA}" type="presOf" srcId="{2D05C1B4-628A-44A8-AEF4-35D0C6C99BBD}" destId="{EC35537B-0439-4C4D-9B15-8040326F96B7}" srcOrd="0" destOrd="0" presId="urn:microsoft.com/office/officeart/2005/8/layout/hProcess4"/>
    <dgm:cxn modelId="{F5A1CFFE-DD7D-2343-B45F-9661D18FB9F9}" type="presOf" srcId="{B1685B22-8AC9-413D-8B64-2867FD33C587}" destId="{634BB3E6-8001-4813-BFE3-675F9BFE5870}" srcOrd="1" destOrd="2" presId="urn:microsoft.com/office/officeart/2005/8/layout/hProcess4"/>
    <dgm:cxn modelId="{60A1841C-8F04-D64E-9AA6-14EB16CE6805}" type="presParOf" srcId="{EC35537B-0439-4C4D-9B15-8040326F96B7}" destId="{5C4C1BC7-C5ED-4FDE-8B80-3DBCCA2CCAEB}" srcOrd="0" destOrd="0" presId="urn:microsoft.com/office/officeart/2005/8/layout/hProcess4"/>
    <dgm:cxn modelId="{6EAF0641-C185-4B43-9661-BCC0F1CF3745}" type="presParOf" srcId="{EC35537B-0439-4C4D-9B15-8040326F96B7}" destId="{D9174E5E-F3DD-4987-A11D-C708B01CADB0}" srcOrd="1" destOrd="0" presId="urn:microsoft.com/office/officeart/2005/8/layout/hProcess4"/>
    <dgm:cxn modelId="{B2727506-FD51-C040-9E65-4E30B71B566E}" type="presParOf" srcId="{EC35537B-0439-4C4D-9B15-8040326F96B7}" destId="{D7BF9A62-D460-42B4-A841-E6D77A014427}" srcOrd="2" destOrd="0" presId="urn:microsoft.com/office/officeart/2005/8/layout/hProcess4"/>
    <dgm:cxn modelId="{8C570B43-5CA2-804B-8D14-73C781991430}" type="presParOf" srcId="{D7BF9A62-D460-42B4-A841-E6D77A014427}" destId="{F2C5A77A-15FB-4415-ACDF-5C518D4F2F3D}" srcOrd="0" destOrd="0" presId="urn:microsoft.com/office/officeart/2005/8/layout/hProcess4"/>
    <dgm:cxn modelId="{61EFCAFB-6579-4143-8504-66B15D9B883A}" type="presParOf" srcId="{F2C5A77A-15FB-4415-ACDF-5C518D4F2F3D}" destId="{EC891250-F392-4787-B2CA-46200ECBC4E0}" srcOrd="0" destOrd="0" presId="urn:microsoft.com/office/officeart/2005/8/layout/hProcess4"/>
    <dgm:cxn modelId="{C73B74C8-B97E-A24C-A06B-8EEFA9BDD945}" type="presParOf" srcId="{F2C5A77A-15FB-4415-ACDF-5C518D4F2F3D}" destId="{525124D8-4509-486E-A156-BE084F4B37E3}" srcOrd="1" destOrd="0" presId="urn:microsoft.com/office/officeart/2005/8/layout/hProcess4"/>
    <dgm:cxn modelId="{9A3A4469-11AA-5B48-B91B-5D67EA19649F}" type="presParOf" srcId="{F2C5A77A-15FB-4415-ACDF-5C518D4F2F3D}" destId="{634BB3E6-8001-4813-BFE3-675F9BFE5870}" srcOrd="2" destOrd="0" presId="urn:microsoft.com/office/officeart/2005/8/layout/hProcess4"/>
    <dgm:cxn modelId="{504B3CB2-BD12-8745-BC86-41B0BD8F34DD}" type="presParOf" srcId="{F2C5A77A-15FB-4415-ACDF-5C518D4F2F3D}" destId="{1463CA1F-84D4-478C-8A76-46CBDC5824C8}" srcOrd="3" destOrd="0" presId="urn:microsoft.com/office/officeart/2005/8/layout/hProcess4"/>
    <dgm:cxn modelId="{C2E155F2-05DB-BB4C-85CD-D8A39BF94A7F}" type="presParOf" srcId="{F2C5A77A-15FB-4415-ACDF-5C518D4F2F3D}" destId="{50AC9A2C-F623-4E83-98EA-D6804ED01E8D}"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6AAC867-AC97-4A23-8D1D-0FA32DDCF658}"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s-MX"/>
        </a:p>
      </dgm:t>
    </dgm:pt>
    <dgm:pt modelId="{40BFD70D-BDAC-49D7-898E-5CBD1C8E11FE}">
      <dgm:prSet phldrT="[Text]"/>
      <dgm:spPr/>
      <dgm:t>
        <a:bodyPr/>
        <a:lstStyle/>
        <a:p>
          <a:r>
            <a:rPr lang="es-MX" dirty="0"/>
            <a:t>El Contribuyente quiere pagar lo menos posible</a:t>
          </a:r>
        </a:p>
      </dgm:t>
    </dgm:pt>
    <dgm:pt modelId="{6D6FC295-E12C-4912-AFEF-6A84F434FCFD}" type="parTrans" cxnId="{4DB5B396-036E-4EDB-9FF5-942C5323D57C}">
      <dgm:prSet/>
      <dgm:spPr/>
      <dgm:t>
        <a:bodyPr/>
        <a:lstStyle/>
        <a:p>
          <a:endParaRPr lang="es-MX"/>
        </a:p>
      </dgm:t>
    </dgm:pt>
    <dgm:pt modelId="{E02FBB58-5E4B-487D-BDFB-45A0142CBF02}" type="sibTrans" cxnId="{4DB5B396-036E-4EDB-9FF5-942C5323D57C}">
      <dgm:prSet/>
      <dgm:spPr/>
      <dgm:t>
        <a:bodyPr/>
        <a:lstStyle/>
        <a:p>
          <a:endParaRPr lang="es-MX"/>
        </a:p>
      </dgm:t>
    </dgm:pt>
    <dgm:pt modelId="{49A4F249-C854-47D7-94EB-5104B9C1235C}">
      <dgm:prSet phldrT="[Text]"/>
      <dgm:spPr/>
      <dgm:t>
        <a:bodyPr/>
        <a:lstStyle/>
        <a:p>
          <a:r>
            <a:rPr lang="es-MX" dirty="0"/>
            <a:t>El SAT quiere recaudar lo más posible</a:t>
          </a:r>
        </a:p>
      </dgm:t>
    </dgm:pt>
    <dgm:pt modelId="{6950A110-57A4-4B2A-A050-353286C330DA}" type="parTrans" cxnId="{F525FEEC-72F2-47E7-8909-25745D7F158D}">
      <dgm:prSet/>
      <dgm:spPr/>
      <dgm:t>
        <a:bodyPr/>
        <a:lstStyle/>
        <a:p>
          <a:endParaRPr lang="es-MX"/>
        </a:p>
      </dgm:t>
    </dgm:pt>
    <dgm:pt modelId="{67FAEA5E-D203-448B-9ACB-41DF56FC9A34}" type="sibTrans" cxnId="{F525FEEC-72F2-47E7-8909-25745D7F158D}">
      <dgm:prSet/>
      <dgm:spPr/>
      <dgm:t>
        <a:bodyPr/>
        <a:lstStyle/>
        <a:p>
          <a:endParaRPr lang="es-MX"/>
        </a:p>
      </dgm:t>
    </dgm:pt>
    <dgm:pt modelId="{25531E7B-A385-441B-9185-5F727D5F13DC}" type="pres">
      <dgm:prSet presAssocID="{26AAC867-AC97-4A23-8D1D-0FA32DDCF658}" presName="compositeShape" presStyleCnt="0">
        <dgm:presLayoutVars>
          <dgm:chMax val="2"/>
          <dgm:dir/>
          <dgm:resizeHandles val="exact"/>
        </dgm:presLayoutVars>
      </dgm:prSet>
      <dgm:spPr/>
    </dgm:pt>
    <dgm:pt modelId="{89F3B4E1-905D-465B-9AAD-184E18FBE2A5}" type="pres">
      <dgm:prSet presAssocID="{26AAC867-AC97-4A23-8D1D-0FA32DDCF658}" presName="ribbon" presStyleLbl="node1" presStyleIdx="0" presStyleCnt="1"/>
      <dgm:spPr/>
    </dgm:pt>
    <dgm:pt modelId="{5ACF8548-E288-4A7B-8C37-0971A7A92704}" type="pres">
      <dgm:prSet presAssocID="{26AAC867-AC97-4A23-8D1D-0FA32DDCF658}" presName="leftArrowText" presStyleLbl="node1" presStyleIdx="0" presStyleCnt="1">
        <dgm:presLayoutVars>
          <dgm:chMax val="0"/>
          <dgm:bulletEnabled val="1"/>
        </dgm:presLayoutVars>
      </dgm:prSet>
      <dgm:spPr/>
    </dgm:pt>
    <dgm:pt modelId="{0020BFE8-DFD9-4324-A76D-EDA835B8BF66}" type="pres">
      <dgm:prSet presAssocID="{26AAC867-AC97-4A23-8D1D-0FA32DDCF658}" presName="rightArrowText" presStyleLbl="node1" presStyleIdx="0" presStyleCnt="1">
        <dgm:presLayoutVars>
          <dgm:chMax val="0"/>
          <dgm:bulletEnabled val="1"/>
        </dgm:presLayoutVars>
      </dgm:prSet>
      <dgm:spPr/>
    </dgm:pt>
  </dgm:ptLst>
  <dgm:cxnLst>
    <dgm:cxn modelId="{17DA5564-2CE3-8643-B329-71F67E05B5DA}" type="presOf" srcId="{40BFD70D-BDAC-49D7-898E-5CBD1C8E11FE}" destId="{5ACF8548-E288-4A7B-8C37-0971A7A92704}" srcOrd="0" destOrd="0" presId="urn:microsoft.com/office/officeart/2005/8/layout/arrow6"/>
    <dgm:cxn modelId="{CDAF9A94-6327-EA42-87D9-708340FB4F26}" type="presOf" srcId="{26AAC867-AC97-4A23-8D1D-0FA32DDCF658}" destId="{25531E7B-A385-441B-9185-5F727D5F13DC}" srcOrd="0" destOrd="0" presId="urn:microsoft.com/office/officeart/2005/8/layout/arrow6"/>
    <dgm:cxn modelId="{4DB5B396-036E-4EDB-9FF5-942C5323D57C}" srcId="{26AAC867-AC97-4A23-8D1D-0FA32DDCF658}" destId="{40BFD70D-BDAC-49D7-898E-5CBD1C8E11FE}" srcOrd="0" destOrd="0" parTransId="{6D6FC295-E12C-4912-AFEF-6A84F434FCFD}" sibTransId="{E02FBB58-5E4B-487D-BDFB-45A0142CBF02}"/>
    <dgm:cxn modelId="{975A4BB5-2F74-8A46-81EB-FF9243098AD0}" type="presOf" srcId="{49A4F249-C854-47D7-94EB-5104B9C1235C}" destId="{0020BFE8-DFD9-4324-A76D-EDA835B8BF66}" srcOrd="0" destOrd="0" presId="urn:microsoft.com/office/officeart/2005/8/layout/arrow6"/>
    <dgm:cxn modelId="{F525FEEC-72F2-47E7-8909-25745D7F158D}" srcId="{26AAC867-AC97-4A23-8D1D-0FA32DDCF658}" destId="{49A4F249-C854-47D7-94EB-5104B9C1235C}" srcOrd="1" destOrd="0" parTransId="{6950A110-57A4-4B2A-A050-353286C330DA}" sibTransId="{67FAEA5E-D203-448B-9ACB-41DF56FC9A34}"/>
    <dgm:cxn modelId="{9D3E7536-A972-B043-99F7-1D07707501D8}" type="presParOf" srcId="{25531E7B-A385-441B-9185-5F727D5F13DC}" destId="{89F3B4E1-905D-465B-9AAD-184E18FBE2A5}" srcOrd="0" destOrd="0" presId="urn:microsoft.com/office/officeart/2005/8/layout/arrow6"/>
    <dgm:cxn modelId="{335774A0-6F9F-974C-BDBC-6319248B4741}" type="presParOf" srcId="{25531E7B-A385-441B-9185-5F727D5F13DC}" destId="{5ACF8548-E288-4A7B-8C37-0971A7A92704}" srcOrd="1" destOrd="0" presId="urn:microsoft.com/office/officeart/2005/8/layout/arrow6"/>
    <dgm:cxn modelId="{F2791E62-F1E4-F448-AE78-BB4B15320C21}" type="presParOf" srcId="{25531E7B-A385-441B-9185-5F727D5F13DC}" destId="{0020BFE8-DFD9-4324-A76D-EDA835B8BF66}"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AFF09ED-31EE-4FB8-98CD-C27A8A0876E8}"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s-MX"/>
        </a:p>
      </dgm:t>
    </dgm:pt>
    <dgm:pt modelId="{0D957B27-63A8-4CB5-95C1-C814682BF3FC}">
      <dgm:prSet phldrT="[Text]"/>
      <dgm:spPr>
        <a:solidFill>
          <a:srgbClr val="92D050">
            <a:alpha val="50000"/>
          </a:srgbClr>
        </a:solidFill>
      </dgm:spPr>
      <dgm:t>
        <a:bodyPr/>
        <a:lstStyle/>
        <a:p>
          <a:r>
            <a:rPr lang="es-MX" dirty="0"/>
            <a:t>Interpretación</a:t>
          </a:r>
        </a:p>
      </dgm:t>
    </dgm:pt>
    <dgm:pt modelId="{E4721092-E4E2-486C-99A6-36298C2D152D}" type="parTrans" cxnId="{815EA81E-ED87-4BD9-B54D-CDB94540956C}">
      <dgm:prSet/>
      <dgm:spPr/>
      <dgm:t>
        <a:bodyPr/>
        <a:lstStyle/>
        <a:p>
          <a:endParaRPr lang="es-MX"/>
        </a:p>
      </dgm:t>
    </dgm:pt>
    <dgm:pt modelId="{0A4C91AC-8AA2-48FF-9FBC-EC1213F44975}" type="sibTrans" cxnId="{815EA81E-ED87-4BD9-B54D-CDB94540956C}">
      <dgm:prSet/>
      <dgm:spPr/>
      <dgm:t>
        <a:bodyPr/>
        <a:lstStyle/>
        <a:p>
          <a:endParaRPr lang="es-MX"/>
        </a:p>
      </dgm:t>
    </dgm:pt>
    <dgm:pt modelId="{1E57E3C3-5B28-4A61-976B-32D1834221DA}">
      <dgm:prSet phldrT="[Text]"/>
      <dgm:spPr/>
      <dgm:t>
        <a:bodyPr/>
        <a:lstStyle/>
        <a:p>
          <a:r>
            <a:rPr lang="es-MX" dirty="0"/>
            <a:t>Leyes</a:t>
          </a:r>
        </a:p>
      </dgm:t>
    </dgm:pt>
    <dgm:pt modelId="{85041AAC-44CD-4BCC-B36F-A186F2FF564B}" type="parTrans" cxnId="{EC6BF780-2A07-4DDA-964B-C0374C4210D9}">
      <dgm:prSet/>
      <dgm:spPr/>
      <dgm:t>
        <a:bodyPr/>
        <a:lstStyle/>
        <a:p>
          <a:endParaRPr lang="es-MX"/>
        </a:p>
      </dgm:t>
    </dgm:pt>
    <dgm:pt modelId="{80BB3EA8-D641-4F91-A9F9-595041D1CA5C}" type="sibTrans" cxnId="{EC6BF780-2A07-4DDA-964B-C0374C4210D9}">
      <dgm:prSet/>
      <dgm:spPr/>
      <dgm:t>
        <a:bodyPr/>
        <a:lstStyle/>
        <a:p>
          <a:endParaRPr lang="es-MX"/>
        </a:p>
      </dgm:t>
    </dgm:pt>
    <dgm:pt modelId="{32041A87-0911-4D19-AA2E-907187745A0C}">
      <dgm:prSet phldrT="[Text]"/>
      <dgm:spPr/>
      <dgm:t>
        <a:bodyPr/>
        <a:lstStyle/>
        <a:p>
          <a:r>
            <a:rPr lang="es-MX" dirty="0"/>
            <a:t>Reglamentos</a:t>
          </a:r>
        </a:p>
      </dgm:t>
    </dgm:pt>
    <dgm:pt modelId="{D4831623-24A6-491D-8BC6-DAA84A885883}" type="parTrans" cxnId="{7CC5A8E3-2F15-4F67-B9C5-89DEBAA317A1}">
      <dgm:prSet/>
      <dgm:spPr/>
      <dgm:t>
        <a:bodyPr/>
        <a:lstStyle/>
        <a:p>
          <a:endParaRPr lang="es-MX"/>
        </a:p>
      </dgm:t>
    </dgm:pt>
    <dgm:pt modelId="{5300B8A2-2D29-4097-B5B5-A043D8485FDA}" type="sibTrans" cxnId="{7CC5A8E3-2F15-4F67-B9C5-89DEBAA317A1}">
      <dgm:prSet/>
      <dgm:spPr/>
      <dgm:t>
        <a:bodyPr/>
        <a:lstStyle/>
        <a:p>
          <a:endParaRPr lang="es-MX"/>
        </a:p>
      </dgm:t>
    </dgm:pt>
    <dgm:pt modelId="{9F335878-42FC-47EE-8148-31A473A6FCE7}">
      <dgm:prSet phldrT="[Text]"/>
      <dgm:spPr/>
      <dgm:t>
        <a:bodyPr/>
        <a:lstStyle/>
        <a:p>
          <a:r>
            <a:rPr lang="es-MX" dirty="0"/>
            <a:t>Miscelánea</a:t>
          </a:r>
        </a:p>
      </dgm:t>
    </dgm:pt>
    <dgm:pt modelId="{5CD087E4-93C4-45F0-99F5-621CC40574D4}" type="parTrans" cxnId="{515A0B99-F8D1-4B5A-8621-4BAD68A09CCB}">
      <dgm:prSet/>
      <dgm:spPr/>
      <dgm:t>
        <a:bodyPr/>
        <a:lstStyle/>
        <a:p>
          <a:endParaRPr lang="es-MX"/>
        </a:p>
      </dgm:t>
    </dgm:pt>
    <dgm:pt modelId="{99323989-0069-44D6-BD1B-55C38C3F6816}" type="sibTrans" cxnId="{515A0B99-F8D1-4B5A-8621-4BAD68A09CCB}">
      <dgm:prSet/>
      <dgm:spPr/>
      <dgm:t>
        <a:bodyPr/>
        <a:lstStyle/>
        <a:p>
          <a:endParaRPr lang="es-MX"/>
        </a:p>
      </dgm:t>
    </dgm:pt>
    <dgm:pt modelId="{7894DF4E-29A0-475C-93F5-9FB16946D06C}">
      <dgm:prSet phldrT="[Text]"/>
      <dgm:spPr/>
      <dgm:t>
        <a:bodyPr/>
        <a:lstStyle/>
        <a:p>
          <a:r>
            <a:rPr lang="es-MX" dirty="0"/>
            <a:t>Criterios</a:t>
          </a:r>
        </a:p>
      </dgm:t>
    </dgm:pt>
    <dgm:pt modelId="{3D588ECB-D941-4E3A-B0B6-B8DA8A211E5A}" type="parTrans" cxnId="{CD5895CC-818A-45E7-883C-6AC61DA9BF7D}">
      <dgm:prSet/>
      <dgm:spPr/>
      <dgm:t>
        <a:bodyPr/>
        <a:lstStyle/>
        <a:p>
          <a:endParaRPr lang="es-MX"/>
        </a:p>
      </dgm:t>
    </dgm:pt>
    <dgm:pt modelId="{140C4CA4-1A4F-4962-9185-2B92625D529E}" type="sibTrans" cxnId="{CD5895CC-818A-45E7-883C-6AC61DA9BF7D}">
      <dgm:prSet/>
      <dgm:spPr/>
      <dgm:t>
        <a:bodyPr/>
        <a:lstStyle/>
        <a:p>
          <a:endParaRPr lang="es-MX"/>
        </a:p>
      </dgm:t>
    </dgm:pt>
    <dgm:pt modelId="{13FB08A3-CAFC-4855-AF9A-BE356823C4D9}">
      <dgm:prSet/>
      <dgm:spPr/>
      <dgm:t>
        <a:bodyPr/>
        <a:lstStyle/>
        <a:p>
          <a:r>
            <a:rPr lang="es-MX" dirty="0"/>
            <a:t>Precedentes</a:t>
          </a:r>
        </a:p>
      </dgm:t>
    </dgm:pt>
    <dgm:pt modelId="{18A07AC2-EDD1-4DEF-B74D-5B61657409B2}" type="parTrans" cxnId="{934A5257-DD18-4106-8C41-6951ADA05F55}">
      <dgm:prSet/>
      <dgm:spPr/>
      <dgm:t>
        <a:bodyPr/>
        <a:lstStyle/>
        <a:p>
          <a:endParaRPr lang="es-MX"/>
        </a:p>
      </dgm:t>
    </dgm:pt>
    <dgm:pt modelId="{4A609D55-054B-4944-89B0-8D7549CBA122}" type="sibTrans" cxnId="{934A5257-DD18-4106-8C41-6951ADA05F55}">
      <dgm:prSet/>
      <dgm:spPr/>
      <dgm:t>
        <a:bodyPr/>
        <a:lstStyle/>
        <a:p>
          <a:endParaRPr lang="es-MX"/>
        </a:p>
      </dgm:t>
    </dgm:pt>
    <dgm:pt modelId="{B156CF7C-3914-465F-8CF7-01927F154C0A}">
      <dgm:prSet/>
      <dgm:spPr/>
      <dgm:t>
        <a:bodyPr/>
        <a:lstStyle/>
        <a:p>
          <a:r>
            <a:rPr lang="es-MX" dirty="0"/>
            <a:t>Jurisprudencia</a:t>
          </a:r>
        </a:p>
      </dgm:t>
    </dgm:pt>
    <dgm:pt modelId="{3BB624A8-04BA-4F73-B3DB-46D7FF80538B}" type="parTrans" cxnId="{88E1812F-BE64-44D0-B17E-CA51E8F9052D}">
      <dgm:prSet/>
      <dgm:spPr/>
      <dgm:t>
        <a:bodyPr/>
        <a:lstStyle/>
        <a:p>
          <a:endParaRPr lang="es-MX"/>
        </a:p>
      </dgm:t>
    </dgm:pt>
    <dgm:pt modelId="{6A5A8563-6535-4890-93E1-2D67D6BE33D1}" type="sibTrans" cxnId="{88E1812F-BE64-44D0-B17E-CA51E8F9052D}">
      <dgm:prSet/>
      <dgm:spPr/>
      <dgm:t>
        <a:bodyPr/>
        <a:lstStyle/>
        <a:p>
          <a:endParaRPr lang="es-MX"/>
        </a:p>
      </dgm:t>
    </dgm:pt>
    <dgm:pt modelId="{5C655010-B319-47ED-868B-D4474F8056E0}">
      <dgm:prSet/>
      <dgm:spPr/>
      <dgm:t>
        <a:bodyPr/>
        <a:lstStyle/>
        <a:p>
          <a:r>
            <a:rPr lang="es-MX" dirty="0"/>
            <a:t>Amparos</a:t>
          </a:r>
        </a:p>
      </dgm:t>
    </dgm:pt>
    <dgm:pt modelId="{098D1B84-63BD-4112-AC86-E1A6AA0B4EDD}" type="parTrans" cxnId="{C91F053F-959E-462A-B650-DA4EFCD4050E}">
      <dgm:prSet/>
      <dgm:spPr/>
      <dgm:t>
        <a:bodyPr/>
        <a:lstStyle/>
        <a:p>
          <a:endParaRPr lang="es-MX"/>
        </a:p>
      </dgm:t>
    </dgm:pt>
    <dgm:pt modelId="{1C476763-EC14-4FE9-AF37-5170E248B12B}" type="sibTrans" cxnId="{C91F053F-959E-462A-B650-DA4EFCD4050E}">
      <dgm:prSet/>
      <dgm:spPr/>
      <dgm:t>
        <a:bodyPr/>
        <a:lstStyle/>
        <a:p>
          <a:endParaRPr lang="es-MX"/>
        </a:p>
      </dgm:t>
    </dgm:pt>
    <dgm:pt modelId="{4E813BE9-1F58-44E5-B2B6-FED3F3CEF895}">
      <dgm:prSet/>
      <dgm:spPr/>
      <dgm:t>
        <a:bodyPr/>
        <a:lstStyle/>
        <a:p>
          <a:r>
            <a:rPr lang="es-MX"/>
            <a:t>Extra-Fiscal</a:t>
          </a:r>
          <a:endParaRPr lang="es-MX" dirty="0"/>
        </a:p>
      </dgm:t>
    </dgm:pt>
    <dgm:pt modelId="{90623FF8-F533-4242-B786-3D545021263C}" type="parTrans" cxnId="{7989E5FF-C4A6-44BE-A716-B4234EF27D9B}">
      <dgm:prSet/>
      <dgm:spPr/>
      <dgm:t>
        <a:bodyPr/>
        <a:lstStyle/>
        <a:p>
          <a:endParaRPr lang="es-MX"/>
        </a:p>
      </dgm:t>
    </dgm:pt>
    <dgm:pt modelId="{BC3145E0-565F-4066-8A78-68B94C1A3553}" type="sibTrans" cxnId="{7989E5FF-C4A6-44BE-A716-B4234EF27D9B}">
      <dgm:prSet/>
      <dgm:spPr/>
      <dgm:t>
        <a:bodyPr/>
        <a:lstStyle/>
        <a:p>
          <a:endParaRPr lang="es-MX"/>
        </a:p>
      </dgm:t>
    </dgm:pt>
    <dgm:pt modelId="{BCF81599-6C2E-46B1-B20F-1535480CB239}">
      <dgm:prSet/>
      <dgm:spPr/>
      <dgm:t>
        <a:bodyPr/>
        <a:lstStyle/>
        <a:p>
          <a:r>
            <a:rPr lang="es-MX" dirty="0"/>
            <a:t>Acuerdos</a:t>
          </a:r>
        </a:p>
      </dgm:t>
    </dgm:pt>
    <dgm:pt modelId="{35338677-46E1-4F9D-96B2-E71236D7A51B}" type="parTrans" cxnId="{056DBAD1-0F42-4AD5-8E73-1E3C89981A7C}">
      <dgm:prSet/>
      <dgm:spPr/>
      <dgm:t>
        <a:bodyPr/>
        <a:lstStyle/>
        <a:p>
          <a:endParaRPr lang="es-MX"/>
        </a:p>
      </dgm:t>
    </dgm:pt>
    <dgm:pt modelId="{FC78E86E-E8CD-4CEC-AEDB-6D98F5CE6B76}" type="sibTrans" cxnId="{056DBAD1-0F42-4AD5-8E73-1E3C89981A7C}">
      <dgm:prSet/>
      <dgm:spPr/>
      <dgm:t>
        <a:bodyPr/>
        <a:lstStyle/>
        <a:p>
          <a:endParaRPr lang="es-MX"/>
        </a:p>
      </dgm:t>
    </dgm:pt>
    <dgm:pt modelId="{12E0567F-4497-4F03-B02F-3047CABEC918}">
      <dgm:prSet/>
      <dgm:spPr/>
      <dgm:t>
        <a:bodyPr/>
        <a:lstStyle/>
        <a:p>
          <a:r>
            <a:rPr lang="es-MX" dirty="0"/>
            <a:t>Tratados</a:t>
          </a:r>
        </a:p>
      </dgm:t>
    </dgm:pt>
    <dgm:pt modelId="{C91EC408-39BB-4CA9-97AF-C083341DFE4D}" type="parTrans" cxnId="{6C090259-DD09-4785-B70E-3BCD9A2CA514}">
      <dgm:prSet/>
      <dgm:spPr/>
      <dgm:t>
        <a:bodyPr/>
        <a:lstStyle/>
        <a:p>
          <a:endParaRPr lang="es-MX"/>
        </a:p>
      </dgm:t>
    </dgm:pt>
    <dgm:pt modelId="{3D02A5FB-60BB-4340-951B-95CF4A2F8C72}" type="sibTrans" cxnId="{6C090259-DD09-4785-B70E-3BCD9A2CA514}">
      <dgm:prSet/>
      <dgm:spPr/>
      <dgm:t>
        <a:bodyPr/>
        <a:lstStyle/>
        <a:p>
          <a:endParaRPr lang="es-MX"/>
        </a:p>
      </dgm:t>
    </dgm:pt>
    <dgm:pt modelId="{7C719BCB-6C80-4F12-AB8B-3DED64A1C002}">
      <dgm:prSet/>
      <dgm:spPr/>
      <dgm:t>
        <a:bodyPr/>
        <a:lstStyle/>
        <a:p>
          <a:r>
            <a:rPr lang="es-MX" dirty="0"/>
            <a:t>Doctrina</a:t>
          </a:r>
        </a:p>
      </dgm:t>
    </dgm:pt>
    <dgm:pt modelId="{6565891D-9021-438F-86BD-3611834DD2C8}" type="parTrans" cxnId="{6DA6E1BF-2CC7-441A-8028-429822AA3E75}">
      <dgm:prSet/>
      <dgm:spPr/>
      <dgm:t>
        <a:bodyPr/>
        <a:lstStyle/>
        <a:p>
          <a:endParaRPr lang="es-MX"/>
        </a:p>
      </dgm:t>
    </dgm:pt>
    <dgm:pt modelId="{C06290E8-19E0-4970-8EDF-D2AB607E1BAB}" type="sibTrans" cxnId="{6DA6E1BF-2CC7-441A-8028-429822AA3E75}">
      <dgm:prSet/>
      <dgm:spPr/>
      <dgm:t>
        <a:bodyPr/>
        <a:lstStyle/>
        <a:p>
          <a:endParaRPr lang="es-MX"/>
        </a:p>
      </dgm:t>
    </dgm:pt>
    <dgm:pt modelId="{0E53F688-FE8E-4EE4-98FC-D95881392D6B}" type="pres">
      <dgm:prSet presAssocID="{AAFF09ED-31EE-4FB8-98CD-C27A8A0876E8}" presName="composite" presStyleCnt="0">
        <dgm:presLayoutVars>
          <dgm:chMax val="1"/>
          <dgm:dir/>
          <dgm:resizeHandles val="exact"/>
        </dgm:presLayoutVars>
      </dgm:prSet>
      <dgm:spPr/>
    </dgm:pt>
    <dgm:pt modelId="{38944EF6-94FA-48BA-88D6-F1692BF3B9CC}" type="pres">
      <dgm:prSet presAssocID="{AAFF09ED-31EE-4FB8-98CD-C27A8A0876E8}" presName="radial" presStyleCnt="0">
        <dgm:presLayoutVars>
          <dgm:animLvl val="ctr"/>
        </dgm:presLayoutVars>
      </dgm:prSet>
      <dgm:spPr/>
    </dgm:pt>
    <dgm:pt modelId="{9742FFFA-1A1B-4B08-A209-1B3C5CADEF65}" type="pres">
      <dgm:prSet presAssocID="{0D957B27-63A8-4CB5-95C1-C814682BF3FC}" presName="centerShape" presStyleLbl="vennNode1" presStyleIdx="0" presStyleCnt="12"/>
      <dgm:spPr/>
    </dgm:pt>
    <dgm:pt modelId="{FA2D7D41-9EF7-44D8-970F-5CDE176B137B}" type="pres">
      <dgm:prSet presAssocID="{1E57E3C3-5B28-4A61-976B-32D1834221DA}" presName="node" presStyleLbl="vennNode1" presStyleIdx="1" presStyleCnt="12">
        <dgm:presLayoutVars>
          <dgm:bulletEnabled val="1"/>
        </dgm:presLayoutVars>
      </dgm:prSet>
      <dgm:spPr/>
    </dgm:pt>
    <dgm:pt modelId="{8C37D846-E9AB-441A-A88A-BC43FD5904EB}" type="pres">
      <dgm:prSet presAssocID="{32041A87-0911-4D19-AA2E-907187745A0C}" presName="node" presStyleLbl="vennNode1" presStyleIdx="2" presStyleCnt="12">
        <dgm:presLayoutVars>
          <dgm:bulletEnabled val="1"/>
        </dgm:presLayoutVars>
      </dgm:prSet>
      <dgm:spPr/>
    </dgm:pt>
    <dgm:pt modelId="{C6B82A95-9BBF-40C8-AC2A-8374C535BE57}" type="pres">
      <dgm:prSet presAssocID="{9F335878-42FC-47EE-8148-31A473A6FCE7}" presName="node" presStyleLbl="vennNode1" presStyleIdx="3" presStyleCnt="12">
        <dgm:presLayoutVars>
          <dgm:bulletEnabled val="1"/>
        </dgm:presLayoutVars>
      </dgm:prSet>
      <dgm:spPr/>
    </dgm:pt>
    <dgm:pt modelId="{F69D8C44-C05C-4AC7-B835-13DC0BCD75DF}" type="pres">
      <dgm:prSet presAssocID="{B156CF7C-3914-465F-8CF7-01927F154C0A}" presName="node" presStyleLbl="vennNode1" presStyleIdx="4" presStyleCnt="12">
        <dgm:presLayoutVars>
          <dgm:bulletEnabled val="1"/>
        </dgm:presLayoutVars>
      </dgm:prSet>
      <dgm:spPr/>
    </dgm:pt>
    <dgm:pt modelId="{C2885937-48DE-40D0-B575-00D63C441EBD}" type="pres">
      <dgm:prSet presAssocID="{7894DF4E-29A0-475C-93F5-9FB16946D06C}" presName="node" presStyleLbl="vennNode1" presStyleIdx="5" presStyleCnt="12">
        <dgm:presLayoutVars>
          <dgm:bulletEnabled val="1"/>
        </dgm:presLayoutVars>
      </dgm:prSet>
      <dgm:spPr/>
    </dgm:pt>
    <dgm:pt modelId="{013BFD6D-726C-4FC4-A369-92803D1D5D35}" type="pres">
      <dgm:prSet presAssocID="{13FB08A3-CAFC-4855-AF9A-BE356823C4D9}" presName="node" presStyleLbl="vennNode1" presStyleIdx="6" presStyleCnt="12">
        <dgm:presLayoutVars>
          <dgm:bulletEnabled val="1"/>
        </dgm:presLayoutVars>
      </dgm:prSet>
      <dgm:spPr/>
    </dgm:pt>
    <dgm:pt modelId="{9AD13A15-720C-4E53-8B57-4007A16C53D0}" type="pres">
      <dgm:prSet presAssocID="{5C655010-B319-47ED-868B-D4474F8056E0}" presName="node" presStyleLbl="vennNode1" presStyleIdx="7" presStyleCnt="12">
        <dgm:presLayoutVars>
          <dgm:bulletEnabled val="1"/>
        </dgm:presLayoutVars>
      </dgm:prSet>
      <dgm:spPr/>
    </dgm:pt>
    <dgm:pt modelId="{2D08CA4A-B155-4B87-99DC-CB66A76B1092}" type="pres">
      <dgm:prSet presAssocID="{4E813BE9-1F58-44E5-B2B6-FED3F3CEF895}" presName="node" presStyleLbl="vennNode1" presStyleIdx="8" presStyleCnt="12">
        <dgm:presLayoutVars>
          <dgm:bulletEnabled val="1"/>
        </dgm:presLayoutVars>
      </dgm:prSet>
      <dgm:spPr/>
    </dgm:pt>
    <dgm:pt modelId="{2822CBEF-DFBF-4F8A-BD57-59C30421D8F8}" type="pres">
      <dgm:prSet presAssocID="{BCF81599-6C2E-46B1-B20F-1535480CB239}" presName="node" presStyleLbl="vennNode1" presStyleIdx="9" presStyleCnt="12">
        <dgm:presLayoutVars>
          <dgm:bulletEnabled val="1"/>
        </dgm:presLayoutVars>
      </dgm:prSet>
      <dgm:spPr/>
    </dgm:pt>
    <dgm:pt modelId="{82355CEC-7685-48F8-ADFE-33761D14EB3F}" type="pres">
      <dgm:prSet presAssocID="{12E0567F-4497-4F03-B02F-3047CABEC918}" presName="node" presStyleLbl="vennNode1" presStyleIdx="10" presStyleCnt="12">
        <dgm:presLayoutVars>
          <dgm:bulletEnabled val="1"/>
        </dgm:presLayoutVars>
      </dgm:prSet>
      <dgm:spPr/>
    </dgm:pt>
    <dgm:pt modelId="{B84C3A7F-4751-4B3E-8288-BC387501261A}" type="pres">
      <dgm:prSet presAssocID="{7C719BCB-6C80-4F12-AB8B-3DED64A1C002}" presName="node" presStyleLbl="vennNode1" presStyleIdx="11" presStyleCnt="12">
        <dgm:presLayoutVars>
          <dgm:bulletEnabled val="1"/>
        </dgm:presLayoutVars>
      </dgm:prSet>
      <dgm:spPr/>
    </dgm:pt>
  </dgm:ptLst>
  <dgm:cxnLst>
    <dgm:cxn modelId="{815EA81E-ED87-4BD9-B54D-CDB94540956C}" srcId="{AAFF09ED-31EE-4FB8-98CD-C27A8A0876E8}" destId="{0D957B27-63A8-4CB5-95C1-C814682BF3FC}" srcOrd="0" destOrd="0" parTransId="{E4721092-E4E2-486C-99A6-36298C2D152D}" sibTransId="{0A4C91AC-8AA2-48FF-9FBC-EC1213F44975}"/>
    <dgm:cxn modelId="{88E1812F-BE64-44D0-B17E-CA51E8F9052D}" srcId="{0D957B27-63A8-4CB5-95C1-C814682BF3FC}" destId="{B156CF7C-3914-465F-8CF7-01927F154C0A}" srcOrd="3" destOrd="0" parTransId="{3BB624A8-04BA-4F73-B3DB-46D7FF80538B}" sibTransId="{6A5A8563-6535-4890-93E1-2D67D6BE33D1}"/>
    <dgm:cxn modelId="{EB731A3B-A5B9-4822-A7A0-7A82626890BA}" type="presOf" srcId="{B156CF7C-3914-465F-8CF7-01927F154C0A}" destId="{F69D8C44-C05C-4AC7-B835-13DC0BCD75DF}" srcOrd="0" destOrd="0" presId="urn:microsoft.com/office/officeart/2005/8/layout/radial3"/>
    <dgm:cxn modelId="{C91F053F-959E-462A-B650-DA4EFCD4050E}" srcId="{0D957B27-63A8-4CB5-95C1-C814682BF3FC}" destId="{5C655010-B319-47ED-868B-D4474F8056E0}" srcOrd="6" destOrd="0" parTransId="{098D1B84-63BD-4112-AC86-E1A6AA0B4EDD}" sibTransId="{1C476763-EC14-4FE9-AF37-5170E248B12B}"/>
    <dgm:cxn modelId="{D45A8B64-C841-4460-9766-C7B150E97BF0}" type="presOf" srcId="{12E0567F-4497-4F03-B02F-3047CABEC918}" destId="{82355CEC-7685-48F8-ADFE-33761D14EB3F}" srcOrd="0" destOrd="0" presId="urn:microsoft.com/office/officeart/2005/8/layout/radial3"/>
    <dgm:cxn modelId="{156B9D44-57BB-4F86-B917-FF00DFF7898A}" type="presOf" srcId="{9F335878-42FC-47EE-8148-31A473A6FCE7}" destId="{C6B82A95-9BBF-40C8-AC2A-8374C535BE57}" srcOrd="0" destOrd="0" presId="urn:microsoft.com/office/officeart/2005/8/layout/radial3"/>
    <dgm:cxn modelId="{6ABE2B45-2B25-4EA2-B557-3A220B1C8E50}" type="presOf" srcId="{7894DF4E-29A0-475C-93F5-9FB16946D06C}" destId="{C2885937-48DE-40D0-B575-00D63C441EBD}" srcOrd="0" destOrd="0" presId="urn:microsoft.com/office/officeart/2005/8/layout/radial3"/>
    <dgm:cxn modelId="{EC427F45-5214-460E-89C6-68EF088D63F7}" type="presOf" srcId="{32041A87-0911-4D19-AA2E-907187745A0C}" destId="{8C37D846-E9AB-441A-A88A-BC43FD5904EB}" srcOrd="0" destOrd="0" presId="urn:microsoft.com/office/officeart/2005/8/layout/radial3"/>
    <dgm:cxn modelId="{5E648F65-B3A3-4096-AC7C-7B73E15262C9}" type="presOf" srcId="{AAFF09ED-31EE-4FB8-98CD-C27A8A0876E8}" destId="{0E53F688-FE8E-4EE4-98FC-D95881392D6B}" srcOrd="0" destOrd="0" presId="urn:microsoft.com/office/officeart/2005/8/layout/radial3"/>
    <dgm:cxn modelId="{934A5257-DD18-4106-8C41-6951ADA05F55}" srcId="{0D957B27-63A8-4CB5-95C1-C814682BF3FC}" destId="{13FB08A3-CAFC-4855-AF9A-BE356823C4D9}" srcOrd="5" destOrd="0" parTransId="{18A07AC2-EDD1-4DEF-B74D-5B61657409B2}" sibTransId="{4A609D55-054B-4944-89B0-8D7549CBA122}"/>
    <dgm:cxn modelId="{6C090259-DD09-4785-B70E-3BCD9A2CA514}" srcId="{0D957B27-63A8-4CB5-95C1-C814682BF3FC}" destId="{12E0567F-4497-4F03-B02F-3047CABEC918}" srcOrd="9" destOrd="0" parTransId="{C91EC408-39BB-4CA9-97AF-C083341DFE4D}" sibTransId="{3D02A5FB-60BB-4340-951B-95CF4A2F8C72}"/>
    <dgm:cxn modelId="{EC6BF780-2A07-4DDA-964B-C0374C4210D9}" srcId="{0D957B27-63A8-4CB5-95C1-C814682BF3FC}" destId="{1E57E3C3-5B28-4A61-976B-32D1834221DA}" srcOrd="0" destOrd="0" parTransId="{85041AAC-44CD-4BCC-B36F-A186F2FF564B}" sibTransId="{80BB3EA8-D641-4F91-A9F9-595041D1CA5C}"/>
    <dgm:cxn modelId="{21B60693-2EAB-42E5-9CB5-A2572AD6227A}" type="presOf" srcId="{0D957B27-63A8-4CB5-95C1-C814682BF3FC}" destId="{9742FFFA-1A1B-4B08-A209-1B3C5CADEF65}" srcOrd="0" destOrd="0" presId="urn:microsoft.com/office/officeart/2005/8/layout/radial3"/>
    <dgm:cxn modelId="{515A0B99-F8D1-4B5A-8621-4BAD68A09CCB}" srcId="{0D957B27-63A8-4CB5-95C1-C814682BF3FC}" destId="{9F335878-42FC-47EE-8148-31A473A6FCE7}" srcOrd="2" destOrd="0" parTransId="{5CD087E4-93C4-45F0-99F5-621CC40574D4}" sibTransId="{99323989-0069-44D6-BD1B-55C38C3F6816}"/>
    <dgm:cxn modelId="{28E319AD-0CB8-4188-AE04-EA55FE1CADCE}" type="presOf" srcId="{5C655010-B319-47ED-868B-D4474F8056E0}" destId="{9AD13A15-720C-4E53-8B57-4007A16C53D0}" srcOrd="0" destOrd="0" presId="urn:microsoft.com/office/officeart/2005/8/layout/radial3"/>
    <dgm:cxn modelId="{4B146AB3-D409-4BD6-BAA8-73BF1E5AB6A9}" type="presOf" srcId="{4E813BE9-1F58-44E5-B2B6-FED3F3CEF895}" destId="{2D08CA4A-B155-4B87-99DC-CB66A76B1092}" srcOrd="0" destOrd="0" presId="urn:microsoft.com/office/officeart/2005/8/layout/radial3"/>
    <dgm:cxn modelId="{6DA6E1BF-2CC7-441A-8028-429822AA3E75}" srcId="{0D957B27-63A8-4CB5-95C1-C814682BF3FC}" destId="{7C719BCB-6C80-4F12-AB8B-3DED64A1C002}" srcOrd="10" destOrd="0" parTransId="{6565891D-9021-438F-86BD-3611834DD2C8}" sibTransId="{C06290E8-19E0-4970-8EDF-D2AB607E1BAB}"/>
    <dgm:cxn modelId="{CD5895CC-818A-45E7-883C-6AC61DA9BF7D}" srcId="{0D957B27-63A8-4CB5-95C1-C814682BF3FC}" destId="{7894DF4E-29A0-475C-93F5-9FB16946D06C}" srcOrd="4" destOrd="0" parTransId="{3D588ECB-D941-4E3A-B0B6-B8DA8A211E5A}" sibTransId="{140C4CA4-1A4F-4962-9185-2B92625D529E}"/>
    <dgm:cxn modelId="{056DBAD1-0F42-4AD5-8E73-1E3C89981A7C}" srcId="{0D957B27-63A8-4CB5-95C1-C814682BF3FC}" destId="{BCF81599-6C2E-46B1-B20F-1535480CB239}" srcOrd="8" destOrd="0" parTransId="{35338677-46E1-4F9D-96B2-E71236D7A51B}" sibTransId="{FC78E86E-E8CD-4CEC-AEDB-6D98F5CE6B76}"/>
    <dgm:cxn modelId="{CE85E7DA-BCB2-428E-A20D-32405BB27C3E}" type="presOf" srcId="{7C719BCB-6C80-4F12-AB8B-3DED64A1C002}" destId="{B84C3A7F-4751-4B3E-8288-BC387501261A}" srcOrd="0" destOrd="0" presId="urn:microsoft.com/office/officeart/2005/8/layout/radial3"/>
    <dgm:cxn modelId="{41FDB9DC-D943-46A8-BDAB-A4BDC065CD2F}" type="presOf" srcId="{BCF81599-6C2E-46B1-B20F-1535480CB239}" destId="{2822CBEF-DFBF-4F8A-BD57-59C30421D8F8}" srcOrd="0" destOrd="0" presId="urn:microsoft.com/office/officeart/2005/8/layout/radial3"/>
    <dgm:cxn modelId="{7CC5A8E3-2F15-4F67-B9C5-89DEBAA317A1}" srcId="{0D957B27-63A8-4CB5-95C1-C814682BF3FC}" destId="{32041A87-0911-4D19-AA2E-907187745A0C}" srcOrd="1" destOrd="0" parTransId="{D4831623-24A6-491D-8BC6-DAA84A885883}" sibTransId="{5300B8A2-2D29-4097-B5B5-A043D8485FDA}"/>
    <dgm:cxn modelId="{CC6EDFE4-1E8C-4839-ADB7-2D28DF442A23}" type="presOf" srcId="{1E57E3C3-5B28-4A61-976B-32D1834221DA}" destId="{FA2D7D41-9EF7-44D8-970F-5CDE176B137B}" srcOrd="0" destOrd="0" presId="urn:microsoft.com/office/officeart/2005/8/layout/radial3"/>
    <dgm:cxn modelId="{1E960EF2-4199-4199-AC28-C6777A86367C}" type="presOf" srcId="{13FB08A3-CAFC-4855-AF9A-BE356823C4D9}" destId="{013BFD6D-726C-4FC4-A369-92803D1D5D35}" srcOrd="0" destOrd="0" presId="urn:microsoft.com/office/officeart/2005/8/layout/radial3"/>
    <dgm:cxn modelId="{7989E5FF-C4A6-44BE-A716-B4234EF27D9B}" srcId="{0D957B27-63A8-4CB5-95C1-C814682BF3FC}" destId="{4E813BE9-1F58-44E5-B2B6-FED3F3CEF895}" srcOrd="7" destOrd="0" parTransId="{90623FF8-F533-4242-B786-3D545021263C}" sibTransId="{BC3145E0-565F-4066-8A78-68B94C1A3553}"/>
    <dgm:cxn modelId="{5CC31EC7-B565-4072-8B23-136F18FF7F88}" type="presParOf" srcId="{0E53F688-FE8E-4EE4-98FC-D95881392D6B}" destId="{38944EF6-94FA-48BA-88D6-F1692BF3B9CC}" srcOrd="0" destOrd="0" presId="urn:microsoft.com/office/officeart/2005/8/layout/radial3"/>
    <dgm:cxn modelId="{0C31943E-C023-4432-9C80-5E29357ECFA3}" type="presParOf" srcId="{38944EF6-94FA-48BA-88D6-F1692BF3B9CC}" destId="{9742FFFA-1A1B-4B08-A209-1B3C5CADEF65}" srcOrd="0" destOrd="0" presId="urn:microsoft.com/office/officeart/2005/8/layout/radial3"/>
    <dgm:cxn modelId="{2BD22C9F-499E-4541-9C3E-80D99DF40D99}" type="presParOf" srcId="{38944EF6-94FA-48BA-88D6-F1692BF3B9CC}" destId="{FA2D7D41-9EF7-44D8-970F-5CDE176B137B}" srcOrd="1" destOrd="0" presId="urn:microsoft.com/office/officeart/2005/8/layout/radial3"/>
    <dgm:cxn modelId="{1E1CFDCD-8A2E-4A81-A32C-FADB1E571C2D}" type="presParOf" srcId="{38944EF6-94FA-48BA-88D6-F1692BF3B9CC}" destId="{8C37D846-E9AB-441A-A88A-BC43FD5904EB}" srcOrd="2" destOrd="0" presId="urn:microsoft.com/office/officeart/2005/8/layout/radial3"/>
    <dgm:cxn modelId="{7774EBF4-A5F3-47CF-8FF1-6819206F56C2}" type="presParOf" srcId="{38944EF6-94FA-48BA-88D6-F1692BF3B9CC}" destId="{C6B82A95-9BBF-40C8-AC2A-8374C535BE57}" srcOrd="3" destOrd="0" presId="urn:microsoft.com/office/officeart/2005/8/layout/radial3"/>
    <dgm:cxn modelId="{E9D646CC-72C0-4516-B5B5-DB2DAEC075F4}" type="presParOf" srcId="{38944EF6-94FA-48BA-88D6-F1692BF3B9CC}" destId="{F69D8C44-C05C-4AC7-B835-13DC0BCD75DF}" srcOrd="4" destOrd="0" presId="urn:microsoft.com/office/officeart/2005/8/layout/radial3"/>
    <dgm:cxn modelId="{ACA487F4-0D14-4388-B30C-AE1EA6C87121}" type="presParOf" srcId="{38944EF6-94FA-48BA-88D6-F1692BF3B9CC}" destId="{C2885937-48DE-40D0-B575-00D63C441EBD}" srcOrd="5" destOrd="0" presId="urn:microsoft.com/office/officeart/2005/8/layout/radial3"/>
    <dgm:cxn modelId="{3DA6CE45-2F13-4399-BB27-16CDC1242A1D}" type="presParOf" srcId="{38944EF6-94FA-48BA-88D6-F1692BF3B9CC}" destId="{013BFD6D-726C-4FC4-A369-92803D1D5D35}" srcOrd="6" destOrd="0" presId="urn:microsoft.com/office/officeart/2005/8/layout/radial3"/>
    <dgm:cxn modelId="{EC6DAFE7-40F2-4E74-B230-DF1B3921CE78}" type="presParOf" srcId="{38944EF6-94FA-48BA-88D6-F1692BF3B9CC}" destId="{9AD13A15-720C-4E53-8B57-4007A16C53D0}" srcOrd="7" destOrd="0" presId="urn:microsoft.com/office/officeart/2005/8/layout/radial3"/>
    <dgm:cxn modelId="{62942072-89E5-4512-B787-A6C4E772E35A}" type="presParOf" srcId="{38944EF6-94FA-48BA-88D6-F1692BF3B9CC}" destId="{2D08CA4A-B155-4B87-99DC-CB66A76B1092}" srcOrd="8" destOrd="0" presId="urn:microsoft.com/office/officeart/2005/8/layout/radial3"/>
    <dgm:cxn modelId="{82D1C120-8D29-409A-B8C4-CDE3A6320274}" type="presParOf" srcId="{38944EF6-94FA-48BA-88D6-F1692BF3B9CC}" destId="{2822CBEF-DFBF-4F8A-BD57-59C30421D8F8}" srcOrd="9" destOrd="0" presId="urn:microsoft.com/office/officeart/2005/8/layout/radial3"/>
    <dgm:cxn modelId="{2FF2A9A1-97F7-403D-B422-755952C30ECB}" type="presParOf" srcId="{38944EF6-94FA-48BA-88D6-F1692BF3B9CC}" destId="{82355CEC-7685-48F8-ADFE-33761D14EB3F}" srcOrd="10" destOrd="0" presId="urn:microsoft.com/office/officeart/2005/8/layout/radial3"/>
    <dgm:cxn modelId="{F8AAE195-72AC-4828-828D-F64C00D920F2}" type="presParOf" srcId="{38944EF6-94FA-48BA-88D6-F1692BF3B9CC}" destId="{B84C3A7F-4751-4B3E-8288-BC387501261A}" srcOrd="11"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2AE77-BE0B-46B8-A5AB-C6F76382D2B4}">
      <dsp:nvSpPr>
        <dsp:cNvPr id="0" name=""/>
        <dsp:cNvSpPr/>
      </dsp:nvSpPr>
      <dsp:spPr>
        <a:xfrm>
          <a:off x="5123619" y="538663"/>
          <a:ext cx="112711" cy="493785"/>
        </a:xfrm>
        <a:custGeom>
          <a:avLst/>
          <a:gdLst/>
          <a:ahLst/>
          <a:cxnLst/>
          <a:rect l="0" t="0" r="0" b="0"/>
          <a:pathLst>
            <a:path>
              <a:moveTo>
                <a:pt x="0" y="0"/>
              </a:moveTo>
              <a:lnTo>
                <a:pt x="0" y="493785"/>
              </a:lnTo>
              <a:lnTo>
                <a:pt x="112711" y="4937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FF27A7-419F-4788-88F5-E40061F98746}">
      <dsp:nvSpPr>
        <dsp:cNvPr id="0" name=""/>
        <dsp:cNvSpPr/>
      </dsp:nvSpPr>
      <dsp:spPr>
        <a:xfrm>
          <a:off x="5010907" y="538663"/>
          <a:ext cx="112711" cy="493785"/>
        </a:xfrm>
        <a:custGeom>
          <a:avLst/>
          <a:gdLst/>
          <a:ahLst/>
          <a:cxnLst/>
          <a:rect l="0" t="0" r="0" b="0"/>
          <a:pathLst>
            <a:path>
              <a:moveTo>
                <a:pt x="112711" y="0"/>
              </a:moveTo>
              <a:lnTo>
                <a:pt x="112711" y="493785"/>
              </a:lnTo>
              <a:lnTo>
                <a:pt x="0" y="49378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01F030-8F95-4C43-A2E7-4F1DA4DDE491}">
      <dsp:nvSpPr>
        <dsp:cNvPr id="0" name=""/>
        <dsp:cNvSpPr/>
      </dsp:nvSpPr>
      <dsp:spPr>
        <a:xfrm>
          <a:off x="6642545" y="2825103"/>
          <a:ext cx="161016" cy="1255931"/>
        </a:xfrm>
        <a:custGeom>
          <a:avLst/>
          <a:gdLst/>
          <a:ahLst/>
          <a:cxnLst/>
          <a:rect l="0" t="0" r="0" b="0"/>
          <a:pathLst>
            <a:path>
              <a:moveTo>
                <a:pt x="0" y="0"/>
              </a:moveTo>
              <a:lnTo>
                <a:pt x="0" y="1255931"/>
              </a:lnTo>
              <a:lnTo>
                <a:pt x="161016" y="125593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B64B12-15A8-4DF3-AA92-FCBF1C646909}">
      <dsp:nvSpPr>
        <dsp:cNvPr id="0" name=""/>
        <dsp:cNvSpPr/>
      </dsp:nvSpPr>
      <dsp:spPr>
        <a:xfrm>
          <a:off x="6642545" y="2825103"/>
          <a:ext cx="161016" cy="493785"/>
        </a:xfrm>
        <a:custGeom>
          <a:avLst/>
          <a:gdLst/>
          <a:ahLst/>
          <a:cxnLst/>
          <a:rect l="0" t="0" r="0" b="0"/>
          <a:pathLst>
            <a:path>
              <a:moveTo>
                <a:pt x="0" y="0"/>
              </a:moveTo>
              <a:lnTo>
                <a:pt x="0" y="493785"/>
              </a:lnTo>
              <a:lnTo>
                <a:pt x="161016" y="4937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F2BA63-59C7-42BD-910B-AFDABF293BBE}">
      <dsp:nvSpPr>
        <dsp:cNvPr id="0" name=""/>
        <dsp:cNvSpPr/>
      </dsp:nvSpPr>
      <dsp:spPr>
        <a:xfrm>
          <a:off x="7026203" y="2062957"/>
          <a:ext cx="91440" cy="225423"/>
        </a:xfrm>
        <a:custGeom>
          <a:avLst/>
          <a:gdLst/>
          <a:ahLst/>
          <a:cxnLst/>
          <a:rect l="0" t="0" r="0" b="0"/>
          <a:pathLst>
            <a:path>
              <a:moveTo>
                <a:pt x="45720" y="0"/>
              </a:moveTo>
              <a:lnTo>
                <a:pt x="45720" y="22542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68474B-EC62-40F8-BB83-1170C709D2BE}">
      <dsp:nvSpPr>
        <dsp:cNvPr id="0" name=""/>
        <dsp:cNvSpPr/>
      </dsp:nvSpPr>
      <dsp:spPr>
        <a:xfrm>
          <a:off x="5123619" y="538663"/>
          <a:ext cx="1948304" cy="987570"/>
        </a:xfrm>
        <a:custGeom>
          <a:avLst/>
          <a:gdLst/>
          <a:ahLst/>
          <a:cxnLst/>
          <a:rect l="0" t="0" r="0" b="0"/>
          <a:pathLst>
            <a:path>
              <a:moveTo>
                <a:pt x="0" y="0"/>
              </a:moveTo>
              <a:lnTo>
                <a:pt x="0" y="874858"/>
              </a:lnTo>
              <a:lnTo>
                <a:pt x="1948304" y="874858"/>
              </a:lnTo>
              <a:lnTo>
                <a:pt x="1948304" y="9875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7673AA-B5B8-44F0-9CD3-EDE34450D721}">
      <dsp:nvSpPr>
        <dsp:cNvPr id="0" name=""/>
        <dsp:cNvSpPr/>
      </dsp:nvSpPr>
      <dsp:spPr>
        <a:xfrm>
          <a:off x="5343675" y="2825103"/>
          <a:ext cx="161016" cy="1255931"/>
        </a:xfrm>
        <a:custGeom>
          <a:avLst/>
          <a:gdLst/>
          <a:ahLst/>
          <a:cxnLst/>
          <a:rect l="0" t="0" r="0" b="0"/>
          <a:pathLst>
            <a:path>
              <a:moveTo>
                <a:pt x="0" y="0"/>
              </a:moveTo>
              <a:lnTo>
                <a:pt x="0" y="1255931"/>
              </a:lnTo>
              <a:lnTo>
                <a:pt x="161016" y="125593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17FB083-B0A6-4EF0-96B6-F6AE5D5866C9}">
      <dsp:nvSpPr>
        <dsp:cNvPr id="0" name=""/>
        <dsp:cNvSpPr/>
      </dsp:nvSpPr>
      <dsp:spPr>
        <a:xfrm>
          <a:off x="5343675" y="2825103"/>
          <a:ext cx="161016" cy="493785"/>
        </a:xfrm>
        <a:custGeom>
          <a:avLst/>
          <a:gdLst/>
          <a:ahLst/>
          <a:cxnLst/>
          <a:rect l="0" t="0" r="0" b="0"/>
          <a:pathLst>
            <a:path>
              <a:moveTo>
                <a:pt x="0" y="0"/>
              </a:moveTo>
              <a:lnTo>
                <a:pt x="0" y="493785"/>
              </a:lnTo>
              <a:lnTo>
                <a:pt x="161016" y="4937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D89232-0F2F-49EC-9120-A91FE5818057}">
      <dsp:nvSpPr>
        <dsp:cNvPr id="0" name=""/>
        <dsp:cNvSpPr/>
      </dsp:nvSpPr>
      <dsp:spPr>
        <a:xfrm>
          <a:off x="5727334" y="2062957"/>
          <a:ext cx="91440" cy="225423"/>
        </a:xfrm>
        <a:custGeom>
          <a:avLst/>
          <a:gdLst/>
          <a:ahLst/>
          <a:cxnLst/>
          <a:rect l="0" t="0" r="0" b="0"/>
          <a:pathLst>
            <a:path>
              <a:moveTo>
                <a:pt x="45720" y="0"/>
              </a:moveTo>
              <a:lnTo>
                <a:pt x="45720" y="22542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80C7D2-F7D2-4FBB-9350-FE6955D0DAAA}">
      <dsp:nvSpPr>
        <dsp:cNvPr id="0" name=""/>
        <dsp:cNvSpPr/>
      </dsp:nvSpPr>
      <dsp:spPr>
        <a:xfrm>
          <a:off x="5123619" y="538663"/>
          <a:ext cx="649434" cy="987570"/>
        </a:xfrm>
        <a:custGeom>
          <a:avLst/>
          <a:gdLst/>
          <a:ahLst/>
          <a:cxnLst/>
          <a:rect l="0" t="0" r="0" b="0"/>
          <a:pathLst>
            <a:path>
              <a:moveTo>
                <a:pt x="0" y="0"/>
              </a:moveTo>
              <a:lnTo>
                <a:pt x="0" y="874858"/>
              </a:lnTo>
              <a:lnTo>
                <a:pt x="649434" y="874858"/>
              </a:lnTo>
              <a:lnTo>
                <a:pt x="649434" y="9875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EC2784-4BDA-49AE-8B38-8CBDF01CD84A}">
      <dsp:nvSpPr>
        <dsp:cNvPr id="0" name=""/>
        <dsp:cNvSpPr/>
      </dsp:nvSpPr>
      <dsp:spPr>
        <a:xfrm>
          <a:off x="4044805" y="2825103"/>
          <a:ext cx="161016" cy="1255931"/>
        </a:xfrm>
        <a:custGeom>
          <a:avLst/>
          <a:gdLst/>
          <a:ahLst/>
          <a:cxnLst/>
          <a:rect l="0" t="0" r="0" b="0"/>
          <a:pathLst>
            <a:path>
              <a:moveTo>
                <a:pt x="0" y="0"/>
              </a:moveTo>
              <a:lnTo>
                <a:pt x="0" y="1255931"/>
              </a:lnTo>
              <a:lnTo>
                <a:pt x="161016" y="125593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EEE3E7-26F7-4492-9622-01E4E1C9FC9E}">
      <dsp:nvSpPr>
        <dsp:cNvPr id="0" name=""/>
        <dsp:cNvSpPr/>
      </dsp:nvSpPr>
      <dsp:spPr>
        <a:xfrm>
          <a:off x="4044805" y="2825103"/>
          <a:ext cx="161016" cy="493785"/>
        </a:xfrm>
        <a:custGeom>
          <a:avLst/>
          <a:gdLst/>
          <a:ahLst/>
          <a:cxnLst/>
          <a:rect l="0" t="0" r="0" b="0"/>
          <a:pathLst>
            <a:path>
              <a:moveTo>
                <a:pt x="0" y="0"/>
              </a:moveTo>
              <a:lnTo>
                <a:pt x="0" y="493785"/>
              </a:lnTo>
              <a:lnTo>
                <a:pt x="161016" y="4937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688F11-7E64-4E89-A3CD-A8C7423B3778}">
      <dsp:nvSpPr>
        <dsp:cNvPr id="0" name=""/>
        <dsp:cNvSpPr/>
      </dsp:nvSpPr>
      <dsp:spPr>
        <a:xfrm>
          <a:off x="4428464" y="2062957"/>
          <a:ext cx="91440" cy="225423"/>
        </a:xfrm>
        <a:custGeom>
          <a:avLst/>
          <a:gdLst/>
          <a:ahLst/>
          <a:cxnLst/>
          <a:rect l="0" t="0" r="0" b="0"/>
          <a:pathLst>
            <a:path>
              <a:moveTo>
                <a:pt x="45720" y="0"/>
              </a:moveTo>
              <a:lnTo>
                <a:pt x="45720" y="22542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25AC7A-2495-4AA4-8828-3FF10FE833AE}">
      <dsp:nvSpPr>
        <dsp:cNvPr id="0" name=""/>
        <dsp:cNvSpPr/>
      </dsp:nvSpPr>
      <dsp:spPr>
        <a:xfrm>
          <a:off x="4474184" y="538663"/>
          <a:ext cx="649434" cy="987570"/>
        </a:xfrm>
        <a:custGeom>
          <a:avLst/>
          <a:gdLst/>
          <a:ahLst/>
          <a:cxnLst/>
          <a:rect l="0" t="0" r="0" b="0"/>
          <a:pathLst>
            <a:path>
              <a:moveTo>
                <a:pt x="649434" y="0"/>
              </a:moveTo>
              <a:lnTo>
                <a:pt x="649434" y="874858"/>
              </a:lnTo>
              <a:lnTo>
                <a:pt x="0" y="874858"/>
              </a:lnTo>
              <a:lnTo>
                <a:pt x="0" y="9875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7CF0D9-4714-4901-840B-C7659D92CEB3}">
      <dsp:nvSpPr>
        <dsp:cNvPr id="0" name=""/>
        <dsp:cNvSpPr/>
      </dsp:nvSpPr>
      <dsp:spPr>
        <a:xfrm>
          <a:off x="2745936" y="2825103"/>
          <a:ext cx="161016" cy="1255931"/>
        </a:xfrm>
        <a:custGeom>
          <a:avLst/>
          <a:gdLst/>
          <a:ahLst/>
          <a:cxnLst/>
          <a:rect l="0" t="0" r="0" b="0"/>
          <a:pathLst>
            <a:path>
              <a:moveTo>
                <a:pt x="0" y="0"/>
              </a:moveTo>
              <a:lnTo>
                <a:pt x="0" y="1255931"/>
              </a:lnTo>
              <a:lnTo>
                <a:pt x="161016" y="125593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AE7CCF-5711-439E-9C84-F8BF1F39A850}">
      <dsp:nvSpPr>
        <dsp:cNvPr id="0" name=""/>
        <dsp:cNvSpPr/>
      </dsp:nvSpPr>
      <dsp:spPr>
        <a:xfrm>
          <a:off x="2745936" y="2825103"/>
          <a:ext cx="161016" cy="493785"/>
        </a:xfrm>
        <a:custGeom>
          <a:avLst/>
          <a:gdLst/>
          <a:ahLst/>
          <a:cxnLst/>
          <a:rect l="0" t="0" r="0" b="0"/>
          <a:pathLst>
            <a:path>
              <a:moveTo>
                <a:pt x="0" y="0"/>
              </a:moveTo>
              <a:lnTo>
                <a:pt x="0" y="493785"/>
              </a:lnTo>
              <a:lnTo>
                <a:pt x="161016" y="49378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73192B6-741A-416D-8AA6-001AD91BA8B1}">
      <dsp:nvSpPr>
        <dsp:cNvPr id="0" name=""/>
        <dsp:cNvSpPr/>
      </dsp:nvSpPr>
      <dsp:spPr>
        <a:xfrm>
          <a:off x="3129594" y="2062957"/>
          <a:ext cx="91440" cy="225423"/>
        </a:xfrm>
        <a:custGeom>
          <a:avLst/>
          <a:gdLst/>
          <a:ahLst/>
          <a:cxnLst/>
          <a:rect l="0" t="0" r="0" b="0"/>
          <a:pathLst>
            <a:path>
              <a:moveTo>
                <a:pt x="45720" y="0"/>
              </a:moveTo>
              <a:lnTo>
                <a:pt x="45720" y="22542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D0D42C-5F6F-476E-A052-A17FD0B3617A}">
      <dsp:nvSpPr>
        <dsp:cNvPr id="0" name=""/>
        <dsp:cNvSpPr/>
      </dsp:nvSpPr>
      <dsp:spPr>
        <a:xfrm>
          <a:off x="3175314" y="538663"/>
          <a:ext cx="1948304" cy="987570"/>
        </a:xfrm>
        <a:custGeom>
          <a:avLst/>
          <a:gdLst/>
          <a:ahLst/>
          <a:cxnLst/>
          <a:rect l="0" t="0" r="0" b="0"/>
          <a:pathLst>
            <a:path>
              <a:moveTo>
                <a:pt x="1948304" y="0"/>
              </a:moveTo>
              <a:lnTo>
                <a:pt x="1948304" y="874858"/>
              </a:lnTo>
              <a:lnTo>
                <a:pt x="0" y="874858"/>
              </a:lnTo>
              <a:lnTo>
                <a:pt x="0" y="9875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6BA0B0-3013-488B-B388-DC07BEBCDA93}">
      <dsp:nvSpPr>
        <dsp:cNvPr id="0" name=""/>
        <dsp:cNvSpPr/>
      </dsp:nvSpPr>
      <dsp:spPr>
        <a:xfrm>
          <a:off x="4586896" y="1940"/>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Constitución </a:t>
          </a:r>
        </a:p>
      </dsp:txBody>
      <dsp:txXfrm>
        <a:off x="4586896" y="1940"/>
        <a:ext cx="1073446" cy="536723"/>
      </dsp:txXfrm>
    </dsp:sp>
    <dsp:sp modelId="{5C3D09D8-6CEC-4DC7-89CD-90FE1F580039}">
      <dsp:nvSpPr>
        <dsp:cNvPr id="0" name=""/>
        <dsp:cNvSpPr/>
      </dsp:nvSpPr>
      <dsp:spPr>
        <a:xfrm>
          <a:off x="2638591" y="152623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CFF</a:t>
          </a:r>
        </a:p>
      </dsp:txBody>
      <dsp:txXfrm>
        <a:off x="2638591" y="1526234"/>
        <a:ext cx="1073446" cy="536723"/>
      </dsp:txXfrm>
    </dsp:sp>
    <dsp:sp modelId="{138BB38F-F371-412E-96BD-1AB521B481EB}">
      <dsp:nvSpPr>
        <dsp:cNvPr id="0" name=""/>
        <dsp:cNvSpPr/>
      </dsp:nvSpPr>
      <dsp:spPr>
        <a:xfrm>
          <a:off x="2638591" y="2288380"/>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RCFF</a:t>
          </a:r>
        </a:p>
      </dsp:txBody>
      <dsp:txXfrm>
        <a:off x="2638591" y="2288380"/>
        <a:ext cx="1073446" cy="536723"/>
      </dsp:txXfrm>
    </dsp:sp>
    <dsp:sp modelId="{97BB107B-6075-45D6-B376-F3DFC1A913AD}">
      <dsp:nvSpPr>
        <dsp:cNvPr id="0" name=""/>
        <dsp:cNvSpPr/>
      </dsp:nvSpPr>
      <dsp:spPr>
        <a:xfrm>
          <a:off x="2906953" y="3050527"/>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Resolución Miscelánea</a:t>
          </a:r>
        </a:p>
      </dsp:txBody>
      <dsp:txXfrm>
        <a:off x="2906953" y="3050527"/>
        <a:ext cx="1073446" cy="536723"/>
      </dsp:txXfrm>
    </dsp:sp>
    <dsp:sp modelId="{73D03C9F-EAD6-499E-8A2C-5F07BD89DF34}">
      <dsp:nvSpPr>
        <dsp:cNvPr id="0" name=""/>
        <dsp:cNvSpPr/>
      </dsp:nvSpPr>
      <dsp:spPr>
        <a:xfrm>
          <a:off x="2906953" y="381267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Criterios</a:t>
          </a:r>
        </a:p>
      </dsp:txBody>
      <dsp:txXfrm>
        <a:off x="2906953" y="3812674"/>
        <a:ext cx="1073446" cy="536723"/>
      </dsp:txXfrm>
    </dsp:sp>
    <dsp:sp modelId="{F5AEAAAC-07EE-4DC4-886D-5C24CF784ED6}">
      <dsp:nvSpPr>
        <dsp:cNvPr id="0" name=""/>
        <dsp:cNvSpPr/>
      </dsp:nvSpPr>
      <dsp:spPr>
        <a:xfrm>
          <a:off x="3937461" y="152623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LISR</a:t>
          </a:r>
        </a:p>
      </dsp:txBody>
      <dsp:txXfrm>
        <a:off x="3937461" y="1526234"/>
        <a:ext cx="1073446" cy="536723"/>
      </dsp:txXfrm>
    </dsp:sp>
    <dsp:sp modelId="{E3405E08-3D61-451F-8688-C8CC051C8B10}">
      <dsp:nvSpPr>
        <dsp:cNvPr id="0" name=""/>
        <dsp:cNvSpPr/>
      </dsp:nvSpPr>
      <dsp:spPr>
        <a:xfrm>
          <a:off x="3937461" y="2288380"/>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RLISR</a:t>
          </a:r>
        </a:p>
      </dsp:txBody>
      <dsp:txXfrm>
        <a:off x="3937461" y="2288380"/>
        <a:ext cx="1073446" cy="536723"/>
      </dsp:txXfrm>
    </dsp:sp>
    <dsp:sp modelId="{D647ABA3-E874-40EC-BD6A-290ABEF53D0C}">
      <dsp:nvSpPr>
        <dsp:cNvPr id="0" name=""/>
        <dsp:cNvSpPr/>
      </dsp:nvSpPr>
      <dsp:spPr>
        <a:xfrm>
          <a:off x="4205822" y="3050527"/>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Resolución Miscelánea</a:t>
          </a:r>
        </a:p>
      </dsp:txBody>
      <dsp:txXfrm>
        <a:off x="4205822" y="3050527"/>
        <a:ext cx="1073446" cy="536723"/>
      </dsp:txXfrm>
    </dsp:sp>
    <dsp:sp modelId="{7C550671-8957-4507-A712-FC91B4BA030D}">
      <dsp:nvSpPr>
        <dsp:cNvPr id="0" name=""/>
        <dsp:cNvSpPr/>
      </dsp:nvSpPr>
      <dsp:spPr>
        <a:xfrm>
          <a:off x="4205822" y="381267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Criterios</a:t>
          </a:r>
        </a:p>
      </dsp:txBody>
      <dsp:txXfrm>
        <a:off x="4205822" y="3812674"/>
        <a:ext cx="1073446" cy="536723"/>
      </dsp:txXfrm>
    </dsp:sp>
    <dsp:sp modelId="{10DAF0F5-379C-4ADD-B1F2-7C215DC570B7}">
      <dsp:nvSpPr>
        <dsp:cNvPr id="0" name=""/>
        <dsp:cNvSpPr/>
      </dsp:nvSpPr>
      <dsp:spPr>
        <a:xfrm>
          <a:off x="5236331" y="152623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LIVA</a:t>
          </a:r>
        </a:p>
      </dsp:txBody>
      <dsp:txXfrm>
        <a:off x="5236331" y="1526234"/>
        <a:ext cx="1073446" cy="536723"/>
      </dsp:txXfrm>
    </dsp:sp>
    <dsp:sp modelId="{36AE7A00-8DF6-4364-BA7E-6570950D039E}">
      <dsp:nvSpPr>
        <dsp:cNvPr id="0" name=""/>
        <dsp:cNvSpPr/>
      </dsp:nvSpPr>
      <dsp:spPr>
        <a:xfrm>
          <a:off x="5236331" y="2288380"/>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RLIVA</a:t>
          </a:r>
        </a:p>
      </dsp:txBody>
      <dsp:txXfrm>
        <a:off x="5236331" y="2288380"/>
        <a:ext cx="1073446" cy="536723"/>
      </dsp:txXfrm>
    </dsp:sp>
    <dsp:sp modelId="{C8D29776-5F98-4A29-9A4F-3D9379ADFE3D}">
      <dsp:nvSpPr>
        <dsp:cNvPr id="0" name=""/>
        <dsp:cNvSpPr/>
      </dsp:nvSpPr>
      <dsp:spPr>
        <a:xfrm>
          <a:off x="5504692" y="3050527"/>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Resolución Miscélánea</a:t>
          </a:r>
        </a:p>
      </dsp:txBody>
      <dsp:txXfrm>
        <a:off x="5504692" y="3050527"/>
        <a:ext cx="1073446" cy="536723"/>
      </dsp:txXfrm>
    </dsp:sp>
    <dsp:sp modelId="{EA69400E-7D17-4D0A-8929-F33D04E62A4E}">
      <dsp:nvSpPr>
        <dsp:cNvPr id="0" name=""/>
        <dsp:cNvSpPr/>
      </dsp:nvSpPr>
      <dsp:spPr>
        <a:xfrm>
          <a:off x="5504692" y="381267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Criterios</a:t>
          </a:r>
        </a:p>
      </dsp:txBody>
      <dsp:txXfrm>
        <a:off x="5504692" y="3812674"/>
        <a:ext cx="1073446" cy="536723"/>
      </dsp:txXfrm>
    </dsp:sp>
    <dsp:sp modelId="{E71D3040-612E-4EC3-8008-D8230605404D}">
      <dsp:nvSpPr>
        <dsp:cNvPr id="0" name=""/>
        <dsp:cNvSpPr/>
      </dsp:nvSpPr>
      <dsp:spPr>
        <a:xfrm>
          <a:off x="6535200" y="152623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Otras</a:t>
          </a:r>
        </a:p>
      </dsp:txBody>
      <dsp:txXfrm>
        <a:off x="6535200" y="1526234"/>
        <a:ext cx="1073446" cy="536723"/>
      </dsp:txXfrm>
    </dsp:sp>
    <dsp:sp modelId="{A8FC858C-34C1-4F34-9199-C6551D4DD500}">
      <dsp:nvSpPr>
        <dsp:cNvPr id="0" name=""/>
        <dsp:cNvSpPr/>
      </dsp:nvSpPr>
      <dsp:spPr>
        <a:xfrm>
          <a:off x="6535200" y="2288380"/>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ROtras</a:t>
          </a:r>
        </a:p>
      </dsp:txBody>
      <dsp:txXfrm>
        <a:off x="6535200" y="2288380"/>
        <a:ext cx="1073446" cy="536723"/>
      </dsp:txXfrm>
    </dsp:sp>
    <dsp:sp modelId="{73E23470-48C7-4A72-8DFC-CE5FC8BD2F03}">
      <dsp:nvSpPr>
        <dsp:cNvPr id="0" name=""/>
        <dsp:cNvSpPr/>
      </dsp:nvSpPr>
      <dsp:spPr>
        <a:xfrm>
          <a:off x="6803562" y="3050527"/>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Resolución Miscelánea</a:t>
          </a:r>
        </a:p>
      </dsp:txBody>
      <dsp:txXfrm>
        <a:off x="6803562" y="3050527"/>
        <a:ext cx="1073446" cy="536723"/>
      </dsp:txXfrm>
    </dsp:sp>
    <dsp:sp modelId="{B22AB6EC-A50F-4479-96EF-9D4034BA355B}">
      <dsp:nvSpPr>
        <dsp:cNvPr id="0" name=""/>
        <dsp:cNvSpPr/>
      </dsp:nvSpPr>
      <dsp:spPr>
        <a:xfrm>
          <a:off x="6803562" y="3812674"/>
          <a:ext cx="1073446" cy="53672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Criterios</a:t>
          </a:r>
        </a:p>
      </dsp:txBody>
      <dsp:txXfrm>
        <a:off x="6803562" y="3812674"/>
        <a:ext cx="1073446" cy="536723"/>
      </dsp:txXfrm>
    </dsp:sp>
    <dsp:sp modelId="{2C3E953A-90A1-4925-AFCE-BEC9AA540617}">
      <dsp:nvSpPr>
        <dsp:cNvPr id="0" name=""/>
        <dsp:cNvSpPr/>
      </dsp:nvSpPr>
      <dsp:spPr>
        <a:xfrm>
          <a:off x="3937461" y="764087"/>
          <a:ext cx="1073446" cy="536723"/>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Ley de Ingresos</a:t>
          </a:r>
        </a:p>
      </dsp:txBody>
      <dsp:txXfrm>
        <a:off x="3937461" y="764087"/>
        <a:ext cx="1073446" cy="536723"/>
      </dsp:txXfrm>
    </dsp:sp>
    <dsp:sp modelId="{C92C1157-9492-4C75-BABB-0F0304B2663E}">
      <dsp:nvSpPr>
        <dsp:cNvPr id="0" name=""/>
        <dsp:cNvSpPr/>
      </dsp:nvSpPr>
      <dsp:spPr>
        <a:xfrm>
          <a:off x="5236331" y="764087"/>
          <a:ext cx="1073446" cy="536723"/>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MX" sz="1600" kern="1200" dirty="0"/>
            <a:t>Tratados</a:t>
          </a:r>
        </a:p>
      </dsp:txBody>
      <dsp:txXfrm>
        <a:off x="5236331" y="764087"/>
        <a:ext cx="1073446" cy="536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9E381-2B4C-4EC7-822F-9053909F3513}">
      <dsp:nvSpPr>
        <dsp:cNvPr id="0" name=""/>
        <dsp:cNvSpPr/>
      </dsp:nvSpPr>
      <dsp:spPr>
        <a:xfrm>
          <a:off x="1933211" y="325352"/>
          <a:ext cx="674819" cy="327668"/>
        </a:xfrm>
        <a:custGeom>
          <a:avLst/>
          <a:gdLst/>
          <a:ahLst/>
          <a:cxnLst/>
          <a:rect l="0" t="0" r="0" b="0"/>
          <a:pathLst>
            <a:path>
              <a:moveTo>
                <a:pt x="674819" y="327668"/>
              </a:move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5C4A94-F6A8-48A8-A916-A2129400D5A1}">
      <dsp:nvSpPr>
        <dsp:cNvPr id="0" name=""/>
        <dsp:cNvSpPr/>
      </dsp:nvSpPr>
      <dsp:spPr>
        <a:xfrm>
          <a:off x="2087467" y="2501021"/>
          <a:ext cx="195211" cy="1522648"/>
        </a:xfrm>
        <a:custGeom>
          <a:avLst/>
          <a:gdLst/>
          <a:ahLst/>
          <a:cxnLst/>
          <a:rect l="0" t="0" r="0" b="0"/>
          <a:pathLst>
            <a:path>
              <a:moveTo>
                <a:pt x="0" y="0"/>
              </a:moveTo>
              <a:lnTo>
                <a:pt x="0" y="1522648"/>
              </a:lnTo>
              <a:lnTo>
                <a:pt x="195211" y="1522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F5F0E1-0B63-48DA-9C0F-D0503997C32C}">
      <dsp:nvSpPr>
        <dsp:cNvPr id="0" name=""/>
        <dsp:cNvSpPr/>
      </dsp:nvSpPr>
      <dsp:spPr>
        <a:xfrm>
          <a:off x="2087467" y="2501021"/>
          <a:ext cx="195211" cy="598648"/>
        </a:xfrm>
        <a:custGeom>
          <a:avLst/>
          <a:gdLst/>
          <a:ahLst/>
          <a:cxnLst/>
          <a:rect l="0" t="0" r="0" b="0"/>
          <a:pathLst>
            <a:path>
              <a:moveTo>
                <a:pt x="0" y="0"/>
              </a:moveTo>
              <a:lnTo>
                <a:pt x="0" y="598648"/>
              </a:lnTo>
              <a:lnTo>
                <a:pt x="195211" y="598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C9F610-794C-492C-A895-B7432B459A8D}">
      <dsp:nvSpPr>
        <dsp:cNvPr id="0" name=""/>
        <dsp:cNvSpPr/>
      </dsp:nvSpPr>
      <dsp:spPr>
        <a:xfrm>
          <a:off x="2562310" y="653020"/>
          <a:ext cx="91440" cy="1197296"/>
        </a:xfrm>
        <a:custGeom>
          <a:avLst/>
          <a:gdLst/>
          <a:ahLst/>
          <a:cxnLst/>
          <a:rect l="0" t="0" r="0" b="0"/>
          <a:pathLst>
            <a:path>
              <a:moveTo>
                <a:pt x="45720" y="0"/>
              </a:moveTo>
              <a:lnTo>
                <a:pt x="45720" y="11972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1E6AB7-D413-4BD9-A9D4-3D74A21A44EE}">
      <dsp:nvSpPr>
        <dsp:cNvPr id="0" name=""/>
        <dsp:cNvSpPr/>
      </dsp:nvSpPr>
      <dsp:spPr>
        <a:xfrm>
          <a:off x="1957326" y="2316"/>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LISR</a:t>
          </a:r>
        </a:p>
      </dsp:txBody>
      <dsp:txXfrm>
        <a:off x="1957326" y="2316"/>
        <a:ext cx="1301408" cy="650704"/>
      </dsp:txXfrm>
    </dsp:sp>
    <dsp:sp modelId="{C7A1364B-2B85-4967-9033-76D8122ED853}">
      <dsp:nvSpPr>
        <dsp:cNvPr id="0" name=""/>
        <dsp:cNvSpPr/>
      </dsp:nvSpPr>
      <dsp:spPr>
        <a:xfrm>
          <a:off x="1957326" y="1850316"/>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RLISR</a:t>
          </a:r>
        </a:p>
      </dsp:txBody>
      <dsp:txXfrm>
        <a:off x="1957326" y="1850316"/>
        <a:ext cx="1301408" cy="650704"/>
      </dsp:txXfrm>
    </dsp:sp>
    <dsp:sp modelId="{68E616D1-7520-423B-9A4F-81E64B7CED28}">
      <dsp:nvSpPr>
        <dsp:cNvPr id="0" name=""/>
        <dsp:cNvSpPr/>
      </dsp:nvSpPr>
      <dsp:spPr>
        <a:xfrm>
          <a:off x="2282678" y="2774317"/>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Resolución Miscelánea</a:t>
          </a:r>
        </a:p>
      </dsp:txBody>
      <dsp:txXfrm>
        <a:off x="2282678" y="2774317"/>
        <a:ext cx="1301408" cy="650704"/>
      </dsp:txXfrm>
    </dsp:sp>
    <dsp:sp modelId="{8D1D9BE3-B052-43EF-BA22-C8E5A84A4755}">
      <dsp:nvSpPr>
        <dsp:cNvPr id="0" name=""/>
        <dsp:cNvSpPr/>
      </dsp:nvSpPr>
      <dsp:spPr>
        <a:xfrm>
          <a:off x="2282678" y="3698317"/>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Criterios</a:t>
          </a:r>
        </a:p>
      </dsp:txBody>
      <dsp:txXfrm>
        <a:off x="2282678" y="3698317"/>
        <a:ext cx="1301408" cy="650704"/>
      </dsp:txXfrm>
    </dsp:sp>
    <dsp:sp modelId="{3305FA1B-F2D7-4DE2-9063-6C3729EA9564}">
      <dsp:nvSpPr>
        <dsp:cNvPr id="0" name=""/>
        <dsp:cNvSpPr/>
      </dsp:nvSpPr>
      <dsp:spPr>
        <a:xfrm>
          <a:off x="631802" y="0"/>
          <a:ext cx="1301408" cy="65070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CFF</a:t>
          </a:r>
        </a:p>
      </dsp:txBody>
      <dsp:txXfrm>
        <a:off x="631802" y="0"/>
        <a:ext cx="1301408" cy="6507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9E381-2B4C-4EC7-822F-9053909F3513}">
      <dsp:nvSpPr>
        <dsp:cNvPr id="0" name=""/>
        <dsp:cNvSpPr/>
      </dsp:nvSpPr>
      <dsp:spPr>
        <a:xfrm>
          <a:off x="1950285" y="325352"/>
          <a:ext cx="657745" cy="327668"/>
        </a:xfrm>
        <a:custGeom>
          <a:avLst/>
          <a:gdLst/>
          <a:ahLst/>
          <a:cxnLst/>
          <a:rect l="0" t="0" r="0" b="0"/>
          <a:pathLst>
            <a:path>
              <a:moveTo>
                <a:pt x="657745" y="327668"/>
              </a:move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5C4A94-F6A8-48A8-A916-A2129400D5A1}">
      <dsp:nvSpPr>
        <dsp:cNvPr id="0" name=""/>
        <dsp:cNvSpPr/>
      </dsp:nvSpPr>
      <dsp:spPr>
        <a:xfrm>
          <a:off x="2087467" y="2501021"/>
          <a:ext cx="195211" cy="1522648"/>
        </a:xfrm>
        <a:custGeom>
          <a:avLst/>
          <a:gdLst/>
          <a:ahLst/>
          <a:cxnLst/>
          <a:rect l="0" t="0" r="0" b="0"/>
          <a:pathLst>
            <a:path>
              <a:moveTo>
                <a:pt x="0" y="0"/>
              </a:moveTo>
              <a:lnTo>
                <a:pt x="0" y="1522648"/>
              </a:lnTo>
              <a:lnTo>
                <a:pt x="195211" y="1522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F5F0E1-0B63-48DA-9C0F-D0503997C32C}">
      <dsp:nvSpPr>
        <dsp:cNvPr id="0" name=""/>
        <dsp:cNvSpPr/>
      </dsp:nvSpPr>
      <dsp:spPr>
        <a:xfrm>
          <a:off x="2087467" y="2501021"/>
          <a:ext cx="195211" cy="598648"/>
        </a:xfrm>
        <a:custGeom>
          <a:avLst/>
          <a:gdLst/>
          <a:ahLst/>
          <a:cxnLst/>
          <a:rect l="0" t="0" r="0" b="0"/>
          <a:pathLst>
            <a:path>
              <a:moveTo>
                <a:pt x="0" y="0"/>
              </a:moveTo>
              <a:lnTo>
                <a:pt x="0" y="598648"/>
              </a:lnTo>
              <a:lnTo>
                <a:pt x="195211" y="598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C9F610-794C-492C-A895-B7432B459A8D}">
      <dsp:nvSpPr>
        <dsp:cNvPr id="0" name=""/>
        <dsp:cNvSpPr/>
      </dsp:nvSpPr>
      <dsp:spPr>
        <a:xfrm>
          <a:off x="2562310" y="653020"/>
          <a:ext cx="91440" cy="1197296"/>
        </a:xfrm>
        <a:custGeom>
          <a:avLst/>
          <a:gdLst/>
          <a:ahLst/>
          <a:cxnLst/>
          <a:rect l="0" t="0" r="0" b="0"/>
          <a:pathLst>
            <a:path>
              <a:moveTo>
                <a:pt x="45720" y="0"/>
              </a:moveTo>
              <a:lnTo>
                <a:pt x="45720" y="11972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1E6AB7-D413-4BD9-A9D4-3D74A21A44EE}">
      <dsp:nvSpPr>
        <dsp:cNvPr id="0" name=""/>
        <dsp:cNvSpPr/>
      </dsp:nvSpPr>
      <dsp:spPr>
        <a:xfrm>
          <a:off x="1957326" y="2316"/>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LISR</a:t>
          </a:r>
        </a:p>
      </dsp:txBody>
      <dsp:txXfrm>
        <a:off x="1957326" y="2316"/>
        <a:ext cx="1301408" cy="650704"/>
      </dsp:txXfrm>
    </dsp:sp>
    <dsp:sp modelId="{C7A1364B-2B85-4967-9033-76D8122ED853}">
      <dsp:nvSpPr>
        <dsp:cNvPr id="0" name=""/>
        <dsp:cNvSpPr/>
      </dsp:nvSpPr>
      <dsp:spPr>
        <a:xfrm>
          <a:off x="1957326" y="1850316"/>
          <a:ext cx="1301408" cy="65070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RLISR</a:t>
          </a:r>
        </a:p>
      </dsp:txBody>
      <dsp:txXfrm>
        <a:off x="1957326" y="1850316"/>
        <a:ext cx="1301408" cy="650704"/>
      </dsp:txXfrm>
    </dsp:sp>
    <dsp:sp modelId="{68E616D1-7520-423B-9A4F-81E64B7CED28}">
      <dsp:nvSpPr>
        <dsp:cNvPr id="0" name=""/>
        <dsp:cNvSpPr/>
      </dsp:nvSpPr>
      <dsp:spPr>
        <a:xfrm>
          <a:off x="2282678" y="2774317"/>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Resolución Miscelánea</a:t>
          </a:r>
        </a:p>
      </dsp:txBody>
      <dsp:txXfrm>
        <a:off x="2282678" y="2774317"/>
        <a:ext cx="1301408" cy="650704"/>
      </dsp:txXfrm>
    </dsp:sp>
    <dsp:sp modelId="{8D1D9BE3-B052-43EF-BA22-C8E5A84A4755}">
      <dsp:nvSpPr>
        <dsp:cNvPr id="0" name=""/>
        <dsp:cNvSpPr/>
      </dsp:nvSpPr>
      <dsp:spPr>
        <a:xfrm>
          <a:off x="2282678" y="3698317"/>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Criterios</a:t>
          </a:r>
        </a:p>
      </dsp:txBody>
      <dsp:txXfrm>
        <a:off x="2282678" y="3698317"/>
        <a:ext cx="1301408" cy="650704"/>
      </dsp:txXfrm>
    </dsp:sp>
    <dsp:sp modelId="{3305FA1B-F2D7-4DE2-9063-6C3729EA9564}">
      <dsp:nvSpPr>
        <dsp:cNvPr id="0" name=""/>
        <dsp:cNvSpPr/>
      </dsp:nvSpPr>
      <dsp:spPr>
        <a:xfrm>
          <a:off x="648876" y="0"/>
          <a:ext cx="1301408" cy="65070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CFF</a:t>
          </a:r>
        </a:p>
      </dsp:txBody>
      <dsp:txXfrm>
        <a:off x="648876" y="0"/>
        <a:ext cx="1301408" cy="6507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9E381-2B4C-4EC7-822F-9053909F3513}">
      <dsp:nvSpPr>
        <dsp:cNvPr id="0" name=""/>
        <dsp:cNvSpPr/>
      </dsp:nvSpPr>
      <dsp:spPr>
        <a:xfrm>
          <a:off x="1950285" y="325352"/>
          <a:ext cx="657745" cy="327668"/>
        </a:xfrm>
        <a:custGeom>
          <a:avLst/>
          <a:gdLst/>
          <a:ahLst/>
          <a:cxnLst/>
          <a:rect l="0" t="0" r="0" b="0"/>
          <a:pathLst>
            <a:path>
              <a:moveTo>
                <a:pt x="657745" y="327668"/>
              </a:moveTo>
              <a:lnTo>
                <a:pt x="0" y="0"/>
              </a:lnTo>
            </a:path>
          </a:pathLst>
        </a:custGeom>
        <a:noFill/>
        <a:ln>
          <a:noFill/>
        </a:ln>
        <a:effectLst/>
      </dsp:spPr>
      <dsp:style>
        <a:lnRef idx="0">
          <a:scrgbClr r="0" g="0" b="0"/>
        </a:lnRef>
        <a:fillRef idx="1">
          <a:scrgbClr r="0" g="0" b="0"/>
        </a:fillRef>
        <a:effectRef idx="0">
          <a:scrgbClr r="0" g="0" b="0"/>
        </a:effectRef>
        <a:fontRef idx="minor">
          <a:schemeClr val="lt1"/>
        </a:fontRef>
      </dsp:style>
    </dsp:sp>
    <dsp:sp modelId="{D75C4A94-F6A8-48A8-A916-A2129400D5A1}">
      <dsp:nvSpPr>
        <dsp:cNvPr id="0" name=""/>
        <dsp:cNvSpPr/>
      </dsp:nvSpPr>
      <dsp:spPr>
        <a:xfrm>
          <a:off x="2087467" y="2501021"/>
          <a:ext cx="195211" cy="1522648"/>
        </a:xfrm>
        <a:custGeom>
          <a:avLst/>
          <a:gdLst/>
          <a:ahLst/>
          <a:cxnLst/>
          <a:rect l="0" t="0" r="0" b="0"/>
          <a:pathLst>
            <a:path>
              <a:moveTo>
                <a:pt x="0" y="0"/>
              </a:moveTo>
              <a:lnTo>
                <a:pt x="0" y="1522648"/>
              </a:lnTo>
              <a:lnTo>
                <a:pt x="195211" y="1522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F5F0E1-0B63-48DA-9C0F-D0503997C32C}">
      <dsp:nvSpPr>
        <dsp:cNvPr id="0" name=""/>
        <dsp:cNvSpPr/>
      </dsp:nvSpPr>
      <dsp:spPr>
        <a:xfrm>
          <a:off x="2087467" y="2501021"/>
          <a:ext cx="195211" cy="598648"/>
        </a:xfrm>
        <a:custGeom>
          <a:avLst/>
          <a:gdLst/>
          <a:ahLst/>
          <a:cxnLst/>
          <a:rect l="0" t="0" r="0" b="0"/>
          <a:pathLst>
            <a:path>
              <a:moveTo>
                <a:pt x="0" y="0"/>
              </a:moveTo>
              <a:lnTo>
                <a:pt x="0" y="598648"/>
              </a:lnTo>
              <a:lnTo>
                <a:pt x="195211" y="598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C9F610-794C-492C-A895-B7432B459A8D}">
      <dsp:nvSpPr>
        <dsp:cNvPr id="0" name=""/>
        <dsp:cNvSpPr/>
      </dsp:nvSpPr>
      <dsp:spPr>
        <a:xfrm>
          <a:off x="2562310" y="653020"/>
          <a:ext cx="91440" cy="1197296"/>
        </a:xfrm>
        <a:custGeom>
          <a:avLst/>
          <a:gdLst/>
          <a:ahLst/>
          <a:cxnLst/>
          <a:rect l="0" t="0" r="0" b="0"/>
          <a:pathLst>
            <a:path>
              <a:moveTo>
                <a:pt x="45720" y="0"/>
              </a:moveTo>
              <a:lnTo>
                <a:pt x="45720" y="1197296"/>
              </a:lnTo>
            </a:path>
          </a:pathLst>
        </a:custGeom>
        <a:noFill/>
        <a:ln>
          <a:noFill/>
        </a:ln>
        <a:effectLst/>
      </dsp:spPr>
      <dsp:style>
        <a:lnRef idx="0">
          <a:scrgbClr r="0" g="0" b="0"/>
        </a:lnRef>
        <a:fillRef idx="1">
          <a:scrgbClr r="0" g="0" b="0"/>
        </a:fillRef>
        <a:effectRef idx="0">
          <a:scrgbClr r="0" g="0" b="0"/>
        </a:effectRef>
        <a:fontRef idx="minor">
          <a:schemeClr val="lt1"/>
        </a:fontRef>
      </dsp:style>
    </dsp:sp>
    <dsp:sp modelId="{001E6AB7-D413-4BD9-A9D4-3D74A21A44EE}">
      <dsp:nvSpPr>
        <dsp:cNvPr id="0" name=""/>
        <dsp:cNvSpPr/>
      </dsp:nvSpPr>
      <dsp:spPr>
        <a:xfrm>
          <a:off x="1957326" y="2316"/>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LISR</a:t>
          </a:r>
        </a:p>
      </dsp:txBody>
      <dsp:txXfrm>
        <a:off x="1957326" y="2316"/>
        <a:ext cx="1301408" cy="650704"/>
      </dsp:txXfrm>
    </dsp:sp>
    <dsp:sp modelId="{C7A1364B-2B85-4967-9033-76D8122ED853}">
      <dsp:nvSpPr>
        <dsp:cNvPr id="0" name=""/>
        <dsp:cNvSpPr/>
      </dsp:nvSpPr>
      <dsp:spPr>
        <a:xfrm>
          <a:off x="1957326" y="1850316"/>
          <a:ext cx="1301408" cy="650704"/>
        </a:xfrm>
        <a:prstGeom prst="rect">
          <a:avLst/>
        </a:prstGeom>
        <a:solidFill>
          <a:schemeClr val="accent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RLISR</a:t>
          </a:r>
        </a:p>
      </dsp:txBody>
      <dsp:txXfrm>
        <a:off x="1957326" y="1850316"/>
        <a:ext cx="1301408" cy="650704"/>
      </dsp:txXfrm>
    </dsp:sp>
    <dsp:sp modelId="{68E616D1-7520-423B-9A4F-81E64B7CED28}">
      <dsp:nvSpPr>
        <dsp:cNvPr id="0" name=""/>
        <dsp:cNvSpPr/>
      </dsp:nvSpPr>
      <dsp:spPr>
        <a:xfrm>
          <a:off x="2282678" y="2774317"/>
          <a:ext cx="1301408" cy="65070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Resolución Miscelánea</a:t>
          </a:r>
        </a:p>
      </dsp:txBody>
      <dsp:txXfrm>
        <a:off x="2282678" y="2774317"/>
        <a:ext cx="1301408" cy="650704"/>
      </dsp:txXfrm>
    </dsp:sp>
    <dsp:sp modelId="{8D1D9BE3-B052-43EF-BA22-C8E5A84A4755}">
      <dsp:nvSpPr>
        <dsp:cNvPr id="0" name=""/>
        <dsp:cNvSpPr/>
      </dsp:nvSpPr>
      <dsp:spPr>
        <a:xfrm>
          <a:off x="2282678" y="3698317"/>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Criterios</a:t>
          </a:r>
        </a:p>
      </dsp:txBody>
      <dsp:txXfrm>
        <a:off x="2282678" y="3698317"/>
        <a:ext cx="1301408" cy="650704"/>
      </dsp:txXfrm>
    </dsp:sp>
    <dsp:sp modelId="{3305FA1B-F2D7-4DE2-9063-6C3729EA9564}">
      <dsp:nvSpPr>
        <dsp:cNvPr id="0" name=""/>
        <dsp:cNvSpPr/>
      </dsp:nvSpPr>
      <dsp:spPr>
        <a:xfrm>
          <a:off x="648876" y="0"/>
          <a:ext cx="1301408" cy="650704"/>
        </a:xfrm>
        <a:prstGeom prst="rect">
          <a:avLst/>
        </a:prstGeom>
        <a:solidFill>
          <a:schemeClr val="accent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CFF</a:t>
          </a:r>
        </a:p>
      </dsp:txBody>
      <dsp:txXfrm>
        <a:off x="648876" y="0"/>
        <a:ext cx="1301408" cy="6507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9E381-2B4C-4EC7-822F-9053909F3513}">
      <dsp:nvSpPr>
        <dsp:cNvPr id="0" name=""/>
        <dsp:cNvSpPr/>
      </dsp:nvSpPr>
      <dsp:spPr>
        <a:xfrm>
          <a:off x="1950285" y="325352"/>
          <a:ext cx="657745" cy="327668"/>
        </a:xfrm>
        <a:custGeom>
          <a:avLst/>
          <a:gdLst/>
          <a:ahLst/>
          <a:cxnLst/>
          <a:rect l="0" t="0" r="0" b="0"/>
          <a:pathLst>
            <a:path>
              <a:moveTo>
                <a:pt x="657745" y="327668"/>
              </a:moveTo>
              <a:lnTo>
                <a:pt x="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5C4A94-F6A8-48A8-A916-A2129400D5A1}">
      <dsp:nvSpPr>
        <dsp:cNvPr id="0" name=""/>
        <dsp:cNvSpPr/>
      </dsp:nvSpPr>
      <dsp:spPr>
        <a:xfrm>
          <a:off x="2087467" y="2501021"/>
          <a:ext cx="195211" cy="1522648"/>
        </a:xfrm>
        <a:custGeom>
          <a:avLst/>
          <a:gdLst/>
          <a:ahLst/>
          <a:cxnLst/>
          <a:rect l="0" t="0" r="0" b="0"/>
          <a:pathLst>
            <a:path>
              <a:moveTo>
                <a:pt x="0" y="0"/>
              </a:moveTo>
              <a:lnTo>
                <a:pt x="0" y="1522648"/>
              </a:lnTo>
              <a:lnTo>
                <a:pt x="195211" y="1522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F5F0E1-0B63-48DA-9C0F-D0503997C32C}">
      <dsp:nvSpPr>
        <dsp:cNvPr id="0" name=""/>
        <dsp:cNvSpPr/>
      </dsp:nvSpPr>
      <dsp:spPr>
        <a:xfrm>
          <a:off x="2087467" y="2501021"/>
          <a:ext cx="195211" cy="598648"/>
        </a:xfrm>
        <a:custGeom>
          <a:avLst/>
          <a:gdLst/>
          <a:ahLst/>
          <a:cxnLst/>
          <a:rect l="0" t="0" r="0" b="0"/>
          <a:pathLst>
            <a:path>
              <a:moveTo>
                <a:pt x="0" y="0"/>
              </a:moveTo>
              <a:lnTo>
                <a:pt x="0" y="598648"/>
              </a:lnTo>
              <a:lnTo>
                <a:pt x="195211" y="59864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C9F610-794C-492C-A895-B7432B459A8D}">
      <dsp:nvSpPr>
        <dsp:cNvPr id="0" name=""/>
        <dsp:cNvSpPr/>
      </dsp:nvSpPr>
      <dsp:spPr>
        <a:xfrm>
          <a:off x="2562310" y="653020"/>
          <a:ext cx="91440" cy="1197296"/>
        </a:xfrm>
        <a:custGeom>
          <a:avLst/>
          <a:gdLst/>
          <a:ahLst/>
          <a:cxnLst/>
          <a:rect l="0" t="0" r="0" b="0"/>
          <a:pathLst>
            <a:path>
              <a:moveTo>
                <a:pt x="45720" y="0"/>
              </a:moveTo>
              <a:lnTo>
                <a:pt x="45720" y="119729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1E6AB7-D413-4BD9-A9D4-3D74A21A44EE}">
      <dsp:nvSpPr>
        <dsp:cNvPr id="0" name=""/>
        <dsp:cNvSpPr/>
      </dsp:nvSpPr>
      <dsp:spPr>
        <a:xfrm>
          <a:off x="1957326" y="2316"/>
          <a:ext cx="1301408" cy="65070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LISR</a:t>
          </a:r>
        </a:p>
      </dsp:txBody>
      <dsp:txXfrm>
        <a:off x="1957326" y="2316"/>
        <a:ext cx="1301408" cy="650704"/>
      </dsp:txXfrm>
    </dsp:sp>
    <dsp:sp modelId="{C7A1364B-2B85-4967-9033-76D8122ED853}">
      <dsp:nvSpPr>
        <dsp:cNvPr id="0" name=""/>
        <dsp:cNvSpPr/>
      </dsp:nvSpPr>
      <dsp:spPr>
        <a:xfrm>
          <a:off x="1957326" y="1850316"/>
          <a:ext cx="1301408" cy="65070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RLISR</a:t>
          </a:r>
        </a:p>
      </dsp:txBody>
      <dsp:txXfrm>
        <a:off x="1957326" y="1850316"/>
        <a:ext cx="1301408" cy="650704"/>
      </dsp:txXfrm>
    </dsp:sp>
    <dsp:sp modelId="{68E616D1-7520-423B-9A4F-81E64B7CED28}">
      <dsp:nvSpPr>
        <dsp:cNvPr id="0" name=""/>
        <dsp:cNvSpPr/>
      </dsp:nvSpPr>
      <dsp:spPr>
        <a:xfrm>
          <a:off x="2282678" y="2774317"/>
          <a:ext cx="1301408" cy="65070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Resolución Miscelánea</a:t>
          </a:r>
        </a:p>
      </dsp:txBody>
      <dsp:txXfrm>
        <a:off x="2282678" y="2774317"/>
        <a:ext cx="1301408" cy="650704"/>
      </dsp:txXfrm>
    </dsp:sp>
    <dsp:sp modelId="{8D1D9BE3-B052-43EF-BA22-C8E5A84A4755}">
      <dsp:nvSpPr>
        <dsp:cNvPr id="0" name=""/>
        <dsp:cNvSpPr/>
      </dsp:nvSpPr>
      <dsp:spPr>
        <a:xfrm>
          <a:off x="2282678" y="3698317"/>
          <a:ext cx="1301408" cy="650704"/>
        </a:xfrm>
        <a:prstGeom prst="rect">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Criterios</a:t>
          </a:r>
        </a:p>
      </dsp:txBody>
      <dsp:txXfrm>
        <a:off x="2282678" y="3698317"/>
        <a:ext cx="1301408" cy="650704"/>
      </dsp:txXfrm>
    </dsp:sp>
    <dsp:sp modelId="{3305FA1B-F2D7-4DE2-9063-6C3729EA9564}">
      <dsp:nvSpPr>
        <dsp:cNvPr id="0" name=""/>
        <dsp:cNvSpPr/>
      </dsp:nvSpPr>
      <dsp:spPr>
        <a:xfrm>
          <a:off x="648876" y="0"/>
          <a:ext cx="1301408" cy="650704"/>
        </a:xfrm>
        <a:prstGeom prst="rect">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s-MX" sz="2100" kern="1200" dirty="0"/>
            <a:t>CFF</a:t>
          </a:r>
        </a:p>
      </dsp:txBody>
      <dsp:txXfrm>
        <a:off x="648876" y="0"/>
        <a:ext cx="1301408" cy="6507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5124D8-4509-486E-A156-BE084F4B37E3}">
      <dsp:nvSpPr>
        <dsp:cNvPr id="0" name=""/>
        <dsp:cNvSpPr/>
      </dsp:nvSpPr>
      <dsp:spPr>
        <a:xfrm>
          <a:off x="529" y="1317809"/>
          <a:ext cx="2080186" cy="17157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Presenta Iniciativa</a:t>
          </a:r>
        </a:p>
        <a:p>
          <a:pPr marL="228600" lvl="1" indent="-228600" algn="l" defTabSz="889000">
            <a:lnSpc>
              <a:spcPct val="90000"/>
            </a:lnSpc>
            <a:spcBef>
              <a:spcPct val="0"/>
            </a:spcBef>
            <a:spcAft>
              <a:spcPct val="15000"/>
            </a:spcAft>
            <a:buChar char="•"/>
          </a:pPr>
          <a:r>
            <a:rPr lang="es-MX" sz="2000" kern="1200" dirty="0"/>
            <a:t>Normalmente una vez al año</a:t>
          </a:r>
        </a:p>
      </dsp:txBody>
      <dsp:txXfrm>
        <a:off x="40012" y="1357292"/>
        <a:ext cx="2001220" cy="1269098"/>
      </dsp:txXfrm>
    </dsp:sp>
    <dsp:sp modelId="{D283B30D-9CB3-41F3-B4AB-DC925C26F357}">
      <dsp:nvSpPr>
        <dsp:cNvPr id="0" name=""/>
        <dsp:cNvSpPr/>
      </dsp:nvSpPr>
      <dsp:spPr>
        <a:xfrm>
          <a:off x="1145793" y="1641150"/>
          <a:ext cx="2420057" cy="2420057"/>
        </a:xfrm>
        <a:prstGeom prst="leftCircularArrow">
          <a:avLst>
            <a:gd name="adj1" fmla="val 3671"/>
            <a:gd name="adj2" fmla="val 457399"/>
            <a:gd name="adj3" fmla="val 2232910"/>
            <a:gd name="adj4" fmla="val 9024489"/>
            <a:gd name="adj5" fmla="val 428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63CA1F-84D4-478C-8A76-46CBDC5824C8}">
      <dsp:nvSpPr>
        <dsp:cNvPr id="0" name=""/>
        <dsp:cNvSpPr/>
      </dsp:nvSpPr>
      <dsp:spPr>
        <a:xfrm>
          <a:off x="462793" y="2665874"/>
          <a:ext cx="1849054" cy="7353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s-MX" sz="3100" kern="1200" dirty="0"/>
            <a:t>Ejecutivo</a:t>
          </a:r>
        </a:p>
      </dsp:txBody>
      <dsp:txXfrm>
        <a:off x="484329" y="2687410"/>
        <a:ext cx="1805982" cy="692236"/>
      </dsp:txXfrm>
    </dsp:sp>
    <dsp:sp modelId="{B73D0FCA-1D59-4AD6-8346-12343C6904D5}">
      <dsp:nvSpPr>
        <dsp:cNvPr id="0" name=""/>
        <dsp:cNvSpPr/>
      </dsp:nvSpPr>
      <dsp:spPr>
        <a:xfrm>
          <a:off x="2734937" y="1317809"/>
          <a:ext cx="2080186" cy="17157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Corrige, modifica, adiciona, etc.</a:t>
          </a:r>
        </a:p>
        <a:p>
          <a:pPr marL="228600" lvl="1" indent="-228600" algn="l" defTabSz="889000">
            <a:lnSpc>
              <a:spcPct val="90000"/>
            </a:lnSpc>
            <a:spcBef>
              <a:spcPct val="0"/>
            </a:spcBef>
            <a:spcAft>
              <a:spcPct val="15000"/>
            </a:spcAft>
            <a:buChar char="•"/>
          </a:pPr>
          <a:r>
            <a:rPr lang="es-MX" sz="2000" kern="1200" dirty="0"/>
            <a:t>Aprueba</a:t>
          </a:r>
        </a:p>
      </dsp:txBody>
      <dsp:txXfrm>
        <a:off x="2774420" y="1724946"/>
        <a:ext cx="2001220" cy="1269098"/>
      </dsp:txXfrm>
    </dsp:sp>
    <dsp:sp modelId="{0E5E065D-9C7F-4623-B8AB-9C7AC27F7364}">
      <dsp:nvSpPr>
        <dsp:cNvPr id="0" name=""/>
        <dsp:cNvSpPr/>
      </dsp:nvSpPr>
      <dsp:spPr>
        <a:xfrm>
          <a:off x="3862865" y="222857"/>
          <a:ext cx="2685859" cy="2685859"/>
        </a:xfrm>
        <a:prstGeom prst="circularArrow">
          <a:avLst>
            <a:gd name="adj1" fmla="val 3308"/>
            <a:gd name="adj2" fmla="val 408578"/>
            <a:gd name="adj3" fmla="val 19415911"/>
            <a:gd name="adj4" fmla="val 12575511"/>
            <a:gd name="adj5" fmla="val 385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7D77485-65C9-4B60-BCF8-6D251C824C15}">
      <dsp:nvSpPr>
        <dsp:cNvPr id="0" name=""/>
        <dsp:cNvSpPr/>
      </dsp:nvSpPr>
      <dsp:spPr>
        <a:xfrm>
          <a:off x="3197200" y="950155"/>
          <a:ext cx="1849054" cy="7353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s-MX" sz="3100" kern="1200" dirty="0"/>
            <a:t>Diputados</a:t>
          </a:r>
        </a:p>
      </dsp:txBody>
      <dsp:txXfrm>
        <a:off x="3218736" y="971691"/>
        <a:ext cx="1805982" cy="692236"/>
      </dsp:txXfrm>
    </dsp:sp>
    <dsp:sp modelId="{4E8F0E31-2DC2-4158-9CB4-09D83765343E}">
      <dsp:nvSpPr>
        <dsp:cNvPr id="0" name=""/>
        <dsp:cNvSpPr/>
      </dsp:nvSpPr>
      <dsp:spPr>
        <a:xfrm>
          <a:off x="5469344" y="1317809"/>
          <a:ext cx="2080186" cy="17157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Corrige, modifica, adiciona, etc.</a:t>
          </a:r>
        </a:p>
        <a:p>
          <a:pPr marL="228600" lvl="1" indent="-228600" algn="l" defTabSz="889000">
            <a:lnSpc>
              <a:spcPct val="90000"/>
            </a:lnSpc>
            <a:spcBef>
              <a:spcPct val="0"/>
            </a:spcBef>
            <a:spcAft>
              <a:spcPct val="15000"/>
            </a:spcAft>
            <a:buChar char="•"/>
          </a:pPr>
          <a:r>
            <a:rPr lang="es-MX" sz="2000" kern="1200" dirty="0"/>
            <a:t>Aprueba</a:t>
          </a:r>
        </a:p>
      </dsp:txBody>
      <dsp:txXfrm>
        <a:off x="5508827" y="1357292"/>
        <a:ext cx="2001220" cy="1269098"/>
      </dsp:txXfrm>
    </dsp:sp>
    <dsp:sp modelId="{F6A3AF72-B600-4FD8-AFAD-D0A9D52D9474}">
      <dsp:nvSpPr>
        <dsp:cNvPr id="0" name=""/>
        <dsp:cNvSpPr/>
      </dsp:nvSpPr>
      <dsp:spPr>
        <a:xfrm>
          <a:off x="6614607" y="1641150"/>
          <a:ext cx="2420057" cy="2420057"/>
        </a:xfrm>
        <a:prstGeom prst="leftCircularArrow">
          <a:avLst>
            <a:gd name="adj1" fmla="val 3671"/>
            <a:gd name="adj2" fmla="val 457399"/>
            <a:gd name="adj3" fmla="val 2232910"/>
            <a:gd name="adj4" fmla="val 9024489"/>
            <a:gd name="adj5" fmla="val 428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DEDB66-CF8D-4731-A3DB-4AAB9311A2D7}">
      <dsp:nvSpPr>
        <dsp:cNvPr id="0" name=""/>
        <dsp:cNvSpPr/>
      </dsp:nvSpPr>
      <dsp:spPr>
        <a:xfrm>
          <a:off x="5931608" y="2665874"/>
          <a:ext cx="1849054" cy="7353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s-MX" sz="3100" kern="1200" dirty="0"/>
            <a:t>Senadores</a:t>
          </a:r>
        </a:p>
      </dsp:txBody>
      <dsp:txXfrm>
        <a:off x="5953144" y="2687410"/>
        <a:ext cx="1805982" cy="692236"/>
      </dsp:txXfrm>
    </dsp:sp>
    <dsp:sp modelId="{0F972D7A-2C4D-4147-AA07-27489C7F771C}">
      <dsp:nvSpPr>
        <dsp:cNvPr id="0" name=""/>
        <dsp:cNvSpPr/>
      </dsp:nvSpPr>
      <dsp:spPr>
        <a:xfrm>
          <a:off x="8203751" y="1317809"/>
          <a:ext cx="2080186" cy="17157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Publica</a:t>
          </a:r>
        </a:p>
      </dsp:txBody>
      <dsp:txXfrm>
        <a:off x="8243234" y="1724946"/>
        <a:ext cx="2001220" cy="1269098"/>
      </dsp:txXfrm>
    </dsp:sp>
    <dsp:sp modelId="{D1D5396B-1583-4394-B844-8D0B787882F5}">
      <dsp:nvSpPr>
        <dsp:cNvPr id="0" name=""/>
        <dsp:cNvSpPr/>
      </dsp:nvSpPr>
      <dsp:spPr>
        <a:xfrm>
          <a:off x="8666015" y="950155"/>
          <a:ext cx="1849054" cy="7353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s-MX" sz="3100" kern="1200" dirty="0"/>
            <a:t>Ejecutivo</a:t>
          </a:r>
        </a:p>
      </dsp:txBody>
      <dsp:txXfrm>
        <a:off x="8687551" y="971691"/>
        <a:ext cx="1805982" cy="6922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5124D8-4509-486E-A156-BE084F4B37E3}">
      <dsp:nvSpPr>
        <dsp:cNvPr id="0" name=""/>
        <dsp:cNvSpPr/>
      </dsp:nvSpPr>
      <dsp:spPr>
        <a:xfrm>
          <a:off x="3821640" y="1109591"/>
          <a:ext cx="2585086" cy="21321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228600" lvl="1" indent="-228600" algn="l" defTabSz="1111250">
            <a:lnSpc>
              <a:spcPct val="90000"/>
            </a:lnSpc>
            <a:spcBef>
              <a:spcPct val="0"/>
            </a:spcBef>
            <a:spcAft>
              <a:spcPct val="15000"/>
            </a:spcAft>
            <a:buChar char="•"/>
          </a:pPr>
          <a:r>
            <a:rPr lang="es-MX" sz="2500" kern="1200" dirty="0"/>
            <a:t>Emite</a:t>
          </a:r>
        </a:p>
        <a:p>
          <a:pPr marL="228600" lvl="1" indent="-228600" algn="l" defTabSz="1111250">
            <a:lnSpc>
              <a:spcPct val="90000"/>
            </a:lnSpc>
            <a:spcBef>
              <a:spcPct val="0"/>
            </a:spcBef>
            <a:spcAft>
              <a:spcPct val="15000"/>
            </a:spcAft>
            <a:buChar char="•"/>
          </a:pPr>
          <a:r>
            <a:rPr lang="es-MX" sz="2500" kern="1200" dirty="0"/>
            <a:t>No puede ir más allá de la Ley</a:t>
          </a:r>
        </a:p>
      </dsp:txBody>
      <dsp:txXfrm>
        <a:off x="3870707" y="1158658"/>
        <a:ext cx="2486952" cy="1577131"/>
      </dsp:txXfrm>
    </dsp:sp>
    <dsp:sp modelId="{1463CA1F-84D4-478C-8A76-46CBDC5824C8}">
      <dsp:nvSpPr>
        <dsp:cNvPr id="0" name=""/>
        <dsp:cNvSpPr/>
      </dsp:nvSpPr>
      <dsp:spPr>
        <a:xfrm>
          <a:off x="4396104" y="2784856"/>
          <a:ext cx="2297854" cy="913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55880" rIns="83820" bIns="55880" numCol="1" spcCol="1270" anchor="ctr" anchorCtr="0">
          <a:noAutofit/>
        </a:bodyPr>
        <a:lstStyle/>
        <a:p>
          <a:pPr marL="0" lvl="0" indent="0" algn="ctr" defTabSz="1955800">
            <a:lnSpc>
              <a:spcPct val="90000"/>
            </a:lnSpc>
            <a:spcBef>
              <a:spcPct val="0"/>
            </a:spcBef>
            <a:spcAft>
              <a:spcPct val="35000"/>
            </a:spcAft>
            <a:buNone/>
          </a:pPr>
          <a:r>
            <a:rPr lang="es-MX" sz="4400" kern="1200" dirty="0"/>
            <a:t>Ejecutivo</a:t>
          </a:r>
        </a:p>
      </dsp:txBody>
      <dsp:txXfrm>
        <a:off x="4422868" y="2811620"/>
        <a:ext cx="2244326" cy="8602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5124D8-4509-486E-A156-BE084F4B37E3}">
      <dsp:nvSpPr>
        <dsp:cNvPr id="0" name=""/>
        <dsp:cNvSpPr/>
      </dsp:nvSpPr>
      <dsp:spPr>
        <a:xfrm>
          <a:off x="3821640" y="1109591"/>
          <a:ext cx="2585086" cy="21321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es-MX" sz="2000" kern="1200" dirty="0"/>
            <a:t>Expide anualmente</a:t>
          </a:r>
        </a:p>
        <a:p>
          <a:pPr marL="228600" lvl="1" indent="-228600" algn="l" defTabSz="889000">
            <a:lnSpc>
              <a:spcPct val="90000"/>
            </a:lnSpc>
            <a:spcBef>
              <a:spcPct val="0"/>
            </a:spcBef>
            <a:spcAft>
              <a:spcPct val="15000"/>
            </a:spcAft>
            <a:buChar char="•"/>
          </a:pPr>
          <a:r>
            <a:rPr lang="es-MX" sz="2000" kern="1200" dirty="0"/>
            <a:t>Adiciones frecuentes</a:t>
          </a:r>
        </a:p>
        <a:p>
          <a:pPr marL="228600" lvl="1" indent="-228600" algn="l" defTabSz="889000">
            <a:lnSpc>
              <a:spcPct val="90000"/>
            </a:lnSpc>
            <a:spcBef>
              <a:spcPct val="0"/>
            </a:spcBef>
            <a:spcAft>
              <a:spcPct val="15000"/>
            </a:spcAft>
            <a:buChar char="•"/>
          </a:pPr>
          <a:r>
            <a:rPr lang="es-MX" sz="2000" kern="1200" dirty="0"/>
            <a:t>No generarán cargas adicionales (Sujeto, Objeto, Base y Tasa)</a:t>
          </a:r>
        </a:p>
      </dsp:txBody>
      <dsp:txXfrm>
        <a:off x="3870707" y="1158658"/>
        <a:ext cx="2486952" cy="1577131"/>
      </dsp:txXfrm>
    </dsp:sp>
    <dsp:sp modelId="{1463CA1F-84D4-478C-8A76-46CBDC5824C8}">
      <dsp:nvSpPr>
        <dsp:cNvPr id="0" name=""/>
        <dsp:cNvSpPr/>
      </dsp:nvSpPr>
      <dsp:spPr>
        <a:xfrm>
          <a:off x="4396104" y="2784856"/>
          <a:ext cx="2297854" cy="913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s-MX" sz="3800" kern="1200" dirty="0"/>
            <a:t>SHCP - SAT</a:t>
          </a:r>
        </a:p>
      </dsp:txBody>
      <dsp:txXfrm>
        <a:off x="4422868" y="2811620"/>
        <a:ext cx="2244326" cy="86025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5124D8-4509-486E-A156-BE084F4B37E3}">
      <dsp:nvSpPr>
        <dsp:cNvPr id="0" name=""/>
        <dsp:cNvSpPr/>
      </dsp:nvSpPr>
      <dsp:spPr>
        <a:xfrm>
          <a:off x="3821640" y="1109591"/>
          <a:ext cx="2585086" cy="21321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t" anchorCtr="0">
          <a:noAutofit/>
        </a:bodyPr>
        <a:lstStyle/>
        <a:p>
          <a:pPr marL="114300" lvl="1" indent="-114300" algn="l" defTabSz="533400">
            <a:lnSpc>
              <a:spcPct val="90000"/>
            </a:lnSpc>
            <a:spcBef>
              <a:spcPct val="0"/>
            </a:spcBef>
            <a:spcAft>
              <a:spcPct val="15000"/>
            </a:spcAft>
            <a:buChar char="•"/>
          </a:pPr>
          <a:r>
            <a:rPr lang="es-MX" sz="1200" kern="1200" dirty="0"/>
            <a:t>Dados a conocer en forma periódica</a:t>
          </a:r>
        </a:p>
        <a:p>
          <a:pPr marL="114300" lvl="1" indent="-114300" algn="l" defTabSz="533400">
            <a:lnSpc>
              <a:spcPct val="90000"/>
            </a:lnSpc>
            <a:spcBef>
              <a:spcPct val="0"/>
            </a:spcBef>
            <a:spcAft>
              <a:spcPct val="15000"/>
            </a:spcAft>
            <a:buChar char="•"/>
          </a:pPr>
          <a:r>
            <a:rPr lang="es-MX" sz="1200" kern="1200" dirty="0"/>
            <a:t>Dirigidos a las dependencias del SAT para normar su actuación (Criterios Normativos)</a:t>
          </a:r>
        </a:p>
        <a:p>
          <a:pPr marL="114300" lvl="1" indent="-114300" algn="l" defTabSz="533400">
            <a:lnSpc>
              <a:spcPct val="90000"/>
            </a:lnSpc>
            <a:spcBef>
              <a:spcPct val="0"/>
            </a:spcBef>
            <a:spcAft>
              <a:spcPct val="15000"/>
            </a:spcAft>
            <a:buChar char="•"/>
          </a:pPr>
          <a:r>
            <a:rPr lang="es-MX" sz="1200" kern="1200" dirty="0"/>
            <a:t>No nacen obligaciones</a:t>
          </a:r>
        </a:p>
        <a:p>
          <a:pPr marL="114300" lvl="1" indent="-114300" algn="l" defTabSz="533400">
            <a:lnSpc>
              <a:spcPct val="90000"/>
            </a:lnSpc>
            <a:spcBef>
              <a:spcPct val="0"/>
            </a:spcBef>
            <a:spcAft>
              <a:spcPct val="15000"/>
            </a:spcAft>
            <a:buChar char="•"/>
          </a:pPr>
          <a:r>
            <a:rPr lang="es-MX" sz="1200" kern="1200" dirty="0"/>
            <a:t>Derivan derechos si son publicados (Criterios Normativos)</a:t>
          </a:r>
        </a:p>
      </dsp:txBody>
      <dsp:txXfrm>
        <a:off x="3870707" y="1158658"/>
        <a:ext cx="2486952" cy="1577131"/>
      </dsp:txXfrm>
    </dsp:sp>
    <dsp:sp modelId="{1463CA1F-84D4-478C-8A76-46CBDC5824C8}">
      <dsp:nvSpPr>
        <dsp:cNvPr id="0" name=""/>
        <dsp:cNvSpPr/>
      </dsp:nvSpPr>
      <dsp:spPr>
        <a:xfrm>
          <a:off x="4396104" y="2784856"/>
          <a:ext cx="2297854" cy="91378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s-MX" sz="3800" kern="1200" dirty="0"/>
            <a:t>SHCP - SAT</a:t>
          </a:r>
        </a:p>
      </dsp:txBody>
      <dsp:txXfrm>
        <a:off x="4422868" y="2811620"/>
        <a:ext cx="2244326" cy="86025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3B4E1-905D-465B-9AAD-184E18FBE2A5}">
      <dsp:nvSpPr>
        <dsp:cNvPr id="0" name=""/>
        <dsp:cNvSpPr/>
      </dsp:nvSpPr>
      <dsp:spPr>
        <a:xfrm>
          <a:off x="0" y="72549"/>
          <a:ext cx="10515600" cy="4206240"/>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CF8548-E288-4A7B-8C37-0971A7A92704}">
      <dsp:nvSpPr>
        <dsp:cNvPr id="0" name=""/>
        <dsp:cNvSpPr/>
      </dsp:nvSpPr>
      <dsp:spPr>
        <a:xfrm>
          <a:off x="1261872" y="808640"/>
          <a:ext cx="3470148" cy="206105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42240" rIns="0" bIns="152400" numCol="1" spcCol="1270" anchor="ctr" anchorCtr="0">
          <a:noAutofit/>
        </a:bodyPr>
        <a:lstStyle/>
        <a:p>
          <a:pPr marL="0" lvl="0" indent="0" algn="ctr" defTabSz="1778000">
            <a:lnSpc>
              <a:spcPct val="90000"/>
            </a:lnSpc>
            <a:spcBef>
              <a:spcPct val="0"/>
            </a:spcBef>
            <a:spcAft>
              <a:spcPct val="35000"/>
            </a:spcAft>
            <a:buNone/>
          </a:pPr>
          <a:r>
            <a:rPr lang="es-MX" sz="4000" kern="1200" dirty="0"/>
            <a:t>El Contribuyente quiere pagar lo menos posible</a:t>
          </a:r>
        </a:p>
      </dsp:txBody>
      <dsp:txXfrm>
        <a:off x="1261872" y="808640"/>
        <a:ext cx="3470148" cy="2061057"/>
      </dsp:txXfrm>
    </dsp:sp>
    <dsp:sp modelId="{0020BFE8-DFD9-4324-A76D-EDA835B8BF66}">
      <dsp:nvSpPr>
        <dsp:cNvPr id="0" name=""/>
        <dsp:cNvSpPr/>
      </dsp:nvSpPr>
      <dsp:spPr>
        <a:xfrm>
          <a:off x="5257800" y="1481639"/>
          <a:ext cx="4101084" cy="206105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42240" rIns="0" bIns="152400" numCol="1" spcCol="1270" anchor="ctr" anchorCtr="0">
          <a:noAutofit/>
        </a:bodyPr>
        <a:lstStyle/>
        <a:p>
          <a:pPr marL="0" lvl="0" indent="0" algn="ctr" defTabSz="1778000">
            <a:lnSpc>
              <a:spcPct val="90000"/>
            </a:lnSpc>
            <a:spcBef>
              <a:spcPct val="0"/>
            </a:spcBef>
            <a:spcAft>
              <a:spcPct val="35000"/>
            </a:spcAft>
            <a:buNone/>
          </a:pPr>
          <a:r>
            <a:rPr lang="es-MX" sz="4000" kern="1200" dirty="0"/>
            <a:t>El SAT quiere recaudar lo más posible</a:t>
          </a:r>
        </a:p>
      </dsp:txBody>
      <dsp:txXfrm>
        <a:off x="5257800" y="1481639"/>
        <a:ext cx="4101084" cy="206105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42FFFA-1A1B-4B08-A209-1B3C5CADEF65}">
      <dsp:nvSpPr>
        <dsp:cNvPr id="0" name=""/>
        <dsp:cNvSpPr/>
      </dsp:nvSpPr>
      <dsp:spPr>
        <a:xfrm>
          <a:off x="4116848" y="1067548"/>
          <a:ext cx="2281902" cy="2281902"/>
        </a:xfrm>
        <a:prstGeom prst="ellipse">
          <a:avLst/>
        </a:prstGeom>
        <a:solidFill>
          <a:srgbClr val="92D05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s-MX" sz="2100" kern="1200" dirty="0"/>
            <a:t>Interpretación</a:t>
          </a:r>
        </a:p>
      </dsp:txBody>
      <dsp:txXfrm>
        <a:off x="4451025" y="1401725"/>
        <a:ext cx="1613548" cy="1613548"/>
      </dsp:txXfrm>
    </dsp:sp>
    <dsp:sp modelId="{FA2D7D41-9EF7-44D8-970F-5CDE176B137B}">
      <dsp:nvSpPr>
        <dsp:cNvPr id="0" name=""/>
        <dsp:cNvSpPr/>
      </dsp:nvSpPr>
      <dsp:spPr>
        <a:xfrm>
          <a:off x="4687324" y="17026"/>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Leyes</a:t>
          </a:r>
        </a:p>
      </dsp:txBody>
      <dsp:txXfrm>
        <a:off x="4854412" y="184114"/>
        <a:ext cx="806775" cy="806775"/>
      </dsp:txXfrm>
    </dsp:sp>
    <dsp:sp modelId="{8C37D846-E9AB-441A-A88A-BC43FD5904EB}">
      <dsp:nvSpPr>
        <dsp:cNvPr id="0" name=""/>
        <dsp:cNvSpPr/>
      </dsp:nvSpPr>
      <dsp:spPr>
        <a:xfrm>
          <a:off x="5563701" y="274353"/>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Reglamentos</a:t>
          </a:r>
        </a:p>
      </dsp:txBody>
      <dsp:txXfrm>
        <a:off x="5730789" y="441441"/>
        <a:ext cx="806775" cy="806775"/>
      </dsp:txXfrm>
    </dsp:sp>
    <dsp:sp modelId="{C6B82A95-9BBF-40C8-AC2A-8374C535BE57}">
      <dsp:nvSpPr>
        <dsp:cNvPr id="0" name=""/>
        <dsp:cNvSpPr/>
      </dsp:nvSpPr>
      <dsp:spPr>
        <a:xfrm>
          <a:off x="6161835" y="964637"/>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Miscelánea</a:t>
          </a:r>
        </a:p>
      </dsp:txBody>
      <dsp:txXfrm>
        <a:off x="6328923" y="1131725"/>
        <a:ext cx="806775" cy="806775"/>
      </dsp:txXfrm>
    </dsp:sp>
    <dsp:sp modelId="{F69D8C44-C05C-4AC7-B835-13DC0BCD75DF}">
      <dsp:nvSpPr>
        <dsp:cNvPr id="0" name=""/>
        <dsp:cNvSpPr/>
      </dsp:nvSpPr>
      <dsp:spPr>
        <a:xfrm>
          <a:off x="6291822" y="1868716"/>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Jurisprudencia</a:t>
          </a:r>
        </a:p>
      </dsp:txBody>
      <dsp:txXfrm>
        <a:off x="6458910" y="2035804"/>
        <a:ext cx="806775" cy="806775"/>
      </dsp:txXfrm>
    </dsp:sp>
    <dsp:sp modelId="{C2885937-48DE-40D0-B575-00D63C441EBD}">
      <dsp:nvSpPr>
        <dsp:cNvPr id="0" name=""/>
        <dsp:cNvSpPr/>
      </dsp:nvSpPr>
      <dsp:spPr>
        <a:xfrm>
          <a:off x="5912392" y="2699552"/>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Criterios</a:t>
          </a:r>
        </a:p>
      </dsp:txBody>
      <dsp:txXfrm>
        <a:off x="6079480" y="2866640"/>
        <a:ext cx="806775" cy="806775"/>
      </dsp:txXfrm>
    </dsp:sp>
    <dsp:sp modelId="{013BFD6D-726C-4FC4-A369-92803D1D5D35}">
      <dsp:nvSpPr>
        <dsp:cNvPr id="0" name=""/>
        <dsp:cNvSpPr/>
      </dsp:nvSpPr>
      <dsp:spPr>
        <a:xfrm>
          <a:off x="5144012" y="3193360"/>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Precedentes</a:t>
          </a:r>
        </a:p>
      </dsp:txBody>
      <dsp:txXfrm>
        <a:off x="5311100" y="3360448"/>
        <a:ext cx="806775" cy="806775"/>
      </dsp:txXfrm>
    </dsp:sp>
    <dsp:sp modelId="{9AD13A15-720C-4E53-8B57-4007A16C53D0}">
      <dsp:nvSpPr>
        <dsp:cNvPr id="0" name=""/>
        <dsp:cNvSpPr/>
      </dsp:nvSpPr>
      <dsp:spPr>
        <a:xfrm>
          <a:off x="4230636" y="3193360"/>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Amparos</a:t>
          </a:r>
        </a:p>
      </dsp:txBody>
      <dsp:txXfrm>
        <a:off x="4397724" y="3360448"/>
        <a:ext cx="806775" cy="806775"/>
      </dsp:txXfrm>
    </dsp:sp>
    <dsp:sp modelId="{2D08CA4A-B155-4B87-99DC-CB66A76B1092}">
      <dsp:nvSpPr>
        <dsp:cNvPr id="0" name=""/>
        <dsp:cNvSpPr/>
      </dsp:nvSpPr>
      <dsp:spPr>
        <a:xfrm>
          <a:off x="3462255" y="2699552"/>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a:t>Extra-Fiscal</a:t>
          </a:r>
          <a:endParaRPr lang="es-MX" sz="1000" kern="1200" dirty="0"/>
        </a:p>
      </dsp:txBody>
      <dsp:txXfrm>
        <a:off x="3629343" y="2866640"/>
        <a:ext cx="806775" cy="806775"/>
      </dsp:txXfrm>
    </dsp:sp>
    <dsp:sp modelId="{2822CBEF-DFBF-4F8A-BD57-59C30421D8F8}">
      <dsp:nvSpPr>
        <dsp:cNvPr id="0" name=""/>
        <dsp:cNvSpPr/>
      </dsp:nvSpPr>
      <dsp:spPr>
        <a:xfrm>
          <a:off x="3082825" y="1868716"/>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Acuerdos</a:t>
          </a:r>
        </a:p>
      </dsp:txBody>
      <dsp:txXfrm>
        <a:off x="3249913" y="2035804"/>
        <a:ext cx="806775" cy="806775"/>
      </dsp:txXfrm>
    </dsp:sp>
    <dsp:sp modelId="{82355CEC-7685-48F8-ADFE-33761D14EB3F}">
      <dsp:nvSpPr>
        <dsp:cNvPr id="0" name=""/>
        <dsp:cNvSpPr/>
      </dsp:nvSpPr>
      <dsp:spPr>
        <a:xfrm>
          <a:off x="3212812" y="964637"/>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Tratados</a:t>
          </a:r>
        </a:p>
      </dsp:txBody>
      <dsp:txXfrm>
        <a:off x="3379900" y="1131725"/>
        <a:ext cx="806775" cy="806775"/>
      </dsp:txXfrm>
    </dsp:sp>
    <dsp:sp modelId="{B84C3A7F-4751-4B3E-8288-BC387501261A}">
      <dsp:nvSpPr>
        <dsp:cNvPr id="0" name=""/>
        <dsp:cNvSpPr/>
      </dsp:nvSpPr>
      <dsp:spPr>
        <a:xfrm>
          <a:off x="3810946" y="274353"/>
          <a:ext cx="1140951" cy="1140951"/>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MX" sz="1000" kern="1200" dirty="0"/>
            <a:t>Doctrina</a:t>
          </a:r>
        </a:p>
      </dsp:txBody>
      <dsp:txXfrm>
        <a:off x="3978034" y="441441"/>
        <a:ext cx="806775" cy="80677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1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DADA5-1432-4ED5-B40A-5C3B87BA0513}" type="datetimeFigureOut">
              <a:rPr lang="es-MX" smtClean="0"/>
              <a:t>14/01/2026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33192-6708-4D6C-9625-D9176BB57168}" type="slidenum">
              <a:rPr lang="es-MX" smtClean="0"/>
              <a:t>‹Nº›</a:t>
            </a:fld>
            <a:endParaRPr lang="es-MX"/>
          </a:p>
        </p:txBody>
      </p:sp>
    </p:spTree>
    <p:extLst>
      <p:ext uri="{BB962C8B-B14F-4D97-AF65-F5344CB8AC3E}">
        <p14:creationId xmlns:p14="http://schemas.microsoft.com/office/powerpoint/2010/main" val="385659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19.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ags" Target="../tags/tag21.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23.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25.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notesMaster" Target="../notesMasters/notesMaster1.xml"/><Relationship Id="rId1" Type="http://schemas.openxmlformats.org/officeDocument/2006/relationships/tags" Target="../tags/tag27.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35.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36.xml"/><Relationship Id="rId2" Type="http://schemas.openxmlformats.org/officeDocument/2006/relationships/notesMaster" Target="../notesMasters/notesMaster1.xml"/><Relationship Id="rId1" Type="http://schemas.openxmlformats.org/officeDocument/2006/relationships/tags" Target="../tags/tag29.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7.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39.xml"/><Relationship Id="rId2" Type="http://schemas.openxmlformats.org/officeDocument/2006/relationships/notesMaster" Target="../notesMasters/notesMaster1.xml"/><Relationship Id="rId1" Type="http://schemas.openxmlformats.org/officeDocument/2006/relationships/tags" Target="../tags/tag31.xml"/></Relationships>
</file>

<file path=ppt/notesSlides/_rels/notesSlide32.xml.rels><?xml version="1.0" encoding="UTF-8" standalone="yes"?>
<Relationships xmlns="http://schemas.openxmlformats.org/package/2006/relationships"><Relationship Id="rId3" Type="http://schemas.openxmlformats.org/officeDocument/2006/relationships/slide" Target="../slides/slide41.xml"/><Relationship Id="rId2" Type="http://schemas.openxmlformats.org/officeDocument/2006/relationships/notesMaster" Target="../notesMasters/notesMaster1.xml"/><Relationship Id="rId1" Type="http://schemas.openxmlformats.org/officeDocument/2006/relationships/tags" Target="../tags/tag32.xml"/></Relationships>
</file>

<file path=ppt/notesSlides/_rels/notesSlide33.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notesMaster" Target="../notesMasters/notesMaster1.xml"/><Relationship Id="rId1" Type="http://schemas.openxmlformats.org/officeDocument/2006/relationships/tags" Target="../tags/tag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7</a:t>
            </a:fld>
            <a:endParaRPr lang="es-MX"/>
          </a:p>
        </p:txBody>
      </p:sp>
    </p:spTree>
    <p:extLst>
      <p:ext uri="{BB962C8B-B14F-4D97-AF65-F5344CB8AC3E}">
        <p14:creationId xmlns:p14="http://schemas.microsoft.com/office/powerpoint/2010/main" val="3393597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9</a:t>
            </a:fld>
            <a:endParaRPr lang="es-MX"/>
          </a:p>
        </p:txBody>
      </p:sp>
    </p:spTree>
    <p:extLst>
      <p:ext uri="{BB962C8B-B14F-4D97-AF65-F5344CB8AC3E}">
        <p14:creationId xmlns:p14="http://schemas.microsoft.com/office/powerpoint/2010/main" val="2781117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10</a:t>
            </a:fld>
            <a:endParaRPr lang="es-MX"/>
          </a:p>
        </p:txBody>
      </p:sp>
    </p:spTree>
    <p:extLst>
      <p:ext uri="{BB962C8B-B14F-4D97-AF65-F5344CB8AC3E}">
        <p14:creationId xmlns:p14="http://schemas.microsoft.com/office/powerpoint/2010/main" val="2233699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11</a:t>
            </a:fld>
            <a:endParaRPr lang="es-MX"/>
          </a:p>
        </p:txBody>
      </p:sp>
    </p:spTree>
    <p:extLst>
      <p:ext uri="{BB962C8B-B14F-4D97-AF65-F5344CB8AC3E}">
        <p14:creationId xmlns:p14="http://schemas.microsoft.com/office/powerpoint/2010/main" val="968846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12</a:t>
            </a:fld>
            <a:endParaRPr lang="es-MX"/>
          </a:p>
        </p:txBody>
      </p:sp>
    </p:spTree>
    <p:extLst>
      <p:ext uri="{BB962C8B-B14F-4D97-AF65-F5344CB8AC3E}">
        <p14:creationId xmlns:p14="http://schemas.microsoft.com/office/powerpoint/2010/main" val="387022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13</a:t>
            </a:fld>
            <a:endParaRPr lang="es-MX"/>
          </a:p>
        </p:txBody>
      </p:sp>
    </p:spTree>
    <p:extLst>
      <p:ext uri="{BB962C8B-B14F-4D97-AF65-F5344CB8AC3E}">
        <p14:creationId xmlns:p14="http://schemas.microsoft.com/office/powerpoint/2010/main" val="3328264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14</a:t>
            </a:fld>
            <a:endParaRPr lang="es-MX"/>
          </a:p>
        </p:txBody>
      </p:sp>
    </p:spTree>
    <p:extLst>
      <p:ext uri="{BB962C8B-B14F-4D97-AF65-F5344CB8AC3E}">
        <p14:creationId xmlns:p14="http://schemas.microsoft.com/office/powerpoint/2010/main" val="3223415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15</a:t>
            </a:fld>
            <a:endParaRPr lang="es-MX"/>
          </a:p>
        </p:txBody>
      </p:sp>
    </p:spTree>
    <p:extLst>
      <p:ext uri="{BB962C8B-B14F-4D97-AF65-F5344CB8AC3E}">
        <p14:creationId xmlns:p14="http://schemas.microsoft.com/office/powerpoint/2010/main" val="1193866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16</a:t>
            </a:fld>
            <a:endParaRPr lang="es-MX"/>
          </a:p>
        </p:txBody>
      </p:sp>
    </p:spTree>
    <p:extLst>
      <p:ext uri="{BB962C8B-B14F-4D97-AF65-F5344CB8AC3E}">
        <p14:creationId xmlns:p14="http://schemas.microsoft.com/office/powerpoint/2010/main" val="2595223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DA9CA-753D-A06F-B6FB-482FD4DBC1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3B5F3-76CA-72DF-2481-60364E19C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39640-1116-4470-9346-4780446C2C17}"/>
              </a:ext>
            </a:extLst>
          </p:cNvPr>
          <p:cNvSpPr>
            <a:spLocks noGrp="1"/>
          </p:cNvSpPr>
          <p:nvPr>
            <p:ph type="body" idx="1"/>
            <p:custDataLst>
              <p:tags r:id="rId1"/>
            </p:custDataLst>
          </p:nvPr>
        </p:nvSpPr>
        <p:spPr/>
        <p:txBody>
          <a:bodyPr/>
          <a:lstStyle/>
          <a:p>
            <a:endParaRPr lang="es-MX"/>
          </a:p>
        </p:txBody>
      </p:sp>
      <p:sp>
        <p:nvSpPr>
          <p:cNvPr id="4" name="Slide Number Placeholder 3">
            <a:extLst>
              <a:ext uri="{FF2B5EF4-FFF2-40B4-BE49-F238E27FC236}">
                <a16:creationId xmlns:a16="http://schemas.microsoft.com/office/drawing/2014/main" id="{E0B0B6F7-4581-6D41-E400-2A2169C6AAEE}"/>
              </a:ext>
            </a:extLst>
          </p:cNvPr>
          <p:cNvSpPr>
            <a:spLocks noGrp="1"/>
          </p:cNvSpPr>
          <p:nvPr>
            <p:ph type="sldNum" sz="quarter" idx="10"/>
          </p:nvPr>
        </p:nvSpPr>
        <p:spPr/>
        <p:txBody>
          <a:bodyPr/>
          <a:lstStyle/>
          <a:p>
            <a:fld id="{1CCA9E69-4488-4520-A049-A6E38DF9C630}" type="slidenum">
              <a:rPr lang="es-MX" smtClean="0"/>
              <a:t>17</a:t>
            </a:fld>
            <a:endParaRPr lang="es-MX"/>
          </a:p>
        </p:txBody>
      </p:sp>
    </p:spTree>
    <p:extLst>
      <p:ext uri="{BB962C8B-B14F-4D97-AF65-F5344CB8AC3E}">
        <p14:creationId xmlns:p14="http://schemas.microsoft.com/office/powerpoint/2010/main" val="1555338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CAF2-68D0-ECB0-8249-8E5606F22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79CD8-2DE8-3A2A-5478-271A5AA5FD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0C179-1A13-7818-6D57-ED26814F475A}"/>
              </a:ext>
            </a:extLst>
          </p:cNvPr>
          <p:cNvSpPr>
            <a:spLocks noGrp="1"/>
          </p:cNvSpPr>
          <p:nvPr>
            <p:ph type="body" idx="1"/>
            <p:custDataLst>
              <p:tags r:id="rId1"/>
            </p:custDataLst>
          </p:nvPr>
        </p:nvSpPr>
        <p:spPr/>
        <p:txBody>
          <a:bodyPr/>
          <a:lstStyle/>
          <a:p>
            <a:endParaRPr lang="es-MX"/>
          </a:p>
        </p:txBody>
      </p:sp>
      <p:sp>
        <p:nvSpPr>
          <p:cNvPr id="4" name="Slide Number Placeholder 3">
            <a:extLst>
              <a:ext uri="{FF2B5EF4-FFF2-40B4-BE49-F238E27FC236}">
                <a16:creationId xmlns:a16="http://schemas.microsoft.com/office/drawing/2014/main" id="{2F44D9C7-371F-D522-4F0A-E8031264C6A1}"/>
              </a:ext>
            </a:extLst>
          </p:cNvPr>
          <p:cNvSpPr>
            <a:spLocks noGrp="1"/>
          </p:cNvSpPr>
          <p:nvPr>
            <p:ph type="sldNum" sz="quarter" idx="10"/>
          </p:nvPr>
        </p:nvSpPr>
        <p:spPr/>
        <p:txBody>
          <a:bodyPr/>
          <a:lstStyle/>
          <a:p>
            <a:fld id="{1CCA9E69-4488-4520-A049-A6E38DF9C630}" type="slidenum">
              <a:rPr lang="es-MX" smtClean="0"/>
              <a:t>18</a:t>
            </a:fld>
            <a:endParaRPr lang="es-MX"/>
          </a:p>
        </p:txBody>
      </p:sp>
    </p:spTree>
    <p:extLst>
      <p:ext uri="{BB962C8B-B14F-4D97-AF65-F5344CB8AC3E}">
        <p14:creationId xmlns:p14="http://schemas.microsoft.com/office/powerpoint/2010/main" val="3328612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19</a:t>
            </a:fld>
            <a:endParaRPr lang="es-MX"/>
          </a:p>
        </p:txBody>
      </p:sp>
    </p:spTree>
    <p:extLst>
      <p:ext uri="{BB962C8B-B14F-4D97-AF65-F5344CB8AC3E}">
        <p14:creationId xmlns:p14="http://schemas.microsoft.com/office/powerpoint/2010/main" val="3448399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20</a:t>
            </a:fld>
            <a:endParaRPr lang="es-MX"/>
          </a:p>
        </p:txBody>
      </p:sp>
    </p:spTree>
    <p:extLst>
      <p:ext uri="{BB962C8B-B14F-4D97-AF65-F5344CB8AC3E}">
        <p14:creationId xmlns:p14="http://schemas.microsoft.com/office/powerpoint/2010/main" val="1227877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21</a:t>
            </a:fld>
            <a:endParaRPr lang="es-MX"/>
          </a:p>
        </p:txBody>
      </p:sp>
    </p:spTree>
    <p:extLst>
      <p:ext uri="{BB962C8B-B14F-4D97-AF65-F5344CB8AC3E}">
        <p14:creationId xmlns:p14="http://schemas.microsoft.com/office/powerpoint/2010/main" val="1719824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22</a:t>
            </a:fld>
            <a:endParaRPr lang="es-MX"/>
          </a:p>
        </p:txBody>
      </p:sp>
    </p:spTree>
    <p:extLst>
      <p:ext uri="{BB962C8B-B14F-4D97-AF65-F5344CB8AC3E}">
        <p14:creationId xmlns:p14="http://schemas.microsoft.com/office/powerpoint/2010/main" val="3895851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23</a:t>
            </a:fld>
            <a:endParaRPr lang="es-MX"/>
          </a:p>
        </p:txBody>
      </p:sp>
    </p:spTree>
    <p:extLst>
      <p:ext uri="{BB962C8B-B14F-4D97-AF65-F5344CB8AC3E}">
        <p14:creationId xmlns:p14="http://schemas.microsoft.com/office/powerpoint/2010/main" val="22731376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24</a:t>
            </a:fld>
            <a:endParaRPr lang="es-MX"/>
          </a:p>
        </p:txBody>
      </p:sp>
    </p:spTree>
    <p:extLst>
      <p:ext uri="{BB962C8B-B14F-4D97-AF65-F5344CB8AC3E}">
        <p14:creationId xmlns:p14="http://schemas.microsoft.com/office/powerpoint/2010/main" val="898440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25</a:t>
            </a:fld>
            <a:endParaRPr lang="es-MX"/>
          </a:p>
        </p:txBody>
      </p:sp>
    </p:spTree>
    <p:extLst>
      <p:ext uri="{BB962C8B-B14F-4D97-AF65-F5344CB8AC3E}">
        <p14:creationId xmlns:p14="http://schemas.microsoft.com/office/powerpoint/2010/main" val="6182559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26</a:t>
            </a:fld>
            <a:endParaRPr lang="es-MX"/>
          </a:p>
        </p:txBody>
      </p:sp>
    </p:spTree>
    <p:extLst>
      <p:ext uri="{BB962C8B-B14F-4D97-AF65-F5344CB8AC3E}">
        <p14:creationId xmlns:p14="http://schemas.microsoft.com/office/powerpoint/2010/main" val="3229803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27</a:t>
            </a:fld>
            <a:endParaRPr lang="es-MX"/>
          </a:p>
        </p:txBody>
      </p:sp>
    </p:spTree>
    <p:extLst>
      <p:ext uri="{BB962C8B-B14F-4D97-AF65-F5344CB8AC3E}">
        <p14:creationId xmlns:p14="http://schemas.microsoft.com/office/powerpoint/2010/main" val="7009578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28</a:t>
            </a:fld>
            <a:endParaRPr lang="es-MX"/>
          </a:p>
        </p:txBody>
      </p:sp>
    </p:spTree>
    <p:extLst>
      <p:ext uri="{BB962C8B-B14F-4D97-AF65-F5344CB8AC3E}">
        <p14:creationId xmlns:p14="http://schemas.microsoft.com/office/powerpoint/2010/main" val="21418917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29</a:t>
            </a:fld>
            <a:endParaRPr lang="es-MX"/>
          </a:p>
        </p:txBody>
      </p:sp>
    </p:spTree>
    <p:extLst>
      <p:ext uri="{BB962C8B-B14F-4D97-AF65-F5344CB8AC3E}">
        <p14:creationId xmlns:p14="http://schemas.microsoft.com/office/powerpoint/2010/main" val="3921377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dirty="0"/>
          </a:p>
        </p:txBody>
      </p:sp>
      <p:sp>
        <p:nvSpPr>
          <p:cNvPr id="4" name="Slide Number Placeholder 3"/>
          <p:cNvSpPr>
            <a:spLocks noGrp="1"/>
          </p:cNvSpPr>
          <p:nvPr>
            <p:ph type="sldNum" sz="quarter" idx="10"/>
          </p:nvPr>
        </p:nvSpPr>
        <p:spPr/>
        <p:txBody>
          <a:bodyPr/>
          <a:lstStyle/>
          <a:p>
            <a:fld id="{1CCA9E69-4488-4520-A049-A6E38DF9C630}" type="slidenum">
              <a:rPr lang="es-MX" smtClean="0"/>
              <a:t>30</a:t>
            </a:fld>
            <a:endParaRPr lang="es-MX"/>
          </a:p>
        </p:txBody>
      </p:sp>
    </p:spTree>
    <p:extLst>
      <p:ext uri="{BB962C8B-B14F-4D97-AF65-F5344CB8AC3E}">
        <p14:creationId xmlns:p14="http://schemas.microsoft.com/office/powerpoint/2010/main" val="40870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31</a:t>
            </a:fld>
            <a:endParaRPr lang="es-MX"/>
          </a:p>
        </p:txBody>
      </p:sp>
    </p:spTree>
    <p:extLst>
      <p:ext uri="{BB962C8B-B14F-4D97-AF65-F5344CB8AC3E}">
        <p14:creationId xmlns:p14="http://schemas.microsoft.com/office/powerpoint/2010/main" val="4232368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32</a:t>
            </a:fld>
            <a:endParaRPr lang="es-MX"/>
          </a:p>
        </p:txBody>
      </p:sp>
    </p:spTree>
    <p:extLst>
      <p:ext uri="{BB962C8B-B14F-4D97-AF65-F5344CB8AC3E}">
        <p14:creationId xmlns:p14="http://schemas.microsoft.com/office/powerpoint/2010/main" val="773336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33</a:t>
            </a:fld>
            <a:endParaRPr lang="es-MX"/>
          </a:p>
        </p:txBody>
      </p:sp>
    </p:spTree>
    <p:extLst>
      <p:ext uri="{BB962C8B-B14F-4D97-AF65-F5344CB8AC3E}">
        <p14:creationId xmlns:p14="http://schemas.microsoft.com/office/powerpoint/2010/main" val="27189794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34</a:t>
            </a:fld>
            <a:endParaRPr lang="es-MX"/>
          </a:p>
        </p:txBody>
      </p:sp>
    </p:spTree>
    <p:extLst>
      <p:ext uri="{BB962C8B-B14F-4D97-AF65-F5344CB8AC3E}">
        <p14:creationId xmlns:p14="http://schemas.microsoft.com/office/powerpoint/2010/main" val="33539925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35</a:t>
            </a:fld>
            <a:endParaRPr lang="es-MX"/>
          </a:p>
        </p:txBody>
      </p:sp>
    </p:spTree>
    <p:extLst>
      <p:ext uri="{BB962C8B-B14F-4D97-AF65-F5344CB8AC3E}">
        <p14:creationId xmlns:p14="http://schemas.microsoft.com/office/powerpoint/2010/main" val="33389201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36</a:t>
            </a:fld>
            <a:endParaRPr lang="es-MX"/>
          </a:p>
        </p:txBody>
      </p:sp>
    </p:spTree>
    <p:extLst>
      <p:ext uri="{BB962C8B-B14F-4D97-AF65-F5344CB8AC3E}">
        <p14:creationId xmlns:p14="http://schemas.microsoft.com/office/powerpoint/2010/main" val="32645096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37</a:t>
            </a:fld>
            <a:endParaRPr lang="es-MX"/>
          </a:p>
        </p:txBody>
      </p:sp>
    </p:spTree>
    <p:extLst>
      <p:ext uri="{BB962C8B-B14F-4D97-AF65-F5344CB8AC3E}">
        <p14:creationId xmlns:p14="http://schemas.microsoft.com/office/powerpoint/2010/main" val="26518417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39</a:t>
            </a:fld>
            <a:endParaRPr lang="es-MX"/>
          </a:p>
        </p:txBody>
      </p:sp>
    </p:spTree>
    <p:extLst>
      <p:ext uri="{BB962C8B-B14F-4D97-AF65-F5344CB8AC3E}">
        <p14:creationId xmlns:p14="http://schemas.microsoft.com/office/powerpoint/2010/main" val="4131302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41</a:t>
            </a:fld>
            <a:endParaRPr lang="es-MX"/>
          </a:p>
        </p:txBody>
      </p:sp>
    </p:spTree>
    <p:extLst>
      <p:ext uri="{BB962C8B-B14F-4D97-AF65-F5344CB8AC3E}">
        <p14:creationId xmlns:p14="http://schemas.microsoft.com/office/powerpoint/2010/main" val="3077928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s-MX"/>
          </a:p>
        </p:txBody>
      </p:sp>
      <p:sp>
        <p:nvSpPr>
          <p:cNvPr id="4" name="Slide Number Placeholder 3"/>
          <p:cNvSpPr>
            <a:spLocks noGrp="1"/>
          </p:cNvSpPr>
          <p:nvPr>
            <p:ph type="sldNum" sz="quarter" idx="10"/>
          </p:nvPr>
        </p:nvSpPr>
        <p:spPr/>
        <p:txBody>
          <a:bodyPr/>
          <a:lstStyle/>
          <a:p>
            <a:fld id="{1CCA9E69-4488-4520-A049-A6E38DF9C630}" type="slidenum">
              <a:rPr lang="es-MX" smtClean="0"/>
              <a:t>42</a:t>
            </a:fld>
            <a:endParaRPr lang="es-MX"/>
          </a:p>
        </p:txBody>
      </p:sp>
    </p:spTree>
    <p:extLst>
      <p:ext uri="{BB962C8B-B14F-4D97-AF65-F5344CB8AC3E}">
        <p14:creationId xmlns:p14="http://schemas.microsoft.com/office/powerpoint/2010/main" val="3670496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F5F13-D572-8756-8C42-F3FC2E07E67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3A450175-8837-7EE1-E5BA-0724088F6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54D13B4D-F54A-4B81-9D6E-BC07F732409F}"/>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5" name="Marcador de pie de página 4">
            <a:extLst>
              <a:ext uri="{FF2B5EF4-FFF2-40B4-BE49-F238E27FC236}">
                <a16:creationId xmlns:a16="http://schemas.microsoft.com/office/drawing/2014/main" id="{441A275E-AE26-A7FC-BF75-25A39310976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0559CDD-200E-CD58-1EA1-E720F2C12B8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70889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EF5EC2-6ECB-E74D-E075-758C0D7218F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EE3D798-6DEC-81FD-27A6-4E57B7DB8F3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189ADBF-7F7D-7632-1E03-493B0534867D}"/>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5" name="Marcador de pie de página 4">
            <a:extLst>
              <a:ext uri="{FF2B5EF4-FFF2-40B4-BE49-F238E27FC236}">
                <a16:creationId xmlns:a16="http://schemas.microsoft.com/office/drawing/2014/main" id="{BE7DD143-EA8F-3867-0BC1-7A26F4C66EF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E9D990E-5B9E-8D52-1315-727CB882F5C5}"/>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5018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37D38-0FBE-BC0E-EE34-A22E63C8A2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C1E5F97-8842-C92D-446E-A5A8993444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92C067B-DA21-6004-1B79-1F6EC62EE2A5}"/>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5" name="Marcador de pie de página 4">
            <a:extLst>
              <a:ext uri="{FF2B5EF4-FFF2-40B4-BE49-F238E27FC236}">
                <a16:creationId xmlns:a16="http://schemas.microsoft.com/office/drawing/2014/main" id="{4374EB7D-655B-61F8-684F-2542C2076D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9A88FFF-AF1B-101F-CA04-24A60B909393}"/>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63376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A6DC7-F673-1C29-5A20-285707C220F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D6E6B38-8FF7-1567-28E8-43F4BD9F226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AA246D4D-1865-7D3E-81BC-A3DF5705D51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2F144D13-53DD-7F24-DEA5-DD3745C904C9}"/>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6" name="Marcador de pie de página 5">
            <a:extLst>
              <a:ext uri="{FF2B5EF4-FFF2-40B4-BE49-F238E27FC236}">
                <a16:creationId xmlns:a16="http://schemas.microsoft.com/office/drawing/2014/main" id="{D0D051E2-F88F-5DC8-C2C2-DB71E4BB649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21BBB0-8DFD-C793-0F99-3491393352DA}"/>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486528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4C8F6C-A74A-56EF-3FD7-73EBC1EDAAC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00C866A-7177-9059-CB97-1166DA5278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5DF9212-1DB4-E15E-B037-3A69FFBB29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DC19E42-1C13-10A1-544C-568CF81A2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2C8D018-0A64-1B80-2691-306A64E8E08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6D582CE-A0C4-C279-6DD8-C4532682AFAC}"/>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8" name="Marcador de pie de página 7">
            <a:extLst>
              <a:ext uri="{FF2B5EF4-FFF2-40B4-BE49-F238E27FC236}">
                <a16:creationId xmlns:a16="http://schemas.microsoft.com/office/drawing/2014/main" id="{5E45CB52-2CC2-005B-21ED-ED06AE0F0D4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F9E8EBF0-7BA2-C5C7-6CFB-4D529DC1B33B}"/>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503281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6419FC-3D7B-61E3-B435-4FDE9C10F31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643024D-427C-60A3-F7F3-672C6158E0FF}"/>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4" name="Marcador de pie de página 3">
            <a:extLst>
              <a:ext uri="{FF2B5EF4-FFF2-40B4-BE49-F238E27FC236}">
                <a16:creationId xmlns:a16="http://schemas.microsoft.com/office/drawing/2014/main" id="{3A9E71A2-5177-44E6-4D61-F78025E2D9FF}"/>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93C4841-39E5-574C-D9BB-253141421EBC}"/>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763891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F939F7D-4CFE-7C28-1042-F1BB5E42A710}"/>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3" name="Marcador de pie de página 2">
            <a:extLst>
              <a:ext uri="{FF2B5EF4-FFF2-40B4-BE49-F238E27FC236}">
                <a16:creationId xmlns:a16="http://schemas.microsoft.com/office/drawing/2014/main" id="{8372BBC7-D29C-6A6D-A22C-CE14993139F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6E587B7-1EC0-2068-C847-8E2E09C4F5D7}"/>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28340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63CE5E-FCB7-3F1B-52E9-AA1B4E96FF0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8F8271D-81F5-6BDF-9914-90C595B76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ABBD6B2-F264-0B05-2E82-C9F3E0C65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40BEB91-1606-C46C-7916-F9170B9252E0}"/>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6" name="Marcador de pie de página 5">
            <a:extLst>
              <a:ext uri="{FF2B5EF4-FFF2-40B4-BE49-F238E27FC236}">
                <a16:creationId xmlns:a16="http://schemas.microsoft.com/office/drawing/2014/main" id="{36CCE613-12C2-6751-52FF-684BCA83586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B4CFAC2-8510-B915-2B5B-7688AEC232DD}"/>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202116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790E5-92D0-EB1F-4967-3206860DD20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B3FEA619-C602-15B0-0FE4-F16551339C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00E2919-2717-24D5-714C-2BFB58AC1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E6D0114-92FC-F8D2-97F5-FE839CEC8A0D}"/>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6" name="Marcador de pie de página 5">
            <a:extLst>
              <a:ext uri="{FF2B5EF4-FFF2-40B4-BE49-F238E27FC236}">
                <a16:creationId xmlns:a16="http://schemas.microsoft.com/office/drawing/2014/main" id="{3A13C8E2-6816-B348-CE3F-0F2681E98FA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DE7CB8A-1634-DF0B-D17D-43E8DDC19116}"/>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3831825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9F699-3880-A3C3-E913-85E24AAE91C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D441E86-B08B-C71F-EB5A-FE2415FA74B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FCA9FC9-7EAE-0756-A23C-F89EEBF7996C}"/>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5" name="Marcador de pie de página 4">
            <a:extLst>
              <a:ext uri="{FF2B5EF4-FFF2-40B4-BE49-F238E27FC236}">
                <a16:creationId xmlns:a16="http://schemas.microsoft.com/office/drawing/2014/main" id="{B1383D73-B2B4-D582-C8AA-8B4976781D4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54A3D1B-DF02-01D9-7A52-016301C0412E}"/>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374907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D43CE4-6443-C8F4-0310-52F9282B025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FB572F7-A20B-168E-1FA1-747B809C6FB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51CD70B-083E-B6C4-5D9D-D6E0C624C556}"/>
              </a:ext>
            </a:extLst>
          </p:cNvPr>
          <p:cNvSpPr>
            <a:spLocks noGrp="1"/>
          </p:cNvSpPr>
          <p:nvPr>
            <p:ph type="dt" sz="half" idx="10"/>
          </p:nvPr>
        </p:nvSpPr>
        <p:spPr/>
        <p:txBody>
          <a:bodyPr/>
          <a:lstStyle/>
          <a:p>
            <a:fld id="{BAAB06AF-F33A-4E3D-AA83-FF85CDF753DC}" type="datetimeFigureOut">
              <a:rPr lang="es-MX" smtClean="0"/>
              <a:t>14/01/2026</a:t>
            </a:fld>
            <a:endParaRPr lang="es-MX"/>
          </a:p>
        </p:txBody>
      </p:sp>
      <p:sp>
        <p:nvSpPr>
          <p:cNvPr id="5" name="Marcador de pie de página 4">
            <a:extLst>
              <a:ext uri="{FF2B5EF4-FFF2-40B4-BE49-F238E27FC236}">
                <a16:creationId xmlns:a16="http://schemas.microsoft.com/office/drawing/2014/main" id="{54C0F76B-CEAD-FAB4-CE3B-051C7052C46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CA1861A-B7B4-366C-044D-16C5AFE80272}"/>
              </a:ext>
            </a:extLst>
          </p:cNvPr>
          <p:cNvSpPr>
            <a:spLocks noGrp="1"/>
          </p:cNvSpPr>
          <p:nvPr>
            <p:ph type="sldNum" sz="quarter" idx="12"/>
          </p:nvPr>
        </p:nvSpPr>
        <p:spPr/>
        <p:txBody>
          <a:bodyPr/>
          <a:lstStyle/>
          <a:p>
            <a:fld id="{59C8AB95-FAD2-4FB4-B288-CB5D0DF89844}" type="slidenum">
              <a:rPr lang="es-MX" smtClean="0"/>
              <a:t>‹Nº›</a:t>
            </a:fld>
            <a:endParaRPr lang="es-MX"/>
          </a:p>
        </p:txBody>
      </p:sp>
    </p:spTree>
    <p:extLst>
      <p:ext uri="{BB962C8B-B14F-4D97-AF65-F5344CB8AC3E}">
        <p14:creationId xmlns:p14="http://schemas.microsoft.com/office/powerpoint/2010/main" val="1075118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7760E-290C-834E-900F-4B28DAEC8DB3}"/>
              </a:ext>
            </a:extLst>
          </p:cNvPr>
          <p:cNvSpPr>
            <a:spLocks noGrp="1"/>
          </p:cNvSpPr>
          <p:nvPr>
            <p:ph type="title"/>
          </p:nvPr>
        </p:nvSpPr>
        <p:spPr>
          <a:xfrm>
            <a:off x="838200" y="216270"/>
            <a:ext cx="10515600" cy="1325563"/>
          </a:xfrm>
        </p:spPr>
        <p:txBody>
          <a:bodyPr>
            <a:normAutofit/>
          </a:bodyPr>
          <a:lstStyle>
            <a:lvl1pPr>
              <a:defRPr sz="3400" b="1">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s-ES_tradnl"/>
          </a:p>
        </p:txBody>
      </p:sp>
      <p:sp>
        <p:nvSpPr>
          <p:cNvPr id="10" name="Content Placeholder 2">
            <a:extLst>
              <a:ext uri="{FF2B5EF4-FFF2-40B4-BE49-F238E27FC236}">
                <a16:creationId xmlns:a16="http://schemas.microsoft.com/office/drawing/2014/main" id="{9B8A588C-BBD2-934D-8946-79D5C08D3EEB}"/>
              </a:ext>
            </a:extLst>
          </p:cNvPr>
          <p:cNvSpPr>
            <a:spLocks noGrp="1"/>
          </p:cNvSpPr>
          <p:nvPr>
            <p:ph idx="1"/>
          </p:nvPr>
        </p:nvSpPr>
        <p:spPr>
          <a:xfrm>
            <a:off x="838200" y="1825625"/>
            <a:ext cx="10515600" cy="4667250"/>
          </a:xfrm>
        </p:spPr>
        <p:txBody>
          <a:bodyPr>
            <a:normAutofit/>
          </a:bodyPr>
          <a:lstStyle>
            <a:lvl1pPr>
              <a:defRPr sz="2400">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defRPr>
            </a:lvl1pPr>
            <a:lvl2pPr>
              <a:defRPr sz="2000">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defRPr>
            </a:lvl2pPr>
            <a:lvl3pPr>
              <a:defRPr sz="1800">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defRPr>
            </a:lvl3pPr>
            <a:lvl4pPr>
              <a:defRPr sz="1600">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defRPr>
            </a:lvl4pPr>
            <a:lvl5pPr>
              <a:defRPr sz="1600">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pic>
        <p:nvPicPr>
          <p:cNvPr id="5" name="Picture 4" descr="A picture containing logo&#10;&#10;Description automatically generated">
            <a:extLst>
              <a:ext uri="{FF2B5EF4-FFF2-40B4-BE49-F238E27FC236}">
                <a16:creationId xmlns:a16="http://schemas.microsoft.com/office/drawing/2014/main" id="{410A94FF-207F-E540-B9F6-DA2346CC927D}"/>
              </a:ext>
            </a:extLst>
          </p:cNvPr>
          <p:cNvPicPr>
            <a:picLocks noChangeAspect="1"/>
          </p:cNvPicPr>
          <p:nvPr userDrawn="1"/>
        </p:nvPicPr>
        <p:blipFill>
          <a:blip r:embed="rId2"/>
          <a:stretch>
            <a:fillRect/>
          </a:stretch>
        </p:blipFill>
        <p:spPr>
          <a:xfrm>
            <a:off x="10227564" y="365125"/>
            <a:ext cx="1671828" cy="737727"/>
          </a:xfrm>
          <a:prstGeom prst="rect">
            <a:avLst/>
          </a:prstGeom>
        </p:spPr>
      </p:pic>
    </p:spTree>
    <p:extLst>
      <p:ext uri="{BB962C8B-B14F-4D97-AF65-F5344CB8AC3E}">
        <p14:creationId xmlns:p14="http://schemas.microsoft.com/office/powerpoint/2010/main" val="12966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82FB111-B70C-85E1-6921-091C1DF20B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C71E1CA-229D-FF6B-92B5-1015E45398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978A5D-DA29-2A59-89F4-DCE282CC84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B06AF-F33A-4E3D-AA83-FF85CDF753DC}" type="datetimeFigureOut">
              <a:rPr lang="es-MX" smtClean="0"/>
              <a:t>14/01/2026</a:t>
            </a:fld>
            <a:endParaRPr lang="es-MX"/>
          </a:p>
        </p:txBody>
      </p:sp>
      <p:sp>
        <p:nvSpPr>
          <p:cNvPr id="5" name="Marcador de pie de página 4">
            <a:extLst>
              <a:ext uri="{FF2B5EF4-FFF2-40B4-BE49-F238E27FC236}">
                <a16:creationId xmlns:a16="http://schemas.microsoft.com/office/drawing/2014/main" id="{52164C7B-44EA-6147-3C49-5BE7CDF2AE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F83FD0A-0838-DBD1-1F34-AC981DA8CC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C8AB95-FAD2-4FB4-B288-CB5D0DF89844}" type="slidenum">
              <a:rPr lang="es-MX" smtClean="0"/>
              <a:t>‹Nº›</a:t>
            </a:fld>
            <a:endParaRPr lang="es-MX"/>
          </a:p>
        </p:txBody>
      </p:sp>
    </p:spTree>
    <p:extLst>
      <p:ext uri="{BB962C8B-B14F-4D97-AF65-F5344CB8AC3E}">
        <p14:creationId xmlns:p14="http://schemas.microsoft.com/office/powerpoint/2010/main" val="3467965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gob.mx/presidencia/prensa/recaudacion-historica-de-4-6-billones-de-pesos-en-2025-muestra-la-confianza-en-el-uso-honesto-y-transparente-de-los-recursos-presidenta"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finanzaspublicas.hacienda.gob.mx/work/models/Finanzas_Publicas/docs/paquete_economico/cgpe/cgpe_2026.pdf"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omawww.sat.gob.mx/cifras_sat/Documents/ITG_2024_4T.pdf"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B3EEA-9593-7B4E-2CAC-CB46544CFD6C}"/>
              </a:ext>
            </a:extLst>
          </p:cNvPr>
          <p:cNvSpPr>
            <a:spLocks noGrp="1"/>
          </p:cNvSpPr>
          <p:nvPr>
            <p:ph type="ctrTitle"/>
          </p:nvPr>
        </p:nvSpPr>
        <p:spPr/>
        <p:txBody>
          <a:bodyPr/>
          <a:lstStyle/>
          <a:p>
            <a:r>
              <a:rPr lang="es-ES" dirty="0"/>
              <a:t>Impuestos Corporativos I</a:t>
            </a:r>
            <a:endParaRPr lang="es-MX" dirty="0"/>
          </a:p>
        </p:txBody>
      </p:sp>
      <p:sp>
        <p:nvSpPr>
          <p:cNvPr id="3" name="Subtítulo 2">
            <a:extLst>
              <a:ext uri="{FF2B5EF4-FFF2-40B4-BE49-F238E27FC236}">
                <a16:creationId xmlns:a16="http://schemas.microsoft.com/office/drawing/2014/main" id="{5DC4FFFB-F13E-8F80-523D-6692E31E369B}"/>
              </a:ext>
            </a:extLst>
          </p:cNvPr>
          <p:cNvSpPr>
            <a:spLocks noGrp="1"/>
          </p:cNvSpPr>
          <p:nvPr>
            <p:ph type="subTitle" idx="1"/>
          </p:nvPr>
        </p:nvSpPr>
        <p:spPr/>
        <p:txBody>
          <a:bodyPr/>
          <a:lstStyle/>
          <a:p>
            <a:r>
              <a:rPr lang="es-ES" dirty="0"/>
              <a:t>Enero 2026</a:t>
            </a:r>
            <a:endParaRPr lang="es-MX" dirty="0"/>
          </a:p>
        </p:txBody>
      </p:sp>
    </p:spTree>
    <p:extLst>
      <p:ext uri="{BB962C8B-B14F-4D97-AF65-F5344CB8AC3E}">
        <p14:creationId xmlns:p14="http://schemas.microsoft.com/office/powerpoint/2010/main" val="3546969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A540673D-C3CA-DDEF-CDE6-FD2B1E9180B1}"/>
              </a:ext>
            </a:extLst>
          </p:cNvPr>
          <p:cNvSpPr/>
          <p:nvPr/>
        </p:nvSpPr>
        <p:spPr>
          <a:xfrm>
            <a:off x="10117777" y="296883"/>
            <a:ext cx="1876301" cy="9025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Título 1">
            <a:extLst>
              <a:ext uri="{FF2B5EF4-FFF2-40B4-BE49-F238E27FC236}">
                <a16:creationId xmlns:a16="http://schemas.microsoft.com/office/drawing/2014/main" id="{83F44104-4265-2988-1FB1-19C7D8B6C727}"/>
              </a:ext>
            </a:extLst>
          </p:cNvPr>
          <p:cNvSpPr>
            <a:spLocks noGrp="1"/>
          </p:cNvSpPr>
          <p:nvPr>
            <p:ph type="title"/>
          </p:nvPr>
        </p:nvSpPr>
        <p:spPr>
          <a:xfrm>
            <a:off x="838200" y="216270"/>
            <a:ext cx="10515600" cy="1325563"/>
          </a:xfrm>
        </p:spPr>
        <p:txBody>
          <a:bodyPr/>
          <a:lstStyle/>
          <a:p>
            <a:r>
              <a:rPr lang="es-ES" dirty="0"/>
              <a:t>Descripción del Curso</a:t>
            </a:r>
            <a:endParaRPr lang="es-MX" dirty="0"/>
          </a:p>
        </p:txBody>
      </p:sp>
      <p:sp>
        <p:nvSpPr>
          <p:cNvPr id="12" name="Marcador de contenido 2">
            <a:extLst>
              <a:ext uri="{FF2B5EF4-FFF2-40B4-BE49-F238E27FC236}">
                <a16:creationId xmlns:a16="http://schemas.microsoft.com/office/drawing/2014/main" id="{67A15229-9AD7-D18C-226C-0E0AE264D7A5}"/>
              </a:ext>
            </a:extLst>
          </p:cNvPr>
          <p:cNvSpPr>
            <a:spLocks noGrp="1"/>
          </p:cNvSpPr>
          <p:nvPr>
            <p:ph idx="1"/>
          </p:nvPr>
        </p:nvSpPr>
        <p:spPr>
          <a:xfrm>
            <a:off x="1246908" y="1398115"/>
            <a:ext cx="10106891" cy="5053485"/>
          </a:xfrm>
        </p:spPr>
        <p:txBody>
          <a:bodyPr>
            <a:noAutofit/>
          </a:bodyPr>
          <a:lstStyle/>
          <a:p>
            <a:r>
              <a:rPr lang="es-ES" sz="1700" dirty="0"/>
              <a:t>El impuesto sobre la renta es, en México y en la mayoría de los países, la principal fuente de los ingresos tributarios. Son las empresas las que hacen la mayor contribución por este concepto. De esta manera, el estudio y conocimiento de los impuestos corporativos y concretamente del impuesto sobre la renta resulta toral en la gestión financiera de la empresa.</a:t>
            </a:r>
            <a:endParaRPr lang="es-MX" sz="1700" dirty="0"/>
          </a:p>
          <a:p>
            <a:r>
              <a:rPr lang="es-ES" sz="1700" dirty="0"/>
              <a:t>En este curso se estudiarán los conceptos básicos del impuesto sobre la renta, la manera en la se determina la renta gravable (utilidad), así como ellos efectos que en materia de impuesto al valor agregado y estímulos fiscales son relevantes para el análisis financiero de una empresa, incluyendo los efectos relevantes para los inversionistas.</a:t>
            </a:r>
            <a:endParaRPr lang="es-MX" sz="1700" dirty="0"/>
          </a:p>
          <a:p>
            <a:r>
              <a:rPr lang="es-ES" sz="1700" dirty="0"/>
              <a:t>Durante el curso, y de manera complementaria se tomarán (como apoyo o refuerzo), algunos conceptos contenidos en el Código Fiscal de la Federación (recargos, multas, plazos, factores inflacionarios, etc.) y que durante este curso pudiera ser necesaria su aplicación práctica. Estos conceptos se encuentran incluidos en dónde resultan aplicables dentro del temario del impuesto sobre la renta y no como un tema específico por separado, de manera que ellos tengan una aplicación práctica y no solamente teórica.</a:t>
            </a:r>
            <a:endParaRPr lang="es-MX" sz="1700" dirty="0"/>
          </a:p>
          <a:p>
            <a:pPr marL="0" indent="0">
              <a:buNone/>
            </a:pPr>
            <a:endParaRPr lang="es-MX" sz="1700" dirty="0"/>
          </a:p>
        </p:txBody>
      </p:sp>
    </p:spTree>
    <p:extLst>
      <p:ext uri="{BB962C8B-B14F-4D97-AF65-F5344CB8AC3E}">
        <p14:creationId xmlns:p14="http://schemas.microsoft.com/office/powerpoint/2010/main" val="3205869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A540673D-C3CA-DDEF-CDE6-FD2B1E9180B1}"/>
              </a:ext>
            </a:extLst>
          </p:cNvPr>
          <p:cNvSpPr/>
          <p:nvPr/>
        </p:nvSpPr>
        <p:spPr>
          <a:xfrm>
            <a:off x="10117777" y="296883"/>
            <a:ext cx="1876301" cy="9025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Título 1">
            <a:extLst>
              <a:ext uri="{FF2B5EF4-FFF2-40B4-BE49-F238E27FC236}">
                <a16:creationId xmlns:a16="http://schemas.microsoft.com/office/drawing/2014/main" id="{83F44104-4265-2988-1FB1-19C7D8B6C727}"/>
              </a:ext>
            </a:extLst>
          </p:cNvPr>
          <p:cNvSpPr>
            <a:spLocks noGrp="1"/>
          </p:cNvSpPr>
          <p:nvPr>
            <p:ph type="title"/>
          </p:nvPr>
        </p:nvSpPr>
        <p:spPr>
          <a:xfrm>
            <a:off x="838200" y="216270"/>
            <a:ext cx="10515600" cy="1325563"/>
          </a:xfrm>
        </p:spPr>
        <p:txBody>
          <a:bodyPr/>
          <a:lstStyle/>
          <a:p>
            <a:r>
              <a:rPr lang="es-ES" dirty="0"/>
              <a:t>Evaluación</a:t>
            </a:r>
            <a:endParaRPr lang="es-MX" dirty="0"/>
          </a:p>
        </p:txBody>
      </p:sp>
      <p:sp>
        <p:nvSpPr>
          <p:cNvPr id="12" name="Marcador de contenido 2">
            <a:extLst>
              <a:ext uri="{FF2B5EF4-FFF2-40B4-BE49-F238E27FC236}">
                <a16:creationId xmlns:a16="http://schemas.microsoft.com/office/drawing/2014/main" id="{67A15229-9AD7-D18C-226C-0E0AE264D7A5}"/>
              </a:ext>
            </a:extLst>
          </p:cNvPr>
          <p:cNvSpPr>
            <a:spLocks noGrp="1"/>
          </p:cNvSpPr>
          <p:nvPr>
            <p:ph idx="1"/>
          </p:nvPr>
        </p:nvSpPr>
        <p:spPr>
          <a:xfrm>
            <a:off x="6464301" y="1199408"/>
            <a:ext cx="4889499" cy="5053485"/>
          </a:xfrm>
        </p:spPr>
        <p:txBody>
          <a:bodyPr>
            <a:noAutofit/>
          </a:bodyPr>
          <a:lstStyle/>
          <a:p>
            <a:r>
              <a:rPr lang="es-ES" sz="1400" dirty="0"/>
              <a:t>La duración de los exámenes es de 2 horas.</a:t>
            </a:r>
          </a:p>
          <a:p>
            <a:r>
              <a:rPr lang="es-ES" sz="1400" dirty="0"/>
              <a:t>El examen final será acumulativo y </a:t>
            </a:r>
            <a:r>
              <a:rPr lang="es-ES" sz="1400" u="sng" dirty="0"/>
              <a:t>es requisito indispensable aprobar el mismo para aprobar la materia</a:t>
            </a:r>
            <a:r>
              <a:rPr lang="es-ES" sz="1400" dirty="0"/>
              <a:t>.  </a:t>
            </a:r>
          </a:p>
          <a:p>
            <a:r>
              <a:rPr lang="es-ES" sz="1400" dirty="0"/>
              <a:t>No se presentarán exámenes, controles o tareas fuera de las fechas establecidas.</a:t>
            </a:r>
          </a:p>
          <a:p>
            <a:r>
              <a:rPr lang="es-ES" sz="1400" dirty="0"/>
              <a:t>Es necesario entregar los casos asignados a la hora de clase, en las fechas establecidas.</a:t>
            </a:r>
          </a:p>
          <a:p>
            <a:r>
              <a:rPr lang="es-ES" sz="1400" dirty="0"/>
              <a:t>Los casos deberán resolverse conforme a los lineamientos que establezca el profesor y se evaluarán de acuerdo con los criterios establecidos por el mismo.</a:t>
            </a:r>
          </a:p>
          <a:p>
            <a:r>
              <a:rPr lang="es-MX" sz="1400" dirty="0"/>
              <a:t>El uso de dispositivos móviles durante las sesiones de clase estará sujeto a la aceptación que el alumno haga del “Acuerdo de uso de dispositivos móviles en el Departamento Académico de Contabilidad"</a:t>
            </a:r>
            <a:r>
              <a:rPr lang="es-ES" sz="1400" dirty="0"/>
              <a:t>.</a:t>
            </a:r>
          </a:p>
          <a:p>
            <a:r>
              <a:rPr lang="es-ES" sz="1400" dirty="0"/>
              <a:t>Para tener derecho a presentar el examen final el alumno deberá contar con un MÍNIMO de 80% de asistencias, las cuales se computarán con </a:t>
            </a:r>
            <a:r>
              <a:rPr lang="es-ES" sz="1400" u="sng" dirty="0"/>
              <a:t>controles aplicados a las 7am en punto en cada clase.</a:t>
            </a:r>
          </a:p>
          <a:p>
            <a:pPr marL="0" indent="0">
              <a:buNone/>
            </a:pPr>
            <a:endParaRPr lang="es-MX" sz="1400" dirty="0"/>
          </a:p>
        </p:txBody>
      </p:sp>
      <p:graphicFrame>
        <p:nvGraphicFramePr>
          <p:cNvPr id="2" name="Content Placeholder 7">
            <a:extLst>
              <a:ext uri="{FF2B5EF4-FFF2-40B4-BE49-F238E27FC236}">
                <a16:creationId xmlns:a16="http://schemas.microsoft.com/office/drawing/2014/main" id="{B68CE709-6105-6BD9-02E1-78E412C41816}"/>
              </a:ext>
            </a:extLst>
          </p:cNvPr>
          <p:cNvGraphicFramePr>
            <a:graphicFrameLocks/>
          </p:cNvGraphicFramePr>
          <p:nvPr>
            <p:extLst>
              <p:ext uri="{D42A27DB-BD31-4B8C-83A1-F6EECF244321}">
                <p14:modId xmlns:p14="http://schemas.microsoft.com/office/powerpoint/2010/main" val="1283199534"/>
              </p:ext>
            </p:extLst>
          </p:nvPr>
        </p:nvGraphicFramePr>
        <p:xfrm>
          <a:off x="838200" y="1825625"/>
          <a:ext cx="5181600" cy="320548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tblGrid>
              <a:tr h="640080">
                <a:tc>
                  <a:txBody>
                    <a:bodyPr/>
                    <a:lstStyle/>
                    <a:p>
                      <a:pPr algn="ctr"/>
                      <a:r>
                        <a:rPr lang="es-MX" dirty="0"/>
                        <a:t>Evaluación</a:t>
                      </a:r>
                    </a:p>
                  </a:txBody>
                  <a:tcPr/>
                </a:tc>
                <a:tc>
                  <a:txBody>
                    <a:bodyPr/>
                    <a:lstStyle/>
                    <a:p>
                      <a:pPr algn="ctr"/>
                      <a:r>
                        <a:rPr lang="es-MX" dirty="0"/>
                        <a:t>Ponderación</a:t>
                      </a:r>
                    </a:p>
                  </a:txBody>
                  <a:tcPr/>
                </a:tc>
                <a:tc>
                  <a:txBody>
                    <a:bodyPr/>
                    <a:lstStyle/>
                    <a:p>
                      <a:pPr algn="ctr"/>
                      <a:r>
                        <a:rPr lang="es-MX" dirty="0"/>
                        <a:t>Fecha Preliminar</a:t>
                      </a:r>
                    </a:p>
                  </a:txBody>
                  <a:tcPr/>
                </a:tc>
                <a:extLst>
                  <a:ext uri="{0D108BD9-81ED-4DB2-BD59-A6C34878D82A}">
                    <a16:rowId xmlns:a16="http://schemas.microsoft.com/office/drawing/2014/main" val="10000"/>
                  </a:ext>
                </a:extLst>
              </a:tr>
              <a:tr h="640080">
                <a:tc>
                  <a:txBody>
                    <a:bodyPr/>
                    <a:lstStyle/>
                    <a:p>
                      <a:r>
                        <a:rPr lang="es-MX" dirty="0"/>
                        <a:t>Primer examen</a:t>
                      </a:r>
                      <a:r>
                        <a:rPr lang="es-MX" baseline="0" dirty="0"/>
                        <a:t> parcial</a:t>
                      </a:r>
                      <a:endParaRPr lang="es-MX" dirty="0"/>
                    </a:p>
                  </a:txBody>
                  <a:tcPr/>
                </a:tc>
                <a:tc>
                  <a:txBody>
                    <a:bodyPr/>
                    <a:lstStyle/>
                    <a:p>
                      <a:pPr algn="ctr"/>
                      <a:r>
                        <a:rPr lang="es-MX" dirty="0"/>
                        <a:t>30%</a:t>
                      </a:r>
                    </a:p>
                  </a:txBody>
                  <a:tcPr/>
                </a:tc>
                <a:tc>
                  <a:txBody>
                    <a:bodyPr/>
                    <a:lstStyle/>
                    <a:p>
                      <a:pPr algn="ctr"/>
                      <a:endParaRPr lang="es-MX" dirty="0"/>
                    </a:p>
                    <a:p>
                      <a:pPr algn="ctr"/>
                      <a:r>
                        <a:rPr lang="es-MX" dirty="0"/>
                        <a:t>27 febrero 2026</a:t>
                      </a:r>
                    </a:p>
                  </a:txBody>
                  <a:tcPr/>
                </a:tc>
                <a:extLst>
                  <a:ext uri="{0D108BD9-81ED-4DB2-BD59-A6C34878D82A}">
                    <a16:rowId xmlns:a16="http://schemas.microsoft.com/office/drawing/2014/main" val="10001"/>
                  </a:ext>
                </a:extLst>
              </a:tr>
              <a:tr h="640080">
                <a:tc>
                  <a:txBody>
                    <a:bodyPr/>
                    <a:lstStyle/>
                    <a:p>
                      <a:r>
                        <a:rPr lang="es-MX" dirty="0"/>
                        <a:t>Segundo</a:t>
                      </a:r>
                      <a:r>
                        <a:rPr lang="es-MX" baseline="0" dirty="0"/>
                        <a:t> examen parcial</a:t>
                      </a:r>
                      <a:endParaRPr lang="es-MX" dirty="0"/>
                    </a:p>
                  </a:txBody>
                  <a:tcPr/>
                </a:tc>
                <a:tc>
                  <a:txBody>
                    <a:bodyPr/>
                    <a:lstStyle/>
                    <a:p>
                      <a:pPr algn="ctr"/>
                      <a:r>
                        <a:rPr lang="es-MX" dirty="0"/>
                        <a:t>30%</a:t>
                      </a:r>
                    </a:p>
                  </a:txBody>
                  <a:tcPr/>
                </a:tc>
                <a:tc>
                  <a:txBody>
                    <a:bodyPr/>
                    <a:lstStyle/>
                    <a:p>
                      <a:pPr algn="ctr"/>
                      <a:r>
                        <a:rPr lang="es-MX" dirty="0"/>
                        <a:t>Lunes</a:t>
                      </a:r>
                    </a:p>
                    <a:p>
                      <a:pPr algn="ctr"/>
                      <a:r>
                        <a:rPr lang="es-MX" dirty="0"/>
                        <a:t>9 abril 2026</a:t>
                      </a:r>
                    </a:p>
                  </a:txBody>
                  <a:tcPr/>
                </a:tc>
                <a:extLst>
                  <a:ext uri="{0D108BD9-81ED-4DB2-BD59-A6C34878D82A}">
                    <a16:rowId xmlns:a16="http://schemas.microsoft.com/office/drawing/2014/main" val="10002"/>
                  </a:ext>
                </a:extLst>
              </a:tr>
              <a:tr h="370840">
                <a:tc>
                  <a:txBody>
                    <a:bodyPr/>
                    <a:lstStyle/>
                    <a:p>
                      <a:r>
                        <a:rPr lang="es-MX" dirty="0"/>
                        <a:t>Examen</a:t>
                      </a:r>
                      <a:r>
                        <a:rPr lang="es-MX" baseline="0" dirty="0"/>
                        <a:t> final</a:t>
                      </a:r>
                      <a:endParaRPr lang="es-MX" dirty="0"/>
                    </a:p>
                  </a:txBody>
                  <a:tcPr/>
                </a:tc>
                <a:tc>
                  <a:txBody>
                    <a:bodyPr/>
                    <a:lstStyle/>
                    <a:p>
                      <a:pPr algn="ctr"/>
                      <a:r>
                        <a:rPr lang="es-MX" dirty="0"/>
                        <a:t>30%</a:t>
                      </a:r>
                    </a:p>
                  </a:txBody>
                  <a:tcPr/>
                </a:tc>
                <a:tc>
                  <a:txBody>
                    <a:bodyPr/>
                    <a:lstStyle/>
                    <a:p>
                      <a:pPr algn="ctr"/>
                      <a:r>
                        <a:rPr lang="es-MX" dirty="0"/>
                        <a:t>Por definir</a:t>
                      </a:r>
                    </a:p>
                  </a:txBody>
                  <a:tcPr/>
                </a:tc>
                <a:extLst>
                  <a:ext uri="{0D108BD9-81ED-4DB2-BD59-A6C34878D82A}">
                    <a16:rowId xmlns:a16="http://schemas.microsoft.com/office/drawing/2014/main" val="10003"/>
                  </a:ext>
                </a:extLst>
              </a:tr>
              <a:tr h="914400">
                <a:tc>
                  <a:txBody>
                    <a:bodyPr/>
                    <a:lstStyle/>
                    <a:p>
                      <a:r>
                        <a:rPr lang="es-MX" dirty="0"/>
                        <a:t>Controles y participación</a:t>
                      </a:r>
                    </a:p>
                  </a:txBody>
                  <a:tcPr/>
                </a:tc>
                <a:tc>
                  <a:txBody>
                    <a:bodyPr/>
                    <a:lstStyle/>
                    <a:p>
                      <a:pPr algn="ctr"/>
                      <a:endParaRPr lang="es-MX" dirty="0"/>
                    </a:p>
                    <a:p>
                      <a:pPr algn="ctr"/>
                      <a:r>
                        <a:rPr lang="es-MX" dirty="0"/>
                        <a:t>10%</a:t>
                      </a:r>
                    </a:p>
                  </a:txBody>
                  <a:tcPr/>
                </a:tc>
                <a:tc>
                  <a:txBody>
                    <a:bodyPr/>
                    <a:lstStyle/>
                    <a:p>
                      <a:endParaRPr lang="es-MX"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3567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A540673D-C3CA-DDEF-CDE6-FD2B1E9180B1}"/>
              </a:ext>
            </a:extLst>
          </p:cNvPr>
          <p:cNvSpPr/>
          <p:nvPr/>
        </p:nvSpPr>
        <p:spPr>
          <a:xfrm>
            <a:off x="10117777" y="296883"/>
            <a:ext cx="1876301" cy="9025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Título 1">
            <a:extLst>
              <a:ext uri="{FF2B5EF4-FFF2-40B4-BE49-F238E27FC236}">
                <a16:creationId xmlns:a16="http://schemas.microsoft.com/office/drawing/2014/main" id="{83F44104-4265-2988-1FB1-19C7D8B6C727}"/>
              </a:ext>
            </a:extLst>
          </p:cNvPr>
          <p:cNvSpPr>
            <a:spLocks noGrp="1"/>
          </p:cNvSpPr>
          <p:nvPr>
            <p:ph type="title"/>
          </p:nvPr>
        </p:nvSpPr>
        <p:spPr>
          <a:xfrm>
            <a:off x="838200" y="216270"/>
            <a:ext cx="10515600" cy="1325563"/>
          </a:xfrm>
        </p:spPr>
        <p:txBody>
          <a:bodyPr/>
          <a:lstStyle/>
          <a:p>
            <a:r>
              <a:rPr lang="es-ES" dirty="0"/>
              <a:t>Principio de Honor</a:t>
            </a:r>
            <a:endParaRPr lang="es-MX" dirty="0"/>
          </a:p>
        </p:txBody>
      </p:sp>
      <p:sp>
        <p:nvSpPr>
          <p:cNvPr id="12" name="Marcador de contenido 2">
            <a:extLst>
              <a:ext uri="{FF2B5EF4-FFF2-40B4-BE49-F238E27FC236}">
                <a16:creationId xmlns:a16="http://schemas.microsoft.com/office/drawing/2014/main" id="{67A15229-9AD7-D18C-226C-0E0AE264D7A5}"/>
              </a:ext>
            </a:extLst>
          </p:cNvPr>
          <p:cNvSpPr>
            <a:spLocks noGrp="1"/>
          </p:cNvSpPr>
          <p:nvPr>
            <p:ph idx="1"/>
          </p:nvPr>
        </p:nvSpPr>
        <p:spPr>
          <a:xfrm>
            <a:off x="1246908" y="1398115"/>
            <a:ext cx="10106891" cy="5053485"/>
          </a:xfrm>
        </p:spPr>
        <p:txBody>
          <a:bodyPr>
            <a:noAutofit/>
          </a:bodyPr>
          <a:lstStyle/>
          <a:p>
            <a:r>
              <a:rPr lang="es-ES" sz="1700" dirty="0"/>
              <a:t>Se conmina al estudiante a discutir con sus compañeros sobre temas relacionados con el curso; sin embargo, las tareas y exámenes deben ser trabajo individual de cada estudiante o de equipo, según sea el caso.</a:t>
            </a:r>
          </a:p>
          <a:p>
            <a:endParaRPr lang="es-ES" sz="1700" dirty="0"/>
          </a:p>
          <a:p>
            <a:r>
              <a:rPr lang="es-ES" sz="1700" dirty="0"/>
              <a:t>Cualquier violación a las normas establecidas en el reglamento del ITAM, se resolverá con estricto cumplimiento del mismo.</a:t>
            </a:r>
          </a:p>
          <a:p>
            <a:pPr marL="0" indent="0">
              <a:buNone/>
            </a:pPr>
            <a:r>
              <a:rPr lang="es-ES" sz="1700" dirty="0"/>
              <a:t> </a:t>
            </a:r>
            <a:endParaRPr lang="es-MX" sz="1700" dirty="0"/>
          </a:p>
        </p:txBody>
      </p:sp>
    </p:spTree>
    <p:extLst>
      <p:ext uri="{BB962C8B-B14F-4D97-AF65-F5344CB8AC3E}">
        <p14:creationId xmlns:p14="http://schemas.microsoft.com/office/powerpoint/2010/main" val="1742807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A540673D-C3CA-DDEF-CDE6-FD2B1E9180B1}"/>
              </a:ext>
            </a:extLst>
          </p:cNvPr>
          <p:cNvSpPr/>
          <p:nvPr/>
        </p:nvSpPr>
        <p:spPr>
          <a:xfrm>
            <a:off x="10117777" y="296883"/>
            <a:ext cx="1876301" cy="9025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Título 1">
            <a:extLst>
              <a:ext uri="{FF2B5EF4-FFF2-40B4-BE49-F238E27FC236}">
                <a16:creationId xmlns:a16="http://schemas.microsoft.com/office/drawing/2014/main" id="{83F44104-4265-2988-1FB1-19C7D8B6C727}"/>
              </a:ext>
            </a:extLst>
          </p:cNvPr>
          <p:cNvSpPr>
            <a:spLocks noGrp="1"/>
          </p:cNvSpPr>
          <p:nvPr>
            <p:ph type="title"/>
          </p:nvPr>
        </p:nvSpPr>
        <p:spPr>
          <a:xfrm>
            <a:off x="838200" y="216270"/>
            <a:ext cx="10515600" cy="1325563"/>
          </a:xfrm>
        </p:spPr>
        <p:txBody>
          <a:bodyPr/>
          <a:lstStyle/>
          <a:p>
            <a:r>
              <a:rPr lang="es-ES" dirty="0"/>
              <a:t>¿Qué es la Planeación Fiscal?</a:t>
            </a:r>
            <a:endParaRPr lang="es-MX" dirty="0"/>
          </a:p>
        </p:txBody>
      </p:sp>
      <p:sp>
        <p:nvSpPr>
          <p:cNvPr id="12" name="Marcador de contenido 2">
            <a:extLst>
              <a:ext uri="{FF2B5EF4-FFF2-40B4-BE49-F238E27FC236}">
                <a16:creationId xmlns:a16="http://schemas.microsoft.com/office/drawing/2014/main" id="{67A15229-9AD7-D18C-226C-0E0AE264D7A5}"/>
              </a:ext>
            </a:extLst>
          </p:cNvPr>
          <p:cNvSpPr>
            <a:spLocks noGrp="1"/>
          </p:cNvSpPr>
          <p:nvPr>
            <p:ph idx="1"/>
          </p:nvPr>
        </p:nvSpPr>
        <p:spPr>
          <a:xfrm>
            <a:off x="1246908" y="1398115"/>
            <a:ext cx="10106891" cy="5053485"/>
          </a:xfrm>
        </p:spPr>
        <p:txBody>
          <a:bodyPr>
            <a:noAutofit/>
          </a:bodyPr>
          <a:lstStyle/>
          <a:p>
            <a:r>
              <a:rPr lang="es-ES" sz="2000" dirty="0"/>
              <a:t>Conjunto de prácticas y estrategias que tienen como objetivo reducir o diferir la carga tributaria, adecuándola a la realidad económica y financiera de la empresa, dentro de la legalidad vigente.</a:t>
            </a:r>
          </a:p>
          <a:p>
            <a:endParaRPr lang="es-ES" sz="2000" dirty="0"/>
          </a:p>
          <a:p>
            <a:r>
              <a:rPr lang="es-ES" sz="2000" dirty="0"/>
              <a:t>Planeación fiscal no es evasión fiscal</a:t>
            </a:r>
          </a:p>
          <a:p>
            <a:endParaRPr lang="es-ES" sz="2000" dirty="0"/>
          </a:p>
          <a:p>
            <a:r>
              <a:rPr lang="es-ES" sz="2000" dirty="0"/>
              <a:t>Objetivos de la planeación fiscal:</a:t>
            </a:r>
          </a:p>
          <a:p>
            <a:pPr lvl="1"/>
            <a:r>
              <a:rPr lang="es-ES" sz="1600" dirty="0"/>
              <a:t>Promover el cumplimiento de obligaciones fiscales</a:t>
            </a:r>
          </a:p>
          <a:p>
            <a:pPr lvl="1"/>
            <a:r>
              <a:rPr lang="es-ES" sz="1600" dirty="0"/>
              <a:t>Minimiza errores</a:t>
            </a:r>
          </a:p>
          <a:p>
            <a:pPr lvl="1"/>
            <a:r>
              <a:rPr lang="es-ES" sz="1600" dirty="0"/>
              <a:t>Adecúa la carga fiscal a la realidad económica y financiera de la empresa</a:t>
            </a:r>
          </a:p>
          <a:p>
            <a:pPr lvl="1"/>
            <a:r>
              <a:rPr lang="es-ES" sz="1600" dirty="0"/>
              <a:t>Permite detectar nuevas oportunidades para la Compañía</a:t>
            </a:r>
          </a:p>
          <a:p>
            <a:pPr lvl="1"/>
            <a:r>
              <a:rPr lang="es-ES" sz="1600" dirty="0"/>
              <a:t>Minimiza y previene riesgos</a:t>
            </a:r>
          </a:p>
          <a:p>
            <a:pPr lvl="1"/>
            <a:endParaRPr lang="es-ES" sz="1600" dirty="0"/>
          </a:p>
          <a:p>
            <a:endParaRPr lang="es-ES" sz="2000" dirty="0"/>
          </a:p>
        </p:txBody>
      </p:sp>
    </p:spTree>
    <p:extLst>
      <p:ext uri="{BB962C8B-B14F-4D97-AF65-F5344CB8AC3E}">
        <p14:creationId xmlns:p14="http://schemas.microsoft.com/office/powerpoint/2010/main" val="170901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1D8192-F04F-7F3C-50FE-04DD99D8FEE1}"/>
              </a:ext>
            </a:extLst>
          </p:cNvPr>
          <p:cNvSpPr>
            <a:spLocks noGrp="1"/>
          </p:cNvSpPr>
          <p:nvPr>
            <p:ph type="title"/>
          </p:nvPr>
        </p:nvSpPr>
        <p:spPr/>
        <p:txBody>
          <a:bodyPr/>
          <a:lstStyle/>
          <a:p>
            <a:r>
              <a:rPr lang="es-ES" sz="6000" dirty="0"/>
              <a:t>Introducción al Sistema Tributario y al Impuesto sobre la Renta</a:t>
            </a:r>
            <a:endParaRPr lang="es-MX" dirty="0"/>
          </a:p>
        </p:txBody>
      </p:sp>
      <p:sp>
        <p:nvSpPr>
          <p:cNvPr id="3" name="Marcador de texto 2">
            <a:extLst>
              <a:ext uri="{FF2B5EF4-FFF2-40B4-BE49-F238E27FC236}">
                <a16:creationId xmlns:a16="http://schemas.microsoft.com/office/drawing/2014/main" id="{FB0728B5-07B1-799C-1E74-BEA75308BE9C}"/>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123055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Introducción al Sistema Tributario y al Impuesto sobre la Renta</a:t>
            </a:r>
          </a:p>
        </p:txBody>
      </p:sp>
      <p:sp>
        <p:nvSpPr>
          <p:cNvPr id="3" name="Content Placeholder 2"/>
          <p:cNvSpPr>
            <a:spLocks noGrp="1"/>
          </p:cNvSpPr>
          <p:nvPr>
            <p:ph idx="1"/>
          </p:nvPr>
        </p:nvSpPr>
        <p:spPr/>
        <p:txBody>
          <a:bodyPr/>
          <a:lstStyle/>
          <a:p>
            <a:pPr marL="514350" indent="-514350">
              <a:buFont typeface="+mj-lt"/>
              <a:buAutoNum type="arabicPeriod"/>
            </a:pPr>
            <a:r>
              <a:rPr lang="es-ES" dirty="0"/>
              <a:t>La obligación de pagar impuestos</a:t>
            </a:r>
            <a:endParaRPr lang="es-MX" sz="4000" dirty="0"/>
          </a:p>
          <a:p>
            <a:pPr marL="514350" indent="-514350">
              <a:buFont typeface="+mj-lt"/>
              <a:buAutoNum type="arabicPeriod"/>
            </a:pPr>
            <a:r>
              <a:rPr lang="es-ES" dirty="0"/>
              <a:t>Aspectos generales de los criterios de residencia, nacionalidad y fuente de riqueza</a:t>
            </a:r>
            <a:endParaRPr lang="es-MX" sz="4000" dirty="0"/>
          </a:p>
          <a:p>
            <a:pPr marL="514350" indent="-514350">
              <a:buFont typeface="+mj-lt"/>
              <a:buAutoNum type="arabicPeriod"/>
            </a:pPr>
            <a:r>
              <a:rPr lang="es-ES" dirty="0"/>
              <a:t>La estructura jerárquica de los ordenamientos fiscales en México</a:t>
            </a:r>
            <a:endParaRPr lang="es-MX" sz="4000" dirty="0"/>
          </a:p>
          <a:p>
            <a:pPr marL="514350" indent="-514350">
              <a:buFont typeface="+mj-lt"/>
              <a:buAutoNum type="arabicPeriod"/>
            </a:pPr>
            <a:r>
              <a:rPr lang="es-ES" dirty="0"/>
              <a:t>La importancia del impuesto sobre la renta</a:t>
            </a:r>
            <a:endParaRPr lang="es-MX" sz="4000" dirty="0"/>
          </a:p>
          <a:p>
            <a:endParaRPr lang="es-MX" dirty="0"/>
          </a:p>
        </p:txBody>
      </p:sp>
    </p:spTree>
    <p:extLst>
      <p:ext uri="{BB962C8B-B14F-4D97-AF65-F5344CB8AC3E}">
        <p14:creationId xmlns:p14="http://schemas.microsoft.com/office/powerpoint/2010/main" val="324172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B35C4-A55E-4E9F-85BC-72B156F950CA}"/>
              </a:ext>
            </a:extLst>
          </p:cNvPr>
          <p:cNvSpPr>
            <a:spLocks noGrp="1"/>
          </p:cNvSpPr>
          <p:nvPr>
            <p:ph type="title"/>
          </p:nvPr>
        </p:nvSpPr>
        <p:spPr/>
        <p:txBody>
          <a:bodyPr>
            <a:normAutofit/>
          </a:bodyPr>
          <a:lstStyle/>
          <a:p>
            <a:r>
              <a:rPr lang="en-US" dirty="0"/>
              <a:t>The OECD Classification of taxes</a:t>
            </a:r>
            <a:br>
              <a:rPr lang="en-US" dirty="0"/>
            </a:br>
            <a:r>
              <a:rPr lang="en-US" sz="1400" dirty="0"/>
              <a:t>(OECD 2017 – Revenue Statistics – Interpretative Guide – Annex A - The OECD classification of taxes and interpretative guide)</a:t>
            </a:r>
            <a:endParaRPr lang="es-MX" dirty="0"/>
          </a:p>
        </p:txBody>
      </p:sp>
      <p:sp>
        <p:nvSpPr>
          <p:cNvPr id="3" name="Content Placeholder 2">
            <a:extLst>
              <a:ext uri="{FF2B5EF4-FFF2-40B4-BE49-F238E27FC236}">
                <a16:creationId xmlns:a16="http://schemas.microsoft.com/office/drawing/2014/main" id="{1BBC11C8-70F4-45C9-9F72-2DDDE676026D}"/>
              </a:ext>
            </a:extLst>
          </p:cNvPr>
          <p:cNvSpPr>
            <a:spLocks noGrp="1"/>
          </p:cNvSpPr>
          <p:nvPr>
            <p:ph idx="1"/>
          </p:nvPr>
        </p:nvSpPr>
        <p:spPr/>
        <p:txBody>
          <a:bodyPr>
            <a:normAutofit fontScale="85000" lnSpcReduction="20000"/>
          </a:bodyPr>
          <a:lstStyle/>
          <a:p>
            <a:pPr marL="514350" indent="-514350">
              <a:buFont typeface="+mj-lt"/>
              <a:buAutoNum type="arabicPeriod"/>
            </a:pPr>
            <a:r>
              <a:rPr lang="en-US" dirty="0"/>
              <a:t>Taxes on income, profits and capital gains</a:t>
            </a:r>
          </a:p>
          <a:p>
            <a:pPr marL="971550" lvl="1" indent="-514350">
              <a:buFont typeface="+mj-lt"/>
              <a:buAutoNum type="arabicPeriod"/>
            </a:pPr>
            <a:r>
              <a:rPr lang="en-US" dirty="0">
                <a:solidFill>
                  <a:schemeClr val="bg1">
                    <a:lumMod val="50000"/>
                  </a:schemeClr>
                </a:solidFill>
              </a:rPr>
              <a:t>Taxes on income, profits and capital gains of individuals </a:t>
            </a:r>
          </a:p>
          <a:p>
            <a:pPr marL="1428750" lvl="2" indent="-514350">
              <a:buFont typeface="+mj-lt"/>
              <a:buAutoNum type="arabicPeriod"/>
            </a:pPr>
            <a:r>
              <a:rPr lang="en-US" dirty="0">
                <a:solidFill>
                  <a:schemeClr val="bg1">
                    <a:lumMod val="50000"/>
                  </a:schemeClr>
                </a:solidFill>
              </a:rPr>
              <a:t>On income and profits</a:t>
            </a:r>
          </a:p>
          <a:p>
            <a:pPr marL="1428750" lvl="2" indent="-514350">
              <a:buFont typeface="+mj-lt"/>
              <a:buAutoNum type="arabicPeriod"/>
            </a:pPr>
            <a:r>
              <a:rPr lang="en-US" dirty="0">
                <a:solidFill>
                  <a:schemeClr val="bg1">
                    <a:lumMod val="50000"/>
                  </a:schemeClr>
                </a:solidFill>
              </a:rPr>
              <a:t>On capital gains</a:t>
            </a:r>
          </a:p>
          <a:p>
            <a:pPr marL="971550" lvl="1" indent="-514350">
              <a:buFont typeface="+mj-lt"/>
              <a:buAutoNum type="arabicPeriod"/>
            </a:pPr>
            <a:r>
              <a:rPr lang="en-US" dirty="0"/>
              <a:t>Corporate taxes on income, profits and capital gains</a:t>
            </a:r>
          </a:p>
          <a:p>
            <a:pPr marL="1428750" lvl="2" indent="-514350">
              <a:buFont typeface="+mj-lt"/>
              <a:buAutoNum type="arabicPeriod"/>
            </a:pPr>
            <a:r>
              <a:rPr lang="en-US" dirty="0"/>
              <a:t>On income and profits</a:t>
            </a:r>
          </a:p>
          <a:p>
            <a:pPr marL="1428750" lvl="2" indent="-514350">
              <a:buFont typeface="+mj-lt"/>
              <a:buAutoNum type="arabicPeriod"/>
            </a:pPr>
            <a:r>
              <a:rPr lang="en-US" dirty="0"/>
              <a:t>On capital gains</a:t>
            </a:r>
          </a:p>
          <a:p>
            <a:pPr marL="971550" lvl="1" indent="-514350">
              <a:buFont typeface="+mj-lt"/>
              <a:buAutoNum type="arabicPeriod"/>
            </a:pPr>
            <a:r>
              <a:rPr lang="en-US" dirty="0" err="1">
                <a:solidFill>
                  <a:schemeClr val="bg1">
                    <a:lumMod val="50000"/>
                  </a:schemeClr>
                </a:solidFill>
              </a:rPr>
              <a:t>Unallocable</a:t>
            </a:r>
            <a:endParaRPr lang="en-US" dirty="0">
              <a:solidFill>
                <a:schemeClr val="bg1">
                  <a:lumMod val="50000"/>
                </a:schemeClr>
              </a:solidFill>
            </a:endParaRPr>
          </a:p>
          <a:p>
            <a:pPr marL="514350" indent="-514350">
              <a:buFont typeface="+mj-lt"/>
              <a:buAutoNum type="arabicPeriod"/>
            </a:pPr>
            <a:r>
              <a:rPr lang="es-MX" dirty="0">
                <a:solidFill>
                  <a:schemeClr val="bg1">
                    <a:lumMod val="50000"/>
                  </a:schemeClr>
                </a:solidFill>
              </a:rPr>
              <a:t>Social </a:t>
            </a:r>
            <a:r>
              <a:rPr lang="es-MX" dirty="0" err="1">
                <a:solidFill>
                  <a:schemeClr val="bg1">
                    <a:lumMod val="50000"/>
                  </a:schemeClr>
                </a:solidFill>
              </a:rPr>
              <a:t>security</a:t>
            </a:r>
            <a:r>
              <a:rPr lang="es-MX" dirty="0">
                <a:solidFill>
                  <a:schemeClr val="bg1">
                    <a:lumMod val="50000"/>
                  </a:schemeClr>
                </a:solidFill>
              </a:rPr>
              <a:t> </a:t>
            </a:r>
            <a:r>
              <a:rPr lang="es-MX" dirty="0" err="1">
                <a:solidFill>
                  <a:schemeClr val="bg1">
                    <a:lumMod val="50000"/>
                  </a:schemeClr>
                </a:solidFill>
              </a:rPr>
              <a:t>contributions</a:t>
            </a:r>
            <a:endParaRPr lang="es-MX" dirty="0">
              <a:solidFill>
                <a:schemeClr val="bg1">
                  <a:lumMod val="50000"/>
                </a:schemeClr>
              </a:solidFill>
            </a:endParaRPr>
          </a:p>
          <a:p>
            <a:pPr marL="514350" indent="-514350">
              <a:buFont typeface="+mj-lt"/>
              <a:buAutoNum type="arabicPeriod"/>
            </a:pPr>
            <a:r>
              <a:rPr lang="en-US" dirty="0">
                <a:solidFill>
                  <a:schemeClr val="bg1">
                    <a:lumMod val="50000"/>
                  </a:schemeClr>
                </a:solidFill>
              </a:rPr>
              <a:t>Taxes on payroll and workforce</a:t>
            </a:r>
          </a:p>
          <a:p>
            <a:pPr marL="514350" indent="-514350">
              <a:buFont typeface="+mj-lt"/>
              <a:buAutoNum type="arabicPeriod"/>
            </a:pPr>
            <a:r>
              <a:rPr lang="es-MX" dirty="0" err="1">
                <a:solidFill>
                  <a:schemeClr val="bg1">
                    <a:lumMod val="50000"/>
                  </a:schemeClr>
                </a:solidFill>
              </a:rPr>
              <a:t>Taxes</a:t>
            </a:r>
            <a:r>
              <a:rPr lang="es-MX" dirty="0">
                <a:solidFill>
                  <a:schemeClr val="bg1">
                    <a:lumMod val="50000"/>
                  </a:schemeClr>
                </a:solidFill>
              </a:rPr>
              <a:t> </a:t>
            </a:r>
            <a:r>
              <a:rPr lang="es-MX" dirty="0" err="1">
                <a:solidFill>
                  <a:schemeClr val="bg1">
                    <a:lumMod val="50000"/>
                  </a:schemeClr>
                </a:solidFill>
              </a:rPr>
              <a:t>on</a:t>
            </a:r>
            <a:r>
              <a:rPr lang="es-MX" dirty="0">
                <a:solidFill>
                  <a:schemeClr val="bg1">
                    <a:lumMod val="50000"/>
                  </a:schemeClr>
                </a:solidFill>
              </a:rPr>
              <a:t> </a:t>
            </a:r>
            <a:r>
              <a:rPr lang="es-MX" dirty="0" err="1">
                <a:solidFill>
                  <a:schemeClr val="bg1">
                    <a:lumMod val="50000"/>
                  </a:schemeClr>
                </a:solidFill>
              </a:rPr>
              <a:t>property</a:t>
            </a:r>
            <a:endParaRPr lang="es-MX" dirty="0">
              <a:solidFill>
                <a:schemeClr val="bg1">
                  <a:lumMod val="50000"/>
                </a:schemeClr>
              </a:solidFill>
            </a:endParaRPr>
          </a:p>
          <a:p>
            <a:pPr marL="514350" indent="-514350">
              <a:buFont typeface="+mj-lt"/>
              <a:buAutoNum type="arabicPeriod"/>
            </a:pPr>
            <a:r>
              <a:rPr lang="en-US" dirty="0">
                <a:solidFill>
                  <a:schemeClr val="bg1">
                    <a:lumMod val="50000"/>
                  </a:schemeClr>
                </a:solidFill>
              </a:rPr>
              <a:t>Taxes on goods and service</a:t>
            </a:r>
          </a:p>
          <a:p>
            <a:pPr marL="514350" indent="-514350">
              <a:buFont typeface="+mj-lt"/>
              <a:buAutoNum type="arabicPeriod"/>
            </a:pPr>
            <a:r>
              <a:rPr lang="es-MX" dirty="0" err="1">
                <a:solidFill>
                  <a:schemeClr val="bg1">
                    <a:lumMod val="50000"/>
                  </a:schemeClr>
                </a:solidFill>
              </a:rPr>
              <a:t>Other</a:t>
            </a:r>
            <a:r>
              <a:rPr lang="es-MX" dirty="0">
                <a:solidFill>
                  <a:schemeClr val="bg1">
                    <a:lumMod val="50000"/>
                  </a:schemeClr>
                </a:solidFill>
              </a:rPr>
              <a:t> </a:t>
            </a:r>
            <a:r>
              <a:rPr lang="es-MX" dirty="0" err="1">
                <a:solidFill>
                  <a:schemeClr val="bg1">
                    <a:lumMod val="50000"/>
                  </a:schemeClr>
                </a:solidFill>
              </a:rPr>
              <a:t>taxes</a:t>
            </a:r>
            <a:endParaRPr lang="es-MX" dirty="0">
              <a:solidFill>
                <a:schemeClr val="bg1">
                  <a:lumMod val="50000"/>
                </a:schemeClr>
              </a:solidFill>
            </a:endParaRPr>
          </a:p>
        </p:txBody>
      </p:sp>
    </p:spTree>
    <p:extLst>
      <p:ext uri="{BB962C8B-B14F-4D97-AF65-F5344CB8AC3E}">
        <p14:creationId xmlns:p14="http://schemas.microsoft.com/office/powerpoint/2010/main" val="390468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Es OBLIGATORIO contribuir para los gastos públicos …</a:t>
            </a:r>
            <a:br>
              <a:rPr lang="es-MX" dirty="0"/>
            </a:br>
            <a:endParaRPr lang="es-MX" dirty="0"/>
          </a:p>
        </p:txBody>
      </p:sp>
      <p:sp>
        <p:nvSpPr>
          <p:cNvPr id="3" name="Content Placeholder 2"/>
          <p:cNvSpPr>
            <a:spLocks noGrp="1"/>
          </p:cNvSpPr>
          <p:nvPr>
            <p:ph idx="1"/>
          </p:nvPr>
        </p:nvSpPr>
        <p:spPr/>
        <p:txBody>
          <a:bodyPr/>
          <a:lstStyle/>
          <a:p>
            <a:r>
              <a:rPr lang="es-MX" dirty="0"/>
              <a:t>Son obligaciones de los mexicanos:</a:t>
            </a:r>
          </a:p>
          <a:p>
            <a:pPr lvl="1"/>
            <a:r>
              <a:rPr lang="es-MX" dirty="0"/>
              <a:t>Contribuir para los gastos públicos, así de la Federación, como de los Estados, de la Ciudad de México y del Municipio en que residan, de la manera proporcional y equitativa que dispongan las leyes. </a:t>
            </a:r>
            <a:r>
              <a:rPr lang="es-MX" sz="1800" dirty="0"/>
              <a:t>(CPEUM 31-IV)</a:t>
            </a:r>
          </a:p>
          <a:p>
            <a:pPr lvl="1"/>
            <a:endParaRPr lang="es-MX" dirty="0"/>
          </a:p>
          <a:p>
            <a:r>
              <a:rPr lang="es-MX" dirty="0"/>
              <a:t>Extranjeros</a:t>
            </a:r>
          </a:p>
          <a:p>
            <a:pPr lvl="1"/>
            <a:r>
              <a:rPr lang="es-MX" dirty="0"/>
              <a:t>Falta de claridad</a:t>
            </a:r>
          </a:p>
          <a:p>
            <a:pPr lvl="1"/>
            <a:r>
              <a:rPr lang="es-MX" dirty="0"/>
              <a:t>No hay prohibición para gravar a los extranjeros</a:t>
            </a:r>
          </a:p>
          <a:p>
            <a:pPr lvl="1"/>
            <a:r>
              <a:rPr lang="es-MX" dirty="0"/>
              <a:t>El Congreso tiene facultad para imponer las contribuciones </a:t>
            </a:r>
            <a:r>
              <a:rPr lang="es-MX"/>
              <a:t>necesarias para </a:t>
            </a:r>
            <a:r>
              <a:rPr lang="es-MX" dirty="0"/>
              <a:t>cubrir el Presupuesto </a:t>
            </a:r>
            <a:r>
              <a:rPr lang="es-MX" sz="1800" dirty="0"/>
              <a:t>(CPEUM 73-VII)</a:t>
            </a:r>
          </a:p>
        </p:txBody>
      </p:sp>
    </p:spTree>
    <p:extLst>
      <p:ext uri="{BB962C8B-B14F-4D97-AF65-F5344CB8AC3E}">
        <p14:creationId xmlns:p14="http://schemas.microsoft.com/office/powerpoint/2010/main" val="2922173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 y el Código Fiscal dice como hacerlo</a:t>
            </a:r>
          </a:p>
        </p:txBody>
      </p:sp>
      <p:sp>
        <p:nvSpPr>
          <p:cNvPr id="3" name="Content Placeholder 2"/>
          <p:cNvSpPr>
            <a:spLocks noGrp="1"/>
          </p:cNvSpPr>
          <p:nvPr>
            <p:ph idx="1"/>
          </p:nvPr>
        </p:nvSpPr>
        <p:spPr/>
        <p:txBody>
          <a:bodyPr/>
          <a:lstStyle/>
          <a:p>
            <a:r>
              <a:rPr lang="es-MX" dirty="0"/>
              <a:t>Las personas físicas y las morales, están obligadas a contribuir para los gastos públicos conforme a las leyes fiscales respectivas. </a:t>
            </a:r>
            <a:r>
              <a:rPr lang="es-MX" sz="1800" dirty="0"/>
              <a:t>(CFF 1)</a:t>
            </a:r>
            <a:endParaRPr lang="es-MX" dirty="0"/>
          </a:p>
        </p:txBody>
      </p:sp>
    </p:spTree>
    <p:extLst>
      <p:ext uri="{BB962C8B-B14F-4D97-AF65-F5344CB8AC3E}">
        <p14:creationId xmlns:p14="http://schemas.microsoft.com/office/powerpoint/2010/main" val="2186854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a:t>Depende de distintos CRITERIOS el ser o no, considerado como contribuyente</a:t>
            </a:r>
            <a:endParaRPr lang="es-MX" dirty="0"/>
          </a:p>
        </p:txBody>
      </p:sp>
      <p:sp>
        <p:nvSpPr>
          <p:cNvPr id="5" name="Text Placeholder 4"/>
          <p:cNvSpPr>
            <a:spLocks noGrp="1"/>
          </p:cNvSpPr>
          <p:nvPr>
            <p:ph type="body" idx="1"/>
          </p:nvPr>
        </p:nvSpPr>
        <p:spPr/>
        <p:txBody>
          <a:bodyPr/>
          <a:lstStyle/>
          <a:p>
            <a:r>
              <a:rPr lang="es-MX" dirty="0"/>
              <a:t>Impuestos Directos</a:t>
            </a:r>
          </a:p>
        </p:txBody>
      </p:sp>
      <p:sp>
        <p:nvSpPr>
          <p:cNvPr id="3" name="Content Placeholder 2"/>
          <p:cNvSpPr>
            <a:spLocks noGrp="1"/>
          </p:cNvSpPr>
          <p:nvPr>
            <p:ph sz="half" idx="2"/>
          </p:nvPr>
        </p:nvSpPr>
        <p:spPr/>
        <p:txBody>
          <a:bodyPr>
            <a:normAutofit fontScale="92500" lnSpcReduction="10000"/>
          </a:bodyPr>
          <a:lstStyle/>
          <a:p>
            <a:endParaRPr lang="es-MX" dirty="0"/>
          </a:p>
          <a:p>
            <a:r>
              <a:rPr lang="es-MX" dirty="0"/>
              <a:t>Nacionalidad</a:t>
            </a:r>
          </a:p>
          <a:p>
            <a:endParaRPr lang="es-MX" dirty="0"/>
          </a:p>
          <a:p>
            <a:r>
              <a:rPr lang="es-MX" dirty="0"/>
              <a:t>Residencia</a:t>
            </a:r>
          </a:p>
          <a:p>
            <a:endParaRPr lang="es-MX" dirty="0"/>
          </a:p>
          <a:p>
            <a:r>
              <a:rPr lang="es-MX" dirty="0"/>
              <a:t>Fuente de Riqueza</a:t>
            </a:r>
          </a:p>
          <a:p>
            <a:endParaRPr lang="es-MX" dirty="0"/>
          </a:p>
          <a:p>
            <a:r>
              <a:rPr lang="es-MX" dirty="0"/>
              <a:t>Establecimiento Permanente</a:t>
            </a:r>
          </a:p>
          <a:p>
            <a:endParaRPr lang="es-MX" dirty="0"/>
          </a:p>
          <a:p>
            <a:endParaRPr lang="es-MX" dirty="0"/>
          </a:p>
        </p:txBody>
      </p:sp>
      <p:sp>
        <p:nvSpPr>
          <p:cNvPr id="6" name="Text Placeholder 5"/>
          <p:cNvSpPr>
            <a:spLocks noGrp="1"/>
          </p:cNvSpPr>
          <p:nvPr>
            <p:ph type="body" sz="quarter" idx="3"/>
          </p:nvPr>
        </p:nvSpPr>
        <p:spPr/>
        <p:txBody>
          <a:bodyPr/>
          <a:lstStyle/>
          <a:p>
            <a:r>
              <a:rPr lang="es-MX" dirty="0">
                <a:solidFill>
                  <a:schemeClr val="bg1">
                    <a:lumMod val="50000"/>
                  </a:schemeClr>
                </a:solidFill>
              </a:rPr>
              <a:t>Impuestos Indirectos</a:t>
            </a:r>
          </a:p>
        </p:txBody>
      </p:sp>
      <p:sp>
        <p:nvSpPr>
          <p:cNvPr id="7" name="Content Placeholder 6"/>
          <p:cNvSpPr>
            <a:spLocks noGrp="1"/>
          </p:cNvSpPr>
          <p:nvPr>
            <p:ph sz="quarter" idx="4"/>
          </p:nvPr>
        </p:nvSpPr>
        <p:spPr/>
        <p:txBody>
          <a:bodyPr>
            <a:normAutofit fontScale="92500" lnSpcReduction="10000"/>
          </a:bodyPr>
          <a:lstStyle/>
          <a:p>
            <a:endParaRPr lang="es-MX" dirty="0">
              <a:solidFill>
                <a:srgbClr val="FF0000"/>
              </a:solidFill>
            </a:endParaRPr>
          </a:p>
          <a:p>
            <a:r>
              <a:rPr lang="es-MX" dirty="0">
                <a:solidFill>
                  <a:schemeClr val="bg1">
                    <a:lumMod val="50000"/>
                  </a:schemeClr>
                </a:solidFill>
              </a:rPr>
              <a:t>Territorialidad</a:t>
            </a:r>
          </a:p>
          <a:p>
            <a:endParaRPr lang="es-MX" dirty="0">
              <a:solidFill>
                <a:schemeClr val="bg1">
                  <a:lumMod val="50000"/>
                </a:schemeClr>
              </a:solidFill>
            </a:endParaRPr>
          </a:p>
          <a:p>
            <a:r>
              <a:rPr lang="es-MX" dirty="0">
                <a:solidFill>
                  <a:schemeClr val="bg1">
                    <a:lumMod val="50000"/>
                  </a:schemeClr>
                </a:solidFill>
              </a:rPr>
              <a:t>Producto o Mercancía</a:t>
            </a:r>
          </a:p>
        </p:txBody>
      </p:sp>
    </p:spTree>
    <p:extLst>
      <p:ext uri="{BB962C8B-B14F-4D97-AF65-F5344CB8AC3E}">
        <p14:creationId xmlns:p14="http://schemas.microsoft.com/office/powerpoint/2010/main" val="4145090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La Nacionalidad (mexicana) es irrelevante para fines fiscales en México.</a:t>
            </a:r>
          </a:p>
        </p:txBody>
      </p:sp>
      <p:sp>
        <p:nvSpPr>
          <p:cNvPr id="3" name="Content Placeholder 2"/>
          <p:cNvSpPr>
            <a:spLocks noGrp="1"/>
          </p:cNvSpPr>
          <p:nvPr>
            <p:ph idx="1"/>
          </p:nvPr>
        </p:nvSpPr>
        <p:spPr/>
        <p:txBody>
          <a:bodyPr/>
          <a:lstStyle/>
          <a:p>
            <a:endParaRPr lang="es-MX" dirty="0"/>
          </a:p>
          <a:p>
            <a:r>
              <a:rPr lang="es-MX" dirty="0"/>
              <a:t>Por nacimiento</a:t>
            </a:r>
          </a:p>
          <a:p>
            <a:pPr lvl="1"/>
            <a:endParaRPr lang="es-MX" dirty="0"/>
          </a:p>
          <a:p>
            <a:r>
              <a:rPr lang="es-MX" dirty="0"/>
              <a:t>Por naturalización</a:t>
            </a:r>
          </a:p>
          <a:p>
            <a:pPr lvl="1"/>
            <a:endParaRPr lang="es-MX" dirty="0"/>
          </a:p>
          <a:p>
            <a:r>
              <a:rPr lang="es-MX" dirty="0"/>
              <a:t>Doble nacionalidad</a:t>
            </a:r>
          </a:p>
          <a:p>
            <a:endParaRPr lang="es-MX" dirty="0"/>
          </a:p>
        </p:txBody>
      </p:sp>
    </p:spTree>
    <p:extLst>
      <p:ext uri="{BB962C8B-B14F-4D97-AF65-F5344CB8AC3E}">
        <p14:creationId xmlns:p14="http://schemas.microsoft.com/office/powerpoint/2010/main" val="1254463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a:t>La Residencia Fiscal es uno de los Criterios adoptados por México para fines del ISR</a:t>
            </a:r>
            <a:endParaRPr lang="es-MX" dirty="0"/>
          </a:p>
        </p:txBody>
      </p:sp>
      <p:sp>
        <p:nvSpPr>
          <p:cNvPr id="3" name="Content Placeholder 2"/>
          <p:cNvSpPr>
            <a:spLocks noGrp="1"/>
          </p:cNvSpPr>
          <p:nvPr>
            <p:ph idx="1"/>
          </p:nvPr>
        </p:nvSpPr>
        <p:spPr/>
        <p:txBody>
          <a:bodyPr>
            <a:normAutofit fontScale="92500" lnSpcReduction="20000"/>
          </a:bodyPr>
          <a:lstStyle/>
          <a:p>
            <a:r>
              <a:rPr lang="es-MX" dirty="0"/>
              <a:t>Personas Físicas</a:t>
            </a:r>
          </a:p>
          <a:p>
            <a:pPr lvl="1"/>
            <a:r>
              <a:rPr lang="es-MX" dirty="0"/>
              <a:t>Las que hayan establecido su Casa habitación en México </a:t>
            </a:r>
            <a:r>
              <a:rPr lang="es-MX" sz="1900" dirty="0"/>
              <a:t>(CFF 9-I)</a:t>
            </a:r>
          </a:p>
          <a:p>
            <a:pPr lvl="2"/>
            <a:r>
              <a:rPr lang="es-MX" dirty="0"/>
              <a:t>Centro de intereses vitales en caso de casas en diferentes países</a:t>
            </a:r>
          </a:p>
          <a:p>
            <a:pPr lvl="3"/>
            <a:r>
              <a:rPr lang="es-MX" dirty="0"/>
              <a:t>Más del 50% de los ingresos tienen fuente de riqueza en México</a:t>
            </a:r>
          </a:p>
          <a:p>
            <a:pPr lvl="3"/>
            <a:r>
              <a:rPr lang="es-MX" dirty="0"/>
              <a:t>Centro principal de sus actividades profesionales</a:t>
            </a:r>
          </a:p>
          <a:p>
            <a:pPr lvl="1"/>
            <a:r>
              <a:rPr lang="es-MX" dirty="0"/>
              <a:t>Las de nacionalidad mexicana que sean funcionarios del Estado o trabajadores del mismo, aun cuando su centro de intereses vitales se encuentre en el extranjero.</a:t>
            </a:r>
          </a:p>
          <a:p>
            <a:pPr lvl="1"/>
            <a:r>
              <a:rPr lang="es-MX" dirty="0"/>
              <a:t>No perderán la condición de residentes en México, las de nacionalidad mexicana que acrediten su nueva residencia fiscal en un país o territorio en donde sus ingresos se encuentren sujetos a un régimen fiscal preferente en los términos de la Ley del ISR, por el ejercicio fiscal en el que se presente el aviso correspondiente y durante los tres ejercicios fiscales siguientes</a:t>
            </a:r>
          </a:p>
          <a:p>
            <a:pPr lvl="2"/>
            <a:r>
              <a:rPr lang="es-MX" dirty="0"/>
              <a:t>Excepto cuando el país en el que se acredite la nueva residencia fiscal, tenga celebrado un acuerdo amplio de intercambio de información tributaria con México.</a:t>
            </a:r>
          </a:p>
          <a:p>
            <a:pPr lvl="2"/>
            <a:r>
              <a:rPr lang="es-MX" dirty="0"/>
              <a:t>Salvo prueba en contrario, se presume que las personas físicas de nacionalidad mexicana, son residentes en territorio nacional.</a:t>
            </a:r>
          </a:p>
          <a:p>
            <a:endParaRPr lang="es-MX" dirty="0"/>
          </a:p>
        </p:txBody>
      </p:sp>
    </p:spTree>
    <p:extLst>
      <p:ext uri="{BB962C8B-B14F-4D97-AF65-F5344CB8AC3E}">
        <p14:creationId xmlns:p14="http://schemas.microsoft.com/office/powerpoint/2010/main" val="3425818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a:t>La administración principal o sede de dirección efectiva definen la residencia para PM</a:t>
            </a:r>
            <a:endParaRPr lang="es-MX" dirty="0"/>
          </a:p>
        </p:txBody>
      </p:sp>
      <p:sp>
        <p:nvSpPr>
          <p:cNvPr id="3" name="Content Placeholder 2"/>
          <p:cNvSpPr>
            <a:spLocks noGrp="1"/>
          </p:cNvSpPr>
          <p:nvPr>
            <p:ph idx="1"/>
          </p:nvPr>
        </p:nvSpPr>
        <p:spPr/>
        <p:txBody>
          <a:bodyPr/>
          <a:lstStyle/>
          <a:p>
            <a:r>
              <a:rPr lang="es-MX" dirty="0"/>
              <a:t>Personas Morales</a:t>
            </a:r>
          </a:p>
          <a:p>
            <a:pPr lvl="1"/>
            <a:r>
              <a:rPr lang="es-MX" dirty="0"/>
              <a:t>Las personas morales que hayan establecido en México la administración principal del negocio o su sede de dirección efectiva </a:t>
            </a:r>
            <a:r>
              <a:rPr lang="es-MX" sz="1800" dirty="0"/>
              <a:t>(CFF 9-II)</a:t>
            </a:r>
          </a:p>
          <a:p>
            <a:pPr lvl="2"/>
            <a:r>
              <a:rPr lang="es-MX" dirty="0"/>
              <a:t>Se considera que una persona moral ha establecido en México la administración principal del negocio o su sede de dirección efectiva, cuando en territorio nacional esté el lugar en el que se encuentre la o las personas que tomen o ejecuten las decisiones de control, dirección, operación o administración de la persona moral y de las actividades que ella realiza </a:t>
            </a:r>
            <a:r>
              <a:rPr lang="es-MX" sz="1800" dirty="0"/>
              <a:t>(RCFF 6)</a:t>
            </a:r>
            <a:endParaRPr lang="es-MX" dirty="0"/>
          </a:p>
        </p:txBody>
      </p:sp>
    </p:spTree>
    <p:extLst>
      <p:ext uri="{BB962C8B-B14F-4D97-AF65-F5344CB8AC3E}">
        <p14:creationId xmlns:p14="http://schemas.microsoft.com/office/powerpoint/2010/main" val="4161700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La Fuente de Riqueza es otro Criterio adoptado por México para fines del ISR</a:t>
            </a:r>
            <a:endParaRPr lang="es-MX" dirty="0"/>
          </a:p>
        </p:txBody>
      </p:sp>
      <p:sp>
        <p:nvSpPr>
          <p:cNvPr id="3" name="Content Placeholder 2"/>
          <p:cNvSpPr>
            <a:spLocks noGrp="1"/>
          </p:cNvSpPr>
          <p:nvPr>
            <p:ph idx="1"/>
          </p:nvPr>
        </p:nvSpPr>
        <p:spPr/>
        <p:txBody>
          <a:bodyPr/>
          <a:lstStyle/>
          <a:p>
            <a:r>
              <a:rPr lang="es-MX" dirty="0"/>
              <a:t>Para los efectos fiscales se entenderá por México, país y territorio nacional, lo que conforme a la Constitución Política de los Estados Unidos Mexicanos integra el territorio nacional y la zona económica exclusiva situada fuera del mar territorial </a:t>
            </a:r>
            <a:r>
              <a:rPr lang="es-MX" sz="1800" dirty="0"/>
              <a:t>(CFF 8)</a:t>
            </a:r>
          </a:p>
          <a:p>
            <a:pPr marL="0" indent="0">
              <a:buNone/>
            </a:pPr>
            <a:endParaRPr lang="es-MX"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1948" y="3553831"/>
            <a:ext cx="3495675" cy="2867025"/>
          </a:xfrm>
          <a:prstGeom prst="rect">
            <a:avLst/>
          </a:prstGeom>
        </p:spPr>
      </p:pic>
    </p:spTree>
    <p:extLst>
      <p:ext uri="{BB962C8B-B14F-4D97-AF65-F5344CB8AC3E}">
        <p14:creationId xmlns:p14="http://schemas.microsoft.com/office/powerpoint/2010/main" val="1688606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a:t>La Constitución y los tratados tienen preferencia</a:t>
            </a:r>
            <a:endParaRPr lang="es-MX"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66961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66F84-FFF6-B795-F057-8A2A222A6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18C18-A0B0-5A3F-BF4E-4258DA332DA1}"/>
              </a:ext>
            </a:extLst>
          </p:cNvPr>
          <p:cNvSpPr>
            <a:spLocks noGrp="1"/>
          </p:cNvSpPr>
          <p:nvPr>
            <p:ph type="title"/>
          </p:nvPr>
        </p:nvSpPr>
        <p:spPr/>
        <p:txBody>
          <a:bodyPr>
            <a:normAutofit/>
          </a:bodyPr>
          <a:lstStyle/>
          <a:p>
            <a:r>
              <a:rPr lang="es-ES" dirty="0"/>
              <a:t>Contexto Actual</a:t>
            </a:r>
            <a:endParaRPr lang="es-MX" dirty="0"/>
          </a:p>
        </p:txBody>
      </p:sp>
      <p:sp>
        <p:nvSpPr>
          <p:cNvPr id="6" name="Marcador de contenido 1">
            <a:extLst>
              <a:ext uri="{FF2B5EF4-FFF2-40B4-BE49-F238E27FC236}">
                <a16:creationId xmlns:a16="http://schemas.microsoft.com/office/drawing/2014/main" id="{E34B6CF9-CCE4-C6BB-2F99-65C9A608CC73}"/>
              </a:ext>
            </a:extLst>
          </p:cNvPr>
          <p:cNvSpPr txBox="1">
            <a:spLocks/>
          </p:cNvSpPr>
          <p:nvPr/>
        </p:nvSpPr>
        <p:spPr>
          <a:xfrm>
            <a:off x="1593938" y="1571121"/>
            <a:ext cx="9406206" cy="4672362"/>
          </a:xfrm>
          <a:prstGeom prst="rect">
            <a:avLst/>
          </a:prstGeom>
        </p:spPr>
        <p:txBody>
          <a:bodyPr vert="horz" lIns="91440" tIns="45720" rIns="91440" bIns="45720" rtlCol="0" anchor="t">
            <a:normAutofit fontScale="92500" lnSpcReduction="10000"/>
          </a:bodyP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MX" sz="2000" b="1" dirty="0">
                <a:solidFill>
                  <a:srgbClr val="000000"/>
                </a:solidFill>
                <a:latin typeface="Montserrat"/>
                <a:ea typeface="Verdana"/>
              </a:rPr>
              <a:t>Recaudación récord 2025 </a:t>
            </a:r>
            <a:endParaRPr lang="es-MX" sz="2000" b="1" dirty="0">
              <a:solidFill>
                <a:srgbClr val="000000"/>
              </a:solidFill>
              <a:latin typeface="Montserrat" pitchFamily="2" charset="0"/>
              <a:ea typeface="Verdana"/>
            </a:endParaRPr>
          </a:p>
          <a:p>
            <a:pPr marL="1028700" lvl="1" indent="-342900">
              <a:lnSpc>
                <a:spcPct val="170000"/>
              </a:lnSpc>
              <a:buFontTx/>
              <a:buAutoNum type="arabicPeriod"/>
            </a:pPr>
            <a:r>
              <a:rPr lang="es-MX" sz="1900" dirty="0">
                <a:solidFill>
                  <a:srgbClr val="000000"/>
                </a:solidFill>
                <a:latin typeface="Montserrat"/>
              </a:rPr>
              <a:t>$5.3 billones de pesos </a:t>
            </a:r>
            <a:r>
              <a:rPr lang="es-MX" sz="1300" baseline="-25000" dirty="0">
                <a:solidFill>
                  <a:srgbClr val="000000"/>
                </a:solidFill>
                <a:latin typeface="Montserrat"/>
              </a:rPr>
              <a:t>(1)</a:t>
            </a:r>
          </a:p>
          <a:p>
            <a:pPr lvl="3">
              <a:lnSpc>
                <a:spcPct val="170000"/>
              </a:lnSpc>
            </a:pPr>
            <a:r>
              <a:rPr lang="es-MX" sz="1900" dirty="0">
                <a:solidFill>
                  <a:srgbClr val="000000"/>
                </a:solidFill>
                <a:latin typeface="Montserrat"/>
              </a:rPr>
              <a:t>$4.9 billones de pesos 2024</a:t>
            </a:r>
            <a:r>
              <a:rPr lang="es-MX" sz="1300" baseline="-25000" dirty="0">
                <a:solidFill>
                  <a:srgbClr val="000000"/>
                </a:solidFill>
                <a:latin typeface="Montserrat"/>
              </a:rPr>
              <a:t>(1)</a:t>
            </a:r>
          </a:p>
          <a:p>
            <a:pPr marL="1028700" lvl="1" indent="-342900">
              <a:lnSpc>
                <a:spcPct val="170000"/>
              </a:lnSpc>
              <a:buFontTx/>
              <a:buAutoNum type="arabicPeriod"/>
            </a:pPr>
            <a:r>
              <a:rPr lang="es-MX" sz="1900" dirty="0">
                <a:solidFill>
                  <a:srgbClr val="000000"/>
                </a:solidFill>
                <a:latin typeface="Montserrat"/>
              </a:rPr>
              <a:t>Crecimiento 3.3% real a septiembre </a:t>
            </a:r>
            <a:r>
              <a:rPr lang="es-MX" sz="1300" baseline="-25000" dirty="0">
                <a:solidFill>
                  <a:srgbClr val="000000"/>
                </a:solidFill>
                <a:latin typeface="Montserrat"/>
              </a:rPr>
              <a:t>(1)</a:t>
            </a:r>
            <a:endParaRPr lang="es-MX" sz="1900" baseline="-25000" dirty="0">
              <a:solidFill>
                <a:srgbClr val="000000"/>
              </a:solidFill>
              <a:latin typeface="Montserrat"/>
            </a:endParaRPr>
          </a:p>
          <a:p>
            <a:pPr marL="1028700" lvl="1" indent="-342900">
              <a:lnSpc>
                <a:spcPct val="170000"/>
              </a:lnSpc>
              <a:buFontTx/>
              <a:buAutoNum type="arabicPeriod"/>
            </a:pPr>
            <a:r>
              <a:rPr lang="es-MX" sz="1900" dirty="0" err="1">
                <a:solidFill>
                  <a:srgbClr val="000000"/>
                </a:solidFill>
                <a:latin typeface="Montserrat"/>
              </a:rPr>
              <a:t>Est</a:t>
            </a:r>
            <a:r>
              <a:rPr lang="es-MX" sz="1900" dirty="0">
                <a:solidFill>
                  <a:srgbClr val="000000"/>
                </a:solidFill>
                <a:latin typeface="Montserrat"/>
              </a:rPr>
              <a:t>. 4% real cierre 2025 </a:t>
            </a:r>
            <a:r>
              <a:rPr lang="es-MX" sz="1300" baseline="-25000" dirty="0">
                <a:solidFill>
                  <a:srgbClr val="000000"/>
                </a:solidFill>
                <a:latin typeface="Montserrat"/>
              </a:rPr>
              <a:t>(1)</a:t>
            </a:r>
          </a:p>
          <a:p>
            <a:pPr algn="l">
              <a:lnSpc>
                <a:spcPct val="110000"/>
              </a:lnSpc>
            </a:pPr>
            <a:r>
              <a:rPr lang="es-MX" sz="2000" b="1" dirty="0">
                <a:solidFill>
                  <a:srgbClr val="000000"/>
                </a:solidFill>
                <a:latin typeface="Montserrat"/>
                <a:ea typeface="Verdana"/>
              </a:rPr>
              <a:t>PIB 2025 moderado 0.5% a 1.5%</a:t>
            </a:r>
            <a:r>
              <a:rPr lang="es-MX" sz="2000" b="1" baseline="-25000" dirty="0">
                <a:solidFill>
                  <a:srgbClr val="000000"/>
                </a:solidFill>
                <a:latin typeface="Montserrat"/>
                <a:ea typeface="Verdana"/>
              </a:rPr>
              <a:t> (2)</a:t>
            </a:r>
            <a:endParaRPr lang="es-MX" sz="2000" b="1" dirty="0">
              <a:solidFill>
                <a:srgbClr val="000000"/>
              </a:solidFill>
              <a:latin typeface="Montserrat"/>
              <a:ea typeface="Verdana"/>
            </a:endParaRPr>
          </a:p>
          <a:p>
            <a:pPr algn="l">
              <a:lnSpc>
                <a:spcPct val="110000"/>
              </a:lnSpc>
            </a:pPr>
            <a:r>
              <a:rPr lang="es-MX" sz="2000" b="1" dirty="0">
                <a:solidFill>
                  <a:srgbClr val="000000"/>
                </a:solidFill>
                <a:latin typeface="Montserrat"/>
                <a:ea typeface="Verdana"/>
              </a:rPr>
              <a:t>Impuestos locales </a:t>
            </a:r>
          </a:p>
          <a:p>
            <a:pPr algn="l">
              <a:lnSpc>
                <a:spcPct val="110000"/>
              </a:lnSpc>
            </a:pPr>
            <a:r>
              <a:rPr lang="es-MX" sz="2000" b="1" dirty="0">
                <a:solidFill>
                  <a:srgbClr val="000000"/>
                </a:solidFill>
                <a:latin typeface="Montserrat"/>
                <a:ea typeface="Verdana"/>
              </a:rPr>
              <a:t>Renegociación T-MEC</a:t>
            </a:r>
            <a:endParaRPr lang="es-MX" sz="2000" b="1" dirty="0">
              <a:solidFill>
                <a:srgbClr val="000000"/>
              </a:solidFill>
              <a:latin typeface="Montserrat"/>
            </a:endParaRPr>
          </a:p>
          <a:p>
            <a:pPr algn="l">
              <a:lnSpc>
                <a:spcPct val="110000"/>
              </a:lnSpc>
            </a:pPr>
            <a:r>
              <a:rPr lang="es-MX" sz="2000" b="1" dirty="0">
                <a:solidFill>
                  <a:srgbClr val="000000"/>
                </a:solidFill>
                <a:latin typeface="Montserrat"/>
                <a:ea typeface="Verdana"/>
              </a:rPr>
              <a:t>Tensiones comerciales internacionales</a:t>
            </a:r>
          </a:p>
          <a:p>
            <a:pPr algn="l"/>
            <a:endParaRPr lang="es-MX" sz="1600" dirty="0">
              <a:solidFill>
                <a:srgbClr val="000000"/>
              </a:solidFill>
              <a:latin typeface="Montserrat"/>
              <a:ea typeface="Verdana"/>
            </a:endParaRPr>
          </a:p>
          <a:p>
            <a:pPr algn="l"/>
            <a:endParaRPr lang="es-MX" sz="1600" dirty="0">
              <a:solidFill>
                <a:srgbClr val="000000"/>
              </a:solidFill>
              <a:latin typeface="Montserrat"/>
              <a:ea typeface="Verdana"/>
            </a:endParaRPr>
          </a:p>
          <a:p>
            <a:pPr marL="0" lvl="1" defTabSz="457200">
              <a:lnSpc>
                <a:spcPct val="120000"/>
              </a:lnSpc>
              <a:spcBef>
                <a:spcPct val="20000"/>
              </a:spcBef>
              <a:defRPr/>
            </a:pPr>
            <a:r>
              <a:rPr lang="es-MX" sz="1600" dirty="0">
                <a:solidFill>
                  <a:srgbClr val="000000"/>
                </a:solidFill>
                <a:latin typeface="Montserrat"/>
              </a:rPr>
              <a:t>Fuentes:</a:t>
            </a:r>
            <a:endParaRPr lang="es-MX" dirty="0"/>
          </a:p>
          <a:p>
            <a:pPr marL="342900" lvl="1" indent="-342900" defTabSz="457200">
              <a:lnSpc>
                <a:spcPct val="120000"/>
              </a:lnSpc>
              <a:spcBef>
                <a:spcPct val="20000"/>
              </a:spcBef>
              <a:buFontTx/>
              <a:buAutoNum type="arabicPeriod"/>
              <a:defRPr/>
            </a:pPr>
            <a:r>
              <a:rPr lang="es-MX" sz="1600" i="1" dirty="0">
                <a:solidFill>
                  <a:srgbClr val="000000"/>
                </a:solidFill>
                <a:latin typeface="Montserrat"/>
                <a:hlinkClick r:id="rId3">
                  <a:extLst>
                    <a:ext uri="{A12FA001-AC4F-418D-AE19-62706E023703}">
                      <ahyp:hlinkClr xmlns:ahyp="http://schemas.microsoft.com/office/drawing/2018/hyperlinkcolor" val="tx"/>
                    </a:ext>
                  </a:extLst>
                </a:hlinkClick>
              </a:rPr>
              <a:t>Presidencia de la República. 2025</a:t>
            </a:r>
            <a:endParaRPr lang="es-MX" dirty="0">
              <a:solidFill>
                <a:srgbClr val="000000"/>
              </a:solidFill>
            </a:endParaRPr>
          </a:p>
          <a:p>
            <a:pPr marL="342900" lvl="1" indent="-342900" defTabSz="457200">
              <a:lnSpc>
                <a:spcPct val="120000"/>
              </a:lnSpc>
              <a:spcBef>
                <a:spcPct val="20000"/>
              </a:spcBef>
              <a:buFontTx/>
              <a:buAutoNum type="arabicPeriod"/>
              <a:defRPr/>
            </a:pPr>
            <a:r>
              <a:rPr lang="es-MX" sz="1600" i="1" dirty="0">
                <a:solidFill>
                  <a:srgbClr val="000000"/>
                </a:solidFill>
                <a:latin typeface="Montserrat"/>
                <a:hlinkClick r:id="rId4">
                  <a:extLst>
                    <a:ext uri="{A12FA001-AC4F-418D-AE19-62706E023703}">
                      <ahyp:hlinkClr xmlns:ahyp="http://schemas.microsoft.com/office/drawing/2018/hyperlinkcolor" val="tx"/>
                    </a:ext>
                  </a:extLst>
                </a:hlinkClick>
              </a:rPr>
              <a:t>Criterios</a:t>
            </a:r>
            <a:r>
              <a:rPr lang="es-MX" sz="1600" i="1" dirty="0">
                <a:latin typeface="Montserrat"/>
                <a:hlinkClick r:id="rId4">
                  <a:extLst>
                    <a:ext uri="{A12FA001-AC4F-418D-AE19-62706E023703}">
                      <ahyp:hlinkClr xmlns:ahyp="http://schemas.microsoft.com/office/drawing/2018/hyperlinkcolor" val="tx"/>
                    </a:ext>
                  </a:extLst>
                </a:hlinkClick>
              </a:rPr>
              <a:t> Generales de Política Económica 2026. SHCP</a:t>
            </a:r>
            <a:endParaRPr lang="es-MX" dirty="0"/>
          </a:p>
        </p:txBody>
      </p:sp>
    </p:spTree>
    <p:extLst>
      <p:ext uri="{BB962C8B-B14F-4D97-AF65-F5344CB8AC3E}">
        <p14:creationId xmlns:p14="http://schemas.microsoft.com/office/powerpoint/2010/main" val="4496093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3BE44-1D55-3B20-0685-2C3CD56D2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125DD-7D74-12A8-0DF9-64BE513BAC86}"/>
              </a:ext>
            </a:extLst>
          </p:cNvPr>
          <p:cNvSpPr>
            <a:spLocks noGrp="1"/>
          </p:cNvSpPr>
          <p:nvPr>
            <p:ph type="title"/>
          </p:nvPr>
        </p:nvSpPr>
        <p:spPr/>
        <p:txBody>
          <a:bodyPr>
            <a:normAutofit/>
          </a:bodyPr>
          <a:lstStyle/>
          <a:p>
            <a:r>
              <a:rPr lang="es-ES" dirty="0"/>
              <a:t>Contexto Actual</a:t>
            </a:r>
            <a:endParaRPr lang="es-MX" dirty="0"/>
          </a:p>
        </p:txBody>
      </p:sp>
      <p:sp>
        <p:nvSpPr>
          <p:cNvPr id="3" name="Marcador de contenido 1">
            <a:extLst>
              <a:ext uri="{FF2B5EF4-FFF2-40B4-BE49-F238E27FC236}">
                <a16:creationId xmlns:a16="http://schemas.microsoft.com/office/drawing/2014/main" id="{29027354-BB96-E57F-F0CE-E83E6EE0F928}"/>
              </a:ext>
            </a:extLst>
          </p:cNvPr>
          <p:cNvSpPr txBox="1">
            <a:spLocks/>
          </p:cNvSpPr>
          <p:nvPr/>
        </p:nvSpPr>
        <p:spPr>
          <a:xfrm>
            <a:off x="941478" y="4305509"/>
            <a:ext cx="10142592" cy="2023721"/>
          </a:xfrm>
          <a:prstGeom prst="rect">
            <a:avLst/>
          </a:prstGeom>
        </p:spPr>
        <p:txBody>
          <a:bodyPr vert="horz" lIns="91440" tIns="45720" rIns="91440" bIns="45720" rtlCol="0" anchor="t">
            <a:normAutofit fontScale="85000" lnSpcReduction="20000"/>
          </a:bodyP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Arial,Sans-Serif" panose="02070309020205020404" pitchFamily="49" charset="0"/>
              <a:buChar char="•"/>
            </a:pPr>
            <a:endParaRPr lang="es-MX" sz="1600">
              <a:solidFill>
                <a:srgbClr val="000000"/>
              </a:solidFill>
              <a:latin typeface="Montserrat"/>
              <a:ea typeface="Verdana"/>
            </a:endParaRPr>
          </a:p>
          <a:p>
            <a:pPr algn="l" defTabSz="457200">
              <a:defRPr/>
            </a:pPr>
            <a:r>
              <a:rPr lang="es-MX" sz="2000" b="1">
                <a:solidFill>
                  <a:srgbClr val="000000"/>
                </a:solidFill>
                <a:latin typeface="Montserrat"/>
                <a:ea typeface="Verdana"/>
              </a:rPr>
              <a:t>$786,732 millones pesos actos fiscalización en 2024</a:t>
            </a:r>
            <a:endParaRPr lang="es-MX" b="1">
              <a:solidFill>
                <a:srgbClr val="000000"/>
              </a:solidFill>
            </a:endParaRPr>
          </a:p>
          <a:p>
            <a:pPr marL="1028700" lvl="1" indent="-342900" defTabSz="457200">
              <a:buFontTx/>
              <a:buAutoNum type="arabicPeriod"/>
              <a:defRPr/>
            </a:pPr>
            <a:r>
              <a:rPr lang="es-MX">
                <a:solidFill>
                  <a:srgbClr val="000000"/>
                </a:solidFill>
                <a:latin typeface="Montserrat"/>
              </a:rPr>
              <a:t>Incremento 49.5% respecto de 2023</a:t>
            </a:r>
          </a:p>
          <a:p>
            <a:pPr marL="0" lvl="1" defTabSz="457200">
              <a:spcBef>
                <a:spcPct val="20000"/>
              </a:spcBef>
              <a:defRPr/>
            </a:pPr>
            <a:r>
              <a:rPr lang="es-MX" sz="1600">
                <a:solidFill>
                  <a:srgbClr val="000000"/>
                </a:solidFill>
                <a:latin typeface="Montserrat"/>
                <a:ea typeface="Verdana"/>
              </a:rPr>
              <a:t>Se recuperan $227 por cada peso invertido en fiscalización </a:t>
            </a:r>
          </a:p>
          <a:p>
            <a:pPr marL="0" lvl="1" defTabSz="457200">
              <a:spcBef>
                <a:spcPct val="20000"/>
              </a:spcBef>
              <a:defRPr/>
            </a:pPr>
            <a:endParaRPr lang="es-MX" sz="1600">
              <a:solidFill>
                <a:srgbClr val="000000"/>
              </a:solidFill>
              <a:latin typeface="Montserrat"/>
              <a:ea typeface="Verdana"/>
            </a:endParaRPr>
          </a:p>
          <a:p>
            <a:pPr marL="0" lvl="1" defTabSz="457200">
              <a:spcBef>
                <a:spcPct val="20000"/>
              </a:spcBef>
              <a:defRPr/>
            </a:pPr>
            <a:endParaRPr lang="es-MX" sz="1600">
              <a:solidFill>
                <a:srgbClr val="000000"/>
              </a:solidFill>
              <a:latin typeface="Montserrat"/>
            </a:endParaRPr>
          </a:p>
          <a:p>
            <a:pPr marL="0" lvl="1" defTabSz="457200">
              <a:spcBef>
                <a:spcPct val="20000"/>
              </a:spcBef>
              <a:defRPr/>
            </a:pPr>
            <a:endParaRPr lang="es-MX">
              <a:solidFill>
                <a:srgbClr val="000000"/>
              </a:solidFill>
            </a:endParaRPr>
          </a:p>
          <a:p>
            <a:pPr marL="342900" lvl="1" indent="-342900" defTabSz="457200">
              <a:spcBef>
                <a:spcPct val="20000"/>
              </a:spcBef>
              <a:buFontTx/>
              <a:buAutoNum type="arabicPeriod"/>
              <a:defRPr/>
            </a:pPr>
            <a:r>
              <a:rPr lang="es-MX" sz="1600" i="1">
                <a:solidFill>
                  <a:srgbClr val="000000"/>
                </a:solidFill>
                <a:latin typeface="Montserrat"/>
                <a:hlinkClick r:id="rId3">
                  <a:extLst>
                    <a:ext uri="{A12FA001-AC4F-418D-AE19-62706E023703}">
                      <ahyp:hlinkClr xmlns:ahyp="http://schemas.microsoft.com/office/drawing/2018/hyperlinkcolor" val="tx"/>
                    </a:ext>
                  </a:extLst>
                </a:hlinkClick>
              </a:rPr>
              <a:t>Informe Tributario y de Gestión, cuarto trimestre de 2024</a:t>
            </a:r>
            <a:r>
              <a:rPr lang="es-MX" sz="1600">
                <a:solidFill>
                  <a:srgbClr val="000000"/>
                </a:solidFill>
                <a:latin typeface="Montserrat"/>
                <a:hlinkClick r:id="rId3">
                  <a:extLst>
                    <a:ext uri="{A12FA001-AC4F-418D-AE19-62706E023703}">
                      <ahyp:hlinkClr xmlns:ahyp="http://schemas.microsoft.com/office/drawing/2018/hyperlinkcolor" val="tx"/>
                    </a:ext>
                  </a:extLst>
                </a:hlinkClick>
              </a:rPr>
              <a:t>. SAT.</a:t>
            </a:r>
            <a:r>
              <a:rPr lang="es-MX" sz="1600">
                <a:solidFill>
                  <a:srgbClr val="000000"/>
                </a:solidFill>
                <a:latin typeface="Montserrat"/>
              </a:rPr>
              <a:t> </a:t>
            </a:r>
            <a:endParaRPr lang="es-MX">
              <a:solidFill>
                <a:srgbClr val="000000"/>
              </a:solidFill>
            </a:endParaRPr>
          </a:p>
          <a:p>
            <a:pPr marL="342900" lvl="1" indent="-342900">
              <a:spcBef>
                <a:spcPct val="20000"/>
              </a:spcBef>
              <a:buFontTx/>
              <a:buAutoNum type="arabicPeriod"/>
            </a:pPr>
            <a:r>
              <a:rPr lang="es-MX" sz="1600">
                <a:solidFill>
                  <a:srgbClr val="000000"/>
                </a:solidFill>
                <a:latin typeface="Montserrat"/>
              </a:rPr>
              <a:t>Agrupados por clave de RFC; se excluye a personas físicas grandes contribuyentes</a:t>
            </a:r>
          </a:p>
          <a:p>
            <a:pPr marL="1485900" lvl="2">
              <a:buFont typeface="Wingdings" panose="020B0604020202020204" pitchFamily="34" charset="0"/>
              <a:buChar char="§"/>
            </a:pPr>
            <a:endParaRPr lang="es-MX" sz="2400">
              <a:solidFill>
                <a:srgbClr val="000000"/>
              </a:solidFill>
              <a:latin typeface="Montserrat"/>
            </a:endParaRPr>
          </a:p>
          <a:p>
            <a:pPr algn="l"/>
            <a:endParaRPr lang="es-MX" sz="2000" dirty="0">
              <a:solidFill>
                <a:srgbClr val="000000"/>
              </a:solidFill>
            </a:endParaRPr>
          </a:p>
        </p:txBody>
      </p:sp>
      <p:graphicFrame>
        <p:nvGraphicFramePr>
          <p:cNvPr id="4" name="Tabla 3">
            <a:extLst>
              <a:ext uri="{FF2B5EF4-FFF2-40B4-BE49-F238E27FC236}">
                <a16:creationId xmlns:a16="http://schemas.microsoft.com/office/drawing/2014/main" id="{FFF8865F-935C-3CC4-FD7B-A4E2A6F694C5}"/>
              </a:ext>
            </a:extLst>
          </p:cNvPr>
          <p:cNvGraphicFramePr>
            <a:graphicFrameLocks noGrp="1"/>
          </p:cNvGraphicFramePr>
          <p:nvPr>
            <p:extLst>
              <p:ext uri="{D42A27DB-BD31-4B8C-83A1-F6EECF244321}">
                <p14:modId xmlns:p14="http://schemas.microsoft.com/office/powerpoint/2010/main" val="370390600"/>
              </p:ext>
            </p:extLst>
          </p:nvPr>
        </p:nvGraphicFramePr>
        <p:xfrm>
          <a:off x="1127125" y="1560059"/>
          <a:ext cx="10553039" cy="2301373"/>
        </p:xfrm>
        <a:graphic>
          <a:graphicData uri="http://schemas.openxmlformats.org/drawingml/2006/table">
            <a:tbl>
              <a:tblPr bandRow="1">
                <a:tableStyleId>{5C22544A-7EE6-4342-B048-85BDC9FD1C3A}</a:tableStyleId>
              </a:tblPr>
              <a:tblGrid>
                <a:gridCol w="2597311">
                  <a:extLst>
                    <a:ext uri="{9D8B030D-6E8A-4147-A177-3AD203B41FA5}">
                      <a16:colId xmlns:a16="http://schemas.microsoft.com/office/drawing/2014/main" val="531199856"/>
                    </a:ext>
                  </a:extLst>
                </a:gridCol>
                <a:gridCol w="1988932">
                  <a:extLst>
                    <a:ext uri="{9D8B030D-6E8A-4147-A177-3AD203B41FA5}">
                      <a16:colId xmlns:a16="http://schemas.microsoft.com/office/drawing/2014/main" val="1324463424"/>
                    </a:ext>
                  </a:extLst>
                </a:gridCol>
                <a:gridCol w="1988932">
                  <a:extLst>
                    <a:ext uri="{9D8B030D-6E8A-4147-A177-3AD203B41FA5}">
                      <a16:colId xmlns:a16="http://schemas.microsoft.com/office/drawing/2014/main" val="3417757609"/>
                    </a:ext>
                  </a:extLst>
                </a:gridCol>
                <a:gridCol w="1988932">
                  <a:extLst>
                    <a:ext uri="{9D8B030D-6E8A-4147-A177-3AD203B41FA5}">
                      <a16:colId xmlns:a16="http://schemas.microsoft.com/office/drawing/2014/main" val="2211537270"/>
                    </a:ext>
                  </a:extLst>
                </a:gridCol>
                <a:gridCol w="1988932">
                  <a:extLst>
                    <a:ext uri="{9D8B030D-6E8A-4147-A177-3AD203B41FA5}">
                      <a16:colId xmlns:a16="http://schemas.microsoft.com/office/drawing/2014/main" val="3942560953"/>
                    </a:ext>
                  </a:extLst>
                </a:gridCol>
              </a:tblGrid>
              <a:tr h="584245">
                <a:tc>
                  <a:txBody>
                    <a:bodyPr/>
                    <a:lstStyle/>
                    <a:p>
                      <a:pPr algn="ctr">
                        <a:buNone/>
                      </a:pPr>
                      <a:r>
                        <a:rPr lang="es-MX" sz="1800" b="1">
                          <a:effectLst/>
                          <a:latin typeface="Montserrat"/>
                        </a:rPr>
                        <a:t>Tipo de contribuyente</a:t>
                      </a:r>
                    </a:p>
                  </a:txBody>
                  <a:tcPr marL="0" marR="0" marT="0" marB="0" anchor="ctr">
                    <a:lnL>
                      <a:noFill/>
                    </a:lnL>
                    <a:lnR>
                      <a:noFill/>
                    </a:lnR>
                    <a:lnT>
                      <a:noFill/>
                    </a:lnT>
                    <a:lnB>
                      <a:noFill/>
                    </a:lnB>
                    <a:solidFill>
                      <a:schemeClr val="bg1">
                        <a:lumMod val="85000"/>
                      </a:schemeClr>
                    </a:solidFill>
                  </a:tcPr>
                </a:tc>
                <a:tc>
                  <a:txBody>
                    <a:bodyPr/>
                    <a:lstStyle/>
                    <a:p>
                      <a:pPr lvl="0" algn="ctr">
                        <a:buNone/>
                      </a:pPr>
                      <a:r>
                        <a:rPr lang="es-MX" sz="1800" b="1" i="0" u="none" strike="noStrike" noProof="0">
                          <a:solidFill>
                            <a:srgbClr val="000000"/>
                          </a:solidFill>
                          <a:effectLst/>
                          <a:latin typeface="Montserrat"/>
                        </a:rPr>
                        <a:t>Contribuyentes</a:t>
                      </a:r>
                      <a:endParaRPr lang="es-MX" sz="1800">
                        <a:latin typeface="Montserrat"/>
                      </a:endParaRPr>
                    </a:p>
                  </a:txBody>
                  <a:tcPr marL="0" marR="0" marT="0" marB="0" anchor="ctr">
                    <a:lnL w="0">
                      <a:noFill/>
                    </a:lnL>
                    <a:lnR w="0">
                      <a:noFill/>
                    </a:lnR>
                    <a:lnT w="0">
                      <a:noFill/>
                    </a:lnT>
                    <a:lnB w="0">
                      <a:noFill/>
                    </a:lnB>
                    <a:solidFill>
                      <a:schemeClr val="bg1">
                        <a:lumMod val="85000"/>
                      </a:schemeClr>
                    </a:solidFill>
                  </a:tcPr>
                </a:tc>
                <a:tc>
                  <a:txBody>
                    <a:bodyPr/>
                    <a:lstStyle/>
                    <a:p>
                      <a:pPr algn="ctr">
                        <a:buNone/>
                      </a:pPr>
                      <a:r>
                        <a:rPr lang="es-MX" sz="1800" b="1">
                          <a:effectLst/>
                          <a:latin typeface="Montserrat"/>
                        </a:rPr>
                        <a:t>%</a:t>
                      </a:r>
                    </a:p>
                    <a:p>
                      <a:pPr algn="ctr">
                        <a:buNone/>
                      </a:pPr>
                      <a:r>
                        <a:rPr lang="es-MX" sz="1800" b="1">
                          <a:effectLst/>
                          <a:latin typeface="Montserrat"/>
                        </a:rPr>
                        <a:t>Contribuyentes</a:t>
                      </a:r>
                    </a:p>
                  </a:txBody>
                  <a:tcPr marL="0" marR="0" marT="0" marB="0" anchor="ctr">
                    <a:lnL>
                      <a:noFill/>
                    </a:lnL>
                    <a:lnR>
                      <a:noFill/>
                    </a:lnR>
                    <a:lnT>
                      <a:noFill/>
                    </a:lnT>
                    <a:lnB>
                      <a:noFill/>
                    </a:lnB>
                    <a:solidFill>
                      <a:schemeClr val="bg1">
                        <a:lumMod val="85000"/>
                      </a:schemeClr>
                    </a:solidFill>
                  </a:tcPr>
                </a:tc>
                <a:tc>
                  <a:txBody>
                    <a:bodyPr/>
                    <a:lstStyle/>
                    <a:p>
                      <a:pPr lvl="0" algn="ctr">
                        <a:buNone/>
                      </a:pPr>
                      <a:r>
                        <a:rPr lang="es-MX" sz="1800" b="1">
                          <a:effectLst/>
                          <a:latin typeface="Montserrat"/>
                        </a:rPr>
                        <a:t>Recaudación</a:t>
                      </a:r>
                    </a:p>
                    <a:p>
                      <a:pPr lvl="0" algn="ctr">
                        <a:buNone/>
                      </a:pPr>
                      <a:r>
                        <a:rPr lang="es-MX" sz="1800" b="1">
                          <a:effectLst/>
                          <a:latin typeface="Montserrat"/>
                        </a:rPr>
                        <a:t>(</a:t>
                      </a:r>
                      <a:r>
                        <a:rPr lang="es-MX" sz="1800" b="1" err="1">
                          <a:effectLst/>
                          <a:latin typeface="Montserrat"/>
                        </a:rPr>
                        <a:t>mdp</a:t>
                      </a:r>
                      <a:r>
                        <a:rPr lang="es-MX" sz="1800" b="1">
                          <a:effectLst/>
                          <a:latin typeface="Montserrat"/>
                        </a:rPr>
                        <a:t>)</a:t>
                      </a:r>
                    </a:p>
                  </a:txBody>
                  <a:tcPr marL="0" marR="0" marT="0" marB="0" anchor="ctr">
                    <a:lnL w="0">
                      <a:noFill/>
                    </a:lnL>
                    <a:lnR w="0">
                      <a:noFill/>
                    </a:lnR>
                    <a:lnT w="0">
                      <a:noFill/>
                    </a:lnT>
                    <a:lnB w="0">
                      <a:noFill/>
                    </a:lnB>
                    <a:solidFill>
                      <a:schemeClr val="bg1">
                        <a:lumMod val="85000"/>
                      </a:schemeClr>
                    </a:solidFill>
                  </a:tcPr>
                </a:tc>
                <a:tc>
                  <a:txBody>
                    <a:bodyPr/>
                    <a:lstStyle/>
                    <a:p>
                      <a:pPr algn="ctr">
                        <a:buNone/>
                      </a:pPr>
                      <a:r>
                        <a:rPr lang="es-MX" sz="1800" b="1">
                          <a:effectLst/>
                          <a:latin typeface="Montserrat"/>
                        </a:rPr>
                        <a:t>% </a:t>
                      </a:r>
                      <a:endParaRPr lang="es-MX" sz="1800">
                        <a:latin typeface="Montserrat"/>
                      </a:endParaRPr>
                    </a:p>
                    <a:p>
                      <a:pPr lvl="0" algn="ctr">
                        <a:buNone/>
                      </a:pPr>
                      <a:r>
                        <a:rPr lang="es-MX" sz="1800" b="1">
                          <a:effectLst/>
                          <a:latin typeface="Montserrat"/>
                        </a:rPr>
                        <a:t>Recaudación</a:t>
                      </a:r>
                    </a:p>
                  </a:txBody>
                  <a:tcPr marL="0" marR="0" marT="0" marB="0" anchor="ctr">
                    <a:lnL>
                      <a:noFill/>
                    </a:lnL>
                    <a:lnR>
                      <a:noFill/>
                    </a:lnR>
                    <a:lnT>
                      <a:noFill/>
                    </a:lnT>
                    <a:lnB>
                      <a:noFill/>
                    </a:lnB>
                    <a:solidFill>
                      <a:schemeClr val="bg1">
                        <a:lumMod val="85000"/>
                      </a:schemeClr>
                    </a:solidFill>
                  </a:tcPr>
                </a:tc>
                <a:extLst>
                  <a:ext uri="{0D108BD9-81ED-4DB2-BD59-A6C34878D82A}">
                    <a16:rowId xmlns:a16="http://schemas.microsoft.com/office/drawing/2014/main" val="913567116"/>
                  </a:ext>
                </a:extLst>
              </a:tr>
              <a:tr h="502708">
                <a:tc>
                  <a:txBody>
                    <a:bodyPr/>
                    <a:lstStyle/>
                    <a:p>
                      <a:pPr>
                        <a:buNone/>
                      </a:pPr>
                      <a:r>
                        <a:rPr lang="es-MX" sz="1800">
                          <a:effectLst/>
                          <a:latin typeface="Montserrat"/>
                        </a:rPr>
                        <a:t>Grandes Contribuyentes </a:t>
                      </a:r>
                      <a:r>
                        <a:rPr lang="es-MX" sz="1800" baseline="-25000">
                          <a:effectLst/>
                          <a:latin typeface="Montserrat"/>
                        </a:rPr>
                        <a:t>(2)</a:t>
                      </a:r>
                    </a:p>
                  </a:txBody>
                  <a:tcPr marL="0" marR="0" marT="0" marB="0" anchor="ctr">
                    <a:lnL>
                      <a:noFill/>
                    </a:lnL>
                    <a:lnR>
                      <a:noFill/>
                    </a:lnR>
                    <a:lnT>
                      <a:noFill/>
                    </a:lnT>
                    <a:lnB>
                      <a:noFill/>
                    </a:lnB>
                    <a:noFill/>
                  </a:tcPr>
                </a:tc>
                <a:tc>
                  <a:txBody>
                    <a:bodyPr/>
                    <a:lstStyle/>
                    <a:p>
                      <a:pPr lvl="0" algn="ctr">
                        <a:buNone/>
                      </a:pPr>
                      <a:r>
                        <a:rPr lang="es-MX" sz="1800" dirty="0">
                          <a:latin typeface="Montserrat"/>
                        </a:rPr>
                        <a:t>16,131</a:t>
                      </a:r>
                    </a:p>
                  </a:txBody>
                  <a:tcPr marL="0" marR="0" marT="0" marB="0" anchor="ctr">
                    <a:lnL w="0">
                      <a:noFill/>
                    </a:lnL>
                    <a:lnR w="0">
                      <a:noFill/>
                    </a:lnR>
                    <a:lnT w="0">
                      <a:noFill/>
                    </a:lnT>
                    <a:lnB w="0">
                      <a:noFill/>
                    </a:lnB>
                    <a:noFill/>
                  </a:tcPr>
                </a:tc>
                <a:tc>
                  <a:txBody>
                    <a:bodyPr/>
                    <a:lstStyle/>
                    <a:p>
                      <a:pPr algn="ctr">
                        <a:buNone/>
                      </a:pPr>
                      <a:r>
                        <a:rPr lang="es-MX" sz="1800">
                          <a:latin typeface="Montserrat"/>
                        </a:rPr>
                        <a:t>0.02%</a:t>
                      </a:r>
                    </a:p>
                  </a:txBody>
                  <a:tcPr marL="0" marR="0" marT="0" marB="0" anchor="ctr">
                    <a:lnL>
                      <a:noFill/>
                    </a:lnL>
                    <a:lnR>
                      <a:noFill/>
                    </a:lnR>
                    <a:lnT>
                      <a:noFill/>
                    </a:lnT>
                    <a:lnB>
                      <a:noFill/>
                    </a:lnB>
                    <a:noFill/>
                  </a:tcPr>
                </a:tc>
                <a:tc>
                  <a:txBody>
                    <a:bodyPr/>
                    <a:lstStyle/>
                    <a:p>
                      <a:pPr lvl="0" algn="ctr">
                        <a:buNone/>
                      </a:pPr>
                      <a:r>
                        <a:rPr lang="es-MX" sz="1800">
                          <a:latin typeface="Montserrat"/>
                        </a:rPr>
                        <a:t>2,556,094</a:t>
                      </a:r>
                    </a:p>
                  </a:txBody>
                  <a:tcPr marL="0" marR="0" marT="0" marB="0" anchor="ctr">
                    <a:lnL w="0">
                      <a:noFill/>
                    </a:lnL>
                    <a:lnR w="0">
                      <a:noFill/>
                    </a:lnR>
                    <a:lnT w="0">
                      <a:noFill/>
                    </a:lnT>
                    <a:lnB w="0">
                      <a:noFill/>
                    </a:lnB>
                    <a:noFill/>
                  </a:tcPr>
                </a:tc>
                <a:tc>
                  <a:txBody>
                    <a:bodyPr/>
                    <a:lstStyle/>
                    <a:p>
                      <a:pPr algn="ctr">
                        <a:buNone/>
                      </a:pPr>
                      <a:r>
                        <a:rPr lang="es-MX" sz="1800">
                          <a:latin typeface="Montserrat"/>
                        </a:rPr>
                        <a:t>52%</a:t>
                      </a:r>
                    </a:p>
                  </a:txBody>
                  <a:tcPr marL="0" marR="0" marT="0" marB="0" anchor="ctr">
                    <a:lnL>
                      <a:noFill/>
                    </a:lnL>
                    <a:lnR>
                      <a:noFill/>
                    </a:lnR>
                    <a:lnT>
                      <a:noFill/>
                    </a:lnT>
                    <a:lnB>
                      <a:noFill/>
                    </a:lnB>
                    <a:noFill/>
                  </a:tcPr>
                </a:tc>
                <a:extLst>
                  <a:ext uri="{0D108BD9-81ED-4DB2-BD59-A6C34878D82A}">
                    <a16:rowId xmlns:a16="http://schemas.microsoft.com/office/drawing/2014/main" val="2525736711"/>
                  </a:ext>
                </a:extLst>
              </a:tr>
              <a:tr h="389496">
                <a:tc>
                  <a:txBody>
                    <a:bodyPr/>
                    <a:lstStyle/>
                    <a:p>
                      <a:pPr>
                        <a:buNone/>
                      </a:pPr>
                      <a:r>
                        <a:rPr lang="es-MX" sz="1800">
                          <a:effectLst/>
                          <a:latin typeface="Montserrat"/>
                        </a:rPr>
                        <a:t>Personas morales</a:t>
                      </a:r>
                    </a:p>
                  </a:txBody>
                  <a:tcPr marL="0" marR="0" marT="0" marB="0" anchor="ctr">
                    <a:lnL>
                      <a:noFill/>
                    </a:lnL>
                    <a:lnR>
                      <a:noFill/>
                    </a:lnR>
                    <a:lnT>
                      <a:noFill/>
                    </a:lnT>
                    <a:lnB>
                      <a:noFill/>
                    </a:lnB>
                    <a:noFill/>
                  </a:tcPr>
                </a:tc>
                <a:tc>
                  <a:txBody>
                    <a:bodyPr/>
                    <a:lstStyle/>
                    <a:p>
                      <a:pPr lvl="0" algn="ctr">
                        <a:buNone/>
                      </a:pPr>
                      <a:r>
                        <a:rPr lang="es-MX" sz="1800">
                          <a:latin typeface="Montserrat"/>
                        </a:rPr>
                        <a:t>2,530,900</a:t>
                      </a:r>
                      <a:endParaRPr lang="es-MX" sz="1800">
                        <a:latin typeface="Montserrat" pitchFamily="2" charset="77"/>
                      </a:endParaRPr>
                    </a:p>
                  </a:txBody>
                  <a:tcPr marL="0" marR="0" marT="0" marB="0" anchor="ctr">
                    <a:lnL w="0">
                      <a:noFill/>
                    </a:lnL>
                    <a:lnR w="0">
                      <a:noFill/>
                    </a:lnR>
                    <a:lnT w="0">
                      <a:noFill/>
                    </a:lnT>
                    <a:lnB w="0">
                      <a:noFill/>
                    </a:lnB>
                    <a:noFill/>
                  </a:tcPr>
                </a:tc>
                <a:tc>
                  <a:txBody>
                    <a:bodyPr/>
                    <a:lstStyle/>
                    <a:p>
                      <a:pPr algn="ctr">
                        <a:buNone/>
                      </a:pPr>
                      <a:r>
                        <a:rPr lang="es-MX" sz="1800">
                          <a:latin typeface="Montserrat"/>
                        </a:rPr>
                        <a:t>3.98%</a:t>
                      </a:r>
                    </a:p>
                  </a:txBody>
                  <a:tcPr marL="0" marR="0" marT="0" marB="0" anchor="ctr">
                    <a:lnL>
                      <a:noFill/>
                    </a:lnL>
                    <a:lnR>
                      <a:noFill/>
                    </a:lnR>
                    <a:lnT>
                      <a:noFill/>
                    </a:lnT>
                    <a:lnB>
                      <a:noFill/>
                    </a:lnB>
                    <a:noFill/>
                  </a:tcPr>
                </a:tc>
                <a:tc>
                  <a:txBody>
                    <a:bodyPr/>
                    <a:lstStyle/>
                    <a:p>
                      <a:pPr lvl="0" algn="ctr">
                        <a:buNone/>
                      </a:pPr>
                      <a:r>
                        <a:rPr lang="es-MX" sz="1800">
                          <a:latin typeface="Montserrat"/>
                        </a:rPr>
                        <a:t>1,004,243</a:t>
                      </a:r>
                    </a:p>
                  </a:txBody>
                  <a:tcPr marL="0" marR="0" marT="0" marB="0" anchor="ctr">
                    <a:lnL w="0">
                      <a:noFill/>
                    </a:lnL>
                    <a:lnR w="0">
                      <a:noFill/>
                    </a:lnR>
                    <a:lnT w="0">
                      <a:noFill/>
                    </a:lnT>
                    <a:lnB w="0">
                      <a:noFill/>
                    </a:lnB>
                    <a:noFill/>
                  </a:tcPr>
                </a:tc>
                <a:tc>
                  <a:txBody>
                    <a:bodyPr/>
                    <a:lstStyle/>
                    <a:p>
                      <a:pPr algn="ctr">
                        <a:buNone/>
                      </a:pPr>
                      <a:r>
                        <a:rPr lang="es-MX" sz="1800">
                          <a:latin typeface="Montserrat"/>
                        </a:rPr>
                        <a:t>20%</a:t>
                      </a:r>
                    </a:p>
                  </a:txBody>
                  <a:tcPr marL="0" marR="0" marT="0" marB="0" anchor="ctr">
                    <a:lnL>
                      <a:noFill/>
                    </a:lnL>
                    <a:lnR>
                      <a:noFill/>
                    </a:lnR>
                    <a:lnT>
                      <a:noFill/>
                    </a:lnT>
                    <a:lnB>
                      <a:noFill/>
                    </a:lnB>
                    <a:noFill/>
                  </a:tcPr>
                </a:tc>
                <a:extLst>
                  <a:ext uri="{0D108BD9-81ED-4DB2-BD59-A6C34878D82A}">
                    <a16:rowId xmlns:a16="http://schemas.microsoft.com/office/drawing/2014/main" val="3982440027"/>
                  </a:ext>
                </a:extLst>
              </a:tr>
              <a:tr h="389496">
                <a:tc>
                  <a:txBody>
                    <a:bodyPr/>
                    <a:lstStyle/>
                    <a:p>
                      <a:pPr>
                        <a:buNone/>
                      </a:pPr>
                      <a:r>
                        <a:rPr lang="es-MX" sz="1800">
                          <a:effectLst/>
                          <a:latin typeface="Montserrat"/>
                        </a:rPr>
                        <a:t>Personas físicas</a:t>
                      </a:r>
                    </a:p>
                  </a:txBody>
                  <a:tcPr marL="0" marR="0" marT="0" marB="0" anchor="ctr">
                    <a:lnL>
                      <a:noFill/>
                    </a:lnL>
                    <a:lnR>
                      <a:noFill/>
                    </a:lnR>
                    <a:lnT>
                      <a:noFill/>
                    </a:lnT>
                    <a:lnB>
                      <a:noFill/>
                    </a:lnB>
                    <a:noFill/>
                  </a:tcPr>
                </a:tc>
                <a:tc>
                  <a:txBody>
                    <a:bodyPr/>
                    <a:lstStyle/>
                    <a:p>
                      <a:pPr lvl="0" algn="ctr">
                        <a:buNone/>
                      </a:pPr>
                      <a:r>
                        <a:rPr lang="es-MX" sz="1800">
                          <a:latin typeface="Montserrat"/>
                        </a:rPr>
                        <a:t>11,868,641</a:t>
                      </a:r>
                    </a:p>
                  </a:txBody>
                  <a:tcPr marL="0" marR="0" marT="0" marB="0" anchor="ctr">
                    <a:lnL w="0">
                      <a:noFill/>
                    </a:lnL>
                    <a:lnR w="0">
                      <a:noFill/>
                    </a:lnR>
                    <a:lnT w="0">
                      <a:noFill/>
                    </a:lnT>
                    <a:lnB w="0">
                      <a:noFill/>
                    </a:lnB>
                    <a:noFill/>
                  </a:tcPr>
                </a:tc>
                <a:tc>
                  <a:txBody>
                    <a:bodyPr/>
                    <a:lstStyle/>
                    <a:p>
                      <a:pPr algn="ctr">
                        <a:buNone/>
                      </a:pPr>
                      <a:r>
                        <a:rPr lang="es-MX" sz="1800">
                          <a:latin typeface="Montserrat"/>
                        </a:rPr>
                        <a:t>18%</a:t>
                      </a:r>
                    </a:p>
                  </a:txBody>
                  <a:tcPr marL="0" marR="0" marT="0" marB="0" anchor="ctr">
                    <a:lnL>
                      <a:noFill/>
                    </a:lnL>
                    <a:lnR>
                      <a:noFill/>
                    </a:lnR>
                    <a:lnT>
                      <a:noFill/>
                    </a:lnT>
                    <a:lnB>
                      <a:noFill/>
                    </a:lnB>
                    <a:noFill/>
                  </a:tcPr>
                </a:tc>
                <a:tc>
                  <a:txBody>
                    <a:bodyPr/>
                    <a:lstStyle/>
                    <a:p>
                      <a:pPr lvl="0" algn="ctr">
                        <a:buNone/>
                      </a:pPr>
                      <a:r>
                        <a:rPr lang="es-MX" sz="1800">
                          <a:latin typeface="Montserrat"/>
                        </a:rPr>
                        <a:t>139,538</a:t>
                      </a:r>
                    </a:p>
                  </a:txBody>
                  <a:tcPr marL="0" marR="0" marT="0" marB="0" anchor="ctr">
                    <a:lnL w="0">
                      <a:noFill/>
                    </a:lnL>
                    <a:lnR w="0">
                      <a:noFill/>
                    </a:lnR>
                    <a:lnT w="0">
                      <a:noFill/>
                    </a:lnT>
                    <a:lnB w="0">
                      <a:noFill/>
                    </a:lnB>
                    <a:noFill/>
                  </a:tcPr>
                </a:tc>
                <a:tc>
                  <a:txBody>
                    <a:bodyPr/>
                    <a:lstStyle/>
                    <a:p>
                      <a:pPr algn="ctr">
                        <a:buNone/>
                      </a:pPr>
                      <a:r>
                        <a:rPr lang="es-MX" sz="1800">
                          <a:latin typeface="Montserrat"/>
                        </a:rPr>
                        <a:t>3%</a:t>
                      </a:r>
                    </a:p>
                  </a:txBody>
                  <a:tcPr marL="0" marR="0" marT="0" marB="0" anchor="ctr">
                    <a:lnL>
                      <a:noFill/>
                    </a:lnL>
                    <a:lnR>
                      <a:noFill/>
                    </a:lnR>
                    <a:lnT>
                      <a:noFill/>
                    </a:lnT>
                    <a:lnB>
                      <a:noFill/>
                    </a:lnB>
                    <a:noFill/>
                  </a:tcPr>
                </a:tc>
                <a:extLst>
                  <a:ext uri="{0D108BD9-81ED-4DB2-BD59-A6C34878D82A}">
                    <a16:rowId xmlns:a16="http://schemas.microsoft.com/office/drawing/2014/main" val="3611704202"/>
                  </a:ext>
                </a:extLst>
              </a:tr>
              <a:tr h="389496">
                <a:tc>
                  <a:txBody>
                    <a:bodyPr/>
                    <a:lstStyle/>
                    <a:p>
                      <a:pPr>
                        <a:buNone/>
                      </a:pPr>
                      <a:r>
                        <a:rPr lang="es-MX" sz="1800">
                          <a:effectLst/>
                          <a:latin typeface="Montserrat"/>
                        </a:rPr>
                        <a:t>Sueldos y salarios</a:t>
                      </a:r>
                    </a:p>
                  </a:txBody>
                  <a:tcPr marL="0" marR="0" marT="0" marB="0" anchor="ctr">
                    <a:lnL>
                      <a:noFill/>
                    </a:lnL>
                    <a:lnR>
                      <a:noFill/>
                    </a:lnR>
                    <a:lnT>
                      <a:noFill/>
                    </a:lnT>
                    <a:lnB>
                      <a:noFill/>
                    </a:lnB>
                    <a:noFill/>
                  </a:tcPr>
                </a:tc>
                <a:tc>
                  <a:txBody>
                    <a:bodyPr/>
                    <a:lstStyle/>
                    <a:p>
                      <a:pPr lvl="0" algn="ctr">
                        <a:buNone/>
                      </a:pPr>
                      <a:r>
                        <a:rPr lang="es-MX" sz="1800">
                          <a:latin typeface="Montserrat"/>
                        </a:rPr>
                        <a:t>51,858,257</a:t>
                      </a:r>
                    </a:p>
                  </a:txBody>
                  <a:tcPr marL="0" marR="0" marT="0" marB="0" anchor="ctr">
                    <a:lnL w="0">
                      <a:noFill/>
                    </a:lnL>
                    <a:lnR w="0">
                      <a:noFill/>
                    </a:lnR>
                    <a:lnT w="0">
                      <a:noFill/>
                    </a:lnT>
                    <a:lnB w="0">
                      <a:noFill/>
                    </a:lnB>
                    <a:noFill/>
                  </a:tcPr>
                </a:tc>
                <a:tc>
                  <a:txBody>
                    <a:bodyPr/>
                    <a:lstStyle/>
                    <a:p>
                      <a:pPr algn="ctr">
                        <a:buNone/>
                      </a:pPr>
                      <a:r>
                        <a:rPr lang="es-MX" sz="1800">
                          <a:latin typeface="Montserrat"/>
                        </a:rPr>
                        <a:t>78%</a:t>
                      </a:r>
                    </a:p>
                  </a:txBody>
                  <a:tcPr marL="0" marR="0" marT="0" marB="0" anchor="ctr">
                    <a:lnL>
                      <a:noFill/>
                    </a:lnL>
                    <a:lnR>
                      <a:noFill/>
                    </a:lnR>
                    <a:lnT>
                      <a:noFill/>
                    </a:lnT>
                    <a:lnB>
                      <a:noFill/>
                    </a:lnB>
                    <a:noFill/>
                  </a:tcPr>
                </a:tc>
                <a:tc>
                  <a:txBody>
                    <a:bodyPr/>
                    <a:lstStyle/>
                    <a:p>
                      <a:pPr lvl="0" algn="ctr">
                        <a:buNone/>
                      </a:pPr>
                      <a:r>
                        <a:rPr lang="es-MX" sz="1800">
                          <a:latin typeface="Montserrat"/>
                        </a:rPr>
                        <a:t>1,254,807</a:t>
                      </a:r>
                    </a:p>
                  </a:txBody>
                  <a:tcPr marL="0" marR="0" marT="0" marB="0" anchor="ctr">
                    <a:lnL w="0">
                      <a:noFill/>
                    </a:lnL>
                    <a:lnR w="0">
                      <a:noFill/>
                    </a:lnR>
                    <a:lnT w="0">
                      <a:noFill/>
                    </a:lnT>
                    <a:lnB w="0">
                      <a:noFill/>
                    </a:lnB>
                    <a:noFill/>
                  </a:tcPr>
                </a:tc>
                <a:tc>
                  <a:txBody>
                    <a:bodyPr/>
                    <a:lstStyle/>
                    <a:p>
                      <a:pPr algn="ctr">
                        <a:buNone/>
                      </a:pPr>
                      <a:r>
                        <a:rPr lang="es-MX" sz="1800" dirty="0">
                          <a:latin typeface="Montserrat"/>
                        </a:rPr>
                        <a:t>25%</a:t>
                      </a:r>
                    </a:p>
                  </a:txBody>
                  <a:tcPr marL="0" marR="0" marT="0" marB="0" anchor="ctr">
                    <a:lnL>
                      <a:noFill/>
                    </a:lnL>
                    <a:lnR>
                      <a:noFill/>
                    </a:lnR>
                    <a:lnT>
                      <a:noFill/>
                    </a:lnT>
                    <a:lnB>
                      <a:noFill/>
                    </a:lnB>
                    <a:noFill/>
                  </a:tcPr>
                </a:tc>
                <a:extLst>
                  <a:ext uri="{0D108BD9-81ED-4DB2-BD59-A6C34878D82A}">
                    <a16:rowId xmlns:a16="http://schemas.microsoft.com/office/drawing/2014/main" val="679087265"/>
                  </a:ext>
                </a:extLst>
              </a:tr>
            </a:tbl>
          </a:graphicData>
        </a:graphic>
      </p:graphicFrame>
    </p:spTree>
    <p:extLst>
      <p:ext uri="{BB962C8B-B14F-4D97-AF65-F5344CB8AC3E}">
        <p14:creationId xmlns:p14="http://schemas.microsoft.com/office/powerpoint/2010/main" val="3563410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dirty="0"/>
              <a:t>Calcular la Utilidad (Renta) siempre es complejo</a:t>
            </a:r>
            <a:endParaRPr lang="es-MX" dirty="0"/>
          </a:p>
        </p:txBody>
      </p:sp>
      <p:sp>
        <p:nvSpPr>
          <p:cNvPr id="3" name="Content Placeholder 2"/>
          <p:cNvSpPr>
            <a:spLocks noGrp="1"/>
          </p:cNvSpPr>
          <p:nvPr>
            <p:ph idx="1"/>
          </p:nvPr>
        </p:nvSpPr>
        <p:spPr/>
        <p:txBody>
          <a:bodyPr>
            <a:normAutofit/>
          </a:bodyPr>
          <a:lstStyle/>
          <a:p>
            <a:r>
              <a:rPr lang="es-MX" dirty="0"/>
              <a:t>El ISR es un impuesto directo; es decir, grava a la persona y debe ser </a:t>
            </a:r>
            <a:r>
              <a:rPr lang="es-MX" dirty="0" err="1"/>
              <a:t>autodeterminado</a:t>
            </a:r>
            <a:r>
              <a:rPr lang="es-MX" dirty="0"/>
              <a:t>.</a:t>
            </a:r>
          </a:p>
          <a:p>
            <a:endParaRPr lang="es-MX" dirty="0"/>
          </a:p>
          <a:p>
            <a:r>
              <a:rPr lang="es-MX" dirty="0"/>
              <a:t>El ISR al gravar la Renta (la Utilidad) es uno de los impuestos más complejos de calcular.</a:t>
            </a:r>
          </a:p>
          <a:p>
            <a:endParaRPr lang="es-MX" dirty="0"/>
          </a:p>
          <a:p>
            <a:r>
              <a:rPr lang="es-MX" dirty="0"/>
              <a:t>El ISR es generalmente, la carga tributaria más alta que deben pagar las Personas Morales.</a:t>
            </a:r>
          </a:p>
        </p:txBody>
      </p:sp>
    </p:spTree>
    <p:extLst>
      <p:ext uri="{BB962C8B-B14F-4D97-AF65-F5344CB8AC3E}">
        <p14:creationId xmlns:p14="http://schemas.microsoft.com/office/powerpoint/2010/main" val="3795566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2. Marco normativo del Impuesto Sobre la Renta (ISR). Introducción</a:t>
            </a:r>
            <a:r>
              <a:rPr lang="es-ES" b="1" dirty="0"/>
              <a:t>.</a:t>
            </a:r>
            <a:endParaRPr lang="es-MX" dirty="0"/>
          </a:p>
        </p:txBody>
      </p:sp>
      <p:sp>
        <p:nvSpPr>
          <p:cNvPr id="3" name="Text Placeholder 2"/>
          <p:cNvSpPr>
            <a:spLocks noGrp="1"/>
          </p:cNvSpPr>
          <p:nvPr>
            <p:ph type="body" idx="1"/>
          </p:nvPr>
        </p:nvSpPr>
        <p:spPr/>
        <p:txBody>
          <a:bodyPr/>
          <a:lstStyle/>
          <a:p>
            <a:endParaRPr lang="es-MX" dirty="0"/>
          </a:p>
        </p:txBody>
      </p:sp>
    </p:spTree>
    <p:extLst>
      <p:ext uri="{BB962C8B-B14F-4D97-AF65-F5344CB8AC3E}">
        <p14:creationId xmlns:p14="http://schemas.microsoft.com/office/powerpoint/2010/main" val="1145432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s-ES" dirty="0"/>
              <a:t>2. Marco normativo del Impuesto Sobre la Renta (ISR). Introducción.</a:t>
            </a:r>
            <a:endParaRPr lang="es-MX" dirty="0"/>
          </a:p>
        </p:txBody>
      </p:sp>
      <p:sp>
        <p:nvSpPr>
          <p:cNvPr id="3" name="Content Placeholder 2"/>
          <p:cNvSpPr>
            <a:spLocks noGrp="1"/>
          </p:cNvSpPr>
          <p:nvPr>
            <p:ph idx="1"/>
          </p:nvPr>
        </p:nvSpPr>
        <p:spPr/>
        <p:txBody>
          <a:bodyPr>
            <a:normAutofit fontScale="92500" lnSpcReduction="10000"/>
          </a:bodyPr>
          <a:lstStyle/>
          <a:p>
            <a:pPr marL="457200" indent="-457200">
              <a:buFont typeface="+mj-lt"/>
              <a:buAutoNum type="arabicPeriod"/>
            </a:pPr>
            <a:r>
              <a:rPr lang="es-ES" dirty="0"/>
              <a:t>Ordenamientos relativos al impuesto sobre la renta y su jerarquía.</a:t>
            </a:r>
            <a:endParaRPr lang="es-MX" sz="4000" dirty="0"/>
          </a:p>
          <a:p>
            <a:pPr marL="914400" lvl="1" indent="-457200">
              <a:buFont typeface="+mj-lt"/>
              <a:buAutoNum type="arabicPeriod"/>
            </a:pPr>
            <a:r>
              <a:rPr lang="es-ES" dirty="0"/>
              <a:t>Ley del Impuesto sobre la Renta</a:t>
            </a:r>
            <a:endParaRPr lang="es-MX" sz="3600" dirty="0"/>
          </a:p>
          <a:p>
            <a:pPr marL="914400" lvl="1" indent="-457200">
              <a:buFont typeface="+mj-lt"/>
              <a:buAutoNum type="arabicPeriod"/>
            </a:pPr>
            <a:r>
              <a:rPr lang="es-ES" dirty="0"/>
              <a:t>Reglamento de la Ley del Impuesto sobre la Renta</a:t>
            </a:r>
            <a:endParaRPr lang="es-MX" sz="3600" dirty="0"/>
          </a:p>
          <a:p>
            <a:pPr marL="914400" lvl="1" indent="-457200">
              <a:buFont typeface="+mj-lt"/>
              <a:buAutoNum type="arabicPeriod"/>
            </a:pPr>
            <a:r>
              <a:rPr lang="es-ES" dirty="0"/>
              <a:t>Resolución Miscelánea Fiscal</a:t>
            </a:r>
            <a:endParaRPr lang="es-MX" sz="3600" dirty="0"/>
          </a:p>
          <a:p>
            <a:pPr marL="914400" lvl="1" indent="-457200">
              <a:buFont typeface="+mj-lt"/>
              <a:buAutoNum type="arabicPeriod"/>
            </a:pPr>
            <a:r>
              <a:rPr lang="es-ES" dirty="0"/>
              <a:t>Código Fiscal de la Federación</a:t>
            </a:r>
            <a:endParaRPr lang="es-MX" sz="3600" dirty="0"/>
          </a:p>
          <a:p>
            <a:pPr marL="914400" lvl="1" indent="-457200">
              <a:buFont typeface="+mj-lt"/>
              <a:buAutoNum type="arabicPeriod"/>
            </a:pPr>
            <a:r>
              <a:rPr lang="es-ES" dirty="0"/>
              <a:t>Criterios y otros</a:t>
            </a:r>
            <a:endParaRPr lang="es-MX" sz="3600" dirty="0"/>
          </a:p>
          <a:p>
            <a:pPr marL="514350" indent="-514350">
              <a:buFont typeface="+mj-lt"/>
              <a:buAutoNum type="arabicPeriod"/>
            </a:pPr>
            <a:r>
              <a:rPr lang="es-ES" dirty="0"/>
              <a:t>Estructura de la Ley del Impuesto sobre la Renta</a:t>
            </a:r>
            <a:endParaRPr lang="es-MX" sz="4000" dirty="0"/>
          </a:p>
          <a:p>
            <a:pPr marL="514350" indent="-514350">
              <a:buFont typeface="+mj-lt"/>
              <a:buAutoNum type="arabicPeriod"/>
            </a:pPr>
            <a:r>
              <a:rPr lang="es-ES" dirty="0"/>
              <a:t>Estructura del Reglamento de la Ley del Impuesto sobre la Renta</a:t>
            </a:r>
            <a:endParaRPr lang="es-MX" sz="4000" dirty="0"/>
          </a:p>
          <a:p>
            <a:pPr marL="514350" indent="-514350">
              <a:buFont typeface="+mj-lt"/>
              <a:buAutoNum type="arabicPeriod"/>
            </a:pPr>
            <a:r>
              <a:rPr lang="es-ES" dirty="0"/>
              <a:t>Estructura de la Resolución Miscelánea Fiscal</a:t>
            </a:r>
            <a:endParaRPr lang="es-MX" sz="4000" dirty="0"/>
          </a:p>
          <a:p>
            <a:pPr marL="514350" indent="-514350">
              <a:buFont typeface="+mj-lt"/>
              <a:buAutoNum type="arabicPeriod"/>
            </a:pPr>
            <a:r>
              <a:rPr lang="es-ES" dirty="0"/>
              <a:t>Estructura del Código Fiscal de la Federación</a:t>
            </a:r>
            <a:endParaRPr lang="es-MX" sz="4000" dirty="0"/>
          </a:p>
          <a:p>
            <a:pPr marL="514350" indent="-514350">
              <a:buFont typeface="+mj-lt"/>
              <a:buAutoNum type="arabicPeriod"/>
            </a:pPr>
            <a:r>
              <a:rPr lang="es-ES" dirty="0"/>
              <a:t>Estructura de otros ordenamientos</a:t>
            </a:r>
            <a:endParaRPr lang="es-MX" sz="4000" dirty="0"/>
          </a:p>
          <a:p>
            <a:endParaRPr lang="es-MX" dirty="0"/>
          </a:p>
        </p:txBody>
      </p:sp>
    </p:spTree>
    <p:extLst>
      <p:ext uri="{BB962C8B-B14F-4D97-AF65-F5344CB8AC3E}">
        <p14:creationId xmlns:p14="http://schemas.microsoft.com/office/powerpoint/2010/main" val="870438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El CFF es de aplicación supletoria</a:t>
            </a:r>
            <a:endParaRPr lang="es-MX" dirty="0"/>
          </a:p>
        </p:txBody>
      </p:sp>
      <p:graphicFrame>
        <p:nvGraphicFramePr>
          <p:cNvPr id="4" name="Content Placeholder 3"/>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p:cNvSpPr>
            <a:spLocks noGrp="1"/>
          </p:cNvSpPr>
          <p:nvPr>
            <p:ph sz="half" idx="2"/>
          </p:nvPr>
        </p:nvSpPr>
        <p:spPr>
          <a:xfrm>
            <a:off x="5615947" y="1844824"/>
            <a:ext cx="5181600" cy="4351338"/>
          </a:xfrm>
        </p:spPr>
        <p:txBody>
          <a:bodyPr>
            <a:normAutofit lnSpcReduction="10000"/>
          </a:bodyPr>
          <a:lstStyle/>
          <a:p>
            <a:r>
              <a:rPr lang="es-MX" dirty="0"/>
              <a:t>Aplicación supletoria</a:t>
            </a:r>
          </a:p>
          <a:p>
            <a:pPr lvl="1"/>
            <a:r>
              <a:rPr lang="es-MX" dirty="0"/>
              <a:t>Las personas físicas y las morales, están obligadas a contribuir para los gastos públicos conforme a las leyes fiscales respectivas. Las disposiciones de este Código se aplicarán en su defecto y sin perjuicio de lo dispuesto por los tratados internacionales de los que México sea parte. Sólo mediante ley podrá destinarse una contribución a un gasto público específico. </a:t>
            </a:r>
            <a:r>
              <a:rPr lang="es-MX" sz="1800" dirty="0"/>
              <a:t>(CFF 1)</a:t>
            </a:r>
            <a:endParaRPr lang="es-MX" dirty="0"/>
          </a:p>
        </p:txBody>
      </p:sp>
    </p:spTree>
    <p:extLst>
      <p:ext uri="{BB962C8B-B14F-4D97-AF65-F5344CB8AC3E}">
        <p14:creationId xmlns:p14="http://schemas.microsoft.com/office/powerpoint/2010/main" val="871064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El RLISR no puede ir más allá de la Ley</a:t>
            </a:r>
            <a:endParaRPr lang="es-MX" dirty="0"/>
          </a:p>
        </p:txBody>
      </p:sp>
      <p:graphicFrame>
        <p:nvGraphicFramePr>
          <p:cNvPr id="4" name="Content Placeholder 3"/>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p:cNvSpPr>
            <a:spLocks noGrp="1"/>
          </p:cNvSpPr>
          <p:nvPr>
            <p:ph sz="half" idx="2"/>
          </p:nvPr>
        </p:nvSpPr>
        <p:spPr/>
        <p:txBody>
          <a:bodyPr>
            <a:normAutofit/>
          </a:bodyPr>
          <a:lstStyle/>
          <a:p>
            <a:r>
              <a:rPr lang="es-MX" dirty="0"/>
              <a:t>Reglamento vigente</a:t>
            </a:r>
          </a:p>
          <a:p>
            <a:pPr lvl="1"/>
            <a:r>
              <a:rPr lang="es-MX" dirty="0"/>
              <a:t>Publicado el 8 de octubre de 2015</a:t>
            </a:r>
          </a:p>
        </p:txBody>
      </p:sp>
    </p:spTree>
    <p:extLst>
      <p:ext uri="{BB962C8B-B14F-4D97-AF65-F5344CB8AC3E}">
        <p14:creationId xmlns:p14="http://schemas.microsoft.com/office/powerpoint/2010/main" val="40240305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La RMF no puede generar cargas adicionales, pero sí derechos</a:t>
            </a:r>
            <a:endParaRPr lang="es-MX" dirty="0"/>
          </a:p>
        </p:txBody>
      </p:sp>
      <p:graphicFrame>
        <p:nvGraphicFramePr>
          <p:cNvPr id="4" name="Content Placeholder 3"/>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p:cNvSpPr>
            <a:spLocks noGrp="1"/>
          </p:cNvSpPr>
          <p:nvPr>
            <p:ph sz="half" idx="2"/>
          </p:nvPr>
        </p:nvSpPr>
        <p:spPr/>
        <p:txBody>
          <a:bodyPr>
            <a:normAutofit fontScale="92500" lnSpcReduction="20000"/>
          </a:bodyPr>
          <a:lstStyle/>
          <a:p>
            <a:r>
              <a:rPr lang="es-MX" dirty="0"/>
              <a:t>Resolución Miscelánea Fiscal</a:t>
            </a:r>
          </a:p>
          <a:p>
            <a:pPr lvl="1"/>
            <a:r>
              <a:rPr lang="es-MX" dirty="0"/>
              <a:t>Publicar anualmente las resoluciones dictadas por las autoridades fiscales que establezcan disposiciones de carácter general agrupándolas de manera que faciliten su conocimiento por parte de los contribuyentes; se podrán publicar aisladamente aquellas disposiciones cuyos efectos se limitan a períodos inferiores a un año. Las resoluciones que se emitan conforme a este inciso y que se refieran a sujeto, objeto, base, tasa o tarifa, no generarán obligaciones o cargas adicionales a las establecidas en las propias leyes fiscales </a:t>
            </a:r>
            <a:r>
              <a:rPr lang="es-MX" sz="1900" dirty="0"/>
              <a:t>(CFF 33-I-g)</a:t>
            </a:r>
          </a:p>
          <a:p>
            <a:endParaRPr lang="es-MX" dirty="0"/>
          </a:p>
        </p:txBody>
      </p:sp>
    </p:spTree>
    <p:extLst>
      <p:ext uri="{BB962C8B-B14F-4D97-AF65-F5344CB8AC3E}">
        <p14:creationId xmlns:p14="http://schemas.microsoft.com/office/powerpoint/2010/main" val="465591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3600" dirty="0"/>
              <a:t>Los Criterios expresan lineamientos que seguirá la autoridad fiscal</a:t>
            </a:r>
            <a:endParaRPr lang="es-MX" sz="3600" dirty="0"/>
          </a:p>
        </p:txBody>
      </p:sp>
      <p:graphicFrame>
        <p:nvGraphicFramePr>
          <p:cNvPr id="4" name="Content Placeholder 3"/>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p:cNvSpPr>
            <a:spLocks noGrp="1"/>
          </p:cNvSpPr>
          <p:nvPr>
            <p:ph sz="half" idx="2"/>
          </p:nvPr>
        </p:nvSpPr>
        <p:spPr/>
        <p:txBody>
          <a:bodyPr>
            <a:normAutofit fontScale="77500" lnSpcReduction="20000"/>
          </a:bodyPr>
          <a:lstStyle/>
          <a:p>
            <a:r>
              <a:rPr lang="es-MX" dirty="0"/>
              <a:t>Criterios sobre prácticas fiscales indebidas </a:t>
            </a:r>
          </a:p>
          <a:p>
            <a:pPr lvl="1"/>
            <a:r>
              <a:rPr lang="es-MX" dirty="0"/>
              <a:t>Las autoridades fiscales, para el mejor cumplimiento de sus facultades, darán a conocer en forma periódica, mediante publicación en el Diario Oficial de la Federación, los criterios no </a:t>
            </a:r>
            <a:r>
              <a:rPr lang="es-MX" dirty="0" err="1"/>
              <a:t>vinculativos</a:t>
            </a:r>
            <a:r>
              <a:rPr lang="es-MX" dirty="0"/>
              <a:t> de las disposiciones fiscales y aduaneras </a:t>
            </a:r>
            <a:r>
              <a:rPr lang="es-MX" sz="2300" dirty="0"/>
              <a:t>(CFF 33-I-h)</a:t>
            </a:r>
          </a:p>
          <a:p>
            <a:pPr lvl="1"/>
            <a:endParaRPr lang="es-MX" dirty="0"/>
          </a:p>
          <a:p>
            <a:r>
              <a:rPr lang="es-MX" dirty="0"/>
              <a:t>Criterios Normativos</a:t>
            </a:r>
          </a:p>
          <a:p>
            <a:pPr lvl="1"/>
            <a:r>
              <a:rPr lang="es-MX" dirty="0"/>
              <a:t>Los funcionarios fiscales facultados debidamente podrán dar a conocer a las diversas dependencias el criterio que deberán seguir en cuanto a la aplicación de las disposiciones fiscales, sin que por ello nazcan obligaciones para los particulares y únicamente derivarán derechos de los mismos cuando se publiquen el Diario Oficial de la Federación </a:t>
            </a:r>
            <a:r>
              <a:rPr lang="es-MX" sz="2300" dirty="0"/>
              <a:t>(CFF-35)</a:t>
            </a:r>
          </a:p>
          <a:p>
            <a:endParaRPr lang="es-MX" dirty="0"/>
          </a:p>
        </p:txBody>
      </p:sp>
    </p:spTree>
    <p:extLst>
      <p:ext uri="{BB962C8B-B14F-4D97-AF65-F5344CB8AC3E}">
        <p14:creationId xmlns:p14="http://schemas.microsoft.com/office/powerpoint/2010/main" val="1790269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 LISR la aprueba el Congreso, lo que le da su jerarquía</a:t>
            </a:r>
          </a:p>
        </p:txBody>
      </p:sp>
      <p:graphicFrame>
        <p:nvGraphicFramePr>
          <p:cNvPr id="8" name="Content Placeholder 7"/>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99376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El RLISR lo emite el Presidente, que está por debajo del Congreso de la Unión</a:t>
            </a:r>
          </a:p>
        </p:txBody>
      </p:sp>
      <p:graphicFrame>
        <p:nvGraphicFramePr>
          <p:cNvPr id="8" name="Content Placeholder 7"/>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4402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La RMF se expide por funcionarios de la SHCP-SAT, que están por debajo del Presidente </a:t>
            </a:r>
            <a:r>
              <a:rPr lang="es-MX" sz="2000" dirty="0"/>
              <a:t>(CFF 33-I-g)</a:t>
            </a:r>
            <a:endParaRPr lang="es-MX" dirty="0"/>
          </a:p>
        </p:txBody>
      </p:sp>
      <p:graphicFrame>
        <p:nvGraphicFramePr>
          <p:cNvPr id="8" name="Content Placeholder 7"/>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0813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Los Criterios son comunicaciones de la SHCP-SAT </a:t>
            </a:r>
            <a:r>
              <a:rPr lang="es-MX" sz="1800" dirty="0"/>
              <a:t>(CFF 33-I-h y 35)</a:t>
            </a:r>
          </a:p>
        </p:txBody>
      </p:sp>
      <p:graphicFrame>
        <p:nvGraphicFramePr>
          <p:cNvPr id="8" name="Content Placeholder 7"/>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7105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Las Leyes se redactan desde el Gobierno y por lo tanto cuidan esos intereses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315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En este semestre solamente veremos lo relativo a Personas Morales - ISR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947609859"/>
              </p:ext>
            </p:extLst>
          </p:nvPr>
        </p:nvGraphicFramePr>
        <p:xfrm>
          <a:off x="838200" y="1825625"/>
          <a:ext cx="10515600" cy="3235960"/>
        </p:xfrm>
        <a:graphic>
          <a:graphicData uri="http://schemas.openxmlformats.org/drawingml/2006/table">
            <a:tbl>
              <a:tblPr firstRow="1" bandRow="1">
                <a:tableStyleId>{5C22544A-7EE6-4342-B048-85BDC9FD1C3A}</a:tableStyleId>
              </a:tblPr>
              <a:tblGrid>
                <a:gridCol w="1821873">
                  <a:extLst>
                    <a:ext uri="{9D8B030D-6E8A-4147-A177-3AD203B41FA5}">
                      <a16:colId xmlns:a16="http://schemas.microsoft.com/office/drawing/2014/main" val="20000"/>
                    </a:ext>
                  </a:extLst>
                </a:gridCol>
                <a:gridCol w="8693727">
                  <a:extLst>
                    <a:ext uri="{9D8B030D-6E8A-4147-A177-3AD203B41FA5}">
                      <a16:colId xmlns:a16="http://schemas.microsoft.com/office/drawing/2014/main" val="20001"/>
                    </a:ext>
                  </a:extLst>
                </a:gridCol>
              </a:tblGrid>
              <a:tr h="370840">
                <a:tc gridSpan="2">
                  <a:txBody>
                    <a:bodyPr/>
                    <a:lstStyle/>
                    <a:p>
                      <a:pPr algn="ctr"/>
                      <a:r>
                        <a:rPr lang="es-MX" dirty="0"/>
                        <a:t>Ley y Reglamento del ISR</a:t>
                      </a:r>
                    </a:p>
                  </a:txBody>
                  <a:tcPr/>
                </a:tc>
                <a:tc hMerge="1">
                  <a:txBody>
                    <a:bodyPr/>
                    <a:lstStyle/>
                    <a:p>
                      <a:endParaRPr lang="es-MX" dirty="0"/>
                    </a:p>
                  </a:txBody>
                  <a:tcPr/>
                </a:tc>
                <a:extLst>
                  <a:ext uri="{0D108BD9-81ED-4DB2-BD59-A6C34878D82A}">
                    <a16:rowId xmlns:a16="http://schemas.microsoft.com/office/drawing/2014/main" val="10000"/>
                  </a:ext>
                </a:extLst>
              </a:tr>
              <a:tr h="370840">
                <a:tc>
                  <a:txBody>
                    <a:bodyPr/>
                    <a:lstStyle/>
                    <a:p>
                      <a:r>
                        <a:rPr lang="es-MX" dirty="0"/>
                        <a:t>Título I</a:t>
                      </a:r>
                    </a:p>
                  </a:txBody>
                  <a:tcPr/>
                </a:tc>
                <a:tc>
                  <a:txBody>
                    <a:bodyPr/>
                    <a:lstStyle/>
                    <a:p>
                      <a:r>
                        <a:rPr lang="es-MX" dirty="0"/>
                        <a:t>Disposiciones Generales</a:t>
                      </a:r>
                    </a:p>
                  </a:txBody>
                  <a:tcPr/>
                </a:tc>
                <a:extLst>
                  <a:ext uri="{0D108BD9-81ED-4DB2-BD59-A6C34878D82A}">
                    <a16:rowId xmlns:a16="http://schemas.microsoft.com/office/drawing/2014/main" val="10001"/>
                  </a:ext>
                </a:extLst>
              </a:tr>
              <a:tr h="370840">
                <a:tc>
                  <a:txBody>
                    <a:bodyPr/>
                    <a:lstStyle/>
                    <a:p>
                      <a:r>
                        <a:rPr lang="es-MX" dirty="0"/>
                        <a:t>Título II</a:t>
                      </a:r>
                    </a:p>
                  </a:txBody>
                  <a:tcPr/>
                </a:tc>
                <a:tc>
                  <a:txBody>
                    <a:bodyPr/>
                    <a:lstStyle/>
                    <a:p>
                      <a:r>
                        <a:rPr lang="es-MX" dirty="0"/>
                        <a:t>De las Personas Morales</a:t>
                      </a:r>
                    </a:p>
                  </a:txBody>
                  <a:tcPr/>
                </a:tc>
                <a:extLst>
                  <a:ext uri="{0D108BD9-81ED-4DB2-BD59-A6C34878D82A}">
                    <a16:rowId xmlns:a16="http://schemas.microsoft.com/office/drawing/2014/main" val="10002"/>
                  </a:ext>
                </a:extLst>
              </a:tr>
              <a:tr h="370840">
                <a:tc>
                  <a:txBody>
                    <a:bodyPr/>
                    <a:lstStyle/>
                    <a:p>
                      <a:r>
                        <a:rPr lang="es-MX" dirty="0">
                          <a:solidFill>
                            <a:schemeClr val="tx1">
                              <a:lumMod val="50000"/>
                              <a:lumOff val="50000"/>
                            </a:schemeClr>
                          </a:solidFill>
                        </a:rPr>
                        <a:t>Título III</a:t>
                      </a:r>
                    </a:p>
                  </a:txBody>
                  <a:tcPr/>
                </a:tc>
                <a:tc>
                  <a:txBody>
                    <a:bodyPr/>
                    <a:lstStyle/>
                    <a:p>
                      <a:r>
                        <a:rPr lang="es-MX" dirty="0">
                          <a:solidFill>
                            <a:schemeClr val="tx1">
                              <a:lumMod val="50000"/>
                              <a:lumOff val="50000"/>
                            </a:schemeClr>
                          </a:solidFill>
                        </a:rPr>
                        <a:t>Del Régimen</a:t>
                      </a:r>
                      <a:r>
                        <a:rPr lang="es-MX" baseline="0" dirty="0">
                          <a:solidFill>
                            <a:schemeClr val="tx1">
                              <a:lumMod val="50000"/>
                              <a:lumOff val="50000"/>
                            </a:schemeClr>
                          </a:solidFill>
                        </a:rPr>
                        <a:t> de las Personas Morales con Fines no Lucrativos</a:t>
                      </a:r>
                      <a:endParaRPr lang="es-MX" dirty="0">
                        <a:solidFill>
                          <a:schemeClr val="tx1">
                            <a:lumMod val="50000"/>
                            <a:lumOff val="50000"/>
                          </a:schemeClr>
                        </a:solidFill>
                      </a:endParaRPr>
                    </a:p>
                  </a:txBody>
                  <a:tcPr/>
                </a:tc>
                <a:extLst>
                  <a:ext uri="{0D108BD9-81ED-4DB2-BD59-A6C34878D82A}">
                    <a16:rowId xmlns:a16="http://schemas.microsoft.com/office/drawing/2014/main" val="10003"/>
                  </a:ext>
                </a:extLst>
              </a:tr>
              <a:tr h="370840">
                <a:tc>
                  <a:txBody>
                    <a:bodyPr/>
                    <a:lstStyle/>
                    <a:p>
                      <a:r>
                        <a:rPr lang="es-MX" dirty="0">
                          <a:solidFill>
                            <a:schemeClr val="tx1">
                              <a:lumMod val="50000"/>
                              <a:lumOff val="50000"/>
                            </a:schemeClr>
                          </a:solidFill>
                        </a:rPr>
                        <a:t>Título IV</a:t>
                      </a:r>
                    </a:p>
                  </a:txBody>
                  <a:tcPr/>
                </a:tc>
                <a:tc>
                  <a:txBody>
                    <a:bodyPr/>
                    <a:lstStyle/>
                    <a:p>
                      <a:r>
                        <a:rPr lang="es-MX" dirty="0">
                          <a:solidFill>
                            <a:schemeClr val="tx1">
                              <a:lumMod val="50000"/>
                              <a:lumOff val="50000"/>
                            </a:schemeClr>
                          </a:solidFill>
                        </a:rPr>
                        <a:t>De las Personas Físicas</a:t>
                      </a:r>
                    </a:p>
                  </a:txBody>
                  <a:tcPr/>
                </a:tc>
                <a:extLst>
                  <a:ext uri="{0D108BD9-81ED-4DB2-BD59-A6C34878D82A}">
                    <a16:rowId xmlns:a16="http://schemas.microsoft.com/office/drawing/2014/main" val="10004"/>
                  </a:ext>
                </a:extLst>
              </a:tr>
              <a:tr h="640080">
                <a:tc>
                  <a:txBody>
                    <a:bodyPr/>
                    <a:lstStyle/>
                    <a:p>
                      <a:pPr marL="0" algn="l" defTabSz="914400" rtl="0" eaLnBrk="1" latinLnBrk="0" hangingPunct="1"/>
                      <a:r>
                        <a:rPr lang="es-MX" sz="1800" kern="1200" dirty="0">
                          <a:solidFill>
                            <a:schemeClr val="tx1">
                              <a:lumMod val="50000"/>
                              <a:lumOff val="50000"/>
                            </a:schemeClr>
                          </a:solidFill>
                          <a:latin typeface="+mn-lt"/>
                          <a:ea typeface="+mn-ea"/>
                          <a:cs typeface="+mn-cs"/>
                        </a:rPr>
                        <a:t>Título V</a:t>
                      </a:r>
                    </a:p>
                  </a:txBody>
                  <a:tcPr/>
                </a:tc>
                <a:tc>
                  <a:txBody>
                    <a:bodyPr/>
                    <a:lstStyle/>
                    <a:p>
                      <a:pPr marL="0" algn="l" defTabSz="914400" rtl="0" eaLnBrk="1" latinLnBrk="0" hangingPunct="1"/>
                      <a:r>
                        <a:rPr lang="es-MX" sz="1800" kern="1200" dirty="0">
                          <a:solidFill>
                            <a:schemeClr val="tx1">
                              <a:lumMod val="50000"/>
                              <a:lumOff val="50000"/>
                            </a:schemeClr>
                          </a:solidFill>
                          <a:latin typeface="+mn-lt"/>
                          <a:ea typeface="+mn-ea"/>
                          <a:cs typeface="+mn-cs"/>
                        </a:rPr>
                        <a:t>De los Residentes en el Extranjero con Ingresos Provenientes de Fuente de Riqueza Ubicada en Territorio Nacional</a:t>
                      </a:r>
                    </a:p>
                  </a:txBody>
                  <a:tcPr/>
                </a:tc>
                <a:extLst>
                  <a:ext uri="{0D108BD9-81ED-4DB2-BD59-A6C34878D82A}">
                    <a16:rowId xmlns:a16="http://schemas.microsoft.com/office/drawing/2014/main" val="10005"/>
                  </a:ext>
                </a:extLst>
              </a:tr>
              <a:tr h="370840">
                <a:tc>
                  <a:txBody>
                    <a:bodyPr/>
                    <a:lstStyle/>
                    <a:p>
                      <a:r>
                        <a:rPr lang="es-MX" dirty="0">
                          <a:solidFill>
                            <a:schemeClr val="tx1">
                              <a:lumMod val="50000"/>
                              <a:lumOff val="50000"/>
                            </a:schemeClr>
                          </a:solidFill>
                        </a:rPr>
                        <a:t>Título VI</a:t>
                      </a:r>
                    </a:p>
                  </a:txBody>
                  <a:tcPr/>
                </a:tc>
                <a:tc>
                  <a:txBody>
                    <a:bodyPr/>
                    <a:lstStyle/>
                    <a:p>
                      <a:r>
                        <a:rPr lang="es-MX" dirty="0">
                          <a:solidFill>
                            <a:schemeClr val="tx1">
                              <a:lumMod val="50000"/>
                              <a:lumOff val="50000"/>
                            </a:schemeClr>
                          </a:solidFill>
                        </a:rPr>
                        <a:t>De</a:t>
                      </a:r>
                      <a:r>
                        <a:rPr lang="es-MX" baseline="0" dirty="0">
                          <a:solidFill>
                            <a:schemeClr val="tx1">
                              <a:lumMod val="50000"/>
                              <a:lumOff val="50000"/>
                            </a:schemeClr>
                          </a:solidFill>
                        </a:rPr>
                        <a:t> los Regímenes Fiscales Preferentes y de las Empresas Multinacionales</a:t>
                      </a:r>
                      <a:endParaRPr lang="es-MX" dirty="0">
                        <a:solidFill>
                          <a:schemeClr val="tx1">
                            <a:lumMod val="50000"/>
                            <a:lumOff val="50000"/>
                          </a:schemeClr>
                        </a:solidFill>
                      </a:endParaRPr>
                    </a:p>
                  </a:txBody>
                  <a:tcPr/>
                </a:tc>
                <a:extLst>
                  <a:ext uri="{0D108BD9-81ED-4DB2-BD59-A6C34878D82A}">
                    <a16:rowId xmlns:a16="http://schemas.microsoft.com/office/drawing/2014/main" val="10006"/>
                  </a:ext>
                </a:extLst>
              </a:tr>
              <a:tr h="370840">
                <a:tc>
                  <a:txBody>
                    <a:bodyPr/>
                    <a:lstStyle/>
                    <a:p>
                      <a:pPr marL="0" algn="l" defTabSz="914400" rtl="0" eaLnBrk="1" latinLnBrk="0" hangingPunct="1"/>
                      <a:r>
                        <a:rPr lang="es-MX" sz="1800" kern="1200" dirty="0">
                          <a:solidFill>
                            <a:schemeClr val="tx1">
                              <a:lumMod val="50000"/>
                              <a:lumOff val="50000"/>
                            </a:schemeClr>
                          </a:solidFill>
                          <a:latin typeface="+mn-lt"/>
                          <a:ea typeface="+mn-ea"/>
                          <a:cs typeface="+mn-cs"/>
                        </a:rPr>
                        <a:t>Título VII</a:t>
                      </a:r>
                    </a:p>
                  </a:txBody>
                  <a:tcPr/>
                </a:tc>
                <a:tc>
                  <a:txBody>
                    <a:bodyPr/>
                    <a:lstStyle/>
                    <a:p>
                      <a:pPr marL="0" algn="l" defTabSz="914400" rtl="0" eaLnBrk="1" latinLnBrk="0" hangingPunct="1"/>
                      <a:r>
                        <a:rPr lang="es-MX" sz="1800" kern="1200" dirty="0">
                          <a:solidFill>
                            <a:schemeClr val="tx1">
                              <a:lumMod val="50000"/>
                              <a:lumOff val="50000"/>
                            </a:schemeClr>
                          </a:solidFill>
                          <a:latin typeface="+mn-lt"/>
                          <a:ea typeface="+mn-ea"/>
                          <a:cs typeface="+mn-cs"/>
                        </a:rPr>
                        <a:t>De los Estímulos Fiscales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23697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dirty="0"/>
              <a:t>Las Disposiciones Generales son aplicables a todos los contribuyentes del ISR</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38935091"/>
              </p:ext>
            </p:extLst>
          </p:nvPr>
        </p:nvGraphicFramePr>
        <p:xfrm>
          <a:off x="838200" y="2063132"/>
          <a:ext cx="10455234" cy="4114800"/>
        </p:xfrm>
        <a:graphic>
          <a:graphicData uri="http://schemas.openxmlformats.org/drawingml/2006/table">
            <a:tbl>
              <a:tblPr firstRow="1" bandRow="1">
                <a:tableStyleId>{5C22544A-7EE6-4342-B048-85BDC9FD1C3A}</a:tableStyleId>
              </a:tblPr>
              <a:tblGrid>
                <a:gridCol w="1548740">
                  <a:extLst>
                    <a:ext uri="{9D8B030D-6E8A-4147-A177-3AD203B41FA5}">
                      <a16:colId xmlns:a16="http://schemas.microsoft.com/office/drawing/2014/main" val="20000"/>
                    </a:ext>
                  </a:extLst>
                </a:gridCol>
                <a:gridCol w="8906494">
                  <a:extLst>
                    <a:ext uri="{9D8B030D-6E8A-4147-A177-3AD203B41FA5}">
                      <a16:colId xmlns:a16="http://schemas.microsoft.com/office/drawing/2014/main" val="20001"/>
                    </a:ext>
                  </a:extLst>
                </a:gridCol>
              </a:tblGrid>
              <a:tr h="457200">
                <a:tc>
                  <a:txBody>
                    <a:bodyPr/>
                    <a:lstStyle/>
                    <a:p>
                      <a:pPr algn="ctr"/>
                      <a:r>
                        <a:rPr lang="es-MX" sz="2400" dirty="0"/>
                        <a:t>Artículo</a:t>
                      </a:r>
                    </a:p>
                  </a:txBody>
                  <a:tcPr/>
                </a:tc>
                <a:tc>
                  <a:txBody>
                    <a:bodyPr/>
                    <a:lstStyle/>
                    <a:p>
                      <a:pPr algn="ctr"/>
                      <a:r>
                        <a:rPr lang="es-MX" sz="2400" dirty="0"/>
                        <a:t>Ley del Impuesto sobre la Renta</a:t>
                      </a:r>
                    </a:p>
                  </a:txBody>
                  <a:tcPr/>
                </a:tc>
                <a:extLst>
                  <a:ext uri="{0D108BD9-81ED-4DB2-BD59-A6C34878D82A}">
                    <a16:rowId xmlns:a16="http://schemas.microsoft.com/office/drawing/2014/main" val="10000"/>
                  </a:ext>
                </a:extLst>
              </a:tr>
              <a:tr h="457200">
                <a:tc>
                  <a:txBody>
                    <a:bodyPr/>
                    <a:lstStyle/>
                    <a:p>
                      <a:pPr algn="ctr"/>
                      <a:r>
                        <a:rPr lang="es-MX" sz="2400" dirty="0"/>
                        <a:t>1</a:t>
                      </a:r>
                    </a:p>
                  </a:txBody>
                  <a:tcPr/>
                </a:tc>
                <a:tc>
                  <a:txBody>
                    <a:bodyPr/>
                    <a:lstStyle/>
                    <a:p>
                      <a:r>
                        <a:rPr lang="es-MX" sz="2400" dirty="0"/>
                        <a:t>Sujetos</a:t>
                      </a:r>
                      <a:r>
                        <a:rPr lang="es-MX" sz="2400" baseline="0" dirty="0"/>
                        <a:t> del Impuesto</a:t>
                      </a:r>
                      <a:endParaRPr lang="es-MX" sz="2400" dirty="0"/>
                    </a:p>
                  </a:txBody>
                  <a:tcPr/>
                </a:tc>
                <a:extLst>
                  <a:ext uri="{0D108BD9-81ED-4DB2-BD59-A6C34878D82A}">
                    <a16:rowId xmlns:a16="http://schemas.microsoft.com/office/drawing/2014/main" val="10001"/>
                  </a:ext>
                </a:extLst>
              </a:tr>
              <a:tr h="457200">
                <a:tc>
                  <a:txBody>
                    <a:bodyPr/>
                    <a:lstStyle/>
                    <a:p>
                      <a:pPr marL="0" algn="ctr" defTabSz="914400" rtl="0" eaLnBrk="1" latinLnBrk="0" hangingPunct="1"/>
                      <a:r>
                        <a:rPr lang="es-MX" sz="2400" kern="1200" dirty="0">
                          <a:solidFill>
                            <a:schemeClr val="bg1">
                              <a:lumMod val="50000"/>
                            </a:schemeClr>
                          </a:solidFill>
                          <a:latin typeface="+mn-lt"/>
                          <a:ea typeface="+mn-ea"/>
                          <a:cs typeface="+mn-cs"/>
                        </a:rPr>
                        <a:t>2</a:t>
                      </a:r>
                    </a:p>
                  </a:txBody>
                  <a:tcPr/>
                </a:tc>
                <a:tc>
                  <a:txBody>
                    <a:bodyPr/>
                    <a:lstStyle/>
                    <a:p>
                      <a:pPr marL="0" algn="l" defTabSz="914400" rtl="0" eaLnBrk="1" latinLnBrk="0" hangingPunct="1"/>
                      <a:r>
                        <a:rPr lang="es-MX" sz="2400" kern="1200" dirty="0">
                          <a:solidFill>
                            <a:schemeClr val="bg1">
                              <a:lumMod val="50000"/>
                            </a:schemeClr>
                          </a:solidFill>
                          <a:latin typeface="+mn-lt"/>
                          <a:ea typeface="+mn-ea"/>
                          <a:cs typeface="+mn-cs"/>
                        </a:rPr>
                        <a:t>Establecimiento Permananente</a:t>
                      </a:r>
                    </a:p>
                  </a:txBody>
                  <a:tcPr/>
                </a:tc>
                <a:extLst>
                  <a:ext uri="{0D108BD9-81ED-4DB2-BD59-A6C34878D82A}">
                    <a16:rowId xmlns:a16="http://schemas.microsoft.com/office/drawing/2014/main" val="10002"/>
                  </a:ext>
                </a:extLst>
              </a:tr>
              <a:tr h="457200">
                <a:tc>
                  <a:txBody>
                    <a:bodyPr/>
                    <a:lstStyle/>
                    <a:p>
                      <a:pPr marL="0" algn="ctr" defTabSz="914400" rtl="0" eaLnBrk="1" latinLnBrk="0" hangingPunct="1"/>
                      <a:r>
                        <a:rPr lang="es-MX" sz="2400" kern="1200" dirty="0">
                          <a:solidFill>
                            <a:schemeClr val="bg1">
                              <a:lumMod val="50000"/>
                            </a:schemeClr>
                          </a:solidFill>
                          <a:latin typeface="+mn-lt"/>
                          <a:ea typeface="+mn-ea"/>
                          <a:cs typeface="+mn-cs"/>
                        </a:rPr>
                        <a:t>3</a:t>
                      </a:r>
                    </a:p>
                  </a:txBody>
                  <a:tcPr/>
                </a:tc>
                <a:tc>
                  <a:txBody>
                    <a:bodyPr/>
                    <a:lstStyle/>
                    <a:p>
                      <a:pPr marL="0" algn="l" defTabSz="914400" rtl="0" eaLnBrk="1" latinLnBrk="0" hangingPunct="1"/>
                      <a:r>
                        <a:rPr lang="es-MX" sz="2400" kern="1200" dirty="0">
                          <a:solidFill>
                            <a:schemeClr val="bg1">
                              <a:lumMod val="50000"/>
                            </a:schemeClr>
                          </a:solidFill>
                          <a:latin typeface="+mn-lt"/>
                          <a:ea typeface="+mn-ea"/>
                          <a:cs typeface="+mn-cs"/>
                        </a:rPr>
                        <a:t>Excepciones al Establecimiento Permanente</a:t>
                      </a:r>
                    </a:p>
                  </a:txBody>
                  <a:tcPr/>
                </a:tc>
                <a:extLst>
                  <a:ext uri="{0D108BD9-81ED-4DB2-BD59-A6C34878D82A}">
                    <a16:rowId xmlns:a16="http://schemas.microsoft.com/office/drawing/2014/main" val="10003"/>
                  </a:ext>
                </a:extLst>
              </a:tr>
              <a:tr h="457200">
                <a:tc>
                  <a:txBody>
                    <a:bodyPr/>
                    <a:lstStyle/>
                    <a:p>
                      <a:pPr algn="ctr"/>
                      <a:r>
                        <a:rPr lang="es-MX" sz="2400" dirty="0">
                          <a:solidFill>
                            <a:schemeClr val="bg1">
                              <a:lumMod val="50000"/>
                            </a:schemeClr>
                          </a:solidFill>
                        </a:rPr>
                        <a:t>4</a:t>
                      </a:r>
                    </a:p>
                  </a:txBody>
                  <a:tcPr/>
                </a:tc>
                <a:tc>
                  <a:txBody>
                    <a:bodyPr/>
                    <a:lstStyle/>
                    <a:p>
                      <a:r>
                        <a:rPr lang="es-MX" sz="2400" dirty="0">
                          <a:solidFill>
                            <a:schemeClr val="bg1">
                              <a:lumMod val="50000"/>
                            </a:schemeClr>
                          </a:solidFill>
                        </a:rPr>
                        <a:t>Tratados Internacionales</a:t>
                      </a:r>
                    </a:p>
                  </a:txBody>
                  <a:tcPr/>
                </a:tc>
                <a:extLst>
                  <a:ext uri="{0D108BD9-81ED-4DB2-BD59-A6C34878D82A}">
                    <a16:rowId xmlns:a16="http://schemas.microsoft.com/office/drawing/2014/main" val="10004"/>
                  </a:ext>
                </a:extLst>
              </a:tr>
              <a:tr h="457200">
                <a:tc>
                  <a:txBody>
                    <a:bodyPr/>
                    <a:lstStyle/>
                    <a:p>
                      <a:pPr algn="ctr"/>
                      <a:r>
                        <a:rPr lang="es-MX" sz="2400" dirty="0">
                          <a:solidFill>
                            <a:schemeClr val="bg1">
                              <a:lumMod val="50000"/>
                            </a:schemeClr>
                          </a:solidFill>
                        </a:rPr>
                        <a:t>5</a:t>
                      </a:r>
                    </a:p>
                  </a:txBody>
                  <a:tcPr/>
                </a:tc>
                <a:tc>
                  <a:txBody>
                    <a:bodyPr/>
                    <a:lstStyle/>
                    <a:p>
                      <a:r>
                        <a:rPr lang="es-MX" sz="2400" dirty="0">
                          <a:solidFill>
                            <a:schemeClr val="bg1">
                              <a:lumMod val="50000"/>
                            </a:schemeClr>
                          </a:solidFill>
                        </a:rPr>
                        <a:t>Acreditamiento de Impuestos</a:t>
                      </a:r>
                      <a:r>
                        <a:rPr lang="es-MX" sz="2400" baseline="0" dirty="0">
                          <a:solidFill>
                            <a:schemeClr val="bg1">
                              <a:lumMod val="50000"/>
                            </a:schemeClr>
                          </a:solidFill>
                        </a:rPr>
                        <a:t> Extranjeros</a:t>
                      </a:r>
                      <a:endParaRPr lang="es-MX" sz="2400" dirty="0">
                        <a:solidFill>
                          <a:schemeClr val="bg1">
                            <a:lumMod val="50000"/>
                          </a:schemeClr>
                        </a:solidFill>
                      </a:endParaRPr>
                    </a:p>
                  </a:txBody>
                  <a:tcPr/>
                </a:tc>
                <a:extLst>
                  <a:ext uri="{0D108BD9-81ED-4DB2-BD59-A6C34878D82A}">
                    <a16:rowId xmlns:a16="http://schemas.microsoft.com/office/drawing/2014/main" val="10005"/>
                  </a:ext>
                </a:extLst>
              </a:tr>
              <a:tr h="457200">
                <a:tc>
                  <a:txBody>
                    <a:bodyPr/>
                    <a:lstStyle/>
                    <a:p>
                      <a:pPr algn="ctr"/>
                      <a:r>
                        <a:rPr lang="es-MX" sz="2400" dirty="0"/>
                        <a:t>6</a:t>
                      </a:r>
                    </a:p>
                  </a:txBody>
                  <a:tcPr/>
                </a:tc>
                <a:tc>
                  <a:txBody>
                    <a:bodyPr/>
                    <a:lstStyle/>
                    <a:p>
                      <a:r>
                        <a:rPr lang="es-MX" sz="2400" dirty="0"/>
                        <a:t>Factores de Ajuste y</a:t>
                      </a:r>
                      <a:r>
                        <a:rPr lang="es-MX" sz="2400" baseline="0" dirty="0"/>
                        <a:t> Actualización</a:t>
                      </a:r>
                      <a:endParaRPr lang="es-MX" sz="2400" dirty="0"/>
                    </a:p>
                  </a:txBody>
                  <a:tcPr/>
                </a:tc>
                <a:extLst>
                  <a:ext uri="{0D108BD9-81ED-4DB2-BD59-A6C34878D82A}">
                    <a16:rowId xmlns:a16="http://schemas.microsoft.com/office/drawing/2014/main" val="10006"/>
                  </a:ext>
                </a:extLst>
              </a:tr>
              <a:tr h="457200">
                <a:tc>
                  <a:txBody>
                    <a:bodyPr/>
                    <a:lstStyle/>
                    <a:p>
                      <a:pPr algn="ctr"/>
                      <a:r>
                        <a:rPr lang="es-MX" sz="2400" dirty="0"/>
                        <a:t>7</a:t>
                      </a:r>
                    </a:p>
                  </a:txBody>
                  <a:tcPr/>
                </a:tc>
                <a:tc>
                  <a:txBody>
                    <a:bodyPr/>
                    <a:lstStyle/>
                    <a:p>
                      <a:r>
                        <a:rPr lang="es-MX" sz="2400" dirty="0"/>
                        <a:t>Concepto de Persona Moral</a:t>
                      </a:r>
                    </a:p>
                  </a:txBody>
                  <a:tcPr/>
                </a:tc>
                <a:extLst>
                  <a:ext uri="{0D108BD9-81ED-4DB2-BD59-A6C34878D82A}">
                    <a16:rowId xmlns:a16="http://schemas.microsoft.com/office/drawing/2014/main" val="10007"/>
                  </a:ext>
                </a:extLst>
              </a:tr>
              <a:tr h="457200">
                <a:tc>
                  <a:txBody>
                    <a:bodyPr/>
                    <a:lstStyle/>
                    <a:p>
                      <a:pPr algn="ctr"/>
                      <a:r>
                        <a:rPr lang="es-MX" sz="2400" dirty="0"/>
                        <a:t>8</a:t>
                      </a:r>
                    </a:p>
                  </a:txBody>
                  <a:tcPr/>
                </a:tc>
                <a:tc>
                  <a:txBody>
                    <a:bodyPr/>
                    <a:lstStyle/>
                    <a:p>
                      <a:r>
                        <a:rPr lang="es-MX" sz="2400" dirty="0"/>
                        <a:t>Concepto de Intereses</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441969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El Título II se parece a un Estado de Resultados, ya que ahí se calcula la Renta</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81309576"/>
              </p:ext>
            </p:extLst>
          </p:nvPr>
        </p:nvGraphicFramePr>
        <p:xfrm>
          <a:off x="838200" y="1607961"/>
          <a:ext cx="10515601" cy="5191760"/>
        </p:xfrm>
        <a:graphic>
          <a:graphicData uri="http://schemas.openxmlformats.org/drawingml/2006/table">
            <a:tbl>
              <a:tblPr firstRow="1" bandRow="1">
                <a:tableStyleId>{5C22544A-7EE6-4342-B048-85BDC9FD1C3A}</a:tableStyleId>
              </a:tblPr>
              <a:tblGrid>
                <a:gridCol w="1370610">
                  <a:extLst>
                    <a:ext uri="{9D8B030D-6E8A-4147-A177-3AD203B41FA5}">
                      <a16:colId xmlns:a16="http://schemas.microsoft.com/office/drawing/2014/main" val="20000"/>
                    </a:ext>
                  </a:extLst>
                </a:gridCol>
                <a:gridCol w="1163782">
                  <a:extLst>
                    <a:ext uri="{9D8B030D-6E8A-4147-A177-3AD203B41FA5}">
                      <a16:colId xmlns:a16="http://schemas.microsoft.com/office/drawing/2014/main" val="20001"/>
                    </a:ext>
                  </a:extLst>
                </a:gridCol>
                <a:gridCol w="6531429">
                  <a:extLst>
                    <a:ext uri="{9D8B030D-6E8A-4147-A177-3AD203B41FA5}">
                      <a16:colId xmlns:a16="http://schemas.microsoft.com/office/drawing/2014/main" val="20002"/>
                    </a:ext>
                  </a:extLst>
                </a:gridCol>
                <a:gridCol w="1449780">
                  <a:extLst>
                    <a:ext uri="{9D8B030D-6E8A-4147-A177-3AD203B41FA5}">
                      <a16:colId xmlns:a16="http://schemas.microsoft.com/office/drawing/2014/main" val="20003"/>
                    </a:ext>
                  </a:extLst>
                </a:gridCol>
              </a:tblGrid>
              <a:tr h="370840">
                <a:tc>
                  <a:txBody>
                    <a:bodyPr/>
                    <a:lstStyle/>
                    <a:p>
                      <a:pPr algn="ctr"/>
                      <a:r>
                        <a:rPr lang="es-MX" sz="1800" dirty="0"/>
                        <a:t>Capítulo</a:t>
                      </a:r>
                    </a:p>
                  </a:txBody>
                  <a:tcPr/>
                </a:tc>
                <a:tc>
                  <a:txBody>
                    <a:bodyPr/>
                    <a:lstStyle/>
                    <a:p>
                      <a:pPr algn="ctr"/>
                      <a:r>
                        <a:rPr lang="es-MX" sz="1800" dirty="0"/>
                        <a:t>Sección</a:t>
                      </a:r>
                    </a:p>
                  </a:txBody>
                  <a:tcPr/>
                </a:tc>
                <a:tc>
                  <a:txBody>
                    <a:bodyPr/>
                    <a:lstStyle/>
                    <a:p>
                      <a:pPr algn="ctr"/>
                      <a:r>
                        <a:rPr lang="es-MX" sz="1800" dirty="0"/>
                        <a:t>Ley del Impuesto sobre la Renta</a:t>
                      </a:r>
                    </a:p>
                  </a:txBody>
                  <a:tcPr/>
                </a:tc>
                <a:tc>
                  <a:txBody>
                    <a:bodyPr/>
                    <a:lstStyle/>
                    <a:p>
                      <a:pPr algn="ctr"/>
                      <a:r>
                        <a:rPr lang="es-MX" sz="1800" dirty="0"/>
                        <a:t>Artículos Ley</a:t>
                      </a:r>
                    </a:p>
                  </a:txBody>
                  <a:tcPr/>
                </a:tc>
                <a:extLst>
                  <a:ext uri="{0D108BD9-81ED-4DB2-BD59-A6C34878D82A}">
                    <a16:rowId xmlns:a16="http://schemas.microsoft.com/office/drawing/2014/main" val="10000"/>
                  </a:ext>
                </a:extLst>
              </a:tr>
              <a:tr h="370840">
                <a:tc>
                  <a:txBody>
                    <a:bodyPr/>
                    <a:lstStyle/>
                    <a:p>
                      <a:endParaRPr lang="es-MX" sz="1800" dirty="0"/>
                    </a:p>
                  </a:txBody>
                  <a:tcPr/>
                </a:tc>
                <a:tc>
                  <a:txBody>
                    <a:bodyPr/>
                    <a:lstStyle/>
                    <a:p>
                      <a:endParaRPr lang="es-MX" sz="1800" dirty="0"/>
                    </a:p>
                  </a:txBody>
                  <a:tcPr/>
                </a:tc>
                <a:tc>
                  <a:txBody>
                    <a:bodyPr/>
                    <a:lstStyle/>
                    <a:p>
                      <a:r>
                        <a:rPr lang="es-MX" sz="1800" dirty="0"/>
                        <a:t>Disposiciones Generales</a:t>
                      </a:r>
                    </a:p>
                  </a:txBody>
                  <a:tcPr/>
                </a:tc>
                <a:tc>
                  <a:txBody>
                    <a:bodyPr/>
                    <a:lstStyle/>
                    <a:p>
                      <a:pPr algn="ctr"/>
                      <a:r>
                        <a:rPr lang="es-MX" sz="1800" dirty="0"/>
                        <a:t>9</a:t>
                      </a:r>
                      <a:r>
                        <a:rPr lang="es-MX" sz="1800" baseline="0" dirty="0"/>
                        <a:t> a 15</a:t>
                      </a:r>
                      <a:endParaRPr lang="es-MX" sz="1800" dirty="0"/>
                    </a:p>
                  </a:txBody>
                  <a:tcPr/>
                </a:tc>
                <a:extLst>
                  <a:ext uri="{0D108BD9-81ED-4DB2-BD59-A6C34878D82A}">
                    <a16:rowId xmlns:a16="http://schemas.microsoft.com/office/drawing/2014/main" val="10001"/>
                  </a:ext>
                </a:extLst>
              </a:tr>
              <a:tr h="370840">
                <a:tc>
                  <a:txBody>
                    <a:bodyPr/>
                    <a:lstStyle/>
                    <a:p>
                      <a:r>
                        <a:rPr lang="es-MX" sz="1800" dirty="0"/>
                        <a:t>Capítulo</a:t>
                      </a:r>
                      <a:r>
                        <a:rPr lang="es-MX" sz="1800" baseline="0" dirty="0"/>
                        <a:t> I</a:t>
                      </a:r>
                      <a:endParaRPr lang="es-MX" sz="1800" dirty="0"/>
                    </a:p>
                  </a:txBody>
                  <a:tcPr/>
                </a:tc>
                <a:tc>
                  <a:txBody>
                    <a:bodyPr/>
                    <a:lstStyle/>
                    <a:p>
                      <a:endParaRPr lang="es-MX" sz="1800" dirty="0"/>
                    </a:p>
                  </a:txBody>
                  <a:tcPr/>
                </a:tc>
                <a:tc>
                  <a:txBody>
                    <a:bodyPr/>
                    <a:lstStyle/>
                    <a:p>
                      <a:r>
                        <a:rPr lang="es-MX" sz="1800" dirty="0"/>
                        <a:t>De los Ingresos</a:t>
                      </a:r>
                    </a:p>
                  </a:txBody>
                  <a:tcPr/>
                </a:tc>
                <a:tc>
                  <a:txBody>
                    <a:bodyPr/>
                    <a:lstStyle/>
                    <a:p>
                      <a:pPr algn="ctr"/>
                      <a:r>
                        <a:rPr lang="es-MX" sz="1800" dirty="0"/>
                        <a:t>16 a 24</a:t>
                      </a:r>
                    </a:p>
                  </a:txBody>
                  <a:tcPr/>
                </a:tc>
                <a:extLst>
                  <a:ext uri="{0D108BD9-81ED-4DB2-BD59-A6C34878D82A}">
                    <a16:rowId xmlns:a16="http://schemas.microsoft.com/office/drawing/2014/main" val="10002"/>
                  </a:ext>
                </a:extLst>
              </a:tr>
              <a:tr h="370840">
                <a:tc>
                  <a:txBody>
                    <a:bodyPr/>
                    <a:lstStyle/>
                    <a:p>
                      <a:r>
                        <a:rPr lang="es-MX" sz="1800" dirty="0"/>
                        <a:t>Capítulo II</a:t>
                      </a:r>
                    </a:p>
                  </a:txBody>
                  <a:tcPr/>
                </a:tc>
                <a:tc>
                  <a:txBody>
                    <a:bodyPr/>
                    <a:lstStyle/>
                    <a:p>
                      <a:endParaRPr lang="es-MX" sz="1800" dirty="0"/>
                    </a:p>
                  </a:txBody>
                  <a:tcPr/>
                </a:tc>
                <a:tc>
                  <a:txBody>
                    <a:bodyPr/>
                    <a:lstStyle/>
                    <a:p>
                      <a:r>
                        <a:rPr lang="es-MX" sz="1800" dirty="0"/>
                        <a:t>De</a:t>
                      </a:r>
                      <a:r>
                        <a:rPr lang="es-MX" sz="1800" baseline="0" dirty="0"/>
                        <a:t> las Deducciones</a:t>
                      </a:r>
                      <a:endParaRPr lang="es-MX" sz="1800" dirty="0"/>
                    </a:p>
                  </a:txBody>
                  <a:tcPr/>
                </a:tc>
                <a:tc>
                  <a:txBody>
                    <a:bodyPr/>
                    <a:lstStyle/>
                    <a:p>
                      <a:pPr algn="ctr"/>
                      <a:endParaRPr lang="es-MX" sz="1800" dirty="0"/>
                    </a:p>
                  </a:txBody>
                  <a:tcPr/>
                </a:tc>
                <a:extLst>
                  <a:ext uri="{0D108BD9-81ED-4DB2-BD59-A6C34878D82A}">
                    <a16:rowId xmlns:a16="http://schemas.microsoft.com/office/drawing/2014/main" val="10003"/>
                  </a:ext>
                </a:extLst>
              </a:tr>
              <a:tr h="370840">
                <a:tc>
                  <a:txBody>
                    <a:bodyPr/>
                    <a:lstStyle/>
                    <a:p>
                      <a:endParaRPr lang="es-MX" sz="1800" dirty="0"/>
                    </a:p>
                  </a:txBody>
                  <a:tcPr/>
                </a:tc>
                <a:tc>
                  <a:txBody>
                    <a:bodyPr/>
                    <a:lstStyle/>
                    <a:p>
                      <a:r>
                        <a:rPr lang="es-MX" sz="1800" dirty="0"/>
                        <a:t>Sección I</a:t>
                      </a:r>
                    </a:p>
                  </a:txBody>
                  <a:tcPr/>
                </a:tc>
                <a:tc>
                  <a:txBody>
                    <a:bodyPr/>
                    <a:lstStyle/>
                    <a:p>
                      <a:r>
                        <a:rPr lang="es-MX" sz="1800" dirty="0"/>
                        <a:t>De las Deducciones en General</a:t>
                      </a:r>
                    </a:p>
                  </a:txBody>
                  <a:tcPr/>
                </a:tc>
                <a:tc>
                  <a:txBody>
                    <a:bodyPr/>
                    <a:lstStyle/>
                    <a:p>
                      <a:pPr algn="ctr"/>
                      <a:r>
                        <a:rPr lang="es-MX" sz="1800" dirty="0"/>
                        <a:t>25 a 30</a:t>
                      </a:r>
                    </a:p>
                  </a:txBody>
                  <a:tcPr/>
                </a:tc>
                <a:extLst>
                  <a:ext uri="{0D108BD9-81ED-4DB2-BD59-A6C34878D82A}">
                    <a16:rowId xmlns:a16="http://schemas.microsoft.com/office/drawing/2014/main" val="10004"/>
                  </a:ext>
                </a:extLst>
              </a:tr>
              <a:tr h="370840">
                <a:tc>
                  <a:txBody>
                    <a:bodyPr/>
                    <a:lstStyle/>
                    <a:p>
                      <a:endParaRPr lang="es-MX" sz="1800" dirty="0"/>
                    </a:p>
                  </a:txBody>
                  <a:tcPr/>
                </a:tc>
                <a:tc>
                  <a:txBody>
                    <a:bodyPr/>
                    <a:lstStyle/>
                    <a:p>
                      <a:r>
                        <a:rPr lang="es-MX" sz="1800" dirty="0"/>
                        <a:t>Sección II</a:t>
                      </a:r>
                    </a:p>
                  </a:txBody>
                  <a:tcPr/>
                </a:tc>
                <a:tc>
                  <a:txBody>
                    <a:bodyPr/>
                    <a:lstStyle/>
                    <a:p>
                      <a:r>
                        <a:rPr lang="es-MX" sz="1800" dirty="0"/>
                        <a:t>De las Inversiones</a:t>
                      </a:r>
                    </a:p>
                  </a:txBody>
                  <a:tcPr/>
                </a:tc>
                <a:tc>
                  <a:txBody>
                    <a:bodyPr/>
                    <a:lstStyle/>
                    <a:p>
                      <a:pPr algn="ctr"/>
                      <a:r>
                        <a:rPr lang="es-MX" sz="1800" dirty="0"/>
                        <a:t>31 a 38</a:t>
                      </a:r>
                    </a:p>
                  </a:txBody>
                  <a:tcPr/>
                </a:tc>
                <a:extLst>
                  <a:ext uri="{0D108BD9-81ED-4DB2-BD59-A6C34878D82A}">
                    <a16:rowId xmlns:a16="http://schemas.microsoft.com/office/drawing/2014/main" val="10005"/>
                  </a:ext>
                </a:extLst>
              </a:tr>
              <a:tr h="370840">
                <a:tc>
                  <a:txBody>
                    <a:bodyPr/>
                    <a:lstStyle/>
                    <a:p>
                      <a:pPr marL="0" algn="l" defTabSz="914400" rtl="0" eaLnBrk="1" latinLnBrk="0" hangingPunct="1"/>
                      <a:endParaRPr lang="es-MX" sz="1800" kern="1200" dirty="0">
                        <a:solidFill>
                          <a:schemeClr val="bg1">
                            <a:lumMod val="50000"/>
                          </a:schemeClr>
                        </a:solidFill>
                        <a:latin typeface="+mn-lt"/>
                        <a:ea typeface="+mn-ea"/>
                        <a:cs typeface="+mn-cs"/>
                      </a:endParaRPr>
                    </a:p>
                  </a:txBody>
                  <a:tcPr/>
                </a:tc>
                <a:tc>
                  <a:txBody>
                    <a:bodyPr/>
                    <a:lstStyle/>
                    <a:p>
                      <a:pPr marL="0" algn="l" defTabSz="914400" rtl="0" eaLnBrk="1" latinLnBrk="0" hangingPunct="1"/>
                      <a:r>
                        <a:rPr lang="es-MX" sz="1800" kern="1200" dirty="0">
                          <a:solidFill>
                            <a:schemeClr val="tx1"/>
                          </a:solidFill>
                          <a:latin typeface="+mn-lt"/>
                          <a:ea typeface="+mn-ea"/>
                          <a:cs typeface="+mn-cs"/>
                        </a:rPr>
                        <a:t>Sección III</a:t>
                      </a:r>
                    </a:p>
                  </a:txBody>
                  <a:tcPr/>
                </a:tc>
                <a:tc>
                  <a:txBody>
                    <a:bodyPr/>
                    <a:lstStyle/>
                    <a:p>
                      <a:pPr marL="0" algn="l" defTabSz="914400" rtl="0" eaLnBrk="1" latinLnBrk="0" hangingPunct="1"/>
                      <a:r>
                        <a:rPr lang="es-MX" sz="1800" kern="1200" dirty="0">
                          <a:solidFill>
                            <a:schemeClr val="tx1"/>
                          </a:solidFill>
                          <a:latin typeface="+mn-lt"/>
                          <a:ea typeface="+mn-ea"/>
                          <a:cs typeface="+mn-cs"/>
                        </a:rPr>
                        <a:t>Del Costo de lo Vendido</a:t>
                      </a:r>
                    </a:p>
                  </a:txBody>
                  <a:tcPr/>
                </a:tc>
                <a:tc>
                  <a:txBody>
                    <a:bodyPr/>
                    <a:lstStyle/>
                    <a:p>
                      <a:pPr marL="0" algn="l" defTabSz="914400" rtl="0" eaLnBrk="1" latinLnBrk="0" hangingPunct="1"/>
                      <a:r>
                        <a:rPr lang="es-MX" sz="1800" kern="1200" dirty="0">
                          <a:solidFill>
                            <a:schemeClr val="tx1"/>
                          </a:solidFill>
                          <a:latin typeface="+mn-lt"/>
                          <a:ea typeface="+mn-ea"/>
                          <a:cs typeface="+mn-cs"/>
                        </a:rPr>
                        <a:t>39 a 43</a:t>
                      </a:r>
                    </a:p>
                  </a:txBody>
                  <a:tcPr/>
                </a:tc>
                <a:extLst>
                  <a:ext uri="{0D108BD9-81ED-4DB2-BD59-A6C34878D82A}">
                    <a16:rowId xmlns:a16="http://schemas.microsoft.com/office/drawing/2014/main" val="10006"/>
                  </a:ext>
                </a:extLst>
              </a:tr>
              <a:tr h="370840">
                <a:tc>
                  <a:txBody>
                    <a:bodyPr/>
                    <a:lstStyle/>
                    <a:p>
                      <a:r>
                        <a:rPr lang="es-MX" sz="1800" dirty="0"/>
                        <a:t>Capítulo III</a:t>
                      </a:r>
                    </a:p>
                  </a:txBody>
                  <a:tcPr/>
                </a:tc>
                <a:tc>
                  <a:txBody>
                    <a:bodyPr/>
                    <a:lstStyle/>
                    <a:p>
                      <a:endParaRPr lang="es-MX" sz="1800" dirty="0"/>
                    </a:p>
                  </a:txBody>
                  <a:tcPr/>
                </a:tc>
                <a:tc>
                  <a:txBody>
                    <a:bodyPr/>
                    <a:lstStyle/>
                    <a:p>
                      <a:r>
                        <a:rPr lang="es-MX" sz="1800" dirty="0"/>
                        <a:t>Del Ajuste por Inflación</a:t>
                      </a:r>
                    </a:p>
                  </a:txBody>
                  <a:tcPr/>
                </a:tc>
                <a:tc>
                  <a:txBody>
                    <a:bodyPr/>
                    <a:lstStyle/>
                    <a:p>
                      <a:pPr algn="ctr"/>
                      <a:r>
                        <a:rPr lang="es-MX" sz="1800" dirty="0"/>
                        <a:t>44 a 46</a:t>
                      </a:r>
                    </a:p>
                  </a:txBody>
                  <a:tcPr/>
                </a:tc>
                <a:extLst>
                  <a:ext uri="{0D108BD9-81ED-4DB2-BD59-A6C34878D82A}">
                    <a16:rowId xmlns:a16="http://schemas.microsoft.com/office/drawing/2014/main" val="10007"/>
                  </a:ext>
                </a:extLst>
              </a:tr>
              <a:tr h="370840">
                <a:tc>
                  <a:txBody>
                    <a:bodyPr/>
                    <a:lstStyle/>
                    <a:p>
                      <a:r>
                        <a:rPr lang="es-MX" sz="1800" dirty="0">
                          <a:solidFill>
                            <a:schemeClr val="bg1">
                              <a:lumMod val="50000"/>
                            </a:schemeClr>
                          </a:solidFill>
                        </a:rPr>
                        <a:t>Capítulo IV</a:t>
                      </a:r>
                    </a:p>
                  </a:txBody>
                  <a:tcPr/>
                </a:tc>
                <a:tc>
                  <a:txBody>
                    <a:bodyPr/>
                    <a:lstStyle/>
                    <a:p>
                      <a:endParaRPr lang="es-MX" sz="1800" dirty="0">
                        <a:solidFill>
                          <a:schemeClr val="bg1">
                            <a:lumMod val="50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1800" dirty="0">
                          <a:solidFill>
                            <a:schemeClr val="bg1">
                              <a:lumMod val="50000"/>
                            </a:schemeClr>
                          </a:solidFill>
                        </a:rPr>
                        <a:t>De las Instituciones de Crédito, de Seguros y Fianzas, …</a:t>
                      </a:r>
                    </a:p>
                  </a:txBody>
                  <a:tcPr/>
                </a:tc>
                <a:tc>
                  <a:txBody>
                    <a:bodyPr/>
                    <a:lstStyle/>
                    <a:p>
                      <a:pPr algn="ctr"/>
                      <a:r>
                        <a:rPr lang="es-MX" sz="1800" dirty="0">
                          <a:solidFill>
                            <a:schemeClr val="bg1">
                              <a:lumMod val="50000"/>
                            </a:schemeClr>
                          </a:solidFill>
                        </a:rPr>
                        <a:t>47 a 56</a:t>
                      </a:r>
                    </a:p>
                  </a:txBody>
                  <a:tcPr/>
                </a:tc>
                <a:extLst>
                  <a:ext uri="{0D108BD9-81ED-4DB2-BD59-A6C34878D82A}">
                    <a16:rowId xmlns:a16="http://schemas.microsoft.com/office/drawing/2014/main" val="10008"/>
                  </a:ext>
                </a:extLst>
              </a:tr>
              <a:tr h="370840">
                <a:tc>
                  <a:txBody>
                    <a:bodyPr/>
                    <a:lstStyle/>
                    <a:p>
                      <a:r>
                        <a:rPr lang="es-MX" sz="1800" dirty="0"/>
                        <a:t>Capítulo V</a:t>
                      </a:r>
                    </a:p>
                  </a:txBody>
                  <a:tcPr/>
                </a:tc>
                <a:tc>
                  <a:txBody>
                    <a:bodyPr/>
                    <a:lstStyle/>
                    <a:p>
                      <a:endParaRPr lang="es-MX" sz="1800" dirty="0"/>
                    </a:p>
                  </a:txBody>
                  <a:tcPr/>
                </a:tc>
                <a:tc>
                  <a:txBody>
                    <a:bodyPr/>
                    <a:lstStyle/>
                    <a:p>
                      <a:r>
                        <a:rPr lang="es-MX" sz="1800" dirty="0"/>
                        <a:t>De las Pérdidas</a:t>
                      </a:r>
                    </a:p>
                  </a:txBody>
                  <a:tcPr/>
                </a:tc>
                <a:tc>
                  <a:txBody>
                    <a:bodyPr/>
                    <a:lstStyle/>
                    <a:p>
                      <a:pPr algn="ctr"/>
                      <a:r>
                        <a:rPr lang="es-MX" sz="1800" dirty="0"/>
                        <a:t>57 y 58</a:t>
                      </a:r>
                    </a:p>
                  </a:txBody>
                  <a:tcPr/>
                </a:tc>
                <a:extLst>
                  <a:ext uri="{0D108BD9-81ED-4DB2-BD59-A6C34878D82A}">
                    <a16:rowId xmlns:a16="http://schemas.microsoft.com/office/drawing/2014/main" val="10009"/>
                  </a:ext>
                </a:extLst>
              </a:tr>
              <a:tr h="370840">
                <a:tc>
                  <a:txBody>
                    <a:bodyPr/>
                    <a:lstStyle/>
                    <a:p>
                      <a:r>
                        <a:rPr lang="es-MX" sz="1800" dirty="0">
                          <a:solidFill>
                            <a:schemeClr val="bg1">
                              <a:lumMod val="50000"/>
                            </a:schemeClr>
                          </a:solidFill>
                        </a:rPr>
                        <a:t>Capítulo VI</a:t>
                      </a: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Del Régimen</a:t>
                      </a:r>
                      <a:r>
                        <a:rPr lang="es-MX" sz="1800" baseline="0" dirty="0">
                          <a:solidFill>
                            <a:schemeClr val="bg1">
                              <a:lumMod val="50000"/>
                            </a:schemeClr>
                          </a:solidFill>
                        </a:rPr>
                        <a:t> Opcional para Grupos de Sociedades</a:t>
                      </a:r>
                      <a:endParaRPr lang="es-MX" sz="1800" dirty="0">
                        <a:solidFill>
                          <a:schemeClr val="bg1">
                            <a:lumMod val="50000"/>
                          </a:schemeClr>
                        </a:solidFill>
                      </a:endParaRPr>
                    </a:p>
                  </a:txBody>
                  <a:tcPr/>
                </a:tc>
                <a:tc>
                  <a:txBody>
                    <a:bodyPr/>
                    <a:lstStyle/>
                    <a:p>
                      <a:pPr algn="ctr"/>
                      <a:r>
                        <a:rPr lang="es-MX" sz="1800" dirty="0">
                          <a:solidFill>
                            <a:schemeClr val="bg1">
                              <a:lumMod val="50000"/>
                            </a:schemeClr>
                          </a:solidFill>
                        </a:rPr>
                        <a:t>59 a 71</a:t>
                      </a:r>
                    </a:p>
                  </a:txBody>
                  <a:tcPr/>
                </a:tc>
                <a:extLst>
                  <a:ext uri="{0D108BD9-81ED-4DB2-BD59-A6C34878D82A}">
                    <a16:rowId xmlns:a16="http://schemas.microsoft.com/office/drawing/2014/main" val="10010"/>
                  </a:ext>
                </a:extLst>
              </a:tr>
              <a:tr h="370840">
                <a:tc>
                  <a:txBody>
                    <a:bodyPr/>
                    <a:lstStyle/>
                    <a:p>
                      <a:r>
                        <a:rPr lang="es-MX" sz="1800" dirty="0">
                          <a:solidFill>
                            <a:schemeClr val="bg1">
                              <a:lumMod val="50000"/>
                            </a:schemeClr>
                          </a:solidFill>
                        </a:rPr>
                        <a:t>Capítulo VII</a:t>
                      </a: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De los Coordinados</a:t>
                      </a:r>
                    </a:p>
                  </a:txBody>
                  <a:tcPr/>
                </a:tc>
                <a:tc>
                  <a:txBody>
                    <a:bodyPr/>
                    <a:lstStyle/>
                    <a:p>
                      <a:pPr algn="ctr"/>
                      <a:r>
                        <a:rPr lang="es-MX" sz="1800" dirty="0">
                          <a:solidFill>
                            <a:schemeClr val="bg1">
                              <a:lumMod val="50000"/>
                            </a:schemeClr>
                          </a:solidFill>
                        </a:rPr>
                        <a:t>72 y 73</a:t>
                      </a:r>
                    </a:p>
                  </a:txBody>
                  <a:tcPr/>
                </a:tc>
                <a:extLst>
                  <a:ext uri="{0D108BD9-81ED-4DB2-BD59-A6C34878D82A}">
                    <a16:rowId xmlns:a16="http://schemas.microsoft.com/office/drawing/2014/main" val="10011"/>
                  </a:ext>
                </a:extLst>
              </a:tr>
              <a:tr h="370840">
                <a:tc>
                  <a:txBody>
                    <a:bodyPr/>
                    <a:lstStyle/>
                    <a:p>
                      <a:r>
                        <a:rPr lang="es-MX" sz="1800" dirty="0">
                          <a:solidFill>
                            <a:schemeClr val="bg1">
                              <a:lumMod val="50000"/>
                            </a:schemeClr>
                          </a:solidFill>
                        </a:rPr>
                        <a:t>Capítulo VIII</a:t>
                      </a: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Régimen de Actividades</a:t>
                      </a:r>
                      <a:r>
                        <a:rPr lang="es-MX" sz="1800" baseline="0" dirty="0">
                          <a:solidFill>
                            <a:schemeClr val="bg1">
                              <a:lumMod val="50000"/>
                            </a:schemeClr>
                          </a:solidFill>
                        </a:rPr>
                        <a:t> Agrícolas, Ganaderas, Silvícolas y Pesqueras</a:t>
                      </a:r>
                      <a:endParaRPr lang="es-MX" sz="1800" dirty="0">
                        <a:solidFill>
                          <a:schemeClr val="bg1">
                            <a:lumMod val="50000"/>
                          </a:schemeClr>
                        </a:solidFill>
                      </a:endParaRPr>
                    </a:p>
                  </a:txBody>
                  <a:tcPr/>
                </a:tc>
                <a:tc>
                  <a:txBody>
                    <a:bodyPr/>
                    <a:lstStyle/>
                    <a:p>
                      <a:pPr algn="ctr"/>
                      <a:r>
                        <a:rPr lang="es-MX" sz="1800" dirty="0">
                          <a:solidFill>
                            <a:schemeClr val="bg1">
                              <a:lumMod val="50000"/>
                            </a:schemeClr>
                          </a:solidFill>
                        </a:rPr>
                        <a:t>74 y 75</a:t>
                      </a:r>
                    </a:p>
                  </a:txBody>
                  <a:tcPr/>
                </a:tc>
                <a:extLst>
                  <a:ext uri="{0D108BD9-81ED-4DB2-BD59-A6C34878D82A}">
                    <a16:rowId xmlns:a16="http://schemas.microsoft.com/office/drawing/2014/main" val="10012"/>
                  </a:ext>
                </a:extLst>
              </a:tr>
              <a:tr h="370840">
                <a:tc>
                  <a:txBody>
                    <a:bodyPr/>
                    <a:lstStyle/>
                    <a:p>
                      <a:r>
                        <a:rPr lang="es-MX" sz="1800" dirty="0"/>
                        <a:t>Capítulo</a:t>
                      </a:r>
                      <a:r>
                        <a:rPr lang="es-MX" sz="1800" baseline="0" dirty="0"/>
                        <a:t> IX</a:t>
                      </a:r>
                      <a:endParaRPr lang="es-MX" sz="1800" dirty="0"/>
                    </a:p>
                  </a:txBody>
                  <a:tcPr/>
                </a:tc>
                <a:tc>
                  <a:txBody>
                    <a:bodyPr/>
                    <a:lstStyle/>
                    <a:p>
                      <a:endParaRPr lang="es-MX" sz="1800" dirty="0"/>
                    </a:p>
                  </a:txBody>
                  <a:tcPr/>
                </a:tc>
                <a:tc>
                  <a:txBody>
                    <a:bodyPr/>
                    <a:lstStyle/>
                    <a:p>
                      <a:r>
                        <a:rPr lang="es-MX" sz="1800" dirty="0"/>
                        <a:t>De las Obligaciones</a:t>
                      </a:r>
                      <a:r>
                        <a:rPr lang="es-MX" sz="1800" baseline="0" dirty="0"/>
                        <a:t> de las Personas Morales</a:t>
                      </a:r>
                      <a:endParaRPr lang="es-MX" sz="1800" dirty="0"/>
                    </a:p>
                  </a:txBody>
                  <a:tcPr/>
                </a:tc>
                <a:tc>
                  <a:txBody>
                    <a:bodyPr/>
                    <a:lstStyle/>
                    <a:p>
                      <a:pPr algn="ctr"/>
                      <a:r>
                        <a:rPr lang="es-MX" sz="1800" dirty="0"/>
                        <a:t>76 a 78</a:t>
                      </a:r>
                    </a:p>
                  </a:txBody>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86966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El RLISR debe complementar a la LISR</a:t>
            </a:r>
          </a:p>
        </p:txBody>
      </p:sp>
      <p:sp>
        <p:nvSpPr>
          <p:cNvPr id="3" name="Content Placeholder 2"/>
          <p:cNvSpPr>
            <a:spLocks noGrp="1"/>
          </p:cNvSpPr>
          <p:nvPr>
            <p:ph idx="1"/>
          </p:nvPr>
        </p:nvSpPr>
        <p:spPr/>
        <p:txBody>
          <a:bodyPr/>
          <a:lstStyle/>
          <a:p>
            <a:r>
              <a:rPr lang="es-MX" dirty="0"/>
              <a:t>La Estructura del Reglamento de la Ley ISR es muy similar a la estructura de la Ley.</a:t>
            </a:r>
          </a:p>
        </p:txBody>
      </p:sp>
    </p:spTree>
    <p:extLst>
      <p:ext uri="{BB962C8B-B14F-4D97-AF65-F5344CB8AC3E}">
        <p14:creationId xmlns:p14="http://schemas.microsoft.com/office/powerpoint/2010/main" val="33558702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dirty="0"/>
              <a:t>El CFF contiene las disposiciones que resultan comunes para varias Contribuciones …</a:t>
            </a:r>
            <a:endParaRPr lang="es-MX"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66206006"/>
              </p:ext>
            </p:extLst>
          </p:nvPr>
        </p:nvGraphicFramePr>
        <p:xfrm>
          <a:off x="838199" y="1991880"/>
          <a:ext cx="10515601" cy="4450080"/>
        </p:xfrm>
        <a:graphic>
          <a:graphicData uri="http://schemas.openxmlformats.org/drawingml/2006/table">
            <a:tbl>
              <a:tblPr firstRow="1" bandRow="1">
                <a:tableStyleId>{5C22544A-7EE6-4342-B048-85BDC9FD1C3A}</a:tableStyleId>
              </a:tblPr>
              <a:tblGrid>
                <a:gridCol w="1061853">
                  <a:extLst>
                    <a:ext uri="{9D8B030D-6E8A-4147-A177-3AD203B41FA5}">
                      <a16:colId xmlns:a16="http://schemas.microsoft.com/office/drawing/2014/main" val="20000"/>
                    </a:ext>
                  </a:extLst>
                </a:gridCol>
                <a:gridCol w="1840675">
                  <a:extLst>
                    <a:ext uri="{9D8B030D-6E8A-4147-A177-3AD203B41FA5}">
                      <a16:colId xmlns:a16="http://schemas.microsoft.com/office/drawing/2014/main" val="20001"/>
                    </a:ext>
                  </a:extLst>
                </a:gridCol>
                <a:gridCol w="926276">
                  <a:extLst>
                    <a:ext uri="{9D8B030D-6E8A-4147-A177-3AD203B41FA5}">
                      <a16:colId xmlns:a16="http://schemas.microsoft.com/office/drawing/2014/main" val="20002"/>
                    </a:ext>
                  </a:extLst>
                </a:gridCol>
                <a:gridCol w="5082639">
                  <a:extLst>
                    <a:ext uri="{9D8B030D-6E8A-4147-A177-3AD203B41FA5}">
                      <a16:colId xmlns:a16="http://schemas.microsoft.com/office/drawing/2014/main" val="20003"/>
                    </a:ext>
                  </a:extLst>
                </a:gridCol>
                <a:gridCol w="1604158">
                  <a:extLst>
                    <a:ext uri="{9D8B030D-6E8A-4147-A177-3AD203B41FA5}">
                      <a16:colId xmlns:a16="http://schemas.microsoft.com/office/drawing/2014/main" val="20004"/>
                    </a:ext>
                  </a:extLst>
                </a:gridCol>
              </a:tblGrid>
              <a:tr h="370840">
                <a:tc>
                  <a:txBody>
                    <a:bodyPr/>
                    <a:lstStyle/>
                    <a:p>
                      <a:pPr algn="ctr"/>
                      <a:r>
                        <a:rPr lang="es-MX" sz="1800" dirty="0"/>
                        <a:t>Título</a:t>
                      </a:r>
                    </a:p>
                  </a:txBody>
                  <a:tcPr/>
                </a:tc>
                <a:tc>
                  <a:txBody>
                    <a:bodyPr/>
                    <a:lstStyle/>
                    <a:p>
                      <a:pPr algn="ctr"/>
                      <a:r>
                        <a:rPr lang="es-MX" sz="1800" dirty="0"/>
                        <a:t>Capítulo</a:t>
                      </a:r>
                    </a:p>
                  </a:txBody>
                  <a:tcPr/>
                </a:tc>
                <a:tc>
                  <a:txBody>
                    <a:bodyPr/>
                    <a:lstStyle/>
                    <a:p>
                      <a:pPr algn="ctr"/>
                      <a:r>
                        <a:rPr lang="es-MX" sz="1800" dirty="0"/>
                        <a:t>Sección</a:t>
                      </a:r>
                    </a:p>
                  </a:txBody>
                  <a:tcPr/>
                </a:tc>
                <a:tc>
                  <a:txBody>
                    <a:bodyPr/>
                    <a:lstStyle/>
                    <a:p>
                      <a:pPr algn="ctr"/>
                      <a:r>
                        <a:rPr lang="es-MX" sz="1800" dirty="0"/>
                        <a:t>Código Fiscal de la Federación</a:t>
                      </a:r>
                    </a:p>
                  </a:txBody>
                  <a:tcPr/>
                </a:tc>
                <a:tc>
                  <a:txBody>
                    <a:bodyPr/>
                    <a:lstStyle/>
                    <a:p>
                      <a:pPr algn="ctr"/>
                      <a:r>
                        <a:rPr lang="es-MX" sz="1800" dirty="0"/>
                        <a:t>Artículos</a:t>
                      </a:r>
                    </a:p>
                  </a:txBody>
                  <a:tcPr/>
                </a:tc>
                <a:extLst>
                  <a:ext uri="{0D108BD9-81ED-4DB2-BD59-A6C34878D82A}">
                    <a16:rowId xmlns:a16="http://schemas.microsoft.com/office/drawing/2014/main" val="10000"/>
                  </a:ext>
                </a:extLst>
              </a:tr>
              <a:tr h="370840">
                <a:tc>
                  <a:txBody>
                    <a:bodyPr/>
                    <a:lstStyle/>
                    <a:p>
                      <a:r>
                        <a:rPr lang="es-MX" sz="1800" dirty="0"/>
                        <a:t>Título I</a:t>
                      </a:r>
                    </a:p>
                  </a:txBody>
                  <a:tcPr/>
                </a:tc>
                <a:tc>
                  <a:txBody>
                    <a:bodyPr/>
                    <a:lstStyle/>
                    <a:p>
                      <a:endParaRPr lang="es-MX" sz="1800" dirty="0"/>
                    </a:p>
                  </a:txBody>
                  <a:tcPr/>
                </a:tc>
                <a:tc>
                  <a:txBody>
                    <a:bodyPr/>
                    <a:lstStyle/>
                    <a:p>
                      <a:endParaRPr lang="es-MX" sz="1800" dirty="0"/>
                    </a:p>
                  </a:txBody>
                  <a:tcPr/>
                </a:tc>
                <a:tc>
                  <a:txBody>
                    <a:bodyPr/>
                    <a:lstStyle/>
                    <a:p>
                      <a:r>
                        <a:rPr lang="es-MX" sz="1800" dirty="0"/>
                        <a:t>Disposiciones Generales</a:t>
                      </a:r>
                    </a:p>
                  </a:txBody>
                  <a:tcPr/>
                </a:tc>
                <a:tc>
                  <a:txBody>
                    <a:bodyPr/>
                    <a:lstStyle/>
                    <a:p>
                      <a:pPr algn="ctr"/>
                      <a:endParaRPr lang="es-MX" sz="1800" dirty="0"/>
                    </a:p>
                  </a:txBody>
                  <a:tcPr/>
                </a:tc>
                <a:extLst>
                  <a:ext uri="{0D108BD9-81ED-4DB2-BD59-A6C34878D82A}">
                    <a16:rowId xmlns:a16="http://schemas.microsoft.com/office/drawing/2014/main" val="10001"/>
                  </a:ext>
                </a:extLst>
              </a:tr>
              <a:tr h="370840">
                <a:tc>
                  <a:txBody>
                    <a:bodyPr/>
                    <a:lstStyle/>
                    <a:p>
                      <a:endParaRPr lang="es-MX" sz="1800" dirty="0"/>
                    </a:p>
                  </a:txBody>
                  <a:tcPr/>
                </a:tc>
                <a:tc>
                  <a:txBody>
                    <a:bodyPr/>
                    <a:lstStyle/>
                    <a:p>
                      <a:r>
                        <a:rPr lang="es-MX" sz="1800" dirty="0"/>
                        <a:t>Capítulo</a:t>
                      </a:r>
                      <a:r>
                        <a:rPr lang="es-MX" sz="1800" baseline="0" dirty="0"/>
                        <a:t> I</a:t>
                      </a:r>
                      <a:endParaRPr lang="es-MX" sz="1800" dirty="0"/>
                    </a:p>
                  </a:txBody>
                  <a:tcPr/>
                </a:tc>
                <a:tc>
                  <a:txBody>
                    <a:bodyPr/>
                    <a:lstStyle/>
                    <a:p>
                      <a:endParaRPr lang="es-MX" sz="1800" dirty="0"/>
                    </a:p>
                  </a:txBody>
                  <a:tcPr/>
                </a:tc>
                <a:tc>
                  <a:txBody>
                    <a:bodyPr/>
                    <a:lstStyle/>
                    <a:p>
                      <a:endParaRPr lang="es-MX" sz="1800" dirty="0"/>
                    </a:p>
                  </a:txBody>
                  <a:tcPr/>
                </a:tc>
                <a:tc>
                  <a:txBody>
                    <a:bodyPr/>
                    <a:lstStyle/>
                    <a:p>
                      <a:pPr algn="ctr"/>
                      <a:r>
                        <a:rPr lang="es-MX" sz="1800" dirty="0"/>
                        <a:t>1 a 17-B</a:t>
                      </a:r>
                    </a:p>
                  </a:txBody>
                  <a:tcPr/>
                </a:tc>
                <a:extLst>
                  <a:ext uri="{0D108BD9-81ED-4DB2-BD59-A6C34878D82A}">
                    <a16:rowId xmlns:a16="http://schemas.microsoft.com/office/drawing/2014/main" val="10002"/>
                  </a:ext>
                </a:extLst>
              </a:tr>
              <a:tr h="370840">
                <a:tc>
                  <a:txBody>
                    <a:bodyPr/>
                    <a:lstStyle/>
                    <a:p>
                      <a:endParaRPr lang="es-MX" sz="1800" dirty="0"/>
                    </a:p>
                  </a:txBody>
                  <a:tcPr/>
                </a:tc>
                <a:tc>
                  <a:txBody>
                    <a:bodyPr/>
                    <a:lstStyle/>
                    <a:p>
                      <a:r>
                        <a:rPr lang="es-MX" sz="1800" dirty="0"/>
                        <a:t>Capítulo II</a:t>
                      </a:r>
                    </a:p>
                  </a:txBody>
                  <a:tcPr/>
                </a:tc>
                <a:tc>
                  <a:txBody>
                    <a:bodyPr/>
                    <a:lstStyle/>
                    <a:p>
                      <a:endParaRPr lang="es-MX" sz="1800" dirty="0"/>
                    </a:p>
                  </a:txBody>
                  <a:tcPr/>
                </a:tc>
                <a:tc>
                  <a:txBody>
                    <a:bodyPr/>
                    <a:lstStyle/>
                    <a:p>
                      <a:r>
                        <a:rPr lang="es-MX" sz="1800" dirty="0"/>
                        <a:t>De los Medios Electrónicos</a:t>
                      </a:r>
                    </a:p>
                  </a:txBody>
                  <a:tcPr/>
                </a:tc>
                <a:tc>
                  <a:txBody>
                    <a:bodyPr/>
                    <a:lstStyle/>
                    <a:p>
                      <a:pPr algn="ctr"/>
                      <a:r>
                        <a:rPr lang="es-MX" sz="1800" dirty="0"/>
                        <a:t>17-C al 17-L</a:t>
                      </a:r>
                    </a:p>
                  </a:txBody>
                  <a:tcPr/>
                </a:tc>
                <a:extLst>
                  <a:ext uri="{0D108BD9-81ED-4DB2-BD59-A6C34878D82A}">
                    <a16:rowId xmlns:a16="http://schemas.microsoft.com/office/drawing/2014/main" val="10003"/>
                  </a:ext>
                </a:extLst>
              </a:tr>
              <a:tr h="370840">
                <a:tc>
                  <a:txBody>
                    <a:bodyPr/>
                    <a:lstStyle/>
                    <a:p>
                      <a:r>
                        <a:rPr lang="es-MX" sz="1800" dirty="0"/>
                        <a:t>Título II</a:t>
                      </a:r>
                    </a:p>
                  </a:txBody>
                  <a:tcPr/>
                </a:tc>
                <a:tc>
                  <a:txBody>
                    <a:bodyPr/>
                    <a:lstStyle/>
                    <a:p>
                      <a:endParaRPr lang="es-MX" sz="1800" dirty="0"/>
                    </a:p>
                  </a:txBody>
                  <a:tcPr/>
                </a:tc>
                <a:tc>
                  <a:txBody>
                    <a:bodyPr/>
                    <a:lstStyle/>
                    <a:p>
                      <a:endParaRPr lang="es-MX" sz="1800" dirty="0"/>
                    </a:p>
                  </a:txBody>
                  <a:tcPr/>
                </a:tc>
                <a:tc>
                  <a:txBody>
                    <a:bodyPr/>
                    <a:lstStyle/>
                    <a:p>
                      <a:r>
                        <a:rPr lang="es-MX" sz="1800" dirty="0"/>
                        <a:t>De los Derechos y Obligaciones</a:t>
                      </a:r>
                      <a:r>
                        <a:rPr lang="es-MX" sz="1800" baseline="0" dirty="0"/>
                        <a:t> de los Contribuyetes</a:t>
                      </a:r>
                      <a:endParaRPr lang="es-MX" sz="1800" dirty="0"/>
                    </a:p>
                  </a:txBody>
                  <a:tcPr/>
                </a:tc>
                <a:tc>
                  <a:txBody>
                    <a:bodyPr/>
                    <a:lstStyle/>
                    <a:p>
                      <a:pPr algn="ctr"/>
                      <a:endParaRPr lang="es-MX" sz="1800" dirty="0"/>
                    </a:p>
                  </a:txBody>
                  <a:tcPr/>
                </a:tc>
                <a:extLst>
                  <a:ext uri="{0D108BD9-81ED-4DB2-BD59-A6C34878D82A}">
                    <a16:rowId xmlns:a16="http://schemas.microsoft.com/office/drawing/2014/main" val="10004"/>
                  </a:ext>
                </a:extLst>
              </a:tr>
              <a:tr h="370840">
                <a:tc>
                  <a:txBody>
                    <a:bodyPr/>
                    <a:lstStyle/>
                    <a:p>
                      <a:endParaRPr lang="es-MX" sz="1800" dirty="0"/>
                    </a:p>
                  </a:txBody>
                  <a:tcPr/>
                </a:tc>
                <a:tc>
                  <a:txBody>
                    <a:bodyPr/>
                    <a:lstStyle/>
                    <a:p>
                      <a:r>
                        <a:rPr lang="es-MX" sz="1800" dirty="0"/>
                        <a:t>Capítulo</a:t>
                      </a:r>
                      <a:r>
                        <a:rPr lang="es-MX" sz="1800" baseline="0" dirty="0"/>
                        <a:t> Único</a:t>
                      </a:r>
                      <a:endParaRPr lang="es-MX" sz="1800" dirty="0"/>
                    </a:p>
                  </a:txBody>
                  <a:tcPr/>
                </a:tc>
                <a:tc>
                  <a:txBody>
                    <a:bodyPr/>
                    <a:lstStyle/>
                    <a:p>
                      <a:endParaRPr lang="es-MX" sz="1800" dirty="0"/>
                    </a:p>
                  </a:txBody>
                  <a:tcPr/>
                </a:tc>
                <a:tc>
                  <a:txBody>
                    <a:bodyPr/>
                    <a:lstStyle/>
                    <a:p>
                      <a:endParaRPr lang="es-MX" sz="1800" dirty="0"/>
                    </a:p>
                  </a:txBody>
                  <a:tcPr/>
                </a:tc>
                <a:tc>
                  <a:txBody>
                    <a:bodyPr/>
                    <a:lstStyle/>
                    <a:p>
                      <a:pPr algn="ctr"/>
                      <a:r>
                        <a:rPr lang="es-MX" sz="1800" dirty="0"/>
                        <a:t>18 a 32-I</a:t>
                      </a:r>
                    </a:p>
                  </a:txBody>
                  <a:tcPr/>
                </a:tc>
                <a:extLst>
                  <a:ext uri="{0D108BD9-81ED-4DB2-BD59-A6C34878D82A}">
                    <a16:rowId xmlns:a16="http://schemas.microsoft.com/office/drawing/2014/main" val="10005"/>
                  </a:ext>
                </a:extLst>
              </a:tr>
              <a:tr h="370840">
                <a:tc>
                  <a:txBody>
                    <a:bodyPr/>
                    <a:lstStyle/>
                    <a:p>
                      <a:r>
                        <a:rPr lang="es-MX" sz="1800" dirty="0"/>
                        <a:t>Título III</a:t>
                      </a:r>
                    </a:p>
                  </a:txBody>
                  <a:tcPr/>
                </a:tc>
                <a:tc>
                  <a:txBody>
                    <a:bodyPr/>
                    <a:lstStyle/>
                    <a:p>
                      <a:endParaRPr lang="es-MX" sz="1800" dirty="0"/>
                    </a:p>
                  </a:txBody>
                  <a:tcPr/>
                </a:tc>
                <a:tc>
                  <a:txBody>
                    <a:bodyPr/>
                    <a:lstStyle/>
                    <a:p>
                      <a:endParaRPr lang="es-MX" sz="1800" dirty="0"/>
                    </a:p>
                  </a:txBody>
                  <a:tcPr/>
                </a:tc>
                <a:tc>
                  <a:txBody>
                    <a:bodyPr/>
                    <a:lstStyle/>
                    <a:p>
                      <a:r>
                        <a:rPr lang="es-MX" sz="1800" dirty="0"/>
                        <a:t>De las Facultades de las Autoridades Fiscales</a:t>
                      </a:r>
                    </a:p>
                  </a:txBody>
                  <a:tcPr/>
                </a:tc>
                <a:tc>
                  <a:txBody>
                    <a:bodyPr/>
                    <a:lstStyle/>
                    <a:p>
                      <a:pPr algn="ctr"/>
                      <a:endParaRPr lang="es-MX" sz="1800" dirty="0"/>
                    </a:p>
                  </a:txBody>
                  <a:tcPr/>
                </a:tc>
                <a:extLst>
                  <a:ext uri="{0D108BD9-81ED-4DB2-BD59-A6C34878D82A}">
                    <a16:rowId xmlns:a16="http://schemas.microsoft.com/office/drawing/2014/main" val="10006"/>
                  </a:ext>
                </a:extLst>
              </a:tr>
              <a:tr h="370840">
                <a:tc>
                  <a:txBody>
                    <a:bodyPr/>
                    <a:lstStyle/>
                    <a:p>
                      <a:endParaRPr lang="es-MX" sz="1800" dirty="0"/>
                    </a:p>
                  </a:txBody>
                  <a:tcPr/>
                </a:tc>
                <a:tc>
                  <a:txBody>
                    <a:bodyPr/>
                    <a:lstStyle/>
                    <a:p>
                      <a:r>
                        <a:rPr lang="es-MX" sz="1800" dirty="0"/>
                        <a:t>Capítulo</a:t>
                      </a:r>
                      <a:r>
                        <a:rPr lang="es-MX" sz="1800" baseline="0" dirty="0"/>
                        <a:t> I</a:t>
                      </a:r>
                      <a:endParaRPr lang="es-MX" sz="1800" dirty="0"/>
                    </a:p>
                  </a:txBody>
                  <a:tcPr/>
                </a:tc>
                <a:tc>
                  <a:txBody>
                    <a:bodyPr/>
                    <a:lstStyle/>
                    <a:p>
                      <a:endParaRPr lang="es-MX" sz="1800" dirty="0"/>
                    </a:p>
                  </a:txBody>
                  <a:tcPr/>
                </a:tc>
                <a:tc>
                  <a:txBody>
                    <a:bodyPr/>
                    <a:lstStyle/>
                    <a:p>
                      <a:endParaRPr lang="es-MX" sz="1800" dirty="0"/>
                    </a:p>
                  </a:txBody>
                  <a:tcPr/>
                </a:tc>
                <a:tc>
                  <a:txBody>
                    <a:bodyPr/>
                    <a:lstStyle/>
                    <a:p>
                      <a:pPr algn="ctr"/>
                      <a:r>
                        <a:rPr lang="es-MX" sz="1800" dirty="0"/>
                        <a:t>33 a 69-B Ter</a:t>
                      </a:r>
                    </a:p>
                  </a:txBody>
                  <a:tcPr/>
                </a:tc>
                <a:extLst>
                  <a:ext uri="{0D108BD9-81ED-4DB2-BD59-A6C34878D82A}">
                    <a16:rowId xmlns:a16="http://schemas.microsoft.com/office/drawing/2014/main" val="10007"/>
                  </a:ext>
                </a:extLst>
              </a:tr>
              <a:tr h="370840">
                <a:tc>
                  <a:txBody>
                    <a:bodyPr/>
                    <a:lstStyle/>
                    <a:p>
                      <a:endParaRPr lang="es-MX" sz="1800" dirty="0">
                        <a:solidFill>
                          <a:srgbClr val="FF0000"/>
                        </a:solidFill>
                      </a:endParaRPr>
                    </a:p>
                  </a:txBody>
                  <a:tcPr/>
                </a:tc>
                <a:tc>
                  <a:txBody>
                    <a:bodyPr/>
                    <a:lstStyle/>
                    <a:p>
                      <a:r>
                        <a:rPr lang="es-MX" sz="1800" dirty="0">
                          <a:solidFill>
                            <a:schemeClr val="tx1"/>
                          </a:solidFill>
                        </a:rPr>
                        <a:t>Capítulo II</a:t>
                      </a:r>
                    </a:p>
                  </a:txBody>
                  <a:tcPr/>
                </a:tc>
                <a:tc>
                  <a:txBody>
                    <a:bodyPr/>
                    <a:lstStyle/>
                    <a:p>
                      <a:endParaRPr lang="es-MX" sz="18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1800" dirty="0">
                          <a:solidFill>
                            <a:schemeClr val="tx1"/>
                          </a:solidFill>
                        </a:rPr>
                        <a:t>De</a:t>
                      </a:r>
                      <a:r>
                        <a:rPr lang="es-MX" sz="1800" baseline="0" dirty="0">
                          <a:solidFill>
                            <a:schemeClr val="tx1"/>
                          </a:solidFill>
                        </a:rPr>
                        <a:t> los Acuerdos Conclusivos</a:t>
                      </a:r>
                      <a:endParaRPr lang="es-MX" sz="1800" dirty="0">
                        <a:solidFill>
                          <a:schemeClr val="tx1"/>
                        </a:solidFill>
                      </a:endParaRPr>
                    </a:p>
                  </a:txBody>
                  <a:tcPr/>
                </a:tc>
                <a:tc>
                  <a:txBody>
                    <a:bodyPr/>
                    <a:lstStyle/>
                    <a:p>
                      <a:pPr algn="ctr"/>
                      <a:r>
                        <a:rPr lang="es-MX" sz="1800" dirty="0">
                          <a:solidFill>
                            <a:schemeClr val="tx1"/>
                          </a:solidFill>
                        </a:rPr>
                        <a:t>69-C a 69-H</a:t>
                      </a:r>
                    </a:p>
                  </a:txBody>
                  <a:tcPr/>
                </a:tc>
                <a:extLst>
                  <a:ext uri="{0D108BD9-81ED-4DB2-BD59-A6C34878D82A}">
                    <a16:rowId xmlns:a16="http://schemas.microsoft.com/office/drawing/2014/main" val="10008"/>
                  </a:ext>
                </a:extLst>
              </a:tr>
              <a:tr h="370840">
                <a:tc>
                  <a:txBody>
                    <a:bodyPr/>
                    <a:lstStyle/>
                    <a:p>
                      <a:r>
                        <a:rPr lang="es-MX" sz="1800" dirty="0"/>
                        <a:t>Título IV</a:t>
                      </a:r>
                    </a:p>
                  </a:txBody>
                  <a:tcPr/>
                </a:tc>
                <a:tc>
                  <a:txBody>
                    <a:bodyPr/>
                    <a:lstStyle/>
                    <a:p>
                      <a:endParaRPr lang="es-MX" sz="1800" dirty="0"/>
                    </a:p>
                  </a:txBody>
                  <a:tcPr/>
                </a:tc>
                <a:tc>
                  <a:txBody>
                    <a:bodyPr/>
                    <a:lstStyle/>
                    <a:p>
                      <a:endParaRPr lang="es-MX" sz="1800" dirty="0"/>
                    </a:p>
                  </a:txBody>
                  <a:tcPr/>
                </a:tc>
                <a:tc>
                  <a:txBody>
                    <a:bodyPr/>
                    <a:lstStyle/>
                    <a:p>
                      <a:r>
                        <a:rPr lang="es-MX" sz="1800" dirty="0"/>
                        <a:t>De</a:t>
                      </a:r>
                      <a:r>
                        <a:rPr lang="es-MX" sz="1800" baseline="0" dirty="0"/>
                        <a:t> las Infracciones y Delitos Fiscales</a:t>
                      </a:r>
                      <a:endParaRPr lang="es-MX" sz="1800" dirty="0"/>
                    </a:p>
                  </a:txBody>
                  <a:tcPr/>
                </a:tc>
                <a:tc>
                  <a:txBody>
                    <a:bodyPr/>
                    <a:lstStyle/>
                    <a:p>
                      <a:pPr algn="ctr"/>
                      <a:endParaRPr lang="es-MX" sz="1800" dirty="0"/>
                    </a:p>
                  </a:txBody>
                  <a:tcPr/>
                </a:tc>
                <a:extLst>
                  <a:ext uri="{0D108BD9-81ED-4DB2-BD59-A6C34878D82A}">
                    <a16:rowId xmlns:a16="http://schemas.microsoft.com/office/drawing/2014/main" val="10009"/>
                  </a:ext>
                </a:extLst>
              </a:tr>
              <a:tr h="370840">
                <a:tc>
                  <a:txBody>
                    <a:bodyPr/>
                    <a:lstStyle/>
                    <a:p>
                      <a:endParaRPr lang="es-MX" sz="1800" dirty="0">
                        <a:solidFill>
                          <a:schemeClr val="tx1"/>
                        </a:solidFill>
                      </a:endParaRPr>
                    </a:p>
                  </a:txBody>
                  <a:tcPr/>
                </a:tc>
                <a:tc>
                  <a:txBody>
                    <a:bodyPr/>
                    <a:lstStyle/>
                    <a:p>
                      <a:r>
                        <a:rPr lang="es-MX" sz="1800" dirty="0">
                          <a:solidFill>
                            <a:schemeClr val="tx1"/>
                          </a:solidFill>
                        </a:rPr>
                        <a:t>Capítulo I</a:t>
                      </a:r>
                    </a:p>
                  </a:txBody>
                  <a:tcPr/>
                </a:tc>
                <a:tc>
                  <a:txBody>
                    <a:bodyPr/>
                    <a:lstStyle/>
                    <a:p>
                      <a:endParaRPr lang="es-MX" sz="1800" dirty="0">
                        <a:solidFill>
                          <a:schemeClr val="tx1"/>
                        </a:solidFill>
                      </a:endParaRPr>
                    </a:p>
                  </a:txBody>
                  <a:tcPr/>
                </a:tc>
                <a:tc>
                  <a:txBody>
                    <a:bodyPr/>
                    <a:lstStyle/>
                    <a:p>
                      <a:r>
                        <a:rPr lang="es-MX" sz="1800" dirty="0">
                          <a:solidFill>
                            <a:schemeClr val="tx1"/>
                          </a:solidFill>
                        </a:rPr>
                        <a:t>De las Infracciones</a:t>
                      </a:r>
                    </a:p>
                  </a:txBody>
                  <a:tcPr/>
                </a:tc>
                <a:tc>
                  <a:txBody>
                    <a:bodyPr/>
                    <a:lstStyle/>
                    <a:p>
                      <a:pPr algn="ctr"/>
                      <a:r>
                        <a:rPr lang="es-MX" sz="1800" dirty="0">
                          <a:solidFill>
                            <a:schemeClr val="tx1"/>
                          </a:solidFill>
                        </a:rPr>
                        <a:t>70 a 91-D</a:t>
                      </a:r>
                    </a:p>
                  </a:txBody>
                  <a:tcPr/>
                </a:tc>
                <a:extLst>
                  <a:ext uri="{0D108BD9-81ED-4DB2-BD59-A6C34878D82A}">
                    <a16:rowId xmlns:a16="http://schemas.microsoft.com/office/drawing/2014/main" val="10010"/>
                  </a:ext>
                </a:extLst>
              </a:tr>
              <a:tr h="370840">
                <a:tc>
                  <a:txBody>
                    <a:bodyPr/>
                    <a:lstStyle/>
                    <a:p>
                      <a:endParaRPr lang="es-MX" sz="1800" dirty="0">
                        <a:solidFill>
                          <a:schemeClr val="tx1"/>
                        </a:solidFill>
                      </a:endParaRPr>
                    </a:p>
                  </a:txBody>
                  <a:tcPr/>
                </a:tc>
                <a:tc>
                  <a:txBody>
                    <a:bodyPr/>
                    <a:lstStyle/>
                    <a:p>
                      <a:r>
                        <a:rPr lang="es-MX" sz="1800" dirty="0">
                          <a:solidFill>
                            <a:schemeClr val="tx1"/>
                          </a:solidFill>
                        </a:rPr>
                        <a:t>Capítulo II</a:t>
                      </a:r>
                    </a:p>
                  </a:txBody>
                  <a:tcPr/>
                </a:tc>
                <a:tc>
                  <a:txBody>
                    <a:bodyPr/>
                    <a:lstStyle/>
                    <a:p>
                      <a:endParaRPr lang="es-MX" sz="1800" dirty="0">
                        <a:solidFill>
                          <a:schemeClr val="tx1"/>
                        </a:solidFill>
                      </a:endParaRPr>
                    </a:p>
                  </a:txBody>
                  <a:tcPr/>
                </a:tc>
                <a:tc>
                  <a:txBody>
                    <a:bodyPr/>
                    <a:lstStyle/>
                    <a:p>
                      <a:r>
                        <a:rPr lang="es-MX" sz="1800" dirty="0">
                          <a:solidFill>
                            <a:schemeClr val="tx1"/>
                          </a:solidFill>
                        </a:rPr>
                        <a:t>De los Delitos Fiscales</a:t>
                      </a:r>
                    </a:p>
                  </a:txBody>
                  <a:tcPr/>
                </a:tc>
                <a:tc>
                  <a:txBody>
                    <a:bodyPr/>
                    <a:lstStyle/>
                    <a:p>
                      <a:pPr algn="ctr"/>
                      <a:r>
                        <a:rPr lang="es-MX" sz="1800" dirty="0">
                          <a:solidFill>
                            <a:schemeClr val="tx1"/>
                          </a:solidFill>
                        </a:rPr>
                        <a:t>92 a 115-Ter</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99507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MX" dirty="0"/>
              <a:t>… también incluye lo relativo a litigios sobre contribuciones, que no veremos en el semestre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7523429"/>
              </p:ext>
            </p:extLst>
          </p:nvPr>
        </p:nvGraphicFramePr>
        <p:xfrm>
          <a:off x="838199" y="1690688"/>
          <a:ext cx="10515601" cy="4450080"/>
        </p:xfrm>
        <a:graphic>
          <a:graphicData uri="http://schemas.openxmlformats.org/drawingml/2006/table">
            <a:tbl>
              <a:tblPr firstRow="1" bandRow="1">
                <a:tableStyleId>{5C22544A-7EE6-4342-B048-85BDC9FD1C3A}</a:tableStyleId>
              </a:tblPr>
              <a:tblGrid>
                <a:gridCol w="1097478">
                  <a:extLst>
                    <a:ext uri="{9D8B030D-6E8A-4147-A177-3AD203B41FA5}">
                      <a16:colId xmlns:a16="http://schemas.microsoft.com/office/drawing/2014/main" val="20000"/>
                    </a:ext>
                  </a:extLst>
                </a:gridCol>
                <a:gridCol w="1294410">
                  <a:extLst>
                    <a:ext uri="{9D8B030D-6E8A-4147-A177-3AD203B41FA5}">
                      <a16:colId xmlns:a16="http://schemas.microsoft.com/office/drawing/2014/main" val="20001"/>
                    </a:ext>
                  </a:extLst>
                </a:gridCol>
                <a:gridCol w="1282535">
                  <a:extLst>
                    <a:ext uri="{9D8B030D-6E8A-4147-A177-3AD203B41FA5}">
                      <a16:colId xmlns:a16="http://schemas.microsoft.com/office/drawing/2014/main" val="20002"/>
                    </a:ext>
                  </a:extLst>
                </a:gridCol>
                <a:gridCol w="5177642">
                  <a:extLst>
                    <a:ext uri="{9D8B030D-6E8A-4147-A177-3AD203B41FA5}">
                      <a16:colId xmlns:a16="http://schemas.microsoft.com/office/drawing/2014/main" val="20003"/>
                    </a:ext>
                  </a:extLst>
                </a:gridCol>
                <a:gridCol w="1663536">
                  <a:extLst>
                    <a:ext uri="{9D8B030D-6E8A-4147-A177-3AD203B41FA5}">
                      <a16:colId xmlns:a16="http://schemas.microsoft.com/office/drawing/2014/main" val="20004"/>
                    </a:ext>
                  </a:extLst>
                </a:gridCol>
              </a:tblGrid>
              <a:tr h="370840">
                <a:tc>
                  <a:txBody>
                    <a:bodyPr/>
                    <a:lstStyle/>
                    <a:p>
                      <a:pPr algn="ctr"/>
                      <a:r>
                        <a:rPr lang="es-MX" sz="1800" dirty="0"/>
                        <a:t>Título</a:t>
                      </a:r>
                    </a:p>
                  </a:txBody>
                  <a:tcPr/>
                </a:tc>
                <a:tc>
                  <a:txBody>
                    <a:bodyPr/>
                    <a:lstStyle/>
                    <a:p>
                      <a:pPr algn="ctr"/>
                      <a:r>
                        <a:rPr lang="es-MX" sz="1800" dirty="0"/>
                        <a:t>Capítulo</a:t>
                      </a:r>
                    </a:p>
                  </a:txBody>
                  <a:tcPr/>
                </a:tc>
                <a:tc>
                  <a:txBody>
                    <a:bodyPr/>
                    <a:lstStyle/>
                    <a:p>
                      <a:pPr algn="ctr"/>
                      <a:r>
                        <a:rPr lang="es-MX" sz="1800" dirty="0"/>
                        <a:t>Sección</a:t>
                      </a:r>
                    </a:p>
                  </a:txBody>
                  <a:tcPr/>
                </a:tc>
                <a:tc>
                  <a:txBody>
                    <a:bodyPr/>
                    <a:lstStyle/>
                    <a:p>
                      <a:pPr algn="ctr"/>
                      <a:r>
                        <a:rPr lang="es-MX" sz="1800" dirty="0"/>
                        <a:t>Código Fiscal de la Federación</a:t>
                      </a:r>
                    </a:p>
                  </a:txBody>
                  <a:tcPr/>
                </a:tc>
                <a:tc>
                  <a:txBody>
                    <a:bodyPr/>
                    <a:lstStyle/>
                    <a:p>
                      <a:pPr algn="ctr"/>
                      <a:r>
                        <a:rPr lang="es-MX" sz="1800" dirty="0"/>
                        <a:t>Artículos</a:t>
                      </a:r>
                    </a:p>
                  </a:txBody>
                  <a:tcPr/>
                </a:tc>
                <a:extLst>
                  <a:ext uri="{0D108BD9-81ED-4DB2-BD59-A6C34878D82A}">
                    <a16:rowId xmlns:a16="http://schemas.microsoft.com/office/drawing/2014/main" val="10000"/>
                  </a:ext>
                </a:extLst>
              </a:tr>
              <a:tr h="370840">
                <a:tc>
                  <a:txBody>
                    <a:bodyPr/>
                    <a:lstStyle/>
                    <a:p>
                      <a:r>
                        <a:rPr lang="es-MX" sz="1800" dirty="0">
                          <a:solidFill>
                            <a:schemeClr val="bg1">
                              <a:lumMod val="50000"/>
                            </a:schemeClr>
                          </a:solidFill>
                        </a:rPr>
                        <a:t>Título V</a:t>
                      </a:r>
                    </a:p>
                  </a:txBody>
                  <a:tcPr/>
                </a:tc>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De</a:t>
                      </a:r>
                      <a:r>
                        <a:rPr lang="es-MX" sz="1800" baseline="0" dirty="0">
                          <a:solidFill>
                            <a:schemeClr val="bg1">
                              <a:lumMod val="50000"/>
                            </a:schemeClr>
                          </a:solidFill>
                        </a:rPr>
                        <a:t> los Procedimientos Administrativos</a:t>
                      </a:r>
                      <a:endParaRPr lang="es-MX" sz="1800" dirty="0">
                        <a:solidFill>
                          <a:schemeClr val="bg1">
                            <a:lumMod val="50000"/>
                          </a:schemeClr>
                        </a:solidFill>
                      </a:endParaRPr>
                    </a:p>
                  </a:txBody>
                  <a:tcPr/>
                </a:tc>
                <a:tc>
                  <a:txBody>
                    <a:bodyPr/>
                    <a:lstStyle/>
                    <a:p>
                      <a:pPr algn="ctr"/>
                      <a:endParaRPr lang="es-MX" sz="1800" dirty="0">
                        <a:solidFill>
                          <a:schemeClr val="bg1">
                            <a:lumMod val="50000"/>
                          </a:schemeClr>
                        </a:solidFill>
                      </a:endParaRPr>
                    </a:p>
                  </a:txBody>
                  <a:tcPr/>
                </a:tc>
                <a:extLst>
                  <a:ext uri="{0D108BD9-81ED-4DB2-BD59-A6C34878D82A}">
                    <a16:rowId xmlns:a16="http://schemas.microsoft.com/office/drawing/2014/main" val="10001"/>
                  </a:ext>
                </a:extLst>
              </a:tr>
              <a:tr h="370840">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Capítulo</a:t>
                      </a:r>
                      <a:r>
                        <a:rPr lang="es-MX" sz="1800" baseline="0" dirty="0">
                          <a:solidFill>
                            <a:schemeClr val="bg1">
                              <a:lumMod val="50000"/>
                            </a:schemeClr>
                          </a:solidFill>
                        </a:rPr>
                        <a:t> I</a:t>
                      </a:r>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Del Recurso Administrativo</a:t>
                      </a:r>
                    </a:p>
                  </a:txBody>
                  <a:tcPr/>
                </a:tc>
                <a:tc>
                  <a:txBody>
                    <a:bodyPr/>
                    <a:lstStyle/>
                    <a:p>
                      <a:pPr algn="ctr"/>
                      <a:endParaRPr lang="es-MX" sz="1800" dirty="0">
                        <a:solidFill>
                          <a:schemeClr val="bg1">
                            <a:lumMod val="50000"/>
                          </a:schemeClr>
                        </a:solidFill>
                      </a:endParaRPr>
                    </a:p>
                  </a:txBody>
                  <a:tcPr/>
                </a:tc>
                <a:extLst>
                  <a:ext uri="{0D108BD9-81ED-4DB2-BD59-A6C34878D82A}">
                    <a16:rowId xmlns:a16="http://schemas.microsoft.com/office/drawing/2014/main" val="10002"/>
                  </a:ext>
                </a:extLst>
              </a:tr>
              <a:tr h="370840">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Sección I</a:t>
                      </a:r>
                    </a:p>
                  </a:txBody>
                  <a:tcPr/>
                </a:tc>
                <a:tc>
                  <a:txBody>
                    <a:bodyPr/>
                    <a:lstStyle/>
                    <a:p>
                      <a:r>
                        <a:rPr lang="es-MX" sz="1800" dirty="0">
                          <a:solidFill>
                            <a:schemeClr val="bg1">
                              <a:lumMod val="50000"/>
                            </a:schemeClr>
                          </a:solidFill>
                        </a:rPr>
                        <a:t>Del Recurso de Revocación</a:t>
                      </a:r>
                    </a:p>
                  </a:txBody>
                  <a:tcPr/>
                </a:tc>
                <a:tc>
                  <a:txBody>
                    <a:bodyPr/>
                    <a:lstStyle/>
                    <a:p>
                      <a:pPr algn="ctr"/>
                      <a:r>
                        <a:rPr lang="es-MX" sz="1800" dirty="0">
                          <a:solidFill>
                            <a:schemeClr val="bg1">
                              <a:lumMod val="50000"/>
                            </a:schemeClr>
                          </a:solidFill>
                        </a:rPr>
                        <a:t>116 a 128</a:t>
                      </a:r>
                    </a:p>
                  </a:txBody>
                  <a:tcPr/>
                </a:tc>
                <a:extLst>
                  <a:ext uri="{0D108BD9-81ED-4DB2-BD59-A6C34878D82A}">
                    <a16:rowId xmlns:a16="http://schemas.microsoft.com/office/drawing/2014/main" val="10003"/>
                  </a:ext>
                </a:extLst>
              </a:tr>
              <a:tr h="370840">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Sección</a:t>
                      </a:r>
                      <a:r>
                        <a:rPr lang="es-MX" sz="1800" baseline="0" dirty="0">
                          <a:solidFill>
                            <a:schemeClr val="bg1">
                              <a:lumMod val="50000"/>
                            </a:schemeClr>
                          </a:solidFill>
                        </a:rPr>
                        <a:t> II</a:t>
                      </a:r>
                      <a:endParaRPr lang="es-MX" sz="1800" dirty="0">
                        <a:solidFill>
                          <a:schemeClr val="bg1">
                            <a:lumMod val="50000"/>
                          </a:schemeClr>
                        </a:solidFill>
                      </a:endParaRPr>
                    </a:p>
                  </a:txBody>
                  <a:tcPr/>
                </a:tc>
                <a:tc>
                  <a:txBody>
                    <a:bodyPr/>
                    <a:lstStyle/>
                    <a:p>
                      <a:r>
                        <a:rPr lang="es-MX" sz="1800" dirty="0">
                          <a:solidFill>
                            <a:schemeClr val="bg1">
                              <a:lumMod val="50000"/>
                            </a:schemeClr>
                          </a:solidFill>
                        </a:rPr>
                        <a:t>De la Impugnación de Notificaciones</a:t>
                      </a:r>
                    </a:p>
                  </a:txBody>
                  <a:tcPr/>
                </a:tc>
                <a:tc>
                  <a:txBody>
                    <a:bodyPr/>
                    <a:lstStyle/>
                    <a:p>
                      <a:pPr algn="ctr"/>
                      <a:r>
                        <a:rPr lang="es-MX" sz="1800" dirty="0">
                          <a:solidFill>
                            <a:schemeClr val="bg1">
                              <a:lumMod val="50000"/>
                            </a:schemeClr>
                          </a:solidFill>
                        </a:rPr>
                        <a:t>129</a:t>
                      </a:r>
                    </a:p>
                  </a:txBody>
                  <a:tcPr/>
                </a:tc>
                <a:extLst>
                  <a:ext uri="{0D108BD9-81ED-4DB2-BD59-A6C34878D82A}">
                    <a16:rowId xmlns:a16="http://schemas.microsoft.com/office/drawing/2014/main" val="10004"/>
                  </a:ext>
                </a:extLst>
              </a:tr>
              <a:tr h="370840">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Sección</a:t>
                      </a:r>
                      <a:r>
                        <a:rPr lang="es-MX" sz="1800" baseline="0" dirty="0">
                          <a:solidFill>
                            <a:schemeClr val="bg1">
                              <a:lumMod val="50000"/>
                            </a:schemeClr>
                          </a:solidFill>
                        </a:rPr>
                        <a:t> III</a:t>
                      </a:r>
                      <a:endParaRPr lang="es-MX" sz="1800" dirty="0">
                        <a:solidFill>
                          <a:schemeClr val="bg1">
                            <a:lumMod val="50000"/>
                          </a:schemeClr>
                        </a:solidFill>
                      </a:endParaRPr>
                    </a:p>
                  </a:txBody>
                  <a:tcPr/>
                </a:tc>
                <a:tc>
                  <a:txBody>
                    <a:bodyPr/>
                    <a:lstStyle/>
                    <a:p>
                      <a:r>
                        <a:rPr lang="es-MX" sz="1800" dirty="0">
                          <a:solidFill>
                            <a:schemeClr val="bg1">
                              <a:lumMod val="50000"/>
                            </a:schemeClr>
                          </a:solidFill>
                        </a:rPr>
                        <a:t>Del Trámite y Resolución</a:t>
                      </a:r>
                      <a:r>
                        <a:rPr lang="es-MX" sz="1800" baseline="0" dirty="0">
                          <a:solidFill>
                            <a:schemeClr val="bg1">
                              <a:lumMod val="50000"/>
                            </a:schemeClr>
                          </a:solidFill>
                        </a:rPr>
                        <a:t> del Recurso</a:t>
                      </a:r>
                      <a:endParaRPr lang="es-MX" sz="1800" dirty="0">
                        <a:solidFill>
                          <a:schemeClr val="bg1">
                            <a:lumMod val="50000"/>
                          </a:schemeClr>
                        </a:solidFill>
                      </a:endParaRPr>
                    </a:p>
                  </a:txBody>
                  <a:tcPr/>
                </a:tc>
                <a:tc>
                  <a:txBody>
                    <a:bodyPr/>
                    <a:lstStyle/>
                    <a:p>
                      <a:pPr algn="ctr"/>
                      <a:r>
                        <a:rPr lang="es-MX" sz="1800" dirty="0">
                          <a:solidFill>
                            <a:schemeClr val="bg1">
                              <a:lumMod val="50000"/>
                            </a:schemeClr>
                          </a:solidFill>
                        </a:rPr>
                        <a:t>130 a 133-A</a:t>
                      </a:r>
                    </a:p>
                  </a:txBody>
                  <a:tcPr/>
                </a:tc>
                <a:extLst>
                  <a:ext uri="{0D108BD9-81ED-4DB2-BD59-A6C34878D82A}">
                    <a16:rowId xmlns:a16="http://schemas.microsoft.com/office/drawing/2014/main" val="10005"/>
                  </a:ext>
                </a:extLst>
              </a:tr>
              <a:tr h="370840">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Capítulo II</a:t>
                      </a: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De las Notificaciones y Garantía del Interés Fiscal</a:t>
                      </a:r>
                    </a:p>
                  </a:txBody>
                  <a:tcPr/>
                </a:tc>
                <a:tc>
                  <a:txBody>
                    <a:bodyPr/>
                    <a:lstStyle/>
                    <a:p>
                      <a:pPr algn="ctr"/>
                      <a:r>
                        <a:rPr lang="es-MX" sz="1800" dirty="0">
                          <a:solidFill>
                            <a:schemeClr val="bg1">
                              <a:lumMod val="50000"/>
                            </a:schemeClr>
                          </a:solidFill>
                        </a:rPr>
                        <a:t>134 a 144</a:t>
                      </a:r>
                    </a:p>
                  </a:txBody>
                  <a:tcPr/>
                </a:tc>
                <a:extLst>
                  <a:ext uri="{0D108BD9-81ED-4DB2-BD59-A6C34878D82A}">
                    <a16:rowId xmlns:a16="http://schemas.microsoft.com/office/drawing/2014/main" val="10006"/>
                  </a:ext>
                </a:extLst>
              </a:tr>
              <a:tr h="370840">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Capítulo III</a:t>
                      </a: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Del Procedimiento Administrativo de Ejecución</a:t>
                      </a:r>
                    </a:p>
                  </a:txBody>
                  <a:tcPr/>
                </a:tc>
                <a:tc>
                  <a:txBody>
                    <a:bodyPr/>
                    <a:lstStyle/>
                    <a:p>
                      <a:pPr algn="ctr"/>
                      <a:endParaRPr lang="es-MX" sz="1800" dirty="0">
                        <a:solidFill>
                          <a:schemeClr val="bg1">
                            <a:lumMod val="50000"/>
                          </a:schemeClr>
                        </a:solidFill>
                      </a:endParaRPr>
                    </a:p>
                  </a:txBody>
                  <a:tcPr/>
                </a:tc>
                <a:extLst>
                  <a:ext uri="{0D108BD9-81ED-4DB2-BD59-A6C34878D82A}">
                    <a16:rowId xmlns:a16="http://schemas.microsoft.com/office/drawing/2014/main" val="10007"/>
                  </a:ext>
                </a:extLst>
              </a:tr>
              <a:tr h="370840">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Sección</a:t>
                      </a:r>
                      <a:r>
                        <a:rPr lang="es-MX" sz="1800" baseline="0" dirty="0">
                          <a:solidFill>
                            <a:schemeClr val="bg1">
                              <a:lumMod val="50000"/>
                            </a:schemeClr>
                          </a:solidFill>
                        </a:rPr>
                        <a:t> I</a:t>
                      </a:r>
                      <a:endParaRPr lang="es-MX" sz="1800" dirty="0">
                        <a:solidFill>
                          <a:schemeClr val="bg1">
                            <a:lumMod val="50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MX" sz="1800" dirty="0">
                          <a:solidFill>
                            <a:schemeClr val="bg1">
                              <a:lumMod val="50000"/>
                            </a:schemeClr>
                          </a:solidFill>
                        </a:rPr>
                        <a:t>Disposiciones</a:t>
                      </a:r>
                      <a:r>
                        <a:rPr lang="es-MX" sz="1800" baseline="0" dirty="0">
                          <a:solidFill>
                            <a:schemeClr val="bg1">
                              <a:lumMod val="50000"/>
                            </a:schemeClr>
                          </a:solidFill>
                        </a:rPr>
                        <a:t> Generales</a:t>
                      </a:r>
                      <a:endParaRPr lang="es-MX" sz="1800" dirty="0">
                        <a:solidFill>
                          <a:schemeClr val="bg1">
                            <a:lumMod val="50000"/>
                          </a:schemeClr>
                        </a:solidFill>
                      </a:endParaRPr>
                    </a:p>
                  </a:txBody>
                  <a:tcPr/>
                </a:tc>
                <a:tc>
                  <a:txBody>
                    <a:bodyPr/>
                    <a:lstStyle/>
                    <a:p>
                      <a:pPr algn="ctr"/>
                      <a:r>
                        <a:rPr lang="es-MX" sz="1800" dirty="0">
                          <a:solidFill>
                            <a:schemeClr val="bg1">
                              <a:lumMod val="50000"/>
                            </a:schemeClr>
                          </a:solidFill>
                        </a:rPr>
                        <a:t>145 a 150</a:t>
                      </a:r>
                    </a:p>
                  </a:txBody>
                  <a:tcPr/>
                </a:tc>
                <a:extLst>
                  <a:ext uri="{0D108BD9-81ED-4DB2-BD59-A6C34878D82A}">
                    <a16:rowId xmlns:a16="http://schemas.microsoft.com/office/drawing/2014/main" val="10008"/>
                  </a:ext>
                </a:extLst>
              </a:tr>
              <a:tr h="370840">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Sección II</a:t>
                      </a:r>
                    </a:p>
                  </a:txBody>
                  <a:tcPr/>
                </a:tc>
                <a:tc>
                  <a:txBody>
                    <a:bodyPr/>
                    <a:lstStyle/>
                    <a:p>
                      <a:r>
                        <a:rPr lang="es-MX" sz="1800" dirty="0">
                          <a:solidFill>
                            <a:schemeClr val="bg1">
                              <a:lumMod val="50000"/>
                            </a:schemeClr>
                          </a:solidFill>
                        </a:rPr>
                        <a:t>Del Embargo</a:t>
                      </a:r>
                    </a:p>
                  </a:txBody>
                  <a:tcPr/>
                </a:tc>
                <a:tc>
                  <a:txBody>
                    <a:bodyPr/>
                    <a:lstStyle/>
                    <a:p>
                      <a:pPr algn="ctr"/>
                      <a:r>
                        <a:rPr lang="es-MX" sz="1800" dirty="0">
                          <a:solidFill>
                            <a:schemeClr val="bg1">
                              <a:lumMod val="50000"/>
                            </a:schemeClr>
                          </a:solidFill>
                        </a:rPr>
                        <a:t>151 a 163</a:t>
                      </a:r>
                    </a:p>
                  </a:txBody>
                  <a:tcPr/>
                </a:tc>
                <a:extLst>
                  <a:ext uri="{0D108BD9-81ED-4DB2-BD59-A6C34878D82A}">
                    <a16:rowId xmlns:a16="http://schemas.microsoft.com/office/drawing/2014/main" val="10009"/>
                  </a:ext>
                </a:extLst>
              </a:tr>
              <a:tr h="370840">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Sección III</a:t>
                      </a:r>
                    </a:p>
                  </a:txBody>
                  <a:tcPr/>
                </a:tc>
                <a:tc>
                  <a:txBody>
                    <a:bodyPr/>
                    <a:lstStyle/>
                    <a:p>
                      <a:r>
                        <a:rPr lang="es-MX" sz="1800" dirty="0">
                          <a:solidFill>
                            <a:schemeClr val="bg1">
                              <a:lumMod val="50000"/>
                            </a:schemeClr>
                          </a:solidFill>
                        </a:rPr>
                        <a:t>De la Intervención</a:t>
                      </a:r>
                    </a:p>
                  </a:txBody>
                  <a:tcPr/>
                </a:tc>
                <a:tc>
                  <a:txBody>
                    <a:bodyPr/>
                    <a:lstStyle/>
                    <a:p>
                      <a:pPr algn="ctr"/>
                      <a:r>
                        <a:rPr lang="es-MX" sz="1800" dirty="0">
                          <a:solidFill>
                            <a:schemeClr val="bg1">
                              <a:lumMod val="50000"/>
                            </a:schemeClr>
                          </a:solidFill>
                        </a:rPr>
                        <a:t>164 a 172</a:t>
                      </a:r>
                    </a:p>
                  </a:txBody>
                  <a:tcPr/>
                </a:tc>
                <a:extLst>
                  <a:ext uri="{0D108BD9-81ED-4DB2-BD59-A6C34878D82A}">
                    <a16:rowId xmlns:a16="http://schemas.microsoft.com/office/drawing/2014/main" val="10010"/>
                  </a:ext>
                </a:extLst>
              </a:tr>
              <a:tr h="370840">
                <a:tc>
                  <a:txBody>
                    <a:bodyPr/>
                    <a:lstStyle/>
                    <a:p>
                      <a:r>
                        <a:rPr lang="es-MX" sz="1800" dirty="0">
                          <a:solidFill>
                            <a:schemeClr val="bg1">
                              <a:lumMod val="50000"/>
                            </a:schemeClr>
                          </a:solidFill>
                        </a:rPr>
                        <a:t> </a:t>
                      </a: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Sección IV</a:t>
                      </a:r>
                    </a:p>
                  </a:txBody>
                  <a:tcPr/>
                </a:tc>
                <a:tc>
                  <a:txBody>
                    <a:bodyPr/>
                    <a:lstStyle/>
                    <a:p>
                      <a:r>
                        <a:rPr lang="es-MX" sz="1800" dirty="0">
                          <a:solidFill>
                            <a:schemeClr val="bg1">
                              <a:lumMod val="50000"/>
                            </a:schemeClr>
                          </a:solidFill>
                        </a:rPr>
                        <a:t>Del Remate</a:t>
                      </a:r>
                    </a:p>
                  </a:txBody>
                  <a:tcPr/>
                </a:tc>
                <a:tc>
                  <a:txBody>
                    <a:bodyPr/>
                    <a:lstStyle/>
                    <a:p>
                      <a:pPr algn="ctr"/>
                      <a:r>
                        <a:rPr lang="es-MX" sz="1800" dirty="0">
                          <a:solidFill>
                            <a:schemeClr val="bg1">
                              <a:lumMod val="50000"/>
                            </a:schemeClr>
                          </a:solidFill>
                        </a:rPr>
                        <a:t>173 a 196-B</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653561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 y también la obligación de revelar esquemas al SAT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65407916"/>
              </p:ext>
            </p:extLst>
          </p:nvPr>
        </p:nvGraphicFramePr>
        <p:xfrm>
          <a:off x="838200" y="2003755"/>
          <a:ext cx="10515601" cy="1112520"/>
        </p:xfrm>
        <a:graphic>
          <a:graphicData uri="http://schemas.openxmlformats.org/drawingml/2006/table">
            <a:tbl>
              <a:tblPr firstRow="1" bandRow="1">
                <a:tableStyleId>{5C22544A-7EE6-4342-B048-85BDC9FD1C3A}</a:tableStyleId>
              </a:tblPr>
              <a:tblGrid>
                <a:gridCol w="1097478">
                  <a:extLst>
                    <a:ext uri="{9D8B030D-6E8A-4147-A177-3AD203B41FA5}">
                      <a16:colId xmlns:a16="http://schemas.microsoft.com/office/drawing/2014/main" val="20000"/>
                    </a:ext>
                  </a:extLst>
                </a:gridCol>
                <a:gridCol w="1294410">
                  <a:extLst>
                    <a:ext uri="{9D8B030D-6E8A-4147-A177-3AD203B41FA5}">
                      <a16:colId xmlns:a16="http://schemas.microsoft.com/office/drawing/2014/main" val="20001"/>
                    </a:ext>
                  </a:extLst>
                </a:gridCol>
                <a:gridCol w="1282535">
                  <a:extLst>
                    <a:ext uri="{9D8B030D-6E8A-4147-A177-3AD203B41FA5}">
                      <a16:colId xmlns:a16="http://schemas.microsoft.com/office/drawing/2014/main" val="20002"/>
                    </a:ext>
                  </a:extLst>
                </a:gridCol>
                <a:gridCol w="5177642">
                  <a:extLst>
                    <a:ext uri="{9D8B030D-6E8A-4147-A177-3AD203B41FA5}">
                      <a16:colId xmlns:a16="http://schemas.microsoft.com/office/drawing/2014/main" val="20003"/>
                    </a:ext>
                  </a:extLst>
                </a:gridCol>
                <a:gridCol w="1663536">
                  <a:extLst>
                    <a:ext uri="{9D8B030D-6E8A-4147-A177-3AD203B41FA5}">
                      <a16:colId xmlns:a16="http://schemas.microsoft.com/office/drawing/2014/main" val="20004"/>
                    </a:ext>
                  </a:extLst>
                </a:gridCol>
              </a:tblGrid>
              <a:tr h="370840">
                <a:tc>
                  <a:txBody>
                    <a:bodyPr/>
                    <a:lstStyle/>
                    <a:p>
                      <a:pPr algn="ctr"/>
                      <a:r>
                        <a:rPr lang="es-MX" sz="1800" dirty="0"/>
                        <a:t>Título</a:t>
                      </a:r>
                    </a:p>
                  </a:txBody>
                  <a:tcPr/>
                </a:tc>
                <a:tc>
                  <a:txBody>
                    <a:bodyPr/>
                    <a:lstStyle/>
                    <a:p>
                      <a:pPr algn="ctr"/>
                      <a:r>
                        <a:rPr lang="es-MX" sz="1800" dirty="0"/>
                        <a:t>Capítulo</a:t>
                      </a:r>
                    </a:p>
                  </a:txBody>
                  <a:tcPr/>
                </a:tc>
                <a:tc>
                  <a:txBody>
                    <a:bodyPr/>
                    <a:lstStyle/>
                    <a:p>
                      <a:pPr algn="ctr"/>
                      <a:r>
                        <a:rPr lang="es-MX" sz="1800" dirty="0"/>
                        <a:t>Sección</a:t>
                      </a:r>
                    </a:p>
                  </a:txBody>
                  <a:tcPr/>
                </a:tc>
                <a:tc>
                  <a:txBody>
                    <a:bodyPr/>
                    <a:lstStyle/>
                    <a:p>
                      <a:pPr algn="ctr"/>
                      <a:r>
                        <a:rPr lang="es-MX" sz="1800" dirty="0"/>
                        <a:t>Código Fiscal de la Federación</a:t>
                      </a:r>
                    </a:p>
                  </a:txBody>
                  <a:tcPr/>
                </a:tc>
                <a:tc>
                  <a:txBody>
                    <a:bodyPr/>
                    <a:lstStyle/>
                    <a:p>
                      <a:pPr algn="ctr"/>
                      <a:r>
                        <a:rPr lang="es-MX" sz="1800" dirty="0"/>
                        <a:t>Artículos</a:t>
                      </a:r>
                    </a:p>
                  </a:txBody>
                  <a:tcPr/>
                </a:tc>
                <a:extLst>
                  <a:ext uri="{0D108BD9-81ED-4DB2-BD59-A6C34878D82A}">
                    <a16:rowId xmlns:a16="http://schemas.microsoft.com/office/drawing/2014/main" val="10000"/>
                  </a:ext>
                </a:extLst>
              </a:tr>
              <a:tr h="370840">
                <a:tc>
                  <a:txBody>
                    <a:bodyPr/>
                    <a:lstStyle/>
                    <a:p>
                      <a:r>
                        <a:rPr lang="es-MX" sz="1800" dirty="0">
                          <a:solidFill>
                            <a:schemeClr val="bg1">
                              <a:lumMod val="50000"/>
                            </a:schemeClr>
                          </a:solidFill>
                        </a:rPr>
                        <a:t>Título VI</a:t>
                      </a:r>
                    </a:p>
                  </a:txBody>
                  <a:tcPr/>
                </a:tc>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r>
                        <a:rPr lang="es-MX" sz="1800" dirty="0">
                          <a:solidFill>
                            <a:schemeClr val="bg1">
                              <a:lumMod val="50000"/>
                            </a:schemeClr>
                          </a:solidFill>
                        </a:rPr>
                        <a:t>De la Revelación de Esquemas Reportables</a:t>
                      </a:r>
                    </a:p>
                  </a:txBody>
                  <a:tcPr/>
                </a:tc>
                <a:tc>
                  <a:txBody>
                    <a:bodyPr/>
                    <a:lstStyle/>
                    <a:p>
                      <a:pPr algn="ctr"/>
                      <a:endParaRPr lang="es-MX" sz="1800" dirty="0">
                        <a:solidFill>
                          <a:schemeClr val="bg1">
                            <a:lumMod val="50000"/>
                          </a:schemeClr>
                        </a:solidFill>
                      </a:endParaRPr>
                    </a:p>
                  </a:txBody>
                  <a:tcPr/>
                </a:tc>
                <a:extLst>
                  <a:ext uri="{0D108BD9-81ED-4DB2-BD59-A6C34878D82A}">
                    <a16:rowId xmlns:a16="http://schemas.microsoft.com/office/drawing/2014/main" val="10001"/>
                  </a:ext>
                </a:extLst>
              </a:tr>
              <a:tr h="370840">
                <a:tc>
                  <a:txBody>
                    <a:bodyPr/>
                    <a:lstStyle/>
                    <a:p>
                      <a:endParaRPr lang="es-MX" sz="1800" dirty="0">
                        <a:solidFill>
                          <a:schemeClr val="bg1">
                            <a:lumMod val="50000"/>
                          </a:schemeClr>
                        </a:solidFill>
                      </a:endParaRPr>
                    </a:p>
                  </a:txBody>
                  <a:tcPr/>
                </a:tc>
                <a:tc>
                  <a:txBody>
                    <a:bodyPr/>
                    <a:lstStyle/>
                    <a:p>
                      <a:r>
                        <a:rPr lang="es-ES" sz="1800" dirty="0">
                          <a:solidFill>
                            <a:schemeClr val="bg1">
                              <a:lumMod val="50000"/>
                            </a:schemeClr>
                          </a:solidFill>
                        </a:rPr>
                        <a:t>Ú</a:t>
                      </a:r>
                      <a:r>
                        <a:rPr lang="es-MX" sz="1800" dirty="0" err="1">
                          <a:solidFill>
                            <a:schemeClr val="bg1">
                              <a:lumMod val="50000"/>
                            </a:schemeClr>
                          </a:solidFill>
                        </a:rPr>
                        <a:t>nico</a:t>
                      </a:r>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endParaRPr lang="es-MX" sz="1800" dirty="0">
                        <a:solidFill>
                          <a:schemeClr val="bg1">
                            <a:lumMod val="50000"/>
                          </a:schemeClr>
                        </a:solidFill>
                      </a:endParaRPr>
                    </a:p>
                  </a:txBody>
                  <a:tcPr/>
                </a:tc>
                <a:tc>
                  <a:txBody>
                    <a:bodyPr/>
                    <a:lstStyle/>
                    <a:p>
                      <a:pPr algn="ctr"/>
                      <a:r>
                        <a:rPr lang="es-ES" sz="1800" dirty="0">
                          <a:solidFill>
                            <a:schemeClr val="bg1">
                              <a:lumMod val="50000"/>
                            </a:schemeClr>
                          </a:solidFill>
                        </a:rPr>
                        <a:t>197 - 202</a:t>
                      </a:r>
                      <a:endParaRPr lang="es-MX" sz="1800" dirty="0">
                        <a:solidFill>
                          <a:schemeClr val="bg1">
                            <a:lumMod val="50000"/>
                          </a:schemeClr>
                        </a:solidFill>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34943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B33C770-ABE7-4699-93D3-DD68153ECAC7}"/>
              </a:ext>
            </a:extLst>
          </p:cNvPr>
          <p:cNvSpPr>
            <a:spLocks noGrp="1"/>
          </p:cNvSpPr>
          <p:nvPr>
            <p:ph type="title"/>
          </p:nvPr>
        </p:nvSpPr>
        <p:spPr/>
        <p:txBody>
          <a:bodyPr>
            <a:normAutofit/>
          </a:bodyPr>
          <a:lstStyle/>
          <a:p>
            <a:r>
              <a:rPr lang="es-MX" dirty="0"/>
              <a:t>Los Criterios sobre Prácticas Fiscales Indebidas</a:t>
            </a:r>
          </a:p>
        </p:txBody>
      </p:sp>
      <p:sp>
        <p:nvSpPr>
          <p:cNvPr id="8" name="Content Placeholder 7">
            <a:extLst>
              <a:ext uri="{FF2B5EF4-FFF2-40B4-BE49-F238E27FC236}">
                <a16:creationId xmlns:a16="http://schemas.microsoft.com/office/drawing/2014/main" id="{B4146C17-9C44-4587-A524-2923EDA9AEEB}"/>
              </a:ext>
            </a:extLst>
          </p:cNvPr>
          <p:cNvSpPr>
            <a:spLocks noGrp="1"/>
          </p:cNvSpPr>
          <p:nvPr>
            <p:ph idx="1"/>
          </p:nvPr>
        </p:nvSpPr>
        <p:spPr/>
        <p:txBody>
          <a:bodyPr>
            <a:normAutofit fontScale="55000" lnSpcReduction="20000"/>
          </a:bodyPr>
          <a:lstStyle/>
          <a:p>
            <a:pPr marL="0" indent="0">
              <a:buNone/>
            </a:pPr>
            <a:r>
              <a:rPr lang="es-MX" b="1" dirty="0"/>
              <a:t>1/CFF/PI </a:t>
            </a:r>
            <a:r>
              <a:rPr lang="es-MX" dirty="0"/>
              <a:t>Entrega o puesta a disposición del CFDI. No se cumple con la obligación cuando el emisor únicamente remite a una página de Internet.</a:t>
            </a:r>
          </a:p>
          <a:p>
            <a:pPr marL="0" indent="0">
              <a:buNone/>
            </a:pPr>
            <a:r>
              <a:rPr lang="es-MX" dirty="0"/>
              <a:t>El artículo 29, primer párrafo del CFF establece la obligación para los contribuyentes de expedir </a:t>
            </a:r>
            <a:r>
              <a:rPr lang="es-MX" dirty="0" err="1"/>
              <a:t>CFDIs</a:t>
            </a:r>
            <a:r>
              <a:rPr lang="es-MX" dirty="0"/>
              <a:t> por Internet por los actos o actividades que realicen, por los ingresos que se perciban o por las retenciones de contribuciones que efectúen, para lo cual de conformidad con su fracción IV, antes de su expedición deberán remitirlos al SAT o al proveedor de certificación de comprobantes fiscales digitales por Internet con el objeto de que se certifique, es decir, se valide el cumplimiento de los requisitos establecidos en el artículo 29-A del mismo Código, se le asigne un folio y se le incorpore el sello digital del SAT.</a:t>
            </a:r>
          </a:p>
          <a:p>
            <a:pPr marL="0" indent="0">
              <a:buNone/>
            </a:pPr>
            <a:r>
              <a:rPr lang="es-MX" dirty="0"/>
              <a:t>El artículo 29, fracción V del citado ordenamiento prevé que una vez que al CFDI se le haya incorporado el sello digital a que se refiere el párrafo anterior, los contribuyentes deberán entregar o poner a disposición de sus clientes el archivo electrónico del CFDI y, cuando les sea solicitada por el cliente, su representación impresa, por lo que se considera que el contribuyente que solicita el comprobante fiscal solo debe proporcionar su clave en el RFC para generarlo, sin necesidad de exhibir la Cédula de Identificación Fiscal.</a:t>
            </a:r>
          </a:p>
          <a:p>
            <a:pPr marL="0" indent="0">
              <a:buNone/>
            </a:pPr>
            <a:endParaRPr lang="es-MX" dirty="0"/>
          </a:p>
          <a:p>
            <a:pPr marL="0" indent="0">
              <a:buNone/>
            </a:pPr>
            <a:r>
              <a:rPr lang="es-MX" b="1" i="1" dirty="0"/>
              <a:t>Por lo anterior, se considera que realizan una práctica fiscal indebida:</a:t>
            </a:r>
          </a:p>
          <a:p>
            <a:pPr marL="457200" lvl="1" indent="0">
              <a:buNone/>
            </a:pPr>
            <a:r>
              <a:rPr lang="es-MX" dirty="0"/>
              <a:t>I. Los contribuyentes que no cumplan, en mismo acto y lugar, con su obligación de expedir el CFDI y tampoco con su remisión al SAT o al proveedor de certificación de CFDI con el objeto de que se certifique.</a:t>
            </a:r>
          </a:p>
          <a:p>
            <a:pPr marL="457200" lvl="1" indent="0">
              <a:buNone/>
            </a:pPr>
            <a:r>
              <a:rPr lang="es-MX" dirty="0"/>
              <a:t>II. Los contribuyentes que no permitan, en el mismo acto y lugar que el cliente proporcione sus datos para la generación del CFDI.</a:t>
            </a:r>
          </a:p>
          <a:p>
            <a:pPr marL="457200" lvl="1" indent="0">
              <a:buNone/>
            </a:pPr>
            <a:r>
              <a:rPr lang="es-MX" dirty="0"/>
              <a:t>III. Los contribuyentes que en sus establecimientos, sucursales o puntos de venta, únicamente pongan a disposición del cliente un medio por el cual invitan al cliente para que este por su cuenta proporcione sus datos y por ende, trasladen al cliente la obligación de generar el CFDI.</a:t>
            </a:r>
          </a:p>
          <a:p>
            <a:pPr marL="457200" lvl="1" indent="0">
              <a:buNone/>
            </a:pPr>
            <a:r>
              <a:rPr lang="es-MX" dirty="0"/>
              <a:t>IV. Quien asesore, aconseje, preste servicios o participe en la realización o la implementación de cualquiera de las prácticas anteriores.</a:t>
            </a:r>
          </a:p>
          <a:p>
            <a:endParaRPr lang="es-MX" dirty="0"/>
          </a:p>
        </p:txBody>
      </p:sp>
    </p:spTree>
    <p:extLst>
      <p:ext uri="{BB962C8B-B14F-4D97-AF65-F5344CB8AC3E}">
        <p14:creationId xmlns:p14="http://schemas.microsoft.com/office/powerpoint/2010/main" val="5194218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 sz="4000" dirty="0"/>
              <a:t>Los Criterios Normativos pueden ser a favor o en contra del contribuyente</a:t>
            </a:r>
            <a:endParaRPr lang="es-MX" sz="4000" dirty="0"/>
          </a:p>
        </p:txBody>
      </p:sp>
      <p:sp>
        <p:nvSpPr>
          <p:cNvPr id="4" name="Text Placeholder 3"/>
          <p:cNvSpPr>
            <a:spLocks noGrp="1"/>
          </p:cNvSpPr>
          <p:nvPr>
            <p:ph type="body" idx="1"/>
          </p:nvPr>
        </p:nvSpPr>
        <p:spPr/>
        <p:txBody>
          <a:bodyPr/>
          <a:lstStyle/>
          <a:p>
            <a:r>
              <a:rPr lang="es-MX" dirty="0"/>
              <a:t>En Contra</a:t>
            </a:r>
          </a:p>
        </p:txBody>
      </p:sp>
      <p:sp>
        <p:nvSpPr>
          <p:cNvPr id="5" name="Content Placeholder 4"/>
          <p:cNvSpPr>
            <a:spLocks noGrp="1"/>
          </p:cNvSpPr>
          <p:nvPr>
            <p:ph sz="half" idx="2"/>
          </p:nvPr>
        </p:nvSpPr>
        <p:spPr/>
        <p:txBody>
          <a:bodyPr>
            <a:normAutofit fontScale="55000" lnSpcReduction="20000"/>
          </a:bodyPr>
          <a:lstStyle/>
          <a:p>
            <a:pPr marL="0" indent="0">
              <a:buNone/>
            </a:pPr>
            <a:r>
              <a:rPr lang="es-MX" sz="2500" b="1"/>
              <a:t>46/ISR/N: </a:t>
            </a:r>
            <a:r>
              <a:rPr lang="es-MX" sz="2500" b="1" dirty="0"/>
              <a:t>Deducible del seguro de gastos médicos. No es una deducción personal.</a:t>
            </a:r>
          </a:p>
          <a:p>
            <a:pPr marL="0" indent="0">
              <a:buNone/>
            </a:pPr>
            <a:r>
              <a:rPr lang="es-MX" sz="2500" dirty="0"/>
              <a:t>El artículo 151, fracciones I y VI de la Ley del Impuesto sobre la Renta establece como deducciones personales los pagos por honorarios médicos y dentales, así como los gastos hospitalarios, y las primas por seguros de gastos médicos.</a:t>
            </a:r>
          </a:p>
          <a:p>
            <a:pPr marL="0" indent="0">
              <a:buNone/>
            </a:pPr>
            <a:r>
              <a:rPr lang="es-MX" sz="2500" dirty="0"/>
              <a:t>En el contrato de seguro la compañía aseguradora se obliga, mediante una prima, a resarcir un daño o a pagar una suma de dinero; asimismo, el contratante del seguro está obligado a pagar el deducible estipulado en dicho contrato de conformidad con lo dispuesto por los artículos 1 y 86 de la Ley sobre el Contrato de Seguro.</a:t>
            </a:r>
          </a:p>
          <a:p>
            <a:pPr marL="0" indent="0">
              <a:buNone/>
            </a:pPr>
            <a:r>
              <a:rPr lang="es-MX" sz="2500" dirty="0"/>
              <a:t>Por lo tanto, el pago del deducible del seguro de gastos médicos no es un gasto médico, ni es una prima por concepto de dicho seguro, en virtud de que son erogaciones realizadas como una contraprestación de los servicios otorgados por la compañía aseguradora de conformidad con la Ley sobre el Contrato de Seguro y por ello, </a:t>
            </a:r>
            <a:r>
              <a:rPr lang="es-MX" sz="2500" dirty="0">
                <a:solidFill>
                  <a:schemeClr val="accent6"/>
                </a:solidFill>
              </a:rPr>
              <a:t>no podrán considerarse como una deducción personal</a:t>
            </a:r>
            <a:r>
              <a:rPr lang="es-MX" sz="2500" dirty="0">
                <a:solidFill>
                  <a:srgbClr val="FF0000"/>
                </a:solidFill>
              </a:rPr>
              <a:t> </a:t>
            </a:r>
            <a:r>
              <a:rPr lang="es-MX" sz="2500" dirty="0"/>
              <a:t>para efectos del impuesto sobre la renta.</a:t>
            </a:r>
          </a:p>
          <a:p>
            <a:endParaRPr lang="es-MX" dirty="0"/>
          </a:p>
        </p:txBody>
      </p:sp>
      <p:sp>
        <p:nvSpPr>
          <p:cNvPr id="6" name="Text Placeholder 5"/>
          <p:cNvSpPr>
            <a:spLocks noGrp="1"/>
          </p:cNvSpPr>
          <p:nvPr>
            <p:ph type="body" sz="quarter" idx="3"/>
          </p:nvPr>
        </p:nvSpPr>
        <p:spPr/>
        <p:txBody>
          <a:bodyPr/>
          <a:lstStyle/>
          <a:p>
            <a:r>
              <a:rPr lang="es-MX" dirty="0"/>
              <a:t>A Favor</a:t>
            </a:r>
          </a:p>
        </p:txBody>
      </p:sp>
      <p:sp>
        <p:nvSpPr>
          <p:cNvPr id="7" name="Content Placeholder 6"/>
          <p:cNvSpPr>
            <a:spLocks noGrp="1"/>
          </p:cNvSpPr>
          <p:nvPr>
            <p:ph sz="quarter" idx="4"/>
          </p:nvPr>
        </p:nvSpPr>
        <p:spPr/>
        <p:txBody>
          <a:bodyPr>
            <a:normAutofit fontScale="25000" lnSpcReduction="20000"/>
          </a:bodyPr>
          <a:lstStyle/>
          <a:p>
            <a:pPr marL="0" indent="0">
              <a:buNone/>
            </a:pPr>
            <a:r>
              <a:rPr lang="es-MX" sz="5600" b="1" dirty="0"/>
              <a:t>28/ISR/N: Aumento de la pérdida fiscal en declaraciones complementarias.</a:t>
            </a:r>
          </a:p>
          <a:p>
            <a:pPr marL="0" indent="0">
              <a:buNone/>
            </a:pPr>
            <a:r>
              <a:rPr lang="es-MX" sz="5600" dirty="0"/>
              <a:t>De conformidad con el artículo 57, tercer párrafo de la Ley del ISR, cuando el contribuyente no disminuya en un ejercicio la pérdida fiscal del ejercicio anterior, pudiendo haberlo hecho conforme al mencionado artículo, perderá el derecho a hacerlo en los ejercicios posteriores y hasta por la cantidad en la que pudo haberlo efectuado.</a:t>
            </a:r>
          </a:p>
          <a:p>
            <a:pPr marL="0" indent="0">
              <a:buNone/>
            </a:pPr>
            <a:r>
              <a:rPr lang="es-MX" sz="5600" dirty="0"/>
              <a:t>El segundo párrafo del mencionado artículo refiere que sólo podrá disminuirse la pérdida fiscal ocurrida en un ejercicio, contra la utilidad fiscal de los diez ejercicios siguientes hasta agotarla.</a:t>
            </a:r>
          </a:p>
          <a:p>
            <a:pPr marL="0" indent="0">
              <a:buNone/>
            </a:pPr>
            <a:r>
              <a:rPr lang="es-MX" sz="5600" dirty="0"/>
              <a:t>Por lo tanto, si a través de declaración normal, declaración de corrección por dictamen y declaración de corrección, en los casos en los que la autoridad fiscal haya ejercido sus facultades de comprobación, el contribuyente incrementa la utilidad fiscal declarada o convierte la pérdida fiscal declarada en utilidad fiscal, se considera que </a:t>
            </a:r>
            <a:r>
              <a:rPr lang="es-MX" sz="5600" dirty="0">
                <a:solidFill>
                  <a:schemeClr val="accent6"/>
                </a:solidFill>
              </a:rPr>
              <a:t>no se pierde el derecho </a:t>
            </a:r>
            <a:r>
              <a:rPr lang="es-MX" sz="5600" dirty="0"/>
              <a:t>a disminuir una cantidad igual a la utilidad fiscal incrementada, o a disminuir adicionalmente, una cantidad igual a la pérdida convertida en utilidad fiscal, ya que la amortización correspondiente no pudo haberse hecho de conformidad con el mismo artículo 57 de la Ley del ISR.</a:t>
            </a:r>
            <a:endParaRPr lang="es-MX" dirty="0"/>
          </a:p>
        </p:txBody>
      </p:sp>
    </p:spTree>
    <p:extLst>
      <p:ext uri="{BB962C8B-B14F-4D97-AF65-F5344CB8AC3E}">
        <p14:creationId xmlns:p14="http://schemas.microsoft.com/office/powerpoint/2010/main" val="287824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MX" dirty="0"/>
              <a:t>Las Leyes se interpretan, no son instructivos, por lo que pueden existir distintas opiniones</a:t>
            </a:r>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25087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s-MX" dirty="0"/>
              <a:t>Ejercicio: ¿Dónde buscar?</a:t>
            </a:r>
          </a:p>
        </p:txBody>
      </p:sp>
      <p:sp>
        <p:nvSpPr>
          <p:cNvPr id="8" name="Content Placeholder 7"/>
          <p:cNvSpPr>
            <a:spLocks noGrp="1"/>
          </p:cNvSpPr>
          <p:nvPr>
            <p:ph idx="1"/>
          </p:nvPr>
        </p:nvSpPr>
        <p:spPr/>
        <p:txBody>
          <a:bodyPr/>
          <a:lstStyle/>
          <a:p>
            <a:r>
              <a:rPr lang="es-MX" dirty="0"/>
              <a:t>¿Quiénes son sujetos del ISR?</a:t>
            </a:r>
          </a:p>
          <a:p>
            <a:r>
              <a:rPr lang="es-MX" dirty="0"/>
              <a:t>¿Cuál es la definición de “Impuestos”?</a:t>
            </a:r>
          </a:p>
          <a:p>
            <a:r>
              <a:rPr lang="es-MX" dirty="0"/>
              <a:t>¿Qué se entiende por México, país y territorio para fines fiscales?</a:t>
            </a:r>
          </a:p>
          <a:p>
            <a:r>
              <a:rPr lang="es-MX" dirty="0"/>
              <a:t>¿Qué se entiende por enajenación de bienes?</a:t>
            </a:r>
          </a:p>
          <a:p>
            <a:r>
              <a:rPr lang="es-MX" dirty="0"/>
              <a:t>¿Cuál es la definición de intereses para fines del ISR?</a:t>
            </a:r>
          </a:p>
          <a:p>
            <a:r>
              <a:rPr lang="es-MX" dirty="0"/>
              <a:t>¿Qué se entiende por intereses para fines del IVA?</a:t>
            </a:r>
          </a:p>
          <a:p>
            <a:r>
              <a:rPr lang="es-MX" dirty="0"/>
              <a:t>¿Qué se entiende por residencia para fines del ISR?</a:t>
            </a:r>
          </a:p>
          <a:p>
            <a:r>
              <a:rPr lang="es-MX" dirty="0"/>
              <a:t>¿Qué se entiende por residentes en territorio nacional para IVA?</a:t>
            </a:r>
          </a:p>
        </p:txBody>
      </p:sp>
    </p:spTree>
    <p:extLst>
      <p:ext uri="{BB962C8B-B14F-4D97-AF65-F5344CB8AC3E}">
        <p14:creationId xmlns:p14="http://schemas.microsoft.com/office/powerpoint/2010/main" val="616470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s-MX" dirty="0"/>
              <a:t>Ejercicio: ¿Dónde buscar?</a:t>
            </a:r>
          </a:p>
        </p:txBody>
      </p:sp>
      <p:sp>
        <p:nvSpPr>
          <p:cNvPr id="8" name="Content Placeholder 7"/>
          <p:cNvSpPr>
            <a:spLocks noGrp="1"/>
          </p:cNvSpPr>
          <p:nvPr>
            <p:ph idx="1"/>
          </p:nvPr>
        </p:nvSpPr>
        <p:spPr/>
        <p:txBody>
          <a:bodyPr>
            <a:normAutofit lnSpcReduction="10000"/>
          </a:bodyPr>
          <a:lstStyle/>
          <a:p>
            <a:r>
              <a:rPr lang="es-MX" dirty="0"/>
              <a:t>Requisitos para las deducciones en el ISR</a:t>
            </a:r>
          </a:p>
          <a:p>
            <a:r>
              <a:rPr lang="es-MX" dirty="0"/>
              <a:t>Plazo para amortizar las pérdidas en ISR</a:t>
            </a:r>
          </a:p>
          <a:p>
            <a:r>
              <a:rPr lang="es-MX" dirty="0"/>
              <a:t>Definición de Persona Moral para ISR</a:t>
            </a:r>
          </a:p>
          <a:p>
            <a:r>
              <a:rPr lang="es-MX" dirty="0"/>
              <a:t>Fecha de presentación de la declaración anual de ISR</a:t>
            </a:r>
          </a:p>
          <a:p>
            <a:r>
              <a:rPr lang="es-MX" dirty="0"/>
              <a:t>Ingresos exentos de personas morales para fines del ISR</a:t>
            </a:r>
          </a:p>
          <a:p>
            <a:r>
              <a:rPr lang="es-MX" dirty="0"/>
              <a:t>Tasa de depreciación fiscal para una maquinaria</a:t>
            </a:r>
          </a:p>
          <a:p>
            <a:r>
              <a:rPr lang="es-MX" dirty="0"/>
              <a:t>Ajuste Anual por Inflación para el ISR</a:t>
            </a:r>
          </a:p>
          <a:p>
            <a:r>
              <a:rPr lang="es-MX" dirty="0"/>
              <a:t>Factor de Ajuste</a:t>
            </a:r>
          </a:p>
          <a:p>
            <a:r>
              <a:rPr lang="es-MX" dirty="0"/>
              <a:t>Factor de Actualización</a:t>
            </a:r>
          </a:p>
        </p:txBody>
      </p:sp>
    </p:spTree>
    <p:extLst>
      <p:ext uri="{BB962C8B-B14F-4D97-AF65-F5344CB8AC3E}">
        <p14:creationId xmlns:p14="http://schemas.microsoft.com/office/powerpoint/2010/main" val="2865739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1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4.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5.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6.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8.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29.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0.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1.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2.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ags/tag33.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TotalTime>
  <Words>3734</Words>
  <Application>Microsoft Office PowerPoint</Application>
  <PresentationFormat>Panorámica</PresentationFormat>
  <Paragraphs>516</Paragraphs>
  <Slides>42</Slides>
  <Notes>33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42</vt:i4>
      </vt:variant>
    </vt:vector>
  </HeadingPairs>
  <TitlesOfParts>
    <vt:vector size="50" baseType="lpstr">
      <vt:lpstr>Arial</vt:lpstr>
      <vt:lpstr>Arial,Sans-Serif</vt:lpstr>
      <vt:lpstr>Calibri</vt:lpstr>
      <vt:lpstr>Calibri Light</vt:lpstr>
      <vt:lpstr>Montserrat</vt:lpstr>
      <vt:lpstr>Verdana</vt:lpstr>
      <vt:lpstr>Wingdings</vt:lpstr>
      <vt:lpstr>Tema de Office</vt:lpstr>
      <vt:lpstr>Impuestos Corporativos I</vt:lpstr>
      <vt:lpstr>Descripción del Curso</vt:lpstr>
      <vt:lpstr>Evaluación</vt:lpstr>
      <vt:lpstr>Principio de Honor</vt:lpstr>
      <vt:lpstr>¿Qué es la Planeación Fiscal?</vt:lpstr>
      <vt:lpstr>Introducción al Sistema Tributario y al Impuesto sobre la Renta</vt:lpstr>
      <vt:lpstr>Introducción al Sistema Tributario y al Impuesto sobre la Renta</vt:lpstr>
      <vt:lpstr>The OECD Classification of taxes (OECD 2017 – Revenue Statistics – Interpretative Guide – Annex A - The OECD classification of taxes and interpretative guide)</vt:lpstr>
      <vt:lpstr>Es OBLIGATORIO contribuir para los gastos públicos … </vt:lpstr>
      <vt:lpstr>… y el Código Fiscal dice como hacerlo</vt:lpstr>
      <vt:lpstr>Depende de distintos CRITERIOS el ser o no, considerado como contribuyente</vt:lpstr>
      <vt:lpstr>La Nacionalidad (mexicana) es irrelevante para fines fiscales en México.</vt:lpstr>
      <vt:lpstr>La Residencia Fiscal es uno de los Criterios adoptados por México para fines del ISR</vt:lpstr>
      <vt:lpstr>La administración principal o sede de dirección efectiva definen la residencia para PM</vt:lpstr>
      <vt:lpstr>La Fuente de Riqueza es otro Criterio adoptado por México para fines del ISR</vt:lpstr>
      <vt:lpstr>La Constitución y los tratados tienen preferencia</vt:lpstr>
      <vt:lpstr>Contexto Actual</vt:lpstr>
      <vt:lpstr>Contexto Actual</vt:lpstr>
      <vt:lpstr>Calcular la Utilidad (Renta) siempre es complejo</vt:lpstr>
      <vt:lpstr>2. Marco normativo del Impuesto Sobre la Renta (ISR). Introducción.</vt:lpstr>
      <vt:lpstr>2. Marco normativo del Impuesto Sobre la Renta (ISR). Introducción.</vt:lpstr>
      <vt:lpstr>El CFF es de aplicación supletoria</vt:lpstr>
      <vt:lpstr>El RLISR no puede ir más allá de la Ley</vt:lpstr>
      <vt:lpstr>La RMF no puede generar cargas adicionales, pero sí derechos</vt:lpstr>
      <vt:lpstr>Los Criterios expresan lineamientos que seguirá la autoridad fiscal</vt:lpstr>
      <vt:lpstr>La LISR la aprueba el Congreso, lo que le da su jerarquía</vt:lpstr>
      <vt:lpstr>El RLISR lo emite el Presidente, que está por debajo del Congreso de la Unión</vt:lpstr>
      <vt:lpstr>La RMF se expide por funcionarios de la SHCP-SAT, que están por debajo del Presidente (CFF 33-I-g)</vt:lpstr>
      <vt:lpstr>Los Criterios son comunicaciones de la SHCP-SAT (CFF 33-I-h y 35)</vt:lpstr>
      <vt:lpstr>Las Leyes se redactan desde el Gobierno y por lo tanto cuidan esos intereses</vt:lpstr>
      <vt:lpstr>En este semestre solamente veremos lo relativo a Personas Morales - ISR</vt:lpstr>
      <vt:lpstr>Las Disposiciones Generales son aplicables a todos los contribuyentes del ISR</vt:lpstr>
      <vt:lpstr>El Título II se parece a un Estado de Resultados, ya que ahí se calcula la Renta</vt:lpstr>
      <vt:lpstr>El RLISR debe complementar a la LISR</vt:lpstr>
      <vt:lpstr>El CFF contiene las disposiciones que resultan comunes para varias Contribuciones …</vt:lpstr>
      <vt:lpstr>… también incluye lo relativo a litigios sobre contribuciones, que no veremos en el semestre</vt:lpstr>
      <vt:lpstr>… y también la obligación de revelar esquemas al SAT</vt:lpstr>
      <vt:lpstr>Los Criterios sobre Prácticas Fiscales Indebidas</vt:lpstr>
      <vt:lpstr>Los Criterios Normativos pueden ser a favor o en contra del contribuyente</vt:lpstr>
      <vt:lpstr>Las Leyes se interpretan, no son instructivos, por lo que pueden existir distintas opiniones</vt:lpstr>
      <vt:lpstr>Ejercicio: ¿Dónde buscar?</vt:lpstr>
      <vt:lpstr>Ejercicio: ¿Dónde buscar?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Área de Oportunidad</dc:title>
  <dc:creator>Jaime De Leon R.</dc:creator>
  <cp:lastModifiedBy>Chevez Ruiz Zamarripa</cp:lastModifiedBy>
  <cp:revision>6</cp:revision>
  <dcterms:created xsi:type="dcterms:W3CDTF">2022-06-10T16:01:17Z</dcterms:created>
  <dcterms:modified xsi:type="dcterms:W3CDTF">2026-01-15T04:10:45Z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37ea1f-2c5d-459d-abec-9c12fc11b92c_Enabled">
    <vt:lpwstr>true</vt:lpwstr>
  </property>
  <property fmtid="{D5CDD505-2E9C-101B-9397-08002B2CF9AE}" pid="3" name="MSIP_Label_d537ea1f-2c5d-459d-abec-9c12fc11b92c_SetDate">
    <vt:lpwstr>2024-09-11T19:48:15Z</vt:lpwstr>
  </property>
  <property fmtid="{D5CDD505-2E9C-101B-9397-08002B2CF9AE}" pid="4" name="MSIP_Label_d537ea1f-2c5d-459d-abec-9c12fc11b92c_Method">
    <vt:lpwstr>Privileged</vt:lpwstr>
  </property>
  <property fmtid="{D5CDD505-2E9C-101B-9397-08002B2CF9AE}" pid="5" name="MSIP_Label_d537ea1f-2c5d-459d-abec-9c12fc11b92c_Name">
    <vt:lpwstr>General</vt:lpwstr>
  </property>
  <property fmtid="{D5CDD505-2E9C-101B-9397-08002B2CF9AE}" pid="6" name="MSIP_Label_d537ea1f-2c5d-459d-abec-9c12fc11b92c_SiteId">
    <vt:lpwstr>5a3c2a26-df13-4524-9df2-07d9a4d4a7d0</vt:lpwstr>
  </property>
  <property fmtid="{D5CDD505-2E9C-101B-9397-08002B2CF9AE}" pid="7" name="MSIP_Label_d537ea1f-2c5d-459d-abec-9c12fc11b92c_ActionId">
    <vt:lpwstr>8dbc8b15-e698-448c-8ae4-ce6e05993e9a</vt:lpwstr>
  </property>
  <property fmtid="{D5CDD505-2E9C-101B-9397-08002B2CF9AE}" pid="8" name="MSIP_Label_d537ea1f-2c5d-459d-abec-9c12fc11b92c_ContentBits">
    <vt:lpwstr>0</vt:lpwstr>
  </property>
</Properties>
</file>