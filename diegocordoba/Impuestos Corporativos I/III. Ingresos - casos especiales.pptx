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0.xml" ContentType="application/vnd.openxmlformats-officedocument.presentationml.tags+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21.xml" ContentType="application/vnd.openxmlformats-officedocument.presentationml.tags+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22.xml" ContentType="application/vnd.openxmlformats-officedocument.presentationml.tags+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23.xml" ContentType="application/vnd.openxmlformats-officedocument.presentationml.tags+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tags/tag35.xml" ContentType="application/vnd.openxmlformats-officedocument.presentationml.tags+xml"/>
  <Override PartName="/ppt/notesSlides/notesSlide3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36.xml" ContentType="application/vnd.openxmlformats-officedocument.presentationml.tags+xml"/>
  <Override PartName="/ppt/notesSlides/notesSlide3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ags/tag37.xml" ContentType="application/vnd.openxmlformats-officedocument.presentationml.tags+xml"/>
  <Override PartName="/ppt/notesSlides/notesSlide38.xml" ContentType="application/vnd.openxmlformats-officedocument.presentationml.notesSlide+xml"/>
  <Override PartName="/ppt/tags/tag38.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481" r:id="rId2"/>
    <p:sldId id="410" r:id="rId3"/>
    <p:sldId id="411" r:id="rId4"/>
    <p:sldId id="505" r:id="rId5"/>
    <p:sldId id="1033" r:id="rId6"/>
    <p:sldId id="413" r:id="rId7"/>
    <p:sldId id="414" r:id="rId8"/>
    <p:sldId id="415" r:id="rId9"/>
    <p:sldId id="701" r:id="rId10"/>
    <p:sldId id="509" r:id="rId11"/>
    <p:sldId id="702" r:id="rId12"/>
    <p:sldId id="836" r:id="rId13"/>
    <p:sldId id="848" r:id="rId14"/>
    <p:sldId id="849" r:id="rId15"/>
    <p:sldId id="416" r:id="rId16"/>
    <p:sldId id="417" r:id="rId17"/>
    <p:sldId id="418" r:id="rId18"/>
    <p:sldId id="419" r:id="rId19"/>
    <p:sldId id="420" r:id="rId20"/>
    <p:sldId id="705" r:id="rId21"/>
    <p:sldId id="893" r:id="rId22"/>
    <p:sldId id="894" r:id="rId23"/>
    <p:sldId id="895" r:id="rId24"/>
    <p:sldId id="896" r:id="rId25"/>
    <p:sldId id="488" r:id="rId26"/>
    <p:sldId id="501" r:id="rId27"/>
    <p:sldId id="504" r:id="rId28"/>
    <p:sldId id="326" r:id="rId29"/>
    <p:sldId id="897" r:id="rId30"/>
    <p:sldId id="898" r:id="rId31"/>
    <p:sldId id="908" r:id="rId32"/>
    <p:sldId id="1081" r:id="rId33"/>
    <p:sldId id="502" r:id="rId34"/>
    <p:sldId id="707" r:id="rId35"/>
    <p:sldId id="422" r:id="rId36"/>
    <p:sldId id="421" r:id="rId37"/>
    <p:sldId id="511" r:id="rId38"/>
    <p:sldId id="842" r:id="rId39"/>
    <p:sldId id="497" r:id="rId4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79" d="100"/>
          <a:sy n="79" d="100"/>
        </p:scale>
        <p:origin x="72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De León R." userId="6107559c-c399-4371-a23a-d124d3599f82" providerId="ADAL" clId="{8AD37D5C-5334-4E74-84DE-A3D1C10F2FC0}"/>
    <pc:docChg chg="custSel delSld modSld">
      <pc:chgData name="Jaime De León R." userId="6107559c-c399-4371-a23a-d124d3599f82" providerId="ADAL" clId="{8AD37D5C-5334-4E74-84DE-A3D1C10F2FC0}" dt="2026-01-22T05:40:06.019" v="26" actId="47"/>
      <pc:docMkLst>
        <pc:docMk/>
      </pc:docMkLst>
      <pc:sldChg chg="modSp mod">
        <pc:chgData name="Jaime De León R." userId="6107559c-c399-4371-a23a-d124d3599f82" providerId="ADAL" clId="{8AD37D5C-5334-4E74-84DE-A3D1C10F2FC0}" dt="2026-01-22T05:39:06.527" v="22" actId="20577"/>
        <pc:sldMkLst>
          <pc:docMk/>
          <pc:sldMk cId="888963773" sldId="849"/>
        </pc:sldMkLst>
        <pc:spChg chg="mod">
          <ac:chgData name="Jaime De León R." userId="6107559c-c399-4371-a23a-d124d3599f82" providerId="ADAL" clId="{8AD37D5C-5334-4E74-84DE-A3D1C10F2FC0}" dt="2026-01-22T05:36:34.113" v="1" actId="20577"/>
          <ac:spMkLst>
            <pc:docMk/>
            <pc:sldMk cId="888963773" sldId="849"/>
            <ac:spMk id="3" creationId="{00000000-0000-0000-0000-000000000000}"/>
          </ac:spMkLst>
        </pc:spChg>
        <pc:graphicFrameChg chg="modGraphic">
          <ac:chgData name="Jaime De León R." userId="6107559c-c399-4371-a23a-d124d3599f82" providerId="ADAL" clId="{8AD37D5C-5334-4E74-84DE-A3D1C10F2FC0}" dt="2026-01-22T05:39:06.527" v="22" actId="20577"/>
          <ac:graphicFrameMkLst>
            <pc:docMk/>
            <pc:sldMk cId="888963773" sldId="849"/>
            <ac:graphicFrameMk id="5" creationId="{00000000-0000-0000-0000-000000000000}"/>
          </ac:graphicFrameMkLst>
        </pc:graphicFrameChg>
      </pc:sldChg>
      <pc:sldChg chg="modSp del mod">
        <pc:chgData name="Jaime De León R." userId="6107559c-c399-4371-a23a-d124d3599f82" providerId="ADAL" clId="{8AD37D5C-5334-4E74-84DE-A3D1C10F2FC0}" dt="2026-01-22T05:40:06.019" v="26" actId="47"/>
        <pc:sldMkLst>
          <pc:docMk/>
          <pc:sldMk cId="3045847813" sldId="1171"/>
        </pc:sldMkLst>
        <pc:spChg chg="mod">
          <ac:chgData name="Jaime De León R." userId="6107559c-c399-4371-a23a-d124d3599f82" providerId="ADAL" clId="{8AD37D5C-5334-4E74-84DE-A3D1C10F2FC0}" dt="2026-01-22T05:39:55.652" v="25" actId="20577"/>
          <ac:spMkLst>
            <pc:docMk/>
            <pc:sldMk cId="3045847813" sldId="1171"/>
            <ac:spMk id="3" creationId="{BA3EF300-7966-4836-A6C1-6974AE98459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FECDC5-C493-4C25-A6D9-8F3D950796B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MX"/>
        </a:p>
      </dgm:t>
    </dgm:pt>
    <dgm:pt modelId="{A7F00994-4799-431C-9A86-521222E458FC}">
      <dgm:prSet phldrT="[Text]"/>
      <dgm:spPr/>
      <dgm:t>
        <a:bodyPr/>
        <a:lstStyle/>
        <a:p>
          <a:r>
            <a:rPr lang="es-MX" dirty="0"/>
            <a:t>Ingresos Presuntos</a:t>
          </a:r>
        </a:p>
      </dgm:t>
    </dgm:pt>
    <dgm:pt modelId="{63D11C7C-E719-44BA-8337-80CF40D99DB5}" type="parTrans" cxnId="{0543380E-00C9-4C3E-8930-CB280472C42D}">
      <dgm:prSet/>
      <dgm:spPr/>
      <dgm:t>
        <a:bodyPr/>
        <a:lstStyle/>
        <a:p>
          <a:endParaRPr lang="es-MX"/>
        </a:p>
      </dgm:t>
    </dgm:pt>
    <dgm:pt modelId="{581E2E13-7902-41E8-9BC9-8D012E5ED18D}" type="sibTrans" cxnId="{0543380E-00C9-4C3E-8930-CB280472C42D}">
      <dgm:prSet/>
      <dgm:spPr/>
      <dgm:t>
        <a:bodyPr/>
        <a:lstStyle/>
        <a:p>
          <a:endParaRPr lang="es-MX"/>
        </a:p>
      </dgm:t>
    </dgm:pt>
    <dgm:pt modelId="{44B473D5-5B9F-47F9-A5F8-7DBB65119151}">
      <dgm:prSet phldrT="[Text]"/>
      <dgm:spPr/>
      <dgm:t>
        <a:bodyPr/>
        <a:lstStyle/>
        <a:p>
          <a:r>
            <a:rPr lang="es-MX" dirty="0"/>
            <a:t>Precios de Transferencia</a:t>
          </a:r>
        </a:p>
      </dgm:t>
    </dgm:pt>
    <dgm:pt modelId="{395FECDD-F605-4846-B1D3-40F53EB7B7BD}" type="parTrans" cxnId="{481DA2F5-7B2A-4F02-A924-6D7AAE80E1EC}">
      <dgm:prSet/>
      <dgm:spPr/>
      <dgm:t>
        <a:bodyPr/>
        <a:lstStyle/>
        <a:p>
          <a:endParaRPr lang="es-MX"/>
        </a:p>
      </dgm:t>
    </dgm:pt>
    <dgm:pt modelId="{9449C50D-02F0-453F-85D9-1E73C1E61EF6}" type="sibTrans" cxnId="{481DA2F5-7B2A-4F02-A924-6D7AAE80E1EC}">
      <dgm:prSet/>
      <dgm:spPr/>
      <dgm:t>
        <a:bodyPr/>
        <a:lstStyle/>
        <a:p>
          <a:endParaRPr lang="es-MX"/>
        </a:p>
      </dgm:t>
    </dgm:pt>
    <dgm:pt modelId="{B11F2119-7E56-417A-99D5-CA00F09AFC58}">
      <dgm:prSet phldrT="[Text]"/>
      <dgm:spPr/>
      <dgm:t>
        <a:bodyPr/>
        <a:lstStyle/>
        <a:p>
          <a:r>
            <a:rPr lang="es-MX" dirty="0"/>
            <a:t>Facultades de las Autoridades</a:t>
          </a:r>
        </a:p>
      </dgm:t>
    </dgm:pt>
    <dgm:pt modelId="{781CFB80-56B5-495A-8196-0AEDD0EDA1A2}" type="parTrans" cxnId="{D28118F3-6DBF-4277-A8AA-88790AAFC6C5}">
      <dgm:prSet/>
      <dgm:spPr/>
      <dgm:t>
        <a:bodyPr/>
        <a:lstStyle/>
        <a:p>
          <a:endParaRPr lang="es-MX"/>
        </a:p>
      </dgm:t>
    </dgm:pt>
    <dgm:pt modelId="{4B7C334B-2F7C-48EF-9CDD-6C460EA2E0A7}" type="sibTrans" cxnId="{D28118F3-6DBF-4277-A8AA-88790AAFC6C5}">
      <dgm:prSet/>
      <dgm:spPr/>
      <dgm:t>
        <a:bodyPr/>
        <a:lstStyle/>
        <a:p>
          <a:endParaRPr lang="es-MX"/>
        </a:p>
      </dgm:t>
    </dgm:pt>
    <dgm:pt modelId="{9E2172CA-54A2-4E16-BC0B-55CA33B4AA80}" type="pres">
      <dgm:prSet presAssocID="{74FECDC5-C493-4C25-A6D9-8F3D950796B9}" presName="diagram" presStyleCnt="0">
        <dgm:presLayoutVars>
          <dgm:chPref val="1"/>
          <dgm:dir/>
          <dgm:animOne val="branch"/>
          <dgm:animLvl val="lvl"/>
          <dgm:resizeHandles val="exact"/>
        </dgm:presLayoutVars>
      </dgm:prSet>
      <dgm:spPr/>
    </dgm:pt>
    <dgm:pt modelId="{01AB1C70-6995-4AED-9EE6-98D130115E52}" type="pres">
      <dgm:prSet presAssocID="{A7F00994-4799-431C-9A86-521222E458FC}" presName="root1" presStyleCnt="0"/>
      <dgm:spPr/>
    </dgm:pt>
    <dgm:pt modelId="{454B5373-C65B-4628-8873-5DC8E195897C}" type="pres">
      <dgm:prSet presAssocID="{A7F00994-4799-431C-9A86-521222E458FC}" presName="LevelOneTextNode" presStyleLbl="node0" presStyleIdx="0" presStyleCnt="1">
        <dgm:presLayoutVars>
          <dgm:chPref val="3"/>
        </dgm:presLayoutVars>
      </dgm:prSet>
      <dgm:spPr/>
    </dgm:pt>
    <dgm:pt modelId="{2BE609FC-092E-428D-8535-0168D9CA9B38}" type="pres">
      <dgm:prSet presAssocID="{A7F00994-4799-431C-9A86-521222E458FC}" presName="level2hierChild" presStyleCnt="0"/>
      <dgm:spPr/>
    </dgm:pt>
    <dgm:pt modelId="{CF31D1DE-B121-48DD-8FA3-34EAFE47137B}" type="pres">
      <dgm:prSet presAssocID="{395FECDD-F605-4846-B1D3-40F53EB7B7BD}" presName="conn2-1" presStyleLbl="parChTrans1D2" presStyleIdx="0" presStyleCnt="2"/>
      <dgm:spPr/>
    </dgm:pt>
    <dgm:pt modelId="{18D49BEC-66B5-4011-9667-DC5B73EF508E}" type="pres">
      <dgm:prSet presAssocID="{395FECDD-F605-4846-B1D3-40F53EB7B7BD}" presName="connTx" presStyleLbl="parChTrans1D2" presStyleIdx="0" presStyleCnt="2"/>
      <dgm:spPr/>
    </dgm:pt>
    <dgm:pt modelId="{5602AA7C-BC6B-497D-9C01-D3E61CDEF47C}" type="pres">
      <dgm:prSet presAssocID="{44B473D5-5B9F-47F9-A5F8-7DBB65119151}" presName="root2" presStyleCnt="0"/>
      <dgm:spPr/>
    </dgm:pt>
    <dgm:pt modelId="{F8D12CEF-7481-469F-88B2-6DBFBB0A074F}" type="pres">
      <dgm:prSet presAssocID="{44B473D5-5B9F-47F9-A5F8-7DBB65119151}" presName="LevelTwoTextNode" presStyleLbl="node2" presStyleIdx="0" presStyleCnt="2">
        <dgm:presLayoutVars>
          <dgm:chPref val="3"/>
        </dgm:presLayoutVars>
      </dgm:prSet>
      <dgm:spPr/>
    </dgm:pt>
    <dgm:pt modelId="{157DF990-2232-4B8A-AB4A-04E30AF7563D}" type="pres">
      <dgm:prSet presAssocID="{44B473D5-5B9F-47F9-A5F8-7DBB65119151}" presName="level3hierChild" presStyleCnt="0"/>
      <dgm:spPr/>
    </dgm:pt>
    <dgm:pt modelId="{D45924D3-E0B2-456F-A691-AC919762F80A}" type="pres">
      <dgm:prSet presAssocID="{781CFB80-56B5-495A-8196-0AEDD0EDA1A2}" presName="conn2-1" presStyleLbl="parChTrans1D2" presStyleIdx="1" presStyleCnt="2"/>
      <dgm:spPr/>
    </dgm:pt>
    <dgm:pt modelId="{FD9BEB0F-27CA-46B3-A572-B2D762623B2E}" type="pres">
      <dgm:prSet presAssocID="{781CFB80-56B5-495A-8196-0AEDD0EDA1A2}" presName="connTx" presStyleLbl="parChTrans1D2" presStyleIdx="1" presStyleCnt="2"/>
      <dgm:spPr/>
    </dgm:pt>
    <dgm:pt modelId="{17DE5C18-73F2-4E49-ADAE-7DB8222EA611}" type="pres">
      <dgm:prSet presAssocID="{B11F2119-7E56-417A-99D5-CA00F09AFC58}" presName="root2" presStyleCnt="0"/>
      <dgm:spPr/>
    </dgm:pt>
    <dgm:pt modelId="{7514F5F7-D590-4126-8F90-1D7B78EE3D44}" type="pres">
      <dgm:prSet presAssocID="{B11F2119-7E56-417A-99D5-CA00F09AFC58}" presName="LevelTwoTextNode" presStyleLbl="node2" presStyleIdx="1" presStyleCnt="2">
        <dgm:presLayoutVars>
          <dgm:chPref val="3"/>
        </dgm:presLayoutVars>
      </dgm:prSet>
      <dgm:spPr/>
    </dgm:pt>
    <dgm:pt modelId="{C6A019E8-8D05-42F5-AF54-54F4FAD05BAB}" type="pres">
      <dgm:prSet presAssocID="{B11F2119-7E56-417A-99D5-CA00F09AFC58}" presName="level3hierChild" presStyleCnt="0"/>
      <dgm:spPr/>
    </dgm:pt>
  </dgm:ptLst>
  <dgm:cxnLst>
    <dgm:cxn modelId="{0543380E-00C9-4C3E-8930-CB280472C42D}" srcId="{74FECDC5-C493-4C25-A6D9-8F3D950796B9}" destId="{A7F00994-4799-431C-9A86-521222E458FC}" srcOrd="0" destOrd="0" parTransId="{63D11C7C-E719-44BA-8337-80CF40D99DB5}" sibTransId="{581E2E13-7902-41E8-9BC9-8D012E5ED18D}"/>
    <dgm:cxn modelId="{D415F016-AB26-7544-AE64-1390D0F65F5C}" type="presOf" srcId="{44B473D5-5B9F-47F9-A5F8-7DBB65119151}" destId="{F8D12CEF-7481-469F-88B2-6DBFBB0A074F}" srcOrd="0" destOrd="0" presId="urn:microsoft.com/office/officeart/2005/8/layout/hierarchy2"/>
    <dgm:cxn modelId="{77BA4C44-1837-BA4B-9D08-EEFC46F38D7A}" type="presOf" srcId="{395FECDD-F605-4846-B1D3-40F53EB7B7BD}" destId="{18D49BEC-66B5-4011-9667-DC5B73EF508E}" srcOrd="1" destOrd="0" presId="urn:microsoft.com/office/officeart/2005/8/layout/hierarchy2"/>
    <dgm:cxn modelId="{81E2C375-5D60-E14B-8F29-E9E496DCD7C5}" type="presOf" srcId="{B11F2119-7E56-417A-99D5-CA00F09AFC58}" destId="{7514F5F7-D590-4126-8F90-1D7B78EE3D44}" srcOrd="0" destOrd="0" presId="urn:microsoft.com/office/officeart/2005/8/layout/hierarchy2"/>
    <dgm:cxn modelId="{8E923486-AF25-7944-A052-6CA3170EB1A5}" type="presOf" srcId="{781CFB80-56B5-495A-8196-0AEDD0EDA1A2}" destId="{D45924D3-E0B2-456F-A691-AC919762F80A}" srcOrd="0" destOrd="0" presId="urn:microsoft.com/office/officeart/2005/8/layout/hierarchy2"/>
    <dgm:cxn modelId="{426CE6B6-A7B5-4F48-A299-751B1EF4B4D0}" type="presOf" srcId="{74FECDC5-C493-4C25-A6D9-8F3D950796B9}" destId="{9E2172CA-54A2-4E16-BC0B-55CA33B4AA80}" srcOrd="0" destOrd="0" presId="urn:microsoft.com/office/officeart/2005/8/layout/hierarchy2"/>
    <dgm:cxn modelId="{471E9CBC-9179-B744-9842-D65318FACCFA}" type="presOf" srcId="{A7F00994-4799-431C-9A86-521222E458FC}" destId="{454B5373-C65B-4628-8873-5DC8E195897C}" srcOrd="0" destOrd="0" presId="urn:microsoft.com/office/officeart/2005/8/layout/hierarchy2"/>
    <dgm:cxn modelId="{F40F26DA-69AD-D845-A360-5AA086FB4E33}" type="presOf" srcId="{781CFB80-56B5-495A-8196-0AEDD0EDA1A2}" destId="{FD9BEB0F-27CA-46B3-A572-B2D762623B2E}" srcOrd="1" destOrd="0" presId="urn:microsoft.com/office/officeart/2005/8/layout/hierarchy2"/>
    <dgm:cxn modelId="{D28118F3-6DBF-4277-A8AA-88790AAFC6C5}" srcId="{A7F00994-4799-431C-9A86-521222E458FC}" destId="{B11F2119-7E56-417A-99D5-CA00F09AFC58}" srcOrd="1" destOrd="0" parTransId="{781CFB80-56B5-495A-8196-0AEDD0EDA1A2}" sibTransId="{4B7C334B-2F7C-48EF-9CDD-6C460EA2E0A7}"/>
    <dgm:cxn modelId="{481DA2F5-7B2A-4F02-A924-6D7AAE80E1EC}" srcId="{A7F00994-4799-431C-9A86-521222E458FC}" destId="{44B473D5-5B9F-47F9-A5F8-7DBB65119151}" srcOrd="0" destOrd="0" parTransId="{395FECDD-F605-4846-B1D3-40F53EB7B7BD}" sibTransId="{9449C50D-02F0-453F-85D9-1E73C1E61EF6}"/>
    <dgm:cxn modelId="{9BA272FF-7015-0743-B79A-6C6CEE5C5594}" type="presOf" srcId="{395FECDD-F605-4846-B1D3-40F53EB7B7BD}" destId="{CF31D1DE-B121-48DD-8FA3-34EAFE47137B}" srcOrd="0" destOrd="0" presId="urn:microsoft.com/office/officeart/2005/8/layout/hierarchy2"/>
    <dgm:cxn modelId="{0154DB5C-2DD3-544A-A405-75B0A62B3257}" type="presParOf" srcId="{9E2172CA-54A2-4E16-BC0B-55CA33B4AA80}" destId="{01AB1C70-6995-4AED-9EE6-98D130115E52}" srcOrd="0" destOrd="0" presId="urn:microsoft.com/office/officeart/2005/8/layout/hierarchy2"/>
    <dgm:cxn modelId="{451E0C49-F060-C347-AFC9-2ECD3A52537F}" type="presParOf" srcId="{01AB1C70-6995-4AED-9EE6-98D130115E52}" destId="{454B5373-C65B-4628-8873-5DC8E195897C}" srcOrd="0" destOrd="0" presId="urn:microsoft.com/office/officeart/2005/8/layout/hierarchy2"/>
    <dgm:cxn modelId="{5D29415F-F47D-F44E-B895-3F4D48335D74}" type="presParOf" srcId="{01AB1C70-6995-4AED-9EE6-98D130115E52}" destId="{2BE609FC-092E-428D-8535-0168D9CA9B38}" srcOrd="1" destOrd="0" presId="urn:microsoft.com/office/officeart/2005/8/layout/hierarchy2"/>
    <dgm:cxn modelId="{929FCC5A-15C0-2246-A859-75B3AAA6CE8B}" type="presParOf" srcId="{2BE609FC-092E-428D-8535-0168D9CA9B38}" destId="{CF31D1DE-B121-48DD-8FA3-34EAFE47137B}" srcOrd="0" destOrd="0" presId="urn:microsoft.com/office/officeart/2005/8/layout/hierarchy2"/>
    <dgm:cxn modelId="{04588CCB-53D7-0F47-9AF8-DBC80B6C08F2}" type="presParOf" srcId="{CF31D1DE-B121-48DD-8FA3-34EAFE47137B}" destId="{18D49BEC-66B5-4011-9667-DC5B73EF508E}" srcOrd="0" destOrd="0" presId="urn:microsoft.com/office/officeart/2005/8/layout/hierarchy2"/>
    <dgm:cxn modelId="{9A96551B-DC2F-4146-8538-A9C89278CD1F}" type="presParOf" srcId="{2BE609FC-092E-428D-8535-0168D9CA9B38}" destId="{5602AA7C-BC6B-497D-9C01-D3E61CDEF47C}" srcOrd="1" destOrd="0" presId="urn:microsoft.com/office/officeart/2005/8/layout/hierarchy2"/>
    <dgm:cxn modelId="{0C0D115B-66BC-D541-9CD9-337D809958C5}" type="presParOf" srcId="{5602AA7C-BC6B-497D-9C01-D3E61CDEF47C}" destId="{F8D12CEF-7481-469F-88B2-6DBFBB0A074F}" srcOrd="0" destOrd="0" presId="urn:microsoft.com/office/officeart/2005/8/layout/hierarchy2"/>
    <dgm:cxn modelId="{A1CA6B2C-954E-E443-B1B0-63BB9FC44F22}" type="presParOf" srcId="{5602AA7C-BC6B-497D-9C01-D3E61CDEF47C}" destId="{157DF990-2232-4B8A-AB4A-04E30AF7563D}" srcOrd="1" destOrd="0" presId="urn:microsoft.com/office/officeart/2005/8/layout/hierarchy2"/>
    <dgm:cxn modelId="{BC6B90DB-3C34-ED4D-8847-E70792F179DC}" type="presParOf" srcId="{2BE609FC-092E-428D-8535-0168D9CA9B38}" destId="{D45924D3-E0B2-456F-A691-AC919762F80A}" srcOrd="2" destOrd="0" presId="urn:microsoft.com/office/officeart/2005/8/layout/hierarchy2"/>
    <dgm:cxn modelId="{061A24A6-5AA7-9147-8CDA-85648A734DA2}" type="presParOf" srcId="{D45924D3-E0B2-456F-A691-AC919762F80A}" destId="{FD9BEB0F-27CA-46B3-A572-B2D762623B2E}" srcOrd="0" destOrd="0" presId="urn:microsoft.com/office/officeart/2005/8/layout/hierarchy2"/>
    <dgm:cxn modelId="{E45AF011-9F05-1F42-A62B-46B4719D8FBC}" type="presParOf" srcId="{2BE609FC-092E-428D-8535-0168D9CA9B38}" destId="{17DE5C18-73F2-4E49-ADAE-7DB8222EA611}" srcOrd="3" destOrd="0" presId="urn:microsoft.com/office/officeart/2005/8/layout/hierarchy2"/>
    <dgm:cxn modelId="{6E0CA1EE-97CB-0D4F-95A3-A1BF98FD923E}" type="presParOf" srcId="{17DE5C18-73F2-4E49-ADAE-7DB8222EA611}" destId="{7514F5F7-D590-4126-8F90-1D7B78EE3D44}" srcOrd="0" destOrd="0" presId="urn:microsoft.com/office/officeart/2005/8/layout/hierarchy2"/>
    <dgm:cxn modelId="{D5090C08-FA8B-3F40-AD0F-7193146FB2F7}" type="presParOf" srcId="{17DE5C18-73F2-4E49-ADAE-7DB8222EA611}" destId="{C6A019E8-8D05-42F5-AF54-54F4FAD05BA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01DFB7-8C5F-441D-A186-6BBDB2B6B448}"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MX"/>
        </a:p>
      </dgm:t>
    </dgm:pt>
    <dgm:pt modelId="{0838EF40-CF89-4729-B2B8-6F1C597EBEFE}">
      <dgm:prSet phldrT="[Text]"/>
      <dgm:spPr/>
      <dgm:t>
        <a:bodyPr/>
        <a:lstStyle/>
        <a:p>
          <a:r>
            <a:rPr lang="es-MX" dirty="0"/>
            <a:t>Enajenación de Activos y Otras Operaciones</a:t>
          </a:r>
        </a:p>
      </dgm:t>
    </dgm:pt>
    <dgm:pt modelId="{0D80F304-3D34-449F-B7E4-6F26ADA3819F}" type="parTrans" cxnId="{56EFAC7B-57B5-418D-92B4-4E4A7FF1FB15}">
      <dgm:prSet/>
      <dgm:spPr/>
      <dgm:t>
        <a:bodyPr/>
        <a:lstStyle/>
        <a:p>
          <a:endParaRPr lang="es-MX"/>
        </a:p>
      </dgm:t>
    </dgm:pt>
    <dgm:pt modelId="{CCFA1F42-6FA6-4CB5-A48B-A1E715EA93CD}" type="sibTrans" cxnId="{56EFAC7B-57B5-418D-92B4-4E4A7FF1FB15}">
      <dgm:prSet/>
      <dgm:spPr/>
      <dgm:t>
        <a:bodyPr/>
        <a:lstStyle/>
        <a:p>
          <a:endParaRPr lang="es-MX"/>
        </a:p>
      </dgm:t>
    </dgm:pt>
    <dgm:pt modelId="{8AC925E4-4181-4EB7-B6B0-935F6377AC95}">
      <dgm:prSet phldrT="[Text]"/>
      <dgm:spPr/>
      <dgm:t>
        <a:bodyPr/>
        <a:lstStyle/>
        <a:p>
          <a:r>
            <a:rPr lang="es-MX" dirty="0"/>
            <a:t>Activos Fijos, Terrenos, Títulos Valor, Acciones</a:t>
          </a:r>
        </a:p>
      </dgm:t>
    </dgm:pt>
    <dgm:pt modelId="{6C2B0F36-B0B1-4838-9B38-19A35EC51B4E}" type="parTrans" cxnId="{F8CFE9FF-D814-4F70-8727-ECCF8870BC2F}">
      <dgm:prSet/>
      <dgm:spPr/>
      <dgm:t>
        <a:bodyPr/>
        <a:lstStyle/>
        <a:p>
          <a:endParaRPr lang="es-MX"/>
        </a:p>
      </dgm:t>
    </dgm:pt>
    <dgm:pt modelId="{7C80B49D-E661-4487-81CE-07D42B6A49CB}" type="sibTrans" cxnId="{F8CFE9FF-D814-4F70-8727-ECCF8870BC2F}">
      <dgm:prSet/>
      <dgm:spPr/>
      <dgm:t>
        <a:bodyPr/>
        <a:lstStyle/>
        <a:p>
          <a:endParaRPr lang="es-MX"/>
        </a:p>
      </dgm:t>
    </dgm:pt>
    <dgm:pt modelId="{DB4DE1F7-1CF7-4D10-BEBE-7DD6746B0FBF}">
      <dgm:prSet phldrT="[Text]"/>
      <dgm:spPr/>
      <dgm:t>
        <a:bodyPr/>
        <a:lstStyle/>
        <a:p>
          <a:r>
            <a:rPr lang="es-MX" dirty="0"/>
            <a:t>Se Acumula la Ganancia</a:t>
          </a:r>
        </a:p>
      </dgm:t>
    </dgm:pt>
    <dgm:pt modelId="{5917E752-B8AC-413D-9089-DD7DEB96361D}" type="parTrans" cxnId="{ED174F87-02C4-4946-8CA5-531708153070}">
      <dgm:prSet/>
      <dgm:spPr/>
      <dgm:t>
        <a:bodyPr/>
        <a:lstStyle/>
        <a:p>
          <a:endParaRPr lang="es-MX"/>
        </a:p>
      </dgm:t>
    </dgm:pt>
    <dgm:pt modelId="{7451FE89-385B-462D-B28A-B73030369971}" type="sibTrans" cxnId="{ED174F87-02C4-4946-8CA5-531708153070}">
      <dgm:prSet/>
      <dgm:spPr/>
      <dgm:t>
        <a:bodyPr/>
        <a:lstStyle/>
        <a:p>
          <a:endParaRPr lang="es-MX"/>
        </a:p>
      </dgm:t>
    </dgm:pt>
    <dgm:pt modelId="{59E067F1-18DC-4280-838E-90B7D14768DC}">
      <dgm:prSet phldrT="[Text]"/>
      <dgm:spPr>
        <a:solidFill>
          <a:srgbClr val="92D050"/>
        </a:solidFill>
      </dgm:spPr>
      <dgm:t>
        <a:bodyPr/>
        <a:lstStyle/>
        <a:p>
          <a:r>
            <a:rPr lang="es-MX" dirty="0"/>
            <a:t>Ganancia Derivada de Fusión o Escisión</a:t>
          </a:r>
        </a:p>
      </dgm:t>
    </dgm:pt>
    <dgm:pt modelId="{F90B62CF-1888-439C-A234-9CF1E8FCFD51}" type="parTrans" cxnId="{031C6BAE-A639-4075-B775-3B6876217223}">
      <dgm:prSet/>
      <dgm:spPr/>
      <dgm:t>
        <a:bodyPr/>
        <a:lstStyle/>
        <a:p>
          <a:endParaRPr lang="es-MX"/>
        </a:p>
      </dgm:t>
    </dgm:pt>
    <dgm:pt modelId="{32CFDC56-5309-47CA-83B7-84A9560F993E}" type="sibTrans" cxnId="{031C6BAE-A639-4075-B775-3B6876217223}">
      <dgm:prSet/>
      <dgm:spPr/>
      <dgm:t>
        <a:bodyPr/>
        <a:lstStyle/>
        <a:p>
          <a:endParaRPr lang="es-MX"/>
        </a:p>
      </dgm:t>
    </dgm:pt>
    <dgm:pt modelId="{B9A3D961-A0B8-408B-BD0E-3649DE132AFC}">
      <dgm:prSet/>
      <dgm:spPr>
        <a:solidFill>
          <a:srgbClr val="00B0F0"/>
        </a:solidFill>
      </dgm:spPr>
      <dgm:t>
        <a:bodyPr/>
        <a:lstStyle/>
        <a:p>
          <a:r>
            <a:rPr lang="es-MX" dirty="0"/>
            <a:t>Reducción de Capital o Liquidación de </a:t>
          </a:r>
          <a:r>
            <a:rPr lang="es-MX" u="sng" dirty="0"/>
            <a:t>Sociedades Extranjeras</a:t>
          </a:r>
        </a:p>
      </dgm:t>
    </dgm:pt>
    <dgm:pt modelId="{1542D32B-88A5-412F-A538-88047C7461E5}" type="parTrans" cxnId="{CDB6D93D-1D01-4FC2-A6F3-9D5BA9F85BA4}">
      <dgm:prSet/>
      <dgm:spPr/>
      <dgm:t>
        <a:bodyPr/>
        <a:lstStyle/>
        <a:p>
          <a:endParaRPr lang="es-MX"/>
        </a:p>
      </dgm:t>
    </dgm:pt>
    <dgm:pt modelId="{47D189C2-95D1-4033-92E1-89FCF25A4413}" type="sibTrans" cxnId="{CDB6D93D-1D01-4FC2-A6F3-9D5BA9F85BA4}">
      <dgm:prSet/>
      <dgm:spPr/>
      <dgm:t>
        <a:bodyPr/>
        <a:lstStyle/>
        <a:p>
          <a:endParaRPr lang="es-MX"/>
        </a:p>
      </dgm:t>
    </dgm:pt>
    <dgm:pt modelId="{FDA07C97-C37C-426A-BB79-6EE949715453}">
      <dgm:prSet/>
      <dgm:spPr>
        <a:solidFill>
          <a:srgbClr val="00B0F0"/>
        </a:solidFill>
      </dgm:spPr>
      <dgm:t>
        <a:bodyPr/>
        <a:lstStyle/>
        <a:p>
          <a:r>
            <a:rPr lang="es-MX" dirty="0"/>
            <a:t>Reembolso por Acción MENOS Costo Comprobado</a:t>
          </a:r>
        </a:p>
      </dgm:t>
    </dgm:pt>
    <dgm:pt modelId="{A5D32D14-E8FD-48D3-B604-860862A25A48}" type="parTrans" cxnId="{C228F06B-CF35-41BE-AA22-E6F41165E93F}">
      <dgm:prSet/>
      <dgm:spPr/>
      <dgm:t>
        <a:bodyPr/>
        <a:lstStyle/>
        <a:p>
          <a:endParaRPr lang="es-MX"/>
        </a:p>
      </dgm:t>
    </dgm:pt>
    <dgm:pt modelId="{E7B3F99C-A4F9-42F4-AFA5-F697FB11E033}" type="sibTrans" cxnId="{C228F06B-CF35-41BE-AA22-E6F41165E93F}">
      <dgm:prSet/>
      <dgm:spPr/>
      <dgm:t>
        <a:bodyPr/>
        <a:lstStyle/>
        <a:p>
          <a:endParaRPr lang="es-MX"/>
        </a:p>
      </dgm:t>
    </dgm:pt>
    <dgm:pt modelId="{CBBF30A3-F0B8-4161-83F5-A94988597CE6}">
      <dgm:prSet phldrT="[Text]"/>
      <dgm:spPr>
        <a:solidFill>
          <a:srgbClr val="92D050"/>
        </a:solidFill>
      </dgm:spPr>
      <dgm:t>
        <a:bodyPr/>
        <a:lstStyle/>
        <a:p>
          <a:r>
            <a:rPr lang="es-MX" dirty="0"/>
            <a:t>Cumpliendo Requisitos del CFF</a:t>
          </a:r>
        </a:p>
      </dgm:t>
    </dgm:pt>
    <dgm:pt modelId="{5E552967-691E-4C8D-ABBF-67452888ADD0}" type="sibTrans" cxnId="{3CE5A9FE-CE84-4E4B-9BFB-E5A455D61243}">
      <dgm:prSet/>
      <dgm:spPr/>
      <dgm:t>
        <a:bodyPr/>
        <a:lstStyle/>
        <a:p>
          <a:endParaRPr lang="es-MX"/>
        </a:p>
      </dgm:t>
    </dgm:pt>
    <dgm:pt modelId="{562DF21F-551A-43B4-B1AD-38C1201E0625}" type="parTrans" cxnId="{3CE5A9FE-CE84-4E4B-9BFB-E5A455D61243}">
      <dgm:prSet/>
      <dgm:spPr/>
      <dgm:t>
        <a:bodyPr/>
        <a:lstStyle/>
        <a:p>
          <a:endParaRPr lang="es-MX"/>
        </a:p>
      </dgm:t>
    </dgm:pt>
    <dgm:pt modelId="{B0762A9E-FFCB-40F1-B5BB-A47162CDC7B2}">
      <dgm:prSet/>
      <dgm:spPr>
        <a:solidFill>
          <a:srgbClr val="92D050"/>
        </a:solidFill>
      </dgm:spPr>
      <dgm:t>
        <a:bodyPr/>
        <a:lstStyle/>
        <a:p>
          <a:r>
            <a:rPr lang="es-MX" dirty="0"/>
            <a:t>Sin Cumplir Requisitos del CFF</a:t>
          </a:r>
        </a:p>
      </dgm:t>
    </dgm:pt>
    <dgm:pt modelId="{BD448064-0434-4138-B2D2-40BE68A17989}" type="parTrans" cxnId="{FFA17578-5356-4598-B814-1CD02BDECAEA}">
      <dgm:prSet/>
      <dgm:spPr/>
      <dgm:t>
        <a:bodyPr/>
        <a:lstStyle/>
        <a:p>
          <a:endParaRPr lang="es-MX"/>
        </a:p>
      </dgm:t>
    </dgm:pt>
    <dgm:pt modelId="{AE4D4C0E-440C-42E7-BD53-2676266FEBA8}" type="sibTrans" cxnId="{FFA17578-5356-4598-B814-1CD02BDECAEA}">
      <dgm:prSet/>
      <dgm:spPr/>
      <dgm:t>
        <a:bodyPr/>
        <a:lstStyle/>
        <a:p>
          <a:endParaRPr lang="es-MX"/>
        </a:p>
      </dgm:t>
    </dgm:pt>
    <dgm:pt modelId="{B03204FB-ED32-4FBC-8F8E-BA7C9E89F70A}">
      <dgm:prSet/>
      <dgm:spPr>
        <a:solidFill>
          <a:srgbClr val="92D050"/>
        </a:solidFill>
      </dgm:spPr>
      <dgm:t>
        <a:bodyPr/>
        <a:lstStyle/>
        <a:p>
          <a:r>
            <a:rPr lang="es-MX" dirty="0"/>
            <a:t>No hay Enajenación</a:t>
          </a:r>
        </a:p>
      </dgm:t>
    </dgm:pt>
    <dgm:pt modelId="{D259C007-279E-4128-8F3F-9C883553092C}" type="parTrans" cxnId="{701E45A7-680B-45AC-83D3-146430098A9D}">
      <dgm:prSet/>
      <dgm:spPr/>
      <dgm:t>
        <a:bodyPr/>
        <a:lstStyle/>
        <a:p>
          <a:endParaRPr lang="es-MX"/>
        </a:p>
      </dgm:t>
    </dgm:pt>
    <dgm:pt modelId="{93551B5A-018B-4EA3-B0C8-EADF353E193E}" type="sibTrans" cxnId="{701E45A7-680B-45AC-83D3-146430098A9D}">
      <dgm:prSet/>
      <dgm:spPr/>
      <dgm:t>
        <a:bodyPr/>
        <a:lstStyle/>
        <a:p>
          <a:endParaRPr lang="es-MX"/>
        </a:p>
      </dgm:t>
    </dgm:pt>
    <dgm:pt modelId="{22599335-1D62-4B6E-832F-9FD034128204}">
      <dgm:prSet/>
      <dgm:spPr>
        <a:solidFill>
          <a:srgbClr val="92D050"/>
        </a:solidFill>
      </dgm:spPr>
      <dgm:t>
        <a:bodyPr/>
        <a:lstStyle/>
        <a:p>
          <a:r>
            <a:rPr lang="es-MX" dirty="0"/>
            <a:t>No puede haber ganancia en enajenación</a:t>
          </a:r>
        </a:p>
      </dgm:t>
    </dgm:pt>
    <dgm:pt modelId="{7A171DC4-9BDB-4DF7-8EE2-B886E22FFED7}" type="parTrans" cxnId="{B2C808AA-A34C-41C4-AF3B-198B0AD78EB2}">
      <dgm:prSet/>
      <dgm:spPr/>
      <dgm:t>
        <a:bodyPr/>
        <a:lstStyle/>
        <a:p>
          <a:endParaRPr lang="es-MX"/>
        </a:p>
      </dgm:t>
    </dgm:pt>
    <dgm:pt modelId="{58443A93-40FD-49C3-A1B8-39ADDDEA1618}" type="sibTrans" cxnId="{B2C808AA-A34C-41C4-AF3B-198B0AD78EB2}">
      <dgm:prSet/>
      <dgm:spPr/>
      <dgm:t>
        <a:bodyPr/>
        <a:lstStyle/>
        <a:p>
          <a:endParaRPr lang="es-MX"/>
        </a:p>
      </dgm:t>
    </dgm:pt>
    <dgm:pt modelId="{8BA6BF77-B6B3-4AE3-959E-CAAB5C68B0ED}">
      <dgm:prSet/>
      <dgm:spPr>
        <a:solidFill>
          <a:srgbClr val="92D050"/>
        </a:solidFill>
      </dgm:spPr>
      <dgm:t>
        <a:bodyPr/>
        <a:lstStyle/>
        <a:p>
          <a:r>
            <a:rPr lang="es-MX" dirty="0"/>
            <a:t>Se consideran enajenados los bienes de la fusionada o de la escindente</a:t>
          </a:r>
        </a:p>
      </dgm:t>
    </dgm:pt>
    <dgm:pt modelId="{F5950F7C-0875-4818-B687-7945035F6912}" type="parTrans" cxnId="{64EAC1B2-630A-47A3-87FD-83BEEC4CCEED}">
      <dgm:prSet/>
      <dgm:spPr/>
      <dgm:t>
        <a:bodyPr/>
        <a:lstStyle/>
        <a:p>
          <a:endParaRPr lang="es-MX"/>
        </a:p>
      </dgm:t>
    </dgm:pt>
    <dgm:pt modelId="{29AEDC63-3210-4A74-B421-6C82AC71427B}" type="sibTrans" cxnId="{64EAC1B2-630A-47A3-87FD-83BEEC4CCEED}">
      <dgm:prSet/>
      <dgm:spPr/>
      <dgm:t>
        <a:bodyPr/>
        <a:lstStyle/>
        <a:p>
          <a:endParaRPr lang="es-MX"/>
        </a:p>
      </dgm:t>
    </dgm:pt>
    <dgm:pt modelId="{E14599E1-78DA-414F-A071-06E523CBAE2A}">
      <dgm:prSet/>
      <dgm:spPr>
        <a:solidFill>
          <a:srgbClr val="92D050"/>
        </a:solidFill>
      </dgm:spPr>
      <dgm:t>
        <a:bodyPr/>
        <a:lstStyle/>
        <a:p>
          <a:r>
            <a:rPr lang="es-MX" dirty="0"/>
            <a:t>Se Acumula la Ganancia por los Bienes Enajenados</a:t>
          </a:r>
        </a:p>
      </dgm:t>
    </dgm:pt>
    <dgm:pt modelId="{189E6D55-6352-4F32-8EC8-3EF783716759}" type="parTrans" cxnId="{9EDC261D-838A-4AF0-A039-808729668E30}">
      <dgm:prSet/>
      <dgm:spPr/>
      <dgm:t>
        <a:bodyPr/>
        <a:lstStyle/>
        <a:p>
          <a:endParaRPr lang="es-MX"/>
        </a:p>
      </dgm:t>
    </dgm:pt>
    <dgm:pt modelId="{4416B8B1-05AD-4681-B692-314D6D70F152}" type="sibTrans" cxnId="{9EDC261D-838A-4AF0-A039-808729668E30}">
      <dgm:prSet/>
      <dgm:spPr/>
      <dgm:t>
        <a:bodyPr/>
        <a:lstStyle/>
        <a:p>
          <a:endParaRPr lang="es-MX"/>
        </a:p>
      </dgm:t>
    </dgm:pt>
    <dgm:pt modelId="{7208923A-E6EF-498A-8916-B51A6987412F}" type="pres">
      <dgm:prSet presAssocID="{4801DFB7-8C5F-441D-A186-6BBDB2B6B448}" presName="diagram" presStyleCnt="0">
        <dgm:presLayoutVars>
          <dgm:chPref val="1"/>
          <dgm:dir/>
          <dgm:animOne val="branch"/>
          <dgm:animLvl val="lvl"/>
          <dgm:resizeHandles val="exact"/>
        </dgm:presLayoutVars>
      </dgm:prSet>
      <dgm:spPr/>
    </dgm:pt>
    <dgm:pt modelId="{E789E6A7-2732-4B13-973D-D9FBF2DA4DD4}" type="pres">
      <dgm:prSet presAssocID="{0838EF40-CF89-4729-B2B8-6F1C597EBEFE}" presName="root1" presStyleCnt="0"/>
      <dgm:spPr/>
    </dgm:pt>
    <dgm:pt modelId="{7BCBC0F5-E01A-4ECC-8252-5173C50BF588}" type="pres">
      <dgm:prSet presAssocID="{0838EF40-CF89-4729-B2B8-6F1C597EBEFE}" presName="LevelOneTextNode" presStyleLbl="node0" presStyleIdx="0" presStyleCnt="1">
        <dgm:presLayoutVars>
          <dgm:chPref val="3"/>
        </dgm:presLayoutVars>
      </dgm:prSet>
      <dgm:spPr/>
    </dgm:pt>
    <dgm:pt modelId="{D57AA36B-B889-46F4-B615-2795E9185CEA}" type="pres">
      <dgm:prSet presAssocID="{0838EF40-CF89-4729-B2B8-6F1C597EBEFE}" presName="level2hierChild" presStyleCnt="0"/>
      <dgm:spPr/>
    </dgm:pt>
    <dgm:pt modelId="{D20E5D54-B617-495D-A659-5F0C9E8A6B12}" type="pres">
      <dgm:prSet presAssocID="{6C2B0F36-B0B1-4838-9B38-19A35EC51B4E}" presName="conn2-1" presStyleLbl="parChTrans1D2" presStyleIdx="0" presStyleCnt="3"/>
      <dgm:spPr/>
    </dgm:pt>
    <dgm:pt modelId="{FB8AF95A-DD3D-4ACB-8A25-4ED916FC719B}" type="pres">
      <dgm:prSet presAssocID="{6C2B0F36-B0B1-4838-9B38-19A35EC51B4E}" presName="connTx" presStyleLbl="parChTrans1D2" presStyleIdx="0" presStyleCnt="3"/>
      <dgm:spPr/>
    </dgm:pt>
    <dgm:pt modelId="{A12E0ED7-53DA-49A8-98D4-E2247DBC13F0}" type="pres">
      <dgm:prSet presAssocID="{8AC925E4-4181-4EB7-B6B0-935F6377AC95}" presName="root2" presStyleCnt="0"/>
      <dgm:spPr/>
    </dgm:pt>
    <dgm:pt modelId="{FEA23509-1B60-4CE0-8522-8996A4089332}" type="pres">
      <dgm:prSet presAssocID="{8AC925E4-4181-4EB7-B6B0-935F6377AC95}" presName="LevelTwoTextNode" presStyleLbl="node2" presStyleIdx="0" presStyleCnt="3">
        <dgm:presLayoutVars>
          <dgm:chPref val="3"/>
        </dgm:presLayoutVars>
      </dgm:prSet>
      <dgm:spPr/>
    </dgm:pt>
    <dgm:pt modelId="{CBFB044F-95A1-45AC-9AC6-18963D8779EE}" type="pres">
      <dgm:prSet presAssocID="{8AC925E4-4181-4EB7-B6B0-935F6377AC95}" presName="level3hierChild" presStyleCnt="0"/>
      <dgm:spPr/>
    </dgm:pt>
    <dgm:pt modelId="{AB6B9BF3-51B1-457E-881A-145800431E9A}" type="pres">
      <dgm:prSet presAssocID="{5917E752-B8AC-413D-9089-DD7DEB96361D}" presName="conn2-1" presStyleLbl="parChTrans1D3" presStyleIdx="0" presStyleCnt="4"/>
      <dgm:spPr/>
    </dgm:pt>
    <dgm:pt modelId="{782513A5-8789-4BB9-B9B4-109FF0211910}" type="pres">
      <dgm:prSet presAssocID="{5917E752-B8AC-413D-9089-DD7DEB96361D}" presName="connTx" presStyleLbl="parChTrans1D3" presStyleIdx="0" presStyleCnt="4"/>
      <dgm:spPr/>
    </dgm:pt>
    <dgm:pt modelId="{5CBD03B1-EA85-42CE-96EA-927F60E31695}" type="pres">
      <dgm:prSet presAssocID="{DB4DE1F7-1CF7-4D10-BEBE-7DD6746B0FBF}" presName="root2" presStyleCnt="0"/>
      <dgm:spPr/>
    </dgm:pt>
    <dgm:pt modelId="{2683AE8E-1D47-4113-9D2C-42E9AA49CB23}" type="pres">
      <dgm:prSet presAssocID="{DB4DE1F7-1CF7-4D10-BEBE-7DD6746B0FBF}" presName="LevelTwoTextNode" presStyleLbl="node3" presStyleIdx="0" presStyleCnt="4">
        <dgm:presLayoutVars>
          <dgm:chPref val="3"/>
        </dgm:presLayoutVars>
      </dgm:prSet>
      <dgm:spPr/>
    </dgm:pt>
    <dgm:pt modelId="{5B44C38A-6FCB-47A8-A082-A9CAACCED29E}" type="pres">
      <dgm:prSet presAssocID="{DB4DE1F7-1CF7-4D10-BEBE-7DD6746B0FBF}" presName="level3hierChild" presStyleCnt="0"/>
      <dgm:spPr/>
    </dgm:pt>
    <dgm:pt modelId="{20B41081-C7E8-46D1-B126-58AA0C29A50C}" type="pres">
      <dgm:prSet presAssocID="{F90B62CF-1888-439C-A234-9CF1E8FCFD51}" presName="conn2-1" presStyleLbl="parChTrans1D2" presStyleIdx="1" presStyleCnt="3"/>
      <dgm:spPr/>
    </dgm:pt>
    <dgm:pt modelId="{D8CAF3E1-4BC1-44CB-A054-AC8B60689914}" type="pres">
      <dgm:prSet presAssocID="{F90B62CF-1888-439C-A234-9CF1E8FCFD51}" presName="connTx" presStyleLbl="parChTrans1D2" presStyleIdx="1" presStyleCnt="3"/>
      <dgm:spPr/>
    </dgm:pt>
    <dgm:pt modelId="{F365E01D-A666-4197-B874-9ABB327A56FD}" type="pres">
      <dgm:prSet presAssocID="{59E067F1-18DC-4280-838E-90B7D14768DC}" presName="root2" presStyleCnt="0"/>
      <dgm:spPr/>
    </dgm:pt>
    <dgm:pt modelId="{E49D0C83-DF85-440E-9760-2999F975E0C9}" type="pres">
      <dgm:prSet presAssocID="{59E067F1-18DC-4280-838E-90B7D14768DC}" presName="LevelTwoTextNode" presStyleLbl="node2" presStyleIdx="1" presStyleCnt="3">
        <dgm:presLayoutVars>
          <dgm:chPref val="3"/>
        </dgm:presLayoutVars>
      </dgm:prSet>
      <dgm:spPr/>
    </dgm:pt>
    <dgm:pt modelId="{2B0A3184-A464-4E81-996E-A532F659415F}" type="pres">
      <dgm:prSet presAssocID="{59E067F1-18DC-4280-838E-90B7D14768DC}" presName="level3hierChild" presStyleCnt="0"/>
      <dgm:spPr/>
    </dgm:pt>
    <dgm:pt modelId="{CC2E655E-38E5-4C40-90FD-C786DB504E07}" type="pres">
      <dgm:prSet presAssocID="{562DF21F-551A-43B4-B1AD-38C1201E0625}" presName="conn2-1" presStyleLbl="parChTrans1D3" presStyleIdx="1" presStyleCnt="4"/>
      <dgm:spPr/>
    </dgm:pt>
    <dgm:pt modelId="{B29C0FF0-F566-4D38-A574-C507238C3CD4}" type="pres">
      <dgm:prSet presAssocID="{562DF21F-551A-43B4-B1AD-38C1201E0625}" presName="connTx" presStyleLbl="parChTrans1D3" presStyleIdx="1" presStyleCnt="4"/>
      <dgm:spPr/>
    </dgm:pt>
    <dgm:pt modelId="{9AAAA153-FF7C-4A38-9113-A6F1D6A7DE71}" type="pres">
      <dgm:prSet presAssocID="{CBBF30A3-F0B8-4161-83F5-A94988597CE6}" presName="root2" presStyleCnt="0"/>
      <dgm:spPr/>
    </dgm:pt>
    <dgm:pt modelId="{D7A18CBF-E9C5-40AD-AB13-E0A08B6C9FCD}" type="pres">
      <dgm:prSet presAssocID="{CBBF30A3-F0B8-4161-83F5-A94988597CE6}" presName="LevelTwoTextNode" presStyleLbl="node3" presStyleIdx="1" presStyleCnt="4">
        <dgm:presLayoutVars>
          <dgm:chPref val="3"/>
        </dgm:presLayoutVars>
      </dgm:prSet>
      <dgm:spPr/>
    </dgm:pt>
    <dgm:pt modelId="{D80B5061-8C8F-40A9-AFA0-248C074D2156}" type="pres">
      <dgm:prSet presAssocID="{CBBF30A3-F0B8-4161-83F5-A94988597CE6}" presName="level3hierChild" presStyleCnt="0"/>
      <dgm:spPr/>
    </dgm:pt>
    <dgm:pt modelId="{94EEF403-69EB-4C78-B311-532ED543C869}" type="pres">
      <dgm:prSet presAssocID="{D259C007-279E-4128-8F3F-9C883553092C}" presName="conn2-1" presStyleLbl="parChTrans1D4" presStyleIdx="0" presStyleCnt="4"/>
      <dgm:spPr/>
    </dgm:pt>
    <dgm:pt modelId="{7899F3EA-D656-49D7-AA47-ECD5CAECE9D4}" type="pres">
      <dgm:prSet presAssocID="{D259C007-279E-4128-8F3F-9C883553092C}" presName="connTx" presStyleLbl="parChTrans1D4" presStyleIdx="0" presStyleCnt="4"/>
      <dgm:spPr/>
    </dgm:pt>
    <dgm:pt modelId="{DFBB8260-6A7D-4373-94DE-D6135F1475A3}" type="pres">
      <dgm:prSet presAssocID="{B03204FB-ED32-4FBC-8F8E-BA7C9E89F70A}" presName="root2" presStyleCnt="0"/>
      <dgm:spPr/>
    </dgm:pt>
    <dgm:pt modelId="{9E27424C-67D8-4793-A347-1961B7A54048}" type="pres">
      <dgm:prSet presAssocID="{B03204FB-ED32-4FBC-8F8E-BA7C9E89F70A}" presName="LevelTwoTextNode" presStyleLbl="node4" presStyleIdx="0" presStyleCnt="4">
        <dgm:presLayoutVars>
          <dgm:chPref val="3"/>
        </dgm:presLayoutVars>
      </dgm:prSet>
      <dgm:spPr/>
    </dgm:pt>
    <dgm:pt modelId="{88362C00-7920-4D23-B67D-63930D7AC4AC}" type="pres">
      <dgm:prSet presAssocID="{B03204FB-ED32-4FBC-8F8E-BA7C9E89F70A}" presName="level3hierChild" presStyleCnt="0"/>
      <dgm:spPr/>
    </dgm:pt>
    <dgm:pt modelId="{0310E6F8-B733-4704-A650-0D0A19D49B2D}" type="pres">
      <dgm:prSet presAssocID="{7A171DC4-9BDB-4DF7-8EE2-B886E22FFED7}" presName="conn2-1" presStyleLbl="parChTrans1D4" presStyleIdx="1" presStyleCnt="4"/>
      <dgm:spPr/>
    </dgm:pt>
    <dgm:pt modelId="{C37B942C-7C3D-41FE-B89F-C3187361F136}" type="pres">
      <dgm:prSet presAssocID="{7A171DC4-9BDB-4DF7-8EE2-B886E22FFED7}" presName="connTx" presStyleLbl="parChTrans1D4" presStyleIdx="1" presStyleCnt="4"/>
      <dgm:spPr/>
    </dgm:pt>
    <dgm:pt modelId="{A2C5D77F-EAC9-46C5-A9C0-5E56E4245B4E}" type="pres">
      <dgm:prSet presAssocID="{22599335-1D62-4B6E-832F-9FD034128204}" presName="root2" presStyleCnt="0"/>
      <dgm:spPr/>
    </dgm:pt>
    <dgm:pt modelId="{24C9CF6D-16A7-4959-9307-E75A2760348E}" type="pres">
      <dgm:prSet presAssocID="{22599335-1D62-4B6E-832F-9FD034128204}" presName="LevelTwoTextNode" presStyleLbl="node4" presStyleIdx="1" presStyleCnt="4">
        <dgm:presLayoutVars>
          <dgm:chPref val="3"/>
        </dgm:presLayoutVars>
      </dgm:prSet>
      <dgm:spPr/>
    </dgm:pt>
    <dgm:pt modelId="{140405DE-467E-4FE7-A0FB-E0C9C16DBE0C}" type="pres">
      <dgm:prSet presAssocID="{22599335-1D62-4B6E-832F-9FD034128204}" presName="level3hierChild" presStyleCnt="0"/>
      <dgm:spPr/>
    </dgm:pt>
    <dgm:pt modelId="{7421FD4F-DFF1-44C1-82B8-46DF53FFDCFA}" type="pres">
      <dgm:prSet presAssocID="{BD448064-0434-4138-B2D2-40BE68A17989}" presName="conn2-1" presStyleLbl="parChTrans1D3" presStyleIdx="2" presStyleCnt="4"/>
      <dgm:spPr/>
    </dgm:pt>
    <dgm:pt modelId="{F5A184F4-B3B9-4CAD-9F0B-38AB60FC05D0}" type="pres">
      <dgm:prSet presAssocID="{BD448064-0434-4138-B2D2-40BE68A17989}" presName="connTx" presStyleLbl="parChTrans1D3" presStyleIdx="2" presStyleCnt="4"/>
      <dgm:spPr/>
    </dgm:pt>
    <dgm:pt modelId="{DC283DC0-491C-4250-9A7B-54FC2B365985}" type="pres">
      <dgm:prSet presAssocID="{B0762A9E-FFCB-40F1-B5BB-A47162CDC7B2}" presName="root2" presStyleCnt="0"/>
      <dgm:spPr/>
    </dgm:pt>
    <dgm:pt modelId="{0803A009-FD38-4F5B-B371-E74B31195358}" type="pres">
      <dgm:prSet presAssocID="{B0762A9E-FFCB-40F1-B5BB-A47162CDC7B2}" presName="LevelTwoTextNode" presStyleLbl="node3" presStyleIdx="2" presStyleCnt="4">
        <dgm:presLayoutVars>
          <dgm:chPref val="3"/>
        </dgm:presLayoutVars>
      </dgm:prSet>
      <dgm:spPr/>
    </dgm:pt>
    <dgm:pt modelId="{B418AA1B-7F7C-4DEE-A9E4-37EABF9E849A}" type="pres">
      <dgm:prSet presAssocID="{B0762A9E-FFCB-40F1-B5BB-A47162CDC7B2}" presName="level3hierChild" presStyleCnt="0"/>
      <dgm:spPr/>
    </dgm:pt>
    <dgm:pt modelId="{EACA6742-D9C4-49B6-A265-F3A3BEFA35CD}" type="pres">
      <dgm:prSet presAssocID="{F5950F7C-0875-4818-B687-7945035F6912}" presName="conn2-1" presStyleLbl="parChTrans1D4" presStyleIdx="2" presStyleCnt="4"/>
      <dgm:spPr/>
    </dgm:pt>
    <dgm:pt modelId="{CE2BFCEE-586E-452F-857E-3EF9FA8F96DC}" type="pres">
      <dgm:prSet presAssocID="{F5950F7C-0875-4818-B687-7945035F6912}" presName="connTx" presStyleLbl="parChTrans1D4" presStyleIdx="2" presStyleCnt="4"/>
      <dgm:spPr/>
    </dgm:pt>
    <dgm:pt modelId="{6116E65E-20CD-4854-9BF5-08E8EE0D1A11}" type="pres">
      <dgm:prSet presAssocID="{8BA6BF77-B6B3-4AE3-959E-CAAB5C68B0ED}" presName="root2" presStyleCnt="0"/>
      <dgm:spPr/>
    </dgm:pt>
    <dgm:pt modelId="{59FC32B4-46A6-400A-A511-04D755EE6BE4}" type="pres">
      <dgm:prSet presAssocID="{8BA6BF77-B6B3-4AE3-959E-CAAB5C68B0ED}" presName="LevelTwoTextNode" presStyleLbl="node4" presStyleIdx="2" presStyleCnt="4">
        <dgm:presLayoutVars>
          <dgm:chPref val="3"/>
        </dgm:presLayoutVars>
      </dgm:prSet>
      <dgm:spPr/>
    </dgm:pt>
    <dgm:pt modelId="{2081AB59-325C-483E-AAC9-789E4791B2D5}" type="pres">
      <dgm:prSet presAssocID="{8BA6BF77-B6B3-4AE3-959E-CAAB5C68B0ED}" presName="level3hierChild" presStyleCnt="0"/>
      <dgm:spPr/>
    </dgm:pt>
    <dgm:pt modelId="{7E56C346-1B42-4984-A712-C1DEB36BA0D9}" type="pres">
      <dgm:prSet presAssocID="{189E6D55-6352-4F32-8EC8-3EF783716759}" presName="conn2-1" presStyleLbl="parChTrans1D4" presStyleIdx="3" presStyleCnt="4"/>
      <dgm:spPr/>
    </dgm:pt>
    <dgm:pt modelId="{ACE07EF6-2D74-4994-9D6D-1C9CA83ED09C}" type="pres">
      <dgm:prSet presAssocID="{189E6D55-6352-4F32-8EC8-3EF783716759}" presName="connTx" presStyleLbl="parChTrans1D4" presStyleIdx="3" presStyleCnt="4"/>
      <dgm:spPr/>
    </dgm:pt>
    <dgm:pt modelId="{1777B5C2-AB15-4C54-B8A8-D701BBB2509C}" type="pres">
      <dgm:prSet presAssocID="{E14599E1-78DA-414F-A071-06E523CBAE2A}" presName="root2" presStyleCnt="0"/>
      <dgm:spPr/>
    </dgm:pt>
    <dgm:pt modelId="{023051B4-CD7A-42D0-8F43-C288953CA1DA}" type="pres">
      <dgm:prSet presAssocID="{E14599E1-78DA-414F-A071-06E523CBAE2A}" presName="LevelTwoTextNode" presStyleLbl="node4" presStyleIdx="3" presStyleCnt="4">
        <dgm:presLayoutVars>
          <dgm:chPref val="3"/>
        </dgm:presLayoutVars>
      </dgm:prSet>
      <dgm:spPr/>
    </dgm:pt>
    <dgm:pt modelId="{A863D8A0-A344-4034-A4E1-73659946BBC0}" type="pres">
      <dgm:prSet presAssocID="{E14599E1-78DA-414F-A071-06E523CBAE2A}" presName="level3hierChild" presStyleCnt="0"/>
      <dgm:spPr/>
    </dgm:pt>
    <dgm:pt modelId="{3F07222F-8B21-4E67-B2D0-69AFE1E2BC5E}" type="pres">
      <dgm:prSet presAssocID="{1542D32B-88A5-412F-A538-88047C7461E5}" presName="conn2-1" presStyleLbl="parChTrans1D2" presStyleIdx="2" presStyleCnt="3"/>
      <dgm:spPr/>
    </dgm:pt>
    <dgm:pt modelId="{48A2A4B0-E9B0-4E53-86A2-2B24AC12C7C4}" type="pres">
      <dgm:prSet presAssocID="{1542D32B-88A5-412F-A538-88047C7461E5}" presName="connTx" presStyleLbl="parChTrans1D2" presStyleIdx="2" presStyleCnt="3"/>
      <dgm:spPr/>
    </dgm:pt>
    <dgm:pt modelId="{3AC36A2C-686A-4453-8624-F7A73F0E2A8B}" type="pres">
      <dgm:prSet presAssocID="{B9A3D961-A0B8-408B-BD0E-3649DE132AFC}" presName="root2" presStyleCnt="0"/>
      <dgm:spPr/>
    </dgm:pt>
    <dgm:pt modelId="{F795B927-70AA-4001-A6C5-70F5983389EC}" type="pres">
      <dgm:prSet presAssocID="{B9A3D961-A0B8-408B-BD0E-3649DE132AFC}" presName="LevelTwoTextNode" presStyleLbl="node2" presStyleIdx="2" presStyleCnt="3">
        <dgm:presLayoutVars>
          <dgm:chPref val="3"/>
        </dgm:presLayoutVars>
      </dgm:prSet>
      <dgm:spPr/>
    </dgm:pt>
    <dgm:pt modelId="{C4FC6256-7814-4C7F-B9A1-BC58C401BD39}" type="pres">
      <dgm:prSet presAssocID="{B9A3D961-A0B8-408B-BD0E-3649DE132AFC}" presName="level3hierChild" presStyleCnt="0"/>
      <dgm:spPr/>
    </dgm:pt>
    <dgm:pt modelId="{B3608DD0-5158-490E-8161-AE7BC3CC703C}" type="pres">
      <dgm:prSet presAssocID="{A5D32D14-E8FD-48D3-B604-860862A25A48}" presName="conn2-1" presStyleLbl="parChTrans1D3" presStyleIdx="3" presStyleCnt="4"/>
      <dgm:spPr/>
    </dgm:pt>
    <dgm:pt modelId="{E77DCB6F-1D03-4DF8-A4D7-8C8BEF29EB8E}" type="pres">
      <dgm:prSet presAssocID="{A5D32D14-E8FD-48D3-B604-860862A25A48}" presName="connTx" presStyleLbl="parChTrans1D3" presStyleIdx="3" presStyleCnt="4"/>
      <dgm:spPr/>
    </dgm:pt>
    <dgm:pt modelId="{3756EDF8-8240-49CA-B2DF-4B06DF796D27}" type="pres">
      <dgm:prSet presAssocID="{FDA07C97-C37C-426A-BB79-6EE949715453}" presName="root2" presStyleCnt="0"/>
      <dgm:spPr/>
    </dgm:pt>
    <dgm:pt modelId="{31698BBB-F333-4EC5-B262-526B3E57CE11}" type="pres">
      <dgm:prSet presAssocID="{FDA07C97-C37C-426A-BB79-6EE949715453}" presName="LevelTwoTextNode" presStyleLbl="node3" presStyleIdx="3" presStyleCnt="4">
        <dgm:presLayoutVars>
          <dgm:chPref val="3"/>
        </dgm:presLayoutVars>
      </dgm:prSet>
      <dgm:spPr/>
    </dgm:pt>
    <dgm:pt modelId="{F94F83DA-1CA2-49B2-8001-CFF212DC5367}" type="pres">
      <dgm:prSet presAssocID="{FDA07C97-C37C-426A-BB79-6EE949715453}" presName="level3hierChild" presStyleCnt="0"/>
      <dgm:spPr/>
    </dgm:pt>
  </dgm:ptLst>
  <dgm:cxnLst>
    <dgm:cxn modelId="{459ECD0D-D35A-4219-AFD0-46CA217D71E5}" type="presOf" srcId="{BD448064-0434-4138-B2D2-40BE68A17989}" destId="{7421FD4F-DFF1-44C1-82B8-46DF53FFDCFA}" srcOrd="0" destOrd="0" presId="urn:microsoft.com/office/officeart/2005/8/layout/hierarchy2"/>
    <dgm:cxn modelId="{F1E13C1B-BDC5-5B4C-A796-3B8AEB88341D}" type="presOf" srcId="{1542D32B-88A5-412F-A538-88047C7461E5}" destId="{3F07222F-8B21-4E67-B2D0-69AFE1E2BC5E}" srcOrd="0" destOrd="0" presId="urn:microsoft.com/office/officeart/2005/8/layout/hierarchy2"/>
    <dgm:cxn modelId="{9EDC261D-838A-4AF0-A039-808729668E30}" srcId="{8BA6BF77-B6B3-4AE3-959E-CAAB5C68B0ED}" destId="{E14599E1-78DA-414F-A071-06E523CBAE2A}" srcOrd="0" destOrd="0" parTransId="{189E6D55-6352-4F32-8EC8-3EF783716759}" sibTransId="{4416B8B1-05AD-4681-B692-314D6D70F152}"/>
    <dgm:cxn modelId="{3A6DCB1D-DBE7-9540-86A5-C3F73BB537C3}" type="presOf" srcId="{FDA07C97-C37C-426A-BB79-6EE949715453}" destId="{31698BBB-F333-4EC5-B262-526B3E57CE11}" srcOrd="0" destOrd="0" presId="urn:microsoft.com/office/officeart/2005/8/layout/hierarchy2"/>
    <dgm:cxn modelId="{82BE5227-A7D4-444B-8163-0153E83FA3AE}" type="presOf" srcId="{B03204FB-ED32-4FBC-8F8E-BA7C9E89F70A}" destId="{9E27424C-67D8-4793-A347-1961B7A54048}" srcOrd="0" destOrd="0" presId="urn:microsoft.com/office/officeart/2005/8/layout/hierarchy2"/>
    <dgm:cxn modelId="{CF46EA2A-1917-DC4B-9CE0-33331E7E0D04}" type="presOf" srcId="{1542D32B-88A5-412F-A538-88047C7461E5}" destId="{48A2A4B0-E9B0-4E53-86A2-2B24AC12C7C4}" srcOrd="1" destOrd="0" presId="urn:microsoft.com/office/officeart/2005/8/layout/hierarchy2"/>
    <dgm:cxn modelId="{1EC6392B-AA34-434B-B60A-4F49AEB3050B}" type="presOf" srcId="{B0762A9E-FFCB-40F1-B5BB-A47162CDC7B2}" destId="{0803A009-FD38-4F5B-B371-E74B31195358}" srcOrd="0" destOrd="0" presId="urn:microsoft.com/office/officeart/2005/8/layout/hierarchy2"/>
    <dgm:cxn modelId="{AEA0452F-5431-FC48-8AF2-5C08DB1BE6C4}" type="presOf" srcId="{5917E752-B8AC-413D-9089-DD7DEB96361D}" destId="{AB6B9BF3-51B1-457E-881A-145800431E9A}" srcOrd="0" destOrd="0" presId="urn:microsoft.com/office/officeart/2005/8/layout/hierarchy2"/>
    <dgm:cxn modelId="{26A4F731-8D52-4236-B793-7932071FCB25}" type="presOf" srcId="{D259C007-279E-4128-8F3F-9C883553092C}" destId="{7899F3EA-D656-49D7-AA47-ECD5CAECE9D4}" srcOrd="1" destOrd="0" presId="urn:microsoft.com/office/officeart/2005/8/layout/hierarchy2"/>
    <dgm:cxn modelId="{CDB6D93D-1D01-4FC2-A6F3-9D5BA9F85BA4}" srcId="{0838EF40-CF89-4729-B2B8-6F1C597EBEFE}" destId="{B9A3D961-A0B8-408B-BD0E-3649DE132AFC}" srcOrd="2" destOrd="0" parTransId="{1542D32B-88A5-412F-A538-88047C7461E5}" sibTransId="{47D189C2-95D1-4033-92E1-89FCF25A4413}"/>
    <dgm:cxn modelId="{1F90CA3F-1119-47FA-A462-BAB9C75A1BC5}" type="presOf" srcId="{BD448064-0434-4138-B2D2-40BE68A17989}" destId="{F5A184F4-B3B9-4CAD-9F0B-38AB60FC05D0}" srcOrd="1" destOrd="0" presId="urn:microsoft.com/office/officeart/2005/8/layout/hierarchy2"/>
    <dgm:cxn modelId="{2C34965C-75A2-3347-A4B6-F399477F39E0}" type="presOf" srcId="{DB4DE1F7-1CF7-4D10-BEBE-7DD6746B0FBF}" destId="{2683AE8E-1D47-4113-9D2C-42E9AA49CB23}" srcOrd="0" destOrd="0" presId="urn:microsoft.com/office/officeart/2005/8/layout/hierarchy2"/>
    <dgm:cxn modelId="{1B39D35E-004D-5D42-A1D7-575B5FD99041}" type="presOf" srcId="{562DF21F-551A-43B4-B1AD-38C1201E0625}" destId="{CC2E655E-38E5-4C40-90FD-C786DB504E07}" srcOrd="0" destOrd="0" presId="urn:microsoft.com/office/officeart/2005/8/layout/hierarchy2"/>
    <dgm:cxn modelId="{64D15D65-9D2C-464C-8D3C-DF05D2721A1E}" type="presOf" srcId="{0838EF40-CF89-4729-B2B8-6F1C597EBEFE}" destId="{7BCBC0F5-E01A-4ECC-8252-5173C50BF588}" srcOrd="0" destOrd="0" presId="urn:microsoft.com/office/officeart/2005/8/layout/hierarchy2"/>
    <dgm:cxn modelId="{C228F06B-CF35-41BE-AA22-E6F41165E93F}" srcId="{B9A3D961-A0B8-408B-BD0E-3649DE132AFC}" destId="{FDA07C97-C37C-426A-BB79-6EE949715453}" srcOrd="0" destOrd="0" parTransId="{A5D32D14-E8FD-48D3-B604-860862A25A48}" sibTransId="{E7B3F99C-A4F9-42F4-AFA5-F697FB11E033}"/>
    <dgm:cxn modelId="{9709DF75-CB44-45CD-9557-69B1A73C2D8A}" type="presOf" srcId="{22599335-1D62-4B6E-832F-9FD034128204}" destId="{24C9CF6D-16A7-4959-9307-E75A2760348E}" srcOrd="0" destOrd="0" presId="urn:microsoft.com/office/officeart/2005/8/layout/hierarchy2"/>
    <dgm:cxn modelId="{FFA17578-5356-4598-B814-1CD02BDECAEA}" srcId="{59E067F1-18DC-4280-838E-90B7D14768DC}" destId="{B0762A9E-FFCB-40F1-B5BB-A47162CDC7B2}" srcOrd="1" destOrd="0" parTransId="{BD448064-0434-4138-B2D2-40BE68A17989}" sibTransId="{AE4D4C0E-440C-42E7-BD53-2676266FEBA8}"/>
    <dgm:cxn modelId="{B59EF478-E5A8-4B7C-AD18-D616A2A44C73}" type="presOf" srcId="{F5950F7C-0875-4818-B687-7945035F6912}" destId="{CE2BFCEE-586E-452F-857E-3EF9FA8F96DC}" srcOrd="1" destOrd="0" presId="urn:microsoft.com/office/officeart/2005/8/layout/hierarchy2"/>
    <dgm:cxn modelId="{0C1CE55A-ACCC-4CB5-9A51-1BCC5F0E7558}" type="presOf" srcId="{7A171DC4-9BDB-4DF7-8EE2-B886E22FFED7}" destId="{C37B942C-7C3D-41FE-B89F-C3187361F136}" srcOrd="1" destOrd="0" presId="urn:microsoft.com/office/officeart/2005/8/layout/hierarchy2"/>
    <dgm:cxn modelId="{56EFAC7B-57B5-418D-92B4-4E4A7FF1FB15}" srcId="{4801DFB7-8C5F-441D-A186-6BBDB2B6B448}" destId="{0838EF40-CF89-4729-B2B8-6F1C597EBEFE}" srcOrd="0" destOrd="0" parTransId="{0D80F304-3D34-449F-B7E4-6F26ADA3819F}" sibTransId="{CCFA1F42-6FA6-4CB5-A48B-A1E715EA93CD}"/>
    <dgm:cxn modelId="{61DED87F-9EA4-41C7-8C31-46052C8712A6}" type="presOf" srcId="{F5950F7C-0875-4818-B687-7945035F6912}" destId="{EACA6742-D9C4-49B6-A265-F3A3BEFA35CD}" srcOrd="0" destOrd="0" presId="urn:microsoft.com/office/officeart/2005/8/layout/hierarchy2"/>
    <dgm:cxn modelId="{ED174F87-02C4-4946-8CA5-531708153070}" srcId="{8AC925E4-4181-4EB7-B6B0-935F6377AC95}" destId="{DB4DE1F7-1CF7-4D10-BEBE-7DD6746B0FBF}" srcOrd="0" destOrd="0" parTransId="{5917E752-B8AC-413D-9089-DD7DEB96361D}" sibTransId="{7451FE89-385B-462D-B28A-B73030369971}"/>
    <dgm:cxn modelId="{ABC8D68A-6765-4E4F-9548-2A2BBAB4E75F}" type="presOf" srcId="{F90B62CF-1888-439C-A234-9CF1E8FCFD51}" destId="{20B41081-C7E8-46D1-B126-58AA0C29A50C}" srcOrd="0" destOrd="0" presId="urn:microsoft.com/office/officeart/2005/8/layout/hierarchy2"/>
    <dgm:cxn modelId="{B6E06D8B-A335-D44B-A17B-2507AEED33CF}" type="presOf" srcId="{B9A3D961-A0B8-408B-BD0E-3649DE132AFC}" destId="{F795B927-70AA-4001-A6C5-70F5983389EC}" srcOrd="0" destOrd="0" presId="urn:microsoft.com/office/officeart/2005/8/layout/hierarchy2"/>
    <dgm:cxn modelId="{BEBBA48F-645A-41BE-ABCA-42B126B28163}" type="presOf" srcId="{7A171DC4-9BDB-4DF7-8EE2-B886E22FFED7}" destId="{0310E6F8-B733-4704-A650-0D0A19D49B2D}" srcOrd="0" destOrd="0" presId="urn:microsoft.com/office/officeart/2005/8/layout/hierarchy2"/>
    <dgm:cxn modelId="{8514EB95-4187-614B-8427-3413F903D46B}" type="presOf" srcId="{8AC925E4-4181-4EB7-B6B0-935F6377AC95}" destId="{FEA23509-1B60-4CE0-8522-8996A4089332}" srcOrd="0" destOrd="0" presId="urn:microsoft.com/office/officeart/2005/8/layout/hierarchy2"/>
    <dgm:cxn modelId="{71EC749C-AD57-8F4F-B44E-2D389B09BF44}" type="presOf" srcId="{6C2B0F36-B0B1-4838-9B38-19A35EC51B4E}" destId="{FB8AF95A-DD3D-4ACB-8A25-4ED916FC719B}" srcOrd="1" destOrd="0" presId="urn:microsoft.com/office/officeart/2005/8/layout/hierarchy2"/>
    <dgm:cxn modelId="{5399E7A1-889C-AD48-B5CB-105B6DA225FB}" type="presOf" srcId="{F90B62CF-1888-439C-A234-9CF1E8FCFD51}" destId="{D8CAF3E1-4BC1-44CB-A054-AC8B60689914}" srcOrd="1" destOrd="0" presId="urn:microsoft.com/office/officeart/2005/8/layout/hierarchy2"/>
    <dgm:cxn modelId="{259BDDA4-F5CA-4353-8AEE-485125B665B5}" type="presOf" srcId="{D259C007-279E-4128-8F3F-9C883553092C}" destId="{94EEF403-69EB-4C78-B311-532ED543C869}" srcOrd="0" destOrd="0" presId="urn:microsoft.com/office/officeart/2005/8/layout/hierarchy2"/>
    <dgm:cxn modelId="{701E45A7-680B-45AC-83D3-146430098A9D}" srcId="{CBBF30A3-F0B8-4161-83F5-A94988597CE6}" destId="{B03204FB-ED32-4FBC-8F8E-BA7C9E89F70A}" srcOrd="0" destOrd="0" parTransId="{D259C007-279E-4128-8F3F-9C883553092C}" sibTransId="{93551B5A-018B-4EA3-B0C8-EADF353E193E}"/>
    <dgm:cxn modelId="{B2C808AA-A34C-41C4-AF3B-198B0AD78EB2}" srcId="{B03204FB-ED32-4FBC-8F8E-BA7C9E89F70A}" destId="{22599335-1D62-4B6E-832F-9FD034128204}" srcOrd="0" destOrd="0" parTransId="{7A171DC4-9BDB-4DF7-8EE2-B886E22FFED7}" sibTransId="{58443A93-40FD-49C3-A1B8-39ADDDEA1618}"/>
    <dgm:cxn modelId="{031C6BAE-A639-4075-B775-3B6876217223}" srcId="{0838EF40-CF89-4729-B2B8-6F1C597EBEFE}" destId="{59E067F1-18DC-4280-838E-90B7D14768DC}" srcOrd="1" destOrd="0" parTransId="{F90B62CF-1888-439C-A234-9CF1E8FCFD51}" sibTransId="{32CFDC56-5309-47CA-83B7-84A9560F993E}"/>
    <dgm:cxn modelId="{64EAC1B2-630A-47A3-87FD-83BEEC4CCEED}" srcId="{B0762A9E-FFCB-40F1-B5BB-A47162CDC7B2}" destId="{8BA6BF77-B6B3-4AE3-959E-CAAB5C68B0ED}" srcOrd="0" destOrd="0" parTransId="{F5950F7C-0875-4818-B687-7945035F6912}" sibTransId="{29AEDC63-3210-4A74-B421-6C82AC71427B}"/>
    <dgm:cxn modelId="{CB1A28B9-0B9B-3A43-8615-98A2C28E7A97}" type="presOf" srcId="{5917E752-B8AC-413D-9089-DD7DEB96361D}" destId="{782513A5-8789-4BB9-B9B4-109FF0211910}" srcOrd="1" destOrd="0" presId="urn:microsoft.com/office/officeart/2005/8/layout/hierarchy2"/>
    <dgm:cxn modelId="{87DD7DBC-94A0-CB4D-A448-53F04928C15B}" type="presOf" srcId="{562DF21F-551A-43B4-B1AD-38C1201E0625}" destId="{B29C0FF0-F566-4D38-A574-C507238C3CD4}" srcOrd="1" destOrd="0" presId="urn:microsoft.com/office/officeart/2005/8/layout/hierarchy2"/>
    <dgm:cxn modelId="{AD1A03BE-33F3-47DB-9419-588A31F72B1D}" type="presOf" srcId="{8BA6BF77-B6B3-4AE3-959E-CAAB5C68B0ED}" destId="{59FC32B4-46A6-400A-A511-04D755EE6BE4}" srcOrd="0" destOrd="0" presId="urn:microsoft.com/office/officeart/2005/8/layout/hierarchy2"/>
    <dgm:cxn modelId="{5AA8E6CA-A778-40DC-8F07-52EAE0BDB21F}" type="presOf" srcId="{E14599E1-78DA-414F-A071-06E523CBAE2A}" destId="{023051B4-CD7A-42D0-8F43-C288953CA1DA}" srcOrd="0" destOrd="0" presId="urn:microsoft.com/office/officeart/2005/8/layout/hierarchy2"/>
    <dgm:cxn modelId="{282A15D2-5513-C646-AB72-19446521D508}" type="presOf" srcId="{A5D32D14-E8FD-48D3-B604-860862A25A48}" destId="{E77DCB6F-1D03-4DF8-A4D7-8C8BEF29EB8E}" srcOrd="1" destOrd="0" presId="urn:microsoft.com/office/officeart/2005/8/layout/hierarchy2"/>
    <dgm:cxn modelId="{666430D2-7308-D24C-A17F-C4527E084ABE}" type="presOf" srcId="{A5D32D14-E8FD-48D3-B604-860862A25A48}" destId="{B3608DD0-5158-490E-8161-AE7BC3CC703C}" srcOrd="0" destOrd="0" presId="urn:microsoft.com/office/officeart/2005/8/layout/hierarchy2"/>
    <dgm:cxn modelId="{CEAD3CD9-69B4-9940-8A47-A2453FD67AEF}" type="presOf" srcId="{4801DFB7-8C5F-441D-A186-6BBDB2B6B448}" destId="{7208923A-E6EF-498A-8916-B51A6987412F}" srcOrd="0" destOrd="0" presId="urn:microsoft.com/office/officeart/2005/8/layout/hierarchy2"/>
    <dgm:cxn modelId="{F4484BE8-F178-D543-B02D-9BD65B580884}" type="presOf" srcId="{CBBF30A3-F0B8-4161-83F5-A94988597CE6}" destId="{D7A18CBF-E9C5-40AD-AB13-E0A08B6C9FCD}" srcOrd="0" destOrd="0" presId="urn:microsoft.com/office/officeart/2005/8/layout/hierarchy2"/>
    <dgm:cxn modelId="{461E45EA-61AD-4310-BA39-EBD10050C88C}" type="presOf" srcId="{189E6D55-6352-4F32-8EC8-3EF783716759}" destId="{7E56C346-1B42-4984-A712-C1DEB36BA0D9}" srcOrd="0" destOrd="0" presId="urn:microsoft.com/office/officeart/2005/8/layout/hierarchy2"/>
    <dgm:cxn modelId="{1EB6D2F7-5CA1-A64A-A84D-EC511E154612}" type="presOf" srcId="{59E067F1-18DC-4280-838E-90B7D14768DC}" destId="{E49D0C83-DF85-440E-9760-2999F975E0C9}" srcOrd="0" destOrd="0" presId="urn:microsoft.com/office/officeart/2005/8/layout/hierarchy2"/>
    <dgm:cxn modelId="{93B192FA-71C9-3642-850F-3A52446162E9}" type="presOf" srcId="{6C2B0F36-B0B1-4838-9B38-19A35EC51B4E}" destId="{D20E5D54-B617-495D-A659-5F0C9E8A6B12}" srcOrd="0" destOrd="0" presId="urn:microsoft.com/office/officeart/2005/8/layout/hierarchy2"/>
    <dgm:cxn modelId="{40E1D1FC-FA2B-4181-A541-3D76EF63B2F1}" type="presOf" srcId="{189E6D55-6352-4F32-8EC8-3EF783716759}" destId="{ACE07EF6-2D74-4994-9D6D-1C9CA83ED09C}" srcOrd="1" destOrd="0" presId="urn:microsoft.com/office/officeart/2005/8/layout/hierarchy2"/>
    <dgm:cxn modelId="{3CE5A9FE-CE84-4E4B-9BFB-E5A455D61243}" srcId="{59E067F1-18DC-4280-838E-90B7D14768DC}" destId="{CBBF30A3-F0B8-4161-83F5-A94988597CE6}" srcOrd="0" destOrd="0" parTransId="{562DF21F-551A-43B4-B1AD-38C1201E0625}" sibTransId="{5E552967-691E-4C8D-ABBF-67452888ADD0}"/>
    <dgm:cxn modelId="{F8CFE9FF-D814-4F70-8727-ECCF8870BC2F}" srcId="{0838EF40-CF89-4729-B2B8-6F1C597EBEFE}" destId="{8AC925E4-4181-4EB7-B6B0-935F6377AC95}" srcOrd="0" destOrd="0" parTransId="{6C2B0F36-B0B1-4838-9B38-19A35EC51B4E}" sibTransId="{7C80B49D-E661-4487-81CE-07D42B6A49CB}"/>
    <dgm:cxn modelId="{FE36D79D-B396-774D-B0A8-D294BF200E03}" type="presParOf" srcId="{7208923A-E6EF-498A-8916-B51A6987412F}" destId="{E789E6A7-2732-4B13-973D-D9FBF2DA4DD4}" srcOrd="0" destOrd="0" presId="urn:microsoft.com/office/officeart/2005/8/layout/hierarchy2"/>
    <dgm:cxn modelId="{E416194C-1EC1-1F4F-88E2-6536683918A4}" type="presParOf" srcId="{E789E6A7-2732-4B13-973D-D9FBF2DA4DD4}" destId="{7BCBC0F5-E01A-4ECC-8252-5173C50BF588}" srcOrd="0" destOrd="0" presId="urn:microsoft.com/office/officeart/2005/8/layout/hierarchy2"/>
    <dgm:cxn modelId="{6621F35B-B2FF-9D42-B100-43B6804C3F0D}" type="presParOf" srcId="{E789E6A7-2732-4B13-973D-D9FBF2DA4DD4}" destId="{D57AA36B-B889-46F4-B615-2795E9185CEA}" srcOrd="1" destOrd="0" presId="urn:microsoft.com/office/officeart/2005/8/layout/hierarchy2"/>
    <dgm:cxn modelId="{06DEAF3F-2D02-AA4C-AFD8-2A5E6843109D}" type="presParOf" srcId="{D57AA36B-B889-46F4-B615-2795E9185CEA}" destId="{D20E5D54-B617-495D-A659-5F0C9E8A6B12}" srcOrd="0" destOrd="0" presId="urn:microsoft.com/office/officeart/2005/8/layout/hierarchy2"/>
    <dgm:cxn modelId="{4ADCFECF-11AB-094F-B2EB-2CFF9A2711A8}" type="presParOf" srcId="{D20E5D54-B617-495D-A659-5F0C9E8A6B12}" destId="{FB8AF95A-DD3D-4ACB-8A25-4ED916FC719B}" srcOrd="0" destOrd="0" presId="urn:microsoft.com/office/officeart/2005/8/layout/hierarchy2"/>
    <dgm:cxn modelId="{484CD114-1564-C74E-BCC9-B3BFCE4685F9}" type="presParOf" srcId="{D57AA36B-B889-46F4-B615-2795E9185CEA}" destId="{A12E0ED7-53DA-49A8-98D4-E2247DBC13F0}" srcOrd="1" destOrd="0" presId="urn:microsoft.com/office/officeart/2005/8/layout/hierarchy2"/>
    <dgm:cxn modelId="{D5892D7F-A019-5242-8608-FC3F21019816}" type="presParOf" srcId="{A12E0ED7-53DA-49A8-98D4-E2247DBC13F0}" destId="{FEA23509-1B60-4CE0-8522-8996A4089332}" srcOrd="0" destOrd="0" presId="urn:microsoft.com/office/officeart/2005/8/layout/hierarchy2"/>
    <dgm:cxn modelId="{2D768CE4-60A8-304A-9ADA-101AABDA2BB3}" type="presParOf" srcId="{A12E0ED7-53DA-49A8-98D4-E2247DBC13F0}" destId="{CBFB044F-95A1-45AC-9AC6-18963D8779EE}" srcOrd="1" destOrd="0" presId="urn:microsoft.com/office/officeart/2005/8/layout/hierarchy2"/>
    <dgm:cxn modelId="{B67C5F13-8608-7D4E-A5F8-0ECA3DA92FF2}" type="presParOf" srcId="{CBFB044F-95A1-45AC-9AC6-18963D8779EE}" destId="{AB6B9BF3-51B1-457E-881A-145800431E9A}" srcOrd="0" destOrd="0" presId="urn:microsoft.com/office/officeart/2005/8/layout/hierarchy2"/>
    <dgm:cxn modelId="{A9ECFC22-0837-2E49-8133-93484879F953}" type="presParOf" srcId="{AB6B9BF3-51B1-457E-881A-145800431E9A}" destId="{782513A5-8789-4BB9-B9B4-109FF0211910}" srcOrd="0" destOrd="0" presId="urn:microsoft.com/office/officeart/2005/8/layout/hierarchy2"/>
    <dgm:cxn modelId="{0AB6AB86-428A-934F-9743-2EACA4FC440A}" type="presParOf" srcId="{CBFB044F-95A1-45AC-9AC6-18963D8779EE}" destId="{5CBD03B1-EA85-42CE-96EA-927F60E31695}" srcOrd="1" destOrd="0" presId="urn:microsoft.com/office/officeart/2005/8/layout/hierarchy2"/>
    <dgm:cxn modelId="{71B85693-E70D-7B40-A4E6-BEFD3D3A605F}" type="presParOf" srcId="{5CBD03B1-EA85-42CE-96EA-927F60E31695}" destId="{2683AE8E-1D47-4113-9D2C-42E9AA49CB23}" srcOrd="0" destOrd="0" presId="urn:microsoft.com/office/officeart/2005/8/layout/hierarchy2"/>
    <dgm:cxn modelId="{C4221B10-EAC7-0E46-A5CE-F66D14EA4917}" type="presParOf" srcId="{5CBD03B1-EA85-42CE-96EA-927F60E31695}" destId="{5B44C38A-6FCB-47A8-A082-A9CAACCED29E}" srcOrd="1" destOrd="0" presId="urn:microsoft.com/office/officeart/2005/8/layout/hierarchy2"/>
    <dgm:cxn modelId="{E676A1A4-70E1-264A-9946-98C12078F5FF}" type="presParOf" srcId="{D57AA36B-B889-46F4-B615-2795E9185CEA}" destId="{20B41081-C7E8-46D1-B126-58AA0C29A50C}" srcOrd="2" destOrd="0" presId="urn:microsoft.com/office/officeart/2005/8/layout/hierarchy2"/>
    <dgm:cxn modelId="{7F009F82-76F5-1B4E-9033-966C070DDB5F}" type="presParOf" srcId="{20B41081-C7E8-46D1-B126-58AA0C29A50C}" destId="{D8CAF3E1-4BC1-44CB-A054-AC8B60689914}" srcOrd="0" destOrd="0" presId="urn:microsoft.com/office/officeart/2005/8/layout/hierarchy2"/>
    <dgm:cxn modelId="{3E281376-7864-DE43-9B68-4A9D86FA97CB}" type="presParOf" srcId="{D57AA36B-B889-46F4-B615-2795E9185CEA}" destId="{F365E01D-A666-4197-B874-9ABB327A56FD}" srcOrd="3" destOrd="0" presId="urn:microsoft.com/office/officeart/2005/8/layout/hierarchy2"/>
    <dgm:cxn modelId="{1905BCCB-3F14-494E-8968-26FD0CE34D6E}" type="presParOf" srcId="{F365E01D-A666-4197-B874-9ABB327A56FD}" destId="{E49D0C83-DF85-440E-9760-2999F975E0C9}" srcOrd="0" destOrd="0" presId="urn:microsoft.com/office/officeart/2005/8/layout/hierarchy2"/>
    <dgm:cxn modelId="{48056DBB-EEEB-0446-BEC6-89C64EE489A6}" type="presParOf" srcId="{F365E01D-A666-4197-B874-9ABB327A56FD}" destId="{2B0A3184-A464-4E81-996E-A532F659415F}" srcOrd="1" destOrd="0" presId="urn:microsoft.com/office/officeart/2005/8/layout/hierarchy2"/>
    <dgm:cxn modelId="{5D4BC384-49C1-6C40-A491-82231621EFCC}" type="presParOf" srcId="{2B0A3184-A464-4E81-996E-A532F659415F}" destId="{CC2E655E-38E5-4C40-90FD-C786DB504E07}" srcOrd="0" destOrd="0" presId="urn:microsoft.com/office/officeart/2005/8/layout/hierarchy2"/>
    <dgm:cxn modelId="{6DC2D4C2-7BD1-E34A-93AB-BC8B879D016A}" type="presParOf" srcId="{CC2E655E-38E5-4C40-90FD-C786DB504E07}" destId="{B29C0FF0-F566-4D38-A574-C507238C3CD4}" srcOrd="0" destOrd="0" presId="urn:microsoft.com/office/officeart/2005/8/layout/hierarchy2"/>
    <dgm:cxn modelId="{DFCF3E70-3923-6F4B-8F75-3314C2711836}" type="presParOf" srcId="{2B0A3184-A464-4E81-996E-A532F659415F}" destId="{9AAAA153-FF7C-4A38-9113-A6F1D6A7DE71}" srcOrd="1" destOrd="0" presId="urn:microsoft.com/office/officeart/2005/8/layout/hierarchy2"/>
    <dgm:cxn modelId="{7DF5EB9D-0574-A843-812F-20504737B0D7}" type="presParOf" srcId="{9AAAA153-FF7C-4A38-9113-A6F1D6A7DE71}" destId="{D7A18CBF-E9C5-40AD-AB13-E0A08B6C9FCD}" srcOrd="0" destOrd="0" presId="urn:microsoft.com/office/officeart/2005/8/layout/hierarchy2"/>
    <dgm:cxn modelId="{DEB90BF9-717D-C54C-9741-1D67F3D50525}" type="presParOf" srcId="{9AAAA153-FF7C-4A38-9113-A6F1D6A7DE71}" destId="{D80B5061-8C8F-40A9-AFA0-248C074D2156}" srcOrd="1" destOrd="0" presId="urn:microsoft.com/office/officeart/2005/8/layout/hierarchy2"/>
    <dgm:cxn modelId="{6AA04ABB-B20B-4010-A132-2E97C3B16DCF}" type="presParOf" srcId="{D80B5061-8C8F-40A9-AFA0-248C074D2156}" destId="{94EEF403-69EB-4C78-B311-532ED543C869}" srcOrd="0" destOrd="0" presId="urn:microsoft.com/office/officeart/2005/8/layout/hierarchy2"/>
    <dgm:cxn modelId="{335731B3-9CA2-4C5C-848C-5417F178D8A0}" type="presParOf" srcId="{94EEF403-69EB-4C78-B311-532ED543C869}" destId="{7899F3EA-D656-49D7-AA47-ECD5CAECE9D4}" srcOrd="0" destOrd="0" presId="urn:microsoft.com/office/officeart/2005/8/layout/hierarchy2"/>
    <dgm:cxn modelId="{DD978F75-A174-4167-8F30-707503D860A4}" type="presParOf" srcId="{D80B5061-8C8F-40A9-AFA0-248C074D2156}" destId="{DFBB8260-6A7D-4373-94DE-D6135F1475A3}" srcOrd="1" destOrd="0" presId="urn:microsoft.com/office/officeart/2005/8/layout/hierarchy2"/>
    <dgm:cxn modelId="{13C6B941-B0E7-4BBF-BAA8-81D2075342EE}" type="presParOf" srcId="{DFBB8260-6A7D-4373-94DE-D6135F1475A3}" destId="{9E27424C-67D8-4793-A347-1961B7A54048}" srcOrd="0" destOrd="0" presId="urn:microsoft.com/office/officeart/2005/8/layout/hierarchy2"/>
    <dgm:cxn modelId="{00C21326-36CD-4A04-B4C1-D938BF439B4A}" type="presParOf" srcId="{DFBB8260-6A7D-4373-94DE-D6135F1475A3}" destId="{88362C00-7920-4D23-B67D-63930D7AC4AC}" srcOrd="1" destOrd="0" presId="urn:microsoft.com/office/officeart/2005/8/layout/hierarchy2"/>
    <dgm:cxn modelId="{8B8B00A6-B0F0-43B3-AD0D-5770672C21F7}" type="presParOf" srcId="{88362C00-7920-4D23-B67D-63930D7AC4AC}" destId="{0310E6F8-B733-4704-A650-0D0A19D49B2D}" srcOrd="0" destOrd="0" presId="urn:microsoft.com/office/officeart/2005/8/layout/hierarchy2"/>
    <dgm:cxn modelId="{FEF13F1D-9ABD-47D7-8B0C-71B6BE0D66B6}" type="presParOf" srcId="{0310E6F8-B733-4704-A650-0D0A19D49B2D}" destId="{C37B942C-7C3D-41FE-B89F-C3187361F136}" srcOrd="0" destOrd="0" presId="urn:microsoft.com/office/officeart/2005/8/layout/hierarchy2"/>
    <dgm:cxn modelId="{A68DA151-5A42-48D0-B42F-7AF62712E1CB}" type="presParOf" srcId="{88362C00-7920-4D23-B67D-63930D7AC4AC}" destId="{A2C5D77F-EAC9-46C5-A9C0-5E56E4245B4E}" srcOrd="1" destOrd="0" presId="urn:microsoft.com/office/officeart/2005/8/layout/hierarchy2"/>
    <dgm:cxn modelId="{DA9E6926-9EF5-4649-AF8E-7E8807A1D418}" type="presParOf" srcId="{A2C5D77F-EAC9-46C5-A9C0-5E56E4245B4E}" destId="{24C9CF6D-16A7-4959-9307-E75A2760348E}" srcOrd="0" destOrd="0" presId="urn:microsoft.com/office/officeart/2005/8/layout/hierarchy2"/>
    <dgm:cxn modelId="{2059892F-CAF7-41F1-8938-E11923B363BA}" type="presParOf" srcId="{A2C5D77F-EAC9-46C5-A9C0-5E56E4245B4E}" destId="{140405DE-467E-4FE7-A0FB-E0C9C16DBE0C}" srcOrd="1" destOrd="0" presId="urn:microsoft.com/office/officeart/2005/8/layout/hierarchy2"/>
    <dgm:cxn modelId="{C2D31DE5-8F4A-4202-B7FB-AFA8914E8356}" type="presParOf" srcId="{2B0A3184-A464-4E81-996E-A532F659415F}" destId="{7421FD4F-DFF1-44C1-82B8-46DF53FFDCFA}" srcOrd="2" destOrd="0" presId="urn:microsoft.com/office/officeart/2005/8/layout/hierarchy2"/>
    <dgm:cxn modelId="{7536AE74-A0F0-46D5-A927-367CFE07DC38}" type="presParOf" srcId="{7421FD4F-DFF1-44C1-82B8-46DF53FFDCFA}" destId="{F5A184F4-B3B9-4CAD-9F0B-38AB60FC05D0}" srcOrd="0" destOrd="0" presId="urn:microsoft.com/office/officeart/2005/8/layout/hierarchy2"/>
    <dgm:cxn modelId="{FEEBF544-7567-4784-A3A2-641DD75B6AA3}" type="presParOf" srcId="{2B0A3184-A464-4E81-996E-A532F659415F}" destId="{DC283DC0-491C-4250-9A7B-54FC2B365985}" srcOrd="3" destOrd="0" presId="urn:microsoft.com/office/officeart/2005/8/layout/hierarchy2"/>
    <dgm:cxn modelId="{862D6673-7E9D-4248-BB78-8BE8ADDA3B0B}" type="presParOf" srcId="{DC283DC0-491C-4250-9A7B-54FC2B365985}" destId="{0803A009-FD38-4F5B-B371-E74B31195358}" srcOrd="0" destOrd="0" presId="urn:microsoft.com/office/officeart/2005/8/layout/hierarchy2"/>
    <dgm:cxn modelId="{DA0F8A4D-7324-4493-800B-24A65FD37124}" type="presParOf" srcId="{DC283DC0-491C-4250-9A7B-54FC2B365985}" destId="{B418AA1B-7F7C-4DEE-A9E4-37EABF9E849A}" srcOrd="1" destOrd="0" presId="urn:microsoft.com/office/officeart/2005/8/layout/hierarchy2"/>
    <dgm:cxn modelId="{940F46CD-9C10-4985-8329-F75E501615AF}" type="presParOf" srcId="{B418AA1B-7F7C-4DEE-A9E4-37EABF9E849A}" destId="{EACA6742-D9C4-49B6-A265-F3A3BEFA35CD}" srcOrd="0" destOrd="0" presId="urn:microsoft.com/office/officeart/2005/8/layout/hierarchy2"/>
    <dgm:cxn modelId="{B481A2E1-93DD-4069-A27C-80A28F77919B}" type="presParOf" srcId="{EACA6742-D9C4-49B6-A265-F3A3BEFA35CD}" destId="{CE2BFCEE-586E-452F-857E-3EF9FA8F96DC}" srcOrd="0" destOrd="0" presId="urn:microsoft.com/office/officeart/2005/8/layout/hierarchy2"/>
    <dgm:cxn modelId="{0F29F488-0E2F-4F23-AB01-B4F5C4DB72E8}" type="presParOf" srcId="{B418AA1B-7F7C-4DEE-A9E4-37EABF9E849A}" destId="{6116E65E-20CD-4854-9BF5-08E8EE0D1A11}" srcOrd="1" destOrd="0" presId="urn:microsoft.com/office/officeart/2005/8/layout/hierarchy2"/>
    <dgm:cxn modelId="{26ED9F47-CE8D-4B63-8C0C-B8CD7B2E6A90}" type="presParOf" srcId="{6116E65E-20CD-4854-9BF5-08E8EE0D1A11}" destId="{59FC32B4-46A6-400A-A511-04D755EE6BE4}" srcOrd="0" destOrd="0" presId="urn:microsoft.com/office/officeart/2005/8/layout/hierarchy2"/>
    <dgm:cxn modelId="{43F7C2BB-4A7B-4F34-B44A-131577ECE0F7}" type="presParOf" srcId="{6116E65E-20CD-4854-9BF5-08E8EE0D1A11}" destId="{2081AB59-325C-483E-AAC9-789E4791B2D5}" srcOrd="1" destOrd="0" presId="urn:microsoft.com/office/officeart/2005/8/layout/hierarchy2"/>
    <dgm:cxn modelId="{94AA9F75-56F3-47A9-AA60-B3478704E737}" type="presParOf" srcId="{2081AB59-325C-483E-AAC9-789E4791B2D5}" destId="{7E56C346-1B42-4984-A712-C1DEB36BA0D9}" srcOrd="0" destOrd="0" presId="urn:microsoft.com/office/officeart/2005/8/layout/hierarchy2"/>
    <dgm:cxn modelId="{82B4F1FB-C989-4223-B2C4-6134D6D4A295}" type="presParOf" srcId="{7E56C346-1B42-4984-A712-C1DEB36BA0D9}" destId="{ACE07EF6-2D74-4994-9D6D-1C9CA83ED09C}" srcOrd="0" destOrd="0" presId="urn:microsoft.com/office/officeart/2005/8/layout/hierarchy2"/>
    <dgm:cxn modelId="{A5B533A4-F262-40A8-B56D-795E1AB559D9}" type="presParOf" srcId="{2081AB59-325C-483E-AAC9-789E4791B2D5}" destId="{1777B5C2-AB15-4C54-B8A8-D701BBB2509C}" srcOrd="1" destOrd="0" presId="urn:microsoft.com/office/officeart/2005/8/layout/hierarchy2"/>
    <dgm:cxn modelId="{22F6B0CB-4545-49A8-A025-48D9EBEEF201}" type="presParOf" srcId="{1777B5C2-AB15-4C54-B8A8-D701BBB2509C}" destId="{023051B4-CD7A-42D0-8F43-C288953CA1DA}" srcOrd="0" destOrd="0" presId="urn:microsoft.com/office/officeart/2005/8/layout/hierarchy2"/>
    <dgm:cxn modelId="{28FDC6B7-D41F-4D89-86D8-F65A87E5C74F}" type="presParOf" srcId="{1777B5C2-AB15-4C54-B8A8-D701BBB2509C}" destId="{A863D8A0-A344-4034-A4E1-73659946BBC0}" srcOrd="1" destOrd="0" presId="urn:microsoft.com/office/officeart/2005/8/layout/hierarchy2"/>
    <dgm:cxn modelId="{4651BA48-02E8-8942-899D-EA381316CFB6}" type="presParOf" srcId="{D57AA36B-B889-46F4-B615-2795E9185CEA}" destId="{3F07222F-8B21-4E67-B2D0-69AFE1E2BC5E}" srcOrd="4" destOrd="0" presId="urn:microsoft.com/office/officeart/2005/8/layout/hierarchy2"/>
    <dgm:cxn modelId="{9DBD3EC8-062E-364F-98FD-41EDC09E3BF7}" type="presParOf" srcId="{3F07222F-8B21-4E67-B2D0-69AFE1E2BC5E}" destId="{48A2A4B0-E9B0-4E53-86A2-2B24AC12C7C4}" srcOrd="0" destOrd="0" presId="urn:microsoft.com/office/officeart/2005/8/layout/hierarchy2"/>
    <dgm:cxn modelId="{8BB9F340-AFEA-7548-9862-AB73117206E9}" type="presParOf" srcId="{D57AA36B-B889-46F4-B615-2795E9185CEA}" destId="{3AC36A2C-686A-4453-8624-F7A73F0E2A8B}" srcOrd="5" destOrd="0" presId="urn:microsoft.com/office/officeart/2005/8/layout/hierarchy2"/>
    <dgm:cxn modelId="{F922DCED-2C07-0448-AB73-BEB6E0891615}" type="presParOf" srcId="{3AC36A2C-686A-4453-8624-F7A73F0E2A8B}" destId="{F795B927-70AA-4001-A6C5-70F5983389EC}" srcOrd="0" destOrd="0" presId="urn:microsoft.com/office/officeart/2005/8/layout/hierarchy2"/>
    <dgm:cxn modelId="{FCBFE67C-1188-9E48-A642-9CE721106772}" type="presParOf" srcId="{3AC36A2C-686A-4453-8624-F7A73F0E2A8B}" destId="{C4FC6256-7814-4C7F-B9A1-BC58C401BD39}" srcOrd="1" destOrd="0" presId="urn:microsoft.com/office/officeart/2005/8/layout/hierarchy2"/>
    <dgm:cxn modelId="{D98A5298-0688-B34B-BD86-BD468B15DEA5}" type="presParOf" srcId="{C4FC6256-7814-4C7F-B9A1-BC58C401BD39}" destId="{B3608DD0-5158-490E-8161-AE7BC3CC703C}" srcOrd="0" destOrd="0" presId="urn:microsoft.com/office/officeart/2005/8/layout/hierarchy2"/>
    <dgm:cxn modelId="{033BF34A-1DBE-CA4F-B003-15C53FAE2C1F}" type="presParOf" srcId="{B3608DD0-5158-490E-8161-AE7BC3CC703C}" destId="{E77DCB6F-1D03-4DF8-A4D7-8C8BEF29EB8E}" srcOrd="0" destOrd="0" presId="urn:microsoft.com/office/officeart/2005/8/layout/hierarchy2"/>
    <dgm:cxn modelId="{38047656-CB72-DC42-8370-29E172DEC5DE}" type="presParOf" srcId="{C4FC6256-7814-4C7F-B9A1-BC58C401BD39}" destId="{3756EDF8-8240-49CA-B2DF-4B06DF796D27}" srcOrd="1" destOrd="0" presId="urn:microsoft.com/office/officeart/2005/8/layout/hierarchy2"/>
    <dgm:cxn modelId="{5B817B14-8A64-C447-9117-512C772AB31B}" type="presParOf" srcId="{3756EDF8-8240-49CA-B2DF-4B06DF796D27}" destId="{31698BBB-F333-4EC5-B262-526B3E57CE11}" srcOrd="0" destOrd="0" presId="urn:microsoft.com/office/officeart/2005/8/layout/hierarchy2"/>
    <dgm:cxn modelId="{9F45ECEF-8D10-4F4F-8CCD-825F736011A6}" type="presParOf" srcId="{3756EDF8-8240-49CA-B2DF-4B06DF796D27}" destId="{F94F83DA-1CA2-49B2-8001-CFF212DC5367}"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71B456-086E-4667-BEDF-C32A890E7A74}"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s-MX"/>
        </a:p>
      </dgm:t>
    </dgm:pt>
    <dgm:pt modelId="{6EC738E7-8446-4574-9C46-6F08721C90FD}">
      <dgm:prSet phldrT="[Text]"/>
      <dgm:spPr/>
      <dgm:t>
        <a:bodyPr/>
        <a:lstStyle/>
        <a:p>
          <a:r>
            <a:rPr lang="es-MX" dirty="0"/>
            <a:t>Bienes Incluidos</a:t>
          </a:r>
        </a:p>
      </dgm:t>
    </dgm:pt>
    <dgm:pt modelId="{714FE497-1AD2-4D6C-B0CE-56CC5D61898F}" type="parTrans" cxnId="{F0ADE1F0-D55B-47B1-8F71-582BF7CA23A9}">
      <dgm:prSet/>
      <dgm:spPr/>
      <dgm:t>
        <a:bodyPr/>
        <a:lstStyle/>
        <a:p>
          <a:endParaRPr lang="es-MX"/>
        </a:p>
      </dgm:t>
    </dgm:pt>
    <dgm:pt modelId="{1CC28F7D-7235-475A-80F7-7539BD79B761}" type="sibTrans" cxnId="{F0ADE1F0-D55B-47B1-8F71-582BF7CA23A9}">
      <dgm:prSet/>
      <dgm:spPr/>
      <dgm:t>
        <a:bodyPr/>
        <a:lstStyle/>
        <a:p>
          <a:endParaRPr lang="es-MX"/>
        </a:p>
      </dgm:t>
    </dgm:pt>
    <dgm:pt modelId="{F8831734-8311-4DD3-AEE9-D8CB1F8F3FED}">
      <dgm:prSet phldrT="[Text]"/>
      <dgm:spPr/>
      <dgm:t>
        <a:bodyPr/>
        <a:lstStyle/>
        <a:p>
          <a:r>
            <a:rPr lang="es-MX" dirty="0"/>
            <a:t>Terrenos </a:t>
          </a:r>
        </a:p>
      </dgm:t>
    </dgm:pt>
    <dgm:pt modelId="{953ADD4D-9E4D-45B3-B585-6B2573F65943}" type="parTrans" cxnId="{91FB9868-A0C0-4149-AFE4-EA556328933D}">
      <dgm:prSet/>
      <dgm:spPr/>
      <dgm:t>
        <a:bodyPr/>
        <a:lstStyle/>
        <a:p>
          <a:endParaRPr lang="es-MX"/>
        </a:p>
      </dgm:t>
    </dgm:pt>
    <dgm:pt modelId="{283B8C0E-264C-4EEB-9BF1-07A4A21F99CB}" type="sibTrans" cxnId="{91FB9868-A0C0-4149-AFE4-EA556328933D}">
      <dgm:prSet/>
      <dgm:spPr/>
      <dgm:t>
        <a:bodyPr/>
        <a:lstStyle/>
        <a:p>
          <a:endParaRPr lang="es-MX"/>
        </a:p>
      </dgm:t>
    </dgm:pt>
    <dgm:pt modelId="{0B378B69-B010-431E-A645-7EFB092020A3}">
      <dgm:prSet phldrT="[Text]"/>
      <dgm:spPr/>
      <dgm:t>
        <a:bodyPr/>
        <a:lstStyle/>
        <a:p>
          <a:r>
            <a:rPr lang="es-MX" dirty="0"/>
            <a:t>Títulos Valor que representen bienes, excepto mercancías</a:t>
          </a:r>
        </a:p>
      </dgm:t>
    </dgm:pt>
    <dgm:pt modelId="{CCF2695D-3878-4A80-937D-DFF0740C05AB}" type="parTrans" cxnId="{DD5E5491-985F-48AD-ACA6-8AF54D387B92}">
      <dgm:prSet/>
      <dgm:spPr/>
      <dgm:t>
        <a:bodyPr/>
        <a:lstStyle/>
        <a:p>
          <a:endParaRPr lang="es-MX"/>
        </a:p>
      </dgm:t>
    </dgm:pt>
    <dgm:pt modelId="{DF788DC2-62E3-4245-A2FA-62C0B51B5562}" type="sibTrans" cxnId="{DD5E5491-985F-48AD-ACA6-8AF54D387B92}">
      <dgm:prSet/>
      <dgm:spPr/>
      <dgm:t>
        <a:bodyPr/>
        <a:lstStyle/>
        <a:p>
          <a:endParaRPr lang="es-MX"/>
        </a:p>
      </dgm:t>
    </dgm:pt>
    <dgm:pt modelId="{4D777EA7-8912-4851-81D4-6F6D00E48929}">
      <dgm:prSet/>
      <dgm:spPr/>
      <dgm:t>
        <a:bodyPr/>
        <a:lstStyle/>
        <a:p>
          <a:r>
            <a:rPr lang="es-MX" dirty="0"/>
            <a:t>Títulos Valor cuyos rendimientos NO son intereses</a:t>
          </a:r>
        </a:p>
      </dgm:t>
    </dgm:pt>
    <dgm:pt modelId="{04DF75E4-1A9D-412B-9766-FCD831DF1808}" type="parTrans" cxnId="{0401F1A2-6F67-4F22-9C05-3F5F8041759E}">
      <dgm:prSet/>
      <dgm:spPr/>
      <dgm:t>
        <a:bodyPr/>
        <a:lstStyle/>
        <a:p>
          <a:endParaRPr lang="es-MX"/>
        </a:p>
      </dgm:t>
    </dgm:pt>
    <dgm:pt modelId="{C8E5475D-096A-4328-A1C9-522852843C04}" type="sibTrans" cxnId="{0401F1A2-6F67-4F22-9C05-3F5F8041759E}">
      <dgm:prSet/>
      <dgm:spPr/>
      <dgm:t>
        <a:bodyPr/>
        <a:lstStyle/>
        <a:p>
          <a:endParaRPr lang="es-MX"/>
        </a:p>
      </dgm:t>
    </dgm:pt>
    <dgm:pt modelId="{0BF4A5D1-DE54-48EF-B615-38709FA76439}">
      <dgm:prSet/>
      <dgm:spPr/>
      <dgm:t>
        <a:bodyPr/>
        <a:lstStyle/>
        <a:p>
          <a:r>
            <a:rPr lang="es-MX" dirty="0"/>
            <a:t>Monedas de Oro y Plata y Onzas Troy</a:t>
          </a:r>
        </a:p>
      </dgm:t>
    </dgm:pt>
    <dgm:pt modelId="{8F7BDF16-F34B-449B-88A1-009CDC1AADC9}" type="parTrans" cxnId="{A07EB2C8-4496-452E-894C-5B3BB76F480D}">
      <dgm:prSet/>
      <dgm:spPr/>
      <dgm:t>
        <a:bodyPr/>
        <a:lstStyle/>
        <a:p>
          <a:endParaRPr lang="es-MX"/>
        </a:p>
      </dgm:t>
    </dgm:pt>
    <dgm:pt modelId="{204974B2-53AD-45AD-87F0-348F7E5110AE}" type="sibTrans" cxnId="{A07EB2C8-4496-452E-894C-5B3BB76F480D}">
      <dgm:prSet/>
      <dgm:spPr/>
      <dgm:t>
        <a:bodyPr/>
        <a:lstStyle/>
        <a:p>
          <a:endParaRPr lang="es-MX"/>
        </a:p>
      </dgm:t>
    </dgm:pt>
    <dgm:pt modelId="{79B5B1C5-C2E6-4E3B-8A50-7E04D23F6BB0}">
      <dgm:prSet/>
      <dgm:spPr/>
      <dgm:t>
        <a:bodyPr/>
        <a:lstStyle/>
        <a:p>
          <a:r>
            <a:rPr lang="es-MX" dirty="0"/>
            <a:t>Terrenos y Otros Bienes</a:t>
          </a:r>
        </a:p>
      </dgm:t>
    </dgm:pt>
    <dgm:pt modelId="{CE55EFE3-4047-4C29-9E57-177856099744}" type="parTrans" cxnId="{A1DF2EE4-EBA1-4019-81AC-41D7ACA1E358}">
      <dgm:prSet/>
      <dgm:spPr/>
      <dgm:t>
        <a:bodyPr/>
        <a:lstStyle/>
        <a:p>
          <a:endParaRPr lang="es-MX"/>
        </a:p>
      </dgm:t>
    </dgm:pt>
    <dgm:pt modelId="{45A2D845-16AD-4197-B145-35702ACB9EBD}" type="sibTrans" cxnId="{A1DF2EE4-EBA1-4019-81AC-41D7ACA1E358}">
      <dgm:prSet/>
      <dgm:spPr/>
      <dgm:t>
        <a:bodyPr/>
        <a:lstStyle/>
        <a:p>
          <a:endParaRPr lang="es-MX"/>
        </a:p>
      </dgm:t>
    </dgm:pt>
    <dgm:pt modelId="{E692BC19-F14F-4776-976E-5C390B8FF064}">
      <dgm:prSet/>
      <dgm:spPr>
        <a:solidFill>
          <a:srgbClr val="FFC000"/>
        </a:solidFill>
      </dgm:spPr>
      <dgm:t>
        <a:bodyPr/>
        <a:lstStyle/>
        <a:p>
          <a:r>
            <a:rPr lang="es-MX" dirty="0"/>
            <a:t>Ganancia Acumulable</a:t>
          </a:r>
        </a:p>
        <a:p>
          <a:r>
            <a:rPr lang="es-MX" dirty="0"/>
            <a:t>(Pérdida Deducible)</a:t>
          </a:r>
        </a:p>
      </dgm:t>
    </dgm:pt>
    <dgm:pt modelId="{6734D63E-47F6-4712-B1D4-BC011BB8169A}" type="parTrans" cxnId="{7348B01E-921C-4620-892F-B42BE54A5E6E}">
      <dgm:prSet/>
      <dgm:spPr/>
      <dgm:t>
        <a:bodyPr/>
        <a:lstStyle/>
        <a:p>
          <a:endParaRPr lang="es-MX"/>
        </a:p>
      </dgm:t>
    </dgm:pt>
    <dgm:pt modelId="{128C4A67-6FB2-4066-855E-3094F2001779}" type="sibTrans" cxnId="{7348B01E-921C-4620-892F-B42BE54A5E6E}">
      <dgm:prSet/>
      <dgm:spPr/>
      <dgm:t>
        <a:bodyPr/>
        <a:lstStyle/>
        <a:p>
          <a:endParaRPr lang="es-MX"/>
        </a:p>
      </dgm:t>
    </dgm:pt>
    <dgm:pt modelId="{ECF30D23-7DFB-4C8F-BB46-6B0220963B44}">
      <dgm:prSet/>
      <dgm:spPr>
        <a:solidFill>
          <a:srgbClr val="92D050"/>
        </a:solidFill>
      </dgm:spPr>
      <dgm:t>
        <a:bodyPr/>
        <a:lstStyle/>
        <a:p>
          <a:r>
            <a:rPr lang="es-MX" dirty="0"/>
            <a:t>Ingreso Obtenido</a:t>
          </a:r>
        </a:p>
      </dgm:t>
    </dgm:pt>
    <dgm:pt modelId="{EA36C1FA-1E72-4F2B-8333-293943692A1D}" type="parTrans" cxnId="{B8086F29-09B5-426E-8620-9A4E96102A79}">
      <dgm:prSet/>
      <dgm:spPr/>
      <dgm:t>
        <a:bodyPr/>
        <a:lstStyle/>
        <a:p>
          <a:endParaRPr lang="es-MX"/>
        </a:p>
      </dgm:t>
    </dgm:pt>
    <dgm:pt modelId="{609F6212-CF2B-4039-8B60-959E3F52CA1F}" type="sibTrans" cxnId="{B8086F29-09B5-426E-8620-9A4E96102A79}">
      <dgm:prSet/>
      <dgm:spPr/>
      <dgm:t>
        <a:bodyPr/>
        <a:lstStyle/>
        <a:p>
          <a:endParaRPr lang="es-MX"/>
        </a:p>
      </dgm:t>
    </dgm:pt>
    <dgm:pt modelId="{28120C3B-03F1-45A3-A2B2-1386C97C2CFE}">
      <dgm:prSet/>
      <dgm:spPr>
        <a:solidFill>
          <a:srgbClr val="FF0000"/>
        </a:solidFill>
      </dgm:spPr>
      <dgm:t>
        <a:bodyPr/>
        <a:lstStyle/>
        <a:p>
          <a:r>
            <a:rPr lang="es-MX" dirty="0"/>
            <a:t>Monto Original de la Inversión</a:t>
          </a:r>
        </a:p>
      </dgm:t>
    </dgm:pt>
    <dgm:pt modelId="{CE9638F2-9B7B-41EA-B4FB-D3BD0AB01A47}" type="parTrans" cxnId="{D51476EC-B7A7-4962-B670-34552D9A1218}">
      <dgm:prSet/>
      <dgm:spPr/>
      <dgm:t>
        <a:bodyPr/>
        <a:lstStyle/>
        <a:p>
          <a:endParaRPr lang="es-MX"/>
        </a:p>
      </dgm:t>
    </dgm:pt>
    <dgm:pt modelId="{9FDBE844-5907-4D0A-B2C6-F12FEA682DB6}" type="sibTrans" cxnId="{D51476EC-B7A7-4962-B670-34552D9A1218}">
      <dgm:prSet/>
      <dgm:spPr/>
      <dgm:t>
        <a:bodyPr/>
        <a:lstStyle/>
        <a:p>
          <a:endParaRPr lang="es-MX"/>
        </a:p>
      </dgm:t>
    </dgm:pt>
    <dgm:pt modelId="{F68156BE-9303-4A5A-AE96-CCA09DF4804A}">
      <dgm:prSet/>
      <dgm:spPr>
        <a:solidFill>
          <a:srgbClr val="00B0F0"/>
        </a:solidFill>
      </dgm:spPr>
      <dgm:t>
        <a:bodyPr/>
        <a:lstStyle/>
        <a:p>
          <a:r>
            <a:rPr lang="es-MX" dirty="0"/>
            <a:t>Ajustado hasta el mes Inmediato Anterior </a:t>
          </a:r>
        </a:p>
      </dgm:t>
    </dgm:pt>
    <dgm:pt modelId="{ADA44D8A-2FC8-4166-9B9A-1A9C5FE92C05}" type="parTrans" cxnId="{8D266772-E0D4-4C6F-9835-EDB1E5114C19}">
      <dgm:prSet/>
      <dgm:spPr/>
      <dgm:t>
        <a:bodyPr/>
        <a:lstStyle/>
        <a:p>
          <a:endParaRPr lang="es-MX"/>
        </a:p>
      </dgm:t>
    </dgm:pt>
    <dgm:pt modelId="{32F4AB5E-FACE-4FB2-BDE6-E022933AD91D}" type="sibTrans" cxnId="{8D266772-E0D4-4C6F-9835-EDB1E5114C19}">
      <dgm:prSet/>
      <dgm:spPr/>
      <dgm:t>
        <a:bodyPr/>
        <a:lstStyle/>
        <a:p>
          <a:endParaRPr lang="es-MX"/>
        </a:p>
      </dgm:t>
    </dgm:pt>
    <dgm:pt modelId="{CA0080D0-336E-4507-AA8C-FD6D898E7EDF}" type="pres">
      <dgm:prSet presAssocID="{8E71B456-086E-4667-BEDF-C32A890E7A74}" presName="Name0" presStyleCnt="0">
        <dgm:presLayoutVars>
          <dgm:chPref val="1"/>
          <dgm:dir/>
          <dgm:animOne val="branch"/>
          <dgm:animLvl val="lvl"/>
          <dgm:resizeHandles/>
        </dgm:presLayoutVars>
      </dgm:prSet>
      <dgm:spPr/>
    </dgm:pt>
    <dgm:pt modelId="{9BF9E883-6738-410B-BFB7-24462310ED15}" type="pres">
      <dgm:prSet presAssocID="{79B5B1C5-C2E6-4E3B-8A50-7E04D23F6BB0}" presName="vertOne" presStyleCnt="0"/>
      <dgm:spPr/>
    </dgm:pt>
    <dgm:pt modelId="{760459DD-8550-48AD-A338-62BEA4E59E6B}" type="pres">
      <dgm:prSet presAssocID="{79B5B1C5-C2E6-4E3B-8A50-7E04D23F6BB0}" presName="txOne" presStyleLbl="node0" presStyleIdx="0" presStyleCnt="1">
        <dgm:presLayoutVars>
          <dgm:chPref val="3"/>
        </dgm:presLayoutVars>
      </dgm:prSet>
      <dgm:spPr/>
    </dgm:pt>
    <dgm:pt modelId="{F7FB678C-34B8-43B6-94F1-B8372BB24C83}" type="pres">
      <dgm:prSet presAssocID="{79B5B1C5-C2E6-4E3B-8A50-7E04D23F6BB0}" presName="parTransOne" presStyleCnt="0"/>
      <dgm:spPr/>
    </dgm:pt>
    <dgm:pt modelId="{95E4D500-067E-485A-A7C3-71B96DFD832F}" type="pres">
      <dgm:prSet presAssocID="{79B5B1C5-C2E6-4E3B-8A50-7E04D23F6BB0}" presName="horzOne" presStyleCnt="0"/>
      <dgm:spPr/>
    </dgm:pt>
    <dgm:pt modelId="{B68A8C79-D66D-4D13-8A94-69D2AC9F0B41}" type="pres">
      <dgm:prSet presAssocID="{6EC738E7-8446-4574-9C46-6F08721C90FD}" presName="vertTwo" presStyleCnt="0"/>
      <dgm:spPr/>
    </dgm:pt>
    <dgm:pt modelId="{8B1EAFCC-9520-4EB9-84F0-EC194F6C48CD}" type="pres">
      <dgm:prSet presAssocID="{6EC738E7-8446-4574-9C46-6F08721C90FD}" presName="txTwo" presStyleLbl="node2" presStyleIdx="0" presStyleCnt="2">
        <dgm:presLayoutVars>
          <dgm:chPref val="3"/>
        </dgm:presLayoutVars>
      </dgm:prSet>
      <dgm:spPr/>
    </dgm:pt>
    <dgm:pt modelId="{6C60C6A2-18A3-4E35-A2E9-FE41107C933C}" type="pres">
      <dgm:prSet presAssocID="{6EC738E7-8446-4574-9C46-6F08721C90FD}" presName="parTransTwo" presStyleCnt="0"/>
      <dgm:spPr/>
    </dgm:pt>
    <dgm:pt modelId="{6C76BCD2-F9C9-47E9-A039-B49EC8C6B827}" type="pres">
      <dgm:prSet presAssocID="{6EC738E7-8446-4574-9C46-6F08721C90FD}" presName="horzTwo" presStyleCnt="0"/>
      <dgm:spPr/>
    </dgm:pt>
    <dgm:pt modelId="{7112FE62-7452-48D6-BA66-A47E16F1ADEB}" type="pres">
      <dgm:prSet presAssocID="{F8831734-8311-4DD3-AEE9-D8CB1F8F3FED}" presName="vertThree" presStyleCnt="0"/>
      <dgm:spPr/>
    </dgm:pt>
    <dgm:pt modelId="{557DA68F-4BB3-4153-B412-BBB1A552593C}" type="pres">
      <dgm:prSet presAssocID="{F8831734-8311-4DD3-AEE9-D8CB1F8F3FED}" presName="txThree" presStyleLbl="node3" presStyleIdx="0" presStyleCnt="6">
        <dgm:presLayoutVars>
          <dgm:chPref val="3"/>
        </dgm:presLayoutVars>
      </dgm:prSet>
      <dgm:spPr/>
    </dgm:pt>
    <dgm:pt modelId="{C8C83F1B-1B04-467A-838F-ED451E71A85F}" type="pres">
      <dgm:prSet presAssocID="{F8831734-8311-4DD3-AEE9-D8CB1F8F3FED}" presName="horzThree" presStyleCnt="0"/>
      <dgm:spPr/>
    </dgm:pt>
    <dgm:pt modelId="{ADD7F866-3CB5-478A-8493-DEFB04A2E779}" type="pres">
      <dgm:prSet presAssocID="{283B8C0E-264C-4EEB-9BF1-07A4A21F99CB}" presName="sibSpaceThree" presStyleCnt="0"/>
      <dgm:spPr/>
    </dgm:pt>
    <dgm:pt modelId="{B2530357-4C32-4531-8334-9A8974ED2D74}" type="pres">
      <dgm:prSet presAssocID="{0B378B69-B010-431E-A645-7EFB092020A3}" presName="vertThree" presStyleCnt="0"/>
      <dgm:spPr/>
    </dgm:pt>
    <dgm:pt modelId="{4557E1E8-6E9F-4244-9FA3-772FC272CE79}" type="pres">
      <dgm:prSet presAssocID="{0B378B69-B010-431E-A645-7EFB092020A3}" presName="txThree" presStyleLbl="node3" presStyleIdx="1" presStyleCnt="6">
        <dgm:presLayoutVars>
          <dgm:chPref val="3"/>
        </dgm:presLayoutVars>
      </dgm:prSet>
      <dgm:spPr/>
    </dgm:pt>
    <dgm:pt modelId="{2DCEB92C-1CBA-4E51-B26F-DD10BC0E2BAA}" type="pres">
      <dgm:prSet presAssocID="{0B378B69-B010-431E-A645-7EFB092020A3}" presName="horzThree" presStyleCnt="0"/>
      <dgm:spPr/>
    </dgm:pt>
    <dgm:pt modelId="{A307B239-1051-4075-A10E-2916E7776F3D}" type="pres">
      <dgm:prSet presAssocID="{DF788DC2-62E3-4245-A2FA-62C0B51B5562}" presName="sibSpaceThree" presStyleCnt="0"/>
      <dgm:spPr/>
    </dgm:pt>
    <dgm:pt modelId="{B534A6C9-E274-48E5-BBE4-5C9D3D2729ED}" type="pres">
      <dgm:prSet presAssocID="{4D777EA7-8912-4851-81D4-6F6D00E48929}" presName="vertThree" presStyleCnt="0"/>
      <dgm:spPr/>
    </dgm:pt>
    <dgm:pt modelId="{C3E2DCA3-7317-40DC-85E8-B333CA413645}" type="pres">
      <dgm:prSet presAssocID="{4D777EA7-8912-4851-81D4-6F6D00E48929}" presName="txThree" presStyleLbl="node3" presStyleIdx="2" presStyleCnt="6">
        <dgm:presLayoutVars>
          <dgm:chPref val="3"/>
        </dgm:presLayoutVars>
      </dgm:prSet>
      <dgm:spPr/>
    </dgm:pt>
    <dgm:pt modelId="{C2264223-5D55-441C-A320-AB526BCFCBC2}" type="pres">
      <dgm:prSet presAssocID="{4D777EA7-8912-4851-81D4-6F6D00E48929}" presName="horzThree" presStyleCnt="0"/>
      <dgm:spPr/>
    </dgm:pt>
    <dgm:pt modelId="{F8870071-A677-4C8F-A76D-66BD0B3960E7}" type="pres">
      <dgm:prSet presAssocID="{C8E5475D-096A-4328-A1C9-522852843C04}" presName="sibSpaceThree" presStyleCnt="0"/>
      <dgm:spPr/>
    </dgm:pt>
    <dgm:pt modelId="{C2B64670-35CF-4E73-AF1A-E6B601816FEE}" type="pres">
      <dgm:prSet presAssocID="{0BF4A5D1-DE54-48EF-B615-38709FA76439}" presName="vertThree" presStyleCnt="0"/>
      <dgm:spPr/>
    </dgm:pt>
    <dgm:pt modelId="{C11BAF9A-55DA-4314-99B6-1E4101B14CAA}" type="pres">
      <dgm:prSet presAssocID="{0BF4A5D1-DE54-48EF-B615-38709FA76439}" presName="txThree" presStyleLbl="node3" presStyleIdx="3" presStyleCnt="6">
        <dgm:presLayoutVars>
          <dgm:chPref val="3"/>
        </dgm:presLayoutVars>
      </dgm:prSet>
      <dgm:spPr/>
    </dgm:pt>
    <dgm:pt modelId="{1E26B71C-3E59-4A1F-A43F-F0001F32D3A0}" type="pres">
      <dgm:prSet presAssocID="{0BF4A5D1-DE54-48EF-B615-38709FA76439}" presName="horzThree" presStyleCnt="0"/>
      <dgm:spPr/>
    </dgm:pt>
    <dgm:pt modelId="{0B58D100-964F-4FBF-9E8C-D98F4B4FC34D}" type="pres">
      <dgm:prSet presAssocID="{1CC28F7D-7235-475A-80F7-7539BD79B761}" presName="sibSpaceTwo" presStyleCnt="0"/>
      <dgm:spPr/>
    </dgm:pt>
    <dgm:pt modelId="{B540F27F-A6CF-48F6-AF24-CCF780D6AEC4}" type="pres">
      <dgm:prSet presAssocID="{E692BC19-F14F-4776-976E-5C390B8FF064}" presName="vertTwo" presStyleCnt="0"/>
      <dgm:spPr/>
    </dgm:pt>
    <dgm:pt modelId="{1C906859-378C-4E2A-8FD7-9531200AEAFB}" type="pres">
      <dgm:prSet presAssocID="{E692BC19-F14F-4776-976E-5C390B8FF064}" presName="txTwo" presStyleLbl="node2" presStyleIdx="1" presStyleCnt="2">
        <dgm:presLayoutVars>
          <dgm:chPref val="3"/>
        </dgm:presLayoutVars>
      </dgm:prSet>
      <dgm:spPr/>
    </dgm:pt>
    <dgm:pt modelId="{6AF9AA65-B2A5-4FC9-B028-1EE99551E30E}" type="pres">
      <dgm:prSet presAssocID="{E692BC19-F14F-4776-976E-5C390B8FF064}" presName="parTransTwo" presStyleCnt="0"/>
      <dgm:spPr/>
    </dgm:pt>
    <dgm:pt modelId="{8AA9C32D-40AF-4115-BA2D-A65870BC5075}" type="pres">
      <dgm:prSet presAssocID="{E692BC19-F14F-4776-976E-5C390B8FF064}" presName="horzTwo" presStyleCnt="0"/>
      <dgm:spPr/>
    </dgm:pt>
    <dgm:pt modelId="{97214168-C555-4DA4-8062-B133151BCBB0}" type="pres">
      <dgm:prSet presAssocID="{ECF30D23-7DFB-4C8F-BB46-6B0220963B44}" presName="vertThree" presStyleCnt="0"/>
      <dgm:spPr/>
    </dgm:pt>
    <dgm:pt modelId="{E5716D77-375F-46A6-889A-8355D80DCB0C}" type="pres">
      <dgm:prSet presAssocID="{ECF30D23-7DFB-4C8F-BB46-6B0220963B44}" presName="txThree" presStyleLbl="node3" presStyleIdx="4" presStyleCnt="6">
        <dgm:presLayoutVars>
          <dgm:chPref val="3"/>
        </dgm:presLayoutVars>
      </dgm:prSet>
      <dgm:spPr/>
    </dgm:pt>
    <dgm:pt modelId="{6C3D053F-ACD3-4B0B-ABCE-DCBFAACEF53D}" type="pres">
      <dgm:prSet presAssocID="{ECF30D23-7DFB-4C8F-BB46-6B0220963B44}" presName="horzThree" presStyleCnt="0"/>
      <dgm:spPr/>
    </dgm:pt>
    <dgm:pt modelId="{DA31C8B8-F3B0-4E3C-B699-140D20C7E35E}" type="pres">
      <dgm:prSet presAssocID="{609F6212-CF2B-4039-8B60-959E3F52CA1F}" presName="sibSpaceThree" presStyleCnt="0"/>
      <dgm:spPr/>
    </dgm:pt>
    <dgm:pt modelId="{07100444-C461-403D-AE9C-3EE4ECB65F48}" type="pres">
      <dgm:prSet presAssocID="{28120C3B-03F1-45A3-A2B2-1386C97C2CFE}" presName="vertThree" presStyleCnt="0"/>
      <dgm:spPr/>
    </dgm:pt>
    <dgm:pt modelId="{148FCC4D-AA8C-4729-A86B-7F0A67B0DA12}" type="pres">
      <dgm:prSet presAssocID="{28120C3B-03F1-45A3-A2B2-1386C97C2CFE}" presName="txThree" presStyleLbl="node3" presStyleIdx="5" presStyleCnt="6">
        <dgm:presLayoutVars>
          <dgm:chPref val="3"/>
        </dgm:presLayoutVars>
      </dgm:prSet>
      <dgm:spPr/>
    </dgm:pt>
    <dgm:pt modelId="{54B3BCE8-15AC-4D6A-87B7-611239DDDC1E}" type="pres">
      <dgm:prSet presAssocID="{28120C3B-03F1-45A3-A2B2-1386C97C2CFE}" presName="parTransThree" presStyleCnt="0"/>
      <dgm:spPr/>
    </dgm:pt>
    <dgm:pt modelId="{0F1B4FBC-C166-4527-8D8D-609C546F7B16}" type="pres">
      <dgm:prSet presAssocID="{28120C3B-03F1-45A3-A2B2-1386C97C2CFE}" presName="horzThree" presStyleCnt="0"/>
      <dgm:spPr/>
    </dgm:pt>
    <dgm:pt modelId="{8BC21258-5957-43EB-A2BE-6C3DC3DF0CA9}" type="pres">
      <dgm:prSet presAssocID="{F68156BE-9303-4A5A-AE96-CCA09DF4804A}" presName="vertFour" presStyleCnt="0">
        <dgm:presLayoutVars>
          <dgm:chPref val="3"/>
        </dgm:presLayoutVars>
      </dgm:prSet>
      <dgm:spPr/>
    </dgm:pt>
    <dgm:pt modelId="{E12B11D3-9B64-4826-A2F0-F561A5CE83DD}" type="pres">
      <dgm:prSet presAssocID="{F68156BE-9303-4A5A-AE96-CCA09DF4804A}" presName="txFour" presStyleLbl="node4" presStyleIdx="0" presStyleCnt="1">
        <dgm:presLayoutVars>
          <dgm:chPref val="3"/>
        </dgm:presLayoutVars>
      </dgm:prSet>
      <dgm:spPr/>
    </dgm:pt>
    <dgm:pt modelId="{4EBC625C-144B-4474-A6DE-BA62217AA713}" type="pres">
      <dgm:prSet presAssocID="{F68156BE-9303-4A5A-AE96-CCA09DF4804A}" presName="horzFour" presStyleCnt="0"/>
      <dgm:spPr/>
    </dgm:pt>
  </dgm:ptLst>
  <dgm:cxnLst>
    <dgm:cxn modelId="{D1354405-39F3-4043-9F23-541C94905489}" type="presOf" srcId="{F68156BE-9303-4A5A-AE96-CCA09DF4804A}" destId="{E12B11D3-9B64-4826-A2F0-F561A5CE83DD}" srcOrd="0" destOrd="0" presId="urn:microsoft.com/office/officeart/2005/8/layout/hierarchy4"/>
    <dgm:cxn modelId="{CD25F715-B3CA-2C4F-ACB2-DFEEF4CE5191}" type="presOf" srcId="{79B5B1C5-C2E6-4E3B-8A50-7E04D23F6BB0}" destId="{760459DD-8550-48AD-A338-62BEA4E59E6B}" srcOrd="0" destOrd="0" presId="urn:microsoft.com/office/officeart/2005/8/layout/hierarchy4"/>
    <dgm:cxn modelId="{BF8C2619-0D5E-1642-9C4F-CB171903467E}" type="presOf" srcId="{6EC738E7-8446-4574-9C46-6F08721C90FD}" destId="{8B1EAFCC-9520-4EB9-84F0-EC194F6C48CD}" srcOrd="0" destOrd="0" presId="urn:microsoft.com/office/officeart/2005/8/layout/hierarchy4"/>
    <dgm:cxn modelId="{7348B01E-921C-4620-892F-B42BE54A5E6E}" srcId="{79B5B1C5-C2E6-4E3B-8A50-7E04D23F6BB0}" destId="{E692BC19-F14F-4776-976E-5C390B8FF064}" srcOrd="1" destOrd="0" parTransId="{6734D63E-47F6-4712-B1D4-BC011BB8169A}" sibTransId="{128C4A67-6FB2-4066-855E-3094F2001779}"/>
    <dgm:cxn modelId="{74FB0623-68CC-084D-A326-DF76A9B6BF16}" type="presOf" srcId="{F8831734-8311-4DD3-AEE9-D8CB1F8F3FED}" destId="{557DA68F-4BB3-4153-B412-BBB1A552593C}" srcOrd="0" destOrd="0" presId="urn:microsoft.com/office/officeart/2005/8/layout/hierarchy4"/>
    <dgm:cxn modelId="{B1482229-35E7-2943-B973-4DEC7BBE3342}" type="presOf" srcId="{ECF30D23-7DFB-4C8F-BB46-6B0220963B44}" destId="{E5716D77-375F-46A6-889A-8355D80DCB0C}" srcOrd="0" destOrd="0" presId="urn:microsoft.com/office/officeart/2005/8/layout/hierarchy4"/>
    <dgm:cxn modelId="{B8086F29-09B5-426E-8620-9A4E96102A79}" srcId="{E692BC19-F14F-4776-976E-5C390B8FF064}" destId="{ECF30D23-7DFB-4C8F-BB46-6B0220963B44}" srcOrd="0" destOrd="0" parTransId="{EA36C1FA-1E72-4F2B-8333-293943692A1D}" sibTransId="{609F6212-CF2B-4039-8B60-959E3F52CA1F}"/>
    <dgm:cxn modelId="{82070D3A-FD9F-E848-B30F-2D80D7D87830}" type="presOf" srcId="{0BF4A5D1-DE54-48EF-B615-38709FA76439}" destId="{C11BAF9A-55DA-4314-99B6-1E4101B14CAA}" srcOrd="0" destOrd="0" presId="urn:microsoft.com/office/officeart/2005/8/layout/hierarchy4"/>
    <dgm:cxn modelId="{41E24A61-E6D2-0044-83C0-3DCA1E571100}" type="presOf" srcId="{8E71B456-086E-4667-BEDF-C32A890E7A74}" destId="{CA0080D0-336E-4507-AA8C-FD6D898E7EDF}" srcOrd="0" destOrd="0" presId="urn:microsoft.com/office/officeart/2005/8/layout/hierarchy4"/>
    <dgm:cxn modelId="{91FB9868-A0C0-4149-AFE4-EA556328933D}" srcId="{6EC738E7-8446-4574-9C46-6F08721C90FD}" destId="{F8831734-8311-4DD3-AEE9-D8CB1F8F3FED}" srcOrd="0" destOrd="0" parTransId="{953ADD4D-9E4D-45B3-B585-6B2573F65943}" sibTransId="{283B8C0E-264C-4EEB-9BF1-07A4A21F99CB}"/>
    <dgm:cxn modelId="{8D266772-E0D4-4C6F-9835-EDB1E5114C19}" srcId="{28120C3B-03F1-45A3-A2B2-1386C97C2CFE}" destId="{F68156BE-9303-4A5A-AE96-CCA09DF4804A}" srcOrd="0" destOrd="0" parTransId="{ADA44D8A-2FC8-4166-9B9A-1A9C5FE92C05}" sibTransId="{32F4AB5E-FACE-4FB2-BDE6-E022933AD91D}"/>
    <dgm:cxn modelId="{DD5E5491-985F-48AD-ACA6-8AF54D387B92}" srcId="{6EC738E7-8446-4574-9C46-6F08721C90FD}" destId="{0B378B69-B010-431E-A645-7EFB092020A3}" srcOrd="1" destOrd="0" parTransId="{CCF2695D-3878-4A80-937D-DFF0740C05AB}" sibTransId="{DF788DC2-62E3-4245-A2FA-62C0B51B5562}"/>
    <dgm:cxn modelId="{0920B29B-5DB1-F549-BF84-029650FD070C}" type="presOf" srcId="{E692BC19-F14F-4776-976E-5C390B8FF064}" destId="{1C906859-378C-4E2A-8FD7-9531200AEAFB}" srcOrd="0" destOrd="0" presId="urn:microsoft.com/office/officeart/2005/8/layout/hierarchy4"/>
    <dgm:cxn modelId="{1117969F-8605-8C4F-A738-D4852461DE72}" type="presOf" srcId="{28120C3B-03F1-45A3-A2B2-1386C97C2CFE}" destId="{148FCC4D-AA8C-4729-A86B-7F0A67B0DA12}" srcOrd="0" destOrd="0" presId="urn:microsoft.com/office/officeart/2005/8/layout/hierarchy4"/>
    <dgm:cxn modelId="{0401F1A2-6F67-4F22-9C05-3F5F8041759E}" srcId="{6EC738E7-8446-4574-9C46-6F08721C90FD}" destId="{4D777EA7-8912-4851-81D4-6F6D00E48929}" srcOrd="2" destOrd="0" parTransId="{04DF75E4-1A9D-412B-9766-FCD831DF1808}" sibTransId="{C8E5475D-096A-4328-A1C9-522852843C04}"/>
    <dgm:cxn modelId="{A07EB2C8-4496-452E-894C-5B3BB76F480D}" srcId="{6EC738E7-8446-4574-9C46-6F08721C90FD}" destId="{0BF4A5D1-DE54-48EF-B615-38709FA76439}" srcOrd="3" destOrd="0" parTransId="{8F7BDF16-F34B-449B-88A1-009CDC1AADC9}" sibTransId="{204974B2-53AD-45AD-87F0-348F7E5110AE}"/>
    <dgm:cxn modelId="{648D4BDB-855D-1F46-888E-5B55EDCB822B}" type="presOf" srcId="{0B378B69-B010-431E-A645-7EFB092020A3}" destId="{4557E1E8-6E9F-4244-9FA3-772FC272CE79}" srcOrd="0" destOrd="0" presId="urn:microsoft.com/office/officeart/2005/8/layout/hierarchy4"/>
    <dgm:cxn modelId="{A1DF2EE4-EBA1-4019-81AC-41D7ACA1E358}" srcId="{8E71B456-086E-4667-BEDF-C32A890E7A74}" destId="{79B5B1C5-C2E6-4E3B-8A50-7E04D23F6BB0}" srcOrd="0" destOrd="0" parTransId="{CE55EFE3-4047-4C29-9E57-177856099744}" sibTransId="{45A2D845-16AD-4197-B145-35702ACB9EBD}"/>
    <dgm:cxn modelId="{603554EB-E67D-0B43-BF69-0D39C7AF9EB7}" type="presOf" srcId="{4D777EA7-8912-4851-81D4-6F6D00E48929}" destId="{C3E2DCA3-7317-40DC-85E8-B333CA413645}" srcOrd="0" destOrd="0" presId="urn:microsoft.com/office/officeart/2005/8/layout/hierarchy4"/>
    <dgm:cxn modelId="{D51476EC-B7A7-4962-B670-34552D9A1218}" srcId="{E692BC19-F14F-4776-976E-5C390B8FF064}" destId="{28120C3B-03F1-45A3-A2B2-1386C97C2CFE}" srcOrd="1" destOrd="0" parTransId="{CE9638F2-9B7B-41EA-B4FB-D3BD0AB01A47}" sibTransId="{9FDBE844-5907-4D0A-B2C6-F12FEA682DB6}"/>
    <dgm:cxn modelId="{F0ADE1F0-D55B-47B1-8F71-582BF7CA23A9}" srcId="{79B5B1C5-C2E6-4E3B-8A50-7E04D23F6BB0}" destId="{6EC738E7-8446-4574-9C46-6F08721C90FD}" srcOrd="0" destOrd="0" parTransId="{714FE497-1AD2-4D6C-B0CE-56CC5D61898F}" sibTransId="{1CC28F7D-7235-475A-80F7-7539BD79B761}"/>
    <dgm:cxn modelId="{B41FAF60-A6F0-1541-84F2-5A63B4F9DC51}" type="presParOf" srcId="{CA0080D0-336E-4507-AA8C-FD6D898E7EDF}" destId="{9BF9E883-6738-410B-BFB7-24462310ED15}" srcOrd="0" destOrd="0" presId="urn:microsoft.com/office/officeart/2005/8/layout/hierarchy4"/>
    <dgm:cxn modelId="{33BF6A85-3165-BA46-BC30-60386FFEE7B5}" type="presParOf" srcId="{9BF9E883-6738-410B-BFB7-24462310ED15}" destId="{760459DD-8550-48AD-A338-62BEA4E59E6B}" srcOrd="0" destOrd="0" presId="urn:microsoft.com/office/officeart/2005/8/layout/hierarchy4"/>
    <dgm:cxn modelId="{F4B52A7A-5B5D-464F-812E-50621B9E2AF2}" type="presParOf" srcId="{9BF9E883-6738-410B-BFB7-24462310ED15}" destId="{F7FB678C-34B8-43B6-94F1-B8372BB24C83}" srcOrd="1" destOrd="0" presId="urn:microsoft.com/office/officeart/2005/8/layout/hierarchy4"/>
    <dgm:cxn modelId="{CD9B31EC-3269-004F-8A57-459F4D364A01}" type="presParOf" srcId="{9BF9E883-6738-410B-BFB7-24462310ED15}" destId="{95E4D500-067E-485A-A7C3-71B96DFD832F}" srcOrd="2" destOrd="0" presId="urn:microsoft.com/office/officeart/2005/8/layout/hierarchy4"/>
    <dgm:cxn modelId="{7A117DBE-19A7-054B-9516-D0F99B1CBFF1}" type="presParOf" srcId="{95E4D500-067E-485A-A7C3-71B96DFD832F}" destId="{B68A8C79-D66D-4D13-8A94-69D2AC9F0B41}" srcOrd="0" destOrd="0" presId="urn:microsoft.com/office/officeart/2005/8/layout/hierarchy4"/>
    <dgm:cxn modelId="{A1F61882-77B7-1541-9258-0BAE3740BF78}" type="presParOf" srcId="{B68A8C79-D66D-4D13-8A94-69D2AC9F0B41}" destId="{8B1EAFCC-9520-4EB9-84F0-EC194F6C48CD}" srcOrd="0" destOrd="0" presId="urn:microsoft.com/office/officeart/2005/8/layout/hierarchy4"/>
    <dgm:cxn modelId="{6B552E44-DBB0-844F-AA42-A3142227FA96}" type="presParOf" srcId="{B68A8C79-D66D-4D13-8A94-69D2AC9F0B41}" destId="{6C60C6A2-18A3-4E35-A2E9-FE41107C933C}" srcOrd="1" destOrd="0" presId="urn:microsoft.com/office/officeart/2005/8/layout/hierarchy4"/>
    <dgm:cxn modelId="{DF35061A-DB60-1949-94E7-A94D4BF25656}" type="presParOf" srcId="{B68A8C79-D66D-4D13-8A94-69D2AC9F0B41}" destId="{6C76BCD2-F9C9-47E9-A039-B49EC8C6B827}" srcOrd="2" destOrd="0" presId="urn:microsoft.com/office/officeart/2005/8/layout/hierarchy4"/>
    <dgm:cxn modelId="{7BE25F87-6984-264F-8D84-42993D07E444}" type="presParOf" srcId="{6C76BCD2-F9C9-47E9-A039-B49EC8C6B827}" destId="{7112FE62-7452-48D6-BA66-A47E16F1ADEB}" srcOrd="0" destOrd="0" presId="urn:microsoft.com/office/officeart/2005/8/layout/hierarchy4"/>
    <dgm:cxn modelId="{9255DF20-F6B2-F24B-98F6-9D6959FF5DD5}" type="presParOf" srcId="{7112FE62-7452-48D6-BA66-A47E16F1ADEB}" destId="{557DA68F-4BB3-4153-B412-BBB1A552593C}" srcOrd="0" destOrd="0" presId="urn:microsoft.com/office/officeart/2005/8/layout/hierarchy4"/>
    <dgm:cxn modelId="{2F2A2A1C-1D98-4642-9ED0-FE86AF9872A4}" type="presParOf" srcId="{7112FE62-7452-48D6-BA66-A47E16F1ADEB}" destId="{C8C83F1B-1B04-467A-838F-ED451E71A85F}" srcOrd="1" destOrd="0" presId="urn:microsoft.com/office/officeart/2005/8/layout/hierarchy4"/>
    <dgm:cxn modelId="{F9B5EB3E-D457-DB45-9946-135222631596}" type="presParOf" srcId="{6C76BCD2-F9C9-47E9-A039-B49EC8C6B827}" destId="{ADD7F866-3CB5-478A-8493-DEFB04A2E779}" srcOrd="1" destOrd="0" presId="urn:microsoft.com/office/officeart/2005/8/layout/hierarchy4"/>
    <dgm:cxn modelId="{D2BED4E8-8DE0-A143-B082-363191AED783}" type="presParOf" srcId="{6C76BCD2-F9C9-47E9-A039-B49EC8C6B827}" destId="{B2530357-4C32-4531-8334-9A8974ED2D74}" srcOrd="2" destOrd="0" presId="urn:microsoft.com/office/officeart/2005/8/layout/hierarchy4"/>
    <dgm:cxn modelId="{073305C2-60EA-D748-946B-50E1ED01EC44}" type="presParOf" srcId="{B2530357-4C32-4531-8334-9A8974ED2D74}" destId="{4557E1E8-6E9F-4244-9FA3-772FC272CE79}" srcOrd="0" destOrd="0" presId="urn:microsoft.com/office/officeart/2005/8/layout/hierarchy4"/>
    <dgm:cxn modelId="{3FE74F25-7D96-524A-8736-4EA2E9B10457}" type="presParOf" srcId="{B2530357-4C32-4531-8334-9A8974ED2D74}" destId="{2DCEB92C-1CBA-4E51-B26F-DD10BC0E2BAA}" srcOrd="1" destOrd="0" presId="urn:microsoft.com/office/officeart/2005/8/layout/hierarchy4"/>
    <dgm:cxn modelId="{E3A36BEA-AFD7-474D-9905-D8AB48E5DD18}" type="presParOf" srcId="{6C76BCD2-F9C9-47E9-A039-B49EC8C6B827}" destId="{A307B239-1051-4075-A10E-2916E7776F3D}" srcOrd="3" destOrd="0" presId="urn:microsoft.com/office/officeart/2005/8/layout/hierarchy4"/>
    <dgm:cxn modelId="{87D648EE-C089-0C4B-AE85-D96D9F129C7F}" type="presParOf" srcId="{6C76BCD2-F9C9-47E9-A039-B49EC8C6B827}" destId="{B534A6C9-E274-48E5-BBE4-5C9D3D2729ED}" srcOrd="4" destOrd="0" presId="urn:microsoft.com/office/officeart/2005/8/layout/hierarchy4"/>
    <dgm:cxn modelId="{459319D5-0835-1B4E-B00B-97AD74F7D77C}" type="presParOf" srcId="{B534A6C9-E274-48E5-BBE4-5C9D3D2729ED}" destId="{C3E2DCA3-7317-40DC-85E8-B333CA413645}" srcOrd="0" destOrd="0" presId="urn:microsoft.com/office/officeart/2005/8/layout/hierarchy4"/>
    <dgm:cxn modelId="{DD88D8DF-927A-D04C-97FE-BD7B7E0AE268}" type="presParOf" srcId="{B534A6C9-E274-48E5-BBE4-5C9D3D2729ED}" destId="{C2264223-5D55-441C-A320-AB526BCFCBC2}" srcOrd="1" destOrd="0" presId="urn:microsoft.com/office/officeart/2005/8/layout/hierarchy4"/>
    <dgm:cxn modelId="{7C8A19BB-CC50-E949-98A9-8902B6607919}" type="presParOf" srcId="{6C76BCD2-F9C9-47E9-A039-B49EC8C6B827}" destId="{F8870071-A677-4C8F-A76D-66BD0B3960E7}" srcOrd="5" destOrd="0" presId="urn:microsoft.com/office/officeart/2005/8/layout/hierarchy4"/>
    <dgm:cxn modelId="{961052DB-4E61-6D4E-B254-2FC30CE4C61C}" type="presParOf" srcId="{6C76BCD2-F9C9-47E9-A039-B49EC8C6B827}" destId="{C2B64670-35CF-4E73-AF1A-E6B601816FEE}" srcOrd="6" destOrd="0" presId="urn:microsoft.com/office/officeart/2005/8/layout/hierarchy4"/>
    <dgm:cxn modelId="{A3F2AECC-8E7E-EC43-831D-F6C0A94AA7FE}" type="presParOf" srcId="{C2B64670-35CF-4E73-AF1A-E6B601816FEE}" destId="{C11BAF9A-55DA-4314-99B6-1E4101B14CAA}" srcOrd="0" destOrd="0" presId="urn:microsoft.com/office/officeart/2005/8/layout/hierarchy4"/>
    <dgm:cxn modelId="{FB2FA623-C675-024E-BEFD-BA6DAFF31471}" type="presParOf" srcId="{C2B64670-35CF-4E73-AF1A-E6B601816FEE}" destId="{1E26B71C-3E59-4A1F-A43F-F0001F32D3A0}" srcOrd="1" destOrd="0" presId="urn:microsoft.com/office/officeart/2005/8/layout/hierarchy4"/>
    <dgm:cxn modelId="{FA5CD4B4-1B60-4E40-B173-138F27938EC6}" type="presParOf" srcId="{95E4D500-067E-485A-A7C3-71B96DFD832F}" destId="{0B58D100-964F-4FBF-9E8C-D98F4B4FC34D}" srcOrd="1" destOrd="0" presId="urn:microsoft.com/office/officeart/2005/8/layout/hierarchy4"/>
    <dgm:cxn modelId="{7E64D9EB-7A17-8A42-BAB7-4FA8923C5C3A}" type="presParOf" srcId="{95E4D500-067E-485A-A7C3-71B96DFD832F}" destId="{B540F27F-A6CF-48F6-AF24-CCF780D6AEC4}" srcOrd="2" destOrd="0" presId="urn:microsoft.com/office/officeart/2005/8/layout/hierarchy4"/>
    <dgm:cxn modelId="{046A316B-AEBD-3549-989E-B7EBFD07668D}" type="presParOf" srcId="{B540F27F-A6CF-48F6-AF24-CCF780D6AEC4}" destId="{1C906859-378C-4E2A-8FD7-9531200AEAFB}" srcOrd="0" destOrd="0" presId="urn:microsoft.com/office/officeart/2005/8/layout/hierarchy4"/>
    <dgm:cxn modelId="{8D8ED421-CE6E-DB43-90F6-2FF5C6BC5B83}" type="presParOf" srcId="{B540F27F-A6CF-48F6-AF24-CCF780D6AEC4}" destId="{6AF9AA65-B2A5-4FC9-B028-1EE99551E30E}" srcOrd="1" destOrd="0" presId="urn:microsoft.com/office/officeart/2005/8/layout/hierarchy4"/>
    <dgm:cxn modelId="{AF51FC93-5D66-2F4F-8437-056155CF30C5}" type="presParOf" srcId="{B540F27F-A6CF-48F6-AF24-CCF780D6AEC4}" destId="{8AA9C32D-40AF-4115-BA2D-A65870BC5075}" srcOrd="2" destOrd="0" presId="urn:microsoft.com/office/officeart/2005/8/layout/hierarchy4"/>
    <dgm:cxn modelId="{48F76AA7-E2FC-D14B-8B72-839E0760E492}" type="presParOf" srcId="{8AA9C32D-40AF-4115-BA2D-A65870BC5075}" destId="{97214168-C555-4DA4-8062-B133151BCBB0}" srcOrd="0" destOrd="0" presId="urn:microsoft.com/office/officeart/2005/8/layout/hierarchy4"/>
    <dgm:cxn modelId="{0DBDB3E7-E477-DA49-BC03-BC689DE04736}" type="presParOf" srcId="{97214168-C555-4DA4-8062-B133151BCBB0}" destId="{E5716D77-375F-46A6-889A-8355D80DCB0C}" srcOrd="0" destOrd="0" presId="urn:microsoft.com/office/officeart/2005/8/layout/hierarchy4"/>
    <dgm:cxn modelId="{59B0CB24-F54E-594F-977E-ECCFE9780823}" type="presParOf" srcId="{97214168-C555-4DA4-8062-B133151BCBB0}" destId="{6C3D053F-ACD3-4B0B-ABCE-DCBFAACEF53D}" srcOrd="1" destOrd="0" presId="urn:microsoft.com/office/officeart/2005/8/layout/hierarchy4"/>
    <dgm:cxn modelId="{18CCC976-67E3-F04D-B51E-C6D66595526B}" type="presParOf" srcId="{8AA9C32D-40AF-4115-BA2D-A65870BC5075}" destId="{DA31C8B8-F3B0-4E3C-B699-140D20C7E35E}" srcOrd="1" destOrd="0" presId="urn:microsoft.com/office/officeart/2005/8/layout/hierarchy4"/>
    <dgm:cxn modelId="{9C4A4908-EA57-A44A-AFD7-46254E377E19}" type="presParOf" srcId="{8AA9C32D-40AF-4115-BA2D-A65870BC5075}" destId="{07100444-C461-403D-AE9C-3EE4ECB65F48}" srcOrd="2" destOrd="0" presId="urn:microsoft.com/office/officeart/2005/8/layout/hierarchy4"/>
    <dgm:cxn modelId="{1A3403B4-442C-D642-8B0F-D003F49DA8D7}" type="presParOf" srcId="{07100444-C461-403D-AE9C-3EE4ECB65F48}" destId="{148FCC4D-AA8C-4729-A86B-7F0A67B0DA12}" srcOrd="0" destOrd="0" presId="urn:microsoft.com/office/officeart/2005/8/layout/hierarchy4"/>
    <dgm:cxn modelId="{EEB5225B-1CCC-714A-B88F-47BC788D28BA}" type="presParOf" srcId="{07100444-C461-403D-AE9C-3EE4ECB65F48}" destId="{54B3BCE8-15AC-4D6A-87B7-611239DDDC1E}" srcOrd="1" destOrd="0" presId="urn:microsoft.com/office/officeart/2005/8/layout/hierarchy4"/>
    <dgm:cxn modelId="{D2B1C70B-44AD-134B-84AB-AA128961D4A3}" type="presParOf" srcId="{07100444-C461-403D-AE9C-3EE4ECB65F48}" destId="{0F1B4FBC-C166-4527-8D8D-609C546F7B16}" srcOrd="2" destOrd="0" presId="urn:microsoft.com/office/officeart/2005/8/layout/hierarchy4"/>
    <dgm:cxn modelId="{CB0CD60E-8C3F-9641-8A3A-E71A75576DC2}" type="presParOf" srcId="{0F1B4FBC-C166-4527-8D8D-609C546F7B16}" destId="{8BC21258-5957-43EB-A2BE-6C3DC3DF0CA9}" srcOrd="0" destOrd="0" presId="urn:microsoft.com/office/officeart/2005/8/layout/hierarchy4"/>
    <dgm:cxn modelId="{A84846B0-01DA-AE41-9DAC-BD603FB0E4B9}" type="presParOf" srcId="{8BC21258-5957-43EB-A2BE-6C3DC3DF0CA9}" destId="{E12B11D3-9B64-4826-A2F0-F561A5CE83DD}" srcOrd="0" destOrd="0" presId="urn:microsoft.com/office/officeart/2005/8/layout/hierarchy4"/>
    <dgm:cxn modelId="{D2EA29DE-5944-DD40-8657-997665FA9CD2}" type="presParOf" srcId="{8BC21258-5957-43EB-A2BE-6C3DC3DF0CA9}" destId="{4EBC625C-144B-4474-A6DE-BA62217AA713}"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88544D-39E0-45C0-9DD7-F844F872D051}"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73512C43-5C98-47CE-A19B-4AF775B56E4F}">
      <dgm:prSet phldrT="[Text]"/>
      <dgm:spPr/>
      <dgm:t>
        <a:bodyPr/>
        <a:lstStyle/>
        <a:p>
          <a:r>
            <a:rPr lang="es-MX" dirty="0"/>
            <a:t>Intereses</a:t>
          </a:r>
        </a:p>
      </dgm:t>
    </dgm:pt>
    <dgm:pt modelId="{BB29B583-FE28-4C16-932B-B51663DA0E6D}" type="parTrans" cxnId="{39E04A3E-2D1E-4D1E-9434-6F7FE681679E}">
      <dgm:prSet/>
      <dgm:spPr/>
      <dgm:t>
        <a:bodyPr/>
        <a:lstStyle/>
        <a:p>
          <a:endParaRPr lang="es-MX"/>
        </a:p>
      </dgm:t>
    </dgm:pt>
    <dgm:pt modelId="{0CEB32AF-6472-4235-A307-0FD123004A70}" type="sibTrans" cxnId="{39E04A3E-2D1E-4D1E-9434-6F7FE681679E}">
      <dgm:prSet/>
      <dgm:spPr/>
      <dgm:t>
        <a:bodyPr/>
        <a:lstStyle/>
        <a:p>
          <a:endParaRPr lang="es-MX"/>
        </a:p>
      </dgm:t>
    </dgm:pt>
    <dgm:pt modelId="{F138D1EC-E22A-4A08-9983-0A86A32A7BCA}">
      <dgm:prSet phldrT="[Text]"/>
      <dgm:spPr/>
      <dgm:t>
        <a:bodyPr/>
        <a:lstStyle/>
        <a:p>
          <a:r>
            <a:rPr lang="es-MX" dirty="0"/>
            <a:t>Normales</a:t>
          </a:r>
        </a:p>
      </dgm:t>
    </dgm:pt>
    <dgm:pt modelId="{CC32E94C-3656-40F1-B1E6-E916276E5B8A}" type="parTrans" cxnId="{064BB09C-A835-47E7-AC85-821CAD45DC98}">
      <dgm:prSet/>
      <dgm:spPr/>
      <dgm:t>
        <a:bodyPr/>
        <a:lstStyle/>
        <a:p>
          <a:endParaRPr lang="es-MX"/>
        </a:p>
      </dgm:t>
    </dgm:pt>
    <dgm:pt modelId="{39FD530D-F4BD-402B-AF6D-290540AEFF5A}" type="sibTrans" cxnId="{064BB09C-A835-47E7-AC85-821CAD45DC98}">
      <dgm:prSet/>
      <dgm:spPr/>
      <dgm:t>
        <a:bodyPr/>
        <a:lstStyle/>
        <a:p>
          <a:endParaRPr lang="es-MX"/>
        </a:p>
      </dgm:t>
    </dgm:pt>
    <dgm:pt modelId="{50A19584-89AC-40AC-8E32-5057B1BE0C41}">
      <dgm:prSet phldrT="[Text]"/>
      <dgm:spPr/>
      <dgm:t>
        <a:bodyPr/>
        <a:lstStyle/>
        <a:p>
          <a:r>
            <a:rPr lang="es-MX" dirty="0"/>
            <a:t>Devengado</a:t>
          </a:r>
        </a:p>
      </dgm:t>
    </dgm:pt>
    <dgm:pt modelId="{7EEB68AB-3B6D-40E6-96B0-8BBB0CD3F3A6}" type="parTrans" cxnId="{49B28A74-F876-4BFA-9528-652C9B05DEC5}">
      <dgm:prSet/>
      <dgm:spPr/>
      <dgm:t>
        <a:bodyPr/>
        <a:lstStyle/>
        <a:p>
          <a:endParaRPr lang="es-MX"/>
        </a:p>
      </dgm:t>
    </dgm:pt>
    <dgm:pt modelId="{39B77D43-47DB-46B9-9143-093A937AC720}" type="sibTrans" cxnId="{49B28A74-F876-4BFA-9528-652C9B05DEC5}">
      <dgm:prSet/>
      <dgm:spPr/>
      <dgm:t>
        <a:bodyPr/>
        <a:lstStyle/>
        <a:p>
          <a:endParaRPr lang="es-MX"/>
        </a:p>
      </dgm:t>
    </dgm:pt>
    <dgm:pt modelId="{D4873C82-FB9D-4759-A4CF-EC7EEB0DE07F}">
      <dgm:prSet phldrT="[Text]"/>
      <dgm:spPr/>
      <dgm:t>
        <a:bodyPr/>
        <a:lstStyle/>
        <a:p>
          <a:r>
            <a:rPr lang="es-MX" dirty="0"/>
            <a:t>Moratorios</a:t>
          </a:r>
        </a:p>
      </dgm:t>
    </dgm:pt>
    <dgm:pt modelId="{17BEEFD6-5727-44C7-8644-1922594AEDB4}" type="parTrans" cxnId="{6D3F74EB-3923-4139-A8A7-BF35A348552D}">
      <dgm:prSet/>
      <dgm:spPr/>
      <dgm:t>
        <a:bodyPr/>
        <a:lstStyle/>
        <a:p>
          <a:endParaRPr lang="es-MX"/>
        </a:p>
      </dgm:t>
    </dgm:pt>
    <dgm:pt modelId="{686C2F6D-5501-483B-8754-78E5A97FB6EB}" type="sibTrans" cxnId="{6D3F74EB-3923-4139-A8A7-BF35A348552D}">
      <dgm:prSet/>
      <dgm:spPr/>
      <dgm:t>
        <a:bodyPr/>
        <a:lstStyle/>
        <a:p>
          <a:endParaRPr lang="es-MX"/>
        </a:p>
      </dgm:t>
    </dgm:pt>
    <dgm:pt modelId="{8C341846-FE2C-41A6-892E-8DBC2B96A22E}">
      <dgm:prSet phldrT="[Text]"/>
      <dgm:spPr/>
      <dgm:t>
        <a:bodyPr/>
        <a:lstStyle/>
        <a:p>
          <a:r>
            <a:rPr lang="es-MX" dirty="0"/>
            <a:t>Devengado 3 primeros meses</a:t>
          </a:r>
        </a:p>
      </dgm:t>
    </dgm:pt>
    <dgm:pt modelId="{5663C181-EB58-42F1-AFB7-4CB68FF77EB0}" type="parTrans" cxnId="{6C49B974-E890-4425-8A81-B0E1A73865F4}">
      <dgm:prSet/>
      <dgm:spPr/>
      <dgm:t>
        <a:bodyPr/>
        <a:lstStyle/>
        <a:p>
          <a:endParaRPr lang="es-MX"/>
        </a:p>
      </dgm:t>
    </dgm:pt>
    <dgm:pt modelId="{2BA7024B-815E-4975-82E2-346F9AD77BD7}" type="sibTrans" cxnId="{6C49B974-E890-4425-8A81-B0E1A73865F4}">
      <dgm:prSet/>
      <dgm:spPr/>
      <dgm:t>
        <a:bodyPr/>
        <a:lstStyle/>
        <a:p>
          <a:endParaRPr lang="es-MX"/>
        </a:p>
      </dgm:t>
    </dgm:pt>
    <dgm:pt modelId="{A4E7419F-3733-492D-8FB1-031B440656B4}">
      <dgm:prSet/>
      <dgm:spPr/>
      <dgm:t>
        <a:bodyPr/>
        <a:lstStyle/>
        <a:p>
          <a:r>
            <a:rPr lang="es-MX" dirty="0"/>
            <a:t>Cobro a partir del 4 mes</a:t>
          </a:r>
        </a:p>
      </dgm:t>
    </dgm:pt>
    <dgm:pt modelId="{5FEEA93D-89B3-4D25-A37B-579EA814496A}" type="parTrans" cxnId="{7E63E42D-5E46-4FFD-B615-9ABC840D5D6F}">
      <dgm:prSet/>
      <dgm:spPr/>
      <dgm:t>
        <a:bodyPr/>
        <a:lstStyle/>
        <a:p>
          <a:endParaRPr lang="es-MX"/>
        </a:p>
      </dgm:t>
    </dgm:pt>
    <dgm:pt modelId="{2FB08E70-4B52-4FA2-8E8E-7D2BC51E03A7}" type="sibTrans" cxnId="{7E63E42D-5E46-4FFD-B615-9ABC840D5D6F}">
      <dgm:prSet/>
      <dgm:spPr/>
      <dgm:t>
        <a:bodyPr/>
        <a:lstStyle/>
        <a:p>
          <a:endParaRPr lang="es-MX"/>
        </a:p>
      </dgm:t>
    </dgm:pt>
    <dgm:pt modelId="{D0F3C453-912A-497E-89F4-7F274E1B2D16}">
      <dgm:prSet/>
      <dgm:spPr/>
      <dgm:t>
        <a:bodyPr/>
        <a:lstStyle/>
        <a:p>
          <a:r>
            <a:rPr lang="es-MX" dirty="0"/>
            <a:t>PEPS</a:t>
          </a:r>
        </a:p>
      </dgm:t>
    </dgm:pt>
    <dgm:pt modelId="{7D9284C6-DD99-4361-8379-730F4DA20236}" type="parTrans" cxnId="{2736232B-CA3E-4C0A-BC85-376917BFEC06}">
      <dgm:prSet/>
      <dgm:spPr/>
      <dgm:t>
        <a:bodyPr/>
        <a:lstStyle/>
        <a:p>
          <a:endParaRPr lang="es-MX"/>
        </a:p>
      </dgm:t>
    </dgm:pt>
    <dgm:pt modelId="{C814677A-E1BF-4948-B635-43659EDBE9D7}" type="sibTrans" cxnId="{2736232B-CA3E-4C0A-BC85-376917BFEC06}">
      <dgm:prSet/>
      <dgm:spPr/>
      <dgm:t>
        <a:bodyPr/>
        <a:lstStyle/>
        <a:p>
          <a:endParaRPr lang="es-MX"/>
        </a:p>
      </dgm:t>
    </dgm:pt>
    <dgm:pt modelId="{5D2EC410-8798-4BA4-9A31-D8D6A1F57BB4}" type="pres">
      <dgm:prSet presAssocID="{A488544D-39E0-45C0-9DD7-F844F872D051}" presName="Name0" presStyleCnt="0">
        <dgm:presLayoutVars>
          <dgm:chPref val="1"/>
          <dgm:dir/>
          <dgm:animOne val="branch"/>
          <dgm:animLvl val="lvl"/>
          <dgm:resizeHandles val="exact"/>
        </dgm:presLayoutVars>
      </dgm:prSet>
      <dgm:spPr/>
    </dgm:pt>
    <dgm:pt modelId="{673592BB-3A99-4FCF-9B3D-F658A3C32BF6}" type="pres">
      <dgm:prSet presAssocID="{73512C43-5C98-47CE-A19B-4AF775B56E4F}" presName="root1" presStyleCnt="0"/>
      <dgm:spPr/>
    </dgm:pt>
    <dgm:pt modelId="{13F7AFC8-9CA5-480F-B980-D77E91E98AF2}" type="pres">
      <dgm:prSet presAssocID="{73512C43-5C98-47CE-A19B-4AF775B56E4F}" presName="LevelOneTextNode" presStyleLbl="node0" presStyleIdx="0" presStyleCnt="1">
        <dgm:presLayoutVars>
          <dgm:chPref val="3"/>
        </dgm:presLayoutVars>
      </dgm:prSet>
      <dgm:spPr/>
    </dgm:pt>
    <dgm:pt modelId="{C57F8056-5356-471F-BB38-62AAC5C8AE2E}" type="pres">
      <dgm:prSet presAssocID="{73512C43-5C98-47CE-A19B-4AF775B56E4F}" presName="level2hierChild" presStyleCnt="0"/>
      <dgm:spPr/>
    </dgm:pt>
    <dgm:pt modelId="{82944672-23FC-4312-9136-3E03421F1947}" type="pres">
      <dgm:prSet presAssocID="{CC32E94C-3656-40F1-B1E6-E916276E5B8A}" presName="conn2-1" presStyleLbl="parChTrans1D2" presStyleIdx="0" presStyleCnt="2"/>
      <dgm:spPr/>
    </dgm:pt>
    <dgm:pt modelId="{5CE566C9-1EA6-4E82-8B6F-7777D7CA2026}" type="pres">
      <dgm:prSet presAssocID="{CC32E94C-3656-40F1-B1E6-E916276E5B8A}" presName="connTx" presStyleLbl="parChTrans1D2" presStyleIdx="0" presStyleCnt="2"/>
      <dgm:spPr/>
    </dgm:pt>
    <dgm:pt modelId="{8FB5C7A1-A8B3-4BCB-B054-9D086F774951}" type="pres">
      <dgm:prSet presAssocID="{F138D1EC-E22A-4A08-9983-0A86A32A7BCA}" presName="root2" presStyleCnt="0"/>
      <dgm:spPr/>
    </dgm:pt>
    <dgm:pt modelId="{7923E534-C594-4651-83C9-8AF39BCABAF4}" type="pres">
      <dgm:prSet presAssocID="{F138D1EC-E22A-4A08-9983-0A86A32A7BCA}" presName="LevelTwoTextNode" presStyleLbl="node2" presStyleIdx="0" presStyleCnt="2">
        <dgm:presLayoutVars>
          <dgm:chPref val="3"/>
        </dgm:presLayoutVars>
      </dgm:prSet>
      <dgm:spPr/>
    </dgm:pt>
    <dgm:pt modelId="{1CA22E42-F93E-48AC-8C1A-B071CE414097}" type="pres">
      <dgm:prSet presAssocID="{F138D1EC-E22A-4A08-9983-0A86A32A7BCA}" presName="level3hierChild" presStyleCnt="0"/>
      <dgm:spPr/>
    </dgm:pt>
    <dgm:pt modelId="{3C7BB132-13DF-4017-8991-0D15507B3FDA}" type="pres">
      <dgm:prSet presAssocID="{7EEB68AB-3B6D-40E6-96B0-8BBB0CD3F3A6}" presName="conn2-1" presStyleLbl="parChTrans1D3" presStyleIdx="0" presStyleCnt="3"/>
      <dgm:spPr/>
    </dgm:pt>
    <dgm:pt modelId="{5E80ED60-6E06-4A82-A6F5-BA7B6ED8D40A}" type="pres">
      <dgm:prSet presAssocID="{7EEB68AB-3B6D-40E6-96B0-8BBB0CD3F3A6}" presName="connTx" presStyleLbl="parChTrans1D3" presStyleIdx="0" presStyleCnt="3"/>
      <dgm:spPr/>
    </dgm:pt>
    <dgm:pt modelId="{C7CED37D-CCCD-4EB4-8DB0-9EECFE9E73C3}" type="pres">
      <dgm:prSet presAssocID="{50A19584-89AC-40AC-8E32-5057B1BE0C41}" presName="root2" presStyleCnt="0"/>
      <dgm:spPr/>
    </dgm:pt>
    <dgm:pt modelId="{B8251C9E-DF5C-4539-A6BB-CD11FCB8D901}" type="pres">
      <dgm:prSet presAssocID="{50A19584-89AC-40AC-8E32-5057B1BE0C41}" presName="LevelTwoTextNode" presStyleLbl="node3" presStyleIdx="0" presStyleCnt="3">
        <dgm:presLayoutVars>
          <dgm:chPref val="3"/>
        </dgm:presLayoutVars>
      </dgm:prSet>
      <dgm:spPr/>
    </dgm:pt>
    <dgm:pt modelId="{48261A01-48A1-4461-9D58-79185F4B3D92}" type="pres">
      <dgm:prSet presAssocID="{50A19584-89AC-40AC-8E32-5057B1BE0C41}" presName="level3hierChild" presStyleCnt="0"/>
      <dgm:spPr/>
    </dgm:pt>
    <dgm:pt modelId="{8C44A382-63CD-4F6C-B040-1DE31EB64B0F}" type="pres">
      <dgm:prSet presAssocID="{17BEEFD6-5727-44C7-8644-1922594AEDB4}" presName="conn2-1" presStyleLbl="parChTrans1D2" presStyleIdx="1" presStyleCnt="2"/>
      <dgm:spPr/>
    </dgm:pt>
    <dgm:pt modelId="{F05C7008-563F-4699-B27D-7162053439D2}" type="pres">
      <dgm:prSet presAssocID="{17BEEFD6-5727-44C7-8644-1922594AEDB4}" presName="connTx" presStyleLbl="parChTrans1D2" presStyleIdx="1" presStyleCnt="2"/>
      <dgm:spPr/>
    </dgm:pt>
    <dgm:pt modelId="{B6E2D8DC-E7DB-4602-B294-79D63918C534}" type="pres">
      <dgm:prSet presAssocID="{D4873C82-FB9D-4759-A4CF-EC7EEB0DE07F}" presName="root2" presStyleCnt="0"/>
      <dgm:spPr/>
    </dgm:pt>
    <dgm:pt modelId="{AA12FD5B-1F91-4960-958A-AFD21E18436D}" type="pres">
      <dgm:prSet presAssocID="{D4873C82-FB9D-4759-A4CF-EC7EEB0DE07F}" presName="LevelTwoTextNode" presStyleLbl="node2" presStyleIdx="1" presStyleCnt="2">
        <dgm:presLayoutVars>
          <dgm:chPref val="3"/>
        </dgm:presLayoutVars>
      </dgm:prSet>
      <dgm:spPr/>
    </dgm:pt>
    <dgm:pt modelId="{151E6A0B-4F0F-4C22-83D5-07787A9ECE0B}" type="pres">
      <dgm:prSet presAssocID="{D4873C82-FB9D-4759-A4CF-EC7EEB0DE07F}" presName="level3hierChild" presStyleCnt="0"/>
      <dgm:spPr/>
    </dgm:pt>
    <dgm:pt modelId="{881F4A6A-D801-4498-8C57-CB4D88275854}" type="pres">
      <dgm:prSet presAssocID="{5663C181-EB58-42F1-AFB7-4CB68FF77EB0}" presName="conn2-1" presStyleLbl="parChTrans1D3" presStyleIdx="1" presStyleCnt="3"/>
      <dgm:spPr/>
    </dgm:pt>
    <dgm:pt modelId="{F8705B47-CA28-49F5-84E5-6B1BEEDCA9E9}" type="pres">
      <dgm:prSet presAssocID="{5663C181-EB58-42F1-AFB7-4CB68FF77EB0}" presName="connTx" presStyleLbl="parChTrans1D3" presStyleIdx="1" presStyleCnt="3"/>
      <dgm:spPr/>
    </dgm:pt>
    <dgm:pt modelId="{30CA7E30-87A5-4AB6-975A-0A318CC3E735}" type="pres">
      <dgm:prSet presAssocID="{8C341846-FE2C-41A6-892E-8DBC2B96A22E}" presName="root2" presStyleCnt="0"/>
      <dgm:spPr/>
    </dgm:pt>
    <dgm:pt modelId="{94ED59B5-92DF-46E8-9F6E-A8AA4939303D}" type="pres">
      <dgm:prSet presAssocID="{8C341846-FE2C-41A6-892E-8DBC2B96A22E}" presName="LevelTwoTextNode" presStyleLbl="node3" presStyleIdx="1" presStyleCnt="3">
        <dgm:presLayoutVars>
          <dgm:chPref val="3"/>
        </dgm:presLayoutVars>
      </dgm:prSet>
      <dgm:spPr/>
    </dgm:pt>
    <dgm:pt modelId="{CA357B24-A792-48C4-9EA1-13833624AF1D}" type="pres">
      <dgm:prSet presAssocID="{8C341846-FE2C-41A6-892E-8DBC2B96A22E}" presName="level3hierChild" presStyleCnt="0"/>
      <dgm:spPr/>
    </dgm:pt>
    <dgm:pt modelId="{22CFD354-B519-4B42-A18C-28FC26AB8C9D}" type="pres">
      <dgm:prSet presAssocID="{5FEEA93D-89B3-4D25-A37B-579EA814496A}" presName="conn2-1" presStyleLbl="parChTrans1D3" presStyleIdx="2" presStyleCnt="3"/>
      <dgm:spPr/>
    </dgm:pt>
    <dgm:pt modelId="{E44ABB56-005B-4F43-B08E-13717EC6316C}" type="pres">
      <dgm:prSet presAssocID="{5FEEA93D-89B3-4D25-A37B-579EA814496A}" presName="connTx" presStyleLbl="parChTrans1D3" presStyleIdx="2" presStyleCnt="3"/>
      <dgm:spPr/>
    </dgm:pt>
    <dgm:pt modelId="{615A4431-E7C2-4995-A62E-41C2457DC139}" type="pres">
      <dgm:prSet presAssocID="{A4E7419F-3733-492D-8FB1-031B440656B4}" presName="root2" presStyleCnt="0"/>
      <dgm:spPr/>
    </dgm:pt>
    <dgm:pt modelId="{4AE2F50D-0554-41A0-8DD4-E7DB3A5FBC86}" type="pres">
      <dgm:prSet presAssocID="{A4E7419F-3733-492D-8FB1-031B440656B4}" presName="LevelTwoTextNode" presStyleLbl="node3" presStyleIdx="2" presStyleCnt="3">
        <dgm:presLayoutVars>
          <dgm:chPref val="3"/>
        </dgm:presLayoutVars>
      </dgm:prSet>
      <dgm:spPr/>
    </dgm:pt>
    <dgm:pt modelId="{C5448FF5-1AF5-4BBF-8E26-4AAC7D40198A}" type="pres">
      <dgm:prSet presAssocID="{A4E7419F-3733-492D-8FB1-031B440656B4}" presName="level3hierChild" presStyleCnt="0"/>
      <dgm:spPr/>
    </dgm:pt>
    <dgm:pt modelId="{76E9E44A-DBF3-47C9-A226-FE0DBFC30627}" type="pres">
      <dgm:prSet presAssocID="{7D9284C6-DD99-4361-8379-730F4DA20236}" presName="conn2-1" presStyleLbl="parChTrans1D4" presStyleIdx="0" presStyleCnt="1"/>
      <dgm:spPr/>
    </dgm:pt>
    <dgm:pt modelId="{011CBF42-CD7A-4888-B40A-D317DCF22B38}" type="pres">
      <dgm:prSet presAssocID="{7D9284C6-DD99-4361-8379-730F4DA20236}" presName="connTx" presStyleLbl="parChTrans1D4" presStyleIdx="0" presStyleCnt="1"/>
      <dgm:spPr/>
    </dgm:pt>
    <dgm:pt modelId="{65A32115-D922-4660-8944-F0632F8D102B}" type="pres">
      <dgm:prSet presAssocID="{D0F3C453-912A-497E-89F4-7F274E1B2D16}" presName="root2" presStyleCnt="0"/>
      <dgm:spPr/>
    </dgm:pt>
    <dgm:pt modelId="{EA54AF6F-6247-4596-829B-DA8D8407EE82}" type="pres">
      <dgm:prSet presAssocID="{D0F3C453-912A-497E-89F4-7F274E1B2D16}" presName="LevelTwoTextNode" presStyleLbl="node4" presStyleIdx="0" presStyleCnt="1">
        <dgm:presLayoutVars>
          <dgm:chPref val="3"/>
        </dgm:presLayoutVars>
      </dgm:prSet>
      <dgm:spPr/>
    </dgm:pt>
    <dgm:pt modelId="{B24AEAC8-FB83-4B43-A3CE-06AF863A31B5}" type="pres">
      <dgm:prSet presAssocID="{D0F3C453-912A-497E-89F4-7F274E1B2D16}" presName="level3hierChild" presStyleCnt="0"/>
      <dgm:spPr/>
    </dgm:pt>
  </dgm:ptLst>
  <dgm:cxnLst>
    <dgm:cxn modelId="{61373B10-2A85-4C87-ABF2-5354CC42EF19}" type="presOf" srcId="{7EEB68AB-3B6D-40E6-96B0-8BBB0CD3F3A6}" destId="{5E80ED60-6E06-4A82-A6F5-BA7B6ED8D40A}" srcOrd="1" destOrd="0" presId="urn:microsoft.com/office/officeart/2008/layout/HorizontalMultiLevelHierarchy"/>
    <dgm:cxn modelId="{FAAE2D12-FB90-451C-A048-73207FEDAEF1}" type="presOf" srcId="{5FEEA93D-89B3-4D25-A37B-579EA814496A}" destId="{E44ABB56-005B-4F43-B08E-13717EC6316C}" srcOrd="1" destOrd="0" presId="urn:microsoft.com/office/officeart/2008/layout/HorizontalMultiLevelHierarchy"/>
    <dgm:cxn modelId="{81C1CE12-50DB-4A0F-97C4-E978CCA381EC}" type="presOf" srcId="{CC32E94C-3656-40F1-B1E6-E916276E5B8A}" destId="{82944672-23FC-4312-9136-3E03421F1947}" srcOrd="0" destOrd="0" presId="urn:microsoft.com/office/officeart/2008/layout/HorizontalMultiLevelHierarchy"/>
    <dgm:cxn modelId="{2576862A-12E3-4771-AD1A-D1E2E995434C}" type="presOf" srcId="{7D9284C6-DD99-4361-8379-730F4DA20236}" destId="{76E9E44A-DBF3-47C9-A226-FE0DBFC30627}" srcOrd="0" destOrd="0" presId="urn:microsoft.com/office/officeart/2008/layout/HorizontalMultiLevelHierarchy"/>
    <dgm:cxn modelId="{2736232B-CA3E-4C0A-BC85-376917BFEC06}" srcId="{A4E7419F-3733-492D-8FB1-031B440656B4}" destId="{D0F3C453-912A-497E-89F4-7F274E1B2D16}" srcOrd="0" destOrd="0" parTransId="{7D9284C6-DD99-4361-8379-730F4DA20236}" sibTransId="{C814677A-E1BF-4948-B635-43659EDBE9D7}"/>
    <dgm:cxn modelId="{7E63E42D-5E46-4FFD-B615-9ABC840D5D6F}" srcId="{D4873C82-FB9D-4759-A4CF-EC7EEB0DE07F}" destId="{A4E7419F-3733-492D-8FB1-031B440656B4}" srcOrd="1" destOrd="0" parTransId="{5FEEA93D-89B3-4D25-A37B-579EA814496A}" sibTransId="{2FB08E70-4B52-4FA2-8E8E-7D2BC51E03A7}"/>
    <dgm:cxn modelId="{6E833B2E-2D1F-4256-B6FA-0D3FFDA611D0}" type="presOf" srcId="{7D9284C6-DD99-4361-8379-730F4DA20236}" destId="{011CBF42-CD7A-4888-B40A-D317DCF22B38}" srcOrd="1" destOrd="0" presId="urn:microsoft.com/office/officeart/2008/layout/HorizontalMultiLevelHierarchy"/>
    <dgm:cxn modelId="{39E04A3E-2D1E-4D1E-9434-6F7FE681679E}" srcId="{A488544D-39E0-45C0-9DD7-F844F872D051}" destId="{73512C43-5C98-47CE-A19B-4AF775B56E4F}" srcOrd="0" destOrd="0" parTransId="{BB29B583-FE28-4C16-932B-B51663DA0E6D}" sibTransId="{0CEB32AF-6472-4235-A307-0FD123004A70}"/>
    <dgm:cxn modelId="{9A845A61-B2DD-4DDD-8EA5-81ABFC5100E8}" type="presOf" srcId="{A488544D-39E0-45C0-9DD7-F844F872D051}" destId="{5D2EC410-8798-4BA4-9A31-D8D6A1F57BB4}" srcOrd="0" destOrd="0" presId="urn:microsoft.com/office/officeart/2008/layout/HorizontalMultiLevelHierarchy"/>
    <dgm:cxn modelId="{D21D5965-CBBF-48A2-BD47-4A08271F1E50}" type="presOf" srcId="{D0F3C453-912A-497E-89F4-7F274E1B2D16}" destId="{EA54AF6F-6247-4596-829B-DA8D8407EE82}" srcOrd="0" destOrd="0" presId="urn:microsoft.com/office/officeart/2008/layout/HorizontalMultiLevelHierarchy"/>
    <dgm:cxn modelId="{53A10669-0787-4909-8BE7-737DA5BB93BD}" type="presOf" srcId="{17BEEFD6-5727-44C7-8644-1922594AEDB4}" destId="{F05C7008-563F-4699-B27D-7162053439D2}" srcOrd="1" destOrd="0" presId="urn:microsoft.com/office/officeart/2008/layout/HorizontalMultiLevelHierarchy"/>
    <dgm:cxn modelId="{0EFCB84C-1D27-41D8-B031-389EE0226D7F}" type="presOf" srcId="{5FEEA93D-89B3-4D25-A37B-579EA814496A}" destId="{22CFD354-B519-4B42-A18C-28FC26AB8C9D}" srcOrd="0" destOrd="0" presId="urn:microsoft.com/office/officeart/2008/layout/HorizontalMultiLevelHierarchy"/>
    <dgm:cxn modelId="{C4C2E34D-7DC4-4948-BCF4-91C8C1324315}" type="presOf" srcId="{7EEB68AB-3B6D-40E6-96B0-8BBB0CD3F3A6}" destId="{3C7BB132-13DF-4017-8991-0D15507B3FDA}" srcOrd="0" destOrd="0" presId="urn:microsoft.com/office/officeart/2008/layout/HorizontalMultiLevelHierarchy"/>
    <dgm:cxn modelId="{49B28A74-F876-4BFA-9528-652C9B05DEC5}" srcId="{F138D1EC-E22A-4A08-9983-0A86A32A7BCA}" destId="{50A19584-89AC-40AC-8E32-5057B1BE0C41}" srcOrd="0" destOrd="0" parTransId="{7EEB68AB-3B6D-40E6-96B0-8BBB0CD3F3A6}" sibTransId="{39B77D43-47DB-46B9-9143-093A937AC720}"/>
    <dgm:cxn modelId="{6C49B974-E890-4425-8A81-B0E1A73865F4}" srcId="{D4873C82-FB9D-4759-A4CF-EC7EEB0DE07F}" destId="{8C341846-FE2C-41A6-892E-8DBC2B96A22E}" srcOrd="0" destOrd="0" parTransId="{5663C181-EB58-42F1-AFB7-4CB68FF77EB0}" sibTransId="{2BA7024B-815E-4975-82E2-346F9AD77BD7}"/>
    <dgm:cxn modelId="{411FFF76-D26C-476C-B6C3-32138A62B697}" type="presOf" srcId="{F138D1EC-E22A-4A08-9983-0A86A32A7BCA}" destId="{7923E534-C594-4651-83C9-8AF39BCABAF4}" srcOrd="0" destOrd="0" presId="urn:microsoft.com/office/officeart/2008/layout/HorizontalMultiLevelHierarchy"/>
    <dgm:cxn modelId="{48DD627A-70EC-4AA4-866B-83D5326816F2}" type="presOf" srcId="{17BEEFD6-5727-44C7-8644-1922594AEDB4}" destId="{8C44A382-63CD-4F6C-B040-1DE31EB64B0F}" srcOrd="0" destOrd="0" presId="urn:microsoft.com/office/officeart/2008/layout/HorizontalMultiLevelHierarchy"/>
    <dgm:cxn modelId="{5E0C097B-0E29-48B0-8422-8F02A122D9BB}" type="presOf" srcId="{73512C43-5C98-47CE-A19B-4AF775B56E4F}" destId="{13F7AFC8-9CA5-480F-B980-D77E91E98AF2}" srcOrd="0" destOrd="0" presId="urn:microsoft.com/office/officeart/2008/layout/HorizontalMultiLevelHierarchy"/>
    <dgm:cxn modelId="{68714A83-DC13-4B8B-A660-2CCDAB63E099}" type="presOf" srcId="{CC32E94C-3656-40F1-B1E6-E916276E5B8A}" destId="{5CE566C9-1EA6-4E82-8B6F-7777D7CA2026}" srcOrd="1" destOrd="0" presId="urn:microsoft.com/office/officeart/2008/layout/HorizontalMultiLevelHierarchy"/>
    <dgm:cxn modelId="{064BB09C-A835-47E7-AC85-821CAD45DC98}" srcId="{73512C43-5C98-47CE-A19B-4AF775B56E4F}" destId="{F138D1EC-E22A-4A08-9983-0A86A32A7BCA}" srcOrd="0" destOrd="0" parTransId="{CC32E94C-3656-40F1-B1E6-E916276E5B8A}" sibTransId="{39FD530D-F4BD-402B-AF6D-290540AEFF5A}"/>
    <dgm:cxn modelId="{80BB699F-20C7-41EE-BE5D-716DC046CE00}" type="presOf" srcId="{8C341846-FE2C-41A6-892E-8DBC2B96A22E}" destId="{94ED59B5-92DF-46E8-9F6E-A8AA4939303D}" srcOrd="0" destOrd="0" presId="urn:microsoft.com/office/officeart/2008/layout/HorizontalMultiLevelHierarchy"/>
    <dgm:cxn modelId="{84BC29B2-A0B1-4214-9164-4C2EEEA91564}" type="presOf" srcId="{5663C181-EB58-42F1-AFB7-4CB68FF77EB0}" destId="{881F4A6A-D801-4498-8C57-CB4D88275854}" srcOrd="0" destOrd="0" presId="urn:microsoft.com/office/officeart/2008/layout/HorizontalMultiLevelHierarchy"/>
    <dgm:cxn modelId="{421941C2-5212-4872-A7B2-7129B5D2D4BA}" type="presOf" srcId="{A4E7419F-3733-492D-8FB1-031B440656B4}" destId="{4AE2F50D-0554-41A0-8DD4-E7DB3A5FBC86}" srcOrd="0" destOrd="0" presId="urn:microsoft.com/office/officeart/2008/layout/HorizontalMultiLevelHierarchy"/>
    <dgm:cxn modelId="{BDA049D6-839A-45FA-995A-48DDBF0868F8}" type="presOf" srcId="{5663C181-EB58-42F1-AFB7-4CB68FF77EB0}" destId="{F8705B47-CA28-49F5-84E5-6B1BEEDCA9E9}" srcOrd="1" destOrd="0" presId="urn:microsoft.com/office/officeart/2008/layout/HorizontalMultiLevelHierarchy"/>
    <dgm:cxn modelId="{6D3F74EB-3923-4139-A8A7-BF35A348552D}" srcId="{73512C43-5C98-47CE-A19B-4AF775B56E4F}" destId="{D4873C82-FB9D-4759-A4CF-EC7EEB0DE07F}" srcOrd="1" destOrd="0" parTransId="{17BEEFD6-5727-44C7-8644-1922594AEDB4}" sibTransId="{686C2F6D-5501-483B-8754-78E5A97FB6EB}"/>
    <dgm:cxn modelId="{8B5B89F4-FDC6-49BE-AA58-0E450F6E4B00}" type="presOf" srcId="{50A19584-89AC-40AC-8E32-5057B1BE0C41}" destId="{B8251C9E-DF5C-4539-A6BB-CD11FCB8D901}" srcOrd="0" destOrd="0" presId="urn:microsoft.com/office/officeart/2008/layout/HorizontalMultiLevelHierarchy"/>
    <dgm:cxn modelId="{E59010F9-90E2-4DF3-8C95-E2FAA9AB5D8E}" type="presOf" srcId="{D4873C82-FB9D-4759-A4CF-EC7EEB0DE07F}" destId="{AA12FD5B-1F91-4960-958A-AFD21E18436D}" srcOrd="0" destOrd="0" presId="urn:microsoft.com/office/officeart/2008/layout/HorizontalMultiLevelHierarchy"/>
    <dgm:cxn modelId="{BD96591B-77E0-4259-934A-EA6F605F8C39}" type="presParOf" srcId="{5D2EC410-8798-4BA4-9A31-D8D6A1F57BB4}" destId="{673592BB-3A99-4FCF-9B3D-F658A3C32BF6}" srcOrd="0" destOrd="0" presId="urn:microsoft.com/office/officeart/2008/layout/HorizontalMultiLevelHierarchy"/>
    <dgm:cxn modelId="{C11E4AF7-4586-4212-884B-E7F30F573BBF}" type="presParOf" srcId="{673592BB-3A99-4FCF-9B3D-F658A3C32BF6}" destId="{13F7AFC8-9CA5-480F-B980-D77E91E98AF2}" srcOrd="0" destOrd="0" presId="urn:microsoft.com/office/officeart/2008/layout/HorizontalMultiLevelHierarchy"/>
    <dgm:cxn modelId="{EC76AE5C-1801-42EA-9CA6-90CE27932173}" type="presParOf" srcId="{673592BB-3A99-4FCF-9B3D-F658A3C32BF6}" destId="{C57F8056-5356-471F-BB38-62AAC5C8AE2E}" srcOrd="1" destOrd="0" presId="urn:microsoft.com/office/officeart/2008/layout/HorizontalMultiLevelHierarchy"/>
    <dgm:cxn modelId="{780B5D50-D8FD-4577-B35C-05EF33659059}" type="presParOf" srcId="{C57F8056-5356-471F-BB38-62AAC5C8AE2E}" destId="{82944672-23FC-4312-9136-3E03421F1947}" srcOrd="0" destOrd="0" presId="urn:microsoft.com/office/officeart/2008/layout/HorizontalMultiLevelHierarchy"/>
    <dgm:cxn modelId="{17249AF0-42DC-4217-A71E-E6B283D7CBA5}" type="presParOf" srcId="{82944672-23FC-4312-9136-3E03421F1947}" destId="{5CE566C9-1EA6-4E82-8B6F-7777D7CA2026}" srcOrd="0" destOrd="0" presId="urn:microsoft.com/office/officeart/2008/layout/HorizontalMultiLevelHierarchy"/>
    <dgm:cxn modelId="{EEC970F4-6360-4597-BD83-63A9FC7D30AB}" type="presParOf" srcId="{C57F8056-5356-471F-BB38-62AAC5C8AE2E}" destId="{8FB5C7A1-A8B3-4BCB-B054-9D086F774951}" srcOrd="1" destOrd="0" presId="urn:microsoft.com/office/officeart/2008/layout/HorizontalMultiLevelHierarchy"/>
    <dgm:cxn modelId="{30292630-3158-499F-B2AD-F38EACEE78EA}" type="presParOf" srcId="{8FB5C7A1-A8B3-4BCB-B054-9D086F774951}" destId="{7923E534-C594-4651-83C9-8AF39BCABAF4}" srcOrd="0" destOrd="0" presId="urn:microsoft.com/office/officeart/2008/layout/HorizontalMultiLevelHierarchy"/>
    <dgm:cxn modelId="{B25ABE2F-29C6-446D-BAF2-B6D5E87D644F}" type="presParOf" srcId="{8FB5C7A1-A8B3-4BCB-B054-9D086F774951}" destId="{1CA22E42-F93E-48AC-8C1A-B071CE414097}" srcOrd="1" destOrd="0" presId="urn:microsoft.com/office/officeart/2008/layout/HorizontalMultiLevelHierarchy"/>
    <dgm:cxn modelId="{950510C6-00BF-4126-8FB9-2BD9791EC170}" type="presParOf" srcId="{1CA22E42-F93E-48AC-8C1A-B071CE414097}" destId="{3C7BB132-13DF-4017-8991-0D15507B3FDA}" srcOrd="0" destOrd="0" presId="urn:microsoft.com/office/officeart/2008/layout/HorizontalMultiLevelHierarchy"/>
    <dgm:cxn modelId="{35A02193-AAAB-4860-B6DB-A31171A20434}" type="presParOf" srcId="{3C7BB132-13DF-4017-8991-0D15507B3FDA}" destId="{5E80ED60-6E06-4A82-A6F5-BA7B6ED8D40A}" srcOrd="0" destOrd="0" presId="urn:microsoft.com/office/officeart/2008/layout/HorizontalMultiLevelHierarchy"/>
    <dgm:cxn modelId="{F311EBCE-1D74-4001-8E56-96693E0ECA30}" type="presParOf" srcId="{1CA22E42-F93E-48AC-8C1A-B071CE414097}" destId="{C7CED37D-CCCD-4EB4-8DB0-9EECFE9E73C3}" srcOrd="1" destOrd="0" presId="urn:microsoft.com/office/officeart/2008/layout/HorizontalMultiLevelHierarchy"/>
    <dgm:cxn modelId="{9B66E5D8-0FD0-4CB6-BF07-4ACD3EF54D5D}" type="presParOf" srcId="{C7CED37D-CCCD-4EB4-8DB0-9EECFE9E73C3}" destId="{B8251C9E-DF5C-4539-A6BB-CD11FCB8D901}" srcOrd="0" destOrd="0" presId="urn:microsoft.com/office/officeart/2008/layout/HorizontalMultiLevelHierarchy"/>
    <dgm:cxn modelId="{9B59E964-99F7-4DDF-A0DA-084BAE94C36C}" type="presParOf" srcId="{C7CED37D-CCCD-4EB4-8DB0-9EECFE9E73C3}" destId="{48261A01-48A1-4461-9D58-79185F4B3D92}" srcOrd="1" destOrd="0" presId="urn:microsoft.com/office/officeart/2008/layout/HorizontalMultiLevelHierarchy"/>
    <dgm:cxn modelId="{2A9F5419-1053-417E-97ED-E0291EB51BD9}" type="presParOf" srcId="{C57F8056-5356-471F-BB38-62AAC5C8AE2E}" destId="{8C44A382-63CD-4F6C-B040-1DE31EB64B0F}" srcOrd="2" destOrd="0" presId="urn:microsoft.com/office/officeart/2008/layout/HorizontalMultiLevelHierarchy"/>
    <dgm:cxn modelId="{F22A2DF3-1C99-41A2-8CFA-D27FADFCC3F4}" type="presParOf" srcId="{8C44A382-63CD-4F6C-B040-1DE31EB64B0F}" destId="{F05C7008-563F-4699-B27D-7162053439D2}" srcOrd="0" destOrd="0" presId="urn:microsoft.com/office/officeart/2008/layout/HorizontalMultiLevelHierarchy"/>
    <dgm:cxn modelId="{50AE961E-660F-4FB7-B39B-9316A0A69E5C}" type="presParOf" srcId="{C57F8056-5356-471F-BB38-62AAC5C8AE2E}" destId="{B6E2D8DC-E7DB-4602-B294-79D63918C534}" srcOrd="3" destOrd="0" presId="urn:microsoft.com/office/officeart/2008/layout/HorizontalMultiLevelHierarchy"/>
    <dgm:cxn modelId="{1237B556-B18D-4AF0-9CE4-5E8FAA92D122}" type="presParOf" srcId="{B6E2D8DC-E7DB-4602-B294-79D63918C534}" destId="{AA12FD5B-1F91-4960-958A-AFD21E18436D}" srcOrd="0" destOrd="0" presId="urn:microsoft.com/office/officeart/2008/layout/HorizontalMultiLevelHierarchy"/>
    <dgm:cxn modelId="{CB485481-35DF-42C2-9915-5364BFC065DE}" type="presParOf" srcId="{B6E2D8DC-E7DB-4602-B294-79D63918C534}" destId="{151E6A0B-4F0F-4C22-83D5-07787A9ECE0B}" srcOrd="1" destOrd="0" presId="urn:microsoft.com/office/officeart/2008/layout/HorizontalMultiLevelHierarchy"/>
    <dgm:cxn modelId="{55FFE076-E300-4592-AE36-7C181BC2A0FC}" type="presParOf" srcId="{151E6A0B-4F0F-4C22-83D5-07787A9ECE0B}" destId="{881F4A6A-D801-4498-8C57-CB4D88275854}" srcOrd="0" destOrd="0" presId="urn:microsoft.com/office/officeart/2008/layout/HorizontalMultiLevelHierarchy"/>
    <dgm:cxn modelId="{2E3F20AF-DDC9-4ADC-9FA0-BAA2AF04BB6A}" type="presParOf" srcId="{881F4A6A-D801-4498-8C57-CB4D88275854}" destId="{F8705B47-CA28-49F5-84E5-6B1BEEDCA9E9}" srcOrd="0" destOrd="0" presId="urn:microsoft.com/office/officeart/2008/layout/HorizontalMultiLevelHierarchy"/>
    <dgm:cxn modelId="{9888D93E-1BDF-45AA-A1DC-B2994E4792F7}" type="presParOf" srcId="{151E6A0B-4F0F-4C22-83D5-07787A9ECE0B}" destId="{30CA7E30-87A5-4AB6-975A-0A318CC3E735}" srcOrd="1" destOrd="0" presId="urn:microsoft.com/office/officeart/2008/layout/HorizontalMultiLevelHierarchy"/>
    <dgm:cxn modelId="{4395B088-BB80-4073-9849-41B08F295023}" type="presParOf" srcId="{30CA7E30-87A5-4AB6-975A-0A318CC3E735}" destId="{94ED59B5-92DF-46E8-9F6E-A8AA4939303D}" srcOrd="0" destOrd="0" presId="urn:microsoft.com/office/officeart/2008/layout/HorizontalMultiLevelHierarchy"/>
    <dgm:cxn modelId="{D5177F99-021C-4D0E-B8F9-84F6D1B3555F}" type="presParOf" srcId="{30CA7E30-87A5-4AB6-975A-0A318CC3E735}" destId="{CA357B24-A792-48C4-9EA1-13833624AF1D}" srcOrd="1" destOrd="0" presId="urn:microsoft.com/office/officeart/2008/layout/HorizontalMultiLevelHierarchy"/>
    <dgm:cxn modelId="{709B6E0A-3AFA-4012-BFDC-DCFEBF83EA78}" type="presParOf" srcId="{151E6A0B-4F0F-4C22-83D5-07787A9ECE0B}" destId="{22CFD354-B519-4B42-A18C-28FC26AB8C9D}" srcOrd="2" destOrd="0" presId="urn:microsoft.com/office/officeart/2008/layout/HorizontalMultiLevelHierarchy"/>
    <dgm:cxn modelId="{A14657D1-5818-4985-A199-614002FF284E}" type="presParOf" srcId="{22CFD354-B519-4B42-A18C-28FC26AB8C9D}" destId="{E44ABB56-005B-4F43-B08E-13717EC6316C}" srcOrd="0" destOrd="0" presId="urn:microsoft.com/office/officeart/2008/layout/HorizontalMultiLevelHierarchy"/>
    <dgm:cxn modelId="{9402358B-C068-4106-8360-D49493D728AE}" type="presParOf" srcId="{151E6A0B-4F0F-4C22-83D5-07787A9ECE0B}" destId="{615A4431-E7C2-4995-A62E-41C2457DC139}" srcOrd="3" destOrd="0" presId="urn:microsoft.com/office/officeart/2008/layout/HorizontalMultiLevelHierarchy"/>
    <dgm:cxn modelId="{FD6C57AA-44FB-4C1F-A6DF-36506D688DD5}" type="presParOf" srcId="{615A4431-E7C2-4995-A62E-41C2457DC139}" destId="{4AE2F50D-0554-41A0-8DD4-E7DB3A5FBC86}" srcOrd="0" destOrd="0" presId="urn:microsoft.com/office/officeart/2008/layout/HorizontalMultiLevelHierarchy"/>
    <dgm:cxn modelId="{CF5A03C4-3B98-4686-AB5D-007684A91319}" type="presParOf" srcId="{615A4431-E7C2-4995-A62E-41C2457DC139}" destId="{C5448FF5-1AF5-4BBF-8E26-4AAC7D40198A}" srcOrd="1" destOrd="0" presId="urn:microsoft.com/office/officeart/2008/layout/HorizontalMultiLevelHierarchy"/>
    <dgm:cxn modelId="{039E53FB-B774-419F-9E69-180224F25D7F}" type="presParOf" srcId="{C5448FF5-1AF5-4BBF-8E26-4AAC7D40198A}" destId="{76E9E44A-DBF3-47C9-A226-FE0DBFC30627}" srcOrd="0" destOrd="0" presId="urn:microsoft.com/office/officeart/2008/layout/HorizontalMultiLevelHierarchy"/>
    <dgm:cxn modelId="{C2498B59-2623-47D0-8290-0A544F1391CA}" type="presParOf" srcId="{76E9E44A-DBF3-47C9-A226-FE0DBFC30627}" destId="{011CBF42-CD7A-4888-B40A-D317DCF22B38}" srcOrd="0" destOrd="0" presId="urn:microsoft.com/office/officeart/2008/layout/HorizontalMultiLevelHierarchy"/>
    <dgm:cxn modelId="{AB00B724-4116-4081-9786-F805439113A5}" type="presParOf" srcId="{C5448FF5-1AF5-4BBF-8E26-4AAC7D40198A}" destId="{65A32115-D922-4660-8944-F0632F8D102B}" srcOrd="1" destOrd="0" presId="urn:microsoft.com/office/officeart/2008/layout/HorizontalMultiLevelHierarchy"/>
    <dgm:cxn modelId="{91A804B6-D7C0-4036-807D-764EFD3B4F7C}" type="presParOf" srcId="{65A32115-D922-4660-8944-F0632F8D102B}" destId="{EA54AF6F-6247-4596-829B-DA8D8407EE82}" srcOrd="0" destOrd="0" presId="urn:microsoft.com/office/officeart/2008/layout/HorizontalMultiLevelHierarchy"/>
    <dgm:cxn modelId="{B05A1926-AC5D-49E8-A25A-F4EAD4E69665}" type="presParOf" srcId="{65A32115-D922-4660-8944-F0632F8D102B}" destId="{B24AEAC8-FB83-4B43-A3CE-06AF863A31B5}"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0FFD64-D30C-43F5-A805-D818C404EBF7}"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s-MX"/>
        </a:p>
      </dgm:t>
    </dgm:pt>
    <dgm:pt modelId="{4963786C-5B5E-48AD-B31E-7B47813A6580}">
      <dgm:prSet phldrT="[Text]"/>
      <dgm:spPr>
        <a:solidFill>
          <a:srgbClr val="7030A0"/>
        </a:solidFill>
      </dgm:spPr>
      <dgm:t>
        <a:bodyPr/>
        <a:lstStyle/>
        <a:p>
          <a:r>
            <a:rPr lang="es-MX" dirty="0"/>
            <a:t>Intereses</a:t>
          </a:r>
        </a:p>
      </dgm:t>
    </dgm:pt>
    <dgm:pt modelId="{76C19F94-BEE2-4ECC-9072-B8BA31D1D6B8}" type="parTrans" cxnId="{DD0B96C0-9A0D-4E0B-BD4C-4BDE5A575078}">
      <dgm:prSet/>
      <dgm:spPr/>
      <dgm:t>
        <a:bodyPr/>
        <a:lstStyle/>
        <a:p>
          <a:endParaRPr lang="es-MX"/>
        </a:p>
      </dgm:t>
    </dgm:pt>
    <dgm:pt modelId="{2A18C919-4EA3-4C29-B9CC-7CE5018C2D91}" type="sibTrans" cxnId="{DD0B96C0-9A0D-4E0B-BD4C-4BDE5A575078}">
      <dgm:prSet/>
      <dgm:spPr/>
      <dgm:t>
        <a:bodyPr/>
        <a:lstStyle/>
        <a:p>
          <a:endParaRPr lang="es-MX"/>
        </a:p>
      </dgm:t>
    </dgm:pt>
    <dgm:pt modelId="{826AE4C1-4294-4D30-AD25-C80977179377}">
      <dgm:prSet phldrT="[Text]"/>
      <dgm:spPr>
        <a:solidFill>
          <a:srgbClr val="92D050"/>
        </a:solidFill>
      </dgm:spPr>
      <dgm:t>
        <a:bodyPr/>
        <a:lstStyle/>
        <a:p>
          <a:r>
            <a:rPr lang="es-MX" dirty="0"/>
            <a:t>Son Intereses</a:t>
          </a:r>
        </a:p>
      </dgm:t>
    </dgm:pt>
    <dgm:pt modelId="{334A5DAC-ED94-41C3-A4DA-25DCE6A48144}" type="parTrans" cxnId="{DAD82C0A-3982-4612-B709-2204EC9E8CC8}">
      <dgm:prSet/>
      <dgm:spPr/>
      <dgm:t>
        <a:bodyPr/>
        <a:lstStyle/>
        <a:p>
          <a:endParaRPr lang="es-MX"/>
        </a:p>
      </dgm:t>
    </dgm:pt>
    <dgm:pt modelId="{ABAFA20D-2461-43B2-A452-6063ABA9B9BF}" type="sibTrans" cxnId="{DAD82C0A-3982-4612-B709-2204EC9E8CC8}">
      <dgm:prSet/>
      <dgm:spPr/>
      <dgm:t>
        <a:bodyPr/>
        <a:lstStyle/>
        <a:p>
          <a:endParaRPr lang="es-MX"/>
        </a:p>
      </dgm:t>
    </dgm:pt>
    <dgm:pt modelId="{853A571A-A143-4029-A779-48B328500404}">
      <dgm:prSet phldrT="[Text]"/>
      <dgm:spPr>
        <a:solidFill>
          <a:srgbClr val="00B0F0"/>
        </a:solidFill>
      </dgm:spPr>
      <dgm:t>
        <a:bodyPr/>
        <a:lstStyle/>
        <a:p>
          <a:r>
            <a:rPr lang="es-MX" dirty="0"/>
            <a:t>Se Consideran Intereses</a:t>
          </a:r>
        </a:p>
      </dgm:t>
    </dgm:pt>
    <dgm:pt modelId="{555964D7-B315-4B16-AF69-A16DBAF381D7}" type="parTrans" cxnId="{D4E3C9D8-06B1-4894-A30F-493BEB6FB224}">
      <dgm:prSet/>
      <dgm:spPr/>
      <dgm:t>
        <a:bodyPr/>
        <a:lstStyle/>
        <a:p>
          <a:endParaRPr lang="es-MX"/>
        </a:p>
      </dgm:t>
    </dgm:pt>
    <dgm:pt modelId="{67BF79E6-A5F2-451F-ADB4-2832900B8F81}" type="sibTrans" cxnId="{D4E3C9D8-06B1-4894-A30F-493BEB6FB224}">
      <dgm:prSet/>
      <dgm:spPr/>
      <dgm:t>
        <a:bodyPr/>
        <a:lstStyle/>
        <a:p>
          <a:endParaRPr lang="es-MX"/>
        </a:p>
      </dgm:t>
    </dgm:pt>
    <dgm:pt modelId="{8DA8EE9D-42BD-413D-94A6-5B72FFE6F19E}">
      <dgm:prSet phldrT="[Text]"/>
      <dgm:spPr>
        <a:solidFill>
          <a:srgbClr val="0070C0"/>
        </a:solidFill>
      </dgm:spPr>
      <dgm:t>
        <a:bodyPr/>
        <a:lstStyle/>
        <a:p>
          <a:r>
            <a:rPr lang="es-MX" dirty="0"/>
            <a:t>Tienen el Tratamiento de Intereses</a:t>
          </a:r>
        </a:p>
      </dgm:t>
    </dgm:pt>
    <dgm:pt modelId="{9B73D731-BC99-4457-A024-F1ACFEFC1932}" type="parTrans" cxnId="{D95B3B0A-D184-4950-A1B4-9FB4511750FC}">
      <dgm:prSet/>
      <dgm:spPr/>
      <dgm:t>
        <a:bodyPr/>
        <a:lstStyle/>
        <a:p>
          <a:endParaRPr lang="es-MX"/>
        </a:p>
      </dgm:t>
    </dgm:pt>
    <dgm:pt modelId="{489CA3B5-2876-40ED-92AF-DD46F8D1CBA5}" type="sibTrans" cxnId="{D95B3B0A-D184-4950-A1B4-9FB4511750FC}">
      <dgm:prSet/>
      <dgm:spPr/>
      <dgm:t>
        <a:bodyPr/>
        <a:lstStyle/>
        <a:p>
          <a:endParaRPr lang="es-MX"/>
        </a:p>
      </dgm:t>
    </dgm:pt>
    <dgm:pt modelId="{731C625B-518B-4D0F-95D2-7AF89741726F}" type="pres">
      <dgm:prSet presAssocID="{D70FFD64-D30C-43F5-A805-D818C404EBF7}" presName="cycle" presStyleCnt="0">
        <dgm:presLayoutVars>
          <dgm:chMax val="1"/>
          <dgm:dir/>
          <dgm:animLvl val="ctr"/>
          <dgm:resizeHandles val="exact"/>
        </dgm:presLayoutVars>
      </dgm:prSet>
      <dgm:spPr/>
    </dgm:pt>
    <dgm:pt modelId="{BB738F85-0AE6-40C2-8CC1-F9B5230FA608}" type="pres">
      <dgm:prSet presAssocID="{4963786C-5B5E-48AD-B31E-7B47813A6580}" presName="centerShape" presStyleLbl="node0" presStyleIdx="0" presStyleCnt="1"/>
      <dgm:spPr/>
    </dgm:pt>
    <dgm:pt modelId="{51F04334-93A1-4E56-A47A-6CE8B4713EE5}" type="pres">
      <dgm:prSet presAssocID="{334A5DAC-ED94-41C3-A4DA-25DCE6A48144}" presName="Name9" presStyleLbl="parChTrans1D2" presStyleIdx="0" presStyleCnt="3"/>
      <dgm:spPr/>
    </dgm:pt>
    <dgm:pt modelId="{AD20535C-4B83-4DC9-BEE3-D3F18874DCDD}" type="pres">
      <dgm:prSet presAssocID="{334A5DAC-ED94-41C3-A4DA-25DCE6A48144}" presName="connTx" presStyleLbl="parChTrans1D2" presStyleIdx="0" presStyleCnt="3"/>
      <dgm:spPr/>
    </dgm:pt>
    <dgm:pt modelId="{FC2366FB-F9A3-4395-B8F2-253E5F28F8E4}" type="pres">
      <dgm:prSet presAssocID="{826AE4C1-4294-4D30-AD25-C80977179377}" presName="node" presStyleLbl="node1" presStyleIdx="0" presStyleCnt="3">
        <dgm:presLayoutVars>
          <dgm:bulletEnabled val="1"/>
        </dgm:presLayoutVars>
      </dgm:prSet>
      <dgm:spPr/>
    </dgm:pt>
    <dgm:pt modelId="{E740D717-6A05-436F-AEE6-53095CEED9C6}" type="pres">
      <dgm:prSet presAssocID="{555964D7-B315-4B16-AF69-A16DBAF381D7}" presName="Name9" presStyleLbl="parChTrans1D2" presStyleIdx="1" presStyleCnt="3"/>
      <dgm:spPr/>
    </dgm:pt>
    <dgm:pt modelId="{B560A808-E88A-4F1B-A3E1-409031D3BA93}" type="pres">
      <dgm:prSet presAssocID="{555964D7-B315-4B16-AF69-A16DBAF381D7}" presName="connTx" presStyleLbl="parChTrans1D2" presStyleIdx="1" presStyleCnt="3"/>
      <dgm:spPr/>
    </dgm:pt>
    <dgm:pt modelId="{71D03CFC-452D-4EC3-845A-C29AB2060741}" type="pres">
      <dgm:prSet presAssocID="{853A571A-A143-4029-A779-48B328500404}" presName="node" presStyleLbl="node1" presStyleIdx="1" presStyleCnt="3">
        <dgm:presLayoutVars>
          <dgm:bulletEnabled val="1"/>
        </dgm:presLayoutVars>
      </dgm:prSet>
      <dgm:spPr/>
    </dgm:pt>
    <dgm:pt modelId="{44E49E15-DBD1-4094-B0F1-F7950639E875}" type="pres">
      <dgm:prSet presAssocID="{9B73D731-BC99-4457-A024-F1ACFEFC1932}" presName="Name9" presStyleLbl="parChTrans1D2" presStyleIdx="2" presStyleCnt="3"/>
      <dgm:spPr/>
    </dgm:pt>
    <dgm:pt modelId="{35F567EB-B221-4FC9-B890-9719FCB3116E}" type="pres">
      <dgm:prSet presAssocID="{9B73D731-BC99-4457-A024-F1ACFEFC1932}" presName="connTx" presStyleLbl="parChTrans1D2" presStyleIdx="2" presStyleCnt="3"/>
      <dgm:spPr/>
    </dgm:pt>
    <dgm:pt modelId="{E0C07C74-AA9F-472D-9122-DE760A963A72}" type="pres">
      <dgm:prSet presAssocID="{8DA8EE9D-42BD-413D-94A6-5B72FFE6F19E}" presName="node" presStyleLbl="node1" presStyleIdx="2" presStyleCnt="3">
        <dgm:presLayoutVars>
          <dgm:bulletEnabled val="1"/>
        </dgm:presLayoutVars>
      </dgm:prSet>
      <dgm:spPr/>
    </dgm:pt>
  </dgm:ptLst>
  <dgm:cxnLst>
    <dgm:cxn modelId="{DAD82C0A-3982-4612-B709-2204EC9E8CC8}" srcId="{4963786C-5B5E-48AD-B31E-7B47813A6580}" destId="{826AE4C1-4294-4D30-AD25-C80977179377}" srcOrd="0" destOrd="0" parTransId="{334A5DAC-ED94-41C3-A4DA-25DCE6A48144}" sibTransId="{ABAFA20D-2461-43B2-A452-6063ABA9B9BF}"/>
    <dgm:cxn modelId="{D95B3B0A-D184-4950-A1B4-9FB4511750FC}" srcId="{4963786C-5B5E-48AD-B31E-7B47813A6580}" destId="{8DA8EE9D-42BD-413D-94A6-5B72FFE6F19E}" srcOrd="2" destOrd="0" parTransId="{9B73D731-BC99-4457-A024-F1ACFEFC1932}" sibTransId="{489CA3B5-2876-40ED-92AF-DD46F8D1CBA5}"/>
    <dgm:cxn modelId="{CC58A81B-F2D7-0643-B582-A2C68363E19D}" type="presOf" srcId="{555964D7-B315-4B16-AF69-A16DBAF381D7}" destId="{E740D717-6A05-436F-AEE6-53095CEED9C6}" srcOrd="0" destOrd="0" presId="urn:microsoft.com/office/officeart/2005/8/layout/radial1"/>
    <dgm:cxn modelId="{5E1F6025-8607-8D46-AE7D-F9249364280E}" type="presOf" srcId="{9B73D731-BC99-4457-A024-F1ACFEFC1932}" destId="{35F567EB-B221-4FC9-B890-9719FCB3116E}" srcOrd="1" destOrd="0" presId="urn:microsoft.com/office/officeart/2005/8/layout/radial1"/>
    <dgm:cxn modelId="{1A96F23D-77B0-2A42-B719-8EBAC93A167E}" type="presOf" srcId="{D70FFD64-D30C-43F5-A805-D818C404EBF7}" destId="{731C625B-518B-4D0F-95D2-7AF89741726F}" srcOrd="0" destOrd="0" presId="urn:microsoft.com/office/officeart/2005/8/layout/radial1"/>
    <dgm:cxn modelId="{2EE1DE5D-A7D3-9B45-8DB3-F2ACFD26A6BC}" type="presOf" srcId="{555964D7-B315-4B16-AF69-A16DBAF381D7}" destId="{B560A808-E88A-4F1B-A3E1-409031D3BA93}" srcOrd="1" destOrd="0" presId="urn:microsoft.com/office/officeart/2005/8/layout/radial1"/>
    <dgm:cxn modelId="{9868C449-8DFE-B547-8D30-70E21005C3AD}" type="presOf" srcId="{334A5DAC-ED94-41C3-A4DA-25DCE6A48144}" destId="{AD20535C-4B83-4DC9-BEE3-D3F18874DCDD}" srcOrd="1" destOrd="0" presId="urn:microsoft.com/office/officeart/2005/8/layout/radial1"/>
    <dgm:cxn modelId="{F34EC39A-AEA6-6D42-B3B1-49445A7197AC}" type="presOf" srcId="{826AE4C1-4294-4D30-AD25-C80977179377}" destId="{FC2366FB-F9A3-4395-B8F2-253E5F28F8E4}" srcOrd="0" destOrd="0" presId="urn:microsoft.com/office/officeart/2005/8/layout/radial1"/>
    <dgm:cxn modelId="{C1E4D9A8-CAC4-3144-99E0-286FE4274FDE}" type="presOf" srcId="{334A5DAC-ED94-41C3-A4DA-25DCE6A48144}" destId="{51F04334-93A1-4E56-A47A-6CE8B4713EE5}" srcOrd="0" destOrd="0" presId="urn:microsoft.com/office/officeart/2005/8/layout/radial1"/>
    <dgm:cxn modelId="{AB99B1BD-3C69-BE46-8F2D-7BAF10D8ECCA}" type="presOf" srcId="{4963786C-5B5E-48AD-B31E-7B47813A6580}" destId="{BB738F85-0AE6-40C2-8CC1-F9B5230FA608}" srcOrd="0" destOrd="0" presId="urn:microsoft.com/office/officeart/2005/8/layout/radial1"/>
    <dgm:cxn modelId="{DD0B96C0-9A0D-4E0B-BD4C-4BDE5A575078}" srcId="{D70FFD64-D30C-43F5-A805-D818C404EBF7}" destId="{4963786C-5B5E-48AD-B31E-7B47813A6580}" srcOrd="0" destOrd="0" parTransId="{76C19F94-BEE2-4ECC-9072-B8BA31D1D6B8}" sibTransId="{2A18C919-4EA3-4C29-B9CC-7CE5018C2D91}"/>
    <dgm:cxn modelId="{729ADACF-6BEE-EF40-BA31-04F5E17B24C6}" type="presOf" srcId="{9B73D731-BC99-4457-A024-F1ACFEFC1932}" destId="{44E49E15-DBD1-4094-B0F1-F7950639E875}" srcOrd="0" destOrd="0" presId="urn:microsoft.com/office/officeart/2005/8/layout/radial1"/>
    <dgm:cxn modelId="{D4E3C9D8-06B1-4894-A30F-493BEB6FB224}" srcId="{4963786C-5B5E-48AD-B31E-7B47813A6580}" destId="{853A571A-A143-4029-A779-48B328500404}" srcOrd="1" destOrd="0" parTransId="{555964D7-B315-4B16-AF69-A16DBAF381D7}" sibTransId="{67BF79E6-A5F2-451F-ADB4-2832900B8F81}"/>
    <dgm:cxn modelId="{19D618DF-B1D1-8B46-9F1B-89580C92BB9D}" type="presOf" srcId="{8DA8EE9D-42BD-413D-94A6-5B72FFE6F19E}" destId="{E0C07C74-AA9F-472D-9122-DE760A963A72}" srcOrd="0" destOrd="0" presId="urn:microsoft.com/office/officeart/2005/8/layout/radial1"/>
    <dgm:cxn modelId="{6A4065E3-9363-7B45-86FB-6672D9FB0005}" type="presOf" srcId="{853A571A-A143-4029-A779-48B328500404}" destId="{71D03CFC-452D-4EC3-845A-C29AB2060741}" srcOrd="0" destOrd="0" presId="urn:microsoft.com/office/officeart/2005/8/layout/radial1"/>
    <dgm:cxn modelId="{4A41CA9C-BCB8-CD40-A81C-1C852AF4061F}" type="presParOf" srcId="{731C625B-518B-4D0F-95D2-7AF89741726F}" destId="{BB738F85-0AE6-40C2-8CC1-F9B5230FA608}" srcOrd="0" destOrd="0" presId="urn:microsoft.com/office/officeart/2005/8/layout/radial1"/>
    <dgm:cxn modelId="{8CF3CC15-71D9-DE41-8683-B6ADFBFCB2E9}" type="presParOf" srcId="{731C625B-518B-4D0F-95D2-7AF89741726F}" destId="{51F04334-93A1-4E56-A47A-6CE8B4713EE5}" srcOrd="1" destOrd="0" presId="urn:microsoft.com/office/officeart/2005/8/layout/radial1"/>
    <dgm:cxn modelId="{05EA98A6-EC3B-284E-AF31-7B918C7953FF}" type="presParOf" srcId="{51F04334-93A1-4E56-A47A-6CE8B4713EE5}" destId="{AD20535C-4B83-4DC9-BEE3-D3F18874DCDD}" srcOrd="0" destOrd="0" presId="urn:microsoft.com/office/officeart/2005/8/layout/radial1"/>
    <dgm:cxn modelId="{063DEDDC-67C7-7740-A39E-D24EE75672AE}" type="presParOf" srcId="{731C625B-518B-4D0F-95D2-7AF89741726F}" destId="{FC2366FB-F9A3-4395-B8F2-253E5F28F8E4}" srcOrd="2" destOrd="0" presId="urn:microsoft.com/office/officeart/2005/8/layout/radial1"/>
    <dgm:cxn modelId="{BF98D306-A879-444B-88B3-AC55B66DC087}" type="presParOf" srcId="{731C625B-518B-4D0F-95D2-7AF89741726F}" destId="{E740D717-6A05-436F-AEE6-53095CEED9C6}" srcOrd="3" destOrd="0" presId="urn:microsoft.com/office/officeart/2005/8/layout/radial1"/>
    <dgm:cxn modelId="{D698C8F6-BE1C-3C4E-AE85-49CF711B2017}" type="presParOf" srcId="{E740D717-6A05-436F-AEE6-53095CEED9C6}" destId="{B560A808-E88A-4F1B-A3E1-409031D3BA93}" srcOrd="0" destOrd="0" presId="urn:microsoft.com/office/officeart/2005/8/layout/radial1"/>
    <dgm:cxn modelId="{5D0E6057-9F73-5E45-9784-3DB8B1CE1EB8}" type="presParOf" srcId="{731C625B-518B-4D0F-95D2-7AF89741726F}" destId="{71D03CFC-452D-4EC3-845A-C29AB2060741}" srcOrd="4" destOrd="0" presId="urn:microsoft.com/office/officeart/2005/8/layout/radial1"/>
    <dgm:cxn modelId="{ACCF6A72-BBE7-484F-9477-A82507F27E76}" type="presParOf" srcId="{731C625B-518B-4D0F-95D2-7AF89741726F}" destId="{44E49E15-DBD1-4094-B0F1-F7950639E875}" srcOrd="5" destOrd="0" presId="urn:microsoft.com/office/officeart/2005/8/layout/radial1"/>
    <dgm:cxn modelId="{277E225A-F3AF-4847-BCF0-AC719838346E}" type="presParOf" srcId="{44E49E15-DBD1-4094-B0F1-F7950639E875}" destId="{35F567EB-B221-4FC9-B890-9719FCB3116E}" srcOrd="0" destOrd="0" presId="urn:microsoft.com/office/officeart/2005/8/layout/radial1"/>
    <dgm:cxn modelId="{038CD354-C80B-E747-9D51-D5BB50414E52}" type="presParOf" srcId="{731C625B-518B-4D0F-95D2-7AF89741726F}" destId="{E0C07C74-AA9F-472D-9122-DE760A963A72}"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E4F970B-0A3B-4F84-BA76-4C45F9094F7E}"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s-MX"/>
        </a:p>
      </dgm:t>
    </dgm:pt>
    <dgm:pt modelId="{CFBD954C-A0E2-443A-A4FE-FAD8BB7AF11F}">
      <dgm:prSet phldrT="[Text]"/>
      <dgm:spPr>
        <a:solidFill>
          <a:srgbClr val="92D050"/>
        </a:solidFill>
      </dgm:spPr>
      <dgm:t>
        <a:bodyPr/>
        <a:lstStyle/>
        <a:p>
          <a:r>
            <a:rPr lang="es-MX" dirty="0"/>
            <a:t>Rendimientos de Créditos de Cualquier Clase</a:t>
          </a:r>
        </a:p>
      </dgm:t>
    </dgm:pt>
    <dgm:pt modelId="{0D21A5B7-434D-4FD4-81CE-2F29DA156FD0}" type="parTrans" cxnId="{51F181F2-1A92-4420-ACA9-07851828C9C7}">
      <dgm:prSet/>
      <dgm:spPr/>
      <dgm:t>
        <a:bodyPr/>
        <a:lstStyle/>
        <a:p>
          <a:endParaRPr lang="es-MX"/>
        </a:p>
      </dgm:t>
    </dgm:pt>
    <dgm:pt modelId="{A04F9DC3-A0DC-4F0A-9BFA-A35897B1820E}" type="sibTrans" cxnId="{51F181F2-1A92-4420-ACA9-07851828C9C7}">
      <dgm:prSet/>
      <dgm:spPr/>
      <dgm:t>
        <a:bodyPr/>
        <a:lstStyle/>
        <a:p>
          <a:endParaRPr lang="es-MX"/>
        </a:p>
      </dgm:t>
    </dgm:pt>
    <dgm:pt modelId="{3A3DEEFE-53C6-4BE4-9642-E9A25F92AF1C}">
      <dgm:prSet phldrT="[Text]"/>
      <dgm:spPr/>
      <dgm:t>
        <a:bodyPr/>
        <a:lstStyle/>
        <a:p>
          <a:r>
            <a:rPr lang="es-MX" dirty="0"/>
            <a:t>Rendimientos de Deuda Pública</a:t>
          </a:r>
        </a:p>
      </dgm:t>
    </dgm:pt>
    <dgm:pt modelId="{43C89E22-6767-416A-A3FC-E117B3BFD551}" type="parTrans" cxnId="{391A3847-172C-4F66-8213-A29D2683FD3B}">
      <dgm:prSet/>
      <dgm:spPr/>
      <dgm:t>
        <a:bodyPr/>
        <a:lstStyle/>
        <a:p>
          <a:endParaRPr lang="es-MX"/>
        </a:p>
      </dgm:t>
    </dgm:pt>
    <dgm:pt modelId="{71BB4D34-11C1-405F-9478-ED3694958E4A}" type="sibTrans" cxnId="{391A3847-172C-4F66-8213-A29D2683FD3B}">
      <dgm:prSet/>
      <dgm:spPr/>
      <dgm:t>
        <a:bodyPr/>
        <a:lstStyle/>
        <a:p>
          <a:endParaRPr lang="es-MX"/>
        </a:p>
      </dgm:t>
    </dgm:pt>
    <dgm:pt modelId="{2D8738A1-6CF9-4255-AA7A-A8CDF2573174}">
      <dgm:prSet phldrT="[Text]"/>
      <dgm:spPr/>
      <dgm:t>
        <a:bodyPr/>
        <a:lstStyle/>
        <a:p>
          <a:r>
            <a:rPr lang="es-MX" dirty="0"/>
            <a:t>Rendimientos de Bonos y Obligaciones</a:t>
          </a:r>
        </a:p>
      </dgm:t>
    </dgm:pt>
    <dgm:pt modelId="{D25E7A60-7262-4F48-A7CD-6BAE759DFDDC}" type="parTrans" cxnId="{3C9C47B2-A1B9-47EA-91F0-787D9FF92239}">
      <dgm:prSet/>
      <dgm:spPr/>
      <dgm:t>
        <a:bodyPr/>
        <a:lstStyle/>
        <a:p>
          <a:endParaRPr lang="es-MX"/>
        </a:p>
      </dgm:t>
    </dgm:pt>
    <dgm:pt modelId="{2F3AEE88-E9F8-4807-853D-FE0B5AC239F5}" type="sibTrans" cxnId="{3C9C47B2-A1B9-47EA-91F0-787D9FF92239}">
      <dgm:prSet/>
      <dgm:spPr/>
      <dgm:t>
        <a:bodyPr/>
        <a:lstStyle/>
        <a:p>
          <a:endParaRPr lang="es-MX"/>
        </a:p>
      </dgm:t>
    </dgm:pt>
    <dgm:pt modelId="{9B19A394-2702-4936-87AB-A9D1722F3570}">
      <dgm:prSet phldrT="[Text]"/>
      <dgm:spPr/>
      <dgm:t>
        <a:bodyPr/>
        <a:lstStyle/>
        <a:p>
          <a:r>
            <a:rPr lang="es-MX" dirty="0"/>
            <a:t>Premios de Reporto o de Préstamo de Valores</a:t>
          </a:r>
        </a:p>
      </dgm:t>
    </dgm:pt>
    <dgm:pt modelId="{22CA31B8-BD78-47E5-A504-FC34415C3587}" type="parTrans" cxnId="{49C1961C-BBBC-41ED-8BAB-D72DA2B1E66F}">
      <dgm:prSet/>
      <dgm:spPr/>
      <dgm:t>
        <a:bodyPr/>
        <a:lstStyle/>
        <a:p>
          <a:endParaRPr lang="es-MX"/>
        </a:p>
      </dgm:t>
    </dgm:pt>
    <dgm:pt modelId="{4A1BE755-7671-4F6D-9CB6-A37826B0A219}" type="sibTrans" cxnId="{49C1961C-BBBC-41ED-8BAB-D72DA2B1E66F}">
      <dgm:prSet/>
      <dgm:spPr/>
      <dgm:t>
        <a:bodyPr/>
        <a:lstStyle/>
        <a:p>
          <a:endParaRPr lang="es-MX"/>
        </a:p>
      </dgm:t>
    </dgm:pt>
    <dgm:pt modelId="{7C2A6B4A-18AC-4513-B4B2-F988C3C6ADAE}">
      <dgm:prSet phldrT="[Text]"/>
      <dgm:spPr/>
      <dgm:t>
        <a:bodyPr/>
        <a:lstStyle/>
        <a:p>
          <a:r>
            <a:rPr lang="es-MX" dirty="0"/>
            <a:t>Avales y Garantías, excepto Aseguradoras y Afianzadoras</a:t>
          </a:r>
        </a:p>
      </dgm:t>
    </dgm:pt>
    <dgm:pt modelId="{0F607C18-1AA3-4497-A0B6-63701898ECF3}" type="parTrans" cxnId="{27980D95-2048-4E54-BF20-C1394B38BF03}">
      <dgm:prSet/>
      <dgm:spPr/>
      <dgm:t>
        <a:bodyPr/>
        <a:lstStyle/>
        <a:p>
          <a:endParaRPr lang="es-MX"/>
        </a:p>
      </dgm:t>
    </dgm:pt>
    <dgm:pt modelId="{663A83FC-2E76-4179-82F3-D79A6BF2D6F6}" type="sibTrans" cxnId="{27980D95-2048-4E54-BF20-C1394B38BF03}">
      <dgm:prSet/>
      <dgm:spPr/>
      <dgm:t>
        <a:bodyPr/>
        <a:lstStyle/>
        <a:p>
          <a:endParaRPr lang="es-MX"/>
        </a:p>
      </dgm:t>
    </dgm:pt>
    <dgm:pt modelId="{2144D0A5-0AAC-4896-ABF4-7E0F8FEE3EE8}">
      <dgm:prSet/>
      <dgm:spPr/>
      <dgm:t>
        <a:bodyPr/>
        <a:lstStyle/>
        <a:p>
          <a:r>
            <a:rPr lang="es-MX" dirty="0"/>
            <a:t>Ganancia en Valores Colocados entre el Gran Público </a:t>
          </a:r>
        </a:p>
      </dgm:t>
    </dgm:pt>
    <dgm:pt modelId="{5F1AE421-BE3F-4CBA-9F26-E8A99EF6C557}" type="parTrans" cxnId="{CA6A7800-BD6D-4B19-B0B2-5BFD2BCC63F0}">
      <dgm:prSet/>
      <dgm:spPr/>
      <dgm:t>
        <a:bodyPr/>
        <a:lstStyle/>
        <a:p>
          <a:endParaRPr lang="es-MX"/>
        </a:p>
      </dgm:t>
    </dgm:pt>
    <dgm:pt modelId="{533CB4CC-23D8-4B0A-B662-0DD7E7E6A24D}" type="sibTrans" cxnId="{CA6A7800-BD6D-4B19-B0B2-5BFD2BCC63F0}">
      <dgm:prSet/>
      <dgm:spPr/>
      <dgm:t>
        <a:bodyPr/>
        <a:lstStyle/>
        <a:p>
          <a:endParaRPr lang="es-MX"/>
        </a:p>
      </dgm:t>
    </dgm:pt>
    <dgm:pt modelId="{DDEA53A5-F578-449B-8767-CFA5028AE611}" type="pres">
      <dgm:prSet presAssocID="{3E4F970B-0A3B-4F84-BA76-4C45F9094F7E}" presName="cycle" presStyleCnt="0">
        <dgm:presLayoutVars>
          <dgm:chMax val="1"/>
          <dgm:dir/>
          <dgm:animLvl val="ctr"/>
          <dgm:resizeHandles val="exact"/>
        </dgm:presLayoutVars>
      </dgm:prSet>
      <dgm:spPr/>
    </dgm:pt>
    <dgm:pt modelId="{2FC4D739-3B92-429A-A41C-FC19A18B3946}" type="pres">
      <dgm:prSet presAssocID="{CFBD954C-A0E2-443A-A4FE-FAD8BB7AF11F}" presName="centerShape" presStyleLbl="node0" presStyleIdx="0" presStyleCnt="1"/>
      <dgm:spPr/>
    </dgm:pt>
    <dgm:pt modelId="{6B65A0CC-C15C-4976-BBBA-F2166F4B8B38}" type="pres">
      <dgm:prSet presAssocID="{5F1AE421-BE3F-4CBA-9F26-E8A99EF6C557}" presName="Name9" presStyleLbl="parChTrans1D2" presStyleIdx="0" presStyleCnt="5"/>
      <dgm:spPr/>
    </dgm:pt>
    <dgm:pt modelId="{E9357433-A57D-4F1F-A2FA-0EEAAC3FF0BB}" type="pres">
      <dgm:prSet presAssocID="{5F1AE421-BE3F-4CBA-9F26-E8A99EF6C557}" presName="connTx" presStyleLbl="parChTrans1D2" presStyleIdx="0" presStyleCnt="5"/>
      <dgm:spPr/>
    </dgm:pt>
    <dgm:pt modelId="{CC2D6668-44CF-4766-B104-0FA5734DA4B0}" type="pres">
      <dgm:prSet presAssocID="{2144D0A5-0AAC-4896-ABF4-7E0F8FEE3EE8}" presName="node" presStyleLbl="node1" presStyleIdx="0" presStyleCnt="5">
        <dgm:presLayoutVars>
          <dgm:bulletEnabled val="1"/>
        </dgm:presLayoutVars>
      </dgm:prSet>
      <dgm:spPr/>
    </dgm:pt>
    <dgm:pt modelId="{953EB39C-323A-4153-AE00-CFC752187371}" type="pres">
      <dgm:prSet presAssocID="{43C89E22-6767-416A-A3FC-E117B3BFD551}" presName="Name9" presStyleLbl="parChTrans1D2" presStyleIdx="1" presStyleCnt="5"/>
      <dgm:spPr/>
    </dgm:pt>
    <dgm:pt modelId="{F4F13F8E-0050-4A28-8843-21E65FEAF809}" type="pres">
      <dgm:prSet presAssocID="{43C89E22-6767-416A-A3FC-E117B3BFD551}" presName="connTx" presStyleLbl="parChTrans1D2" presStyleIdx="1" presStyleCnt="5"/>
      <dgm:spPr/>
    </dgm:pt>
    <dgm:pt modelId="{484B3C9E-9840-43EB-BBC8-1844663D8558}" type="pres">
      <dgm:prSet presAssocID="{3A3DEEFE-53C6-4BE4-9642-E9A25F92AF1C}" presName="node" presStyleLbl="node1" presStyleIdx="1" presStyleCnt="5">
        <dgm:presLayoutVars>
          <dgm:bulletEnabled val="1"/>
        </dgm:presLayoutVars>
      </dgm:prSet>
      <dgm:spPr/>
    </dgm:pt>
    <dgm:pt modelId="{6CCCACE1-2F04-4B3E-95EE-4B16C9D4F52F}" type="pres">
      <dgm:prSet presAssocID="{D25E7A60-7262-4F48-A7CD-6BAE759DFDDC}" presName="Name9" presStyleLbl="parChTrans1D2" presStyleIdx="2" presStyleCnt="5"/>
      <dgm:spPr/>
    </dgm:pt>
    <dgm:pt modelId="{9BFB7E80-6E78-464F-91EC-B6153BB7A1EC}" type="pres">
      <dgm:prSet presAssocID="{D25E7A60-7262-4F48-A7CD-6BAE759DFDDC}" presName="connTx" presStyleLbl="parChTrans1D2" presStyleIdx="2" presStyleCnt="5"/>
      <dgm:spPr/>
    </dgm:pt>
    <dgm:pt modelId="{F3EC79B5-0C21-4BBE-964B-65DD03E1DC99}" type="pres">
      <dgm:prSet presAssocID="{2D8738A1-6CF9-4255-AA7A-A8CDF2573174}" presName="node" presStyleLbl="node1" presStyleIdx="2" presStyleCnt="5">
        <dgm:presLayoutVars>
          <dgm:bulletEnabled val="1"/>
        </dgm:presLayoutVars>
      </dgm:prSet>
      <dgm:spPr/>
    </dgm:pt>
    <dgm:pt modelId="{D1FDD87C-7014-49E7-9B87-D66FF24270B2}" type="pres">
      <dgm:prSet presAssocID="{22CA31B8-BD78-47E5-A504-FC34415C3587}" presName="Name9" presStyleLbl="parChTrans1D2" presStyleIdx="3" presStyleCnt="5"/>
      <dgm:spPr/>
    </dgm:pt>
    <dgm:pt modelId="{AD5E972B-8354-48F8-8A15-924C1D0C2E56}" type="pres">
      <dgm:prSet presAssocID="{22CA31B8-BD78-47E5-A504-FC34415C3587}" presName="connTx" presStyleLbl="parChTrans1D2" presStyleIdx="3" presStyleCnt="5"/>
      <dgm:spPr/>
    </dgm:pt>
    <dgm:pt modelId="{703109AE-B135-43F4-9274-33DF81550C77}" type="pres">
      <dgm:prSet presAssocID="{9B19A394-2702-4936-87AB-A9D1722F3570}" presName="node" presStyleLbl="node1" presStyleIdx="3" presStyleCnt="5">
        <dgm:presLayoutVars>
          <dgm:bulletEnabled val="1"/>
        </dgm:presLayoutVars>
      </dgm:prSet>
      <dgm:spPr/>
    </dgm:pt>
    <dgm:pt modelId="{4AA3C6ED-4973-4B5A-B24B-E766450D540D}" type="pres">
      <dgm:prSet presAssocID="{0F607C18-1AA3-4497-A0B6-63701898ECF3}" presName="Name9" presStyleLbl="parChTrans1D2" presStyleIdx="4" presStyleCnt="5"/>
      <dgm:spPr/>
    </dgm:pt>
    <dgm:pt modelId="{14D43AD7-8B15-4BCE-8524-177C9842FF2C}" type="pres">
      <dgm:prSet presAssocID="{0F607C18-1AA3-4497-A0B6-63701898ECF3}" presName="connTx" presStyleLbl="parChTrans1D2" presStyleIdx="4" presStyleCnt="5"/>
      <dgm:spPr/>
    </dgm:pt>
    <dgm:pt modelId="{4A5C0D14-084D-44C1-A71E-3903EA2B7CD4}" type="pres">
      <dgm:prSet presAssocID="{7C2A6B4A-18AC-4513-B4B2-F988C3C6ADAE}" presName="node" presStyleLbl="node1" presStyleIdx="4" presStyleCnt="5">
        <dgm:presLayoutVars>
          <dgm:bulletEnabled val="1"/>
        </dgm:presLayoutVars>
      </dgm:prSet>
      <dgm:spPr/>
    </dgm:pt>
  </dgm:ptLst>
  <dgm:cxnLst>
    <dgm:cxn modelId="{CA6A7800-BD6D-4B19-B0B2-5BFD2BCC63F0}" srcId="{CFBD954C-A0E2-443A-A4FE-FAD8BB7AF11F}" destId="{2144D0A5-0AAC-4896-ABF4-7E0F8FEE3EE8}" srcOrd="0" destOrd="0" parTransId="{5F1AE421-BE3F-4CBA-9F26-E8A99EF6C557}" sibTransId="{533CB4CC-23D8-4B0A-B662-0DD7E7E6A24D}"/>
    <dgm:cxn modelId="{92C1BA08-0907-EC4F-8798-F79DEAAB93F5}" type="presOf" srcId="{3A3DEEFE-53C6-4BE4-9642-E9A25F92AF1C}" destId="{484B3C9E-9840-43EB-BBC8-1844663D8558}" srcOrd="0" destOrd="0" presId="urn:microsoft.com/office/officeart/2005/8/layout/radial1"/>
    <dgm:cxn modelId="{8C48D20F-1BB3-8B45-A9C5-8DAE92A3863C}" type="presOf" srcId="{9B19A394-2702-4936-87AB-A9D1722F3570}" destId="{703109AE-B135-43F4-9274-33DF81550C77}" srcOrd="0" destOrd="0" presId="urn:microsoft.com/office/officeart/2005/8/layout/radial1"/>
    <dgm:cxn modelId="{D96DB912-3AC2-8545-AEB1-7A836A947967}" type="presOf" srcId="{43C89E22-6767-416A-A3FC-E117B3BFD551}" destId="{953EB39C-323A-4153-AE00-CFC752187371}" srcOrd="0" destOrd="0" presId="urn:microsoft.com/office/officeart/2005/8/layout/radial1"/>
    <dgm:cxn modelId="{49C1961C-BBBC-41ED-8BAB-D72DA2B1E66F}" srcId="{CFBD954C-A0E2-443A-A4FE-FAD8BB7AF11F}" destId="{9B19A394-2702-4936-87AB-A9D1722F3570}" srcOrd="3" destOrd="0" parTransId="{22CA31B8-BD78-47E5-A504-FC34415C3587}" sibTransId="{4A1BE755-7671-4F6D-9CB6-A37826B0A219}"/>
    <dgm:cxn modelId="{686F0E21-5824-4240-84C2-EA610E1BEA0B}" type="presOf" srcId="{D25E7A60-7262-4F48-A7CD-6BAE759DFDDC}" destId="{6CCCACE1-2F04-4B3E-95EE-4B16C9D4F52F}" srcOrd="0" destOrd="0" presId="urn:microsoft.com/office/officeart/2005/8/layout/radial1"/>
    <dgm:cxn modelId="{2333203A-5178-124E-B544-081585E39814}" type="presOf" srcId="{D25E7A60-7262-4F48-A7CD-6BAE759DFDDC}" destId="{9BFB7E80-6E78-464F-91EC-B6153BB7A1EC}" srcOrd="1" destOrd="0" presId="urn:microsoft.com/office/officeart/2005/8/layout/radial1"/>
    <dgm:cxn modelId="{9AFC3463-9829-AF42-8B3F-D0BCB344C88D}" type="presOf" srcId="{3E4F970B-0A3B-4F84-BA76-4C45F9094F7E}" destId="{DDEA53A5-F578-449B-8767-CFA5028AE611}" srcOrd="0" destOrd="0" presId="urn:microsoft.com/office/officeart/2005/8/layout/radial1"/>
    <dgm:cxn modelId="{391A3847-172C-4F66-8213-A29D2683FD3B}" srcId="{CFBD954C-A0E2-443A-A4FE-FAD8BB7AF11F}" destId="{3A3DEEFE-53C6-4BE4-9642-E9A25F92AF1C}" srcOrd="1" destOrd="0" parTransId="{43C89E22-6767-416A-A3FC-E117B3BFD551}" sibTransId="{71BB4D34-11C1-405F-9478-ED3694958E4A}"/>
    <dgm:cxn modelId="{5DBBD068-F440-3649-9215-E54AB385C0AD}" type="presOf" srcId="{0F607C18-1AA3-4497-A0B6-63701898ECF3}" destId="{14D43AD7-8B15-4BCE-8524-177C9842FF2C}" srcOrd="1" destOrd="0" presId="urn:microsoft.com/office/officeart/2005/8/layout/radial1"/>
    <dgm:cxn modelId="{A0046593-B6F2-2543-A87D-EA2F159AC415}" type="presOf" srcId="{22CA31B8-BD78-47E5-A504-FC34415C3587}" destId="{AD5E972B-8354-48F8-8A15-924C1D0C2E56}" srcOrd="1" destOrd="0" presId="urn:microsoft.com/office/officeart/2005/8/layout/radial1"/>
    <dgm:cxn modelId="{48CAC393-A645-7D49-9C7C-D2C7DF6CE1B2}" type="presOf" srcId="{5F1AE421-BE3F-4CBA-9F26-E8A99EF6C557}" destId="{E9357433-A57D-4F1F-A2FA-0EEAAC3FF0BB}" srcOrd="1" destOrd="0" presId="urn:microsoft.com/office/officeart/2005/8/layout/radial1"/>
    <dgm:cxn modelId="{27980D95-2048-4E54-BF20-C1394B38BF03}" srcId="{CFBD954C-A0E2-443A-A4FE-FAD8BB7AF11F}" destId="{7C2A6B4A-18AC-4513-B4B2-F988C3C6ADAE}" srcOrd="4" destOrd="0" parTransId="{0F607C18-1AA3-4497-A0B6-63701898ECF3}" sibTransId="{663A83FC-2E76-4179-82F3-D79A6BF2D6F6}"/>
    <dgm:cxn modelId="{3C9C47B2-A1B9-47EA-91F0-787D9FF92239}" srcId="{CFBD954C-A0E2-443A-A4FE-FAD8BB7AF11F}" destId="{2D8738A1-6CF9-4255-AA7A-A8CDF2573174}" srcOrd="2" destOrd="0" parTransId="{D25E7A60-7262-4F48-A7CD-6BAE759DFDDC}" sibTransId="{2F3AEE88-E9F8-4807-853D-FE0B5AC239F5}"/>
    <dgm:cxn modelId="{C152D6B4-026C-804A-86EC-58BE769C08C5}" type="presOf" srcId="{43C89E22-6767-416A-A3FC-E117B3BFD551}" destId="{F4F13F8E-0050-4A28-8843-21E65FEAF809}" srcOrd="1" destOrd="0" presId="urn:microsoft.com/office/officeart/2005/8/layout/radial1"/>
    <dgm:cxn modelId="{5C1FE2B6-E16A-B54E-BB49-443E0F0F70AD}" type="presOf" srcId="{2144D0A5-0AAC-4896-ABF4-7E0F8FEE3EE8}" destId="{CC2D6668-44CF-4766-B104-0FA5734DA4B0}" srcOrd="0" destOrd="0" presId="urn:microsoft.com/office/officeart/2005/8/layout/radial1"/>
    <dgm:cxn modelId="{B38316CD-AECD-B64B-B506-F459D023547F}" type="presOf" srcId="{22CA31B8-BD78-47E5-A504-FC34415C3587}" destId="{D1FDD87C-7014-49E7-9B87-D66FF24270B2}" srcOrd="0" destOrd="0" presId="urn:microsoft.com/office/officeart/2005/8/layout/radial1"/>
    <dgm:cxn modelId="{F78919D9-7CE4-574D-80C9-34FE420D9DA5}" type="presOf" srcId="{2D8738A1-6CF9-4255-AA7A-A8CDF2573174}" destId="{F3EC79B5-0C21-4BBE-964B-65DD03E1DC99}" srcOrd="0" destOrd="0" presId="urn:microsoft.com/office/officeart/2005/8/layout/radial1"/>
    <dgm:cxn modelId="{28E762DA-8404-374C-B22A-A1C22BFAF5D5}" type="presOf" srcId="{0F607C18-1AA3-4497-A0B6-63701898ECF3}" destId="{4AA3C6ED-4973-4B5A-B24B-E766450D540D}" srcOrd="0" destOrd="0" presId="urn:microsoft.com/office/officeart/2005/8/layout/radial1"/>
    <dgm:cxn modelId="{AD0242DB-9942-434E-9196-831FECE89CFE}" type="presOf" srcId="{CFBD954C-A0E2-443A-A4FE-FAD8BB7AF11F}" destId="{2FC4D739-3B92-429A-A41C-FC19A18B3946}" srcOrd="0" destOrd="0" presId="urn:microsoft.com/office/officeart/2005/8/layout/radial1"/>
    <dgm:cxn modelId="{51F181F2-1A92-4420-ACA9-07851828C9C7}" srcId="{3E4F970B-0A3B-4F84-BA76-4C45F9094F7E}" destId="{CFBD954C-A0E2-443A-A4FE-FAD8BB7AF11F}" srcOrd="0" destOrd="0" parTransId="{0D21A5B7-434D-4FD4-81CE-2F29DA156FD0}" sibTransId="{A04F9DC3-A0DC-4F0A-9BFA-A35897B1820E}"/>
    <dgm:cxn modelId="{82F577F7-C86C-224B-BDBB-C6AF61AE2BAE}" type="presOf" srcId="{7C2A6B4A-18AC-4513-B4B2-F988C3C6ADAE}" destId="{4A5C0D14-084D-44C1-A71E-3903EA2B7CD4}" srcOrd="0" destOrd="0" presId="urn:microsoft.com/office/officeart/2005/8/layout/radial1"/>
    <dgm:cxn modelId="{30ED1CF8-9A1C-DE48-A4D3-9A48D4B9BE81}" type="presOf" srcId="{5F1AE421-BE3F-4CBA-9F26-E8A99EF6C557}" destId="{6B65A0CC-C15C-4976-BBBA-F2166F4B8B38}" srcOrd="0" destOrd="0" presId="urn:microsoft.com/office/officeart/2005/8/layout/radial1"/>
    <dgm:cxn modelId="{F44D75E4-3F44-8741-AB3B-745EE9D8E852}" type="presParOf" srcId="{DDEA53A5-F578-449B-8767-CFA5028AE611}" destId="{2FC4D739-3B92-429A-A41C-FC19A18B3946}" srcOrd="0" destOrd="0" presId="urn:microsoft.com/office/officeart/2005/8/layout/radial1"/>
    <dgm:cxn modelId="{7F1D9F93-6D09-5C45-B457-97B721286814}" type="presParOf" srcId="{DDEA53A5-F578-449B-8767-CFA5028AE611}" destId="{6B65A0CC-C15C-4976-BBBA-F2166F4B8B38}" srcOrd="1" destOrd="0" presId="urn:microsoft.com/office/officeart/2005/8/layout/radial1"/>
    <dgm:cxn modelId="{2781F64C-8E23-CC42-9227-0E6E3A33EB16}" type="presParOf" srcId="{6B65A0CC-C15C-4976-BBBA-F2166F4B8B38}" destId="{E9357433-A57D-4F1F-A2FA-0EEAAC3FF0BB}" srcOrd="0" destOrd="0" presId="urn:microsoft.com/office/officeart/2005/8/layout/radial1"/>
    <dgm:cxn modelId="{A3D75120-94C6-6647-A114-A04F9B44256D}" type="presParOf" srcId="{DDEA53A5-F578-449B-8767-CFA5028AE611}" destId="{CC2D6668-44CF-4766-B104-0FA5734DA4B0}" srcOrd="2" destOrd="0" presId="urn:microsoft.com/office/officeart/2005/8/layout/radial1"/>
    <dgm:cxn modelId="{1B079C8E-1CAF-C743-9E62-B012AC517A0D}" type="presParOf" srcId="{DDEA53A5-F578-449B-8767-CFA5028AE611}" destId="{953EB39C-323A-4153-AE00-CFC752187371}" srcOrd="3" destOrd="0" presId="urn:microsoft.com/office/officeart/2005/8/layout/radial1"/>
    <dgm:cxn modelId="{80771A16-C531-2240-AD44-5E0FC578FC23}" type="presParOf" srcId="{953EB39C-323A-4153-AE00-CFC752187371}" destId="{F4F13F8E-0050-4A28-8843-21E65FEAF809}" srcOrd="0" destOrd="0" presId="urn:microsoft.com/office/officeart/2005/8/layout/radial1"/>
    <dgm:cxn modelId="{05AE7861-A73B-5E46-9007-EB701E7BF01A}" type="presParOf" srcId="{DDEA53A5-F578-449B-8767-CFA5028AE611}" destId="{484B3C9E-9840-43EB-BBC8-1844663D8558}" srcOrd="4" destOrd="0" presId="urn:microsoft.com/office/officeart/2005/8/layout/radial1"/>
    <dgm:cxn modelId="{E8DC6637-1361-1842-B600-5B1AAA7FDA8C}" type="presParOf" srcId="{DDEA53A5-F578-449B-8767-CFA5028AE611}" destId="{6CCCACE1-2F04-4B3E-95EE-4B16C9D4F52F}" srcOrd="5" destOrd="0" presId="urn:microsoft.com/office/officeart/2005/8/layout/radial1"/>
    <dgm:cxn modelId="{8F01FEA2-3B5F-1B47-A044-915BF9A6FEBB}" type="presParOf" srcId="{6CCCACE1-2F04-4B3E-95EE-4B16C9D4F52F}" destId="{9BFB7E80-6E78-464F-91EC-B6153BB7A1EC}" srcOrd="0" destOrd="0" presId="urn:microsoft.com/office/officeart/2005/8/layout/radial1"/>
    <dgm:cxn modelId="{7F74FC19-BBC7-B448-868E-14C0ADB0C04F}" type="presParOf" srcId="{DDEA53A5-F578-449B-8767-CFA5028AE611}" destId="{F3EC79B5-0C21-4BBE-964B-65DD03E1DC99}" srcOrd="6" destOrd="0" presId="urn:microsoft.com/office/officeart/2005/8/layout/radial1"/>
    <dgm:cxn modelId="{9AF1C120-E216-4541-95A9-F2AE93BDE9C2}" type="presParOf" srcId="{DDEA53A5-F578-449B-8767-CFA5028AE611}" destId="{D1FDD87C-7014-49E7-9B87-D66FF24270B2}" srcOrd="7" destOrd="0" presId="urn:microsoft.com/office/officeart/2005/8/layout/radial1"/>
    <dgm:cxn modelId="{8B1D3F64-46CC-AA4D-9166-0A3A9B51F223}" type="presParOf" srcId="{D1FDD87C-7014-49E7-9B87-D66FF24270B2}" destId="{AD5E972B-8354-48F8-8A15-924C1D0C2E56}" srcOrd="0" destOrd="0" presId="urn:microsoft.com/office/officeart/2005/8/layout/radial1"/>
    <dgm:cxn modelId="{9FB7E0A7-972F-2E4E-BE1D-67FF9A2F8A33}" type="presParOf" srcId="{DDEA53A5-F578-449B-8767-CFA5028AE611}" destId="{703109AE-B135-43F4-9274-33DF81550C77}" srcOrd="8" destOrd="0" presId="urn:microsoft.com/office/officeart/2005/8/layout/radial1"/>
    <dgm:cxn modelId="{EE4CD673-E728-4147-95E6-E4FD0D147347}" type="presParOf" srcId="{DDEA53A5-F578-449B-8767-CFA5028AE611}" destId="{4AA3C6ED-4973-4B5A-B24B-E766450D540D}" srcOrd="9" destOrd="0" presId="urn:microsoft.com/office/officeart/2005/8/layout/radial1"/>
    <dgm:cxn modelId="{CA8634CE-BF64-4E44-A21F-57210F2FF492}" type="presParOf" srcId="{4AA3C6ED-4973-4B5A-B24B-E766450D540D}" destId="{14D43AD7-8B15-4BCE-8524-177C9842FF2C}" srcOrd="0" destOrd="0" presId="urn:microsoft.com/office/officeart/2005/8/layout/radial1"/>
    <dgm:cxn modelId="{314695FC-E7A4-0A44-A006-09BD9DCF2EB8}" type="presParOf" srcId="{DDEA53A5-F578-449B-8767-CFA5028AE611}" destId="{4A5C0D14-084D-44C1-A71E-3903EA2B7CD4}" srcOrd="10"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0A98192-AE70-42C9-BBBB-B3A785147D06}"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s-MX"/>
        </a:p>
      </dgm:t>
    </dgm:pt>
    <dgm:pt modelId="{FD34BAA2-0738-4C96-BF5B-1E998CCE7EBD}">
      <dgm:prSet phldrT="[Text]"/>
      <dgm:spPr>
        <a:solidFill>
          <a:srgbClr val="00B0F0"/>
        </a:solidFill>
      </dgm:spPr>
      <dgm:t>
        <a:bodyPr/>
        <a:lstStyle/>
        <a:p>
          <a:r>
            <a:rPr lang="es-MX" dirty="0"/>
            <a:t>Considerados como Intereses</a:t>
          </a:r>
        </a:p>
      </dgm:t>
    </dgm:pt>
    <dgm:pt modelId="{4FBD4373-0E9C-4B35-A980-67490E420D70}" type="parTrans" cxnId="{C184AB27-BA6B-47BA-87A1-B84182890AC1}">
      <dgm:prSet/>
      <dgm:spPr/>
      <dgm:t>
        <a:bodyPr/>
        <a:lstStyle/>
        <a:p>
          <a:endParaRPr lang="es-MX"/>
        </a:p>
      </dgm:t>
    </dgm:pt>
    <dgm:pt modelId="{943E8E6D-AD83-4109-A177-BD783B5F01B4}" type="sibTrans" cxnId="{C184AB27-BA6B-47BA-87A1-B84182890AC1}">
      <dgm:prSet/>
      <dgm:spPr/>
      <dgm:t>
        <a:bodyPr/>
        <a:lstStyle/>
        <a:p>
          <a:endParaRPr lang="es-MX"/>
        </a:p>
      </dgm:t>
    </dgm:pt>
    <dgm:pt modelId="{048937A3-6BC2-4B98-BF61-51AA8375D131}">
      <dgm:prSet phldrT="[Text]"/>
      <dgm:spPr/>
      <dgm:t>
        <a:bodyPr/>
        <a:lstStyle/>
        <a:p>
          <a:r>
            <a:rPr lang="es-MX" dirty="0"/>
            <a:t>Factoraje Financiero</a:t>
          </a:r>
        </a:p>
      </dgm:t>
    </dgm:pt>
    <dgm:pt modelId="{6A997559-B91C-4134-B889-2C68939DF906}" type="parTrans" cxnId="{C402E475-E6AD-4BAE-AA97-574B8116274F}">
      <dgm:prSet/>
      <dgm:spPr/>
      <dgm:t>
        <a:bodyPr/>
        <a:lstStyle/>
        <a:p>
          <a:endParaRPr lang="es-MX"/>
        </a:p>
      </dgm:t>
    </dgm:pt>
    <dgm:pt modelId="{1C56E9B8-D384-403E-908C-9F002DADB690}" type="sibTrans" cxnId="{C402E475-E6AD-4BAE-AA97-574B8116274F}">
      <dgm:prSet/>
      <dgm:spPr/>
      <dgm:t>
        <a:bodyPr/>
        <a:lstStyle/>
        <a:p>
          <a:endParaRPr lang="es-MX"/>
        </a:p>
      </dgm:t>
    </dgm:pt>
    <dgm:pt modelId="{2F9722B8-4B3C-419D-A109-5F827E05D73A}">
      <dgm:prSet phldrT="[Text]"/>
      <dgm:spPr/>
      <dgm:t>
        <a:bodyPr/>
        <a:lstStyle/>
        <a:p>
          <a:r>
            <a:rPr lang="es-MX" dirty="0"/>
            <a:t>Arrendamiento Financiero</a:t>
          </a:r>
        </a:p>
      </dgm:t>
    </dgm:pt>
    <dgm:pt modelId="{70DD5524-8E86-4108-B850-6347F40E9003}" type="parTrans" cxnId="{CBED461C-1CD3-492D-9273-6B977E3FACF6}">
      <dgm:prSet/>
      <dgm:spPr/>
      <dgm:t>
        <a:bodyPr/>
        <a:lstStyle/>
        <a:p>
          <a:endParaRPr lang="es-MX"/>
        </a:p>
      </dgm:t>
    </dgm:pt>
    <dgm:pt modelId="{F1CEFFC9-7295-4343-A437-FB801222E58D}" type="sibTrans" cxnId="{CBED461C-1CD3-492D-9273-6B977E3FACF6}">
      <dgm:prSet/>
      <dgm:spPr/>
      <dgm:t>
        <a:bodyPr/>
        <a:lstStyle/>
        <a:p>
          <a:endParaRPr lang="es-MX"/>
        </a:p>
      </dgm:t>
    </dgm:pt>
    <dgm:pt modelId="{DA8FC276-9442-4A3A-94F8-C8038D171CFC}">
      <dgm:prSet phldrT="[Text]"/>
      <dgm:spPr/>
      <dgm:t>
        <a:bodyPr/>
        <a:lstStyle/>
        <a:p>
          <a:r>
            <a:rPr lang="es-MX" dirty="0"/>
            <a:t>Ajustes por Índices, factores u otros</a:t>
          </a:r>
        </a:p>
      </dgm:t>
    </dgm:pt>
    <dgm:pt modelId="{98F079DD-B4C7-41ED-A67B-F1BCBD17AF12}" type="parTrans" cxnId="{4634C5B4-DBF3-4A9A-98E9-77A7914E64A2}">
      <dgm:prSet/>
      <dgm:spPr/>
      <dgm:t>
        <a:bodyPr/>
        <a:lstStyle/>
        <a:p>
          <a:endParaRPr lang="es-MX"/>
        </a:p>
      </dgm:t>
    </dgm:pt>
    <dgm:pt modelId="{C9C6FAA5-2E88-4272-99DA-1B7DF646FCD3}" type="sibTrans" cxnId="{4634C5B4-DBF3-4A9A-98E9-77A7914E64A2}">
      <dgm:prSet/>
      <dgm:spPr/>
      <dgm:t>
        <a:bodyPr/>
        <a:lstStyle/>
        <a:p>
          <a:endParaRPr lang="es-MX"/>
        </a:p>
      </dgm:t>
    </dgm:pt>
    <dgm:pt modelId="{200096D5-44AA-4E3B-B5D9-03226D60F723}" type="pres">
      <dgm:prSet presAssocID="{20A98192-AE70-42C9-BBBB-B3A785147D06}" presName="cycle" presStyleCnt="0">
        <dgm:presLayoutVars>
          <dgm:chMax val="1"/>
          <dgm:dir/>
          <dgm:animLvl val="ctr"/>
          <dgm:resizeHandles val="exact"/>
        </dgm:presLayoutVars>
      </dgm:prSet>
      <dgm:spPr/>
    </dgm:pt>
    <dgm:pt modelId="{AF5B7557-7D2F-4C7E-8B86-53B1302E95D7}" type="pres">
      <dgm:prSet presAssocID="{FD34BAA2-0738-4C96-BF5B-1E998CCE7EBD}" presName="centerShape" presStyleLbl="node0" presStyleIdx="0" presStyleCnt="1"/>
      <dgm:spPr/>
    </dgm:pt>
    <dgm:pt modelId="{07A2431F-47BC-4833-8129-9F0FCE60E5B7}" type="pres">
      <dgm:prSet presAssocID="{6A997559-B91C-4134-B889-2C68939DF906}" presName="Name9" presStyleLbl="parChTrans1D2" presStyleIdx="0" presStyleCnt="3"/>
      <dgm:spPr/>
    </dgm:pt>
    <dgm:pt modelId="{7AC6F58D-0E5F-415E-B302-E1ACE6542098}" type="pres">
      <dgm:prSet presAssocID="{6A997559-B91C-4134-B889-2C68939DF906}" presName="connTx" presStyleLbl="parChTrans1D2" presStyleIdx="0" presStyleCnt="3"/>
      <dgm:spPr/>
    </dgm:pt>
    <dgm:pt modelId="{1BF94C26-5B33-4363-9B15-374F33DE16CF}" type="pres">
      <dgm:prSet presAssocID="{048937A3-6BC2-4B98-BF61-51AA8375D131}" presName="node" presStyleLbl="node1" presStyleIdx="0" presStyleCnt="3">
        <dgm:presLayoutVars>
          <dgm:bulletEnabled val="1"/>
        </dgm:presLayoutVars>
      </dgm:prSet>
      <dgm:spPr/>
    </dgm:pt>
    <dgm:pt modelId="{9420AD61-B87E-40D7-8291-E4CE134FC689}" type="pres">
      <dgm:prSet presAssocID="{70DD5524-8E86-4108-B850-6347F40E9003}" presName="Name9" presStyleLbl="parChTrans1D2" presStyleIdx="1" presStyleCnt="3"/>
      <dgm:spPr/>
    </dgm:pt>
    <dgm:pt modelId="{B4B5D685-964A-49A3-A6F5-2DA896537CFE}" type="pres">
      <dgm:prSet presAssocID="{70DD5524-8E86-4108-B850-6347F40E9003}" presName="connTx" presStyleLbl="parChTrans1D2" presStyleIdx="1" presStyleCnt="3"/>
      <dgm:spPr/>
    </dgm:pt>
    <dgm:pt modelId="{BD18D275-D702-4409-A62D-5DA6D80BECB0}" type="pres">
      <dgm:prSet presAssocID="{2F9722B8-4B3C-419D-A109-5F827E05D73A}" presName="node" presStyleLbl="node1" presStyleIdx="1" presStyleCnt="3">
        <dgm:presLayoutVars>
          <dgm:bulletEnabled val="1"/>
        </dgm:presLayoutVars>
      </dgm:prSet>
      <dgm:spPr/>
    </dgm:pt>
    <dgm:pt modelId="{F8ADAE95-B802-4EF8-8BB7-D0EF02AE5FAF}" type="pres">
      <dgm:prSet presAssocID="{98F079DD-B4C7-41ED-A67B-F1BCBD17AF12}" presName="Name9" presStyleLbl="parChTrans1D2" presStyleIdx="2" presStyleCnt="3"/>
      <dgm:spPr/>
    </dgm:pt>
    <dgm:pt modelId="{4FA6C91E-DD12-42A7-92AA-3DE1AB8E5F2E}" type="pres">
      <dgm:prSet presAssocID="{98F079DD-B4C7-41ED-A67B-F1BCBD17AF12}" presName="connTx" presStyleLbl="parChTrans1D2" presStyleIdx="2" presStyleCnt="3"/>
      <dgm:spPr/>
    </dgm:pt>
    <dgm:pt modelId="{D788779E-E040-42E6-8BCC-97BB3B688363}" type="pres">
      <dgm:prSet presAssocID="{DA8FC276-9442-4A3A-94F8-C8038D171CFC}" presName="node" presStyleLbl="node1" presStyleIdx="2" presStyleCnt="3">
        <dgm:presLayoutVars>
          <dgm:bulletEnabled val="1"/>
        </dgm:presLayoutVars>
      </dgm:prSet>
      <dgm:spPr/>
    </dgm:pt>
  </dgm:ptLst>
  <dgm:cxnLst>
    <dgm:cxn modelId="{5AAFE513-8561-7F46-8CB7-8111898C11A3}" type="presOf" srcId="{20A98192-AE70-42C9-BBBB-B3A785147D06}" destId="{200096D5-44AA-4E3B-B5D9-03226D60F723}" srcOrd="0" destOrd="0" presId="urn:microsoft.com/office/officeart/2005/8/layout/radial1"/>
    <dgm:cxn modelId="{CBED461C-1CD3-492D-9273-6B977E3FACF6}" srcId="{FD34BAA2-0738-4C96-BF5B-1E998CCE7EBD}" destId="{2F9722B8-4B3C-419D-A109-5F827E05D73A}" srcOrd="1" destOrd="0" parTransId="{70DD5524-8E86-4108-B850-6347F40E9003}" sibTransId="{F1CEFFC9-7295-4343-A437-FB801222E58D}"/>
    <dgm:cxn modelId="{C184AB27-BA6B-47BA-87A1-B84182890AC1}" srcId="{20A98192-AE70-42C9-BBBB-B3A785147D06}" destId="{FD34BAA2-0738-4C96-BF5B-1E998CCE7EBD}" srcOrd="0" destOrd="0" parTransId="{4FBD4373-0E9C-4B35-A980-67490E420D70}" sibTransId="{943E8E6D-AD83-4109-A177-BD783B5F01B4}"/>
    <dgm:cxn modelId="{00200530-FC2E-FA4F-8B06-7F113ECFCE53}" type="presOf" srcId="{70DD5524-8E86-4108-B850-6347F40E9003}" destId="{9420AD61-B87E-40D7-8291-E4CE134FC689}" srcOrd="0" destOrd="0" presId="urn:microsoft.com/office/officeart/2005/8/layout/radial1"/>
    <dgm:cxn modelId="{427A7C5E-5EC4-3D46-8D71-164E23A15A03}" type="presOf" srcId="{6A997559-B91C-4134-B889-2C68939DF906}" destId="{7AC6F58D-0E5F-415E-B302-E1ACE6542098}" srcOrd="1" destOrd="0" presId="urn:microsoft.com/office/officeart/2005/8/layout/radial1"/>
    <dgm:cxn modelId="{8B4DB85F-44CB-ED44-BA9F-68B025140878}" type="presOf" srcId="{048937A3-6BC2-4B98-BF61-51AA8375D131}" destId="{1BF94C26-5B33-4363-9B15-374F33DE16CF}" srcOrd="0" destOrd="0" presId="urn:microsoft.com/office/officeart/2005/8/layout/radial1"/>
    <dgm:cxn modelId="{0705C154-A8BB-434F-9946-1C34451C50F6}" type="presOf" srcId="{98F079DD-B4C7-41ED-A67B-F1BCBD17AF12}" destId="{F8ADAE95-B802-4EF8-8BB7-D0EF02AE5FAF}" srcOrd="0" destOrd="0" presId="urn:microsoft.com/office/officeart/2005/8/layout/radial1"/>
    <dgm:cxn modelId="{C402E475-E6AD-4BAE-AA97-574B8116274F}" srcId="{FD34BAA2-0738-4C96-BF5B-1E998CCE7EBD}" destId="{048937A3-6BC2-4B98-BF61-51AA8375D131}" srcOrd="0" destOrd="0" parTransId="{6A997559-B91C-4134-B889-2C68939DF906}" sibTransId="{1C56E9B8-D384-403E-908C-9F002DADB690}"/>
    <dgm:cxn modelId="{4602E186-BE07-9548-9242-C9FD49739008}" type="presOf" srcId="{70DD5524-8E86-4108-B850-6347F40E9003}" destId="{B4B5D685-964A-49A3-A6F5-2DA896537CFE}" srcOrd="1" destOrd="0" presId="urn:microsoft.com/office/officeart/2005/8/layout/radial1"/>
    <dgm:cxn modelId="{37C47A9A-9AA3-E34D-B14B-2CC2407838F9}" type="presOf" srcId="{98F079DD-B4C7-41ED-A67B-F1BCBD17AF12}" destId="{4FA6C91E-DD12-42A7-92AA-3DE1AB8E5F2E}" srcOrd="1" destOrd="0" presId="urn:microsoft.com/office/officeart/2005/8/layout/radial1"/>
    <dgm:cxn modelId="{1A2439A9-EF15-5045-8A60-B258511A0ABF}" type="presOf" srcId="{FD34BAA2-0738-4C96-BF5B-1E998CCE7EBD}" destId="{AF5B7557-7D2F-4C7E-8B86-53B1302E95D7}" srcOrd="0" destOrd="0" presId="urn:microsoft.com/office/officeart/2005/8/layout/radial1"/>
    <dgm:cxn modelId="{9C08C6AD-3EC6-194F-B502-E5901BDDC9F6}" type="presOf" srcId="{2F9722B8-4B3C-419D-A109-5F827E05D73A}" destId="{BD18D275-D702-4409-A62D-5DA6D80BECB0}" srcOrd="0" destOrd="0" presId="urn:microsoft.com/office/officeart/2005/8/layout/radial1"/>
    <dgm:cxn modelId="{4634C5B4-DBF3-4A9A-98E9-77A7914E64A2}" srcId="{FD34BAA2-0738-4C96-BF5B-1E998CCE7EBD}" destId="{DA8FC276-9442-4A3A-94F8-C8038D171CFC}" srcOrd="2" destOrd="0" parTransId="{98F079DD-B4C7-41ED-A67B-F1BCBD17AF12}" sibTransId="{C9C6FAA5-2E88-4272-99DA-1B7DF646FCD3}"/>
    <dgm:cxn modelId="{588D0AC7-0E3C-C845-A61C-996549AD17BA}" type="presOf" srcId="{DA8FC276-9442-4A3A-94F8-C8038D171CFC}" destId="{D788779E-E040-42E6-8BCC-97BB3B688363}" srcOrd="0" destOrd="0" presId="urn:microsoft.com/office/officeart/2005/8/layout/radial1"/>
    <dgm:cxn modelId="{07CCEAD6-B7AB-664E-86F0-A73B17CFDB62}" type="presOf" srcId="{6A997559-B91C-4134-B889-2C68939DF906}" destId="{07A2431F-47BC-4833-8129-9F0FCE60E5B7}" srcOrd="0" destOrd="0" presId="urn:microsoft.com/office/officeart/2005/8/layout/radial1"/>
    <dgm:cxn modelId="{E73145E1-D299-414C-A2BA-5C9EF8E44BD9}" type="presParOf" srcId="{200096D5-44AA-4E3B-B5D9-03226D60F723}" destId="{AF5B7557-7D2F-4C7E-8B86-53B1302E95D7}" srcOrd="0" destOrd="0" presId="urn:microsoft.com/office/officeart/2005/8/layout/radial1"/>
    <dgm:cxn modelId="{92A79346-DB99-8C4C-823B-6BA21CAB2E71}" type="presParOf" srcId="{200096D5-44AA-4E3B-B5D9-03226D60F723}" destId="{07A2431F-47BC-4833-8129-9F0FCE60E5B7}" srcOrd="1" destOrd="0" presId="urn:microsoft.com/office/officeart/2005/8/layout/radial1"/>
    <dgm:cxn modelId="{49696BD1-0AA3-F34D-A515-E423BBBC00F5}" type="presParOf" srcId="{07A2431F-47BC-4833-8129-9F0FCE60E5B7}" destId="{7AC6F58D-0E5F-415E-B302-E1ACE6542098}" srcOrd="0" destOrd="0" presId="urn:microsoft.com/office/officeart/2005/8/layout/radial1"/>
    <dgm:cxn modelId="{88E9F09F-E7AC-D845-AC62-84DC9E061D32}" type="presParOf" srcId="{200096D5-44AA-4E3B-B5D9-03226D60F723}" destId="{1BF94C26-5B33-4363-9B15-374F33DE16CF}" srcOrd="2" destOrd="0" presId="urn:microsoft.com/office/officeart/2005/8/layout/radial1"/>
    <dgm:cxn modelId="{F4B9C81E-E54C-C94C-AFA5-80F692621589}" type="presParOf" srcId="{200096D5-44AA-4E3B-B5D9-03226D60F723}" destId="{9420AD61-B87E-40D7-8291-E4CE134FC689}" srcOrd="3" destOrd="0" presId="urn:microsoft.com/office/officeart/2005/8/layout/radial1"/>
    <dgm:cxn modelId="{43D5A612-D855-AD42-874D-427A705D0C4D}" type="presParOf" srcId="{9420AD61-B87E-40D7-8291-E4CE134FC689}" destId="{B4B5D685-964A-49A3-A6F5-2DA896537CFE}" srcOrd="0" destOrd="0" presId="urn:microsoft.com/office/officeart/2005/8/layout/radial1"/>
    <dgm:cxn modelId="{8574D41C-1048-7743-8D00-DAFBDC7AD122}" type="presParOf" srcId="{200096D5-44AA-4E3B-B5D9-03226D60F723}" destId="{BD18D275-D702-4409-A62D-5DA6D80BECB0}" srcOrd="4" destOrd="0" presId="urn:microsoft.com/office/officeart/2005/8/layout/radial1"/>
    <dgm:cxn modelId="{261F89F0-3EA0-AE4A-B4C1-C8A58E5CD57F}" type="presParOf" srcId="{200096D5-44AA-4E3B-B5D9-03226D60F723}" destId="{F8ADAE95-B802-4EF8-8BB7-D0EF02AE5FAF}" srcOrd="5" destOrd="0" presId="urn:microsoft.com/office/officeart/2005/8/layout/radial1"/>
    <dgm:cxn modelId="{DF5AB167-DC80-DB45-949F-513119101BDA}" type="presParOf" srcId="{F8ADAE95-B802-4EF8-8BB7-D0EF02AE5FAF}" destId="{4FA6C91E-DD12-42A7-92AA-3DE1AB8E5F2E}" srcOrd="0" destOrd="0" presId="urn:microsoft.com/office/officeart/2005/8/layout/radial1"/>
    <dgm:cxn modelId="{20E01C5E-88DF-FD44-A4EA-BF61E69F4922}" type="presParOf" srcId="{200096D5-44AA-4E3B-B5D9-03226D60F723}" destId="{D788779E-E040-42E6-8BCC-97BB3B688363}"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A730161-5D57-4CBA-9F36-D230BF86074D}"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s-MX"/>
        </a:p>
      </dgm:t>
    </dgm:pt>
    <dgm:pt modelId="{E44E96CE-C912-40D3-B9F2-9E103A46BD90}">
      <dgm:prSet phldrT="[Text]"/>
      <dgm:spPr>
        <a:solidFill>
          <a:srgbClr val="0070C0"/>
        </a:solidFill>
      </dgm:spPr>
      <dgm:t>
        <a:bodyPr/>
        <a:lstStyle/>
        <a:p>
          <a:r>
            <a:rPr lang="es-MX" dirty="0"/>
            <a:t>Tratamiento de Interés</a:t>
          </a:r>
        </a:p>
      </dgm:t>
    </dgm:pt>
    <dgm:pt modelId="{98DFB011-6E33-4258-B85C-7ECE5BA99DA8}" type="parTrans" cxnId="{F3AB808E-2DB6-46C6-BFF3-FC348BF93C0F}">
      <dgm:prSet/>
      <dgm:spPr/>
      <dgm:t>
        <a:bodyPr/>
        <a:lstStyle/>
        <a:p>
          <a:endParaRPr lang="es-MX"/>
        </a:p>
      </dgm:t>
    </dgm:pt>
    <dgm:pt modelId="{35DD5C40-A900-44D3-B3CF-5C7456DD6977}" type="sibTrans" cxnId="{F3AB808E-2DB6-46C6-BFF3-FC348BF93C0F}">
      <dgm:prSet/>
      <dgm:spPr/>
      <dgm:t>
        <a:bodyPr/>
        <a:lstStyle/>
        <a:p>
          <a:endParaRPr lang="es-MX"/>
        </a:p>
      </dgm:t>
    </dgm:pt>
    <dgm:pt modelId="{C74C0E71-A656-48A4-8C97-D61860851B24}">
      <dgm:prSet phldrT="[Text]"/>
      <dgm:spPr/>
      <dgm:t>
        <a:bodyPr/>
        <a:lstStyle/>
        <a:p>
          <a:r>
            <a:rPr lang="es-MX" dirty="0"/>
            <a:t>Fluctuación Cambiaria</a:t>
          </a:r>
        </a:p>
      </dgm:t>
    </dgm:pt>
    <dgm:pt modelId="{0CE6DD51-9616-4DDA-B2D1-96301D2CA499}" type="parTrans" cxnId="{7956CAC5-C664-401D-B442-B765AF52A7A2}">
      <dgm:prSet/>
      <dgm:spPr/>
      <dgm:t>
        <a:bodyPr/>
        <a:lstStyle/>
        <a:p>
          <a:endParaRPr lang="es-MX"/>
        </a:p>
      </dgm:t>
    </dgm:pt>
    <dgm:pt modelId="{1557EF1C-C930-49C7-820D-03AD9B9AB169}" type="sibTrans" cxnId="{7956CAC5-C664-401D-B442-B765AF52A7A2}">
      <dgm:prSet/>
      <dgm:spPr/>
      <dgm:t>
        <a:bodyPr/>
        <a:lstStyle/>
        <a:p>
          <a:endParaRPr lang="es-MX"/>
        </a:p>
      </dgm:t>
    </dgm:pt>
    <dgm:pt modelId="{4CCD0F61-23A8-43CC-9FEE-E4EFC29A3812}">
      <dgm:prSet phldrT="[Text]"/>
      <dgm:spPr/>
      <dgm:t>
        <a:bodyPr/>
        <a:lstStyle/>
        <a:p>
          <a:r>
            <a:rPr lang="es-MX" dirty="0"/>
            <a:t>Fondos de Deuda (Soc. Inversión)</a:t>
          </a:r>
        </a:p>
      </dgm:t>
    </dgm:pt>
    <dgm:pt modelId="{135EB3A4-13AC-435D-A1EC-699B8A4250AA}" type="parTrans" cxnId="{2DE640FD-B34F-4297-8AA1-C16617D11BBA}">
      <dgm:prSet/>
      <dgm:spPr/>
      <dgm:t>
        <a:bodyPr/>
        <a:lstStyle/>
        <a:p>
          <a:endParaRPr lang="es-MX"/>
        </a:p>
      </dgm:t>
    </dgm:pt>
    <dgm:pt modelId="{1D35697D-C186-497A-84EE-3A2B1F16BA39}" type="sibTrans" cxnId="{2DE640FD-B34F-4297-8AA1-C16617D11BBA}">
      <dgm:prSet/>
      <dgm:spPr/>
      <dgm:t>
        <a:bodyPr/>
        <a:lstStyle/>
        <a:p>
          <a:endParaRPr lang="es-MX"/>
        </a:p>
      </dgm:t>
    </dgm:pt>
    <dgm:pt modelId="{B8E59EB1-3A60-4738-B855-D9161E4FE0FD}">
      <dgm:prSet/>
      <dgm:spPr/>
      <dgm:t>
        <a:bodyPr/>
        <a:lstStyle/>
        <a:p>
          <a:r>
            <a:rPr lang="es-MX" dirty="0"/>
            <a:t>Operaciones Financieras Derivadas de Deuda</a:t>
          </a:r>
        </a:p>
      </dgm:t>
    </dgm:pt>
    <dgm:pt modelId="{2A08D1C3-9AEC-4FE1-A384-71A07A4738C9}" type="parTrans" cxnId="{9935C77E-D1CF-4D36-B524-A0F2590EC05F}">
      <dgm:prSet/>
      <dgm:spPr/>
      <dgm:t>
        <a:bodyPr/>
        <a:lstStyle/>
        <a:p>
          <a:endParaRPr lang="es-MX"/>
        </a:p>
      </dgm:t>
    </dgm:pt>
    <dgm:pt modelId="{2A8658D9-FD61-43A0-9E80-CE114FD1827F}" type="sibTrans" cxnId="{9935C77E-D1CF-4D36-B524-A0F2590EC05F}">
      <dgm:prSet/>
      <dgm:spPr/>
      <dgm:t>
        <a:bodyPr/>
        <a:lstStyle/>
        <a:p>
          <a:endParaRPr lang="es-MX"/>
        </a:p>
      </dgm:t>
    </dgm:pt>
    <dgm:pt modelId="{358D49BC-4B65-487F-97FE-038C69E4D28B}">
      <dgm:prSet/>
      <dgm:spPr/>
      <dgm:t>
        <a:bodyPr/>
        <a:lstStyle/>
        <a:p>
          <a:r>
            <a:rPr lang="es-MX"/>
            <a:t>Cesión de Derechos (Rentas Inmobiliarias)</a:t>
          </a:r>
          <a:endParaRPr lang="es-MX" dirty="0"/>
        </a:p>
      </dgm:t>
    </dgm:pt>
    <dgm:pt modelId="{696488E9-8618-4045-B6D1-D65CD25DAE3A}" type="parTrans" cxnId="{18834D28-A7AE-44B5-B1E7-CF4DDC480EF3}">
      <dgm:prSet/>
      <dgm:spPr/>
      <dgm:t>
        <a:bodyPr/>
        <a:lstStyle/>
        <a:p>
          <a:endParaRPr lang="es-MX"/>
        </a:p>
      </dgm:t>
    </dgm:pt>
    <dgm:pt modelId="{AB612DC4-4B0A-4543-837B-1C3EFE8DEC82}" type="sibTrans" cxnId="{18834D28-A7AE-44B5-B1E7-CF4DDC480EF3}">
      <dgm:prSet/>
      <dgm:spPr/>
      <dgm:t>
        <a:bodyPr/>
        <a:lstStyle/>
        <a:p>
          <a:endParaRPr lang="es-MX"/>
        </a:p>
      </dgm:t>
    </dgm:pt>
    <dgm:pt modelId="{DBE9F320-E1C3-436B-AC67-768B970399D8}" type="pres">
      <dgm:prSet presAssocID="{BA730161-5D57-4CBA-9F36-D230BF86074D}" presName="cycle" presStyleCnt="0">
        <dgm:presLayoutVars>
          <dgm:chMax val="1"/>
          <dgm:dir/>
          <dgm:animLvl val="ctr"/>
          <dgm:resizeHandles val="exact"/>
        </dgm:presLayoutVars>
      </dgm:prSet>
      <dgm:spPr/>
    </dgm:pt>
    <dgm:pt modelId="{88BB51AF-6F95-4FE6-AF3D-99250CC58129}" type="pres">
      <dgm:prSet presAssocID="{E44E96CE-C912-40D3-B9F2-9E103A46BD90}" presName="centerShape" presStyleLbl="node0" presStyleIdx="0" presStyleCnt="1"/>
      <dgm:spPr/>
    </dgm:pt>
    <dgm:pt modelId="{21A7AA78-9570-461F-A2D4-D479A037CA1E}" type="pres">
      <dgm:prSet presAssocID="{0CE6DD51-9616-4DDA-B2D1-96301D2CA499}" presName="Name9" presStyleLbl="parChTrans1D2" presStyleIdx="0" presStyleCnt="4"/>
      <dgm:spPr/>
    </dgm:pt>
    <dgm:pt modelId="{0F464F4E-B831-4E0E-90DF-A54636ED14F4}" type="pres">
      <dgm:prSet presAssocID="{0CE6DD51-9616-4DDA-B2D1-96301D2CA499}" presName="connTx" presStyleLbl="parChTrans1D2" presStyleIdx="0" presStyleCnt="4"/>
      <dgm:spPr/>
    </dgm:pt>
    <dgm:pt modelId="{28780EA3-F738-48E3-B527-9FAEA577D7FB}" type="pres">
      <dgm:prSet presAssocID="{C74C0E71-A656-48A4-8C97-D61860851B24}" presName="node" presStyleLbl="node1" presStyleIdx="0" presStyleCnt="4">
        <dgm:presLayoutVars>
          <dgm:bulletEnabled val="1"/>
        </dgm:presLayoutVars>
      </dgm:prSet>
      <dgm:spPr/>
    </dgm:pt>
    <dgm:pt modelId="{465467E8-AE9A-4F6F-BAB1-08D6348E460B}" type="pres">
      <dgm:prSet presAssocID="{135EB3A4-13AC-435D-A1EC-699B8A4250AA}" presName="Name9" presStyleLbl="parChTrans1D2" presStyleIdx="1" presStyleCnt="4"/>
      <dgm:spPr/>
    </dgm:pt>
    <dgm:pt modelId="{114ED3D0-4D96-4519-A178-14A362ABB209}" type="pres">
      <dgm:prSet presAssocID="{135EB3A4-13AC-435D-A1EC-699B8A4250AA}" presName="connTx" presStyleLbl="parChTrans1D2" presStyleIdx="1" presStyleCnt="4"/>
      <dgm:spPr/>
    </dgm:pt>
    <dgm:pt modelId="{08B9A4F3-B9E4-4666-B30E-68C736699207}" type="pres">
      <dgm:prSet presAssocID="{4CCD0F61-23A8-43CC-9FEE-E4EFC29A3812}" presName="node" presStyleLbl="node1" presStyleIdx="1" presStyleCnt="4">
        <dgm:presLayoutVars>
          <dgm:bulletEnabled val="1"/>
        </dgm:presLayoutVars>
      </dgm:prSet>
      <dgm:spPr/>
    </dgm:pt>
    <dgm:pt modelId="{20D95E8A-D527-4E0A-9838-FF50B0E50582}" type="pres">
      <dgm:prSet presAssocID="{2A08D1C3-9AEC-4FE1-A384-71A07A4738C9}" presName="Name9" presStyleLbl="parChTrans1D2" presStyleIdx="2" presStyleCnt="4"/>
      <dgm:spPr/>
    </dgm:pt>
    <dgm:pt modelId="{6230B699-26C2-4922-B96E-AB64DDC225DE}" type="pres">
      <dgm:prSet presAssocID="{2A08D1C3-9AEC-4FE1-A384-71A07A4738C9}" presName="connTx" presStyleLbl="parChTrans1D2" presStyleIdx="2" presStyleCnt="4"/>
      <dgm:spPr/>
    </dgm:pt>
    <dgm:pt modelId="{6B8E8457-D6A5-4609-8838-D32A2D9490DD}" type="pres">
      <dgm:prSet presAssocID="{B8E59EB1-3A60-4738-B855-D9161E4FE0FD}" presName="node" presStyleLbl="node1" presStyleIdx="2" presStyleCnt="4">
        <dgm:presLayoutVars>
          <dgm:bulletEnabled val="1"/>
        </dgm:presLayoutVars>
      </dgm:prSet>
      <dgm:spPr/>
    </dgm:pt>
    <dgm:pt modelId="{9E79603B-1796-4438-9D93-2C67D15A81DF}" type="pres">
      <dgm:prSet presAssocID="{696488E9-8618-4045-B6D1-D65CD25DAE3A}" presName="Name9" presStyleLbl="parChTrans1D2" presStyleIdx="3" presStyleCnt="4"/>
      <dgm:spPr/>
    </dgm:pt>
    <dgm:pt modelId="{3DD9752F-8C7D-4C6E-B04D-9FF78CF62E2D}" type="pres">
      <dgm:prSet presAssocID="{696488E9-8618-4045-B6D1-D65CD25DAE3A}" presName="connTx" presStyleLbl="parChTrans1D2" presStyleIdx="3" presStyleCnt="4"/>
      <dgm:spPr/>
    </dgm:pt>
    <dgm:pt modelId="{556BFCA5-EF2A-4DE7-9200-A44546A96764}" type="pres">
      <dgm:prSet presAssocID="{358D49BC-4B65-487F-97FE-038C69E4D28B}" presName="node" presStyleLbl="node1" presStyleIdx="3" presStyleCnt="4">
        <dgm:presLayoutVars>
          <dgm:bulletEnabled val="1"/>
        </dgm:presLayoutVars>
      </dgm:prSet>
      <dgm:spPr/>
    </dgm:pt>
  </dgm:ptLst>
  <dgm:cxnLst>
    <dgm:cxn modelId="{411CEC04-BF5F-8842-87C3-5BDD04EA84D0}" type="presOf" srcId="{BA730161-5D57-4CBA-9F36-D230BF86074D}" destId="{DBE9F320-E1C3-436B-AC67-768B970399D8}" srcOrd="0" destOrd="0" presId="urn:microsoft.com/office/officeart/2005/8/layout/radial1"/>
    <dgm:cxn modelId="{AEF5B40B-5555-6946-856C-13E053D532BB}" type="presOf" srcId="{0CE6DD51-9616-4DDA-B2D1-96301D2CA499}" destId="{0F464F4E-B831-4E0E-90DF-A54636ED14F4}" srcOrd="1" destOrd="0" presId="urn:microsoft.com/office/officeart/2005/8/layout/radial1"/>
    <dgm:cxn modelId="{04FA4811-0560-D740-98B2-1100BD023EA8}" type="presOf" srcId="{B8E59EB1-3A60-4738-B855-D9161E4FE0FD}" destId="{6B8E8457-D6A5-4609-8838-D32A2D9490DD}" srcOrd="0" destOrd="0" presId="urn:microsoft.com/office/officeart/2005/8/layout/radial1"/>
    <dgm:cxn modelId="{30584A19-6606-B042-BF55-D716BA432AC0}" type="presOf" srcId="{135EB3A4-13AC-435D-A1EC-699B8A4250AA}" destId="{114ED3D0-4D96-4519-A178-14A362ABB209}" srcOrd="1" destOrd="0" presId="urn:microsoft.com/office/officeart/2005/8/layout/radial1"/>
    <dgm:cxn modelId="{AC52001F-9BEE-3B4A-A0BE-CC2481C99F3F}" type="presOf" srcId="{2A08D1C3-9AEC-4FE1-A384-71A07A4738C9}" destId="{20D95E8A-D527-4E0A-9838-FF50B0E50582}" srcOrd="0" destOrd="0" presId="urn:microsoft.com/office/officeart/2005/8/layout/radial1"/>
    <dgm:cxn modelId="{44EF3D22-50BD-694C-996F-41F6F3F7D13A}" type="presOf" srcId="{2A08D1C3-9AEC-4FE1-A384-71A07A4738C9}" destId="{6230B699-26C2-4922-B96E-AB64DDC225DE}" srcOrd="1" destOrd="0" presId="urn:microsoft.com/office/officeart/2005/8/layout/radial1"/>
    <dgm:cxn modelId="{18834D28-A7AE-44B5-B1E7-CF4DDC480EF3}" srcId="{E44E96CE-C912-40D3-B9F2-9E103A46BD90}" destId="{358D49BC-4B65-487F-97FE-038C69E4D28B}" srcOrd="3" destOrd="0" parTransId="{696488E9-8618-4045-B6D1-D65CD25DAE3A}" sibTransId="{AB612DC4-4B0A-4543-837B-1C3EFE8DEC82}"/>
    <dgm:cxn modelId="{DF7F6452-D961-4703-A6E2-C08E17D094DE}" type="presOf" srcId="{696488E9-8618-4045-B6D1-D65CD25DAE3A}" destId="{9E79603B-1796-4438-9D93-2C67D15A81DF}" srcOrd="0" destOrd="0" presId="urn:microsoft.com/office/officeart/2005/8/layout/radial1"/>
    <dgm:cxn modelId="{D4BD4277-17D2-4F3A-B3E3-95F9DDEC9B07}" type="presOf" srcId="{358D49BC-4B65-487F-97FE-038C69E4D28B}" destId="{556BFCA5-EF2A-4DE7-9200-A44546A96764}" srcOrd="0" destOrd="0" presId="urn:microsoft.com/office/officeart/2005/8/layout/radial1"/>
    <dgm:cxn modelId="{9935C77E-D1CF-4D36-B524-A0F2590EC05F}" srcId="{E44E96CE-C912-40D3-B9F2-9E103A46BD90}" destId="{B8E59EB1-3A60-4738-B855-D9161E4FE0FD}" srcOrd="2" destOrd="0" parTransId="{2A08D1C3-9AEC-4FE1-A384-71A07A4738C9}" sibTransId="{2A8658D9-FD61-43A0-9E80-CE114FD1827F}"/>
    <dgm:cxn modelId="{6174F382-A61E-409F-ACE8-2BCB6223AF13}" type="presOf" srcId="{696488E9-8618-4045-B6D1-D65CD25DAE3A}" destId="{3DD9752F-8C7D-4C6E-B04D-9FF78CF62E2D}" srcOrd="1" destOrd="0" presId="urn:microsoft.com/office/officeart/2005/8/layout/radial1"/>
    <dgm:cxn modelId="{F3AB808E-2DB6-46C6-BFF3-FC348BF93C0F}" srcId="{BA730161-5D57-4CBA-9F36-D230BF86074D}" destId="{E44E96CE-C912-40D3-B9F2-9E103A46BD90}" srcOrd="0" destOrd="0" parTransId="{98DFB011-6E33-4258-B85C-7ECE5BA99DA8}" sibTransId="{35DD5C40-A900-44D3-B3CF-5C7456DD6977}"/>
    <dgm:cxn modelId="{5585CC9F-5B5A-0144-8C50-4EE281861725}" type="presOf" srcId="{135EB3A4-13AC-435D-A1EC-699B8A4250AA}" destId="{465467E8-AE9A-4F6F-BAB1-08D6348E460B}" srcOrd="0" destOrd="0" presId="urn:microsoft.com/office/officeart/2005/8/layout/radial1"/>
    <dgm:cxn modelId="{4BE7F7A0-A76A-D844-9A9B-AA1924FEE013}" type="presOf" srcId="{4CCD0F61-23A8-43CC-9FEE-E4EFC29A3812}" destId="{08B9A4F3-B9E4-4666-B30E-68C736699207}" srcOrd="0" destOrd="0" presId="urn:microsoft.com/office/officeart/2005/8/layout/radial1"/>
    <dgm:cxn modelId="{CDD94BA8-694E-F64F-B2C8-4521331EB1AB}" type="presOf" srcId="{E44E96CE-C912-40D3-B9F2-9E103A46BD90}" destId="{88BB51AF-6F95-4FE6-AF3D-99250CC58129}" srcOrd="0" destOrd="0" presId="urn:microsoft.com/office/officeart/2005/8/layout/radial1"/>
    <dgm:cxn modelId="{7ED6ABB2-2ADF-3441-925F-BC8CACC85CDB}" type="presOf" srcId="{0CE6DD51-9616-4DDA-B2D1-96301D2CA499}" destId="{21A7AA78-9570-461F-A2D4-D479A037CA1E}" srcOrd="0" destOrd="0" presId="urn:microsoft.com/office/officeart/2005/8/layout/radial1"/>
    <dgm:cxn modelId="{7956CAC5-C664-401D-B442-B765AF52A7A2}" srcId="{E44E96CE-C912-40D3-B9F2-9E103A46BD90}" destId="{C74C0E71-A656-48A4-8C97-D61860851B24}" srcOrd="0" destOrd="0" parTransId="{0CE6DD51-9616-4DDA-B2D1-96301D2CA499}" sibTransId="{1557EF1C-C930-49C7-820D-03AD9B9AB169}"/>
    <dgm:cxn modelId="{1BDCE2D5-BCF6-D747-A823-E3972AC7E5D2}" type="presOf" srcId="{C74C0E71-A656-48A4-8C97-D61860851B24}" destId="{28780EA3-F738-48E3-B527-9FAEA577D7FB}" srcOrd="0" destOrd="0" presId="urn:microsoft.com/office/officeart/2005/8/layout/radial1"/>
    <dgm:cxn modelId="{2DE640FD-B34F-4297-8AA1-C16617D11BBA}" srcId="{E44E96CE-C912-40D3-B9F2-9E103A46BD90}" destId="{4CCD0F61-23A8-43CC-9FEE-E4EFC29A3812}" srcOrd="1" destOrd="0" parTransId="{135EB3A4-13AC-435D-A1EC-699B8A4250AA}" sibTransId="{1D35697D-C186-497A-84EE-3A2B1F16BA39}"/>
    <dgm:cxn modelId="{63893DF4-4567-A24B-9A45-6AA865179AAD}" type="presParOf" srcId="{DBE9F320-E1C3-436B-AC67-768B970399D8}" destId="{88BB51AF-6F95-4FE6-AF3D-99250CC58129}" srcOrd="0" destOrd="0" presId="urn:microsoft.com/office/officeart/2005/8/layout/radial1"/>
    <dgm:cxn modelId="{A889FD44-5E81-5A4D-BA07-263CA3A7B967}" type="presParOf" srcId="{DBE9F320-E1C3-436B-AC67-768B970399D8}" destId="{21A7AA78-9570-461F-A2D4-D479A037CA1E}" srcOrd="1" destOrd="0" presId="urn:microsoft.com/office/officeart/2005/8/layout/radial1"/>
    <dgm:cxn modelId="{ED149D8F-BE4D-114C-B139-74172EC6052E}" type="presParOf" srcId="{21A7AA78-9570-461F-A2D4-D479A037CA1E}" destId="{0F464F4E-B831-4E0E-90DF-A54636ED14F4}" srcOrd="0" destOrd="0" presId="urn:microsoft.com/office/officeart/2005/8/layout/radial1"/>
    <dgm:cxn modelId="{959AED0B-4F01-394E-B926-C4A7CE9158F9}" type="presParOf" srcId="{DBE9F320-E1C3-436B-AC67-768B970399D8}" destId="{28780EA3-F738-48E3-B527-9FAEA577D7FB}" srcOrd="2" destOrd="0" presId="urn:microsoft.com/office/officeart/2005/8/layout/radial1"/>
    <dgm:cxn modelId="{7C669388-42AD-E642-BFAD-34A77C5D9BAE}" type="presParOf" srcId="{DBE9F320-E1C3-436B-AC67-768B970399D8}" destId="{465467E8-AE9A-4F6F-BAB1-08D6348E460B}" srcOrd="3" destOrd="0" presId="urn:microsoft.com/office/officeart/2005/8/layout/radial1"/>
    <dgm:cxn modelId="{334C5976-5489-E74F-8C14-4B01713A95A7}" type="presParOf" srcId="{465467E8-AE9A-4F6F-BAB1-08D6348E460B}" destId="{114ED3D0-4D96-4519-A178-14A362ABB209}" srcOrd="0" destOrd="0" presId="urn:microsoft.com/office/officeart/2005/8/layout/radial1"/>
    <dgm:cxn modelId="{5A9C1ACB-99FE-E44D-98D6-3619A350BA6D}" type="presParOf" srcId="{DBE9F320-E1C3-436B-AC67-768B970399D8}" destId="{08B9A4F3-B9E4-4666-B30E-68C736699207}" srcOrd="4" destOrd="0" presId="urn:microsoft.com/office/officeart/2005/8/layout/radial1"/>
    <dgm:cxn modelId="{2436D595-3225-494D-8008-996ABDCF7969}" type="presParOf" srcId="{DBE9F320-E1C3-436B-AC67-768B970399D8}" destId="{20D95E8A-D527-4E0A-9838-FF50B0E50582}" srcOrd="5" destOrd="0" presId="urn:microsoft.com/office/officeart/2005/8/layout/radial1"/>
    <dgm:cxn modelId="{735E1C03-67F7-1243-B20F-BC91F904A274}" type="presParOf" srcId="{20D95E8A-D527-4E0A-9838-FF50B0E50582}" destId="{6230B699-26C2-4922-B96E-AB64DDC225DE}" srcOrd="0" destOrd="0" presId="urn:microsoft.com/office/officeart/2005/8/layout/radial1"/>
    <dgm:cxn modelId="{1B25CACC-E986-7946-A8BB-DDAA0B5CF0B4}" type="presParOf" srcId="{DBE9F320-E1C3-436B-AC67-768B970399D8}" destId="{6B8E8457-D6A5-4609-8838-D32A2D9490DD}" srcOrd="6" destOrd="0" presId="urn:microsoft.com/office/officeart/2005/8/layout/radial1"/>
    <dgm:cxn modelId="{971FDF7E-E8E3-490E-BB62-35D59531E7A7}" type="presParOf" srcId="{DBE9F320-E1C3-436B-AC67-768B970399D8}" destId="{9E79603B-1796-4438-9D93-2C67D15A81DF}" srcOrd="7" destOrd="0" presId="urn:microsoft.com/office/officeart/2005/8/layout/radial1"/>
    <dgm:cxn modelId="{E3C5CAFF-6784-4B3F-94F9-28FC881FDF4C}" type="presParOf" srcId="{9E79603B-1796-4438-9D93-2C67D15A81DF}" destId="{3DD9752F-8C7D-4C6E-B04D-9FF78CF62E2D}" srcOrd="0" destOrd="0" presId="urn:microsoft.com/office/officeart/2005/8/layout/radial1"/>
    <dgm:cxn modelId="{8F8AE047-A968-4074-AD74-634D22732C70}" type="presParOf" srcId="{DBE9F320-E1C3-436B-AC67-768B970399D8}" destId="{556BFCA5-EF2A-4DE7-9200-A44546A9676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3F4F316-C8B6-4497-B832-0CDACB046F3D}"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7E41CEEB-3820-4A2C-8832-27E36528862B}">
      <dgm:prSet phldrT="[Text]"/>
      <dgm:spPr/>
      <dgm:t>
        <a:bodyPr/>
        <a:lstStyle/>
        <a:p>
          <a:r>
            <a:rPr lang="es-MX" dirty="0"/>
            <a:t>Tipo de Cambio del día bancario</a:t>
          </a:r>
        </a:p>
      </dgm:t>
    </dgm:pt>
    <dgm:pt modelId="{14660D5A-3806-4B5F-A3D0-C050842457C3}" type="parTrans" cxnId="{F6906B18-865B-440B-890D-0FA56D29804E}">
      <dgm:prSet/>
      <dgm:spPr/>
      <dgm:t>
        <a:bodyPr/>
        <a:lstStyle/>
        <a:p>
          <a:endParaRPr lang="es-MX"/>
        </a:p>
      </dgm:t>
    </dgm:pt>
    <dgm:pt modelId="{C17C142F-74DF-487A-8556-96AAEFFF10E6}" type="sibTrans" cxnId="{F6906B18-865B-440B-890D-0FA56D29804E}">
      <dgm:prSet/>
      <dgm:spPr>
        <a:solidFill>
          <a:srgbClr val="92D050"/>
        </a:solidFill>
      </dgm:spPr>
      <dgm:t>
        <a:bodyPr/>
        <a:lstStyle/>
        <a:p>
          <a:endParaRPr lang="es-MX"/>
        </a:p>
      </dgm:t>
    </dgm:pt>
    <dgm:pt modelId="{FCA72168-BB4E-4220-A71B-DC14EE742F23}">
      <dgm:prSet phldrT="[Text]"/>
      <dgm:spPr/>
      <dgm:t>
        <a:bodyPr/>
        <a:lstStyle/>
        <a:p>
          <a:r>
            <a:rPr lang="es-MX" dirty="0"/>
            <a:t>Lo calcula el Banco de México ese mismo día (FIX)</a:t>
          </a:r>
        </a:p>
      </dgm:t>
    </dgm:pt>
    <dgm:pt modelId="{E9718A3A-685F-4177-BE4A-4F5949C6D00A}" type="parTrans" cxnId="{89B15F1D-C716-4D87-9AB3-D92C9C5A49B7}">
      <dgm:prSet/>
      <dgm:spPr/>
      <dgm:t>
        <a:bodyPr/>
        <a:lstStyle/>
        <a:p>
          <a:endParaRPr lang="es-MX"/>
        </a:p>
      </dgm:t>
    </dgm:pt>
    <dgm:pt modelId="{E890C74E-A55F-410C-BFA3-064135374BB7}" type="sibTrans" cxnId="{89B15F1D-C716-4D87-9AB3-D92C9C5A49B7}">
      <dgm:prSet/>
      <dgm:spPr/>
      <dgm:t>
        <a:bodyPr/>
        <a:lstStyle/>
        <a:p>
          <a:endParaRPr lang="es-MX"/>
        </a:p>
      </dgm:t>
    </dgm:pt>
    <dgm:pt modelId="{DC862CE3-F149-4FBC-926F-FA6EFF1DAAAB}">
      <dgm:prSet phldrT="[Text]"/>
      <dgm:spPr/>
      <dgm:t>
        <a:bodyPr/>
        <a:lstStyle/>
        <a:p>
          <a:r>
            <a:rPr lang="es-MX" dirty="0"/>
            <a:t>Tipo de cambio publicado en el Diario Oficial</a:t>
          </a:r>
        </a:p>
      </dgm:t>
    </dgm:pt>
    <dgm:pt modelId="{A262D114-007F-49B8-BCFF-7F1C04F69711}" type="parTrans" cxnId="{53E70F31-6101-4743-8F84-E2C99AD4ADE4}">
      <dgm:prSet/>
      <dgm:spPr/>
      <dgm:t>
        <a:bodyPr/>
        <a:lstStyle/>
        <a:p>
          <a:endParaRPr lang="es-MX"/>
        </a:p>
      </dgm:t>
    </dgm:pt>
    <dgm:pt modelId="{4381F05A-A26E-4E04-85EC-ADCECDB37130}" type="sibTrans" cxnId="{53E70F31-6101-4743-8F84-E2C99AD4ADE4}">
      <dgm:prSet/>
      <dgm:spPr>
        <a:solidFill>
          <a:srgbClr val="92D050"/>
        </a:solidFill>
      </dgm:spPr>
      <dgm:t>
        <a:bodyPr/>
        <a:lstStyle/>
        <a:p>
          <a:endParaRPr lang="es-MX"/>
        </a:p>
      </dgm:t>
    </dgm:pt>
    <dgm:pt modelId="{3CE89978-FDB8-485D-B677-7F99B2344331}">
      <dgm:prSet phldrT="[Text]"/>
      <dgm:spPr/>
      <dgm:t>
        <a:bodyPr/>
        <a:lstStyle/>
        <a:p>
          <a:r>
            <a:rPr lang="es-MX" dirty="0"/>
            <a:t>Es el calculado por el Banco de México el día bancario anterior</a:t>
          </a:r>
        </a:p>
      </dgm:t>
    </dgm:pt>
    <dgm:pt modelId="{097E8A03-A1FB-4059-8350-897E1B019120}" type="parTrans" cxnId="{89DE777D-C5F3-4723-A220-B1E7EEF809BA}">
      <dgm:prSet/>
      <dgm:spPr/>
      <dgm:t>
        <a:bodyPr/>
        <a:lstStyle/>
        <a:p>
          <a:endParaRPr lang="es-MX"/>
        </a:p>
      </dgm:t>
    </dgm:pt>
    <dgm:pt modelId="{5BCBC66A-670D-460A-A790-D75BB4343646}" type="sibTrans" cxnId="{89DE777D-C5F3-4723-A220-B1E7EEF809BA}">
      <dgm:prSet/>
      <dgm:spPr/>
      <dgm:t>
        <a:bodyPr/>
        <a:lstStyle/>
        <a:p>
          <a:endParaRPr lang="es-MX"/>
        </a:p>
      </dgm:t>
    </dgm:pt>
    <dgm:pt modelId="{DCC17354-5240-4EE4-A994-1966C5F9EBFD}">
      <dgm:prSet phldrT="[Text]"/>
      <dgm:spPr/>
      <dgm:t>
        <a:bodyPr/>
        <a:lstStyle/>
        <a:p>
          <a:r>
            <a:rPr lang="es-MX" dirty="0"/>
            <a:t>Tipo de cambio para solventar operaciones denominadas en dólares</a:t>
          </a:r>
        </a:p>
      </dgm:t>
    </dgm:pt>
    <dgm:pt modelId="{4EC17A3E-7E46-48EA-A02F-470D15FE101F}" type="parTrans" cxnId="{E5FF52DD-4063-4789-8C68-36A2F15279A5}">
      <dgm:prSet/>
      <dgm:spPr/>
      <dgm:t>
        <a:bodyPr/>
        <a:lstStyle/>
        <a:p>
          <a:endParaRPr lang="es-MX"/>
        </a:p>
      </dgm:t>
    </dgm:pt>
    <dgm:pt modelId="{1315097B-E99A-46B3-A3EF-906D2E039190}" type="sibTrans" cxnId="{E5FF52DD-4063-4789-8C68-36A2F15279A5}">
      <dgm:prSet/>
      <dgm:spPr/>
      <dgm:t>
        <a:bodyPr/>
        <a:lstStyle/>
        <a:p>
          <a:endParaRPr lang="es-MX"/>
        </a:p>
      </dgm:t>
    </dgm:pt>
    <dgm:pt modelId="{41A0DF07-14B1-4F0C-9E7D-B8800DF15718}">
      <dgm:prSet phldrT="[Text]"/>
      <dgm:spPr/>
      <dgm:t>
        <a:bodyPr/>
        <a:lstStyle/>
        <a:p>
          <a:r>
            <a:rPr lang="es-MX" dirty="0"/>
            <a:t>Es el publicado en el Diario </a:t>
          </a:r>
          <a:r>
            <a:rPr lang="es-MX"/>
            <a:t>Oficial anterior al día.</a:t>
          </a:r>
          <a:endParaRPr lang="es-MX" dirty="0"/>
        </a:p>
      </dgm:t>
    </dgm:pt>
    <dgm:pt modelId="{157F3912-FA23-4FDB-A511-56712975E4C0}" type="parTrans" cxnId="{42A2949E-62C8-4F81-A2B7-55BF73FAEB88}">
      <dgm:prSet/>
      <dgm:spPr/>
      <dgm:t>
        <a:bodyPr/>
        <a:lstStyle/>
        <a:p>
          <a:endParaRPr lang="es-MX"/>
        </a:p>
      </dgm:t>
    </dgm:pt>
    <dgm:pt modelId="{5E3FA25A-EABC-414E-8F2D-2EB0EF416BA1}" type="sibTrans" cxnId="{42A2949E-62C8-4F81-A2B7-55BF73FAEB88}">
      <dgm:prSet/>
      <dgm:spPr/>
      <dgm:t>
        <a:bodyPr/>
        <a:lstStyle/>
        <a:p>
          <a:endParaRPr lang="es-MX"/>
        </a:p>
      </dgm:t>
    </dgm:pt>
    <dgm:pt modelId="{FBC2CCB8-3D78-4ABF-ADBC-2355647432BF}">
      <dgm:prSet phldrT="[Text]"/>
      <dgm:spPr/>
      <dgm:t>
        <a:bodyPr/>
        <a:lstStyle/>
        <a:p>
          <a:r>
            <a:rPr lang="es-MX" dirty="0"/>
            <a:t>Lo da a conocer a partir del de las 12:00 pm</a:t>
          </a:r>
        </a:p>
      </dgm:t>
    </dgm:pt>
    <dgm:pt modelId="{16901628-1438-44CE-A7ED-C1089856A0A7}" type="parTrans" cxnId="{664CBC09-6D43-4848-97E1-8ED5BD80A266}">
      <dgm:prSet/>
      <dgm:spPr/>
      <dgm:t>
        <a:bodyPr/>
        <a:lstStyle/>
        <a:p>
          <a:endParaRPr lang="es-MX"/>
        </a:p>
      </dgm:t>
    </dgm:pt>
    <dgm:pt modelId="{4916E62B-ECF0-48F7-B04A-EF579AC5712B}" type="sibTrans" cxnId="{664CBC09-6D43-4848-97E1-8ED5BD80A266}">
      <dgm:prSet/>
      <dgm:spPr/>
      <dgm:t>
        <a:bodyPr/>
        <a:lstStyle/>
        <a:p>
          <a:endParaRPr lang="es-MX"/>
        </a:p>
      </dgm:t>
    </dgm:pt>
    <dgm:pt modelId="{8CA86AD4-C619-4595-8957-163E21B7666B}">
      <dgm:prSet phldrT="[Text]"/>
      <dgm:spPr/>
      <dgm:t>
        <a:bodyPr/>
        <a:lstStyle/>
        <a:p>
          <a:r>
            <a:rPr lang="es-MX" dirty="0"/>
            <a:t>Se usa para determinar la pérdida cambiaria.</a:t>
          </a:r>
        </a:p>
      </dgm:t>
    </dgm:pt>
    <dgm:pt modelId="{F9EFE2A5-733C-446B-A299-DBF9D14FCD64}" type="parTrans" cxnId="{85814750-F4D2-4A36-A842-88AE30A4E8CC}">
      <dgm:prSet/>
      <dgm:spPr/>
    </dgm:pt>
    <dgm:pt modelId="{6BC89EFF-1BBF-4A8C-B388-2401157859F7}" type="sibTrans" cxnId="{85814750-F4D2-4A36-A842-88AE30A4E8CC}">
      <dgm:prSet/>
      <dgm:spPr/>
    </dgm:pt>
    <dgm:pt modelId="{FBEEC21A-F847-4BA6-9D72-3341A02F9FEA}">
      <dgm:prSet phldrT="[Text]"/>
      <dgm:spPr/>
      <dgm:t>
        <a:bodyPr/>
        <a:lstStyle/>
        <a:p>
          <a:r>
            <a:rPr lang="es-MX" dirty="0"/>
            <a:t>Se usa para determinar las contribuciones si no hubo adquisición de la moneda extranjera </a:t>
          </a:r>
        </a:p>
      </dgm:t>
    </dgm:pt>
    <dgm:pt modelId="{E55F8C79-70D3-4263-9A4C-BA4F39836469}" type="parTrans" cxnId="{11B24272-D7D1-4B53-A33D-2AABB5385F32}">
      <dgm:prSet/>
      <dgm:spPr/>
    </dgm:pt>
    <dgm:pt modelId="{8B48AFAE-79D0-422C-A32F-5FE2EC1DC940}" type="sibTrans" cxnId="{11B24272-D7D1-4B53-A33D-2AABB5385F32}">
      <dgm:prSet/>
      <dgm:spPr/>
    </dgm:pt>
    <dgm:pt modelId="{1E8809D6-61D4-430B-B6CF-11DDE2C1BE6A}" type="pres">
      <dgm:prSet presAssocID="{F3F4F316-C8B6-4497-B832-0CDACB046F3D}" presName="linearFlow" presStyleCnt="0">
        <dgm:presLayoutVars>
          <dgm:dir/>
          <dgm:animLvl val="lvl"/>
          <dgm:resizeHandles val="exact"/>
        </dgm:presLayoutVars>
      </dgm:prSet>
      <dgm:spPr/>
    </dgm:pt>
    <dgm:pt modelId="{48756E7B-9049-4F16-AED3-DD00286910A9}" type="pres">
      <dgm:prSet presAssocID="{7E41CEEB-3820-4A2C-8832-27E36528862B}" presName="composite" presStyleCnt="0"/>
      <dgm:spPr/>
    </dgm:pt>
    <dgm:pt modelId="{03B451E0-4BC9-412B-B0E8-DBA7A50189B0}" type="pres">
      <dgm:prSet presAssocID="{7E41CEEB-3820-4A2C-8832-27E36528862B}" presName="parTx" presStyleLbl="node1" presStyleIdx="0" presStyleCnt="3">
        <dgm:presLayoutVars>
          <dgm:chMax val="0"/>
          <dgm:chPref val="0"/>
          <dgm:bulletEnabled val="1"/>
        </dgm:presLayoutVars>
      </dgm:prSet>
      <dgm:spPr/>
    </dgm:pt>
    <dgm:pt modelId="{6D739BEF-82D5-4432-A9AD-46AD40FF7583}" type="pres">
      <dgm:prSet presAssocID="{7E41CEEB-3820-4A2C-8832-27E36528862B}" presName="parSh" presStyleLbl="node1" presStyleIdx="0" presStyleCnt="3"/>
      <dgm:spPr/>
    </dgm:pt>
    <dgm:pt modelId="{5AE7DBF2-9325-4CF8-8C34-574D0F545596}" type="pres">
      <dgm:prSet presAssocID="{7E41CEEB-3820-4A2C-8832-27E36528862B}" presName="desTx" presStyleLbl="fgAcc1" presStyleIdx="0" presStyleCnt="3">
        <dgm:presLayoutVars>
          <dgm:bulletEnabled val="1"/>
        </dgm:presLayoutVars>
      </dgm:prSet>
      <dgm:spPr/>
    </dgm:pt>
    <dgm:pt modelId="{3426114D-9AE8-4773-93BE-336410DA026E}" type="pres">
      <dgm:prSet presAssocID="{C17C142F-74DF-487A-8556-96AAEFFF10E6}" presName="sibTrans" presStyleLbl="sibTrans2D1" presStyleIdx="0" presStyleCnt="2"/>
      <dgm:spPr/>
    </dgm:pt>
    <dgm:pt modelId="{5B1D2186-4807-44BC-BE67-4E4D77D5FFA0}" type="pres">
      <dgm:prSet presAssocID="{C17C142F-74DF-487A-8556-96AAEFFF10E6}" presName="connTx" presStyleLbl="sibTrans2D1" presStyleIdx="0" presStyleCnt="2"/>
      <dgm:spPr/>
    </dgm:pt>
    <dgm:pt modelId="{380376E5-C102-4267-B05E-18249C555DC0}" type="pres">
      <dgm:prSet presAssocID="{DC862CE3-F149-4FBC-926F-FA6EFF1DAAAB}" presName="composite" presStyleCnt="0"/>
      <dgm:spPr/>
    </dgm:pt>
    <dgm:pt modelId="{A85E0DFD-6EB6-47E1-BC9D-71C2F3A9EDB9}" type="pres">
      <dgm:prSet presAssocID="{DC862CE3-F149-4FBC-926F-FA6EFF1DAAAB}" presName="parTx" presStyleLbl="node1" presStyleIdx="0" presStyleCnt="3">
        <dgm:presLayoutVars>
          <dgm:chMax val="0"/>
          <dgm:chPref val="0"/>
          <dgm:bulletEnabled val="1"/>
        </dgm:presLayoutVars>
      </dgm:prSet>
      <dgm:spPr/>
    </dgm:pt>
    <dgm:pt modelId="{D79DDA75-4760-4DA7-9CFC-016558BE4E49}" type="pres">
      <dgm:prSet presAssocID="{DC862CE3-F149-4FBC-926F-FA6EFF1DAAAB}" presName="parSh" presStyleLbl="node1" presStyleIdx="1" presStyleCnt="3"/>
      <dgm:spPr/>
    </dgm:pt>
    <dgm:pt modelId="{F0D40061-9AFC-40DB-8349-965848E80544}" type="pres">
      <dgm:prSet presAssocID="{DC862CE3-F149-4FBC-926F-FA6EFF1DAAAB}" presName="desTx" presStyleLbl="fgAcc1" presStyleIdx="1" presStyleCnt="3">
        <dgm:presLayoutVars>
          <dgm:bulletEnabled val="1"/>
        </dgm:presLayoutVars>
      </dgm:prSet>
      <dgm:spPr/>
    </dgm:pt>
    <dgm:pt modelId="{78DDDC68-3E04-456E-8773-3F824C656D3C}" type="pres">
      <dgm:prSet presAssocID="{4381F05A-A26E-4E04-85EC-ADCECDB37130}" presName="sibTrans" presStyleLbl="sibTrans2D1" presStyleIdx="1" presStyleCnt="2"/>
      <dgm:spPr/>
    </dgm:pt>
    <dgm:pt modelId="{219F4F46-7671-46FB-AC1E-8F0C7720D624}" type="pres">
      <dgm:prSet presAssocID="{4381F05A-A26E-4E04-85EC-ADCECDB37130}" presName="connTx" presStyleLbl="sibTrans2D1" presStyleIdx="1" presStyleCnt="2"/>
      <dgm:spPr/>
    </dgm:pt>
    <dgm:pt modelId="{E41EC75D-ED1E-48B5-A1E9-8E929F4FD532}" type="pres">
      <dgm:prSet presAssocID="{DCC17354-5240-4EE4-A994-1966C5F9EBFD}" presName="composite" presStyleCnt="0"/>
      <dgm:spPr/>
    </dgm:pt>
    <dgm:pt modelId="{F9D58539-43A2-4596-8E25-B355CC185A18}" type="pres">
      <dgm:prSet presAssocID="{DCC17354-5240-4EE4-A994-1966C5F9EBFD}" presName="parTx" presStyleLbl="node1" presStyleIdx="1" presStyleCnt="3">
        <dgm:presLayoutVars>
          <dgm:chMax val="0"/>
          <dgm:chPref val="0"/>
          <dgm:bulletEnabled val="1"/>
        </dgm:presLayoutVars>
      </dgm:prSet>
      <dgm:spPr/>
    </dgm:pt>
    <dgm:pt modelId="{002E4500-AC5C-4D20-B428-1D03713D8465}" type="pres">
      <dgm:prSet presAssocID="{DCC17354-5240-4EE4-A994-1966C5F9EBFD}" presName="parSh" presStyleLbl="node1" presStyleIdx="2" presStyleCnt="3"/>
      <dgm:spPr/>
    </dgm:pt>
    <dgm:pt modelId="{DCE90109-A986-4619-809C-E24044E6053E}" type="pres">
      <dgm:prSet presAssocID="{DCC17354-5240-4EE4-A994-1966C5F9EBFD}" presName="desTx" presStyleLbl="fgAcc1" presStyleIdx="2" presStyleCnt="3">
        <dgm:presLayoutVars>
          <dgm:bulletEnabled val="1"/>
        </dgm:presLayoutVars>
      </dgm:prSet>
      <dgm:spPr/>
    </dgm:pt>
  </dgm:ptLst>
  <dgm:cxnLst>
    <dgm:cxn modelId="{664CBC09-6D43-4848-97E1-8ED5BD80A266}" srcId="{FCA72168-BB4E-4220-A71B-DC14EE742F23}" destId="{FBC2CCB8-3D78-4ABF-ADBC-2355647432BF}" srcOrd="0" destOrd="0" parTransId="{16901628-1438-44CE-A7ED-C1089856A0A7}" sibTransId="{4916E62B-ECF0-48F7-B04A-EF579AC5712B}"/>
    <dgm:cxn modelId="{A3D92014-6E7C-4043-9E0F-78E4CEB3B8FA}" type="presOf" srcId="{4381F05A-A26E-4E04-85EC-ADCECDB37130}" destId="{219F4F46-7671-46FB-AC1E-8F0C7720D624}" srcOrd="1" destOrd="0" presId="urn:microsoft.com/office/officeart/2005/8/layout/process3"/>
    <dgm:cxn modelId="{F6906B18-865B-440B-890D-0FA56D29804E}" srcId="{F3F4F316-C8B6-4497-B832-0CDACB046F3D}" destId="{7E41CEEB-3820-4A2C-8832-27E36528862B}" srcOrd="0" destOrd="0" parTransId="{14660D5A-3806-4B5F-A3D0-C050842457C3}" sibTransId="{C17C142F-74DF-487A-8556-96AAEFFF10E6}"/>
    <dgm:cxn modelId="{7799AD18-09E7-45B1-93C4-3E3CA57D2024}" type="presOf" srcId="{3CE89978-FDB8-485D-B677-7F99B2344331}" destId="{F0D40061-9AFC-40DB-8349-965848E80544}" srcOrd="0" destOrd="0" presId="urn:microsoft.com/office/officeart/2005/8/layout/process3"/>
    <dgm:cxn modelId="{89B15F1D-C716-4D87-9AB3-D92C9C5A49B7}" srcId="{7E41CEEB-3820-4A2C-8832-27E36528862B}" destId="{FCA72168-BB4E-4220-A71B-DC14EE742F23}" srcOrd="0" destOrd="0" parTransId="{E9718A3A-685F-4177-BE4A-4F5949C6D00A}" sibTransId="{E890C74E-A55F-410C-BFA3-064135374BB7}"/>
    <dgm:cxn modelId="{53E70F31-6101-4743-8F84-E2C99AD4ADE4}" srcId="{F3F4F316-C8B6-4497-B832-0CDACB046F3D}" destId="{DC862CE3-F149-4FBC-926F-FA6EFF1DAAAB}" srcOrd="1" destOrd="0" parTransId="{A262D114-007F-49B8-BCFF-7F1C04F69711}" sibTransId="{4381F05A-A26E-4E04-85EC-ADCECDB37130}"/>
    <dgm:cxn modelId="{EC81C343-BA20-45D6-9F18-520DD9D757B5}" type="presOf" srcId="{F3F4F316-C8B6-4497-B832-0CDACB046F3D}" destId="{1E8809D6-61D4-430B-B6CF-11DDE2C1BE6A}" srcOrd="0" destOrd="0" presId="urn:microsoft.com/office/officeart/2005/8/layout/process3"/>
    <dgm:cxn modelId="{02DF9E4D-0B32-4A94-BBA7-0BB750BE14D5}" type="presOf" srcId="{DC862CE3-F149-4FBC-926F-FA6EFF1DAAAB}" destId="{A85E0DFD-6EB6-47E1-BC9D-71C2F3A9EDB9}" srcOrd="0" destOrd="0" presId="urn:microsoft.com/office/officeart/2005/8/layout/process3"/>
    <dgm:cxn modelId="{85814750-F4D2-4A36-A842-88AE30A4E8CC}" srcId="{41A0DF07-14B1-4F0C-9E7D-B8800DF15718}" destId="{8CA86AD4-C619-4595-8957-163E21B7666B}" srcOrd="0" destOrd="0" parTransId="{F9EFE2A5-733C-446B-A299-DBF9D14FCD64}" sibTransId="{6BC89EFF-1BBF-4A8C-B388-2401157859F7}"/>
    <dgm:cxn modelId="{11B24272-D7D1-4B53-A33D-2AABB5385F32}" srcId="{41A0DF07-14B1-4F0C-9E7D-B8800DF15718}" destId="{FBEEC21A-F847-4BA6-9D72-3341A02F9FEA}" srcOrd="1" destOrd="0" parTransId="{E55F8C79-70D3-4263-9A4C-BA4F39836469}" sibTransId="{8B48AFAE-79D0-422C-A32F-5FE2EC1DC940}"/>
    <dgm:cxn modelId="{D9AD5954-C960-4E4E-994B-3E266FB8417D}" type="presOf" srcId="{8CA86AD4-C619-4595-8957-163E21B7666B}" destId="{DCE90109-A986-4619-809C-E24044E6053E}" srcOrd="0" destOrd="1" presId="urn:microsoft.com/office/officeart/2005/8/layout/process3"/>
    <dgm:cxn modelId="{8A7B937B-4672-45E8-BF84-9433859A350F}" type="presOf" srcId="{FBEEC21A-F847-4BA6-9D72-3341A02F9FEA}" destId="{DCE90109-A986-4619-809C-E24044E6053E}" srcOrd="0" destOrd="2" presId="urn:microsoft.com/office/officeart/2005/8/layout/process3"/>
    <dgm:cxn modelId="{89DE777D-C5F3-4723-A220-B1E7EEF809BA}" srcId="{DC862CE3-F149-4FBC-926F-FA6EFF1DAAAB}" destId="{3CE89978-FDB8-485D-B677-7F99B2344331}" srcOrd="0" destOrd="0" parTransId="{097E8A03-A1FB-4059-8350-897E1B019120}" sibTransId="{5BCBC66A-670D-460A-A790-D75BB4343646}"/>
    <dgm:cxn modelId="{06CCA289-7532-4602-A04B-15DFF708E7B4}" type="presOf" srcId="{FBC2CCB8-3D78-4ABF-ADBC-2355647432BF}" destId="{5AE7DBF2-9325-4CF8-8C34-574D0F545596}" srcOrd="0" destOrd="1" presId="urn:microsoft.com/office/officeart/2005/8/layout/process3"/>
    <dgm:cxn modelId="{3F0F229D-1FF5-44C7-AA18-96DFC48E53DC}" type="presOf" srcId="{7E41CEEB-3820-4A2C-8832-27E36528862B}" destId="{6D739BEF-82D5-4432-A9AD-46AD40FF7583}" srcOrd="1" destOrd="0" presId="urn:microsoft.com/office/officeart/2005/8/layout/process3"/>
    <dgm:cxn modelId="{2278539E-5FDA-4653-AC7F-04C0288FF5EC}" type="presOf" srcId="{7E41CEEB-3820-4A2C-8832-27E36528862B}" destId="{03B451E0-4BC9-412B-B0E8-DBA7A50189B0}" srcOrd="0" destOrd="0" presId="urn:microsoft.com/office/officeart/2005/8/layout/process3"/>
    <dgm:cxn modelId="{42A2949E-62C8-4F81-A2B7-55BF73FAEB88}" srcId="{DCC17354-5240-4EE4-A994-1966C5F9EBFD}" destId="{41A0DF07-14B1-4F0C-9E7D-B8800DF15718}" srcOrd="0" destOrd="0" parTransId="{157F3912-FA23-4FDB-A511-56712975E4C0}" sibTransId="{5E3FA25A-EABC-414E-8F2D-2EB0EF416BA1}"/>
    <dgm:cxn modelId="{EFFA7FB2-1AE6-4D6A-8F2D-DC2EFE881800}" type="presOf" srcId="{DCC17354-5240-4EE4-A994-1966C5F9EBFD}" destId="{002E4500-AC5C-4D20-B428-1D03713D8465}" srcOrd="1" destOrd="0" presId="urn:microsoft.com/office/officeart/2005/8/layout/process3"/>
    <dgm:cxn modelId="{4ACEF9BA-BB6E-45E2-AB0B-917A60DDC5DC}" type="presOf" srcId="{DC862CE3-F149-4FBC-926F-FA6EFF1DAAAB}" destId="{D79DDA75-4760-4DA7-9CFC-016558BE4E49}" srcOrd="1" destOrd="0" presId="urn:microsoft.com/office/officeart/2005/8/layout/process3"/>
    <dgm:cxn modelId="{F53760D1-0FE4-44CA-97F2-E9AD46328C95}" type="presOf" srcId="{FCA72168-BB4E-4220-A71B-DC14EE742F23}" destId="{5AE7DBF2-9325-4CF8-8C34-574D0F545596}" srcOrd="0" destOrd="0" presId="urn:microsoft.com/office/officeart/2005/8/layout/process3"/>
    <dgm:cxn modelId="{7241E3DC-B224-4398-A20D-307FAEE70C55}" type="presOf" srcId="{DCC17354-5240-4EE4-A994-1966C5F9EBFD}" destId="{F9D58539-43A2-4596-8E25-B355CC185A18}" srcOrd="0" destOrd="0" presId="urn:microsoft.com/office/officeart/2005/8/layout/process3"/>
    <dgm:cxn modelId="{E5FF52DD-4063-4789-8C68-36A2F15279A5}" srcId="{F3F4F316-C8B6-4497-B832-0CDACB046F3D}" destId="{DCC17354-5240-4EE4-A994-1966C5F9EBFD}" srcOrd="2" destOrd="0" parTransId="{4EC17A3E-7E46-48EA-A02F-470D15FE101F}" sibTransId="{1315097B-E99A-46B3-A3EF-906D2E039190}"/>
    <dgm:cxn modelId="{0A4E6BDE-6B19-455F-AAFB-E82EF206D09D}" type="presOf" srcId="{C17C142F-74DF-487A-8556-96AAEFFF10E6}" destId="{5B1D2186-4807-44BC-BE67-4E4D77D5FFA0}" srcOrd="1" destOrd="0" presId="urn:microsoft.com/office/officeart/2005/8/layout/process3"/>
    <dgm:cxn modelId="{E8D0C4E7-AC11-4803-B241-340CF10BE5D6}" type="presOf" srcId="{C17C142F-74DF-487A-8556-96AAEFFF10E6}" destId="{3426114D-9AE8-4773-93BE-336410DA026E}" srcOrd="0" destOrd="0" presId="urn:microsoft.com/office/officeart/2005/8/layout/process3"/>
    <dgm:cxn modelId="{29BA30F7-32EA-4992-ADAA-DCBC76269E1D}" type="presOf" srcId="{4381F05A-A26E-4E04-85EC-ADCECDB37130}" destId="{78DDDC68-3E04-456E-8773-3F824C656D3C}" srcOrd="0" destOrd="0" presId="urn:microsoft.com/office/officeart/2005/8/layout/process3"/>
    <dgm:cxn modelId="{5E8707FE-83B8-47D5-B6C3-8E6053CE0A23}" type="presOf" srcId="{41A0DF07-14B1-4F0C-9E7D-B8800DF15718}" destId="{DCE90109-A986-4619-809C-E24044E6053E}" srcOrd="0" destOrd="0" presId="urn:microsoft.com/office/officeart/2005/8/layout/process3"/>
    <dgm:cxn modelId="{BD16C3D6-1B2F-4A5D-AB67-F577744A0EB6}" type="presParOf" srcId="{1E8809D6-61D4-430B-B6CF-11DDE2C1BE6A}" destId="{48756E7B-9049-4F16-AED3-DD00286910A9}" srcOrd="0" destOrd="0" presId="urn:microsoft.com/office/officeart/2005/8/layout/process3"/>
    <dgm:cxn modelId="{0339F657-A99A-4785-8B3A-FBD1C12E89D4}" type="presParOf" srcId="{48756E7B-9049-4F16-AED3-DD00286910A9}" destId="{03B451E0-4BC9-412B-B0E8-DBA7A50189B0}" srcOrd="0" destOrd="0" presId="urn:microsoft.com/office/officeart/2005/8/layout/process3"/>
    <dgm:cxn modelId="{9A823D5C-B5B3-45BF-A5E8-39BA46D8DAE4}" type="presParOf" srcId="{48756E7B-9049-4F16-AED3-DD00286910A9}" destId="{6D739BEF-82D5-4432-A9AD-46AD40FF7583}" srcOrd="1" destOrd="0" presId="urn:microsoft.com/office/officeart/2005/8/layout/process3"/>
    <dgm:cxn modelId="{037ADEEA-C1D5-43D4-95D3-D184F9C178BB}" type="presParOf" srcId="{48756E7B-9049-4F16-AED3-DD00286910A9}" destId="{5AE7DBF2-9325-4CF8-8C34-574D0F545596}" srcOrd="2" destOrd="0" presId="urn:microsoft.com/office/officeart/2005/8/layout/process3"/>
    <dgm:cxn modelId="{0D75CFD3-BA7F-459C-A7B2-75A402AF322D}" type="presParOf" srcId="{1E8809D6-61D4-430B-B6CF-11DDE2C1BE6A}" destId="{3426114D-9AE8-4773-93BE-336410DA026E}" srcOrd="1" destOrd="0" presId="urn:microsoft.com/office/officeart/2005/8/layout/process3"/>
    <dgm:cxn modelId="{A6375D9F-F61F-4658-A70E-D69286636D17}" type="presParOf" srcId="{3426114D-9AE8-4773-93BE-336410DA026E}" destId="{5B1D2186-4807-44BC-BE67-4E4D77D5FFA0}" srcOrd="0" destOrd="0" presId="urn:microsoft.com/office/officeart/2005/8/layout/process3"/>
    <dgm:cxn modelId="{67C5D3C5-572D-4730-8B54-38BF0654CB0E}" type="presParOf" srcId="{1E8809D6-61D4-430B-B6CF-11DDE2C1BE6A}" destId="{380376E5-C102-4267-B05E-18249C555DC0}" srcOrd="2" destOrd="0" presId="urn:microsoft.com/office/officeart/2005/8/layout/process3"/>
    <dgm:cxn modelId="{C7FB67E6-F885-47C3-BAB7-7D3A3C6781C3}" type="presParOf" srcId="{380376E5-C102-4267-B05E-18249C555DC0}" destId="{A85E0DFD-6EB6-47E1-BC9D-71C2F3A9EDB9}" srcOrd="0" destOrd="0" presId="urn:microsoft.com/office/officeart/2005/8/layout/process3"/>
    <dgm:cxn modelId="{B8393670-7789-42BE-8CB9-BCC8A12D59F3}" type="presParOf" srcId="{380376E5-C102-4267-B05E-18249C555DC0}" destId="{D79DDA75-4760-4DA7-9CFC-016558BE4E49}" srcOrd="1" destOrd="0" presId="urn:microsoft.com/office/officeart/2005/8/layout/process3"/>
    <dgm:cxn modelId="{C0C4A9A4-1370-48CE-8F85-A4A5099A046B}" type="presParOf" srcId="{380376E5-C102-4267-B05E-18249C555DC0}" destId="{F0D40061-9AFC-40DB-8349-965848E80544}" srcOrd="2" destOrd="0" presId="urn:microsoft.com/office/officeart/2005/8/layout/process3"/>
    <dgm:cxn modelId="{48558468-8698-4F38-AE08-1A90DC8A5752}" type="presParOf" srcId="{1E8809D6-61D4-430B-B6CF-11DDE2C1BE6A}" destId="{78DDDC68-3E04-456E-8773-3F824C656D3C}" srcOrd="3" destOrd="0" presId="urn:microsoft.com/office/officeart/2005/8/layout/process3"/>
    <dgm:cxn modelId="{E3124123-7CB5-46F9-B4AD-F7E6420B4F5A}" type="presParOf" srcId="{78DDDC68-3E04-456E-8773-3F824C656D3C}" destId="{219F4F46-7671-46FB-AC1E-8F0C7720D624}" srcOrd="0" destOrd="0" presId="urn:microsoft.com/office/officeart/2005/8/layout/process3"/>
    <dgm:cxn modelId="{60933DBB-6A32-4C32-8661-90B496FB1BB8}" type="presParOf" srcId="{1E8809D6-61D4-430B-B6CF-11DDE2C1BE6A}" destId="{E41EC75D-ED1E-48B5-A1E9-8E929F4FD532}" srcOrd="4" destOrd="0" presId="urn:microsoft.com/office/officeart/2005/8/layout/process3"/>
    <dgm:cxn modelId="{D7B92A01-F590-468B-8422-ED0ABBE8E30F}" type="presParOf" srcId="{E41EC75D-ED1E-48B5-A1E9-8E929F4FD532}" destId="{F9D58539-43A2-4596-8E25-B355CC185A18}" srcOrd="0" destOrd="0" presId="urn:microsoft.com/office/officeart/2005/8/layout/process3"/>
    <dgm:cxn modelId="{2D4C4F19-8AEB-45E0-8FD1-DD7CE5E9DC76}" type="presParOf" srcId="{E41EC75D-ED1E-48B5-A1E9-8E929F4FD532}" destId="{002E4500-AC5C-4D20-B428-1D03713D8465}" srcOrd="1" destOrd="0" presId="urn:microsoft.com/office/officeart/2005/8/layout/process3"/>
    <dgm:cxn modelId="{9AA07518-40BB-414B-83A1-B8A13D537B47}" type="presParOf" srcId="{E41EC75D-ED1E-48B5-A1E9-8E929F4FD532}" destId="{DCE90109-A986-4619-809C-E24044E6053E}"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E4B4A89-0CED-493E-AF88-5E62D65C5D42}"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MX"/>
        </a:p>
      </dgm:t>
    </dgm:pt>
    <dgm:pt modelId="{C4DCA1D7-EC73-4D1D-A368-5A1050B69F2F}">
      <dgm:prSet phldrT="[Text]"/>
      <dgm:spPr/>
      <dgm:t>
        <a:bodyPr/>
        <a:lstStyle/>
        <a:p>
          <a:r>
            <a:rPr lang="es-MX" dirty="0"/>
            <a:t>Intereses</a:t>
          </a:r>
        </a:p>
      </dgm:t>
    </dgm:pt>
    <dgm:pt modelId="{7D15BEA6-8753-4170-9478-7CEF25581E71}" type="parTrans" cxnId="{65BB94A6-34F9-46D7-A84E-D02739AB804B}">
      <dgm:prSet/>
      <dgm:spPr/>
      <dgm:t>
        <a:bodyPr/>
        <a:lstStyle/>
        <a:p>
          <a:endParaRPr lang="es-MX"/>
        </a:p>
      </dgm:t>
    </dgm:pt>
    <dgm:pt modelId="{8F4C6FCF-3C50-4981-8122-D4770B0C45ED}" type="sibTrans" cxnId="{65BB94A6-34F9-46D7-A84E-D02739AB804B}">
      <dgm:prSet/>
      <dgm:spPr/>
      <dgm:t>
        <a:bodyPr/>
        <a:lstStyle/>
        <a:p>
          <a:endParaRPr lang="es-MX"/>
        </a:p>
      </dgm:t>
    </dgm:pt>
    <dgm:pt modelId="{E7FFD472-2D7D-412A-806C-4EE9E19C8038}">
      <dgm:prSet phldrT="[Text]"/>
      <dgm:spPr/>
      <dgm:t>
        <a:bodyPr/>
        <a:lstStyle/>
        <a:p>
          <a:r>
            <a:rPr lang="es-MX" dirty="0"/>
            <a:t>Factoraje</a:t>
          </a:r>
        </a:p>
      </dgm:t>
    </dgm:pt>
    <dgm:pt modelId="{F05ABEF5-9818-4EA6-87A2-8989426EDF03}" type="parTrans" cxnId="{DBC4F6EA-FBC3-4308-9114-46D6EE09FB0B}">
      <dgm:prSet/>
      <dgm:spPr/>
      <dgm:t>
        <a:bodyPr/>
        <a:lstStyle/>
        <a:p>
          <a:endParaRPr lang="es-MX"/>
        </a:p>
      </dgm:t>
    </dgm:pt>
    <dgm:pt modelId="{6729C4BD-B568-4C22-9D6C-CA243766DFD5}" type="sibTrans" cxnId="{DBC4F6EA-FBC3-4308-9114-46D6EE09FB0B}">
      <dgm:prSet/>
      <dgm:spPr/>
      <dgm:t>
        <a:bodyPr/>
        <a:lstStyle/>
        <a:p>
          <a:endParaRPr lang="es-MX"/>
        </a:p>
      </dgm:t>
    </dgm:pt>
    <dgm:pt modelId="{4E019800-2FDC-478B-BE0B-5779E7BEA6DF}">
      <dgm:prSet phldrT="[Text]"/>
      <dgm:spPr/>
      <dgm:t>
        <a:bodyPr/>
        <a:lstStyle/>
        <a:p>
          <a:r>
            <a:rPr lang="es-MX" dirty="0"/>
            <a:t>Ganancia derivada de los derechos adquiridos </a:t>
          </a:r>
        </a:p>
      </dgm:t>
    </dgm:pt>
    <dgm:pt modelId="{F7682955-58CA-471E-87F6-5F612A2E6FC7}" type="parTrans" cxnId="{F0EDD166-A7BC-4C03-ACC9-A01C199DBA57}">
      <dgm:prSet/>
      <dgm:spPr/>
      <dgm:t>
        <a:bodyPr/>
        <a:lstStyle/>
        <a:p>
          <a:endParaRPr lang="es-MX"/>
        </a:p>
      </dgm:t>
    </dgm:pt>
    <dgm:pt modelId="{3A6D29DD-6F16-4ACB-93CC-ACFBA7729A05}" type="sibTrans" cxnId="{F0EDD166-A7BC-4C03-ACC9-A01C199DBA57}">
      <dgm:prSet/>
      <dgm:spPr/>
      <dgm:t>
        <a:bodyPr/>
        <a:lstStyle/>
        <a:p>
          <a:endParaRPr lang="es-MX"/>
        </a:p>
      </dgm:t>
    </dgm:pt>
    <dgm:pt modelId="{7DC17285-064C-4F7D-9329-63788514884A}">
      <dgm:prSet phldrT="[Text]"/>
      <dgm:spPr/>
      <dgm:t>
        <a:bodyPr/>
        <a:lstStyle/>
        <a:p>
          <a:r>
            <a:rPr lang="es-MX" dirty="0"/>
            <a:t>Arrendamiento Financiero</a:t>
          </a:r>
        </a:p>
      </dgm:t>
    </dgm:pt>
    <dgm:pt modelId="{7253391F-A326-4D6F-AAB0-D77BE483526C}" type="parTrans" cxnId="{628DEE66-0267-4921-8672-616A9AFECAC2}">
      <dgm:prSet/>
      <dgm:spPr/>
      <dgm:t>
        <a:bodyPr/>
        <a:lstStyle/>
        <a:p>
          <a:endParaRPr lang="es-MX"/>
        </a:p>
      </dgm:t>
    </dgm:pt>
    <dgm:pt modelId="{ADDD3384-89BE-48E8-9983-1290FE027621}" type="sibTrans" cxnId="{628DEE66-0267-4921-8672-616A9AFECAC2}">
      <dgm:prSet/>
      <dgm:spPr/>
      <dgm:t>
        <a:bodyPr/>
        <a:lstStyle/>
        <a:p>
          <a:endParaRPr lang="es-MX"/>
        </a:p>
      </dgm:t>
    </dgm:pt>
    <dgm:pt modelId="{9E26AF43-9B30-49BC-9109-8E4D562E6F94}">
      <dgm:prSet phldrT="[Text]"/>
      <dgm:spPr/>
      <dgm:t>
        <a:bodyPr/>
        <a:lstStyle/>
        <a:p>
          <a:r>
            <a:rPr lang="es-MX" dirty="0"/>
            <a:t>Diferencia de Pagos y MOI</a:t>
          </a:r>
        </a:p>
      </dgm:t>
    </dgm:pt>
    <dgm:pt modelId="{1F9CE82D-B25E-4CF9-844D-8569BD9EE6A7}" type="parTrans" cxnId="{0C445E30-C8E6-45C4-8681-7BA08DFABB44}">
      <dgm:prSet/>
      <dgm:spPr/>
      <dgm:t>
        <a:bodyPr/>
        <a:lstStyle/>
        <a:p>
          <a:endParaRPr lang="es-MX"/>
        </a:p>
      </dgm:t>
    </dgm:pt>
    <dgm:pt modelId="{E6EA86EA-B548-414D-84FE-3AB024C58881}" type="sibTrans" cxnId="{0C445E30-C8E6-45C4-8681-7BA08DFABB44}">
      <dgm:prSet/>
      <dgm:spPr/>
      <dgm:t>
        <a:bodyPr/>
        <a:lstStyle/>
        <a:p>
          <a:endParaRPr lang="es-MX"/>
        </a:p>
      </dgm:t>
    </dgm:pt>
    <dgm:pt modelId="{F1F3FC82-152E-463D-AE55-9AF3923233CA}">
      <dgm:prSet/>
      <dgm:spPr/>
      <dgm:t>
        <a:bodyPr/>
        <a:lstStyle/>
        <a:p>
          <a:r>
            <a:rPr lang="es-MX" dirty="0"/>
            <a:t>Bursatilización de Rentas</a:t>
          </a:r>
        </a:p>
      </dgm:t>
    </dgm:pt>
    <dgm:pt modelId="{1BA92048-32C3-4849-B5B6-4E89ACEEA7D4}" type="parTrans" cxnId="{A00A0517-4D13-467F-8BE9-93AB5C07FCF6}">
      <dgm:prSet/>
      <dgm:spPr/>
      <dgm:t>
        <a:bodyPr/>
        <a:lstStyle/>
        <a:p>
          <a:endParaRPr lang="es-MX"/>
        </a:p>
      </dgm:t>
    </dgm:pt>
    <dgm:pt modelId="{2F463E9C-FD24-4A03-8A3F-E4AB5FF1C922}" type="sibTrans" cxnId="{A00A0517-4D13-467F-8BE9-93AB5C07FCF6}">
      <dgm:prSet/>
      <dgm:spPr/>
      <dgm:t>
        <a:bodyPr/>
        <a:lstStyle/>
        <a:p>
          <a:endParaRPr lang="es-MX"/>
        </a:p>
      </dgm:t>
    </dgm:pt>
    <dgm:pt modelId="{223A235B-750C-4964-B24E-873D2FE47E9F}">
      <dgm:prSet/>
      <dgm:spPr/>
      <dgm:t>
        <a:bodyPr/>
        <a:lstStyle/>
        <a:p>
          <a:r>
            <a:rPr lang="es-MX" dirty="0"/>
            <a:t>Ajuste por UDIS y Otros</a:t>
          </a:r>
        </a:p>
      </dgm:t>
    </dgm:pt>
    <dgm:pt modelId="{D0815605-7B37-49FA-B747-265FA8E840EF}" type="parTrans" cxnId="{063F0513-8D44-42DE-8AAE-5B2F51C8D5B0}">
      <dgm:prSet/>
      <dgm:spPr/>
      <dgm:t>
        <a:bodyPr/>
        <a:lstStyle/>
        <a:p>
          <a:endParaRPr lang="es-MX"/>
        </a:p>
      </dgm:t>
    </dgm:pt>
    <dgm:pt modelId="{1D291834-317F-4C9F-A5DB-6FE3567E8DD6}" type="sibTrans" cxnId="{063F0513-8D44-42DE-8AAE-5B2F51C8D5B0}">
      <dgm:prSet/>
      <dgm:spPr/>
      <dgm:t>
        <a:bodyPr/>
        <a:lstStyle/>
        <a:p>
          <a:endParaRPr lang="es-MX"/>
        </a:p>
      </dgm:t>
    </dgm:pt>
    <dgm:pt modelId="{0AC36FAD-2928-4F45-8BEB-84B9B978ADEF}">
      <dgm:prSet/>
      <dgm:spPr/>
      <dgm:t>
        <a:bodyPr/>
        <a:lstStyle/>
        <a:p>
          <a:r>
            <a:rPr lang="es-MX" dirty="0"/>
            <a:t>Fluctuación Cambiaria</a:t>
          </a:r>
        </a:p>
      </dgm:t>
    </dgm:pt>
    <dgm:pt modelId="{4473D37A-06E8-4522-A2C1-FE2381DE42F0}" type="parTrans" cxnId="{F739B043-9E9A-418B-8A4A-EC3ABDE1ED0A}">
      <dgm:prSet/>
      <dgm:spPr/>
      <dgm:t>
        <a:bodyPr/>
        <a:lstStyle/>
        <a:p>
          <a:endParaRPr lang="es-MX"/>
        </a:p>
      </dgm:t>
    </dgm:pt>
    <dgm:pt modelId="{FABBCCB7-B849-43D7-A654-605BADA3D87C}" type="sibTrans" cxnId="{F739B043-9E9A-418B-8A4A-EC3ABDE1ED0A}">
      <dgm:prSet/>
      <dgm:spPr/>
      <dgm:t>
        <a:bodyPr/>
        <a:lstStyle/>
        <a:p>
          <a:endParaRPr lang="es-MX"/>
        </a:p>
      </dgm:t>
    </dgm:pt>
    <dgm:pt modelId="{D445C38A-B829-411A-919C-FC44B8010162}">
      <dgm:prSet/>
      <dgm:spPr/>
      <dgm:t>
        <a:bodyPr/>
        <a:lstStyle/>
        <a:p>
          <a:r>
            <a:rPr lang="es-MX" dirty="0"/>
            <a:t>Devengado</a:t>
          </a:r>
        </a:p>
      </dgm:t>
    </dgm:pt>
    <dgm:pt modelId="{26933D56-3C9D-4423-A606-FE0274EECC5E}" type="parTrans" cxnId="{F0B74D94-19D3-46EB-B0B6-142E9C68578C}">
      <dgm:prSet/>
      <dgm:spPr/>
      <dgm:t>
        <a:bodyPr/>
        <a:lstStyle/>
        <a:p>
          <a:endParaRPr lang="es-MX"/>
        </a:p>
      </dgm:t>
    </dgm:pt>
    <dgm:pt modelId="{141F0049-A6DF-48A6-8EA5-0231B9937043}" type="sibTrans" cxnId="{F0B74D94-19D3-46EB-B0B6-142E9C68578C}">
      <dgm:prSet/>
      <dgm:spPr/>
      <dgm:t>
        <a:bodyPr/>
        <a:lstStyle/>
        <a:p>
          <a:endParaRPr lang="es-MX"/>
        </a:p>
      </dgm:t>
    </dgm:pt>
    <dgm:pt modelId="{59776459-B135-40FF-B58C-F5C82D1D2D23}">
      <dgm:prSet/>
      <dgm:spPr/>
      <dgm:t>
        <a:bodyPr/>
        <a:lstStyle/>
        <a:p>
          <a:r>
            <a:rPr lang="es-MX" dirty="0"/>
            <a:t>Tipo de Cambio del DO </a:t>
          </a:r>
        </a:p>
      </dgm:t>
    </dgm:pt>
    <dgm:pt modelId="{D1DC5638-6303-410B-A71B-F3813F6DF9CC}" type="parTrans" cxnId="{FDA6A992-F0AF-4B10-8F7A-D16D692EFFE7}">
      <dgm:prSet/>
      <dgm:spPr/>
      <dgm:t>
        <a:bodyPr/>
        <a:lstStyle/>
        <a:p>
          <a:endParaRPr lang="es-MX"/>
        </a:p>
      </dgm:t>
    </dgm:pt>
    <dgm:pt modelId="{76D1830E-61D8-4B45-B574-9E3D7F330C8A}" type="sibTrans" cxnId="{FDA6A992-F0AF-4B10-8F7A-D16D692EFFE7}">
      <dgm:prSet/>
      <dgm:spPr/>
      <dgm:t>
        <a:bodyPr/>
        <a:lstStyle/>
        <a:p>
          <a:endParaRPr lang="es-MX"/>
        </a:p>
      </dgm:t>
    </dgm:pt>
    <dgm:pt modelId="{CA7409D8-F976-4E92-B610-FC48E3C7F565}">
      <dgm:prSet/>
      <dgm:spPr/>
      <dgm:t>
        <a:bodyPr/>
        <a:lstStyle/>
        <a:p>
          <a:r>
            <a:rPr lang="es-MX" dirty="0"/>
            <a:t>Se considera operación de financiamiento</a:t>
          </a:r>
        </a:p>
      </dgm:t>
    </dgm:pt>
    <dgm:pt modelId="{2BFFCAEB-DF2A-4611-9E33-9A80C7E210C7}" type="parTrans" cxnId="{DC1BECFF-B35A-40FA-B009-297719FD2DF1}">
      <dgm:prSet/>
      <dgm:spPr/>
      <dgm:t>
        <a:bodyPr/>
        <a:lstStyle/>
        <a:p>
          <a:endParaRPr lang="es-MX"/>
        </a:p>
      </dgm:t>
    </dgm:pt>
    <dgm:pt modelId="{52E656BA-4A07-439E-B264-77747616898D}" type="sibTrans" cxnId="{DC1BECFF-B35A-40FA-B009-297719FD2DF1}">
      <dgm:prSet/>
      <dgm:spPr/>
      <dgm:t>
        <a:bodyPr/>
        <a:lstStyle/>
        <a:p>
          <a:endParaRPr lang="es-MX"/>
        </a:p>
      </dgm:t>
    </dgm:pt>
    <dgm:pt modelId="{7B41BF74-9244-4C8F-A4FD-0358ACB92F52}">
      <dgm:prSet/>
      <dgm:spPr/>
      <dgm:t>
        <a:bodyPr/>
        <a:lstStyle/>
        <a:p>
          <a:r>
            <a:rPr lang="es-MX" dirty="0"/>
            <a:t>Diferencia entre rentas y valor de la cesión</a:t>
          </a:r>
        </a:p>
      </dgm:t>
    </dgm:pt>
    <dgm:pt modelId="{FAB7B16B-2F84-432E-8A57-E32DAB3B4D8D}" type="parTrans" cxnId="{7D29D83B-B334-4FA0-B21C-F761BE0F0D51}">
      <dgm:prSet/>
      <dgm:spPr/>
      <dgm:t>
        <a:bodyPr/>
        <a:lstStyle/>
        <a:p>
          <a:endParaRPr lang="es-MX"/>
        </a:p>
      </dgm:t>
    </dgm:pt>
    <dgm:pt modelId="{AF0931DC-60F1-4433-BD0E-CFC35C934711}" type="sibTrans" cxnId="{7D29D83B-B334-4FA0-B21C-F761BE0F0D51}">
      <dgm:prSet/>
      <dgm:spPr/>
      <dgm:t>
        <a:bodyPr/>
        <a:lstStyle/>
        <a:p>
          <a:endParaRPr lang="es-MX"/>
        </a:p>
      </dgm:t>
    </dgm:pt>
    <dgm:pt modelId="{FE3559B7-D741-4405-BFBB-876D54CEF645}">
      <dgm:prSet/>
      <dgm:spPr/>
      <dgm:t>
        <a:bodyPr/>
        <a:lstStyle/>
        <a:p>
          <a:r>
            <a:rPr lang="es-MX" dirty="0"/>
            <a:t>Fondos de Inversión en Instrumentos de Deuda</a:t>
          </a:r>
        </a:p>
      </dgm:t>
    </dgm:pt>
    <dgm:pt modelId="{5458044F-BB18-4FD4-823C-2FB27DC00362}" type="parTrans" cxnId="{1AFBF894-8B6B-4424-8291-0B4413171D6E}">
      <dgm:prSet/>
      <dgm:spPr/>
      <dgm:t>
        <a:bodyPr/>
        <a:lstStyle/>
        <a:p>
          <a:endParaRPr lang="es-MX"/>
        </a:p>
      </dgm:t>
    </dgm:pt>
    <dgm:pt modelId="{31F84E5E-B8FC-4217-88A8-04DDE58A00FD}" type="sibTrans" cxnId="{1AFBF894-8B6B-4424-8291-0B4413171D6E}">
      <dgm:prSet/>
      <dgm:spPr/>
      <dgm:t>
        <a:bodyPr/>
        <a:lstStyle/>
        <a:p>
          <a:endParaRPr lang="es-MX"/>
        </a:p>
      </dgm:t>
    </dgm:pt>
    <dgm:pt modelId="{ADE8ED07-8E06-4BDD-86D4-9FD302334619}">
      <dgm:prSet/>
      <dgm:spPr>
        <a:solidFill>
          <a:srgbClr val="5B9BD5"/>
        </a:solidFill>
      </dgm:spPr>
      <dgm:t>
        <a:bodyPr/>
        <a:lstStyle/>
        <a:p>
          <a:r>
            <a:rPr lang="es-MX" dirty="0"/>
            <a:t>Ganancia en su Enajenación</a:t>
          </a:r>
        </a:p>
      </dgm:t>
    </dgm:pt>
    <dgm:pt modelId="{8B00A416-BEDB-4BAC-B647-5B537EB531F5}" type="parTrans" cxnId="{BEBDA559-DF6A-4EA4-B725-6917F1E73689}">
      <dgm:prSet/>
      <dgm:spPr/>
      <dgm:t>
        <a:bodyPr/>
        <a:lstStyle/>
        <a:p>
          <a:endParaRPr lang="es-MX"/>
        </a:p>
      </dgm:t>
    </dgm:pt>
    <dgm:pt modelId="{902F7CBE-D74B-4FFE-AFDB-D8A2A867591F}" type="sibTrans" cxnId="{BEBDA559-DF6A-4EA4-B725-6917F1E73689}">
      <dgm:prSet/>
      <dgm:spPr/>
      <dgm:t>
        <a:bodyPr/>
        <a:lstStyle/>
        <a:p>
          <a:endParaRPr lang="es-MX"/>
        </a:p>
      </dgm:t>
    </dgm:pt>
    <dgm:pt modelId="{891CE873-3A58-494C-9145-633B2871C4F0}">
      <dgm:prSet/>
      <dgm:spPr/>
      <dgm:t>
        <a:bodyPr/>
        <a:lstStyle/>
        <a:p>
          <a:r>
            <a:rPr lang="es-MX" dirty="0"/>
            <a:t>Devengado</a:t>
          </a:r>
        </a:p>
      </dgm:t>
    </dgm:pt>
    <dgm:pt modelId="{C27392EF-B111-472E-A67E-7625FD1015BC}" type="parTrans" cxnId="{90232865-009C-42CD-AD8E-52273F902481}">
      <dgm:prSet/>
      <dgm:spPr/>
      <dgm:t>
        <a:bodyPr/>
        <a:lstStyle/>
        <a:p>
          <a:endParaRPr lang="es-MX"/>
        </a:p>
      </dgm:t>
    </dgm:pt>
    <dgm:pt modelId="{4635223F-880D-497C-B301-0EE02F022EF1}" type="sibTrans" cxnId="{90232865-009C-42CD-AD8E-52273F902481}">
      <dgm:prSet/>
      <dgm:spPr/>
      <dgm:t>
        <a:bodyPr/>
        <a:lstStyle/>
        <a:p>
          <a:endParaRPr lang="es-MX"/>
        </a:p>
      </dgm:t>
    </dgm:pt>
    <dgm:pt modelId="{C2323D63-E9DD-4E52-B9F9-768319EEFF36}">
      <dgm:prSet/>
      <dgm:spPr/>
      <dgm:t>
        <a:bodyPr/>
        <a:lstStyle/>
        <a:p>
          <a:r>
            <a:rPr lang="es-MX" dirty="0"/>
            <a:t>Devengado</a:t>
          </a:r>
        </a:p>
      </dgm:t>
    </dgm:pt>
    <dgm:pt modelId="{6DC45DDD-C896-4F47-9614-D13E21EB139B}" type="parTrans" cxnId="{6BC1E47E-2234-44E7-B818-9D1BA05E0A44}">
      <dgm:prSet/>
      <dgm:spPr/>
      <dgm:t>
        <a:bodyPr/>
        <a:lstStyle/>
        <a:p>
          <a:endParaRPr lang="es-MX"/>
        </a:p>
      </dgm:t>
    </dgm:pt>
    <dgm:pt modelId="{2C9935DF-7A4E-40A8-AE99-3BBC95ED222E}" type="sibTrans" cxnId="{6BC1E47E-2234-44E7-B818-9D1BA05E0A44}">
      <dgm:prSet/>
      <dgm:spPr/>
      <dgm:t>
        <a:bodyPr/>
        <a:lstStyle/>
        <a:p>
          <a:endParaRPr lang="es-MX"/>
        </a:p>
      </dgm:t>
    </dgm:pt>
    <dgm:pt modelId="{18665702-B319-4695-A274-826C107AD532}">
      <dgm:prSet/>
      <dgm:spPr/>
      <dgm:t>
        <a:bodyPr/>
        <a:lstStyle/>
        <a:p>
          <a:r>
            <a:rPr lang="es-MX" dirty="0"/>
            <a:t>Devengado</a:t>
          </a:r>
        </a:p>
      </dgm:t>
    </dgm:pt>
    <dgm:pt modelId="{45EA976F-1FCB-4409-87D8-A6C346F0D766}" type="parTrans" cxnId="{DB9FD27D-D40A-45E0-9B2C-B1CB8C4C9DE5}">
      <dgm:prSet/>
      <dgm:spPr/>
      <dgm:t>
        <a:bodyPr/>
        <a:lstStyle/>
        <a:p>
          <a:endParaRPr lang="es-MX"/>
        </a:p>
      </dgm:t>
    </dgm:pt>
    <dgm:pt modelId="{72FA6179-E268-409A-8082-6114F7FD1239}" type="sibTrans" cxnId="{DB9FD27D-D40A-45E0-9B2C-B1CB8C4C9DE5}">
      <dgm:prSet/>
      <dgm:spPr/>
      <dgm:t>
        <a:bodyPr/>
        <a:lstStyle/>
        <a:p>
          <a:endParaRPr lang="es-MX"/>
        </a:p>
      </dgm:t>
    </dgm:pt>
    <dgm:pt modelId="{D539C827-1473-486F-A100-297CF0C19E34}">
      <dgm:prSet/>
      <dgm:spPr>
        <a:solidFill>
          <a:srgbClr val="92D050"/>
        </a:solidFill>
      </dgm:spPr>
      <dgm:t>
        <a:bodyPr/>
        <a:lstStyle/>
        <a:p>
          <a:r>
            <a:rPr lang="es-MX" dirty="0"/>
            <a:t>Realización</a:t>
          </a:r>
        </a:p>
      </dgm:t>
    </dgm:pt>
    <dgm:pt modelId="{8373ADAA-E0BB-4B76-BC4D-15D8F442D3F5}" type="parTrans" cxnId="{D659901B-2C97-44AE-A690-6D451FF0A67A}">
      <dgm:prSet/>
      <dgm:spPr/>
      <dgm:t>
        <a:bodyPr/>
        <a:lstStyle/>
        <a:p>
          <a:endParaRPr lang="es-MX"/>
        </a:p>
      </dgm:t>
    </dgm:pt>
    <dgm:pt modelId="{3DB70B0F-9810-4FD7-B931-287C4EA58408}" type="sibTrans" cxnId="{D659901B-2C97-44AE-A690-6D451FF0A67A}">
      <dgm:prSet/>
      <dgm:spPr/>
      <dgm:t>
        <a:bodyPr/>
        <a:lstStyle/>
        <a:p>
          <a:endParaRPr lang="es-MX"/>
        </a:p>
      </dgm:t>
    </dgm:pt>
    <dgm:pt modelId="{FA6001CC-E632-470D-AB65-3866B6EE2B2D}">
      <dgm:prSet/>
      <dgm:spPr/>
      <dgm:t>
        <a:bodyPr/>
        <a:lstStyle/>
        <a:p>
          <a:r>
            <a:rPr lang="es-MX" dirty="0"/>
            <a:t>Devengado</a:t>
          </a:r>
        </a:p>
      </dgm:t>
    </dgm:pt>
    <dgm:pt modelId="{F47848CD-4F40-4EC6-8EDD-B72D32A9D5CF}" type="parTrans" cxnId="{0DF909C0-74CE-42DF-A5E6-226101E8D876}">
      <dgm:prSet/>
      <dgm:spPr/>
      <dgm:t>
        <a:bodyPr/>
        <a:lstStyle/>
        <a:p>
          <a:endParaRPr lang="es-MX"/>
        </a:p>
      </dgm:t>
    </dgm:pt>
    <dgm:pt modelId="{D0C141A1-F8B7-4792-9E5B-A778FAF34878}" type="sibTrans" cxnId="{0DF909C0-74CE-42DF-A5E6-226101E8D876}">
      <dgm:prSet/>
      <dgm:spPr/>
      <dgm:t>
        <a:bodyPr/>
        <a:lstStyle/>
        <a:p>
          <a:endParaRPr lang="es-MX"/>
        </a:p>
      </dgm:t>
    </dgm:pt>
    <dgm:pt modelId="{492C44C3-6602-4CF9-8D67-2B999D493615}" type="pres">
      <dgm:prSet presAssocID="{9E4B4A89-0CED-493E-AF88-5E62D65C5D42}" presName="Name0" presStyleCnt="0">
        <dgm:presLayoutVars>
          <dgm:chPref val="1"/>
          <dgm:dir/>
          <dgm:animOne val="branch"/>
          <dgm:animLvl val="lvl"/>
          <dgm:resizeHandles val="exact"/>
        </dgm:presLayoutVars>
      </dgm:prSet>
      <dgm:spPr/>
    </dgm:pt>
    <dgm:pt modelId="{A8323C0F-4027-4DF5-B170-DE18C7542BD7}" type="pres">
      <dgm:prSet presAssocID="{C4DCA1D7-EC73-4D1D-A368-5A1050B69F2F}" presName="root1" presStyleCnt="0"/>
      <dgm:spPr/>
    </dgm:pt>
    <dgm:pt modelId="{7CF7EF66-80E8-4D5B-9547-B7F13351907E}" type="pres">
      <dgm:prSet presAssocID="{C4DCA1D7-EC73-4D1D-A368-5A1050B69F2F}" presName="LevelOneTextNode" presStyleLbl="node0" presStyleIdx="0" presStyleCnt="1">
        <dgm:presLayoutVars>
          <dgm:chPref val="3"/>
        </dgm:presLayoutVars>
      </dgm:prSet>
      <dgm:spPr/>
    </dgm:pt>
    <dgm:pt modelId="{7851BB8D-B290-4AA3-B13B-07323D3CBD2B}" type="pres">
      <dgm:prSet presAssocID="{C4DCA1D7-EC73-4D1D-A368-5A1050B69F2F}" presName="level2hierChild" presStyleCnt="0"/>
      <dgm:spPr/>
    </dgm:pt>
    <dgm:pt modelId="{8D48D32D-3EC0-4F02-A3FA-40F4DDF89DB6}" type="pres">
      <dgm:prSet presAssocID="{F05ABEF5-9818-4EA6-87A2-8989426EDF03}" presName="conn2-1" presStyleLbl="parChTrans1D2" presStyleIdx="0" presStyleCnt="6"/>
      <dgm:spPr/>
    </dgm:pt>
    <dgm:pt modelId="{73C9654A-5910-474D-9CC5-CA709191BF05}" type="pres">
      <dgm:prSet presAssocID="{F05ABEF5-9818-4EA6-87A2-8989426EDF03}" presName="connTx" presStyleLbl="parChTrans1D2" presStyleIdx="0" presStyleCnt="6"/>
      <dgm:spPr/>
    </dgm:pt>
    <dgm:pt modelId="{545AFEF8-A403-4E51-9C39-A72571E5004B}" type="pres">
      <dgm:prSet presAssocID="{E7FFD472-2D7D-412A-806C-4EE9E19C8038}" presName="root2" presStyleCnt="0"/>
      <dgm:spPr/>
    </dgm:pt>
    <dgm:pt modelId="{A23F87D5-9666-4430-96C2-C6DD16B85442}" type="pres">
      <dgm:prSet presAssocID="{E7FFD472-2D7D-412A-806C-4EE9E19C8038}" presName="LevelTwoTextNode" presStyleLbl="node2" presStyleIdx="0" presStyleCnt="6">
        <dgm:presLayoutVars>
          <dgm:chPref val="3"/>
        </dgm:presLayoutVars>
      </dgm:prSet>
      <dgm:spPr/>
    </dgm:pt>
    <dgm:pt modelId="{EB2EC324-24C9-410B-B398-492635CAE89E}" type="pres">
      <dgm:prSet presAssocID="{E7FFD472-2D7D-412A-806C-4EE9E19C8038}" presName="level3hierChild" presStyleCnt="0"/>
      <dgm:spPr/>
    </dgm:pt>
    <dgm:pt modelId="{B2A51C67-25AF-4A0E-B087-19C38F18EBCA}" type="pres">
      <dgm:prSet presAssocID="{F7682955-58CA-471E-87F6-5F612A2E6FC7}" presName="conn2-1" presStyleLbl="parChTrans1D3" presStyleIdx="0" presStyleCnt="6"/>
      <dgm:spPr/>
    </dgm:pt>
    <dgm:pt modelId="{8427BE56-E3F2-41C1-A6EF-875B25F03748}" type="pres">
      <dgm:prSet presAssocID="{F7682955-58CA-471E-87F6-5F612A2E6FC7}" presName="connTx" presStyleLbl="parChTrans1D3" presStyleIdx="0" presStyleCnt="6"/>
      <dgm:spPr/>
    </dgm:pt>
    <dgm:pt modelId="{DA76A07E-CF61-4D73-B9F8-A98AE7E7BC35}" type="pres">
      <dgm:prSet presAssocID="{4E019800-2FDC-478B-BE0B-5779E7BEA6DF}" presName="root2" presStyleCnt="0"/>
      <dgm:spPr/>
    </dgm:pt>
    <dgm:pt modelId="{5760217A-11DE-459C-A9FE-56D7F2E34DA6}" type="pres">
      <dgm:prSet presAssocID="{4E019800-2FDC-478B-BE0B-5779E7BEA6DF}" presName="LevelTwoTextNode" presStyleLbl="node3" presStyleIdx="0" presStyleCnt="6">
        <dgm:presLayoutVars>
          <dgm:chPref val="3"/>
        </dgm:presLayoutVars>
      </dgm:prSet>
      <dgm:spPr/>
    </dgm:pt>
    <dgm:pt modelId="{75B50A49-1430-4730-A706-B7CAFA8F5930}" type="pres">
      <dgm:prSet presAssocID="{4E019800-2FDC-478B-BE0B-5779E7BEA6DF}" presName="level3hierChild" presStyleCnt="0"/>
      <dgm:spPr/>
    </dgm:pt>
    <dgm:pt modelId="{541D165B-3DAC-4502-A8BE-08539041D58F}" type="pres">
      <dgm:prSet presAssocID="{6DC45DDD-C896-4F47-9614-D13E21EB139B}" presName="conn2-1" presStyleLbl="parChTrans1D4" presStyleIdx="0" presStyleCnt="6"/>
      <dgm:spPr/>
    </dgm:pt>
    <dgm:pt modelId="{8AAC3038-4068-466E-A1A2-4CA4106A3BA5}" type="pres">
      <dgm:prSet presAssocID="{6DC45DDD-C896-4F47-9614-D13E21EB139B}" presName="connTx" presStyleLbl="parChTrans1D4" presStyleIdx="0" presStyleCnt="6"/>
      <dgm:spPr/>
    </dgm:pt>
    <dgm:pt modelId="{83F043FE-D16E-411B-A260-83CB145B94B0}" type="pres">
      <dgm:prSet presAssocID="{C2323D63-E9DD-4E52-B9F9-768319EEFF36}" presName="root2" presStyleCnt="0"/>
      <dgm:spPr/>
    </dgm:pt>
    <dgm:pt modelId="{23DDC7C2-1675-4AF6-8DD1-4499BC71A919}" type="pres">
      <dgm:prSet presAssocID="{C2323D63-E9DD-4E52-B9F9-768319EEFF36}" presName="LevelTwoTextNode" presStyleLbl="node4" presStyleIdx="0" presStyleCnt="6">
        <dgm:presLayoutVars>
          <dgm:chPref val="3"/>
        </dgm:presLayoutVars>
      </dgm:prSet>
      <dgm:spPr/>
    </dgm:pt>
    <dgm:pt modelId="{24965E2E-DC3C-4336-B472-C0B312F70A66}" type="pres">
      <dgm:prSet presAssocID="{C2323D63-E9DD-4E52-B9F9-768319EEFF36}" presName="level3hierChild" presStyleCnt="0"/>
      <dgm:spPr/>
    </dgm:pt>
    <dgm:pt modelId="{F630433B-3BF5-40CB-94B6-D1C03D5A04A4}" type="pres">
      <dgm:prSet presAssocID="{7253391F-A326-4D6F-AAB0-D77BE483526C}" presName="conn2-1" presStyleLbl="parChTrans1D2" presStyleIdx="1" presStyleCnt="6"/>
      <dgm:spPr/>
    </dgm:pt>
    <dgm:pt modelId="{92511F36-E4AD-4980-AC6E-5609C0B0A257}" type="pres">
      <dgm:prSet presAssocID="{7253391F-A326-4D6F-AAB0-D77BE483526C}" presName="connTx" presStyleLbl="parChTrans1D2" presStyleIdx="1" presStyleCnt="6"/>
      <dgm:spPr/>
    </dgm:pt>
    <dgm:pt modelId="{8A224D46-6AA3-46F2-8768-6EE3D2955978}" type="pres">
      <dgm:prSet presAssocID="{7DC17285-064C-4F7D-9329-63788514884A}" presName="root2" presStyleCnt="0"/>
      <dgm:spPr/>
    </dgm:pt>
    <dgm:pt modelId="{CD5DCBBC-D3CB-42A4-97BE-DD415EE3BC96}" type="pres">
      <dgm:prSet presAssocID="{7DC17285-064C-4F7D-9329-63788514884A}" presName="LevelTwoTextNode" presStyleLbl="node2" presStyleIdx="1" presStyleCnt="6">
        <dgm:presLayoutVars>
          <dgm:chPref val="3"/>
        </dgm:presLayoutVars>
      </dgm:prSet>
      <dgm:spPr/>
    </dgm:pt>
    <dgm:pt modelId="{6924EFA4-BFBA-4D90-BD12-E646832D49B3}" type="pres">
      <dgm:prSet presAssocID="{7DC17285-064C-4F7D-9329-63788514884A}" presName="level3hierChild" presStyleCnt="0"/>
      <dgm:spPr/>
    </dgm:pt>
    <dgm:pt modelId="{C5342062-E45B-436A-A26D-3A5D74B3722B}" type="pres">
      <dgm:prSet presAssocID="{1F9CE82D-B25E-4CF9-844D-8569BD9EE6A7}" presName="conn2-1" presStyleLbl="parChTrans1D3" presStyleIdx="1" presStyleCnt="6"/>
      <dgm:spPr/>
    </dgm:pt>
    <dgm:pt modelId="{BAAD9AAE-D332-4836-B5E3-3CDA94FB43EB}" type="pres">
      <dgm:prSet presAssocID="{1F9CE82D-B25E-4CF9-844D-8569BD9EE6A7}" presName="connTx" presStyleLbl="parChTrans1D3" presStyleIdx="1" presStyleCnt="6"/>
      <dgm:spPr/>
    </dgm:pt>
    <dgm:pt modelId="{2D3A552A-02A3-40A6-83CB-BA472D2407A2}" type="pres">
      <dgm:prSet presAssocID="{9E26AF43-9B30-49BC-9109-8E4D562E6F94}" presName="root2" presStyleCnt="0"/>
      <dgm:spPr/>
    </dgm:pt>
    <dgm:pt modelId="{370C1312-526F-4A2C-A5F7-E2605260C2A1}" type="pres">
      <dgm:prSet presAssocID="{9E26AF43-9B30-49BC-9109-8E4D562E6F94}" presName="LevelTwoTextNode" presStyleLbl="node3" presStyleIdx="1" presStyleCnt="6">
        <dgm:presLayoutVars>
          <dgm:chPref val="3"/>
        </dgm:presLayoutVars>
      </dgm:prSet>
      <dgm:spPr/>
    </dgm:pt>
    <dgm:pt modelId="{69FE79BB-2428-4B25-AFA7-FE06D7DB5A13}" type="pres">
      <dgm:prSet presAssocID="{9E26AF43-9B30-49BC-9109-8E4D562E6F94}" presName="level3hierChild" presStyleCnt="0"/>
      <dgm:spPr/>
    </dgm:pt>
    <dgm:pt modelId="{271CDE5E-629B-4D53-AD3A-94D04A8148F4}" type="pres">
      <dgm:prSet presAssocID="{45EA976F-1FCB-4409-87D8-A6C346F0D766}" presName="conn2-1" presStyleLbl="parChTrans1D4" presStyleIdx="1" presStyleCnt="6"/>
      <dgm:spPr/>
    </dgm:pt>
    <dgm:pt modelId="{2D9B814E-BC08-4FC6-93DB-01B7BFB7D094}" type="pres">
      <dgm:prSet presAssocID="{45EA976F-1FCB-4409-87D8-A6C346F0D766}" presName="connTx" presStyleLbl="parChTrans1D4" presStyleIdx="1" presStyleCnt="6"/>
      <dgm:spPr/>
    </dgm:pt>
    <dgm:pt modelId="{C902883E-12EF-449C-B93C-2FC10E066CE2}" type="pres">
      <dgm:prSet presAssocID="{18665702-B319-4695-A274-826C107AD532}" presName="root2" presStyleCnt="0"/>
      <dgm:spPr/>
    </dgm:pt>
    <dgm:pt modelId="{9D2548BB-5041-4071-B200-EAE1C54A2CE2}" type="pres">
      <dgm:prSet presAssocID="{18665702-B319-4695-A274-826C107AD532}" presName="LevelTwoTextNode" presStyleLbl="node4" presStyleIdx="1" presStyleCnt="6">
        <dgm:presLayoutVars>
          <dgm:chPref val="3"/>
        </dgm:presLayoutVars>
      </dgm:prSet>
      <dgm:spPr/>
    </dgm:pt>
    <dgm:pt modelId="{FED974BC-3EDC-4AA9-8588-E77AE0F0AE39}" type="pres">
      <dgm:prSet presAssocID="{18665702-B319-4695-A274-826C107AD532}" presName="level3hierChild" presStyleCnt="0"/>
      <dgm:spPr/>
    </dgm:pt>
    <dgm:pt modelId="{A752D0ED-D830-45B6-AB58-2A52889B978A}" type="pres">
      <dgm:prSet presAssocID="{1BA92048-32C3-4849-B5B6-4E89ACEEA7D4}" presName="conn2-1" presStyleLbl="parChTrans1D2" presStyleIdx="2" presStyleCnt="6"/>
      <dgm:spPr/>
    </dgm:pt>
    <dgm:pt modelId="{F16C2D1D-89E2-49E0-AA62-D036C7A39616}" type="pres">
      <dgm:prSet presAssocID="{1BA92048-32C3-4849-B5B6-4E89ACEEA7D4}" presName="connTx" presStyleLbl="parChTrans1D2" presStyleIdx="2" presStyleCnt="6"/>
      <dgm:spPr/>
    </dgm:pt>
    <dgm:pt modelId="{2FA8E42E-5BE3-448F-AED5-5F7ACF0AC903}" type="pres">
      <dgm:prSet presAssocID="{F1F3FC82-152E-463D-AE55-9AF3923233CA}" presName="root2" presStyleCnt="0"/>
      <dgm:spPr/>
    </dgm:pt>
    <dgm:pt modelId="{57D7BE39-F20E-4894-AB35-B80429449ED8}" type="pres">
      <dgm:prSet presAssocID="{F1F3FC82-152E-463D-AE55-9AF3923233CA}" presName="LevelTwoTextNode" presStyleLbl="node2" presStyleIdx="2" presStyleCnt="6">
        <dgm:presLayoutVars>
          <dgm:chPref val="3"/>
        </dgm:presLayoutVars>
      </dgm:prSet>
      <dgm:spPr/>
    </dgm:pt>
    <dgm:pt modelId="{CDF1AEDE-EB4D-4C23-ADC2-D4886979463A}" type="pres">
      <dgm:prSet presAssocID="{F1F3FC82-152E-463D-AE55-9AF3923233CA}" presName="level3hierChild" presStyleCnt="0"/>
      <dgm:spPr/>
    </dgm:pt>
    <dgm:pt modelId="{A18CC98A-D03E-4BFF-9C2A-A51611554E09}" type="pres">
      <dgm:prSet presAssocID="{2BFFCAEB-DF2A-4611-9E33-9A80C7E210C7}" presName="conn2-1" presStyleLbl="parChTrans1D3" presStyleIdx="2" presStyleCnt="6"/>
      <dgm:spPr/>
    </dgm:pt>
    <dgm:pt modelId="{F3817FB9-7CF2-4960-8B8B-0462D0407E76}" type="pres">
      <dgm:prSet presAssocID="{2BFFCAEB-DF2A-4611-9E33-9A80C7E210C7}" presName="connTx" presStyleLbl="parChTrans1D3" presStyleIdx="2" presStyleCnt="6"/>
      <dgm:spPr/>
    </dgm:pt>
    <dgm:pt modelId="{74736E6A-0FB1-4608-A407-A9F457EBADCC}" type="pres">
      <dgm:prSet presAssocID="{CA7409D8-F976-4E92-B610-FC48E3C7F565}" presName="root2" presStyleCnt="0"/>
      <dgm:spPr/>
    </dgm:pt>
    <dgm:pt modelId="{CBF99FDF-60BA-4795-BEE2-B389DD042EC4}" type="pres">
      <dgm:prSet presAssocID="{CA7409D8-F976-4E92-B610-FC48E3C7F565}" presName="LevelTwoTextNode" presStyleLbl="node3" presStyleIdx="2" presStyleCnt="6">
        <dgm:presLayoutVars>
          <dgm:chPref val="3"/>
        </dgm:presLayoutVars>
      </dgm:prSet>
      <dgm:spPr/>
    </dgm:pt>
    <dgm:pt modelId="{8332967A-72B8-459F-A4AD-A4F3D030CB07}" type="pres">
      <dgm:prSet presAssocID="{CA7409D8-F976-4E92-B610-FC48E3C7F565}" presName="level3hierChild" presStyleCnt="0"/>
      <dgm:spPr/>
    </dgm:pt>
    <dgm:pt modelId="{FB619F80-991B-498E-8E91-9FBB262E4C4A}" type="pres">
      <dgm:prSet presAssocID="{FAB7B16B-2F84-432E-8A57-E32DAB3B4D8D}" presName="conn2-1" presStyleLbl="parChTrans1D4" presStyleIdx="2" presStyleCnt="6"/>
      <dgm:spPr/>
    </dgm:pt>
    <dgm:pt modelId="{9B9B5DE3-5A6A-42BF-A8AE-8D0E5E32ABFA}" type="pres">
      <dgm:prSet presAssocID="{FAB7B16B-2F84-432E-8A57-E32DAB3B4D8D}" presName="connTx" presStyleLbl="parChTrans1D4" presStyleIdx="2" presStyleCnt="6"/>
      <dgm:spPr/>
    </dgm:pt>
    <dgm:pt modelId="{EA9116AD-E207-483A-B186-42B4CB123790}" type="pres">
      <dgm:prSet presAssocID="{7B41BF74-9244-4C8F-A4FD-0358ACB92F52}" presName="root2" presStyleCnt="0"/>
      <dgm:spPr/>
    </dgm:pt>
    <dgm:pt modelId="{62D12226-13C4-4487-90A1-E3B2E3ECEEEF}" type="pres">
      <dgm:prSet presAssocID="{7B41BF74-9244-4C8F-A4FD-0358ACB92F52}" presName="LevelTwoTextNode" presStyleLbl="node4" presStyleIdx="2" presStyleCnt="6">
        <dgm:presLayoutVars>
          <dgm:chPref val="3"/>
        </dgm:presLayoutVars>
      </dgm:prSet>
      <dgm:spPr/>
    </dgm:pt>
    <dgm:pt modelId="{15108EE8-DA39-4C24-AF33-CF1D66B362AF}" type="pres">
      <dgm:prSet presAssocID="{7B41BF74-9244-4C8F-A4FD-0358ACB92F52}" presName="level3hierChild" presStyleCnt="0"/>
      <dgm:spPr/>
    </dgm:pt>
    <dgm:pt modelId="{41C07BDE-DA23-46D9-8797-4F1B2DC24EB7}" type="pres">
      <dgm:prSet presAssocID="{F47848CD-4F40-4EC6-8EDD-B72D32A9D5CF}" presName="conn2-1" presStyleLbl="parChTrans1D4" presStyleIdx="3" presStyleCnt="6"/>
      <dgm:spPr/>
    </dgm:pt>
    <dgm:pt modelId="{EA6C1A56-5641-47A7-9FD1-07D909FD3348}" type="pres">
      <dgm:prSet presAssocID="{F47848CD-4F40-4EC6-8EDD-B72D32A9D5CF}" presName="connTx" presStyleLbl="parChTrans1D4" presStyleIdx="3" presStyleCnt="6"/>
      <dgm:spPr/>
    </dgm:pt>
    <dgm:pt modelId="{EA8B8C5E-D729-4363-A90A-B59A124408A7}" type="pres">
      <dgm:prSet presAssocID="{FA6001CC-E632-470D-AB65-3866B6EE2B2D}" presName="root2" presStyleCnt="0"/>
      <dgm:spPr/>
    </dgm:pt>
    <dgm:pt modelId="{3E5A78A6-E930-4502-9339-7A88DD2C059C}" type="pres">
      <dgm:prSet presAssocID="{FA6001CC-E632-470D-AB65-3866B6EE2B2D}" presName="LevelTwoTextNode" presStyleLbl="node4" presStyleIdx="3" presStyleCnt="6">
        <dgm:presLayoutVars>
          <dgm:chPref val="3"/>
        </dgm:presLayoutVars>
      </dgm:prSet>
      <dgm:spPr/>
    </dgm:pt>
    <dgm:pt modelId="{480DA032-6518-4ACA-9769-1534F5B8FD48}" type="pres">
      <dgm:prSet presAssocID="{FA6001CC-E632-470D-AB65-3866B6EE2B2D}" presName="level3hierChild" presStyleCnt="0"/>
      <dgm:spPr/>
    </dgm:pt>
    <dgm:pt modelId="{2F2F5C4B-2AF1-489C-9514-655BFD86A653}" type="pres">
      <dgm:prSet presAssocID="{D0815605-7B37-49FA-B747-265FA8E840EF}" presName="conn2-1" presStyleLbl="parChTrans1D2" presStyleIdx="3" presStyleCnt="6"/>
      <dgm:spPr/>
    </dgm:pt>
    <dgm:pt modelId="{58DC292D-C56B-4B70-B8C1-45909DA24F4A}" type="pres">
      <dgm:prSet presAssocID="{D0815605-7B37-49FA-B747-265FA8E840EF}" presName="connTx" presStyleLbl="parChTrans1D2" presStyleIdx="3" presStyleCnt="6"/>
      <dgm:spPr/>
    </dgm:pt>
    <dgm:pt modelId="{1E2037F2-B6C1-4F81-8F7D-922FB25C9182}" type="pres">
      <dgm:prSet presAssocID="{223A235B-750C-4964-B24E-873D2FE47E9F}" presName="root2" presStyleCnt="0"/>
      <dgm:spPr/>
    </dgm:pt>
    <dgm:pt modelId="{6CE2673B-5559-418B-A91C-72AA3F419AAC}" type="pres">
      <dgm:prSet presAssocID="{223A235B-750C-4964-B24E-873D2FE47E9F}" presName="LevelTwoTextNode" presStyleLbl="node2" presStyleIdx="3" presStyleCnt="6">
        <dgm:presLayoutVars>
          <dgm:chPref val="3"/>
        </dgm:presLayoutVars>
      </dgm:prSet>
      <dgm:spPr/>
    </dgm:pt>
    <dgm:pt modelId="{065F4105-51BC-4480-8ACB-F7249396335C}" type="pres">
      <dgm:prSet presAssocID="{223A235B-750C-4964-B24E-873D2FE47E9F}" presName="level3hierChild" presStyleCnt="0"/>
      <dgm:spPr/>
    </dgm:pt>
    <dgm:pt modelId="{EE128AB3-CC79-48AB-B066-E0E579D8F5D7}" type="pres">
      <dgm:prSet presAssocID="{C27392EF-B111-472E-A67E-7625FD1015BC}" presName="conn2-1" presStyleLbl="parChTrans1D3" presStyleIdx="3" presStyleCnt="6"/>
      <dgm:spPr/>
    </dgm:pt>
    <dgm:pt modelId="{15EBFBA3-C53D-4E4D-A153-B0B0D15CFF85}" type="pres">
      <dgm:prSet presAssocID="{C27392EF-B111-472E-A67E-7625FD1015BC}" presName="connTx" presStyleLbl="parChTrans1D3" presStyleIdx="3" presStyleCnt="6"/>
      <dgm:spPr/>
    </dgm:pt>
    <dgm:pt modelId="{7C672A0C-6305-4612-AB94-22F05B8C2D31}" type="pres">
      <dgm:prSet presAssocID="{891CE873-3A58-494C-9145-633B2871C4F0}" presName="root2" presStyleCnt="0"/>
      <dgm:spPr/>
    </dgm:pt>
    <dgm:pt modelId="{9DA2C625-5094-4773-B14F-43E72C8E12D9}" type="pres">
      <dgm:prSet presAssocID="{891CE873-3A58-494C-9145-633B2871C4F0}" presName="LevelTwoTextNode" presStyleLbl="node3" presStyleIdx="3" presStyleCnt="6">
        <dgm:presLayoutVars>
          <dgm:chPref val="3"/>
        </dgm:presLayoutVars>
      </dgm:prSet>
      <dgm:spPr/>
    </dgm:pt>
    <dgm:pt modelId="{87F029F5-16E2-4997-9FA5-285EDCEDFAB4}" type="pres">
      <dgm:prSet presAssocID="{891CE873-3A58-494C-9145-633B2871C4F0}" presName="level3hierChild" presStyleCnt="0"/>
      <dgm:spPr/>
    </dgm:pt>
    <dgm:pt modelId="{B62983FA-3D6C-45D7-94A2-9D887662D36A}" type="pres">
      <dgm:prSet presAssocID="{4473D37A-06E8-4522-A2C1-FE2381DE42F0}" presName="conn2-1" presStyleLbl="parChTrans1D2" presStyleIdx="4" presStyleCnt="6"/>
      <dgm:spPr/>
    </dgm:pt>
    <dgm:pt modelId="{2C909C06-FAB7-4C97-A2E9-0D5A20AA486D}" type="pres">
      <dgm:prSet presAssocID="{4473D37A-06E8-4522-A2C1-FE2381DE42F0}" presName="connTx" presStyleLbl="parChTrans1D2" presStyleIdx="4" presStyleCnt="6"/>
      <dgm:spPr/>
    </dgm:pt>
    <dgm:pt modelId="{27ECEE88-4F8B-4767-ADF2-4C7239FA81DD}" type="pres">
      <dgm:prSet presAssocID="{0AC36FAD-2928-4F45-8BEB-84B9B978ADEF}" presName="root2" presStyleCnt="0"/>
      <dgm:spPr/>
    </dgm:pt>
    <dgm:pt modelId="{3180A8D9-B878-4128-A802-77B02019DDF4}" type="pres">
      <dgm:prSet presAssocID="{0AC36FAD-2928-4F45-8BEB-84B9B978ADEF}" presName="LevelTwoTextNode" presStyleLbl="node2" presStyleIdx="4" presStyleCnt="6">
        <dgm:presLayoutVars>
          <dgm:chPref val="3"/>
        </dgm:presLayoutVars>
      </dgm:prSet>
      <dgm:spPr/>
    </dgm:pt>
    <dgm:pt modelId="{EF497B08-1940-4D13-A616-202C387E883B}" type="pres">
      <dgm:prSet presAssocID="{0AC36FAD-2928-4F45-8BEB-84B9B978ADEF}" presName="level3hierChild" presStyleCnt="0"/>
      <dgm:spPr/>
    </dgm:pt>
    <dgm:pt modelId="{D7370674-F7C7-4EDD-92FE-6CBEF7361D9D}" type="pres">
      <dgm:prSet presAssocID="{26933D56-3C9D-4423-A606-FE0274EECC5E}" presName="conn2-1" presStyleLbl="parChTrans1D3" presStyleIdx="4" presStyleCnt="6"/>
      <dgm:spPr/>
    </dgm:pt>
    <dgm:pt modelId="{55BF8C6F-B2B6-4E05-9F94-6C7742432020}" type="pres">
      <dgm:prSet presAssocID="{26933D56-3C9D-4423-A606-FE0274EECC5E}" presName="connTx" presStyleLbl="parChTrans1D3" presStyleIdx="4" presStyleCnt="6"/>
      <dgm:spPr/>
    </dgm:pt>
    <dgm:pt modelId="{EE9A6A34-4DC5-4C6B-9E72-DF466CDD6AB0}" type="pres">
      <dgm:prSet presAssocID="{D445C38A-B829-411A-919C-FC44B8010162}" presName="root2" presStyleCnt="0"/>
      <dgm:spPr/>
    </dgm:pt>
    <dgm:pt modelId="{BEA15642-DD30-458E-95CE-8E1ECA7C3616}" type="pres">
      <dgm:prSet presAssocID="{D445C38A-B829-411A-919C-FC44B8010162}" presName="LevelTwoTextNode" presStyleLbl="node3" presStyleIdx="4" presStyleCnt="6">
        <dgm:presLayoutVars>
          <dgm:chPref val="3"/>
        </dgm:presLayoutVars>
      </dgm:prSet>
      <dgm:spPr/>
    </dgm:pt>
    <dgm:pt modelId="{9BCAA62B-5CB8-4778-ADA8-12236FEA5079}" type="pres">
      <dgm:prSet presAssocID="{D445C38A-B829-411A-919C-FC44B8010162}" presName="level3hierChild" presStyleCnt="0"/>
      <dgm:spPr/>
    </dgm:pt>
    <dgm:pt modelId="{2E7ECDDF-E2F2-4272-B0C9-894805504941}" type="pres">
      <dgm:prSet presAssocID="{D1DC5638-6303-410B-A71B-F3813F6DF9CC}" presName="conn2-1" presStyleLbl="parChTrans1D4" presStyleIdx="4" presStyleCnt="6"/>
      <dgm:spPr/>
    </dgm:pt>
    <dgm:pt modelId="{90DE2E3B-D741-472D-9E74-5AC30BE9BCF9}" type="pres">
      <dgm:prSet presAssocID="{D1DC5638-6303-410B-A71B-F3813F6DF9CC}" presName="connTx" presStyleLbl="parChTrans1D4" presStyleIdx="4" presStyleCnt="6"/>
      <dgm:spPr/>
    </dgm:pt>
    <dgm:pt modelId="{9BD0A2B5-6782-4067-93FF-9E497F8F936A}" type="pres">
      <dgm:prSet presAssocID="{59776459-B135-40FF-B58C-F5C82D1D2D23}" presName="root2" presStyleCnt="0"/>
      <dgm:spPr/>
    </dgm:pt>
    <dgm:pt modelId="{0514FC3D-EC5F-4B0A-99D4-21603BAF79F9}" type="pres">
      <dgm:prSet presAssocID="{59776459-B135-40FF-B58C-F5C82D1D2D23}" presName="LevelTwoTextNode" presStyleLbl="node4" presStyleIdx="4" presStyleCnt="6">
        <dgm:presLayoutVars>
          <dgm:chPref val="3"/>
        </dgm:presLayoutVars>
      </dgm:prSet>
      <dgm:spPr/>
    </dgm:pt>
    <dgm:pt modelId="{FF738151-ADC8-4716-9AD3-3FDC67195FE5}" type="pres">
      <dgm:prSet presAssocID="{59776459-B135-40FF-B58C-F5C82D1D2D23}" presName="level3hierChild" presStyleCnt="0"/>
      <dgm:spPr/>
    </dgm:pt>
    <dgm:pt modelId="{F6F0EE1C-D751-4410-9BAD-2BED92F971C8}" type="pres">
      <dgm:prSet presAssocID="{5458044F-BB18-4FD4-823C-2FB27DC00362}" presName="conn2-1" presStyleLbl="parChTrans1D2" presStyleIdx="5" presStyleCnt="6"/>
      <dgm:spPr/>
    </dgm:pt>
    <dgm:pt modelId="{EA433531-B9B7-45D4-BF01-1C393D39F848}" type="pres">
      <dgm:prSet presAssocID="{5458044F-BB18-4FD4-823C-2FB27DC00362}" presName="connTx" presStyleLbl="parChTrans1D2" presStyleIdx="5" presStyleCnt="6"/>
      <dgm:spPr/>
    </dgm:pt>
    <dgm:pt modelId="{9FDFCBF0-DE8C-4351-86F3-3544E2946F4C}" type="pres">
      <dgm:prSet presAssocID="{FE3559B7-D741-4405-BFBB-876D54CEF645}" presName="root2" presStyleCnt="0"/>
      <dgm:spPr/>
    </dgm:pt>
    <dgm:pt modelId="{F5B22672-2B8C-4195-BAA5-AF884AD22B6D}" type="pres">
      <dgm:prSet presAssocID="{FE3559B7-D741-4405-BFBB-876D54CEF645}" presName="LevelTwoTextNode" presStyleLbl="node2" presStyleIdx="5" presStyleCnt="6">
        <dgm:presLayoutVars>
          <dgm:chPref val="3"/>
        </dgm:presLayoutVars>
      </dgm:prSet>
      <dgm:spPr/>
    </dgm:pt>
    <dgm:pt modelId="{B1A6981A-1F2D-4B85-BF22-85D99B9AC344}" type="pres">
      <dgm:prSet presAssocID="{FE3559B7-D741-4405-BFBB-876D54CEF645}" presName="level3hierChild" presStyleCnt="0"/>
      <dgm:spPr/>
    </dgm:pt>
    <dgm:pt modelId="{D8C15085-A8D2-4664-91C2-EE4CEEBA66FC}" type="pres">
      <dgm:prSet presAssocID="{8B00A416-BEDB-4BAC-B647-5B537EB531F5}" presName="conn2-1" presStyleLbl="parChTrans1D3" presStyleIdx="5" presStyleCnt="6"/>
      <dgm:spPr/>
    </dgm:pt>
    <dgm:pt modelId="{54D2DAFD-A280-4958-90C7-5AB5B98C3794}" type="pres">
      <dgm:prSet presAssocID="{8B00A416-BEDB-4BAC-B647-5B537EB531F5}" presName="connTx" presStyleLbl="parChTrans1D3" presStyleIdx="5" presStyleCnt="6"/>
      <dgm:spPr/>
    </dgm:pt>
    <dgm:pt modelId="{4727353D-9C49-4E22-9F84-C20BFC68C1E7}" type="pres">
      <dgm:prSet presAssocID="{ADE8ED07-8E06-4BDD-86D4-9FD302334619}" presName="root2" presStyleCnt="0"/>
      <dgm:spPr/>
    </dgm:pt>
    <dgm:pt modelId="{BD4D0B0D-4AAE-476D-BB4D-71B1F01CD83D}" type="pres">
      <dgm:prSet presAssocID="{ADE8ED07-8E06-4BDD-86D4-9FD302334619}" presName="LevelTwoTextNode" presStyleLbl="node3" presStyleIdx="5" presStyleCnt="6">
        <dgm:presLayoutVars>
          <dgm:chPref val="3"/>
        </dgm:presLayoutVars>
      </dgm:prSet>
      <dgm:spPr/>
    </dgm:pt>
    <dgm:pt modelId="{08F22A09-6534-46AA-A402-D41948480B7C}" type="pres">
      <dgm:prSet presAssocID="{ADE8ED07-8E06-4BDD-86D4-9FD302334619}" presName="level3hierChild" presStyleCnt="0"/>
      <dgm:spPr/>
    </dgm:pt>
    <dgm:pt modelId="{922C89F9-F316-4AF5-B9AE-B3397E26A7D5}" type="pres">
      <dgm:prSet presAssocID="{8373ADAA-E0BB-4B76-BC4D-15D8F442D3F5}" presName="conn2-1" presStyleLbl="parChTrans1D4" presStyleIdx="5" presStyleCnt="6"/>
      <dgm:spPr/>
    </dgm:pt>
    <dgm:pt modelId="{F3B556EB-A89B-4DF0-A447-758527187354}" type="pres">
      <dgm:prSet presAssocID="{8373ADAA-E0BB-4B76-BC4D-15D8F442D3F5}" presName="connTx" presStyleLbl="parChTrans1D4" presStyleIdx="5" presStyleCnt="6"/>
      <dgm:spPr/>
    </dgm:pt>
    <dgm:pt modelId="{B6BB3BB6-8531-4CEC-A509-44EF5C2656C2}" type="pres">
      <dgm:prSet presAssocID="{D539C827-1473-486F-A100-297CF0C19E34}" presName="root2" presStyleCnt="0"/>
      <dgm:spPr/>
    </dgm:pt>
    <dgm:pt modelId="{33DF16DB-24C8-4205-B786-336256776B55}" type="pres">
      <dgm:prSet presAssocID="{D539C827-1473-486F-A100-297CF0C19E34}" presName="LevelTwoTextNode" presStyleLbl="node4" presStyleIdx="5" presStyleCnt="6">
        <dgm:presLayoutVars>
          <dgm:chPref val="3"/>
        </dgm:presLayoutVars>
      </dgm:prSet>
      <dgm:spPr/>
    </dgm:pt>
    <dgm:pt modelId="{91959B6A-3538-46C8-811D-93375E72DF71}" type="pres">
      <dgm:prSet presAssocID="{D539C827-1473-486F-A100-297CF0C19E34}" presName="level3hierChild" presStyleCnt="0"/>
      <dgm:spPr/>
    </dgm:pt>
  </dgm:ptLst>
  <dgm:cxnLst>
    <dgm:cxn modelId="{397F2302-FDAD-45F4-A886-33B4E00BC199}" type="presOf" srcId="{D1DC5638-6303-410B-A71B-F3813F6DF9CC}" destId="{90DE2E3B-D741-472D-9E74-5AC30BE9BCF9}" srcOrd="1" destOrd="0" presId="urn:microsoft.com/office/officeart/2008/layout/HorizontalMultiLevelHierarchy"/>
    <dgm:cxn modelId="{0C345F06-A833-40C3-9710-A24DA7E54AE9}" type="presOf" srcId="{FE3559B7-D741-4405-BFBB-876D54CEF645}" destId="{F5B22672-2B8C-4195-BAA5-AF884AD22B6D}" srcOrd="0" destOrd="0" presId="urn:microsoft.com/office/officeart/2008/layout/HorizontalMultiLevelHierarchy"/>
    <dgm:cxn modelId="{84B16108-E3A2-45B9-A250-D02AEA583C72}" type="presOf" srcId="{F1F3FC82-152E-463D-AE55-9AF3923233CA}" destId="{57D7BE39-F20E-4894-AB35-B80429449ED8}" srcOrd="0" destOrd="0" presId="urn:microsoft.com/office/officeart/2008/layout/HorizontalMultiLevelHierarchy"/>
    <dgm:cxn modelId="{063F0513-8D44-42DE-8AAE-5B2F51C8D5B0}" srcId="{C4DCA1D7-EC73-4D1D-A368-5A1050B69F2F}" destId="{223A235B-750C-4964-B24E-873D2FE47E9F}" srcOrd="3" destOrd="0" parTransId="{D0815605-7B37-49FA-B747-265FA8E840EF}" sibTransId="{1D291834-317F-4C9F-A5DB-6FE3567E8DD6}"/>
    <dgm:cxn modelId="{A00A0517-4D13-467F-8BE9-93AB5C07FCF6}" srcId="{C4DCA1D7-EC73-4D1D-A368-5A1050B69F2F}" destId="{F1F3FC82-152E-463D-AE55-9AF3923233CA}" srcOrd="2" destOrd="0" parTransId="{1BA92048-32C3-4849-B5B6-4E89ACEEA7D4}" sibTransId="{2F463E9C-FD24-4A03-8A3F-E4AB5FF1C922}"/>
    <dgm:cxn modelId="{D659901B-2C97-44AE-A690-6D451FF0A67A}" srcId="{ADE8ED07-8E06-4BDD-86D4-9FD302334619}" destId="{D539C827-1473-486F-A100-297CF0C19E34}" srcOrd="0" destOrd="0" parTransId="{8373ADAA-E0BB-4B76-BC4D-15D8F442D3F5}" sibTransId="{3DB70B0F-9810-4FD7-B931-287C4EA58408}"/>
    <dgm:cxn modelId="{CAEA7020-3735-4EF1-A8B6-23D2E678997F}" type="presOf" srcId="{45EA976F-1FCB-4409-87D8-A6C346F0D766}" destId="{2D9B814E-BC08-4FC6-93DB-01B7BFB7D094}" srcOrd="1" destOrd="0" presId="urn:microsoft.com/office/officeart/2008/layout/HorizontalMultiLevelHierarchy"/>
    <dgm:cxn modelId="{83112C21-A88A-4586-9904-1F90A38C9201}" type="presOf" srcId="{4473D37A-06E8-4522-A2C1-FE2381DE42F0}" destId="{2C909C06-FAB7-4C97-A2E9-0D5A20AA486D}" srcOrd="1" destOrd="0" presId="urn:microsoft.com/office/officeart/2008/layout/HorizontalMultiLevelHierarchy"/>
    <dgm:cxn modelId="{D1E6F121-58AD-40C3-BB43-CEAD5AA6B6FE}" type="presOf" srcId="{5458044F-BB18-4FD4-823C-2FB27DC00362}" destId="{F6F0EE1C-D751-4410-9BAD-2BED92F971C8}" srcOrd="0" destOrd="0" presId="urn:microsoft.com/office/officeart/2008/layout/HorizontalMultiLevelHierarchy"/>
    <dgm:cxn modelId="{42C46E22-A3FE-406A-A7C2-F6F32DDA1FFA}" type="presOf" srcId="{1F9CE82D-B25E-4CF9-844D-8569BD9EE6A7}" destId="{C5342062-E45B-436A-A26D-3A5D74B3722B}" srcOrd="0" destOrd="0" presId="urn:microsoft.com/office/officeart/2008/layout/HorizontalMultiLevelHierarchy"/>
    <dgm:cxn modelId="{6FE37522-0172-4724-8D7F-93E07A4B5F18}" type="presOf" srcId="{223A235B-750C-4964-B24E-873D2FE47E9F}" destId="{6CE2673B-5559-418B-A91C-72AA3F419AAC}" srcOrd="0" destOrd="0" presId="urn:microsoft.com/office/officeart/2008/layout/HorizontalMultiLevelHierarchy"/>
    <dgm:cxn modelId="{35458028-EEC2-4BBF-B0BB-FE274780751E}" type="presOf" srcId="{D539C827-1473-486F-A100-297CF0C19E34}" destId="{33DF16DB-24C8-4205-B786-336256776B55}" srcOrd="0" destOrd="0" presId="urn:microsoft.com/office/officeart/2008/layout/HorizontalMultiLevelHierarchy"/>
    <dgm:cxn modelId="{381B7529-47A9-4E31-B828-54340E42534E}" type="presOf" srcId="{7DC17285-064C-4F7D-9329-63788514884A}" destId="{CD5DCBBC-D3CB-42A4-97BE-DD415EE3BC96}" srcOrd="0" destOrd="0" presId="urn:microsoft.com/office/officeart/2008/layout/HorizontalMultiLevelHierarchy"/>
    <dgm:cxn modelId="{C835D529-20EE-4300-B3AC-9D333F739E65}" type="presOf" srcId="{CA7409D8-F976-4E92-B610-FC48E3C7F565}" destId="{CBF99FDF-60BA-4795-BEE2-B389DD042EC4}" srcOrd="0" destOrd="0" presId="urn:microsoft.com/office/officeart/2008/layout/HorizontalMultiLevelHierarchy"/>
    <dgm:cxn modelId="{8699A92D-17AF-4E08-8D6D-C902636165B6}" type="presOf" srcId="{8B00A416-BEDB-4BAC-B647-5B537EB531F5}" destId="{54D2DAFD-A280-4958-90C7-5AB5B98C3794}" srcOrd="1" destOrd="0" presId="urn:microsoft.com/office/officeart/2008/layout/HorizontalMultiLevelHierarchy"/>
    <dgm:cxn modelId="{0C445E30-C8E6-45C4-8681-7BA08DFABB44}" srcId="{7DC17285-064C-4F7D-9329-63788514884A}" destId="{9E26AF43-9B30-49BC-9109-8E4D562E6F94}" srcOrd="0" destOrd="0" parTransId="{1F9CE82D-B25E-4CF9-844D-8569BD9EE6A7}" sibTransId="{E6EA86EA-B548-414D-84FE-3AB024C58881}"/>
    <dgm:cxn modelId="{5B01AC30-37F0-4371-9E9F-2563A27078FC}" type="presOf" srcId="{F7682955-58CA-471E-87F6-5F612A2E6FC7}" destId="{B2A51C67-25AF-4A0E-B087-19C38F18EBCA}" srcOrd="0" destOrd="0" presId="urn:microsoft.com/office/officeart/2008/layout/HorizontalMultiLevelHierarchy"/>
    <dgm:cxn modelId="{04F46532-8A6F-4E5C-9DF6-DC9459800AE2}" type="presOf" srcId="{2BFFCAEB-DF2A-4611-9E33-9A80C7E210C7}" destId="{F3817FB9-7CF2-4960-8B8B-0462D0407E76}" srcOrd="1" destOrd="0" presId="urn:microsoft.com/office/officeart/2008/layout/HorizontalMultiLevelHierarchy"/>
    <dgm:cxn modelId="{478F2033-A26F-4DCB-916C-E1B7D0377733}" type="presOf" srcId="{6DC45DDD-C896-4F47-9614-D13E21EB139B}" destId="{8AAC3038-4068-466E-A1A2-4CA4106A3BA5}" srcOrd="1" destOrd="0" presId="urn:microsoft.com/office/officeart/2008/layout/HorizontalMultiLevelHierarchy"/>
    <dgm:cxn modelId="{7D29D83B-B334-4FA0-B21C-F761BE0F0D51}" srcId="{CA7409D8-F976-4E92-B610-FC48E3C7F565}" destId="{7B41BF74-9244-4C8F-A4FD-0358ACB92F52}" srcOrd="0" destOrd="0" parTransId="{FAB7B16B-2F84-432E-8A57-E32DAB3B4D8D}" sibTransId="{AF0931DC-60F1-4433-BD0E-CFC35C934711}"/>
    <dgm:cxn modelId="{BAC0C862-ABBB-46A6-90CA-CC4F16927CE2}" type="presOf" srcId="{8373ADAA-E0BB-4B76-BC4D-15D8F442D3F5}" destId="{922C89F9-F316-4AF5-B9AE-B3397E26A7D5}" srcOrd="0" destOrd="0" presId="urn:microsoft.com/office/officeart/2008/layout/HorizontalMultiLevelHierarchy"/>
    <dgm:cxn modelId="{F739B043-9E9A-418B-8A4A-EC3ABDE1ED0A}" srcId="{C4DCA1D7-EC73-4D1D-A368-5A1050B69F2F}" destId="{0AC36FAD-2928-4F45-8BEB-84B9B978ADEF}" srcOrd="4" destOrd="0" parTransId="{4473D37A-06E8-4522-A2C1-FE2381DE42F0}" sibTransId="{FABBCCB7-B849-43D7-A654-605BADA3D87C}"/>
    <dgm:cxn modelId="{90232865-009C-42CD-AD8E-52273F902481}" srcId="{223A235B-750C-4964-B24E-873D2FE47E9F}" destId="{891CE873-3A58-494C-9145-633B2871C4F0}" srcOrd="0" destOrd="0" parTransId="{C27392EF-B111-472E-A67E-7625FD1015BC}" sibTransId="{4635223F-880D-497C-B301-0EE02F022EF1}"/>
    <dgm:cxn modelId="{F0EDD166-A7BC-4C03-ACC9-A01C199DBA57}" srcId="{E7FFD472-2D7D-412A-806C-4EE9E19C8038}" destId="{4E019800-2FDC-478B-BE0B-5779E7BEA6DF}" srcOrd="0" destOrd="0" parTransId="{F7682955-58CA-471E-87F6-5F612A2E6FC7}" sibTransId="{3A6D29DD-6F16-4ACB-93CC-ACFBA7729A05}"/>
    <dgm:cxn modelId="{628DEE66-0267-4921-8672-616A9AFECAC2}" srcId="{C4DCA1D7-EC73-4D1D-A368-5A1050B69F2F}" destId="{7DC17285-064C-4F7D-9329-63788514884A}" srcOrd="1" destOrd="0" parTransId="{7253391F-A326-4D6F-AAB0-D77BE483526C}" sibTransId="{ADDD3384-89BE-48E8-9983-1290FE027621}"/>
    <dgm:cxn modelId="{74E62748-4A4A-4266-A18E-B34F5EDF01F3}" type="presOf" srcId="{0AC36FAD-2928-4F45-8BEB-84B9B978ADEF}" destId="{3180A8D9-B878-4128-A802-77B02019DDF4}" srcOrd="0" destOrd="0" presId="urn:microsoft.com/office/officeart/2008/layout/HorizontalMultiLevelHierarchy"/>
    <dgm:cxn modelId="{D80ABC68-AB12-4C59-A9F7-60525FE8CC67}" type="presOf" srcId="{26933D56-3C9D-4423-A606-FE0274EECC5E}" destId="{D7370674-F7C7-4EDD-92FE-6CBEF7361D9D}" srcOrd="0" destOrd="0" presId="urn:microsoft.com/office/officeart/2008/layout/HorizontalMultiLevelHierarchy"/>
    <dgm:cxn modelId="{A025D84A-89AC-42FA-ABBC-BCDAD28CF103}" type="presOf" srcId="{F05ABEF5-9818-4EA6-87A2-8989426EDF03}" destId="{73C9654A-5910-474D-9CC5-CA709191BF05}" srcOrd="1" destOrd="0" presId="urn:microsoft.com/office/officeart/2008/layout/HorizontalMultiLevelHierarchy"/>
    <dgm:cxn modelId="{B78DD86A-8107-4194-BBAC-064854C931D8}" type="presOf" srcId="{FA6001CC-E632-470D-AB65-3866B6EE2B2D}" destId="{3E5A78A6-E930-4502-9339-7A88DD2C059C}" srcOrd="0" destOrd="0" presId="urn:microsoft.com/office/officeart/2008/layout/HorizontalMultiLevelHierarchy"/>
    <dgm:cxn modelId="{AC46184D-47AD-4C25-80F3-3D77D16052E2}" type="presOf" srcId="{F47848CD-4F40-4EC6-8EDD-B72D32A9D5CF}" destId="{EA6C1A56-5641-47A7-9FD1-07D909FD3348}" srcOrd="1" destOrd="0" presId="urn:microsoft.com/office/officeart/2008/layout/HorizontalMultiLevelHierarchy"/>
    <dgm:cxn modelId="{8B00AF4E-4ADB-4D4B-90EE-F4870F47B25B}" type="presOf" srcId="{8B00A416-BEDB-4BAC-B647-5B537EB531F5}" destId="{D8C15085-A8D2-4664-91C2-EE4CEEBA66FC}" srcOrd="0" destOrd="0" presId="urn:microsoft.com/office/officeart/2008/layout/HorizontalMultiLevelHierarchy"/>
    <dgm:cxn modelId="{D4E0CC50-5AF9-467C-A58C-E81E01881BB7}" type="presOf" srcId="{9E4B4A89-0CED-493E-AF88-5E62D65C5D42}" destId="{492C44C3-6602-4CF9-8D67-2B999D493615}" srcOrd="0" destOrd="0" presId="urn:microsoft.com/office/officeart/2008/layout/HorizontalMultiLevelHierarchy"/>
    <dgm:cxn modelId="{81F5F671-A279-4612-A307-13ECC391FB89}" type="presOf" srcId="{4473D37A-06E8-4522-A2C1-FE2381DE42F0}" destId="{B62983FA-3D6C-45D7-94A2-9D887662D36A}" srcOrd="0" destOrd="0" presId="urn:microsoft.com/office/officeart/2008/layout/HorizontalMultiLevelHierarchy"/>
    <dgm:cxn modelId="{2C389372-ABC9-4D12-A328-ED05C302EAF7}" type="presOf" srcId="{4E019800-2FDC-478B-BE0B-5779E7BEA6DF}" destId="{5760217A-11DE-459C-A9FE-56D7F2E34DA6}" srcOrd="0" destOrd="0" presId="urn:microsoft.com/office/officeart/2008/layout/HorizontalMultiLevelHierarchy"/>
    <dgm:cxn modelId="{7C409D74-0763-433F-9ADA-8BAC09975E79}" type="presOf" srcId="{18665702-B319-4695-A274-826C107AD532}" destId="{9D2548BB-5041-4071-B200-EAE1C54A2CE2}" srcOrd="0" destOrd="0" presId="urn:microsoft.com/office/officeart/2008/layout/HorizontalMultiLevelHierarchy"/>
    <dgm:cxn modelId="{38D35559-A775-488A-9802-2D078CBFE2DE}" type="presOf" srcId="{7253391F-A326-4D6F-AAB0-D77BE483526C}" destId="{F630433B-3BF5-40CB-94B6-D1C03D5A04A4}" srcOrd="0" destOrd="0" presId="urn:microsoft.com/office/officeart/2008/layout/HorizontalMultiLevelHierarchy"/>
    <dgm:cxn modelId="{BEBDA559-DF6A-4EA4-B725-6917F1E73689}" srcId="{FE3559B7-D741-4405-BFBB-876D54CEF645}" destId="{ADE8ED07-8E06-4BDD-86D4-9FD302334619}" srcOrd="0" destOrd="0" parTransId="{8B00A416-BEDB-4BAC-B647-5B537EB531F5}" sibTransId="{902F7CBE-D74B-4FFE-AFDB-D8A2A867591F}"/>
    <dgm:cxn modelId="{9DA26A5A-5AA0-4791-B6C6-6961B6612490}" type="presOf" srcId="{E7FFD472-2D7D-412A-806C-4EE9E19C8038}" destId="{A23F87D5-9666-4430-96C2-C6DD16B85442}" srcOrd="0" destOrd="0" presId="urn:microsoft.com/office/officeart/2008/layout/HorizontalMultiLevelHierarchy"/>
    <dgm:cxn modelId="{924C087D-9F0D-448D-AC60-26EE0E25FCE7}" type="presOf" srcId="{1BA92048-32C3-4849-B5B6-4E89ACEEA7D4}" destId="{A752D0ED-D830-45B6-AB58-2A52889B978A}" srcOrd="0" destOrd="0" presId="urn:microsoft.com/office/officeart/2008/layout/HorizontalMultiLevelHierarchy"/>
    <dgm:cxn modelId="{DB9FD27D-D40A-45E0-9B2C-B1CB8C4C9DE5}" srcId="{9E26AF43-9B30-49BC-9109-8E4D562E6F94}" destId="{18665702-B319-4695-A274-826C107AD532}" srcOrd="0" destOrd="0" parTransId="{45EA976F-1FCB-4409-87D8-A6C346F0D766}" sibTransId="{72FA6179-E268-409A-8082-6114F7FD1239}"/>
    <dgm:cxn modelId="{6BC1E47E-2234-44E7-B818-9D1BA05E0A44}" srcId="{4E019800-2FDC-478B-BE0B-5779E7BEA6DF}" destId="{C2323D63-E9DD-4E52-B9F9-768319EEFF36}" srcOrd="0" destOrd="0" parTransId="{6DC45DDD-C896-4F47-9614-D13E21EB139B}" sibTransId="{2C9935DF-7A4E-40A8-AE99-3BBC95ED222E}"/>
    <dgm:cxn modelId="{5102367F-E298-4560-AAB4-9F06218ED928}" type="presOf" srcId="{1BA92048-32C3-4849-B5B6-4E89ACEEA7D4}" destId="{F16C2D1D-89E2-49E0-AA62-D036C7A39616}" srcOrd="1" destOrd="0" presId="urn:microsoft.com/office/officeart/2008/layout/HorizontalMultiLevelHierarchy"/>
    <dgm:cxn modelId="{E183767F-F8DA-45B1-BB0A-C07F9476663F}" type="presOf" srcId="{F7682955-58CA-471E-87F6-5F612A2E6FC7}" destId="{8427BE56-E3F2-41C1-A6EF-875B25F03748}" srcOrd="1" destOrd="0" presId="urn:microsoft.com/office/officeart/2008/layout/HorizontalMultiLevelHierarchy"/>
    <dgm:cxn modelId="{5AE3F388-719F-4183-83B1-F6A43240755C}" type="presOf" srcId="{D445C38A-B829-411A-919C-FC44B8010162}" destId="{BEA15642-DD30-458E-95CE-8E1ECA7C3616}" srcOrd="0" destOrd="0" presId="urn:microsoft.com/office/officeart/2008/layout/HorizontalMultiLevelHierarchy"/>
    <dgm:cxn modelId="{91C23E8C-D5BF-4B39-9086-9251704CECCF}" type="presOf" srcId="{26933D56-3C9D-4423-A606-FE0274EECC5E}" destId="{55BF8C6F-B2B6-4E05-9F94-6C7742432020}" srcOrd="1" destOrd="0" presId="urn:microsoft.com/office/officeart/2008/layout/HorizontalMultiLevelHierarchy"/>
    <dgm:cxn modelId="{8447E58D-4C59-4562-977B-888440891F83}" type="presOf" srcId="{C27392EF-B111-472E-A67E-7625FD1015BC}" destId="{15EBFBA3-C53D-4E4D-A153-B0B0D15CFF85}" srcOrd="1" destOrd="0" presId="urn:microsoft.com/office/officeart/2008/layout/HorizontalMultiLevelHierarchy"/>
    <dgm:cxn modelId="{FDA6A992-F0AF-4B10-8F7A-D16D692EFFE7}" srcId="{D445C38A-B829-411A-919C-FC44B8010162}" destId="{59776459-B135-40FF-B58C-F5C82D1D2D23}" srcOrd="0" destOrd="0" parTransId="{D1DC5638-6303-410B-A71B-F3813F6DF9CC}" sibTransId="{76D1830E-61D8-4B45-B574-9E3D7F330C8A}"/>
    <dgm:cxn modelId="{F0B74D94-19D3-46EB-B0B6-142E9C68578C}" srcId="{0AC36FAD-2928-4F45-8BEB-84B9B978ADEF}" destId="{D445C38A-B829-411A-919C-FC44B8010162}" srcOrd="0" destOrd="0" parTransId="{26933D56-3C9D-4423-A606-FE0274EECC5E}" sibTransId="{141F0049-A6DF-48A6-8EA5-0231B9937043}"/>
    <dgm:cxn modelId="{1AFBF894-8B6B-4424-8291-0B4413171D6E}" srcId="{C4DCA1D7-EC73-4D1D-A368-5A1050B69F2F}" destId="{FE3559B7-D741-4405-BFBB-876D54CEF645}" srcOrd="5" destOrd="0" parTransId="{5458044F-BB18-4FD4-823C-2FB27DC00362}" sibTransId="{31F84E5E-B8FC-4217-88A8-04DDE58A00FD}"/>
    <dgm:cxn modelId="{8FB14596-0910-4DD7-BB64-FBBAF8F81457}" type="presOf" srcId="{891CE873-3A58-494C-9145-633B2871C4F0}" destId="{9DA2C625-5094-4773-B14F-43E72C8E12D9}" srcOrd="0" destOrd="0" presId="urn:microsoft.com/office/officeart/2008/layout/HorizontalMultiLevelHierarchy"/>
    <dgm:cxn modelId="{26E9C496-2710-401F-8BD3-BDFD77F3A6A6}" type="presOf" srcId="{C27392EF-B111-472E-A67E-7625FD1015BC}" destId="{EE128AB3-CC79-48AB-B066-E0E579D8F5D7}" srcOrd="0" destOrd="0" presId="urn:microsoft.com/office/officeart/2008/layout/HorizontalMultiLevelHierarchy"/>
    <dgm:cxn modelId="{03E9CD9C-B49E-43E9-A58A-1E1B17E55C2A}" type="presOf" srcId="{8373ADAA-E0BB-4B76-BC4D-15D8F442D3F5}" destId="{F3B556EB-A89B-4DF0-A447-758527187354}" srcOrd="1" destOrd="0" presId="urn:microsoft.com/office/officeart/2008/layout/HorizontalMultiLevelHierarchy"/>
    <dgm:cxn modelId="{C2F49F9D-B8BC-4064-8E71-F7A6C9837CA3}" type="presOf" srcId="{D0815605-7B37-49FA-B747-265FA8E840EF}" destId="{2F2F5C4B-2AF1-489C-9514-655BFD86A653}" srcOrd="0" destOrd="0" presId="urn:microsoft.com/office/officeart/2008/layout/HorizontalMultiLevelHierarchy"/>
    <dgm:cxn modelId="{65BB94A6-34F9-46D7-A84E-D02739AB804B}" srcId="{9E4B4A89-0CED-493E-AF88-5E62D65C5D42}" destId="{C4DCA1D7-EC73-4D1D-A368-5A1050B69F2F}" srcOrd="0" destOrd="0" parTransId="{7D15BEA6-8753-4170-9478-7CEF25581E71}" sibTransId="{8F4C6FCF-3C50-4981-8122-D4770B0C45ED}"/>
    <dgm:cxn modelId="{F620E0A6-B557-4C37-9D2E-A7F335BFCE05}" type="presOf" srcId="{F05ABEF5-9818-4EA6-87A2-8989426EDF03}" destId="{8D48D32D-3EC0-4F02-A3FA-40F4DDF89DB6}" srcOrd="0" destOrd="0" presId="urn:microsoft.com/office/officeart/2008/layout/HorizontalMultiLevelHierarchy"/>
    <dgm:cxn modelId="{AEBE87AC-CC97-476D-9B03-49EAA297167C}" type="presOf" srcId="{2BFFCAEB-DF2A-4611-9E33-9A80C7E210C7}" destId="{A18CC98A-D03E-4BFF-9C2A-A51611554E09}" srcOrd="0" destOrd="0" presId="urn:microsoft.com/office/officeart/2008/layout/HorizontalMultiLevelHierarchy"/>
    <dgm:cxn modelId="{E8E03EAE-D187-402D-BD81-CA47DD98F4AC}" type="presOf" srcId="{C4DCA1D7-EC73-4D1D-A368-5A1050B69F2F}" destId="{7CF7EF66-80E8-4D5B-9547-B7F13351907E}" srcOrd="0" destOrd="0" presId="urn:microsoft.com/office/officeart/2008/layout/HorizontalMultiLevelHierarchy"/>
    <dgm:cxn modelId="{3E06FCB1-E1EB-4288-BF73-484F165E7B45}" type="presOf" srcId="{7253391F-A326-4D6F-AAB0-D77BE483526C}" destId="{92511F36-E4AD-4980-AC6E-5609C0B0A257}" srcOrd="1" destOrd="0" presId="urn:microsoft.com/office/officeart/2008/layout/HorizontalMultiLevelHierarchy"/>
    <dgm:cxn modelId="{5F630DB4-3E9F-4911-9650-339E12AF0363}" type="presOf" srcId="{9E26AF43-9B30-49BC-9109-8E4D562E6F94}" destId="{370C1312-526F-4A2C-A5F7-E2605260C2A1}" srcOrd="0" destOrd="0" presId="urn:microsoft.com/office/officeart/2008/layout/HorizontalMultiLevelHierarchy"/>
    <dgm:cxn modelId="{AA9C9DBB-0F80-40D3-A581-D5D42785DE19}" type="presOf" srcId="{D1DC5638-6303-410B-A71B-F3813F6DF9CC}" destId="{2E7ECDDF-E2F2-4272-B0C9-894805504941}" srcOrd="0" destOrd="0" presId="urn:microsoft.com/office/officeart/2008/layout/HorizontalMultiLevelHierarchy"/>
    <dgm:cxn modelId="{E9D250BF-CBDC-49A2-A0FB-FB985840C9C9}" type="presOf" srcId="{6DC45DDD-C896-4F47-9614-D13E21EB139B}" destId="{541D165B-3DAC-4502-A8BE-08539041D58F}" srcOrd="0" destOrd="0" presId="urn:microsoft.com/office/officeart/2008/layout/HorizontalMultiLevelHierarchy"/>
    <dgm:cxn modelId="{0DF909C0-74CE-42DF-A5E6-226101E8D876}" srcId="{7B41BF74-9244-4C8F-A4FD-0358ACB92F52}" destId="{FA6001CC-E632-470D-AB65-3866B6EE2B2D}" srcOrd="0" destOrd="0" parTransId="{F47848CD-4F40-4EC6-8EDD-B72D32A9D5CF}" sibTransId="{D0C141A1-F8B7-4792-9E5B-A778FAF34878}"/>
    <dgm:cxn modelId="{D9A5EDC9-DC41-4E0A-8188-51C8853B47CA}" type="presOf" srcId="{FAB7B16B-2F84-432E-8A57-E32DAB3B4D8D}" destId="{9B9B5DE3-5A6A-42BF-A8AE-8D0E5E32ABFA}" srcOrd="1" destOrd="0" presId="urn:microsoft.com/office/officeart/2008/layout/HorizontalMultiLevelHierarchy"/>
    <dgm:cxn modelId="{55A7C7CB-869C-4716-BD55-330F975012C9}" type="presOf" srcId="{45EA976F-1FCB-4409-87D8-A6C346F0D766}" destId="{271CDE5E-629B-4D53-AD3A-94D04A8148F4}" srcOrd="0" destOrd="0" presId="urn:microsoft.com/office/officeart/2008/layout/HorizontalMultiLevelHierarchy"/>
    <dgm:cxn modelId="{D86604CC-1C78-4B7E-9307-965FD1E7521E}" type="presOf" srcId="{59776459-B135-40FF-B58C-F5C82D1D2D23}" destId="{0514FC3D-EC5F-4B0A-99D4-21603BAF79F9}" srcOrd="0" destOrd="0" presId="urn:microsoft.com/office/officeart/2008/layout/HorizontalMultiLevelHierarchy"/>
    <dgm:cxn modelId="{904DE9CD-930F-4336-A042-B26E104F00A9}" type="presOf" srcId="{ADE8ED07-8E06-4BDD-86D4-9FD302334619}" destId="{BD4D0B0D-4AAE-476D-BB4D-71B1F01CD83D}" srcOrd="0" destOrd="0" presId="urn:microsoft.com/office/officeart/2008/layout/HorizontalMultiLevelHierarchy"/>
    <dgm:cxn modelId="{715126CF-B7DB-49D9-93A5-716CEFC3D4FE}" type="presOf" srcId="{7B41BF74-9244-4C8F-A4FD-0358ACB92F52}" destId="{62D12226-13C4-4487-90A1-E3B2E3ECEEEF}" srcOrd="0" destOrd="0" presId="urn:microsoft.com/office/officeart/2008/layout/HorizontalMultiLevelHierarchy"/>
    <dgm:cxn modelId="{391EEAD9-BA41-4393-97CE-0C49A1D017FF}" type="presOf" srcId="{C2323D63-E9DD-4E52-B9F9-768319EEFF36}" destId="{23DDC7C2-1675-4AF6-8DD1-4499BC71A919}" srcOrd="0" destOrd="0" presId="urn:microsoft.com/office/officeart/2008/layout/HorizontalMultiLevelHierarchy"/>
    <dgm:cxn modelId="{40F92EE1-D6C8-4893-B704-5413BBAE238C}" type="presOf" srcId="{F47848CD-4F40-4EC6-8EDD-B72D32A9D5CF}" destId="{41C07BDE-DA23-46D9-8797-4F1B2DC24EB7}" srcOrd="0" destOrd="0" presId="urn:microsoft.com/office/officeart/2008/layout/HorizontalMultiLevelHierarchy"/>
    <dgm:cxn modelId="{16571EE8-57D4-4DDC-81FF-22631487EF98}" type="presOf" srcId="{1F9CE82D-B25E-4CF9-844D-8569BD9EE6A7}" destId="{BAAD9AAE-D332-4836-B5E3-3CDA94FB43EB}" srcOrd="1" destOrd="0" presId="urn:microsoft.com/office/officeart/2008/layout/HorizontalMultiLevelHierarchy"/>
    <dgm:cxn modelId="{DBC4F6EA-FBC3-4308-9114-46D6EE09FB0B}" srcId="{C4DCA1D7-EC73-4D1D-A368-5A1050B69F2F}" destId="{E7FFD472-2D7D-412A-806C-4EE9E19C8038}" srcOrd="0" destOrd="0" parTransId="{F05ABEF5-9818-4EA6-87A2-8989426EDF03}" sibTransId="{6729C4BD-B568-4C22-9D6C-CA243766DFD5}"/>
    <dgm:cxn modelId="{7FC7E5F2-A116-4721-92A4-4DE5B94860E1}" type="presOf" srcId="{FAB7B16B-2F84-432E-8A57-E32DAB3B4D8D}" destId="{FB619F80-991B-498E-8E91-9FBB262E4C4A}" srcOrd="0" destOrd="0" presId="urn:microsoft.com/office/officeart/2008/layout/HorizontalMultiLevelHierarchy"/>
    <dgm:cxn modelId="{193EDEF6-3740-491B-9D2B-16FF2F723D3E}" type="presOf" srcId="{5458044F-BB18-4FD4-823C-2FB27DC00362}" destId="{EA433531-B9B7-45D4-BF01-1C393D39F848}" srcOrd="1" destOrd="0" presId="urn:microsoft.com/office/officeart/2008/layout/HorizontalMultiLevelHierarchy"/>
    <dgm:cxn modelId="{A065B1FA-C4E3-481E-83C1-0C22F3C16A40}" type="presOf" srcId="{D0815605-7B37-49FA-B747-265FA8E840EF}" destId="{58DC292D-C56B-4B70-B8C1-45909DA24F4A}" srcOrd="1" destOrd="0" presId="urn:microsoft.com/office/officeart/2008/layout/HorizontalMultiLevelHierarchy"/>
    <dgm:cxn modelId="{DC1BECFF-B35A-40FA-B009-297719FD2DF1}" srcId="{F1F3FC82-152E-463D-AE55-9AF3923233CA}" destId="{CA7409D8-F976-4E92-B610-FC48E3C7F565}" srcOrd="0" destOrd="0" parTransId="{2BFFCAEB-DF2A-4611-9E33-9A80C7E210C7}" sibTransId="{52E656BA-4A07-439E-B264-77747616898D}"/>
    <dgm:cxn modelId="{35D05549-102F-4D79-AAB9-EE43D574D654}" type="presParOf" srcId="{492C44C3-6602-4CF9-8D67-2B999D493615}" destId="{A8323C0F-4027-4DF5-B170-DE18C7542BD7}" srcOrd="0" destOrd="0" presId="urn:microsoft.com/office/officeart/2008/layout/HorizontalMultiLevelHierarchy"/>
    <dgm:cxn modelId="{26C6DE80-529F-42B1-9DE0-592E0624D3AC}" type="presParOf" srcId="{A8323C0F-4027-4DF5-B170-DE18C7542BD7}" destId="{7CF7EF66-80E8-4D5B-9547-B7F13351907E}" srcOrd="0" destOrd="0" presId="urn:microsoft.com/office/officeart/2008/layout/HorizontalMultiLevelHierarchy"/>
    <dgm:cxn modelId="{0123A80C-DFFD-4C6C-9595-649A5B29F569}" type="presParOf" srcId="{A8323C0F-4027-4DF5-B170-DE18C7542BD7}" destId="{7851BB8D-B290-4AA3-B13B-07323D3CBD2B}" srcOrd="1" destOrd="0" presId="urn:microsoft.com/office/officeart/2008/layout/HorizontalMultiLevelHierarchy"/>
    <dgm:cxn modelId="{54E26A86-3648-4383-AC35-48BE83B710BE}" type="presParOf" srcId="{7851BB8D-B290-4AA3-B13B-07323D3CBD2B}" destId="{8D48D32D-3EC0-4F02-A3FA-40F4DDF89DB6}" srcOrd="0" destOrd="0" presId="urn:microsoft.com/office/officeart/2008/layout/HorizontalMultiLevelHierarchy"/>
    <dgm:cxn modelId="{6C0C19F7-394F-4F0A-8E53-670EAD38DB5A}" type="presParOf" srcId="{8D48D32D-3EC0-4F02-A3FA-40F4DDF89DB6}" destId="{73C9654A-5910-474D-9CC5-CA709191BF05}" srcOrd="0" destOrd="0" presId="urn:microsoft.com/office/officeart/2008/layout/HorizontalMultiLevelHierarchy"/>
    <dgm:cxn modelId="{4451B8CE-A30D-4A62-A81E-B74036826B2C}" type="presParOf" srcId="{7851BB8D-B290-4AA3-B13B-07323D3CBD2B}" destId="{545AFEF8-A403-4E51-9C39-A72571E5004B}" srcOrd="1" destOrd="0" presId="urn:microsoft.com/office/officeart/2008/layout/HorizontalMultiLevelHierarchy"/>
    <dgm:cxn modelId="{AB6789AE-A0F2-42C5-A6C2-BECC13491755}" type="presParOf" srcId="{545AFEF8-A403-4E51-9C39-A72571E5004B}" destId="{A23F87D5-9666-4430-96C2-C6DD16B85442}" srcOrd="0" destOrd="0" presId="urn:microsoft.com/office/officeart/2008/layout/HorizontalMultiLevelHierarchy"/>
    <dgm:cxn modelId="{342E2D0F-6406-448C-9C3E-2AD23E29AE05}" type="presParOf" srcId="{545AFEF8-A403-4E51-9C39-A72571E5004B}" destId="{EB2EC324-24C9-410B-B398-492635CAE89E}" srcOrd="1" destOrd="0" presId="urn:microsoft.com/office/officeart/2008/layout/HorizontalMultiLevelHierarchy"/>
    <dgm:cxn modelId="{12969E6A-B3B8-44A7-A80B-79A722AAF49A}" type="presParOf" srcId="{EB2EC324-24C9-410B-B398-492635CAE89E}" destId="{B2A51C67-25AF-4A0E-B087-19C38F18EBCA}" srcOrd="0" destOrd="0" presId="urn:microsoft.com/office/officeart/2008/layout/HorizontalMultiLevelHierarchy"/>
    <dgm:cxn modelId="{B08A740D-C902-4583-8043-9EADFC67FEB6}" type="presParOf" srcId="{B2A51C67-25AF-4A0E-B087-19C38F18EBCA}" destId="{8427BE56-E3F2-41C1-A6EF-875B25F03748}" srcOrd="0" destOrd="0" presId="urn:microsoft.com/office/officeart/2008/layout/HorizontalMultiLevelHierarchy"/>
    <dgm:cxn modelId="{72424C9E-022E-4B74-9274-B3499D28F2CA}" type="presParOf" srcId="{EB2EC324-24C9-410B-B398-492635CAE89E}" destId="{DA76A07E-CF61-4D73-B9F8-A98AE7E7BC35}" srcOrd="1" destOrd="0" presId="urn:microsoft.com/office/officeart/2008/layout/HorizontalMultiLevelHierarchy"/>
    <dgm:cxn modelId="{C3926B89-E5D7-4C45-8F51-9CE49BBE03F1}" type="presParOf" srcId="{DA76A07E-CF61-4D73-B9F8-A98AE7E7BC35}" destId="{5760217A-11DE-459C-A9FE-56D7F2E34DA6}" srcOrd="0" destOrd="0" presId="urn:microsoft.com/office/officeart/2008/layout/HorizontalMultiLevelHierarchy"/>
    <dgm:cxn modelId="{7819E3D4-EBFF-4590-BC6B-3B092EF43696}" type="presParOf" srcId="{DA76A07E-CF61-4D73-B9F8-A98AE7E7BC35}" destId="{75B50A49-1430-4730-A706-B7CAFA8F5930}" srcOrd="1" destOrd="0" presId="urn:microsoft.com/office/officeart/2008/layout/HorizontalMultiLevelHierarchy"/>
    <dgm:cxn modelId="{AB497199-D909-4E99-92F2-94AE0DB782ED}" type="presParOf" srcId="{75B50A49-1430-4730-A706-B7CAFA8F5930}" destId="{541D165B-3DAC-4502-A8BE-08539041D58F}" srcOrd="0" destOrd="0" presId="urn:microsoft.com/office/officeart/2008/layout/HorizontalMultiLevelHierarchy"/>
    <dgm:cxn modelId="{F0479EEE-1A17-4D25-BA61-795065F0FDEB}" type="presParOf" srcId="{541D165B-3DAC-4502-A8BE-08539041D58F}" destId="{8AAC3038-4068-466E-A1A2-4CA4106A3BA5}" srcOrd="0" destOrd="0" presId="urn:microsoft.com/office/officeart/2008/layout/HorizontalMultiLevelHierarchy"/>
    <dgm:cxn modelId="{746BD34C-28D5-4895-8423-7F666DCD863D}" type="presParOf" srcId="{75B50A49-1430-4730-A706-B7CAFA8F5930}" destId="{83F043FE-D16E-411B-A260-83CB145B94B0}" srcOrd="1" destOrd="0" presId="urn:microsoft.com/office/officeart/2008/layout/HorizontalMultiLevelHierarchy"/>
    <dgm:cxn modelId="{85C88B26-5D1F-4FCB-AC04-821EE5733409}" type="presParOf" srcId="{83F043FE-D16E-411B-A260-83CB145B94B0}" destId="{23DDC7C2-1675-4AF6-8DD1-4499BC71A919}" srcOrd="0" destOrd="0" presId="urn:microsoft.com/office/officeart/2008/layout/HorizontalMultiLevelHierarchy"/>
    <dgm:cxn modelId="{144D971F-B7B5-4A3B-B164-DE3CCD787AD7}" type="presParOf" srcId="{83F043FE-D16E-411B-A260-83CB145B94B0}" destId="{24965E2E-DC3C-4336-B472-C0B312F70A66}" srcOrd="1" destOrd="0" presId="urn:microsoft.com/office/officeart/2008/layout/HorizontalMultiLevelHierarchy"/>
    <dgm:cxn modelId="{4492F75D-4D5E-4AF9-A253-833AA1011231}" type="presParOf" srcId="{7851BB8D-B290-4AA3-B13B-07323D3CBD2B}" destId="{F630433B-3BF5-40CB-94B6-D1C03D5A04A4}" srcOrd="2" destOrd="0" presId="urn:microsoft.com/office/officeart/2008/layout/HorizontalMultiLevelHierarchy"/>
    <dgm:cxn modelId="{5404C451-B087-4E26-B4FE-D03676ED9197}" type="presParOf" srcId="{F630433B-3BF5-40CB-94B6-D1C03D5A04A4}" destId="{92511F36-E4AD-4980-AC6E-5609C0B0A257}" srcOrd="0" destOrd="0" presId="urn:microsoft.com/office/officeart/2008/layout/HorizontalMultiLevelHierarchy"/>
    <dgm:cxn modelId="{A6508378-A688-4FF9-98E5-458EF5F8DE3E}" type="presParOf" srcId="{7851BB8D-B290-4AA3-B13B-07323D3CBD2B}" destId="{8A224D46-6AA3-46F2-8768-6EE3D2955978}" srcOrd="3" destOrd="0" presId="urn:microsoft.com/office/officeart/2008/layout/HorizontalMultiLevelHierarchy"/>
    <dgm:cxn modelId="{5035D6A9-F088-484D-B0D7-0C23B535ED45}" type="presParOf" srcId="{8A224D46-6AA3-46F2-8768-6EE3D2955978}" destId="{CD5DCBBC-D3CB-42A4-97BE-DD415EE3BC96}" srcOrd="0" destOrd="0" presId="urn:microsoft.com/office/officeart/2008/layout/HorizontalMultiLevelHierarchy"/>
    <dgm:cxn modelId="{37821DE7-6DE8-4698-B434-B62397716713}" type="presParOf" srcId="{8A224D46-6AA3-46F2-8768-6EE3D2955978}" destId="{6924EFA4-BFBA-4D90-BD12-E646832D49B3}" srcOrd="1" destOrd="0" presId="urn:microsoft.com/office/officeart/2008/layout/HorizontalMultiLevelHierarchy"/>
    <dgm:cxn modelId="{4FC97011-9C42-4FC9-B996-8CE9617190C3}" type="presParOf" srcId="{6924EFA4-BFBA-4D90-BD12-E646832D49B3}" destId="{C5342062-E45B-436A-A26D-3A5D74B3722B}" srcOrd="0" destOrd="0" presId="urn:microsoft.com/office/officeart/2008/layout/HorizontalMultiLevelHierarchy"/>
    <dgm:cxn modelId="{0832DCF5-3BDF-49E2-9EAB-B3E58D8F9D05}" type="presParOf" srcId="{C5342062-E45B-436A-A26D-3A5D74B3722B}" destId="{BAAD9AAE-D332-4836-B5E3-3CDA94FB43EB}" srcOrd="0" destOrd="0" presId="urn:microsoft.com/office/officeart/2008/layout/HorizontalMultiLevelHierarchy"/>
    <dgm:cxn modelId="{2D17B56E-D174-4863-9F95-B19C52CE6A82}" type="presParOf" srcId="{6924EFA4-BFBA-4D90-BD12-E646832D49B3}" destId="{2D3A552A-02A3-40A6-83CB-BA472D2407A2}" srcOrd="1" destOrd="0" presId="urn:microsoft.com/office/officeart/2008/layout/HorizontalMultiLevelHierarchy"/>
    <dgm:cxn modelId="{17DB6F97-8AFA-475F-979F-F60B8DDD0EB5}" type="presParOf" srcId="{2D3A552A-02A3-40A6-83CB-BA472D2407A2}" destId="{370C1312-526F-4A2C-A5F7-E2605260C2A1}" srcOrd="0" destOrd="0" presId="urn:microsoft.com/office/officeart/2008/layout/HorizontalMultiLevelHierarchy"/>
    <dgm:cxn modelId="{A9E18956-72CB-431E-8BB8-7E70CB3F9B3C}" type="presParOf" srcId="{2D3A552A-02A3-40A6-83CB-BA472D2407A2}" destId="{69FE79BB-2428-4B25-AFA7-FE06D7DB5A13}" srcOrd="1" destOrd="0" presId="urn:microsoft.com/office/officeart/2008/layout/HorizontalMultiLevelHierarchy"/>
    <dgm:cxn modelId="{8ABA6ACE-D9EC-434B-9E4C-665A4232745B}" type="presParOf" srcId="{69FE79BB-2428-4B25-AFA7-FE06D7DB5A13}" destId="{271CDE5E-629B-4D53-AD3A-94D04A8148F4}" srcOrd="0" destOrd="0" presId="urn:microsoft.com/office/officeart/2008/layout/HorizontalMultiLevelHierarchy"/>
    <dgm:cxn modelId="{B5D1575F-0647-4F5F-8CE9-750141FB587E}" type="presParOf" srcId="{271CDE5E-629B-4D53-AD3A-94D04A8148F4}" destId="{2D9B814E-BC08-4FC6-93DB-01B7BFB7D094}" srcOrd="0" destOrd="0" presId="urn:microsoft.com/office/officeart/2008/layout/HorizontalMultiLevelHierarchy"/>
    <dgm:cxn modelId="{DDC2636C-EBD8-4467-BE72-CCF2523764B7}" type="presParOf" srcId="{69FE79BB-2428-4B25-AFA7-FE06D7DB5A13}" destId="{C902883E-12EF-449C-B93C-2FC10E066CE2}" srcOrd="1" destOrd="0" presId="urn:microsoft.com/office/officeart/2008/layout/HorizontalMultiLevelHierarchy"/>
    <dgm:cxn modelId="{7D397855-CDB9-47E3-A38C-79D0A0E41552}" type="presParOf" srcId="{C902883E-12EF-449C-B93C-2FC10E066CE2}" destId="{9D2548BB-5041-4071-B200-EAE1C54A2CE2}" srcOrd="0" destOrd="0" presId="urn:microsoft.com/office/officeart/2008/layout/HorizontalMultiLevelHierarchy"/>
    <dgm:cxn modelId="{D34FD4BF-D215-4355-A70B-AEDC617E2791}" type="presParOf" srcId="{C902883E-12EF-449C-B93C-2FC10E066CE2}" destId="{FED974BC-3EDC-4AA9-8588-E77AE0F0AE39}" srcOrd="1" destOrd="0" presId="urn:microsoft.com/office/officeart/2008/layout/HorizontalMultiLevelHierarchy"/>
    <dgm:cxn modelId="{861A3F9A-EC65-4CAB-B100-8B8CBCE75D0B}" type="presParOf" srcId="{7851BB8D-B290-4AA3-B13B-07323D3CBD2B}" destId="{A752D0ED-D830-45B6-AB58-2A52889B978A}" srcOrd="4" destOrd="0" presId="urn:microsoft.com/office/officeart/2008/layout/HorizontalMultiLevelHierarchy"/>
    <dgm:cxn modelId="{CB6AE6A9-73C3-46A2-B628-C0697C169A95}" type="presParOf" srcId="{A752D0ED-D830-45B6-AB58-2A52889B978A}" destId="{F16C2D1D-89E2-49E0-AA62-D036C7A39616}" srcOrd="0" destOrd="0" presId="urn:microsoft.com/office/officeart/2008/layout/HorizontalMultiLevelHierarchy"/>
    <dgm:cxn modelId="{33EADE70-1400-499E-A637-3F6722A89E51}" type="presParOf" srcId="{7851BB8D-B290-4AA3-B13B-07323D3CBD2B}" destId="{2FA8E42E-5BE3-448F-AED5-5F7ACF0AC903}" srcOrd="5" destOrd="0" presId="urn:microsoft.com/office/officeart/2008/layout/HorizontalMultiLevelHierarchy"/>
    <dgm:cxn modelId="{1C883129-C923-4F13-89BD-3918ED6D631B}" type="presParOf" srcId="{2FA8E42E-5BE3-448F-AED5-5F7ACF0AC903}" destId="{57D7BE39-F20E-4894-AB35-B80429449ED8}" srcOrd="0" destOrd="0" presId="urn:microsoft.com/office/officeart/2008/layout/HorizontalMultiLevelHierarchy"/>
    <dgm:cxn modelId="{800D5125-FD20-4B77-9FE7-4DEB44FA508E}" type="presParOf" srcId="{2FA8E42E-5BE3-448F-AED5-5F7ACF0AC903}" destId="{CDF1AEDE-EB4D-4C23-ADC2-D4886979463A}" srcOrd="1" destOrd="0" presId="urn:microsoft.com/office/officeart/2008/layout/HorizontalMultiLevelHierarchy"/>
    <dgm:cxn modelId="{A034F4B6-1322-467D-B4DB-BD537A76171E}" type="presParOf" srcId="{CDF1AEDE-EB4D-4C23-ADC2-D4886979463A}" destId="{A18CC98A-D03E-4BFF-9C2A-A51611554E09}" srcOrd="0" destOrd="0" presId="urn:microsoft.com/office/officeart/2008/layout/HorizontalMultiLevelHierarchy"/>
    <dgm:cxn modelId="{2AEA3064-01E6-4DFF-BFF0-8994E6F9B50F}" type="presParOf" srcId="{A18CC98A-D03E-4BFF-9C2A-A51611554E09}" destId="{F3817FB9-7CF2-4960-8B8B-0462D0407E76}" srcOrd="0" destOrd="0" presId="urn:microsoft.com/office/officeart/2008/layout/HorizontalMultiLevelHierarchy"/>
    <dgm:cxn modelId="{7C3F6A3E-7D96-4377-939D-041AEF7366E7}" type="presParOf" srcId="{CDF1AEDE-EB4D-4C23-ADC2-D4886979463A}" destId="{74736E6A-0FB1-4608-A407-A9F457EBADCC}" srcOrd="1" destOrd="0" presId="urn:microsoft.com/office/officeart/2008/layout/HorizontalMultiLevelHierarchy"/>
    <dgm:cxn modelId="{B051879E-45E4-4CE4-9FD9-03C8A463E0B0}" type="presParOf" srcId="{74736E6A-0FB1-4608-A407-A9F457EBADCC}" destId="{CBF99FDF-60BA-4795-BEE2-B389DD042EC4}" srcOrd="0" destOrd="0" presId="urn:microsoft.com/office/officeart/2008/layout/HorizontalMultiLevelHierarchy"/>
    <dgm:cxn modelId="{676DDA06-0F35-4876-8991-D99347EDDEED}" type="presParOf" srcId="{74736E6A-0FB1-4608-A407-A9F457EBADCC}" destId="{8332967A-72B8-459F-A4AD-A4F3D030CB07}" srcOrd="1" destOrd="0" presId="urn:microsoft.com/office/officeart/2008/layout/HorizontalMultiLevelHierarchy"/>
    <dgm:cxn modelId="{BB4DE262-04E3-4934-96D9-A3FEA95C3BCB}" type="presParOf" srcId="{8332967A-72B8-459F-A4AD-A4F3D030CB07}" destId="{FB619F80-991B-498E-8E91-9FBB262E4C4A}" srcOrd="0" destOrd="0" presId="urn:microsoft.com/office/officeart/2008/layout/HorizontalMultiLevelHierarchy"/>
    <dgm:cxn modelId="{34A4A92A-91E0-472B-BD4B-BDA70F57DF76}" type="presParOf" srcId="{FB619F80-991B-498E-8E91-9FBB262E4C4A}" destId="{9B9B5DE3-5A6A-42BF-A8AE-8D0E5E32ABFA}" srcOrd="0" destOrd="0" presId="urn:microsoft.com/office/officeart/2008/layout/HorizontalMultiLevelHierarchy"/>
    <dgm:cxn modelId="{A91B3907-F05A-4444-AB48-6B698A2F7404}" type="presParOf" srcId="{8332967A-72B8-459F-A4AD-A4F3D030CB07}" destId="{EA9116AD-E207-483A-B186-42B4CB123790}" srcOrd="1" destOrd="0" presId="urn:microsoft.com/office/officeart/2008/layout/HorizontalMultiLevelHierarchy"/>
    <dgm:cxn modelId="{DA603538-9518-4656-B511-4FAB947F95E0}" type="presParOf" srcId="{EA9116AD-E207-483A-B186-42B4CB123790}" destId="{62D12226-13C4-4487-90A1-E3B2E3ECEEEF}" srcOrd="0" destOrd="0" presId="urn:microsoft.com/office/officeart/2008/layout/HorizontalMultiLevelHierarchy"/>
    <dgm:cxn modelId="{0C49904B-B2BE-42F1-BA8D-45DBF09FC9B0}" type="presParOf" srcId="{EA9116AD-E207-483A-B186-42B4CB123790}" destId="{15108EE8-DA39-4C24-AF33-CF1D66B362AF}" srcOrd="1" destOrd="0" presId="urn:microsoft.com/office/officeart/2008/layout/HorizontalMultiLevelHierarchy"/>
    <dgm:cxn modelId="{A74F3695-9A25-4A6E-8EA4-435B9CD7DB8F}" type="presParOf" srcId="{15108EE8-DA39-4C24-AF33-CF1D66B362AF}" destId="{41C07BDE-DA23-46D9-8797-4F1B2DC24EB7}" srcOrd="0" destOrd="0" presId="urn:microsoft.com/office/officeart/2008/layout/HorizontalMultiLevelHierarchy"/>
    <dgm:cxn modelId="{04A96685-980F-415B-817D-DD18FFA503F4}" type="presParOf" srcId="{41C07BDE-DA23-46D9-8797-4F1B2DC24EB7}" destId="{EA6C1A56-5641-47A7-9FD1-07D909FD3348}" srcOrd="0" destOrd="0" presId="urn:microsoft.com/office/officeart/2008/layout/HorizontalMultiLevelHierarchy"/>
    <dgm:cxn modelId="{C883C8B5-EFE6-478E-9C7F-92A91A071A74}" type="presParOf" srcId="{15108EE8-DA39-4C24-AF33-CF1D66B362AF}" destId="{EA8B8C5E-D729-4363-A90A-B59A124408A7}" srcOrd="1" destOrd="0" presId="urn:microsoft.com/office/officeart/2008/layout/HorizontalMultiLevelHierarchy"/>
    <dgm:cxn modelId="{1C49BEC2-E931-431A-B545-8EFC5D9B70E3}" type="presParOf" srcId="{EA8B8C5E-D729-4363-A90A-B59A124408A7}" destId="{3E5A78A6-E930-4502-9339-7A88DD2C059C}" srcOrd="0" destOrd="0" presId="urn:microsoft.com/office/officeart/2008/layout/HorizontalMultiLevelHierarchy"/>
    <dgm:cxn modelId="{59AE781D-EA8D-42CE-B00F-B9878A36BDBE}" type="presParOf" srcId="{EA8B8C5E-D729-4363-A90A-B59A124408A7}" destId="{480DA032-6518-4ACA-9769-1534F5B8FD48}" srcOrd="1" destOrd="0" presId="urn:microsoft.com/office/officeart/2008/layout/HorizontalMultiLevelHierarchy"/>
    <dgm:cxn modelId="{EE4D54B1-DD42-44EA-9E56-7457ED1EA29E}" type="presParOf" srcId="{7851BB8D-B290-4AA3-B13B-07323D3CBD2B}" destId="{2F2F5C4B-2AF1-489C-9514-655BFD86A653}" srcOrd="6" destOrd="0" presId="urn:microsoft.com/office/officeart/2008/layout/HorizontalMultiLevelHierarchy"/>
    <dgm:cxn modelId="{79DE9C99-9567-4A49-A7FE-60ED136F480F}" type="presParOf" srcId="{2F2F5C4B-2AF1-489C-9514-655BFD86A653}" destId="{58DC292D-C56B-4B70-B8C1-45909DA24F4A}" srcOrd="0" destOrd="0" presId="urn:microsoft.com/office/officeart/2008/layout/HorizontalMultiLevelHierarchy"/>
    <dgm:cxn modelId="{60F7A0E1-C72E-411B-92A3-339DB09D0F9C}" type="presParOf" srcId="{7851BB8D-B290-4AA3-B13B-07323D3CBD2B}" destId="{1E2037F2-B6C1-4F81-8F7D-922FB25C9182}" srcOrd="7" destOrd="0" presId="urn:microsoft.com/office/officeart/2008/layout/HorizontalMultiLevelHierarchy"/>
    <dgm:cxn modelId="{B39B4273-4A05-44D6-A373-87D8EE44AB99}" type="presParOf" srcId="{1E2037F2-B6C1-4F81-8F7D-922FB25C9182}" destId="{6CE2673B-5559-418B-A91C-72AA3F419AAC}" srcOrd="0" destOrd="0" presId="urn:microsoft.com/office/officeart/2008/layout/HorizontalMultiLevelHierarchy"/>
    <dgm:cxn modelId="{FAFAF02A-A91B-48B9-9D37-709C7C3098E4}" type="presParOf" srcId="{1E2037F2-B6C1-4F81-8F7D-922FB25C9182}" destId="{065F4105-51BC-4480-8ACB-F7249396335C}" srcOrd="1" destOrd="0" presId="urn:microsoft.com/office/officeart/2008/layout/HorizontalMultiLevelHierarchy"/>
    <dgm:cxn modelId="{E8EA3DA1-7F0D-4401-AB35-E0427CB1CF8F}" type="presParOf" srcId="{065F4105-51BC-4480-8ACB-F7249396335C}" destId="{EE128AB3-CC79-48AB-B066-E0E579D8F5D7}" srcOrd="0" destOrd="0" presId="urn:microsoft.com/office/officeart/2008/layout/HorizontalMultiLevelHierarchy"/>
    <dgm:cxn modelId="{B36FF6DF-55D1-4929-8106-F2F5906D8F6F}" type="presParOf" srcId="{EE128AB3-CC79-48AB-B066-E0E579D8F5D7}" destId="{15EBFBA3-C53D-4E4D-A153-B0B0D15CFF85}" srcOrd="0" destOrd="0" presId="urn:microsoft.com/office/officeart/2008/layout/HorizontalMultiLevelHierarchy"/>
    <dgm:cxn modelId="{BD3AD0A1-B75D-4D6C-BE6C-013D7C89240D}" type="presParOf" srcId="{065F4105-51BC-4480-8ACB-F7249396335C}" destId="{7C672A0C-6305-4612-AB94-22F05B8C2D31}" srcOrd="1" destOrd="0" presId="urn:microsoft.com/office/officeart/2008/layout/HorizontalMultiLevelHierarchy"/>
    <dgm:cxn modelId="{3E7311BA-713B-4B32-8A35-78E0EE3ABAB9}" type="presParOf" srcId="{7C672A0C-6305-4612-AB94-22F05B8C2D31}" destId="{9DA2C625-5094-4773-B14F-43E72C8E12D9}" srcOrd="0" destOrd="0" presId="urn:microsoft.com/office/officeart/2008/layout/HorizontalMultiLevelHierarchy"/>
    <dgm:cxn modelId="{F85F9636-3766-4722-8973-1CE70648EF60}" type="presParOf" srcId="{7C672A0C-6305-4612-AB94-22F05B8C2D31}" destId="{87F029F5-16E2-4997-9FA5-285EDCEDFAB4}" srcOrd="1" destOrd="0" presId="urn:microsoft.com/office/officeart/2008/layout/HorizontalMultiLevelHierarchy"/>
    <dgm:cxn modelId="{AE608FAE-8791-4C10-AD71-A954379CB559}" type="presParOf" srcId="{7851BB8D-B290-4AA3-B13B-07323D3CBD2B}" destId="{B62983FA-3D6C-45D7-94A2-9D887662D36A}" srcOrd="8" destOrd="0" presId="urn:microsoft.com/office/officeart/2008/layout/HorizontalMultiLevelHierarchy"/>
    <dgm:cxn modelId="{9F8F57CD-72CD-40B7-90EC-C20CB48AB950}" type="presParOf" srcId="{B62983FA-3D6C-45D7-94A2-9D887662D36A}" destId="{2C909C06-FAB7-4C97-A2E9-0D5A20AA486D}" srcOrd="0" destOrd="0" presId="urn:microsoft.com/office/officeart/2008/layout/HorizontalMultiLevelHierarchy"/>
    <dgm:cxn modelId="{4C26EFBF-F1C4-4A61-8D09-48CBB5449B26}" type="presParOf" srcId="{7851BB8D-B290-4AA3-B13B-07323D3CBD2B}" destId="{27ECEE88-4F8B-4767-ADF2-4C7239FA81DD}" srcOrd="9" destOrd="0" presId="urn:microsoft.com/office/officeart/2008/layout/HorizontalMultiLevelHierarchy"/>
    <dgm:cxn modelId="{94CAE5E3-93FA-4540-8A3C-A531DF991552}" type="presParOf" srcId="{27ECEE88-4F8B-4767-ADF2-4C7239FA81DD}" destId="{3180A8D9-B878-4128-A802-77B02019DDF4}" srcOrd="0" destOrd="0" presId="urn:microsoft.com/office/officeart/2008/layout/HorizontalMultiLevelHierarchy"/>
    <dgm:cxn modelId="{AE2411D8-F0EA-4DC6-86F8-4A389FF4774B}" type="presParOf" srcId="{27ECEE88-4F8B-4767-ADF2-4C7239FA81DD}" destId="{EF497B08-1940-4D13-A616-202C387E883B}" srcOrd="1" destOrd="0" presId="urn:microsoft.com/office/officeart/2008/layout/HorizontalMultiLevelHierarchy"/>
    <dgm:cxn modelId="{4F4A831F-B176-424D-AE35-91C590FD7E78}" type="presParOf" srcId="{EF497B08-1940-4D13-A616-202C387E883B}" destId="{D7370674-F7C7-4EDD-92FE-6CBEF7361D9D}" srcOrd="0" destOrd="0" presId="urn:microsoft.com/office/officeart/2008/layout/HorizontalMultiLevelHierarchy"/>
    <dgm:cxn modelId="{615557D2-897A-4562-9ECB-391DCFC523EE}" type="presParOf" srcId="{D7370674-F7C7-4EDD-92FE-6CBEF7361D9D}" destId="{55BF8C6F-B2B6-4E05-9F94-6C7742432020}" srcOrd="0" destOrd="0" presId="urn:microsoft.com/office/officeart/2008/layout/HorizontalMultiLevelHierarchy"/>
    <dgm:cxn modelId="{F469CDD6-2167-40D3-98FF-0A5484EEFD64}" type="presParOf" srcId="{EF497B08-1940-4D13-A616-202C387E883B}" destId="{EE9A6A34-4DC5-4C6B-9E72-DF466CDD6AB0}" srcOrd="1" destOrd="0" presId="urn:microsoft.com/office/officeart/2008/layout/HorizontalMultiLevelHierarchy"/>
    <dgm:cxn modelId="{0C949F3C-048A-43D2-9133-A7BEA40C8D84}" type="presParOf" srcId="{EE9A6A34-4DC5-4C6B-9E72-DF466CDD6AB0}" destId="{BEA15642-DD30-458E-95CE-8E1ECA7C3616}" srcOrd="0" destOrd="0" presId="urn:microsoft.com/office/officeart/2008/layout/HorizontalMultiLevelHierarchy"/>
    <dgm:cxn modelId="{D7ADC1A2-0690-4F2A-9175-3EBB98CC9141}" type="presParOf" srcId="{EE9A6A34-4DC5-4C6B-9E72-DF466CDD6AB0}" destId="{9BCAA62B-5CB8-4778-ADA8-12236FEA5079}" srcOrd="1" destOrd="0" presId="urn:microsoft.com/office/officeart/2008/layout/HorizontalMultiLevelHierarchy"/>
    <dgm:cxn modelId="{96935A11-E752-4EA3-B101-7BEDFA9F84EE}" type="presParOf" srcId="{9BCAA62B-5CB8-4778-ADA8-12236FEA5079}" destId="{2E7ECDDF-E2F2-4272-B0C9-894805504941}" srcOrd="0" destOrd="0" presId="urn:microsoft.com/office/officeart/2008/layout/HorizontalMultiLevelHierarchy"/>
    <dgm:cxn modelId="{4192FBDD-3EA7-463D-889F-064AAD86560B}" type="presParOf" srcId="{2E7ECDDF-E2F2-4272-B0C9-894805504941}" destId="{90DE2E3B-D741-472D-9E74-5AC30BE9BCF9}" srcOrd="0" destOrd="0" presId="urn:microsoft.com/office/officeart/2008/layout/HorizontalMultiLevelHierarchy"/>
    <dgm:cxn modelId="{BCD4488A-2BCC-497B-82F9-6E431C98A822}" type="presParOf" srcId="{9BCAA62B-5CB8-4778-ADA8-12236FEA5079}" destId="{9BD0A2B5-6782-4067-93FF-9E497F8F936A}" srcOrd="1" destOrd="0" presId="urn:microsoft.com/office/officeart/2008/layout/HorizontalMultiLevelHierarchy"/>
    <dgm:cxn modelId="{A925A102-0307-4B3A-8EF3-B5FBE77E755B}" type="presParOf" srcId="{9BD0A2B5-6782-4067-93FF-9E497F8F936A}" destId="{0514FC3D-EC5F-4B0A-99D4-21603BAF79F9}" srcOrd="0" destOrd="0" presId="urn:microsoft.com/office/officeart/2008/layout/HorizontalMultiLevelHierarchy"/>
    <dgm:cxn modelId="{98284EB0-41C3-4194-B1C6-97F92602EA0F}" type="presParOf" srcId="{9BD0A2B5-6782-4067-93FF-9E497F8F936A}" destId="{FF738151-ADC8-4716-9AD3-3FDC67195FE5}" srcOrd="1" destOrd="0" presId="urn:microsoft.com/office/officeart/2008/layout/HorizontalMultiLevelHierarchy"/>
    <dgm:cxn modelId="{61D7FFA8-4E74-44FF-80FF-1B8EF60299BC}" type="presParOf" srcId="{7851BB8D-B290-4AA3-B13B-07323D3CBD2B}" destId="{F6F0EE1C-D751-4410-9BAD-2BED92F971C8}" srcOrd="10" destOrd="0" presId="urn:microsoft.com/office/officeart/2008/layout/HorizontalMultiLevelHierarchy"/>
    <dgm:cxn modelId="{F3B0C6F1-D696-4070-BE29-4D58300DD9C7}" type="presParOf" srcId="{F6F0EE1C-D751-4410-9BAD-2BED92F971C8}" destId="{EA433531-B9B7-45D4-BF01-1C393D39F848}" srcOrd="0" destOrd="0" presId="urn:microsoft.com/office/officeart/2008/layout/HorizontalMultiLevelHierarchy"/>
    <dgm:cxn modelId="{5DFC603F-258C-4093-829F-A960232D7701}" type="presParOf" srcId="{7851BB8D-B290-4AA3-B13B-07323D3CBD2B}" destId="{9FDFCBF0-DE8C-4351-86F3-3544E2946F4C}" srcOrd="11" destOrd="0" presId="urn:microsoft.com/office/officeart/2008/layout/HorizontalMultiLevelHierarchy"/>
    <dgm:cxn modelId="{EEBFD5D0-A372-4C18-A552-B09263E9C853}" type="presParOf" srcId="{9FDFCBF0-DE8C-4351-86F3-3544E2946F4C}" destId="{F5B22672-2B8C-4195-BAA5-AF884AD22B6D}" srcOrd="0" destOrd="0" presId="urn:microsoft.com/office/officeart/2008/layout/HorizontalMultiLevelHierarchy"/>
    <dgm:cxn modelId="{3F5BF5D5-ABE4-4FBD-A49D-77CE8F4FC3AA}" type="presParOf" srcId="{9FDFCBF0-DE8C-4351-86F3-3544E2946F4C}" destId="{B1A6981A-1F2D-4B85-BF22-85D99B9AC344}" srcOrd="1" destOrd="0" presId="urn:microsoft.com/office/officeart/2008/layout/HorizontalMultiLevelHierarchy"/>
    <dgm:cxn modelId="{ADEDCC0F-C809-47C2-9BFC-6733793A2BE4}" type="presParOf" srcId="{B1A6981A-1F2D-4B85-BF22-85D99B9AC344}" destId="{D8C15085-A8D2-4664-91C2-EE4CEEBA66FC}" srcOrd="0" destOrd="0" presId="urn:microsoft.com/office/officeart/2008/layout/HorizontalMultiLevelHierarchy"/>
    <dgm:cxn modelId="{69DA6499-1920-4CFB-8ED1-95F3516D898E}" type="presParOf" srcId="{D8C15085-A8D2-4664-91C2-EE4CEEBA66FC}" destId="{54D2DAFD-A280-4958-90C7-5AB5B98C3794}" srcOrd="0" destOrd="0" presId="urn:microsoft.com/office/officeart/2008/layout/HorizontalMultiLevelHierarchy"/>
    <dgm:cxn modelId="{5EDE7CBE-A6F2-4524-9D87-1F997ED3ED9E}" type="presParOf" srcId="{B1A6981A-1F2D-4B85-BF22-85D99B9AC344}" destId="{4727353D-9C49-4E22-9F84-C20BFC68C1E7}" srcOrd="1" destOrd="0" presId="urn:microsoft.com/office/officeart/2008/layout/HorizontalMultiLevelHierarchy"/>
    <dgm:cxn modelId="{28F8BD9A-783A-4DDC-9240-713D6DE2DAA5}" type="presParOf" srcId="{4727353D-9C49-4E22-9F84-C20BFC68C1E7}" destId="{BD4D0B0D-4AAE-476D-BB4D-71B1F01CD83D}" srcOrd="0" destOrd="0" presId="urn:microsoft.com/office/officeart/2008/layout/HorizontalMultiLevelHierarchy"/>
    <dgm:cxn modelId="{DB6E6123-02FA-4B86-A702-6AD7A56F9EDB}" type="presParOf" srcId="{4727353D-9C49-4E22-9F84-C20BFC68C1E7}" destId="{08F22A09-6534-46AA-A402-D41948480B7C}" srcOrd="1" destOrd="0" presId="urn:microsoft.com/office/officeart/2008/layout/HorizontalMultiLevelHierarchy"/>
    <dgm:cxn modelId="{F87FED79-C33D-4131-A403-2081ED315EF6}" type="presParOf" srcId="{08F22A09-6534-46AA-A402-D41948480B7C}" destId="{922C89F9-F316-4AF5-B9AE-B3397E26A7D5}" srcOrd="0" destOrd="0" presId="urn:microsoft.com/office/officeart/2008/layout/HorizontalMultiLevelHierarchy"/>
    <dgm:cxn modelId="{D9483D64-266F-4D27-B5BE-B863AA8EC860}" type="presParOf" srcId="{922C89F9-F316-4AF5-B9AE-B3397E26A7D5}" destId="{F3B556EB-A89B-4DF0-A447-758527187354}" srcOrd="0" destOrd="0" presId="urn:microsoft.com/office/officeart/2008/layout/HorizontalMultiLevelHierarchy"/>
    <dgm:cxn modelId="{FAB262F4-FE9B-4B52-ACE9-203BE7BA8F35}" type="presParOf" srcId="{08F22A09-6534-46AA-A402-D41948480B7C}" destId="{B6BB3BB6-8531-4CEC-A509-44EF5C2656C2}" srcOrd="1" destOrd="0" presId="urn:microsoft.com/office/officeart/2008/layout/HorizontalMultiLevelHierarchy"/>
    <dgm:cxn modelId="{4A7BA688-AEBD-4D1B-934C-FA2576CEEBB1}" type="presParOf" srcId="{B6BB3BB6-8531-4CEC-A509-44EF5C2656C2}" destId="{33DF16DB-24C8-4205-B786-336256776B55}" srcOrd="0" destOrd="0" presId="urn:microsoft.com/office/officeart/2008/layout/HorizontalMultiLevelHierarchy"/>
    <dgm:cxn modelId="{B5B21104-8BC9-4F4E-9ADA-E30E3C57319F}" type="presParOf" srcId="{B6BB3BB6-8531-4CEC-A509-44EF5C2656C2}" destId="{91959B6A-3538-46C8-811D-93375E72DF71}"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F9D74E2-70F1-4A71-8B3E-01651C904A5A}"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s-MX"/>
        </a:p>
      </dgm:t>
    </dgm:pt>
    <dgm:pt modelId="{0E09F322-77C6-4297-B631-68345DC484B4}">
      <dgm:prSet phldrT="[Text]"/>
      <dgm:spPr>
        <a:solidFill>
          <a:srgbClr val="FF0000">
            <a:alpha val="90000"/>
          </a:srgbClr>
        </a:solidFill>
      </dgm:spPr>
      <dgm:t>
        <a:bodyPr/>
        <a:lstStyle/>
        <a:p>
          <a:r>
            <a:rPr lang="es-MX" dirty="0">
              <a:solidFill>
                <a:schemeClr val="bg1"/>
              </a:solidFill>
            </a:rPr>
            <a:t>Ajuste Anual por Inflación Acumulable</a:t>
          </a:r>
        </a:p>
      </dgm:t>
    </dgm:pt>
    <dgm:pt modelId="{41A5CDC6-9AFF-489A-A8D0-2006FF13BF79}" type="parTrans" cxnId="{0927CCEF-82E3-4E57-B404-EEF32B18E65C}">
      <dgm:prSet/>
      <dgm:spPr/>
      <dgm:t>
        <a:bodyPr/>
        <a:lstStyle/>
        <a:p>
          <a:endParaRPr lang="es-MX"/>
        </a:p>
      </dgm:t>
    </dgm:pt>
    <dgm:pt modelId="{8FB9F74F-8905-4D58-8071-FDAAC3B4F65D}" type="sibTrans" cxnId="{0927CCEF-82E3-4E57-B404-EEF32B18E65C}">
      <dgm:prSet/>
      <dgm:spPr/>
      <dgm:t>
        <a:bodyPr/>
        <a:lstStyle/>
        <a:p>
          <a:endParaRPr lang="es-MX"/>
        </a:p>
      </dgm:t>
    </dgm:pt>
    <dgm:pt modelId="{C870E654-640C-44AD-865F-2C767C7897F0}">
      <dgm:prSet phldrT="[Text]"/>
      <dgm:spPr>
        <a:solidFill>
          <a:srgbClr val="92D050"/>
        </a:solidFill>
      </dgm:spPr>
      <dgm:t>
        <a:bodyPr/>
        <a:lstStyle/>
        <a:p>
          <a:r>
            <a:rPr lang="es-MX" dirty="0"/>
            <a:t>Créditos</a:t>
          </a:r>
        </a:p>
      </dgm:t>
    </dgm:pt>
    <dgm:pt modelId="{2C082223-5B3A-451E-A118-A093DF1D1697}" type="parTrans" cxnId="{3E7BAB95-B450-41BE-BFCF-8926A9DEF8E1}">
      <dgm:prSet/>
      <dgm:spPr/>
      <dgm:t>
        <a:bodyPr/>
        <a:lstStyle/>
        <a:p>
          <a:endParaRPr lang="es-MX"/>
        </a:p>
      </dgm:t>
    </dgm:pt>
    <dgm:pt modelId="{7629D6CF-FA24-41DE-83C4-56CB5C34456C}" type="sibTrans" cxnId="{3E7BAB95-B450-41BE-BFCF-8926A9DEF8E1}">
      <dgm:prSet/>
      <dgm:spPr/>
      <dgm:t>
        <a:bodyPr/>
        <a:lstStyle/>
        <a:p>
          <a:endParaRPr lang="es-MX"/>
        </a:p>
      </dgm:t>
    </dgm:pt>
    <dgm:pt modelId="{33385C9D-D1C4-49E7-9615-80681659917C}">
      <dgm:prSet phldrT="[Text]"/>
      <dgm:spPr>
        <a:solidFill>
          <a:srgbClr val="FF0000"/>
        </a:solidFill>
      </dgm:spPr>
      <dgm:t>
        <a:bodyPr/>
        <a:lstStyle/>
        <a:p>
          <a:r>
            <a:rPr lang="es-MX" dirty="0"/>
            <a:t>Deudas</a:t>
          </a:r>
        </a:p>
      </dgm:t>
    </dgm:pt>
    <dgm:pt modelId="{19CBE84E-7F49-4EA8-B4AD-3FA276AB7D54}" type="parTrans" cxnId="{3C411434-F5FE-4389-A434-D89DB149D970}">
      <dgm:prSet/>
      <dgm:spPr/>
      <dgm:t>
        <a:bodyPr/>
        <a:lstStyle/>
        <a:p>
          <a:endParaRPr lang="es-MX"/>
        </a:p>
      </dgm:t>
    </dgm:pt>
    <dgm:pt modelId="{C61549DC-F82C-4557-850A-F8CAF80B0B5C}" type="sibTrans" cxnId="{3C411434-F5FE-4389-A434-D89DB149D970}">
      <dgm:prSet/>
      <dgm:spPr/>
      <dgm:t>
        <a:bodyPr/>
        <a:lstStyle/>
        <a:p>
          <a:endParaRPr lang="es-MX"/>
        </a:p>
      </dgm:t>
    </dgm:pt>
    <dgm:pt modelId="{C01136E9-5413-48C3-BF25-413437AF2BF7}">
      <dgm:prSet phldrT="[Text]"/>
      <dgm:spPr>
        <a:solidFill>
          <a:srgbClr val="FF0000"/>
        </a:solidFill>
      </dgm:spPr>
      <dgm:t>
        <a:bodyPr/>
        <a:lstStyle/>
        <a:p>
          <a:r>
            <a:rPr lang="es-MX" dirty="0"/>
            <a:t>Deudas</a:t>
          </a:r>
        </a:p>
      </dgm:t>
    </dgm:pt>
    <dgm:pt modelId="{E75F7CC4-11D6-42BA-92BF-B306C47E5055}" type="sibTrans" cxnId="{47355A48-D532-493D-B1A0-BCB4DC673259}">
      <dgm:prSet/>
      <dgm:spPr/>
      <dgm:t>
        <a:bodyPr/>
        <a:lstStyle/>
        <a:p>
          <a:endParaRPr lang="es-MX"/>
        </a:p>
      </dgm:t>
    </dgm:pt>
    <dgm:pt modelId="{89C558D1-D340-4903-A9FF-20EF28C8EB22}" type="parTrans" cxnId="{47355A48-D532-493D-B1A0-BCB4DC673259}">
      <dgm:prSet/>
      <dgm:spPr/>
      <dgm:t>
        <a:bodyPr/>
        <a:lstStyle/>
        <a:p>
          <a:endParaRPr lang="es-MX"/>
        </a:p>
      </dgm:t>
    </dgm:pt>
    <dgm:pt modelId="{CBBC7286-48AD-493F-9762-101DF4F85AB7}">
      <dgm:prSet phldrT="[Text]"/>
      <dgm:spPr>
        <a:solidFill>
          <a:schemeClr val="bg1">
            <a:alpha val="90000"/>
          </a:schemeClr>
        </a:solidFill>
        <a:ln>
          <a:solidFill>
            <a:schemeClr val="bg1">
              <a:alpha val="90000"/>
            </a:schemeClr>
          </a:solidFill>
        </a:ln>
      </dgm:spPr>
      <dgm:t>
        <a:bodyPr/>
        <a:lstStyle/>
        <a:p>
          <a:endParaRPr lang="es-MX" dirty="0"/>
        </a:p>
      </dgm:t>
    </dgm:pt>
    <dgm:pt modelId="{71A65ADE-A8AE-4726-8539-B7F1E0342B75}" type="sibTrans" cxnId="{CCAD9491-4061-4D38-8953-120BF1588691}">
      <dgm:prSet/>
      <dgm:spPr/>
      <dgm:t>
        <a:bodyPr/>
        <a:lstStyle/>
        <a:p>
          <a:endParaRPr lang="es-MX"/>
        </a:p>
      </dgm:t>
    </dgm:pt>
    <dgm:pt modelId="{CDC9A099-A9BE-4AC2-BC4E-49BABC6E8A4D}" type="parTrans" cxnId="{CCAD9491-4061-4D38-8953-120BF1588691}">
      <dgm:prSet/>
      <dgm:spPr/>
      <dgm:t>
        <a:bodyPr/>
        <a:lstStyle/>
        <a:p>
          <a:endParaRPr lang="es-MX"/>
        </a:p>
      </dgm:t>
    </dgm:pt>
    <dgm:pt modelId="{317BC7E1-15D4-4635-8AF8-A6CC5FDFC188}" type="pres">
      <dgm:prSet presAssocID="{BF9D74E2-70F1-4A71-8B3E-01651C904A5A}" presName="outerComposite" presStyleCnt="0">
        <dgm:presLayoutVars>
          <dgm:chMax val="2"/>
          <dgm:animLvl val="lvl"/>
          <dgm:resizeHandles val="exact"/>
        </dgm:presLayoutVars>
      </dgm:prSet>
      <dgm:spPr/>
    </dgm:pt>
    <dgm:pt modelId="{5742EA5C-5974-48E0-AE63-7DA0FE6A9108}" type="pres">
      <dgm:prSet presAssocID="{BF9D74E2-70F1-4A71-8B3E-01651C904A5A}" presName="dummyMaxCanvas" presStyleCnt="0"/>
      <dgm:spPr/>
    </dgm:pt>
    <dgm:pt modelId="{22E06556-89FF-41BB-B588-22FAA2A8A217}" type="pres">
      <dgm:prSet presAssocID="{BF9D74E2-70F1-4A71-8B3E-01651C904A5A}" presName="parentComposite" presStyleCnt="0"/>
      <dgm:spPr/>
    </dgm:pt>
    <dgm:pt modelId="{46E37EEF-CA25-4E0C-9531-305B78D59143}" type="pres">
      <dgm:prSet presAssocID="{BF9D74E2-70F1-4A71-8B3E-01651C904A5A}" presName="parent1" presStyleLbl="alignAccFollowNode1" presStyleIdx="0" presStyleCnt="4" custScaleX="348878">
        <dgm:presLayoutVars>
          <dgm:chMax val="4"/>
        </dgm:presLayoutVars>
      </dgm:prSet>
      <dgm:spPr/>
    </dgm:pt>
    <dgm:pt modelId="{9690D0C9-4D6A-4FE5-84EA-7B6721775E1C}" type="pres">
      <dgm:prSet presAssocID="{BF9D74E2-70F1-4A71-8B3E-01651C904A5A}" presName="parent2" presStyleLbl="alignAccFollowNode1" presStyleIdx="1" presStyleCnt="4" custFlipHor="1" custScaleX="2919" custLinFactX="200000" custLinFactY="115680" custLinFactNeighborX="267661" custLinFactNeighborY="200000">
        <dgm:presLayoutVars>
          <dgm:chMax val="4"/>
        </dgm:presLayoutVars>
      </dgm:prSet>
      <dgm:spPr/>
    </dgm:pt>
    <dgm:pt modelId="{1C7F611C-68A0-408B-8867-C7DD54411117}" type="pres">
      <dgm:prSet presAssocID="{BF9D74E2-70F1-4A71-8B3E-01651C904A5A}" presName="childrenComposite" presStyleCnt="0"/>
      <dgm:spPr/>
    </dgm:pt>
    <dgm:pt modelId="{58C1A139-C0F4-441B-B2A5-AD2DE747DB5F}" type="pres">
      <dgm:prSet presAssocID="{BF9D74E2-70F1-4A71-8B3E-01651C904A5A}" presName="dummyMaxCanvas_ChildArea" presStyleCnt="0"/>
      <dgm:spPr/>
    </dgm:pt>
    <dgm:pt modelId="{ED5DEB2B-4971-436C-9B8B-759F62F1140C}" type="pres">
      <dgm:prSet presAssocID="{BF9D74E2-70F1-4A71-8B3E-01651C904A5A}" presName="fulcrum" presStyleLbl="alignAccFollowNode1" presStyleIdx="2" presStyleCnt="4"/>
      <dgm:spPr/>
    </dgm:pt>
    <dgm:pt modelId="{EC1697D4-CE39-498D-A376-D586A222FE12}" type="pres">
      <dgm:prSet presAssocID="{BF9D74E2-70F1-4A71-8B3E-01651C904A5A}" presName="balance_12" presStyleLbl="alignAccFollowNode1" presStyleIdx="3" presStyleCnt="4">
        <dgm:presLayoutVars>
          <dgm:bulletEnabled val="1"/>
        </dgm:presLayoutVars>
      </dgm:prSet>
      <dgm:spPr/>
    </dgm:pt>
    <dgm:pt modelId="{18A3CBAA-6B30-45D2-AF15-22AAA4229399}" type="pres">
      <dgm:prSet presAssocID="{BF9D74E2-70F1-4A71-8B3E-01651C904A5A}" presName="right_12_1" presStyleLbl="node1" presStyleIdx="0" presStyleCnt="3">
        <dgm:presLayoutVars>
          <dgm:bulletEnabled val="1"/>
        </dgm:presLayoutVars>
      </dgm:prSet>
      <dgm:spPr/>
    </dgm:pt>
    <dgm:pt modelId="{9393CDFB-DFA2-46C6-AFBB-B3E3A319FB9E}" type="pres">
      <dgm:prSet presAssocID="{BF9D74E2-70F1-4A71-8B3E-01651C904A5A}" presName="right_12_2" presStyleLbl="node1" presStyleIdx="1" presStyleCnt="3">
        <dgm:presLayoutVars>
          <dgm:bulletEnabled val="1"/>
        </dgm:presLayoutVars>
      </dgm:prSet>
      <dgm:spPr/>
    </dgm:pt>
    <dgm:pt modelId="{741E1391-E7D9-4A34-BDCE-75C73E55C09D}" type="pres">
      <dgm:prSet presAssocID="{BF9D74E2-70F1-4A71-8B3E-01651C904A5A}" presName="left_12_1" presStyleLbl="node1" presStyleIdx="2" presStyleCnt="3">
        <dgm:presLayoutVars>
          <dgm:bulletEnabled val="1"/>
        </dgm:presLayoutVars>
      </dgm:prSet>
      <dgm:spPr/>
    </dgm:pt>
  </dgm:ptLst>
  <dgm:cxnLst>
    <dgm:cxn modelId="{F2185F11-C900-8949-8BE4-412E212DF77A}" type="presOf" srcId="{C870E654-640C-44AD-865F-2C767C7897F0}" destId="{741E1391-E7D9-4A34-BDCE-75C73E55C09D}" srcOrd="0" destOrd="0" presId="urn:microsoft.com/office/officeart/2005/8/layout/balance1"/>
    <dgm:cxn modelId="{1531E711-B341-1742-8A39-87030532AA9D}" type="presOf" srcId="{BF9D74E2-70F1-4A71-8B3E-01651C904A5A}" destId="{317BC7E1-15D4-4635-8AF8-A6CC5FDFC188}" srcOrd="0" destOrd="0" presId="urn:microsoft.com/office/officeart/2005/8/layout/balance1"/>
    <dgm:cxn modelId="{4B4B7419-960C-504D-B3D4-AAD69A8EAE46}" type="presOf" srcId="{33385C9D-D1C4-49E7-9615-80681659917C}" destId="{18A3CBAA-6B30-45D2-AF15-22AAA4229399}" srcOrd="0" destOrd="0" presId="urn:microsoft.com/office/officeart/2005/8/layout/balance1"/>
    <dgm:cxn modelId="{3C411434-F5FE-4389-A434-D89DB149D970}" srcId="{CBBC7286-48AD-493F-9762-101DF4F85AB7}" destId="{33385C9D-D1C4-49E7-9615-80681659917C}" srcOrd="0" destOrd="0" parTransId="{19CBE84E-7F49-4EA8-B4AD-3FA276AB7D54}" sibTransId="{C61549DC-F82C-4557-850A-F8CAF80B0B5C}"/>
    <dgm:cxn modelId="{47355A48-D532-493D-B1A0-BCB4DC673259}" srcId="{CBBC7286-48AD-493F-9762-101DF4F85AB7}" destId="{C01136E9-5413-48C3-BF25-413437AF2BF7}" srcOrd="1" destOrd="0" parTransId="{89C558D1-D340-4903-A9FF-20EF28C8EB22}" sibTransId="{E75F7CC4-11D6-42BA-92BF-B306C47E5055}"/>
    <dgm:cxn modelId="{CCAD9491-4061-4D38-8953-120BF1588691}" srcId="{BF9D74E2-70F1-4A71-8B3E-01651C904A5A}" destId="{CBBC7286-48AD-493F-9762-101DF4F85AB7}" srcOrd="1" destOrd="0" parTransId="{CDC9A099-A9BE-4AC2-BC4E-49BABC6E8A4D}" sibTransId="{71A65ADE-A8AE-4726-8539-B7F1E0342B75}"/>
    <dgm:cxn modelId="{3E7BAB95-B450-41BE-BFCF-8926A9DEF8E1}" srcId="{0E09F322-77C6-4297-B631-68345DC484B4}" destId="{C870E654-640C-44AD-865F-2C767C7897F0}" srcOrd="0" destOrd="0" parTransId="{2C082223-5B3A-451E-A118-A093DF1D1697}" sibTransId="{7629D6CF-FA24-41DE-83C4-56CB5C34456C}"/>
    <dgm:cxn modelId="{9D97009B-F3AF-EC45-9858-9A764B648B1A}" type="presOf" srcId="{C01136E9-5413-48C3-BF25-413437AF2BF7}" destId="{9393CDFB-DFA2-46C6-AFBB-B3E3A319FB9E}" srcOrd="0" destOrd="0" presId="urn:microsoft.com/office/officeart/2005/8/layout/balance1"/>
    <dgm:cxn modelId="{D1B52FD1-6782-A748-8F97-20DA23E09D7F}" type="presOf" srcId="{CBBC7286-48AD-493F-9762-101DF4F85AB7}" destId="{9690D0C9-4D6A-4FE5-84EA-7B6721775E1C}" srcOrd="0" destOrd="0" presId="urn:microsoft.com/office/officeart/2005/8/layout/balance1"/>
    <dgm:cxn modelId="{D63711DC-7557-0D4B-A4D2-041D38DBB6D0}" type="presOf" srcId="{0E09F322-77C6-4297-B631-68345DC484B4}" destId="{46E37EEF-CA25-4E0C-9531-305B78D59143}" srcOrd="0" destOrd="0" presId="urn:microsoft.com/office/officeart/2005/8/layout/balance1"/>
    <dgm:cxn modelId="{0927CCEF-82E3-4E57-B404-EEF32B18E65C}" srcId="{BF9D74E2-70F1-4A71-8B3E-01651C904A5A}" destId="{0E09F322-77C6-4297-B631-68345DC484B4}" srcOrd="0" destOrd="0" parTransId="{41A5CDC6-9AFF-489A-A8D0-2006FF13BF79}" sibTransId="{8FB9F74F-8905-4D58-8071-FDAAC3B4F65D}"/>
    <dgm:cxn modelId="{3D0002DC-9B4C-6C48-BF03-4EEEFDD46B97}" type="presParOf" srcId="{317BC7E1-15D4-4635-8AF8-A6CC5FDFC188}" destId="{5742EA5C-5974-48E0-AE63-7DA0FE6A9108}" srcOrd="0" destOrd="0" presId="urn:microsoft.com/office/officeart/2005/8/layout/balance1"/>
    <dgm:cxn modelId="{E7AE544F-C80B-784E-92BE-83AAE66C6ED4}" type="presParOf" srcId="{317BC7E1-15D4-4635-8AF8-A6CC5FDFC188}" destId="{22E06556-89FF-41BB-B588-22FAA2A8A217}" srcOrd="1" destOrd="0" presId="urn:microsoft.com/office/officeart/2005/8/layout/balance1"/>
    <dgm:cxn modelId="{D6FA8B9B-59DE-7248-9304-6C6AB0B59FA7}" type="presParOf" srcId="{22E06556-89FF-41BB-B588-22FAA2A8A217}" destId="{46E37EEF-CA25-4E0C-9531-305B78D59143}" srcOrd="0" destOrd="0" presId="urn:microsoft.com/office/officeart/2005/8/layout/balance1"/>
    <dgm:cxn modelId="{20ED4133-0387-4944-B06F-4A56225E1631}" type="presParOf" srcId="{22E06556-89FF-41BB-B588-22FAA2A8A217}" destId="{9690D0C9-4D6A-4FE5-84EA-7B6721775E1C}" srcOrd="1" destOrd="0" presId="urn:microsoft.com/office/officeart/2005/8/layout/balance1"/>
    <dgm:cxn modelId="{8D9889F9-E4DF-3B44-BDE8-CA0A4FB17CBE}" type="presParOf" srcId="{317BC7E1-15D4-4635-8AF8-A6CC5FDFC188}" destId="{1C7F611C-68A0-408B-8867-C7DD54411117}" srcOrd="2" destOrd="0" presId="urn:microsoft.com/office/officeart/2005/8/layout/balance1"/>
    <dgm:cxn modelId="{B4A836DC-AC9D-4849-9D3C-9068E34D03ED}" type="presParOf" srcId="{1C7F611C-68A0-408B-8867-C7DD54411117}" destId="{58C1A139-C0F4-441B-B2A5-AD2DE747DB5F}" srcOrd="0" destOrd="0" presId="urn:microsoft.com/office/officeart/2005/8/layout/balance1"/>
    <dgm:cxn modelId="{DDBA4572-37D6-AF48-81EA-D3F03028BF7A}" type="presParOf" srcId="{1C7F611C-68A0-408B-8867-C7DD54411117}" destId="{ED5DEB2B-4971-436C-9B8B-759F62F1140C}" srcOrd="1" destOrd="0" presId="urn:microsoft.com/office/officeart/2005/8/layout/balance1"/>
    <dgm:cxn modelId="{06231245-1C18-6947-A5EF-BC794462B6B5}" type="presParOf" srcId="{1C7F611C-68A0-408B-8867-C7DD54411117}" destId="{EC1697D4-CE39-498D-A376-D586A222FE12}" srcOrd="2" destOrd="0" presId="urn:microsoft.com/office/officeart/2005/8/layout/balance1"/>
    <dgm:cxn modelId="{0874B301-6FC6-AE44-9B03-1CC13875653B}" type="presParOf" srcId="{1C7F611C-68A0-408B-8867-C7DD54411117}" destId="{18A3CBAA-6B30-45D2-AF15-22AAA4229399}" srcOrd="3" destOrd="0" presId="urn:microsoft.com/office/officeart/2005/8/layout/balance1"/>
    <dgm:cxn modelId="{5B22BB45-8147-974B-A144-926664ACEB87}" type="presParOf" srcId="{1C7F611C-68A0-408B-8867-C7DD54411117}" destId="{9393CDFB-DFA2-46C6-AFBB-B3E3A319FB9E}" srcOrd="4" destOrd="0" presId="urn:microsoft.com/office/officeart/2005/8/layout/balance1"/>
    <dgm:cxn modelId="{9B99D7AF-B94B-104F-8079-DC0DEA42DD45}" type="presParOf" srcId="{1C7F611C-68A0-408B-8867-C7DD54411117}" destId="{741E1391-E7D9-4A34-BDCE-75C73E55C09D}" srcOrd="5"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815D115-63BE-41F3-AB90-A7BCEA876E7C}"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s-MX"/>
        </a:p>
      </dgm:t>
    </dgm:pt>
    <dgm:pt modelId="{E0A3AD46-87DB-4189-906D-415B59BC9F73}">
      <dgm:prSet phldrT="[Text]"/>
      <dgm:spPr>
        <a:solidFill>
          <a:srgbClr val="92D050">
            <a:alpha val="90000"/>
          </a:srgbClr>
        </a:solidFill>
      </dgm:spPr>
      <dgm:t>
        <a:bodyPr/>
        <a:lstStyle/>
        <a:p>
          <a:r>
            <a:rPr lang="es-MX" dirty="0">
              <a:solidFill>
                <a:schemeClr val="bg1"/>
              </a:solidFill>
            </a:rPr>
            <a:t>Ajuste Anual por Inflación Deducible</a:t>
          </a:r>
        </a:p>
      </dgm:t>
    </dgm:pt>
    <dgm:pt modelId="{0E3A0692-D795-42F8-810C-8AE8EB2B6F1F}" type="parTrans" cxnId="{D7A7B2CD-B468-410A-9AA3-176488497663}">
      <dgm:prSet/>
      <dgm:spPr/>
      <dgm:t>
        <a:bodyPr/>
        <a:lstStyle/>
        <a:p>
          <a:endParaRPr lang="es-MX"/>
        </a:p>
      </dgm:t>
    </dgm:pt>
    <dgm:pt modelId="{1D9D3231-7E0F-4C37-AC65-AB4DEE2F3F38}" type="sibTrans" cxnId="{D7A7B2CD-B468-410A-9AA3-176488497663}">
      <dgm:prSet/>
      <dgm:spPr/>
      <dgm:t>
        <a:bodyPr/>
        <a:lstStyle/>
        <a:p>
          <a:endParaRPr lang="es-MX"/>
        </a:p>
      </dgm:t>
    </dgm:pt>
    <dgm:pt modelId="{2EEBED42-AD20-4A61-85C3-BED54BB7C3DB}">
      <dgm:prSet phldrT="[Text]"/>
      <dgm:spPr>
        <a:solidFill>
          <a:srgbClr val="92D050"/>
        </a:solidFill>
      </dgm:spPr>
      <dgm:t>
        <a:bodyPr/>
        <a:lstStyle/>
        <a:p>
          <a:r>
            <a:rPr lang="es-MX" dirty="0"/>
            <a:t>Créditos</a:t>
          </a:r>
        </a:p>
      </dgm:t>
    </dgm:pt>
    <dgm:pt modelId="{ECE88AB1-F586-4935-B6C8-B60DB5728F89}" type="parTrans" cxnId="{930C58BC-E03D-4316-B5D8-5D5D8938AC84}">
      <dgm:prSet/>
      <dgm:spPr/>
      <dgm:t>
        <a:bodyPr/>
        <a:lstStyle/>
        <a:p>
          <a:endParaRPr lang="es-MX"/>
        </a:p>
      </dgm:t>
    </dgm:pt>
    <dgm:pt modelId="{ABEE5C9E-FFE5-4593-832A-68935C9A0F5C}" type="sibTrans" cxnId="{930C58BC-E03D-4316-B5D8-5D5D8938AC84}">
      <dgm:prSet/>
      <dgm:spPr/>
      <dgm:t>
        <a:bodyPr/>
        <a:lstStyle/>
        <a:p>
          <a:endParaRPr lang="es-MX"/>
        </a:p>
      </dgm:t>
    </dgm:pt>
    <dgm:pt modelId="{468600BA-EBBC-4D29-8045-E487151363D2}">
      <dgm:prSet phldrT="[Text]"/>
      <dgm:spPr>
        <a:solidFill>
          <a:schemeClr val="bg1">
            <a:alpha val="90000"/>
          </a:schemeClr>
        </a:solidFill>
        <a:ln>
          <a:solidFill>
            <a:schemeClr val="bg1">
              <a:alpha val="90000"/>
            </a:schemeClr>
          </a:solidFill>
        </a:ln>
      </dgm:spPr>
      <dgm:t>
        <a:bodyPr/>
        <a:lstStyle/>
        <a:p>
          <a:endParaRPr lang="es-MX" dirty="0"/>
        </a:p>
      </dgm:t>
    </dgm:pt>
    <dgm:pt modelId="{AE95B074-3943-44E5-993E-9C002848D61F}" type="parTrans" cxnId="{BB0AC3BB-8A0C-4D70-9F80-DE0B600A2987}">
      <dgm:prSet/>
      <dgm:spPr/>
      <dgm:t>
        <a:bodyPr/>
        <a:lstStyle/>
        <a:p>
          <a:endParaRPr lang="es-MX"/>
        </a:p>
      </dgm:t>
    </dgm:pt>
    <dgm:pt modelId="{F8D09F6C-1FF2-4DCA-85A7-F2FD2DDB832F}" type="sibTrans" cxnId="{BB0AC3BB-8A0C-4D70-9F80-DE0B600A2987}">
      <dgm:prSet/>
      <dgm:spPr/>
      <dgm:t>
        <a:bodyPr/>
        <a:lstStyle/>
        <a:p>
          <a:endParaRPr lang="es-MX"/>
        </a:p>
      </dgm:t>
    </dgm:pt>
    <dgm:pt modelId="{3F135391-64A1-4D37-8A56-2A5F6F130E5A}">
      <dgm:prSet phldrT="[Text]"/>
      <dgm:spPr>
        <a:solidFill>
          <a:srgbClr val="FF0000"/>
        </a:solidFill>
      </dgm:spPr>
      <dgm:t>
        <a:bodyPr/>
        <a:lstStyle/>
        <a:p>
          <a:r>
            <a:rPr lang="es-MX" dirty="0"/>
            <a:t>Deudas</a:t>
          </a:r>
        </a:p>
      </dgm:t>
    </dgm:pt>
    <dgm:pt modelId="{404BAAB8-90E7-4E3A-9C5D-F20C867C2FF7}" type="parTrans" cxnId="{9FC70537-CBC2-4CBE-A42F-C730CFBB62E6}">
      <dgm:prSet/>
      <dgm:spPr/>
      <dgm:t>
        <a:bodyPr/>
        <a:lstStyle/>
        <a:p>
          <a:endParaRPr lang="es-MX"/>
        </a:p>
      </dgm:t>
    </dgm:pt>
    <dgm:pt modelId="{64DC7732-AC9C-4280-88A0-5414848521FB}" type="sibTrans" cxnId="{9FC70537-CBC2-4CBE-A42F-C730CFBB62E6}">
      <dgm:prSet/>
      <dgm:spPr/>
      <dgm:t>
        <a:bodyPr/>
        <a:lstStyle/>
        <a:p>
          <a:endParaRPr lang="es-MX"/>
        </a:p>
      </dgm:t>
    </dgm:pt>
    <dgm:pt modelId="{01E8FA5D-9BCE-4D2A-9374-E50A3105A136}">
      <dgm:prSet phldrT="[Text]"/>
      <dgm:spPr>
        <a:solidFill>
          <a:srgbClr val="92D050"/>
        </a:solidFill>
      </dgm:spPr>
      <dgm:t>
        <a:bodyPr/>
        <a:lstStyle/>
        <a:p>
          <a:r>
            <a:rPr lang="es-MX" dirty="0"/>
            <a:t>Créditos</a:t>
          </a:r>
        </a:p>
      </dgm:t>
    </dgm:pt>
    <dgm:pt modelId="{395F2208-04EC-4A6B-9D98-65B238A6665D}" type="sibTrans" cxnId="{BF230D1D-C0A5-40D3-BEDD-EC15B9106D78}">
      <dgm:prSet/>
      <dgm:spPr/>
      <dgm:t>
        <a:bodyPr/>
        <a:lstStyle/>
        <a:p>
          <a:endParaRPr lang="es-MX"/>
        </a:p>
      </dgm:t>
    </dgm:pt>
    <dgm:pt modelId="{BFBD05EC-99F0-4EA5-9033-AA5D93BE7774}" type="parTrans" cxnId="{BF230D1D-C0A5-40D3-BEDD-EC15B9106D78}">
      <dgm:prSet/>
      <dgm:spPr/>
      <dgm:t>
        <a:bodyPr/>
        <a:lstStyle/>
        <a:p>
          <a:endParaRPr lang="es-MX"/>
        </a:p>
      </dgm:t>
    </dgm:pt>
    <dgm:pt modelId="{0AECBB5F-2698-42ED-847A-19D2A78ED74E}" type="pres">
      <dgm:prSet presAssocID="{7815D115-63BE-41F3-AB90-A7BCEA876E7C}" presName="outerComposite" presStyleCnt="0">
        <dgm:presLayoutVars>
          <dgm:chMax val="2"/>
          <dgm:animLvl val="lvl"/>
          <dgm:resizeHandles val="exact"/>
        </dgm:presLayoutVars>
      </dgm:prSet>
      <dgm:spPr/>
    </dgm:pt>
    <dgm:pt modelId="{E0B44443-CF91-4801-8C83-A6A4B2E7507A}" type="pres">
      <dgm:prSet presAssocID="{7815D115-63BE-41F3-AB90-A7BCEA876E7C}" presName="dummyMaxCanvas" presStyleCnt="0"/>
      <dgm:spPr/>
    </dgm:pt>
    <dgm:pt modelId="{A8E5262E-270F-4A45-A668-249ED8BFC7CA}" type="pres">
      <dgm:prSet presAssocID="{7815D115-63BE-41F3-AB90-A7BCEA876E7C}" presName="parentComposite" presStyleCnt="0"/>
      <dgm:spPr/>
    </dgm:pt>
    <dgm:pt modelId="{6E3E5EE1-3F9A-4CF2-8D4E-56E8CACD28E8}" type="pres">
      <dgm:prSet presAssocID="{7815D115-63BE-41F3-AB90-A7BCEA876E7C}" presName="parent1" presStyleLbl="alignAccFollowNode1" presStyleIdx="0" presStyleCnt="4" custScaleX="358948">
        <dgm:presLayoutVars>
          <dgm:chMax val="4"/>
        </dgm:presLayoutVars>
      </dgm:prSet>
      <dgm:spPr/>
    </dgm:pt>
    <dgm:pt modelId="{39A96271-C6EB-4512-897B-B21C1D7E44FB}" type="pres">
      <dgm:prSet presAssocID="{7815D115-63BE-41F3-AB90-A7BCEA876E7C}" presName="parent2" presStyleLbl="alignAccFollowNode1" presStyleIdx="1" presStyleCnt="4" custFlipHor="1" custScaleX="2919" custLinFactX="-146370" custLinFactY="116545" custLinFactNeighborX="-200000" custLinFactNeighborY="200000">
        <dgm:presLayoutVars>
          <dgm:chMax val="4"/>
        </dgm:presLayoutVars>
      </dgm:prSet>
      <dgm:spPr/>
    </dgm:pt>
    <dgm:pt modelId="{D5A83229-9088-4F98-9550-AFCBB8E9EA95}" type="pres">
      <dgm:prSet presAssocID="{7815D115-63BE-41F3-AB90-A7BCEA876E7C}" presName="childrenComposite" presStyleCnt="0"/>
      <dgm:spPr/>
    </dgm:pt>
    <dgm:pt modelId="{9B1B2B7D-973B-4480-A328-F76AC4243D1D}" type="pres">
      <dgm:prSet presAssocID="{7815D115-63BE-41F3-AB90-A7BCEA876E7C}" presName="dummyMaxCanvas_ChildArea" presStyleCnt="0"/>
      <dgm:spPr/>
    </dgm:pt>
    <dgm:pt modelId="{C70B24C3-DEC5-44DE-A215-14ADAF76CE29}" type="pres">
      <dgm:prSet presAssocID="{7815D115-63BE-41F3-AB90-A7BCEA876E7C}" presName="fulcrum" presStyleLbl="alignAccFollowNode1" presStyleIdx="2" presStyleCnt="4"/>
      <dgm:spPr/>
    </dgm:pt>
    <dgm:pt modelId="{447CA700-3A0C-4CA4-B596-200EC997CC2F}" type="pres">
      <dgm:prSet presAssocID="{7815D115-63BE-41F3-AB90-A7BCEA876E7C}" presName="balance_21" presStyleLbl="alignAccFollowNode1" presStyleIdx="3" presStyleCnt="4">
        <dgm:presLayoutVars>
          <dgm:bulletEnabled val="1"/>
        </dgm:presLayoutVars>
      </dgm:prSet>
      <dgm:spPr/>
    </dgm:pt>
    <dgm:pt modelId="{10F69A78-0A38-42CD-A784-FEC6EB977764}" type="pres">
      <dgm:prSet presAssocID="{7815D115-63BE-41F3-AB90-A7BCEA876E7C}" presName="left_21_1" presStyleLbl="node1" presStyleIdx="0" presStyleCnt="3">
        <dgm:presLayoutVars>
          <dgm:bulletEnabled val="1"/>
        </dgm:presLayoutVars>
      </dgm:prSet>
      <dgm:spPr/>
    </dgm:pt>
    <dgm:pt modelId="{CC44892E-4C6D-4809-8ED3-354B2EAD0DC2}" type="pres">
      <dgm:prSet presAssocID="{7815D115-63BE-41F3-AB90-A7BCEA876E7C}" presName="left_21_2" presStyleLbl="node1" presStyleIdx="1" presStyleCnt="3">
        <dgm:presLayoutVars>
          <dgm:bulletEnabled val="1"/>
        </dgm:presLayoutVars>
      </dgm:prSet>
      <dgm:spPr/>
    </dgm:pt>
    <dgm:pt modelId="{1EEACF02-E6AB-4D83-8C8C-7C8BD23A833D}" type="pres">
      <dgm:prSet presAssocID="{7815D115-63BE-41F3-AB90-A7BCEA876E7C}" presName="right_21_1" presStyleLbl="node1" presStyleIdx="2" presStyleCnt="3">
        <dgm:presLayoutVars>
          <dgm:bulletEnabled val="1"/>
        </dgm:presLayoutVars>
      </dgm:prSet>
      <dgm:spPr/>
    </dgm:pt>
  </dgm:ptLst>
  <dgm:cxnLst>
    <dgm:cxn modelId="{748C6F0A-5873-9349-B607-6FE315D1EFCA}" type="presOf" srcId="{7815D115-63BE-41F3-AB90-A7BCEA876E7C}" destId="{0AECBB5F-2698-42ED-847A-19D2A78ED74E}" srcOrd="0" destOrd="0" presId="urn:microsoft.com/office/officeart/2005/8/layout/balance1"/>
    <dgm:cxn modelId="{BF230D1D-C0A5-40D3-BEDD-EC15B9106D78}" srcId="{E0A3AD46-87DB-4189-906D-415B59BC9F73}" destId="{01E8FA5D-9BCE-4D2A-9374-E50A3105A136}" srcOrd="1" destOrd="0" parTransId="{BFBD05EC-99F0-4EA5-9033-AA5D93BE7774}" sibTransId="{395F2208-04EC-4A6B-9D98-65B238A6665D}"/>
    <dgm:cxn modelId="{B1CC9232-6552-F542-AC56-74E59F6B9552}" type="presOf" srcId="{3F135391-64A1-4D37-8A56-2A5F6F130E5A}" destId="{1EEACF02-E6AB-4D83-8C8C-7C8BD23A833D}" srcOrd="0" destOrd="0" presId="urn:microsoft.com/office/officeart/2005/8/layout/balance1"/>
    <dgm:cxn modelId="{9FC70537-CBC2-4CBE-A42F-C730CFBB62E6}" srcId="{468600BA-EBBC-4D29-8045-E487151363D2}" destId="{3F135391-64A1-4D37-8A56-2A5F6F130E5A}" srcOrd="0" destOrd="0" parTransId="{404BAAB8-90E7-4E3A-9C5D-F20C867C2FF7}" sibTransId="{64DC7732-AC9C-4280-88A0-5414848521FB}"/>
    <dgm:cxn modelId="{293D0D43-5A14-CD43-A19B-7374AFB07565}" type="presOf" srcId="{01E8FA5D-9BCE-4D2A-9374-E50A3105A136}" destId="{CC44892E-4C6D-4809-8ED3-354B2EAD0DC2}" srcOrd="0" destOrd="0" presId="urn:microsoft.com/office/officeart/2005/8/layout/balance1"/>
    <dgm:cxn modelId="{DFD5D04C-BAF4-534F-846D-C7CDEA86B511}" type="presOf" srcId="{2EEBED42-AD20-4A61-85C3-BED54BB7C3DB}" destId="{10F69A78-0A38-42CD-A784-FEC6EB977764}" srcOrd="0" destOrd="0" presId="urn:microsoft.com/office/officeart/2005/8/layout/balance1"/>
    <dgm:cxn modelId="{6149557B-02EC-304E-8EB6-22A5201D8F39}" type="presOf" srcId="{468600BA-EBBC-4D29-8045-E487151363D2}" destId="{39A96271-C6EB-4512-897B-B21C1D7E44FB}" srcOrd="0" destOrd="0" presId="urn:microsoft.com/office/officeart/2005/8/layout/balance1"/>
    <dgm:cxn modelId="{6599837E-A4C0-1A4D-8B6F-30D078602BFC}" type="presOf" srcId="{E0A3AD46-87DB-4189-906D-415B59BC9F73}" destId="{6E3E5EE1-3F9A-4CF2-8D4E-56E8CACD28E8}" srcOrd="0" destOrd="0" presId="urn:microsoft.com/office/officeart/2005/8/layout/balance1"/>
    <dgm:cxn modelId="{BB0AC3BB-8A0C-4D70-9F80-DE0B600A2987}" srcId="{7815D115-63BE-41F3-AB90-A7BCEA876E7C}" destId="{468600BA-EBBC-4D29-8045-E487151363D2}" srcOrd="1" destOrd="0" parTransId="{AE95B074-3943-44E5-993E-9C002848D61F}" sibTransId="{F8D09F6C-1FF2-4DCA-85A7-F2FD2DDB832F}"/>
    <dgm:cxn modelId="{930C58BC-E03D-4316-B5D8-5D5D8938AC84}" srcId="{E0A3AD46-87DB-4189-906D-415B59BC9F73}" destId="{2EEBED42-AD20-4A61-85C3-BED54BB7C3DB}" srcOrd="0" destOrd="0" parTransId="{ECE88AB1-F586-4935-B6C8-B60DB5728F89}" sibTransId="{ABEE5C9E-FFE5-4593-832A-68935C9A0F5C}"/>
    <dgm:cxn modelId="{D7A7B2CD-B468-410A-9AA3-176488497663}" srcId="{7815D115-63BE-41F3-AB90-A7BCEA876E7C}" destId="{E0A3AD46-87DB-4189-906D-415B59BC9F73}" srcOrd="0" destOrd="0" parTransId="{0E3A0692-D795-42F8-810C-8AE8EB2B6F1F}" sibTransId="{1D9D3231-7E0F-4C37-AC65-AB4DEE2F3F38}"/>
    <dgm:cxn modelId="{66C64818-A391-164D-A3E1-AFABFA641FDD}" type="presParOf" srcId="{0AECBB5F-2698-42ED-847A-19D2A78ED74E}" destId="{E0B44443-CF91-4801-8C83-A6A4B2E7507A}" srcOrd="0" destOrd="0" presId="urn:microsoft.com/office/officeart/2005/8/layout/balance1"/>
    <dgm:cxn modelId="{2C6960C4-9110-ED48-9BEF-D17EFA972E01}" type="presParOf" srcId="{0AECBB5F-2698-42ED-847A-19D2A78ED74E}" destId="{A8E5262E-270F-4A45-A668-249ED8BFC7CA}" srcOrd="1" destOrd="0" presId="urn:microsoft.com/office/officeart/2005/8/layout/balance1"/>
    <dgm:cxn modelId="{510DB029-4CE8-0F49-8C46-EF64DAE4E337}" type="presParOf" srcId="{A8E5262E-270F-4A45-A668-249ED8BFC7CA}" destId="{6E3E5EE1-3F9A-4CF2-8D4E-56E8CACD28E8}" srcOrd="0" destOrd="0" presId="urn:microsoft.com/office/officeart/2005/8/layout/balance1"/>
    <dgm:cxn modelId="{A30393AB-1713-8F43-A43F-F5DA2D135853}" type="presParOf" srcId="{A8E5262E-270F-4A45-A668-249ED8BFC7CA}" destId="{39A96271-C6EB-4512-897B-B21C1D7E44FB}" srcOrd="1" destOrd="0" presId="urn:microsoft.com/office/officeart/2005/8/layout/balance1"/>
    <dgm:cxn modelId="{BC3F7668-F358-3346-A877-8730B711122A}" type="presParOf" srcId="{0AECBB5F-2698-42ED-847A-19D2A78ED74E}" destId="{D5A83229-9088-4F98-9550-AFCBB8E9EA95}" srcOrd="2" destOrd="0" presId="urn:microsoft.com/office/officeart/2005/8/layout/balance1"/>
    <dgm:cxn modelId="{61ED1B2C-3E87-3A48-B9E1-F080C71DCAE5}" type="presParOf" srcId="{D5A83229-9088-4F98-9550-AFCBB8E9EA95}" destId="{9B1B2B7D-973B-4480-A328-F76AC4243D1D}" srcOrd="0" destOrd="0" presId="urn:microsoft.com/office/officeart/2005/8/layout/balance1"/>
    <dgm:cxn modelId="{08F62878-59D1-8F4E-9264-EA5328E790FC}" type="presParOf" srcId="{D5A83229-9088-4F98-9550-AFCBB8E9EA95}" destId="{C70B24C3-DEC5-44DE-A215-14ADAF76CE29}" srcOrd="1" destOrd="0" presId="urn:microsoft.com/office/officeart/2005/8/layout/balance1"/>
    <dgm:cxn modelId="{2331765A-C88A-034B-B405-F884F79BB6B2}" type="presParOf" srcId="{D5A83229-9088-4F98-9550-AFCBB8E9EA95}" destId="{447CA700-3A0C-4CA4-B596-200EC997CC2F}" srcOrd="2" destOrd="0" presId="urn:microsoft.com/office/officeart/2005/8/layout/balance1"/>
    <dgm:cxn modelId="{E8659AF7-4A37-A34B-BF2A-47C9C90968F8}" type="presParOf" srcId="{D5A83229-9088-4F98-9550-AFCBB8E9EA95}" destId="{10F69A78-0A38-42CD-A784-FEC6EB977764}" srcOrd="3" destOrd="0" presId="urn:microsoft.com/office/officeart/2005/8/layout/balance1"/>
    <dgm:cxn modelId="{82E30126-533C-804A-BDB6-3CFBF7D7345B}" type="presParOf" srcId="{D5A83229-9088-4F98-9550-AFCBB8E9EA95}" destId="{CC44892E-4C6D-4809-8ED3-354B2EAD0DC2}" srcOrd="4" destOrd="0" presId="urn:microsoft.com/office/officeart/2005/8/layout/balance1"/>
    <dgm:cxn modelId="{AAB8C761-008E-2D41-A53F-75C3CB8A0C2E}" type="presParOf" srcId="{D5A83229-9088-4F98-9550-AFCBB8E9EA95}" destId="{1EEACF02-E6AB-4D83-8C8C-7C8BD23A833D}" srcOrd="5" destOrd="0" presId="urn:microsoft.com/office/officeart/2005/8/layout/balanc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29D8464-F68F-465D-82AA-054AC16BDDCE}" type="doc">
      <dgm:prSet loTypeId="urn:microsoft.com/office/officeart/2009/3/layout/PlusandMinus" loCatId="relationship" qsTypeId="urn:microsoft.com/office/officeart/2005/8/quickstyle/simple1" qsCatId="simple" csTypeId="urn:microsoft.com/office/officeart/2005/8/colors/accent1_2" csCatId="accent1" phldr="1"/>
      <dgm:spPr/>
      <dgm:t>
        <a:bodyPr/>
        <a:lstStyle/>
        <a:p>
          <a:endParaRPr lang="es-MX"/>
        </a:p>
      </dgm:t>
    </dgm:pt>
    <dgm:pt modelId="{766BAFDE-2280-4118-ABFE-0D70A1E9A890}">
      <dgm:prSet phldrT="[Text]" custT="1"/>
      <dgm:spPr/>
      <dgm:t>
        <a:bodyPr/>
        <a:lstStyle/>
        <a:p>
          <a:pPr algn="ctr"/>
          <a:r>
            <a:rPr lang="es-MX" sz="3000" dirty="0"/>
            <a:t>Derecho que tiene una persona acreedora a recibir de otra deudora una cantidad en numerario </a:t>
          </a:r>
        </a:p>
        <a:p>
          <a:pPr algn="ctr"/>
          <a:r>
            <a:rPr lang="es-MX" sz="1800" dirty="0"/>
            <a:t>(LISR 45-Primer párrafo) </a:t>
          </a:r>
          <a:endParaRPr lang="es-MX" sz="3000" dirty="0"/>
        </a:p>
      </dgm:t>
    </dgm:pt>
    <dgm:pt modelId="{A63E20C3-45FB-4EEE-BD4E-386BF5AF1966}" type="parTrans" cxnId="{5F33A25A-C17A-4C28-B0E2-41525CCFDBE7}">
      <dgm:prSet/>
      <dgm:spPr/>
      <dgm:t>
        <a:bodyPr/>
        <a:lstStyle/>
        <a:p>
          <a:endParaRPr lang="es-MX"/>
        </a:p>
      </dgm:t>
    </dgm:pt>
    <dgm:pt modelId="{97DC094A-D7CC-40EB-951D-BB4F16CC6967}" type="sibTrans" cxnId="{5F33A25A-C17A-4C28-B0E2-41525CCFDBE7}">
      <dgm:prSet/>
      <dgm:spPr/>
      <dgm:t>
        <a:bodyPr/>
        <a:lstStyle/>
        <a:p>
          <a:endParaRPr lang="es-MX"/>
        </a:p>
      </dgm:t>
    </dgm:pt>
    <dgm:pt modelId="{EE593BFC-3626-407D-90DA-7BDE2D290468}">
      <dgm:prSet phldrT="[Text]" custT="1"/>
      <dgm:spPr/>
      <dgm:t>
        <a:bodyPr/>
        <a:lstStyle/>
        <a:p>
          <a:pPr algn="ctr"/>
          <a:r>
            <a:rPr lang="es-MX" sz="2900" dirty="0"/>
            <a:t>Cualquier obligación en numerario pendiente de cumplimiento</a:t>
          </a:r>
        </a:p>
        <a:p>
          <a:pPr algn="ctr"/>
          <a:r>
            <a:rPr lang="es-MX" sz="1800" dirty="0"/>
            <a:t>(LISR 46 Primer párrafo)</a:t>
          </a:r>
        </a:p>
      </dgm:t>
    </dgm:pt>
    <dgm:pt modelId="{4AB8999B-6610-4B2B-931E-4E428079DE5A}" type="parTrans" cxnId="{17BC5F88-955A-4C55-A05E-9D79DB2F1034}">
      <dgm:prSet/>
      <dgm:spPr/>
      <dgm:t>
        <a:bodyPr/>
        <a:lstStyle/>
        <a:p>
          <a:endParaRPr lang="es-MX"/>
        </a:p>
      </dgm:t>
    </dgm:pt>
    <dgm:pt modelId="{EC76D586-D2AD-4949-A016-2B694D2C8CA2}" type="sibTrans" cxnId="{17BC5F88-955A-4C55-A05E-9D79DB2F1034}">
      <dgm:prSet/>
      <dgm:spPr/>
      <dgm:t>
        <a:bodyPr/>
        <a:lstStyle/>
        <a:p>
          <a:endParaRPr lang="es-MX"/>
        </a:p>
      </dgm:t>
    </dgm:pt>
    <dgm:pt modelId="{3DDD2D68-A05D-41D8-9D69-349B8D01960F}">
      <dgm:prSet/>
      <dgm:spPr/>
      <dgm:t>
        <a:bodyPr/>
        <a:lstStyle/>
        <a:p>
          <a:endParaRPr lang="es-MX"/>
        </a:p>
      </dgm:t>
    </dgm:pt>
    <dgm:pt modelId="{DFAD93FF-860A-4AC5-9264-A45DB7F23449}" type="parTrans" cxnId="{BA764ADC-A0FE-4071-8214-23DFEC0CA8F6}">
      <dgm:prSet/>
      <dgm:spPr/>
      <dgm:t>
        <a:bodyPr/>
        <a:lstStyle/>
        <a:p>
          <a:endParaRPr lang="es-MX"/>
        </a:p>
      </dgm:t>
    </dgm:pt>
    <dgm:pt modelId="{0F432FE8-9AA3-45FB-8B24-C86001539381}" type="sibTrans" cxnId="{BA764ADC-A0FE-4071-8214-23DFEC0CA8F6}">
      <dgm:prSet/>
      <dgm:spPr/>
      <dgm:t>
        <a:bodyPr/>
        <a:lstStyle/>
        <a:p>
          <a:endParaRPr lang="es-MX"/>
        </a:p>
      </dgm:t>
    </dgm:pt>
    <dgm:pt modelId="{20C0D3F8-D77D-44BA-9A52-B79EB9E2740B}">
      <dgm:prSet/>
      <dgm:spPr/>
      <dgm:t>
        <a:bodyPr/>
        <a:lstStyle/>
        <a:p>
          <a:endParaRPr lang="es-MX"/>
        </a:p>
      </dgm:t>
    </dgm:pt>
    <dgm:pt modelId="{AD1441A2-28FB-4870-AFE4-39E515644EA0}" type="parTrans" cxnId="{FDF304BB-77BE-4733-8F0C-1C65CBCD2352}">
      <dgm:prSet/>
      <dgm:spPr/>
      <dgm:t>
        <a:bodyPr/>
        <a:lstStyle/>
        <a:p>
          <a:endParaRPr lang="es-MX"/>
        </a:p>
      </dgm:t>
    </dgm:pt>
    <dgm:pt modelId="{3112A703-1A21-49CE-936C-BA75AB0F66C6}" type="sibTrans" cxnId="{FDF304BB-77BE-4733-8F0C-1C65CBCD2352}">
      <dgm:prSet/>
      <dgm:spPr/>
      <dgm:t>
        <a:bodyPr/>
        <a:lstStyle/>
        <a:p>
          <a:endParaRPr lang="es-MX"/>
        </a:p>
      </dgm:t>
    </dgm:pt>
    <dgm:pt modelId="{07A118AA-A7AD-4B1B-8A9D-E02A277D5113}" type="pres">
      <dgm:prSet presAssocID="{C29D8464-F68F-465D-82AA-054AC16BDDCE}" presName="Name0" presStyleCnt="0">
        <dgm:presLayoutVars>
          <dgm:chMax val="2"/>
          <dgm:chPref val="2"/>
          <dgm:dir/>
          <dgm:animOne/>
          <dgm:resizeHandles val="exact"/>
        </dgm:presLayoutVars>
      </dgm:prSet>
      <dgm:spPr/>
    </dgm:pt>
    <dgm:pt modelId="{8FC5F38D-0022-46EF-850F-C2418681FDD8}" type="pres">
      <dgm:prSet presAssocID="{C29D8464-F68F-465D-82AA-054AC16BDDCE}" presName="Background" presStyleLbl="bgImgPlace1" presStyleIdx="0" presStyleCnt="1"/>
      <dgm:spPr/>
    </dgm:pt>
    <dgm:pt modelId="{0B8DFD43-0442-499C-AAC1-0CB440A433D4}" type="pres">
      <dgm:prSet presAssocID="{C29D8464-F68F-465D-82AA-054AC16BDDCE}" presName="ParentText1" presStyleLbl="revTx" presStyleIdx="0" presStyleCnt="2">
        <dgm:presLayoutVars>
          <dgm:chMax val="0"/>
          <dgm:chPref val="0"/>
          <dgm:bulletEnabled val="1"/>
        </dgm:presLayoutVars>
      </dgm:prSet>
      <dgm:spPr/>
    </dgm:pt>
    <dgm:pt modelId="{093EBE0F-9ECB-4DC2-B047-F46B1EB9DD6E}" type="pres">
      <dgm:prSet presAssocID="{C29D8464-F68F-465D-82AA-054AC16BDDCE}" presName="ParentText2" presStyleLbl="revTx" presStyleIdx="1" presStyleCnt="2">
        <dgm:presLayoutVars>
          <dgm:chMax val="0"/>
          <dgm:chPref val="0"/>
          <dgm:bulletEnabled val="1"/>
        </dgm:presLayoutVars>
      </dgm:prSet>
      <dgm:spPr/>
    </dgm:pt>
    <dgm:pt modelId="{36A15B02-6251-4D21-AFBD-5FB36E539BC6}" type="pres">
      <dgm:prSet presAssocID="{C29D8464-F68F-465D-82AA-054AC16BDDCE}" presName="Plus" presStyleLbl="alignNode1" presStyleIdx="0" presStyleCnt="2"/>
      <dgm:spPr>
        <a:solidFill>
          <a:srgbClr val="92D050"/>
        </a:solidFill>
      </dgm:spPr>
    </dgm:pt>
    <dgm:pt modelId="{8144A325-828A-4E58-9EFB-C6A7B597F4F8}" type="pres">
      <dgm:prSet presAssocID="{C29D8464-F68F-465D-82AA-054AC16BDDCE}" presName="Minus" presStyleLbl="alignNode1" presStyleIdx="1" presStyleCnt="2"/>
      <dgm:spPr>
        <a:solidFill>
          <a:srgbClr val="FF0000"/>
        </a:solidFill>
      </dgm:spPr>
    </dgm:pt>
    <dgm:pt modelId="{787073DB-9153-433C-9143-DE58429494A6}" type="pres">
      <dgm:prSet presAssocID="{C29D8464-F68F-465D-82AA-054AC16BDDCE}" presName="Divider" presStyleLbl="parChTrans1D1" presStyleIdx="0" presStyleCnt="1"/>
      <dgm:spPr/>
    </dgm:pt>
  </dgm:ptLst>
  <dgm:cxnLst>
    <dgm:cxn modelId="{897AC11C-1590-D54E-8116-81D5175FFCDA}" type="presOf" srcId="{766BAFDE-2280-4118-ABFE-0D70A1E9A890}" destId="{0B8DFD43-0442-499C-AAC1-0CB440A433D4}" srcOrd="0" destOrd="0" presId="urn:microsoft.com/office/officeart/2009/3/layout/PlusandMinus"/>
    <dgm:cxn modelId="{3B104C6A-1875-7A40-8BA2-6DA78A01A971}" type="presOf" srcId="{C29D8464-F68F-465D-82AA-054AC16BDDCE}" destId="{07A118AA-A7AD-4B1B-8A9D-E02A277D5113}" srcOrd="0" destOrd="0" presId="urn:microsoft.com/office/officeart/2009/3/layout/PlusandMinus"/>
    <dgm:cxn modelId="{4DC7A073-08E9-EA4C-9BE1-00455132CB87}" type="presOf" srcId="{EE593BFC-3626-407D-90DA-7BDE2D290468}" destId="{093EBE0F-9ECB-4DC2-B047-F46B1EB9DD6E}" srcOrd="0" destOrd="0" presId="urn:microsoft.com/office/officeart/2009/3/layout/PlusandMinus"/>
    <dgm:cxn modelId="{5F33A25A-C17A-4C28-B0E2-41525CCFDBE7}" srcId="{C29D8464-F68F-465D-82AA-054AC16BDDCE}" destId="{766BAFDE-2280-4118-ABFE-0D70A1E9A890}" srcOrd="0" destOrd="0" parTransId="{A63E20C3-45FB-4EEE-BD4E-386BF5AF1966}" sibTransId="{97DC094A-D7CC-40EB-951D-BB4F16CC6967}"/>
    <dgm:cxn modelId="{17BC5F88-955A-4C55-A05E-9D79DB2F1034}" srcId="{C29D8464-F68F-465D-82AA-054AC16BDDCE}" destId="{EE593BFC-3626-407D-90DA-7BDE2D290468}" srcOrd="1" destOrd="0" parTransId="{4AB8999B-6610-4B2B-931E-4E428079DE5A}" sibTransId="{EC76D586-D2AD-4949-A016-2B694D2C8CA2}"/>
    <dgm:cxn modelId="{FDF304BB-77BE-4733-8F0C-1C65CBCD2352}" srcId="{C29D8464-F68F-465D-82AA-054AC16BDDCE}" destId="{20C0D3F8-D77D-44BA-9A52-B79EB9E2740B}" srcOrd="3" destOrd="0" parTransId="{AD1441A2-28FB-4870-AFE4-39E515644EA0}" sibTransId="{3112A703-1A21-49CE-936C-BA75AB0F66C6}"/>
    <dgm:cxn modelId="{BA764ADC-A0FE-4071-8214-23DFEC0CA8F6}" srcId="{C29D8464-F68F-465D-82AA-054AC16BDDCE}" destId="{3DDD2D68-A05D-41D8-9D69-349B8D01960F}" srcOrd="2" destOrd="0" parTransId="{DFAD93FF-860A-4AC5-9264-A45DB7F23449}" sibTransId="{0F432FE8-9AA3-45FB-8B24-C86001539381}"/>
    <dgm:cxn modelId="{0FC44F71-F077-A945-AF94-A140AA33775E}" type="presParOf" srcId="{07A118AA-A7AD-4B1B-8A9D-E02A277D5113}" destId="{8FC5F38D-0022-46EF-850F-C2418681FDD8}" srcOrd="0" destOrd="0" presId="urn:microsoft.com/office/officeart/2009/3/layout/PlusandMinus"/>
    <dgm:cxn modelId="{F0F9409C-0AB5-3D4F-9477-4F5D256F7BBA}" type="presParOf" srcId="{07A118AA-A7AD-4B1B-8A9D-E02A277D5113}" destId="{0B8DFD43-0442-499C-AAC1-0CB440A433D4}" srcOrd="1" destOrd="0" presId="urn:microsoft.com/office/officeart/2009/3/layout/PlusandMinus"/>
    <dgm:cxn modelId="{4440D1A2-5810-414D-BC45-A33D215085A8}" type="presParOf" srcId="{07A118AA-A7AD-4B1B-8A9D-E02A277D5113}" destId="{093EBE0F-9ECB-4DC2-B047-F46B1EB9DD6E}" srcOrd="2" destOrd="0" presId="urn:microsoft.com/office/officeart/2009/3/layout/PlusandMinus"/>
    <dgm:cxn modelId="{05311D75-2281-3B45-A2D5-61F05F5EB4F9}" type="presParOf" srcId="{07A118AA-A7AD-4B1B-8A9D-E02A277D5113}" destId="{36A15B02-6251-4D21-AFBD-5FB36E539BC6}" srcOrd="3" destOrd="0" presId="urn:microsoft.com/office/officeart/2009/3/layout/PlusandMinus"/>
    <dgm:cxn modelId="{70F10C51-A484-4847-BFBA-51AE85E80DB9}" type="presParOf" srcId="{07A118AA-A7AD-4B1B-8A9D-E02A277D5113}" destId="{8144A325-828A-4E58-9EFB-C6A7B597F4F8}" srcOrd="4" destOrd="0" presId="urn:microsoft.com/office/officeart/2009/3/layout/PlusandMinus"/>
    <dgm:cxn modelId="{F20B0043-CD4D-DA47-A4B3-533B90597FF3}" type="presParOf" srcId="{07A118AA-A7AD-4B1B-8A9D-E02A277D5113}" destId="{787073DB-9153-433C-9143-DE58429494A6}"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4B5373-C65B-4628-8873-5DC8E195897C}">
      <dsp:nvSpPr>
        <dsp:cNvPr id="0" name=""/>
        <dsp:cNvSpPr/>
      </dsp:nvSpPr>
      <dsp:spPr>
        <a:xfrm>
          <a:off x="394" y="1636001"/>
          <a:ext cx="2158671" cy="1079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s-MX" sz="2500" kern="1200" dirty="0"/>
            <a:t>Ingresos Presuntos</a:t>
          </a:r>
        </a:p>
      </dsp:txBody>
      <dsp:txXfrm>
        <a:off x="32007" y="1667614"/>
        <a:ext cx="2095445" cy="1016109"/>
      </dsp:txXfrm>
    </dsp:sp>
    <dsp:sp modelId="{CF31D1DE-B121-48DD-8FA3-34EAFE47137B}">
      <dsp:nvSpPr>
        <dsp:cNvPr id="0" name=""/>
        <dsp:cNvSpPr/>
      </dsp:nvSpPr>
      <dsp:spPr>
        <a:xfrm rot="19457599">
          <a:off x="2059117" y="1843035"/>
          <a:ext cx="1063364" cy="44648"/>
        </a:xfrm>
        <a:custGeom>
          <a:avLst/>
          <a:gdLst/>
          <a:ahLst/>
          <a:cxnLst/>
          <a:rect l="0" t="0" r="0" b="0"/>
          <a:pathLst>
            <a:path>
              <a:moveTo>
                <a:pt x="0" y="22324"/>
              </a:moveTo>
              <a:lnTo>
                <a:pt x="1063364" y="223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564215" y="1838775"/>
        <a:ext cx="53168" cy="53168"/>
      </dsp:txXfrm>
    </dsp:sp>
    <dsp:sp modelId="{F8D12CEF-7481-469F-88B2-6DBFBB0A074F}">
      <dsp:nvSpPr>
        <dsp:cNvPr id="0" name=""/>
        <dsp:cNvSpPr/>
      </dsp:nvSpPr>
      <dsp:spPr>
        <a:xfrm>
          <a:off x="3022534" y="1015383"/>
          <a:ext cx="2158671" cy="1079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s-MX" sz="2500" kern="1200" dirty="0"/>
            <a:t>Precios de Transferencia</a:t>
          </a:r>
        </a:p>
      </dsp:txBody>
      <dsp:txXfrm>
        <a:off x="3054147" y="1046996"/>
        <a:ext cx="2095445" cy="1016109"/>
      </dsp:txXfrm>
    </dsp:sp>
    <dsp:sp modelId="{D45924D3-E0B2-456F-A691-AC919762F80A}">
      <dsp:nvSpPr>
        <dsp:cNvPr id="0" name=""/>
        <dsp:cNvSpPr/>
      </dsp:nvSpPr>
      <dsp:spPr>
        <a:xfrm rot="2142401">
          <a:off x="2059117" y="2463653"/>
          <a:ext cx="1063364" cy="44648"/>
        </a:xfrm>
        <a:custGeom>
          <a:avLst/>
          <a:gdLst/>
          <a:ahLst/>
          <a:cxnLst/>
          <a:rect l="0" t="0" r="0" b="0"/>
          <a:pathLst>
            <a:path>
              <a:moveTo>
                <a:pt x="0" y="22324"/>
              </a:moveTo>
              <a:lnTo>
                <a:pt x="1063364" y="2232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564215" y="2459393"/>
        <a:ext cx="53168" cy="53168"/>
      </dsp:txXfrm>
    </dsp:sp>
    <dsp:sp modelId="{7514F5F7-D590-4126-8F90-1D7B78EE3D44}">
      <dsp:nvSpPr>
        <dsp:cNvPr id="0" name=""/>
        <dsp:cNvSpPr/>
      </dsp:nvSpPr>
      <dsp:spPr>
        <a:xfrm>
          <a:off x="3022534" y="2256619"/>
          <a:ext cx="2158671" cy="10793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s-MX" sz="2500" kern="1200" dirty="0"/>
            <a:t>Facultades de las Autoridades</a:t>
          </a:r>
        </a:p>
      </dsp:txBody>
      <dsp:txXfrm>
        <a:off x="3054147" y="2288232"/>
        <a:ext cx="2095445" cy="10161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BC0F5-E01A-4ECC-8252-5173C50BF588}">
      <dsp:nvSpPr>
        <dsp:cNvPr id="0" name=""/>
        <dsp:cNvSpPr/>
      </dsp:nvSpPr>
      <dsp:spPr>
        <a:xfrm>
          <a:off x="6236" y="1777823"/>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Enajenación de Activos y Otras Operaciones</a:t>
          </a:r>
        </a:p>
      </dsp:txBody>
      <dsp:txXfrm>
        <a:off x="29541" y="1801128"/>
        <a:ext cx="1544772" cy="749081"/>
      </dsp:txXfrm>
    </dsp:sp>
    <dsp:sp modelId="{D20E5D54-B617-495D-A659-5F0C9E8A6B12}">
      <dsp:nvSpPr>
        <dsp:cNvPr id="0" name=""/>
        <dsp:cNvSpPr/>
      </dsp:nvSpPr>
      <dsp:spPr>
        <a:xfrm rot="17692822">
          <a:off x="1159400" y="1472927"/>
          <a:ext cx="1512991" cy="32915"/>
        </a:xfrm>
        <a:custGeom>
          <a:avLst/>
          <a:gdLst/>
          <a:ahLst/>
          <a:cxnLst/>
          <a:rect l="0" t="0" r="0" b="0"/>
          <a:pathLst>
            <a:path>
              <a:moveTo>
                <a:pt x="0" y="16457"/>
              </a:moveTo>
              <a:lnTo>
                <a:pt x="1512991" y="164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878071" y="1451560"/>
        <a:ext cx="75649" cy="75649"/>
      </dsp:txXfrm>
    </dsp:sp>
    <dsp:sp modelId="{FEA23509-1B60-4CE0-8522-8996A4089332}">
      <dsp:nvSpPr>
        <dsp:cNvPr id="0" name=""/>
        <dsp:cNvSpPr/>
      </dsp:nvSpPr>
      <dsp:spPr>
        <a:xfrm>
          <a:off x="2234172" y="405255"/>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Activos Fijos, Terrenos, Títulos Valor, Acciones</a:t>
          </a:r>
        </a:p>
      </dsp:txBody>
      <dsp:txXfrm>
        <a:off x="2257477" y="428560"/>
        <a:ext cx="1544772" cy="749081"/>
      </dsp:txXfrm>
    </dsp:sp>
    <dsp:sp modelId="{AB6B9BF3-51B1-457E-881A-145800431E9A}">
      <dsp:nvSpPr>
        <dsp:cNvPr id="0" name=""/>
        <dsp:cNvSpPr/>
      </dsp:nvSpPr>
      <dsp:spPr>
        <a:xfrm>
          <a:off x="3825555" y="786643"/>
          <a:ext cx="636553" cy="32915"/>
        </a:xfrm>
        <a:custGeom>
          <a:avLst/>
          <a:gdLst/>
          <a:ahLst/>
          <a:cxnLst/>
          <a:rect l="0" t="0" r="0" b="0"/>
          <a:pathLst>
            <a:path>
              <a:moveTo>
                <a:pt x="0" y="16457"/>
              </a:moveTo>
              <a:lnTo>
                <a:pt x="636553"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7918" y="787187"/>
        <a:ext cx="31827" cy="31827"/>
      </dsp:txXfrm>
    </dsp:sp>
    <dsp:sp modelId="{2683AE8E-1D47-4113-9D2C-42E9AA49CB23}">
      <dsp:nvSpPr>
        <dsp:cNvPr id="0" name=""/>
        <dsp:cNvSpPr/>
      </dsp:nvSpPr>
      <dsp:spPr>
        <a:xfrm>
          <a:off x="4462108" y="405255"/>
          <a:ext cx="1591382" cy="7956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Se Acumula la Ganancia</a:t>
          </a:r>
        </a:p>
      </dsp:txBody>
      <dsp:txXfrm>
        <a:off x="4485413" y="428560"/>
        <a:ext cx="1544772" cy="749081"/>
      </dsp:txXfrm>
    </dsp:sp>
    <dsp:sp modelId="{20B41081-C7E8-46D1-B126-58AA0C29A50C}">
      <dsp:nvSpPr>
        <dsp:cNvPr id="0" name=""/>
        <dsp:cNvSpPr/>
      </dsp:nvSpPr>
      <dsp:spPr>
        <a:xfrm>
          <a:off x="1597619" y="2159211"/>
          <a:ext cx="636553" cy="32915"/>
        </a:xfrm>
        <a:custGeom>
          <a:avLst/>
          <a:gdLst/>
          <a:ahLst/>
          <a:cxnLst/>
          <a:rect l="0" t="0" r="0" b="0"/>
          <a:pathLst>
            <a:path>
              <a:moveTo>
                <a:pt x="0" y="16457"/>
              </a:moveTo>
              <a:lnTo>
                <a:pt x="636553" y="164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899982" y="2159755"/>
        <a:ext cx="31827" cy="31827"/>
      </dsp:txXfrm>
    </dsp:sp>
    <dsp:sp modelId="{E49D0C83-DF85-440E-9760-2999F975E0C9}">
      <dsp:nvSpPr>
        <dsp:cNvPr id="0" name=""/>
        <dsp:cNvSpPr/>
      </dsp:nvSpPr>
      <dsp:spPr>
        <a:xfrm>
          <a:off x="2234172" y="1777823"/>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Ganancia Derivada de Fusión o Escisión</a:t>
          </a:r>
        </a:p>
      </dsp:txBody>
      <dsp:txXfrm>
        <a:off x="2257477" y="1801128"/>
        <a:ext cx="1544772" cy="749081"/>
      </dsp:txXfrm>
    </dsp:sp>
    <dsp:sp modelId="{CC2E655E-38E5-4C40-90FD-C786DB504E07}">
      <dsp:nvSpPr>
        <dsp:cNvPr id="0" name=""/>
        <dsp:cNvSpPr/>
      </dsp:nvSpPr>
      <dsp:spPr>
        <a:xfrm rot="19457599">
          <a:off x="3751873" y="1930450"/>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4234" y="1927309"/>
        <a:ext cx="39195" cy="39195"/>
      </dsp:txXfrm>
    </dsp:sp>
    <dsp:sp modelId="{D7A18CBF-E9C5-40AD-AB13-E0A08B6C9FCD}">
      <dsp:nvSpPr>
        <dsp:cNvPr id="0" name=""/>
        <dsp:cNvSpPr/>
      </dsp:nvSpPr>
      <dsp:spPr>
        <a:xfrm>
          <a:off x="4462108" y="1320300"/>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Cumpliendo Requisitos del CFF</a:t>
          </a:r>
        </a:p>
      </dsp:txBody>
      <dsp:txXfrm>
        <a:off x="4485413" y="1343605"/>
        <a:ext cx="1544772" cy="749081"/>
      </dsp:txXfrm>
    </dsp:sp>
    <dsp:sp modelId="{94EEF403-69EB-4C78-B311-532ED543C869}">
      <dsp:nvSpPr>
        <dsp:cNvPr id="0" name=""/>
        <dsp:cNvSpPr/>
      </dsp:nvSpPr>
      <dsp:spPr>
        <a:xfrm>
          <a:off x="6053491" y="1701688"/>
          <a:ext cx="636553" cy="32915"/>
        </a:xfrm>
        <a:custGeom>
          <a:avLst/>
          <a:gdLst/>
          <a:ahLst/>
          <a:cxnLst/>
          <a:rect l="0" t="0" r="0" b="0"/>
          <a:pathLst>
            <a:path>
              <a:moveTo>
                <a:pt x="0" y="16457"/>
              </a:moveTo>
              <a:lnTo>
                <a:pt x="636553"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355854" y="1702232"/>
        <a:ext cx="31827" cy="31827"/>
      </dsp:txXfrm>
    </dsp:sp>
    <dsp:sp modelId="{9E27424C-67D8-4793-A347-1961B7A54048}">
      <dsp:nvSpPr>
        <dsp:cNvPr id="0" name=""/>
        <dsp:cNvSpPr/>
      </dsp:nvSpPr>
      <dsp:spPr>
        <a:xfrm>
          <a:off x="6690044" y="1320300"/>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No hay Enajenación</a:t>
          </a:r>
        </a:p>
      </dsp:txBody>
      <dsp:txXfrm>
        <a:off x="6713349" y="1343605"/>
        <a:ext cx="1544772" cy="749081"/>
      </dsp:txXfrm>
    </dsp:sp>
    <dsp:sp modelId="{0310E6F8-B733-4704-A650-0D0A19D49B2D}">
      <dsp:nvSpPr>
        <dsp:cNvPr id="0" name=""/>
        <dsp:cNvSpPr/>
      </dsp:nvSpPr>
      <dsp:spPr>
        <a:xfrm>
          <a:off x="8281427" y="1701688"/>
          <a:ext cx="636553" cy="32915"/>
        </a:xfrm>
        <a:custGeom>
          <a:avLst/>
          <a:gdLst/>
          <a:ahLst/>
          <a:cxnLst/>
          <a:rect l="0" t="0" r="0" b="0"/>
          <a:pathLst>
            <a:path>
              <a:moveTo>
                <a:pt x="0" y="16457"/>
              </a:moveTo>
              <a:lnTo>
                <a:pt x="636553"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583790" y="1702232"/>
        <a:ext cx="31827" cy="31827"/>
      </dsp:txXfrm>
    </dsp:sp>
    <dsp:sp modelId="{24C9CF6D-16A7-4959-9307-E75A2760348E}">
      <dsp:nvSpPr>
        <dsp:cNvPr id="0" name=""/>
        <dsp:cNvSpPr/>
      </dsp:nvSpPr>
      <dsp:spPr>
        <a:xfrm>
          <a:off x="8917980" y="1320300"/>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No puede haber ganancia en enajenación</a:t>
          </a:r>
        </a:p>
      </dsp:txBody>
      <dsp:txXfrm>
        <a:off x="8941285" y="1343605"/>
        <a:ext cx="1544772" cy="749081"/>
      </dsp:txXfrm>
    </dsp:sp>
    <dsp:sp modelId="{7421FD4F-DFF1-44C1-82B8-46DF53FFDCFA}">
      <dsp:nvSpPr>
        <dsp:cNvPr id="0" name=""/>
        <dsp:cNvSpPr/>
      </dsp:nvSpPr>
      <dsp:spPr>
        <a:xfrm rot="2142401">
          <a:off x="3751873" y="2387972"/>
          <a:ext cx="783917" cy="32915"/>
        </a:xfrm>
        <a:custGeom>
          <a:avLst/>
          <a:gdLst/>
          <a:ahLst/>
          <a:cxnLst/>
          <a:rect l="0" t="0" r="0" b="0"/>
          <a:pathLst>
            <a:path>
              <a:moveTo>
                <a:pt x="0" y="16457"/>
              </a:moveTo>
              <a:lnTo>
                <a:pt x="783917"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4234" y="2384832"/>
        <a:ext cx="39195" cy="39195"/>
      </dsp:txXfrm>
    </dsp:sp>
    <dsp:sp modelId="{0803A009-FD38-4F5B-B371-E74B31195358}">
      <dsp:nvSpPr>
        <dsp:cNvPr id="0" name=""/>
        <dsp:cNvSpPr/>
      </dsp:nvSpPr>
      <dsp:spPr>
        <a:xfrm>
          <a:off x="4462108" y="2235345"/>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Sin Cumplir Requisitos del CFF</a:t>
          </a:r>
        </a:p>
      </dsp:txBody>
      <dsp:txXfrm>
        <a:off x="4485413" y="2258650"/>
        <a:ext cx="1544772" cy="749081"/>
      </dsp:txXfrm>
    </dsp:sp>
    <dsp:sp modelId="{EACA6742-D9C4-49B6-A265-F3A3BEFA35CD}">
      <dsp:nvSpPr>
        <dsp:cNvPr id="0" name=""/>
        <dsp:cNvSpPr/>
      </dsp:nvSpPr>
      <dsp:spPr>
        <a:xfrm>
          <a:off x="6053491" y="2616734"/>
          <a:ext cx="636553" cy="32915"/>
        </a:xfrm>
        <a:custGeom>
          <a:avLst/>
          <a:gdLst/>
          <a:ahLst/>
          <a:cxnLst/>
          <a:rect l="0" t="0" r="0" b="0"/>
          <a:pathLst>
            <a:path>
              <a:moveTo>
                <a:pt x="0" y="16457"/>
              </a:moveTo>
              <a:lnTo>
                <a:pt x="636553"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355854" y="2617277"/>
        <a:ext cx="31827" cy="31827"/>
      </dsp:txXfrm>
    </dsp:sp>
    <dsp:sp modelId="{59FC32B4-46A6-400A-A511-04D755EE6BE4}">
      <dsp:nvSpPr>
        <dsp:cNvPr id="0" name=""/>
        <dsp:cNvSpPr/>
      </dsp:nvSpPr>
      <dsp:spPr>
        <a:xfrm>
          <a:off x="6690044" y="2235345"/>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Se consideran enajenados los bienes de la fusionada o de la escindente</a:t>
          </a:r>
        </a:p>
      </dsp:txBody>
      <dsp:txXfrm>
        <a:off x="6713349" y="2258650"/>
        <a:ext cx="1544772" cy="749081"/>
      </dsp:txXfrm>
    </dsp:sp>
    <dsp:sp modelId="{7E56C346-1B42-4984-A712-C1DEB36BA0D9}">
      <dsp:nvSpPr>
        <dsp:cNvPr id="0" name=""/>
        <dsp:cNvSpPr/>
      </dsp:nvSpPr>
      <dsp:spPr>
        <a:xfrm>
          <a:off x="8281427" y="2616734"/>
          <a:ext cx="636553" cy="32915"/>
        </a:xfrm>
        <a:custGeom>
          <a:avLst/>
          <a:gdLst/>
          <a:ahLst/>
          <a:cxnLst/>
          <a:rect l="0" t="0" r="0" b="0"/>
          <a:pathLst>
            <a:path>
              <a:moveTo>
                <a:pt x="0" y="16457"/>
              </a:moveTo>
              <a:lnTo>
                <a:pt x="636553"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583790" y="2617277"/>
        <a:ext cx="31827" cy="31827"/>
      </dsp:txXfrm>
    </dsp:sp>
    <dsp:sp modelId="{023051B4-CD7A-42D0-8F43-C288953CA1DA}">
      <dsp:nvSpPr>
        <dsp:cNvPr id="0" name=""/>
        <dsp:cNvSpPr/>
      </dsp:nvSpPr>
      <dsp:spPr>
        <a:xfrm>
          <a:off x="8917980" y="2235345"/>
          <a:ext cx="1591382" cy="79569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Se Acumula la Ganancia por los Bienes Enajenados</a:t>
          </a:r>
        </a:p>
      </dsp:txBody>
      <dsp:txXfrm>
        <a:off x="8941285" y="2258650"/>
        <a:ext cx="1544772" cy="749081"/>
      </dsp:txXfrm>
    </dsp:sp>
    <dsp:sp modelId="{3F07222F-8B21-4E67-B2D0-69AFE1E2BC5E}">
      <dsp:nvSpPr>
        <dsp:cNvPr id="0" name=""/>
        <dsp:cNvSpPr/>
      </dsp:nvSpPr>
      <dsp:spPr>
        <a:xfrm rot="3907178">
          <a:off x="1159400" y="2845495"/>
          <a:ext cx="1512991" cy="32915"/>
        </a:xfrm>
        <a:custGeom>
          <a:avLst/>
          <a:gdLst/>
          <a:ahLst/>
          <a:cxnLst/>
          <a:rect l="0" t="0" r="0" b="0"/>
          <a:pathLst>
            <a:path>
              <a:moveTo>
                <a:pt x="0" y="16457"/>
              </a:moveTo>
              <a:lnTo>
                <a:pt x="1512991" y="164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878071" y="2824128"/>
        <a:ext cx="75649" cy="75649"/>
      </dsp:txXfrm>
    </dsp:sp>
    <dsp:sp modelId="{F795B927-70AA-4001-A6C5-70F5983389EC}">
      <dsp:nvSpPr>
        <dsp:cNvPr id="0" name=""/>
        <dsp:cNvSpPr/>
      </dsp:nvSpPr>
      <dsp:spPr>
        <a:xfrm>
          <a:off x="2234172" y="3150391"/>
          <a:ext cx="1591382" cy="795691"/>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Reducción de Capital o Liquidación de </a:t>
          </a:r>
          <a:r>
            <a:rPr lang="es-MX" sz="1300" u="sng" kern="1200" dirty="0"/>
            <a:t>Sociedades Extranjeras</a:t>
          </a:r>
        </a:p>
      </dsp:txBody>
      <dsp:txXfrm>
        <a:off x="2257477" y="3173696"/>
        <a:ext cx="1544772" cy="749081"/>
      </dsp:txXfrm>
    </dsp:sp>
    <dsp:sp modelId="{B3608DD0-5158-490E-8161-AE7BC3CC703C}">
      <dsp:nvSpPr>
        <dsp:cNvPr id="0" name=""/>
        <dsp:cNvSpPr/>
      </dsp:nvSpPr>
      <dsp:spPr>
        <a:xfrm>
          <a:off x="3825555" y="3531779"/>
          <a:ext cx="636553" cy="32915"/>
        </a:xfrm>
        <a:custGeom>
          <a:avLst/>
          <a:gdLst/>
          <a:ahLst/>
          <a:cxnLst/>
          <a:rect l="0" t="0" r="0" b="0"/>
          <a:pathLst>
            <a:path>
              <a:moveTo>
                <a:pt x="0" y="16457"/>
              </a:moveTo>
              <a:lnTo>
                <a:pt x="636553" y="164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127918" y="3532322"/>
        <a:ext cx="31827" cy="31827"/>
      </dsp:txXfrm>
    </dsp:sp>
    <dsp:sp modelId="{31698BBB-F333-4EC5-B262-526B3E57CE11}">
      <dsp:nvSpPr>
        <dsp:cNvPr id="0" name=""/>
        <dsp:cNvSpPr/>
      </dsp:nvSpPr>
      <dsp:spPr>
        <a:xfrm>
          <a:off x="4462108" y="3150391"/>
          <a:ext cx="1591382" cy="795691"/>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Reembolso por Acción MENOS Costo Comprobado</a:t>
          </a:r>
        </a:p>
      </dsp:txBody>
      <dsp:txXfrm>
        <a:off x="4485413" y="3173696"/>
        <a:ext cx="1544772" cy="7490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0459DD-8550-48AD-A338-62BEA4E59E6B}">
      <dsp:nvSpPr>
        <dsp:cNvPr id="0" name=""/>
        <dsp:cNvSpPr/>
      </dsp:nvSpPr>
      <dsp:spPr>
        <a:xfrm>
          <a:off x="1206" y="1503"/>
          <a:ext cx="10513186" cy="9869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s-MX" sz="4300" kern="1200" dirty="0"/>
            <a:t>Terrenos y Otros Bienes</a:t>
          </a:r>
        </a:p>
      </dsp:txBody>
      <dsp:txXfrm>
        <a:off x="30112" y="30409"/>
        <a:ext cx="10455374" cy="929100"/>
      </dsp:txXfrm>
    </dsp:sp>
    <dsp:sp modelId="{8B1EAFCC-9520-4EB9-84F0-EC194F6C48CD}">
      <dsp:nvSpPr>
        <dsp:cNvPr id="0" name=""/>
        <dsp:cNvSpPr/>
      </dsp:nvSpPr>
      <dsp:spPr>
        <a:xfrm>
          <a:off x="1206" y="1121976"/>
          <a:ext cx="6938165" cy="9869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MX" sz="2200" kern="1200" dirty="0"/>
            <a:t>Bienes Incluidos</a:t>
          </a:r>
        </a:p>
      </dsp:txBody>
      <dsp:txXfrm>
        <a:off x="30112" y="1150882"/>
        <a:ext cx="6880353" cy="929100"/>
      </dsp:txXfrm>
    </dsp:sp>
    <dsp:sp modelId="{557DA68F-4BB3-4153-B412-BBB1A552593C}">
      <dsp:nvSpPr>
        <dsp:cNvPr id="0" name=""/>
        <dsp:cNvSpPr/>
      </dsp:nvSpPr>
      <dsp:spPr>
        <a:xfrm>
          <a:off x="1206" y="2242449"/>
          <a:ext cx="1681571" cy="9869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Terrenos </a:t>
          </a:r>
        </a:p>
      </dsp:txBody>
      <dsp:txXfrm>
        <a:off x="30112" y="2271355"/>
        <a:ext cx="1623759" cy="929100"/>
      </dsp:txXfrm>
    </dsp:sp>
    <dsp:sp modelId="{4557E1E8-6E9F-4244-9FA3-772FC272CE79}">
      <dsp:nvSpPr>
        <dsp:cNvPr id="0" name=""/>
        <dsp:cNvSpPr/>
      </dsp:nvSpPr>
      <dsp:spPr>
        <a:xfrm>
          <a:off x="1753404" y="2242449"/>
          <a:ext cx="1681571" cy="9869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Títulos Valor que representen bienes, excepto mercancías</a:t>
          </a:r>
        </a:p>
      </dsp:txBody>
      <dsp:txXfrm>
        <a:off x="1782310" y="2271355"/>
        <a:ext cx="1623759" cy="929100"/>
      </dsp:txXfrm>
    </dsp:sp>
    <dsp:sp modelId="{C3E2DCA3-7317-40DC-85E8-B333CA413645}">
      <dsp:nvSpPr>
        <dsp:cNvPr id="0" name=""/>
        <dsp:cNvSpPr/>
      </dsp:nvSpPr>
      <dsp:spPr>
        <a:xfrm>
          <a:off x="3505602" y="2242449"/>
          <a:ext cx="1681571" cy="9869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Títulos Valor cuyos rendimientos NO son intereses</a:t>
          </a:r>
        </a:p>
      </dsp:txBody>
      <dsp:txXfrm>
        <a:off x="3534508" y="2271355"/>
        <a:ext cx="1623759" cy="929100"/>
      </dsp:txXfrm>
    </dsp:sp>
    <dsp:sp modelId="{C11BAF9A-55DA-4314-99B6-1E4101B14CAA}">
      <dsp:nvSpPr>
        <dsp:cNvPr id="0" name=""/>
        <dsp:cNvSpPr/>
      </dsp:nvSpPr>
      <dsp:spPr>
        <a:xfrm>
          <a:off x="5257800" y="2242449"/>
          <a:ext cx="1681571" cy="9869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Monedas de Oro y Plata y Onzas Troy</a:t>
          </a:r>
        </a:p>
      </dsp:txBody>
      <dsp:txXfrm>
        <a:off x="5286706" y="2271355"/>
        <a:ext cx="1623759" cy="929100"/>
      </dsp:txXfrm>
    </dsp:sp>
    <dsp:sp modelId="{1C906859-378C-4E2A-8FD7-9531200AEAFB}">
      <dsp:nvSpPr>
        <dsp:cNvPr id="0" name=""/>
        <dsp:cNvSpPr/>
      </dsp:nvSpPr>
      <dsp:spPr>
        <a:xfrm>
          <a:off x="7080623" y="1121976"/>
          <a:ext cx="3433769" cy="986912"/>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MX" sz="2200" kern="1200" dirty="0"/>
            <a:t>Ganancia Acumulable</a:t>
          </a:r>
        </a:p>
        <a:p>
          <a:pPr marL="0" lvl="0" indent="0" algn="ctr" defTabSz="977900">
            <a:lnSpc>
              <a:spcPct val="90000"/>
            </a:lnSpc>
            <a:spcBef>
              <a:spcPct val="0"/>
            </a:spcBef>
            <a:spcAft>
              <a:spcPct val="35000"/>
            </a:spcAft>
            <a:buNone/>
          </a:pPr>
          <a:r>
            <a:rPr lang="es-MX" sz="2200" kern="1200" dirty="0"/>
            <a:t>(Pérdida Deducible)</a:t>
          </a:r>
        </a:p>
      </dsp:txBody>
      <dsp:txXfrm>
        <a:off x="7109529" y="1150882"/>
        <a:ext cx="3375957" cy="929100"/>
      </dsp:txXfrm>
    </dsp:sp>
    <dsp:sp modelId="{E5716D77-375F-46A6-889A-8355D80DCB0C}">
      <dsp:nvSpPr>
        <dsp:cNvPr id="0" name=""/>
        <dsp:cNvSpPr/>
      </dsp:nvSpPr>
      <dsp:spPr>
        <a:xfrm>
          <a:off x="7080623" y="2242449"/>
          <a:ext cx="1681571" cy="986912"/>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Ingreso Obtenido</a:t>
          </a:r>
        </a:p>
      </dsp:txBody>
      <dsp:txXfrm>
        <a:off x="7109529" y="2271355"/>
        <a:ext cx="1623759" cy="929100"/>
      </dsp:txXfrm>
    </dsp:sp>
    <dsp:sp modelId="{148FCC4D-AA8C-4729-A86B-7F0A67B0DA12}">
      <dsp:nvSpPr>
        <dsp:cNvPr id="0" name=""/>
        <dsp:cNvSpPr/>
      </dsp:nvSpPr>
      <dsp:spPr>
        <a:xfrm>
          <a:off x="8832821" y="2242449"/>
          <a:ext cx="1681571" cy="986912"/>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Monto Original de la Inversión</a:t>
          </a:r>
        </a:p>
      </dsp:txBody>
      <dsp:txXfrm>
        <a:off x="8861727" y="2271355"/>
        <a:ext cx="1623759" cy="929100"/>
      </dsp:txXfrm>
    </dsp:sp>
    <dsp:sp modelId="{E12B11D3-9B64-4826-A2F0-F561A5CE83DD}">
      <dsp:nvSpPr>
        <dsp:cNvPr id="0" name=""/>
        <dsp:cNvSpPr/>
      </dsp:nvSpPr>
      <dsp:spPr>
        <a:xfrm>
          <a:off x="8832821" y="3362922"/>
          <a:ext cx="1681571" cy="986912"/>
        </a:xfrm>
        <a:prstGeom prst="roundRect">
          <a:avLst>
            <a:gd name="adj" fmla="val 10000"/>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MX" sz="1400" kern="1200" dirty="0"/>
            <a:t>Ajustado hasta el mes Inmediato Anterior </a:t>
          </a:r>
        </a:p>
      </dsp:txBody>
      <dsp:txXfrm>
        <a:off x="8861727" y="3391828"/>
        <a:ext cx="1623759" cy="9291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E9E44A-DBF3-47C9-A226-FE0DBFC30627}">
      <dsp:nvSpPr>
        <dsp:cNvPr id="0" name=""/>
        <dsp:cNvSpPr/>
      </dsp:nvSpPr>
      <dsp:spPr>
        <a:xfrm>
          <a:off x="7282288" y="3411660"/>
          <a:ext cx="538113" cy="91440"/>
        </a:xfrm>
        <a:custGeom>
          <a:avLst/>
          <a:gdLst/>
          <a:ahLst/>
          <a:cxnLst/>
          <a:rect l="0" t="0" r="0" b="0"/>
          <a:pathLst>
            <a:path>
              <a:moveTo>
                <a:pt x="0" y="45720"/>
              </a:moveTo>
              <a:lnTo>
                <a:pt x="538113"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7537892" y="3443927"/>
        <a:ext cx="26905" cy="26905"/>
      </dsp:txXfrm>
    </dsp:sp>
    <dsp:sp modelId="{22CFD354-B519-4B42-A18C-28FC26AB8C9D}">
      <dsp:nvSpPr>
        <dsp:cNvPr id="0" name=""/>
        <dsp:cNvSpPr/>
      </dsp:nvSpPr>
      <dsp:spPr>
        <a:xfrm>
          <a:off x="4053606" y="2944695"/>
          <a:ext cx="538113" cy="512684"/>
        </a:xfrm>
        <a:custGeom>
          <a:avLst/>
          <a:gdLst/>
          <a:ahLst/>
          <a:cxnLst/>
          <a:rect l="0" t="0" r="0" b="0"/>
          <a:pathLst>
            <a:path>
              <a:moveTo>
                <a:pt x="0" y="0"/>
              </a:moveTo>
              <a:lnTo>
                <a:pt x="269056" y="0"/>
              </a:lnTo>
              <a:lnTo>
                <a:pt x="269056" y="512684"/>
              </a:lnTo>
              <a:lnTo>
                <a:pt x="538113" y="51268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304082" y="3182456"/>
        <a:ext cx="37162" cy="37162"/>
      </dsp:txXfrm>
    </dsp:sp>
    <dsp:sp modelId="{881F4A6A-D801-4498-8C57-CB4D88275854}">
      <dsp:nvSpPr>
        <dsp:cNvPr id="0" name=""/>
        <dsp:cNvSpPr/>
      </dsp:nvSpPr>
      <dsp:spPr>
        <a:xfrm>
          <a:off x="4053606" y="2432011"/>
          <a:ext cx="538113" cy="512684"/>
        </a:xfrm>
        <a:custGeom>
          <a:avLst/>
          <a:gdLst/>
          <a:ahLst/>
          <a:cxnLst/>
          <a:rect l="0" t="0" r="0" b="0"/>
          <a:pathLst>
            <a:path>
              <a:moveTo>
                <a:pt x="0" y="512684"/>
              </a:moveTo>
              <a:lnTo>
                <a:pt x="269056" y="512684"/>
              </a:lnTo>
              <a:lnTo>
                <a:pt x="269056" y="0"/>
              </a:lnTo>
              <a:lnTo>
                <a:pt x="538113"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304082" y="2669772"/>
        <a:ext cx="37162" cy="37162"/>
      </dsp:txXfrm>
    </dsp:sp>
    <dsp:sp modelId="{8C44A382-63CD-4F6C-B040-1DE31EB64B0F}">
      <dsp:nvSpPr>
        <dsp:cNvPr id="0" name=""/>
        <dsp:cNvSpPr/>
      </dsp:nvSpPr>
      <dsp:spPr>
        <a:xfrm>
          <a:off x="824924" y="2175669"/>
          <a:ext cx="538113" cy="769026"/>
        </a:xfrm>
        <a:custGeom>
          <a:avLst/>
          <a:gdLst/>
          <a:ahLst/>
          <a:cxnLst/>
          <a:rect l="0" t="0" r="0" b="0"/>
          <a:pathLst>
            <a:path>
              <a:moveTo>
                <a:pt x="0" y="0"/>
              </a:moveTo>
              <a:lnTo>
                <a:pt x="269056" y="0"/>
              </a:lnTo>
              <a:lnTo>
                <a:pt x="269056" y="769026"/>
              </a:lnTo>
              <a:lnTo>
                <a:pt x="538113" y="76902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70516" y="2536717"/>
        <a:ext cx="46929" cy="46929"/>
      </dsp:txXfrm>
    </dsp:sp>
    <dsp:sp modelId="{3C7BB132-13DF-4017-8991-0D15507B3FDA}">
      <dsp:nvSpPr>
        <dsp:cNvPr id="0" name=""/>
        <dsp:cNvSpPr/>
      </dsp:nvSpPr>
      <dsp:spPr>
        <a:xfrm>
          <a:off x="4053606" y="1360922"/>
          <a:ext cx="538113" cy="91440"/>
        </a:xfrm>
        <a:custGeom>
          <a:avLst/>
          <a:gdLst/>
          <a:ahLst/>
          <a:cxnLst/>
          <a:rect l="0" t="0" r="0" b="0"/>
          <a:pathLst>
            <a:path>
              <a:moveTo>
                <a:pt x="0" y="45720"/>
              </a:moveTo>
              <a:lnTo>
                <a:pt x="538113"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4309210" y="1393189"/>
        <a:ext cx="26905" cy="26905"/>
      </dsp:txXfrm>
    </dsp:sp>
    <dsp:sp modelId="{82944672-23FC-4312-9136-3E03421F1947}">
      <dsp:nvSpPr>
        <dsp:cNvPr id="0" name=""/>
        <dsp:cNvSpPr/>
      </dsp:nvSpPr>
      <dsp:spPr>
        <a:xfrm>
          <a:off x="824924" y="1406642"/>
          <a:ext cx="538113" cy="769026"/>
        </a:xfrm>
        <a:custGeom>
          <a:avLst/>
          <a:gdLst/>
          <a:ahLst/>
          <a:cxnLst/>
          <a:rect l="0" t="0" r="0" b="0"/>
          <a:pathLst>
            <a:path>
              <a:moveTo>
                <a:pt x="0" y="769026"/>
              </a:moveTo>
              <a:lnTo>
                <a:pt x="269056" y="769026"/>
              </a:lnTo>
              <a:lnTo>
                <a:pt x="269056" y="0"/>
              </a:lnTo>
              <a:lnTo>
                <a:pt x="53811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70516" y="1767690"/>
        <a:ext cx="46929" cy="46929"/>
      </dsp:txXfrm>
    </dsp:sp>
    <dsp:sp modelId="{13F7AFC8-9CA5-480F-B980-D77E91E98AF2}">
      <dsp:nvSpPr>
        <dsp:cNvPr id="0" name=""/>
        <dsp:cNvSpPr/>
      </dsp:nvSpPr>
      <dsp:spPr>
        <a:xfrm rot="16200000">
          <a:off x="-1743894" y="1765521"/>
          <a:ext cx="4317343"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lvl="0" indent="0" algn="ctr" defTabSz="2355850">
            <a:lnSpc>
              <a:spcPct val="90000"/>
            </a:lnSpc>
            <a:spcBef>
              <a:spcPct val="0"/>
            </a:spcBef>
            <a:spcAft>
              <a:spcPct val="35000"/>
            </a:spcAft>
            <a:buNone/>
          </a:pPr>
          <a:r>
            <a:rPr lang="es-MX" sz="5300" kern="1200" dirty="0"/>
            <a:t>Intereses</a:t>
          </a:r>
        </a:p>
      </dsp:txBody>
      <dsp:txXfrm>
        <a:off x="-1743894" y="1765521"/>
        <a:ext cx="4317343" cy="820295"/>
      </dsp:txXfrm>
    </dsp:sp>
    <dsp:sp modelId="{7923E534-C594-4651-83C9-8AF39BCABAF4}">
      <dsp:nvSpPr>
        <dsp:cNvPr id="0" name=""/>
        <dsp:cNvSpPr/>
      </dsp:nvSpPr>
      <dsp:spPr>
        <a:xfrm>
          <a:off x="1363038" y="996494"/>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Normales</a:t>
          </a:r>
        </a:p>
      </dsp:txBody>
      <dsp:txXfrm>
        <a:off x="1363038" y="996494"/>
        <a:ext cx="2690568" cy="820295"/>
      </dsp:txXfrm>
    </dsp:sp>
    <dsp:sp modelId="{B8251C9E-DF5C-4539-A6BB-CD11FCB8D901}">
      <dsp:nvSpPr>
        <dsp:cNvPr id="0" name=""/>
        <dsp:cNvSpPr/>
      </dsp:nvSpPr>
      <dsp:spPr>
        <a:xfrm>
          <a:off x="4591720" y="996494"/>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Devengado</a:t>
          </a:r>
        </a:p>
      </dsp:txBody>
      <dsp:txXfrm>
        <a:off x="4591720" y="996494"/>
        <a:ext cx="2690568" cy="820295"/>
      </dsp:txXfrm>
    </dsp:sp>
    <dsp:sp modelId="{AA12FD5B-1F91-4960-958A-AFD21E18436D}">
      <dsp:nvSpPr>
        <dsp:cNvPr id="0" name=""/>
        <dsp:cNvSpPr/>
      </dsp:nvSpPr>
      <dsp:spPr>
        <a:xfrm>
          <a:off x="1363038" y="2534548"/>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Moratorios</a:t>
          </a:r>
        </a:p>
      </dsp:txBody>
      <dsp:txXfrm>
        <a:off x="1363038" y="2534548"/>
        <a:ext cx="2690568" cy="820295"/>
      </dsp:txXfrm>
    </dsp:sp>
    <dsp:sp modelId="{94ED59B5-92DF-46E8-9F6E-A8AA4939303D}">
      <dsp:nvSpPr>
        <dsp:cNvPr id="0" name=""/>
        <dsp:cNvSpPr/>
      </dsp:nvSpPr>
      <dsp:spPr>
        <a:xfrm>
          <a:off x="4591720" y="2021863"/>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Devengado 3 primeros meses</a:t>
          </a:r>
        </a:p>
      </dsp:txBody>
      <dsp:txXfrm>
        <a:off x="4591720" y="2021863"/>
        <a:ext cx="2690568" cy="820295"/>
      </dsp:txXfrm>
    </dsp:sp>
    <dsp:sp modelId="{4AE2F50D-0554-41A0-8DD4-E7DB3A5FBC86}">
      <dsp:nvSpPr>
        <dsp:cNvPr id="0" name=""/>
        <dsp:cNvSpPr/>
      </dsp:nvSpPr>
      <dsp:spPr>
        <a:xfrm>
          <a:off x="4591720" y="3047232"/>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Cobro a partir del 4 mes</a:t>
          </a:r>
        </a:p>
      </dsp:txBody>
      <dsp:txXfrm>
        <a:off x="4591720" y="3047232"/>
        <a:ext cx="2690568" cy="820295"/>
      </dsp:txXfrm>
    </dsp:sp>
    <dsp:sp modelId="{EA54AF6F-6247-4596-829B-DA8D8407EE82}">
      <dsp:nvSpPr>
        <dsp:cNvPr id="0" name=""/>
        <dsp:cNvSpPr/>
      </dsp:nvSpPr>
      <dsp:spPr>
        <a:xfrm>
          <a:off x="7820402" y="3047232"/>
          <a:ext cx="2690568" cy="8202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MX" sz="2800" kern="1200" dirty="0"/>
            <a:t>PEPS</a:t>
          </a:r>
        </a:p>
      </dsp:txBody>
      <dsp:txXfrm>
        <a:off x="7820402" y="3047232"/>
        <a:ext cx="2690568" cy="8202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738F85-0AE6-40C2-8CC1-F9B5230FA608}">
      <dsp:nvSpPr>
        <dsp:cNvPr id="0" name=""/>
        <dsp:cNvSpPr/>
      </dsp:nvSpPr>
      <dsp:spPr>
        <a:xfrm>
          <a:off x="4520989" y="1917854"/>
          <a:ext cx="1473621" cy="1473621"/>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Intereses</a:t>
          </a:r>
        </a:p>
      </dsp:txBody>
      <dsp:txXfrm>
        <a:off x="4736796" y="2133661"/>
        <a:ext cx="1042007" cy="1042007"/>
      </dsp:txXfrm>
    </dsp:sp>
    <dsp:sp modelId="{51F04334-93A1-4E56-A47A-6CE8B4713EE5}">
      <dsp:nvSpPr>
        <dsp:cNvPr id="0" name=""/>
        <dsp:cNvSpPr/>
      </dsp:nvSpPr>
      <dsp:spPr>
        <a:xfrm rot="16200000">
          <a:off x="5036617" y="1684059"/>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6740" y="1685613"/>
        <a:ext cx="22118" cy="22118"/>
      </dsp:txXfrm>
    </dsp:sp>
    <dsp:sp modelId="{FC2366FB-F9A3-4395-B8F2-253E5F28F8E4}">
      <dsp:nvSpPr>
        <dsp:cNvPr id="0" name=""/>
        <dsp:cNvSpPr/>
      </dsp:nvSpPr>
      <dsp:spPr>
        <a:xfrm>
          <a:off x="4520989" y="1867"/>
          <a:ext cx="1473621" cy="1473621"/>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Son Intereses</a:t>
          </a:r>
        </a:p>
      </dsp:txBody>
      <dsp:txXfrm>
        <a:off x="4736796" y="217674"/>
        <a:ext cx="1042007" cy="1042007"/>
      </dsp:txXfrm>
    </dsp:sp>
    <dsp:sp modelId="{E740D717-6A05-436F-AEE6-53095CEED9C6}">
      <dsp:nvSpPr>
        <dsp:cNvPr id="0" name=""/>
        <dsp:cNvSpPr/>
      </dsp:nvSpPr>
      <dsp:spPr>
        <a:xfrm rot="1800000">
          <a:off x="5866264"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76387" y="3122603"/>
        <a:ext cx="22118" cy="22118"/>
      </dsp:txXfrm>
    </dsp:sp>
    <dsp:sp modelId="{71D03CFC-452D-4EC3-845A-C29AB2060741}">
      <dsp:nvSpPr>
        <dsp:cNvPr id="0" name=""/>
        <dsp:cNvSpPr/>
      </dsp:nvSpPr>
      <dsp:spPr>
        <a:xfrm>
          <a:off x="6180282" y="2875848"/>
          <a:ext cx="1473621" cy="1473621"/>
        </a:xfrm>
        <a:prstGeom prst="ellipse">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Se Consideran Intereses</a:t>
          </a:r>
        </a:p>
      </dsp:txBody>
      <dsp:txXfrm>
        <a:off x="6396089" y="3091655"/>
        <a:ext cx="1042007" cy="1042007"/>
      </dsp:txXfrm>
    </dsp:sp>
    <dsp:sp modelId="{44E49E15-DBD1-4094-B0F1-F7950639E875}">
      <dsp:nvSpPr>
        <dsp:cNvPr id="0" name=""/>
        <dsp:cNvSpPr/>
      </dsp:nvSpPr>
      <dsp:spPr>
        <a:xfrm rot="9000000">
          <a:off x="4206970"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17094" y="3122603"/>
        <a:ext cx="22118" cy="22118"/>
      </dsp:txXfrm>
    </dsp:sp>
    <dsp:sp modelId="{E0C07C74-AA9F-472D-9122-DE760A963A72}">
      <dsp:nvSpPr>
        <dsp:cNvPr id="0" name=""/>
        <dsp:cNvSpPr/>
      </dsp:nvSpPr>
      <dsp:spPr>
        <a:xfrm>
          <a:off x="2861695" y="2875848"/>
          <a:ext cx="1473621" cy="1473621"/>
        </a:xfrm>
        <a:prstGeom prst="ellipse">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Tienen el Tratamiento de Intereses</a:t>
          </a:r>
        </a:p>
      </dsp:txBody>
      <dsp:txXfrm>
        <a:off x="3077502" y="3091655"/>
        <a:ext cx="1042007" cy="10420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4D739-3B92-429A-A41C-FC19A18B3946}">
      <dsp:nvSpPr>
        <dsp:cNvPr id="0" name=""/>
        <dsp:cNvSpPr/>
      </dsp:nvSpPr>
      <dsp:spPr>
        <a:xfrm>
          <a:off x="4609560" y="1688434"/>
          <a:ext cx="1296479" cy="1296479"/>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Rendimientos de Créditos de Cualquier Clase</a:t>
          </a:r>
        </a:p>
      </dsp:txBody>
      <dsp:txXfrm>
        <a:off x="4799425" y="1878299"/>
        <a:ext cx="916749" cy="916749"/>
      </dsp:txXfrm>
    </dsp:sp>
    <dsp:sp modelId="{6B65A0CC-C15C-4976-BBBA-F2166F4B8B38}">
      <dsp:nvSpPr>
        <dsp:cNvPr id="0" name=""/>
        <dsp:cNvSpPr/>
      </dsp:nvSpPr>
      <dsp:spPr>
        <a:xfrm rot="16200000">
          <a:off x="5063004" y="1482543"/>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8060" y="1483899"/>
        <a:ext cx="19479" cy="19479"/>
      </dsp:txXfrm>
    </dsp:sp>
    <dsp:sp modelId="{CC2D6668-44CF-4766-B104-0FA5734DA4B0}">
      <dsp:nvSpPr>
        <dsp:cNvPr id="0" name=""/>
        <dsp:cNvSpPr/>
      </dsp:nvSpPr>
      <dsp:spPr>
        <a:xfrm>
          <a:off x="4609560" y="2364"/>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Ganancia en Valores Colocados entre el Gran Público </a:t>
          </a:r>
        </a:p>
      </dsp:txBody>
      <dsp:txXfrm>
        <a:off x="4799425" y="192229"/>
        <a:ext cx="916749" cy="916749"/>
      </dsp:txXfrm>
    </dsp:sp>
    <dsp:sp modelId="{953EB39C-323A-4153-AE00-CFC752187371}">
      <dsp:nvSpPr>
        <dsp:cNvPr id="0" name=""/>
        <dsp:cNvSpPr/>
      </dsp:nvSpPr>
      <dsp:spPr>
        <a:xfrm rot="20520000">
          <a:off x="5864778" y="2065066"/>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49834" y="2066422"/>
        <a:ext cx="19479" cy="19479"/>
      </dsp:txXfrm>
    </dsp:sp>
    <dsp:sp modelId="{484B3C9E-9840-43EB-BBC8-1844663D8558}">
      <dsp:nvSpPr>
        <dsp:cNvPr id="0" name=""/>
        <dsp:cNvSpPr/>
      </dsp:nvSpPr>
      <dsp:spPr>
        <a:xfrm>
          <a:off x="6213108" y="1167410"/>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Rendimientos de Deuda Pública</a:t>
          </a:r>
        </a:p>
      </dsp:txBody>
      <dsp:txXfrm>
        <a:off x="6402973" y="1357275"/>
        <a:ext cx="916749" cy="916749"/>
      </dsp:txXfrm>
    </dsp:sp>
    <dsp:sp modelId="{6CCCACE1-2F04-4B3E-95EE-4B16C9D4F52F}">
      <dsp:nvSpPr>
        <dsp:cNvPr id="0" name=""/>
        <dsp:cNvSpPr/>
      </dsp:nvSpPr>
      <dsp:spPr>
        <a:xfrm rot="3240000">
          <a:off x="5558527" y="3007607"/>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3583" y="3008964"/>
        <a:ext cx="19479" cy="19479"/>
      </dsp:txXfrm>
    </dsp:sp>
    <dsp:sp modelId="{F3EC79B5-0C21-4BBE-964B-65DD03E1DC99}">
      <dsp:nvSpPr>
        <dsp:cNvPr id="0" name=""/>
        <dsp:cNvSpPr/>
      </dsp:nvSpPr>
      <dsp:spPr>
        <a:xfrm>
          <a:off x="5600607" y="3052494"/>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Rendimientos de Bonos y Obligaciones</a:t>
          </a:r>
        </a:p>
      </dsp:txBody>
      <dsp:txXfrm>
        <a:off x="5790472" y="3242359"/>
        <a:ext cx="916749" cy="916749"/>
      </dsp:txXfrm>
    </dsp:sp>
    <dsp:sp modelId="{D1FDD87C-7014-49E7-9B87-D66FF24270B2}">
      <dsp:nvSpPr>
        <dsp:cNvPr id="0" name=""/>
        <dsp:cNvSpPr/>
      </dsp:nvSpPr>
      <dsp:spPr>
        <a:xfrm rot="7560000">
          <a:off x="4567480" y="3007607"/>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752536" y="3008964"/>
        <a:ext cx="19479" cy="19479"/>
      </dsp:txXfrm>
    </dsp:sp>
    <dsp:sp modelId="{703109AE-B135-43F4-9274-33DF81550C77}">
      <dsp:nvSpPr>
        <dsp:cNvPr id="0" name=""/>
        <dsp:cNvSpPr/>
      </dsp:nvSpPr>
      <dsp:spPr>
        <a:xfrm>
          <a:off x="3618513" y="3052494"/>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Premios de Reporto o de Préstamo de Valores</a:t>
          </a:r>
        </a:p>
      </dsp:txBody>
      <dsp:txXfrm>
        <a:off x="3808378" y="3242359"/>
        <a:ext cx="916749" cy="916749"/>
      </dsp:txXfrm>
    </dsp:sp>
    <dsp:sp modelId="{4AA3C6ED-4973-4B5A-B24B-E766450D540D}">
      <dsp:nvSpPr>
        <dsp:cNvPr id="0" name=""/>
        <dsp:cNvSpPr/>
      </dsp:nvSpPr>
      <dsp:spPr>
        <a:xfrm rot="11880000">
          <a:off x="4261230" y="2065066"/>
          <a:ext cx="389591" cy="22192"/>
        </a:xfrm>
        <a:custGeom>
          <a:avLst/>
          <a:gdLst/>
          <a:ahLst/>
          <a:cxnLst/>
          <a:rect l="0" t="0" r="0" b="0"/>
          <a:pathLst>
            <a:path>
              <a:moveTo>
                <a:pt x="0" y="11096"/>
              </a:moveTo>
              <a:lnTo>
                <a:pt x="389591" y="110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46286" y="2066422"/>
        <a:ext cx="19479" cy="19479"/>
      </dsp:txXfrm>
    </dsp:sp>
    <dsp:sp modelId="{4A5C0D14-084D-44C1-A71E-3903EA2B7CD4}">
      <dsp:nvSpPr>
        <dsp:cNvPr id="0" name=""/>
        <dsp:cNvSpPr/>
      </dsp:nvSpPr>
      <dsp:spPr>
        <a:xfrm>
          <a:off x="3006012" y="1167410"/>
          <a:ext cx="1296479" cy="129647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MX" sz="1200" kern="1200" dirty="0"/>
            <a:t>Avales y Garantías, excepto Aseguradoras y Afianzadoras</a:t>
          </a:r>
        </a:p>
      </dsp:txBody>
      <dsp:txXfrm>
        <a:off x="3195877" y="1357275"/>
        <a:ext cx="916749" cy="9167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5B7557-7D2F-4C7E-8B86-53B1302E95D7}">
      <dsp:nvSpPr>
        <dsp:cNvPr id="0" name=""/>
        <dsp:cNvSpPr/>
      </dsp:nvSpPr>
      <dsp:spPr>
        <a:xfrm>
          <a:off x="4520989" y="1917854"/>
          <a:ext cx="1473621" cy="1473621"/>
        </a:xfrm>
        <a:prstGeom prst="ellipse">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s-MX" sz="1400" kern="1200" dirty="0"/>
            <a:t>Considerados como Intereses</a:t>
          </a:r>
        </a:p>
      </dsp:txBody>
      <dsp:txXfrm>
        <a:off x="4736796" y="2133661"/>
        <a:ext cx="1042007" cy="1042007"/>
      </dsp:txXfrm>
    </dsp:sp>
    <dsp:sp modelId="{07A2431F-47BC-4833-8129-9F0FCE60E5B7}">
      <dsp:nvSpPr>
        <dsp:cNvPr id="0" name=""/>
        <dsp:cNvSpPr/>
      </dsp:nvSpPr>
      <dsp:spPr>
        <a:xfrm rot="16200000">
          <a:off x="5036617" y="1684059"/>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6740" y="1685613"/>
        <a:ext cx="22118" cy="22118"/>
      </dsp:txXfrm>
    </dsp:sp>
    <dsp:sp modelId="{1BF94C26-5B33-4363-9B15-374F33DE16CF}">
      <dsp:nvSpPr>
        <dsp:cNvPr id="0" name=""/>
        <dsp:cNvSpPr/>
      </dsp:nvSpPr>
      <dsp:spPr>
        <a:xfrm>
          <a:off x="4520989" y="1867"/>
          <a:ext cx="1473621" cy="14736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Factoraje Financiero</a:t>
          </a:r>
        </a:p>
      </dsp:txBody>
      <dsp:txXfrm>
        <a:off x="4736796" y="217674"/>
        <a:ext cx="1042007" cy="1042007"/>
      </dsp:txXfrm>
    </dsp:sp>
    <dsp:sp modelId="{9420AD61-B87E-40D7-8291-E4CE134FC689}">
      <dsp:nvSpPr>
        <dsp:cNvPr id="0" name=""/>
        <dsp:cNvSpPr/>
      </dsp:nvSpPr>
      <dsp:spPr>
        <a:xfrm rot="1800000">
          <a:off x="5866264"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76387" y="3122603"/>
        <a:ext cx="22118" cy="22118"/>
      </dsp:txXfrm>
    </dsp:sp>
    <dsp:sp modelId="{BD18D275-D702-4409-A62D-5DA6D80BECB0}">
      <dsp:nvSpPr>
        <dsp:cNvPr id="0" name=""/>
        <dsp:cNvSpPr/>
      </dsp:nvSpPr>
      <dsp:spPr>
        <a:xfrm>
          <a:off x="6180282" y="2875848"/>
          <a:ext cx="1473621" cy="14736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Arrendamiento Financiero</a:t>
          </a:r>
        </a:p>
      </dsp:txBody>
      <dsp:txXfrm>
        <a:off x="6396089" y="3091655"/>
        <a:ext cx="1042007" cy="1042007"/>
      </dsp:txXfrm>
    </dsp:sp>
    <dsp:sp modelId="{F8ADAE95-B802-4EF8-8BB7-D0EF02AE5FAF}">
      <dsp:nvSpPr>
        <dsp:cNvPr id="0" name=""/>
        <dsp:cNvSpPr/>
      </dsp:nvSpPr>
      <dsp:spPr>
        <a:xfrm rot="9000000">
          <a:off x="4206970" y="3121050"/>
          <a:ext cx="442365" cy="25224"/>
        </a:xfrm>
        <a:custGeom>
          <a:avLst/>
          <a:gdLst/>
          <a:ahLst/>
          <a:cxnLst/>
          <a:rect l="0" t="0" r="0" b="0"/>
          <a:pathLst>
            <a:path>
              <a:moveTo>
                <a:pt x="0" y="12612"/>
              </a:moveTo>
              <a:lnTo>
                <a:pt x="442365" y="1261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17094" y="3122603"/>
        <a:ext cx="22118" cy="22118"/>
      </dsp:txXfrm>
    </dsp:sp>
    <dsp:sp modelId="{D788779E-E040-42E6-8BCC-97BB3B688363}">
      <dsp:nvSpPr>
        <dsp:cNvPr id="0" name=""/>
        <dsp:cNvSpPr/>
      </dsp:nvSpPr>
      <dsp:spPr>
        <a:xfrm>
          <a:off x="2861695" y="2875848"/>
          <a:ext cx="1473621" cy="14736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Ajustes por Índices, factores u otros</a:t>
          </a:r>
        </a:p>
      </dsp:txBody>
      <dsp:txXfrm>
        <a:off x="3077502" y="3091655"/>
        <a:ext cx="1042007" cy="10420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B51AF-6F95-4FE6-AF3D-99250CC58129}">
      <dsp:nvSpPr>
        <dsp:cNvPr id="0" name=""/>
        <dsp:cNvSpPr/>
      </dsp:nvSpPr>
      <dsp:spPr>
        <a:xfrm>
          <a:off x="4658564" y="1576433"/>
          <a:ext cx="1198470" cy="1198470"/>
        </a:xfrm>
        <a:prstGeom prst="ellipse">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s-MX" sz="1300" kern="1200" dirty="0"/>
            <a:t>Tratamiento de Interés</a:t>
          </a:r>
        </a:p>
      </dsp:txBody>
      <dsp:txXfrm>
        <a:off x="4834076" y="1751945"/>
        <a:ext cx="847446" cy="847446"/>
      </dsp:txXfrm>
    </dsp:sp>
    <dsp:sp modelId="{21A7AA78-9570-461F-A2D4-D479A037CA1E}">
      <dsp:nvSpPr>
        <dsp:cNvPr id="0" name=""/>
        <dsp:cNvSpPr/>
      </dsp:nvSpPr>
      <dsp:spPr>
        <a:xfrm rot="16200000">
          <a:off x="5077105" y="1385481"/>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8765" y="1386703"/>
        <a:ext cx="18069" cy="18069"/>
      </dsp:txXfrm>
    </dsp:sp>
    <dsp:sp modelId="{28780EA3-F738-48E3-B527-9FAEA577D7FB}">
      <dsp:nvSpPr>
        <dsp:cNvPr id="0" name=""/>
        <dsp:cNvSpPr/>
      </dsp:nvSpPr>
      <dsp:spPr>
        <a:xfrm>
          <a:off x="4658564" y="16572"/>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Fluctuación Cambiaria</a:t>
          </a:r>
        </a:p>
      </dsp:txBody>
      <dsp:txXfrm>
        <a:off x="4834076" y="192084"/>
        <a:ext cx="847446" cy="847446"/>
      </dsp:txXfrm>
    </dsp:sp>
    <dsp:sp modelId="{465467E8-AE9A-4F6F-BAB1-08D6348E460B}">
      <dsp:nvSpPr>
        <dsp:cNvPr id="0" name=""/>
        <dsp:cNvSpPr/>
      </dsp:nvSpPr>
      <dsp:spPr>
        <a:xfrm>
          <a:off x="5857035" y="2165411"/>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6028695" y="2166634"/>
        <a:ext cx="18069" cy="18069"/>
      </dsp:txXfrm>
    </dsp:sp>
    <dsp:sp modelId="{08B9A4F3-B9E4-4666-B30E-68C736699207}">
      <dsp:nvSpPr>
        <dsp:cNvPr id="0" name=""/>
        <dsp:cNvSpPr/>
      </dsp:nvSpPr>
      <dsp:spPr>
        <a:xfrm>
          <a:off x="6218425" y="1576433"/>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Fondos de Deuda (Soc. Inversión)</a:t>
          </a:r>
        </a:p>
      </dsp:txBody>
      <dsp:txXfrm>
        <a:off x="6393937" y="1751945"/>
        <a:ext cx="847446" cy="847446"/>
      </dsp:txXfrm>
    </dsp:sp>
    <dsp:sp modelId="{20D95E8A-D527-4E0A-9838-FF50B0E50582}">
      <dsp:nvSpPr>
        <dsp:cNvPr id="0" name=""/>
        <dsp:cNvSpPr/>
      </dsp:nvSpPr>
      <dsp:spPr>
        <a:xfrm rot="5400000">
          <a:off x="5077105" y="2945342"/>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248765" y="2946564"/>
        <a:ext cx="18069" cy="18069"/>
      </dsp:txXfrm>
    </dsp:sp>
    <dsp:sp modelId="{6B8E8457-D6A5-4609-8838-D32A2D9490DD}">
      <dsp:nvSpPr>
        <dsp:cNvPr id="0" name=""/>
        <dsp:cNvSpPr/>
      </dsp:nvSpPr>
      <dsp:spPr>
        <a:xfrm>
          <a:off x="4658564" y="3136294"/>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dirty="0"/>
            <a:t>Operaciones Financieras Derivadas de Deuda</a:t>
          </a:r>
        </a:p>
      </dsp:txBody>
      <dsp:txXfrm>
        <a:off x="4834076" y="3311806"/>
        <a:ext cx="847446" cy="847446"/>
      </dsp:txXfrm>
    </dsp:sp>
    <dsp:sp modelId="{9E79603B-1796-4438-9D93-2C67D15A81DF}">
      <dsp:nvSpPr>
        <dsp:cNvPr id="0" name=""/>
        <dsp:cNvSpPr/>
      </dsp:nvSpPr>
      <dsp:spPr>
        <a:xfrm rot="10800000">
          <a:off x="4297174" y="2165411"/>
          <a:ext cx="361389" cy="20514"/>
        </a:xfrm>
        <a:custGeom>
          <a:avLst/>
          <a:gdLst/>
          <a:ahLst/>
          <a:cxnLst/>
          <a:rect l="0" t="0" r="0" b="0"/>
          <a:pathLst>
            <a:path>
              <a:moveTo>
                <a:pt x="0" y="10257"/>
              </a:moveTo>
              <a:lnTo>
                <a:pt x="361389" y="10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rot="10800000">
        <a:off x="4468834" y="2166634"/>
        <a:ext cx="18069" cy="18069"/>
      </dsp:txXfrm>
    </dsp:sp>
    <dsp:sp modelId="{556BFCA5-EF2A-4DE7-9200-A44546A96764}">
      <dsp:nvSpPr>
        <dsp:cNvPr id="0" name=""/>
        <dsp:cNvSpPr/>
      </dsp:nvSpPr>
      <dsp:spPr>
        <a:xfrm>
          <a:off x="3098703" y="1576433"/>
          <a:ext cx="1198470" cy="11984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kern="1200"/>
            <a:t>Cesión de Derechos (Rentas Inmobiliarias)</a:t>
          </a:r>
          <a:endParaRPr lang="es-MX" sz="1100" kern="1200" dirty="0"/>
        </a:p>
      </dsp:txBody>
      <dsp:txXfrm>
        <a:off x="3274215" y="1751945"/>
        <a:ext cx="847446" cy="84744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739BEF-82D5-4432-A9AD-46AD40FF7583}">
      <dsp:nvSpPr>
        <dsp:cNvPr id="0" name=""/>
        <dsp:cNvSpPr/>
      </dsp:nvSpPr>
      <dsp:spPr>
        <a:xfrm>
          <a:off x="5230" y="184350"/>
          <a:ext cx="2378024" cy="12759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s-MX" sz="1600" kern="1200" dirty="0"/>
            <a:t>Tipo de Cambio del día bancario</a:t>
          </a:r>
        </a:p>
      </dsp:txBody>
      <dsp:txXfrm>
        <a:off x="5230" y="184350"/>
        <a:ext cx="2378024" cy="850637"/>
      </dsp:txXfrm>
    </dsp:sp>
    <dsp:sp modelId="{5AE7DBF2-9325-4CF8-8C34-574D0F545596}">
      <dsp:nvSpPr>
        <dsp:cNvPr id="0" name=""/>
        <dsp:cNvSpPr/>
      </dsp:nvSpPr>
      <dsp:spPr>
        <a:xfrm>
          <a:off x="492295" y="1034987"/>
          <a:ext cx="2378024" cy="3132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t>Lo calcula el Banco de México ese mismo día (FIX)</a:t>
          </a:r>
        </a:p>
        <a:p>
          <a:pPr marL="342900" lvl="2" indent="-171450" algn="l" defTabSz="711200">
            <a:lnSpc>
              <a:spcPct val="90000"/>
            </a:lnSpc>
            <a:spcBef>
              <a:spcPct val="0"/>
            </a:spcBef>
            <a:spcAft>
              <a:spcPct val="15000"/>
            </a:spcAft>
            <a:buChar char="•"/>
          </a:pPr>
          <a:r>
            <a:rPr lang="es-MX" sz="1600" kern="1200" dirty="0"/>
            <a:t>Lo da a conocer a partir del de las 12:00 pm</a:t>
          </a:r>
        </a:p>
      </dsp:txBody>
      <dsp:txXfrm>
        <a:off x="561945" y="1104637"/>
        <a:ext cx="2238724" cy="2992700"/>
      </dsp:txXfrm>
    </dsp:sp>
    <dsp:sp modelId="{3426114D-9AE8-4773-93BE-336410DA026E}">
      <dsp:nvSpPr>
        <dsp:cNvPr id="0" name=""/>
        <dsp:cNvSpPr/>
      </dsp:nvSpPr>
      <dsp:spPr>
        <a:xfrm>
          <a:off x="2743754" y="313639"/>
          <a:ext cx="764259" cy="592059"/>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s-MX" sz="1300" kern="1200"/>
        </a:p>
      </dsp:txBody>
      <dsp:txXfrm>
        <a:off x="2743754" y="432051"/>
        <a:ext cx="586641" cy="355235"/>
      </dsp:txXfrm>
    </dsp:sp>
    <dsp:sp modelId="{D79DDA75-4760-4DA7-9CFC-016558BE4E49}">
      <dsp:nvSpPr>
        <dsp:cNvPr id="0" name=""/>
        <dsp:cNvSpPr/>
      </dsp:nvSpPr>
      <dsp:spPr>
        <a:xfrm>
          <a:off x="3825254" y="184350"/>
          <a:ext cx="2378024" cy="12759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s-MX" sz="1600" kern="1200" dirty="0"/>
            <a:t>Tipo de cambio publicado en el Diario Oficial</a:t>
          </a:r>
        </a:p>
      </dsp:txBody>
      <dsp:txXfrm>
        <a:off x="3825254" y="184350"/>
        <a:ext cx="2378024" cy="850637"/>
      </dsp:txXfrm>
    </dsp:sp>
    <dsp:sp modelId="{F0D40061-9AFC-40DB-8349-965848E80544}">
      <dsp:nvSpPr>
        <dsp:cNvPr id="0" name=""/>
        <dsp:cNvSpPr/>
      </dsp:nvSpPr>
      <dsp:spPr>
        <a:xfrm>
          <a:off x="4312320" y="1034987"/>
          <a:ext cx="2378024" cy="3132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t>Es el calculado por el Banco de México el día bancario anterior</a:t>
          </a:r>
        </a:p>
      </dsp:txBody>
      <dsp:txXfrm>
        <a:off x="4381970" y="1104637"/>
        <a:ext cx="2238724" cy="2992700"/>
      </dsp:txXfrm>
    </dsp:sp>
    <dsp:sp modelId="{78DDDC68-3E04-456E-8773-3F824C656D3C}">
      <dsp:nvSpPr>
        <dsp:cNvPr id="0" name=""/>
        <dsp:cNvSpPr/>
      </dsp:nvSpPr>
      <dsp:spPr>
        <a:xfrm>
          <a:off x="6563779" y="313639"/>
          <a:ext cx="764259" cy="592059"/>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s-MX" sz="1300" kern="1200"/>
        </a:p>
      </dsp:txBody>
      <dsp:txXfrm>
        <a:off x="6563779" y="432051"/>
        <a:ext cx="586641" cy="355235"/>
      </dsp:txXfrm>
    </dsp:sp>
    <dsp:sp modelId="{002E4500-AC5C-4D20-B428-1D03713D8465}">
      <dsp:nvSpPr>
        <dsp:cNvPr id="0" name=""/>
        <dsp:cNvSpPr/>
      </dsp:nvSpPr>
      <dsp:spPr>
        <a:xfrm>
          <a:off x="7645279" y="184350"/>
          <a:ext cx="2378024" cy="12759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s-MX" sz="1600" kern="1200" dirty="0"/>
            <a:t>Tipo de cambio para solventar operaciones denominadas en dólares</a:t>
          </a:r>
        </a:p>
      </dsp:txBody>
      <dsp:txXfrm>
        <a:off x="7645279" y="184350"/>
        <a:ext cx="2378024" cy="850637"/>
      </dsp:txXfrm>
    </dsp:sp>
    <dsp:sp modelId="{DCE90109-A986-4619-809C-E24044E6053E}">
      <dsp:nvSpPr>
        <dsp:cNvPr id="0" name=""/>
        <dsp:cNvSpPr/>
      </dsp:nvSpPr>
      <dsp:spPr>
        <a:xfrm>
          <a:off x="8132345" y="1034987"/>
          <a:ext cx="2378024" cy="3132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s-MX" sz="1600" kern="1200" dirty="0"/>
            <a:t>Es el publicado en el Diario </a:t>
          </a:r>
          <a:r>
            <a:rPr lang="es-MX" sz="1600" kern="1200"/>
            <a:t>Oficial anterior al día.</a:t>
          </a:r>
          <a:endParaRPr lang="es-MX" sz="1600" kern="1200" dirty="0"/>
        </a:p>
        <a:p>
          <a:pPr marL="342900" lvl="2" indent="-171450" algn="l" defTabSz="711200">
            <a:lnSpc>
              <a:spcPct val="90000"/>
            </a:lnSpc>
            <a:spcBef>
              <a:spcPct val="0"/>
            </a:spcBef>
            <a:spcAft>
              <a:spcPct val="15000"/>
            </a:spcAft>
            <a:buChar char="•"/>
          </a:pPr>
          <a:r>
            <a:rPr lang="es-MX" sz="1600" kern="1200" dirty="0"/>
            <a:t>Se usa para determinar la pérdida cambiaria.</a:t>
          </a:r>
        </a:p>
        <a:p>
          <a:pPr marL="342900" lvl="2" indent="-171450" algn="l" defTabSz="711200">
            <a:lnSpc>
              <a:spcPct val="90000"/>
            </a:lnSpc>
            <a:spcBef>
              <a:spcPct val="0"/>
            </a:spcBef>
            <a:spcAft>
              <a:spcPct val="15000"/>
            </a:spcAft>
            <a:buChar char="•"/>
          </a:pPr>
          <a:r>
            <a:rPr lang="es-MX" sz="1600" kern="1200" dirty="0"/>
            <a:t>Se usa para determinar las contribuciones si no hubo adquisición de la moneda extranjera </a:t>
          </a:r>
        </a:p>
      </dsp:txBody>
      <dsp:txXfrm>
        <a:off x="8201995" y="1104637"/>
        <a:ext cx="2238724" cy="29927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2C89F9-F316-4AF5-B9AE-B3397E26A7D5}">
      <dsp:nvSpPr>
        <dsp:cNvPr id="0" name=""/>
        <dsp:cNvSpPr/>
      </dsp:nvSpPr>
      <dsp:spPr>
        <a:xfrm>
          <a:off x="5557740" y="4004577"/>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4040459"/>
        <a:ext cx="19676" cy="19676"/>
      </dsp:txXfrm>
    </dsp:sp>
    <dsp:sp modelId="{D8C15085-A8D2-4664-91C2-EE4CEEBA66FC}">
      <dsp:nvSpPr>
        <dsp:cNvPr id="0" name=""/>
        <dsp:cNvSpPr/>
      </dsp:nvSpPr>
      <dsp:spPr>
        <a:xfrm>
          <a:off x="3196608" y="4004577"/>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4040459"/>
        <a:ext cx="19676" cy="19676"/>
      </dsp:txXfrm>
    </dsp:sp>
    <dsp:sp modelId="{F6F0EE1C-D751-4410-9BAD-2BED92F971C8}">
      <dsp:nvSpPr>
        <dsp:cNvPr id="0" name=""/>
        <dsp:cNvSpPr/>
      </dsp:nvSpPr>
      <dsp:spPr>
        <a:xfrm>
          <a:off x="835475" y="2175669"/>
          <a:ext cx="393522" cy="1874628"/>
        </a:xfrm>
        <a:custGeom>
          <a:avLst/>
          <a:gdLst/>
          <a:ahLst/>
          <a:cxnLst/>
          <a:rect l="0" t="0" r="0" b="0"/>
          <a:pathLst>
            <a:path>
              <a:moveTo>
                <a:pt x="0" y="0"/>
              </a:moveTo>
              <a:lnTo>
                <a:pt x="196761" y="0"/>
              </a:lnTo>
              <a:lnTo>
                <a:pt x="196761" y="1874628"/>
              </a:lnTo>
              <a:lnTo>
                <a:pt x="393522" y="18746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984349" y="3065096"/>
        <a:ext cx="95774" cy="95774"/>
      </dsp:txXfrm>
    </dsp:sp>
    <dsp:sp modelId="{2E7ECDDF-E2F2-4272-B0C9-894805504941}">
      <dsp:nvSpPr>
        <dsp:cNvPr id="0" name=""/>
        <dsp:cNvSpPr/>
      </dsp:nvSpPr>
      <dsp:spPr>
        <a:xfrm>
          <a:off x="5557740" y="3254726"/>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3290608"/>
        <a:ext cx="19676" cy="19676"/>
      </dsp:txXfrm>
    </dsp:sp>
    <dsp:sp modelId="{D7370674-F7C7-4EDD-92FE-6CBEF7361D9D}">
      <dsp:nvSpPr>
        <dsp:cNvPr id="0" name=""/>
        <dsp:cNvSpPr/>
      </dsp:nvSpPr>
      <dsp:spPr>
        <a:xfrm>
          <a:off x="3196608" y="3254726"/>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3290608"/>
        <a:ext cx="19676" cy="19676"/>
      </dsp:txXfrm>
    </dsp:sp>
    <dsp:sp modelId="{B62983FA-3D6C-45D7-94A2-9D887662D36A}">
      <dsp:nvSpPr>
        <dsp:cNvPr id="0" name=""/>
        <dsp:cNvSpPr/>
      </dsp:nvSpPr>
      <dsp:spPr>
        <a:xfrm>
          <a:off x="835475" y="2175669"/>
          <a:ext cx="393522" cy="1124777"/>
        </a:xfrm>
        <a:custGeom>
          <a:avLst/>
          <a:gdLst/>
          <a:ahLst/>
          <a:cxnLst/>
          <a:rect l="0" t="0" r="0" b="0"/>
          <a:pathLst>
            <a:path>
              <a:moveTo>
                <a:pt x="0" y="0"/>
              </a:moveTo>
              <a:lnTo>
                <a:pt x="196761" y="0"/>
              </a:lnTo>
              <a:lnTo>
                <a:pt x="196761" y="1124777"/>
              </a:lnTo>
              <a:lnTo>
                <a:pt x="393522" y="11247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02445" y="2708266"/>
        <a:ext cx="59581" cy="59581"/>
      </dsp:txXfrm>
    </dsp:sp>
    <dsp:sp modelId="{EE128AB3-CC79-48AB-B066-E0E579D8F5D7}">
      <dsp:nvSpPr>
        <dsp:cNvPr id="0" name=""/>
        <dsp:cNvSpPr/>
      </dsp:nvSpPr>
      <dsp:spPr>
        <a:xfrm>
          <a:off x="3196608" y="2504874"/>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2540756"/>
        <a:ext cx="19676" cy="19676"/>
      </dsp:txXfrm>
    </dsp:sp>
    <dsp:sp modelId="{2F2F5C4B-2AF1-489C-9514-655BFD86A653}">
      <dsp:nvSpPr>
        <dsp:cNvPr id="0" name=""/>
        <dsp:cNvSpPr/>
      </dsp:nvSpPr>
      <dsp:spPr>
        <a:xfrm>
          <a:off x="835475" y="2175669"/>
          <a:ext cx="393522" cy="374925"/>
        </a:xfrm>
        <a:custGeom>
          <a:avLst/>
          <a:gdLst/>
          <a:ahLst/>
          <a:cxnLst/>
          <a:rect l="0" t="0" r="0" b="0"/>
          <a:pathLst>
            <a:path>
              <a:moveTo>
                <a:pt x="0" y="0"/>
              </a:moveTo>
              <a:lnTo>
                <a:pt x="196761" y="0"/>
              </a:lnTo>
              <a:lnTo>
                <a:pt x="196761" y="374925"/>
              </a:lnTo>
              <a:lnTo>
                <a:pt x="393522" y="3749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18648" y="2349543"/>
        <a:ext cx="27176" cy="27176"/>
      </dsp:txXfrm>
    </dsp:sp>
    <dsp:sp modelId="{41C07BDE-DA23-46D9-8797-4F1B2DC24EB7}">
      <dsp:nvSpPr>
        <dsp:cNvPr id="0" name=""/>
        <dsp:cNvSpPr/>
      </dsp:nvSpPr>
      <dsp:spPr>
        <a:xfrm>
          <a:off x="7918873" y="1755023"/>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8105796" y="1790905"/>
        <a:ext cx="19676" cy="19676"/>
      </dsp:txXfrm>
    </dsp:sp>
    <dsp:sp modelId="{FB619F80-991B-498E-8E91-9FBB262E4C4A}">
      <dsp:nvSpPr>
        <dsp:cNvPr id="0" name=""/>
        <dsp:cNvSpPr/>
      </dsp:nvSpPr>
      <dsp:spPr>
        <a:xfrm>
          <a:off x="5557740" y="1755023"/>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1790905"/>
        <a:ext cx="19676" cy="19676"/>
      </dsp:txXfrm>
    </dsp:sp>
    <dsp:sp modelId="{A18CC98A-D03E-4BFF-9C2A-A51611554E09}">
      <dsp:nvSpPr>
        <dsp:cNvPr id="0" name=""/>
        <dsp:cNvSpPr/>
      </dsp:nvSpPr>
      <dsp:spPr>
        <a:xfrm>
          <a:off x="3196608" y="1755023"/>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1790905"/>
        <a:ext cx="19676" cy="19676"/>
      </dsp:txXfrm>
    </dsp:sp>
    <dsp:sp modelId="{A752D0ED-D830-45B6-AB58-2A52889B978A}">
      <dsp:nvSpPr>
        <dsp:cNvPr id="0" name=""/>
        <dsp:cNvSpPr/>
      </dsp:nvSpPr>
      <dsp:spPr>
        <a:xfrm>
          <a:off x="835475" y="1800743"/>
          <a:ext cx="393522" cy="374925"/>
        </a:xfrm>
        <a:custGeom>
          <a:avLst/>
          <a:gdLst/>
          <a:ahLst/>
          <a:cxnLst/>
          <a:rect l="0" t="0" r="0" b="0"/>
          <a:pathLst>
            <a:path>
              <a:moveTo>
                <a:pt x="0" y="374925"/>
              </a:moveTo>
              <a:lnTo>
                <a:pt x="196761" y="374925"/>
              </a:lnTo>
              <a:lnTo>
                <a:pt x="196761" y="0"/>
              </a:lnTo>
              <a:lnTo>
                <a:pt x="39352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18648" y="1974617"/>
        <a:ext cx="27176" cy="27176"/>
      </dsp:txXfrm>
    </dsp:sp>
    <dsp:sp modelId="{271CDE5E-629B-4D53-AD3A-94D04A8148F4}">
      <dsp:nvSpPr>
        <dsp:cNvPr id="0" name=""/>
        <dsp:cNvSpPr/>
      </dsp:nvSpPr>
      <dsp:spPr>
        <a:xfrm>
          <a:off x="5557740" y="1005171"/>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1041053"/>
        <a:ext cx="19676" cy="19676"/>
      </dsp:txXfrm>
    </dsp:sp>
    <dsp:sp modelId="{C5342062-E45B-436A-A26D-3A5D74B3722B}">
      <dsp:nvSpPr>
        <dsp:cNvPr id="0" name=""/>
        <dsp:cNvSpPr/>
      </dsp:nvSpPr>
      <dsp:spPr>
        <a:xfrm>
          <a:off x="3196608" y="1005171"/>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1041053"/>
        <a:ext cx="19676" cy="19676"/>
      </dsp:txXfrm>
    </dsp:sp>
    <dsp:sp modelId="{F630433B-3BF5-40CB-94B6-D1C03D5A04A4}">
      <dsp:nvSpPr>
        <dsp:cNvPr id="0" name=""/>
        <dsp:cNvSpPr/>
      </dsp:nvSpPr>
      <dsp:spPr>
        <a:xfrm>
          <a:off x="835475" y="1050891"/>
          <a:ext cx="393522" cy="1124777"/>
        </a:xfrm>
        <a:custGeom>
          <a:avLst/>
          <a:gdLst/>
          <a:ahLst/>
          <a:cxnLst/>
          <a:rect l="0" t="0" r="0" b="0"/>
          <a:pathLst>
            <a:path>
              <a:moveTo>
                <a:pt x="0" y="1124777"/>
              </a:moveTo>
              <a:lnTo>
                <a:pt x="196761" y="1124777"/>
              </a:lnTo>
              <a:lnTo>
                <a:pt x="196761" y="0"/>
              </a:lnTo>
              <a:lnTo>
                <a:pt x="39352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1002445" y="1583489"/>
        <a:ext cx="59581" cy="59581"/>
      </dsp:txXfrm>
    </dsp:sp>
    <dsp:sp modelId="{541D165B-3DAC-4502-A8BE-08539041D58F}">
      <dsp:nvSpPr>
        <dsp:cNvPr id="0" name=""/>
        <dsp:cNvSpPr/>
      </dsp:nvSpPr>
      <dsp:spPr>
        <a:xfrm>
          <a:off x="5557740" y="255320"/>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5744663" y="291202"/>
        <a:ext cx="19676" cy="19676"/>
      </dsp:txXfrm>
    </dsp:sp>
    <dsp:sp modelId="{B2A51C67-25AF-4A0E-B087-19C38F18EBCA}">
      <dsp:nvSpPr>
        <dsp:cNvPr id="0" name=""/>
        <dsp:cNvSpPr/>
      </dsp:nvSpPr>
      <dsp:spPr>
        <a:xfrm>
          <a:off x="3196608" y="255320"/>
          <a:ext cx="393522" cy="91440"/>
        </a:xfrm>
        <a:custGeom>
          <a:avLst/>
          <a:gdLst/>
          <a:ahLst/>
          <a:cxnLst/>
          <a:rect l="0" t="0" r="0" b="0"/>
          <a:pathLst>
            <a:path>
              <a:moveTo>
                <a:pt x="0" y="45720"/>
              </a:moveTo>
              <a:lnTo>
                <a:pt x="393522"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3383531" y="291202"/>
        <a:ext cx="19676" cy="19676"/>
      </dsp:txXfrm>
    </dsp:sp>
    <dsp:sp modelId="{8D48D32D-3EC0-4F02-A3FA-40F4DDF89DB6}">
      <dsp:nvSpPr>
        <dsp:cNvPr id="0" name=""/>
        <dsp:cNvSpPr/>
      </dsp:nvSpPr>
      <dsp:spPr>
        <a:xfrm>
          <a:off x="835475" y="301040"/>
          <a:ext cx="393522" cy="1874628"/>
        </a:xfrm>
        <a:custGeom>
          <a:avLst/>
          <a:gdLst/>
          <a:ahLst/>
          <a:cxnLst/>
          <a:rect l="0" t="0" r="0" b="0"/>
          <a:pathLst>
            <a:path>
              <a:moveTo>
                <a:pt x="0" y="1874628"/>
              </a:moveTo>
              <a:lnTo>
                <a:pt x="196761" y="1874628"/>
              </a:lnTo>
              <a:lnTo>
                <a:pt x="196761" y="0"/>
              </a:lnTo>
              <a:lnTo>
                <a:pt x="39352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MX" sz="600" kern="1200"/>
        </a:p>
      </dsp:txBody>
      <dsp:txXfrm>
        <a:off x="984349" y="1190467"/>
        <a:ext cx="95774" cy="95774"/>
      </dsp:txXfrm>
    </dsp:sp>
    <dsp:sp modelId="{7CF7EF66-80E8-4D5B-9547-B7F13351907E}">
      <dsp:nvSpPr>
        <dsp:cNvPr id="0" name=""/>
        <dsp:cNvSpPr/>
      </dsp:nvSpPr>
      <dsp:spPr>
        <a:xfrm rot="16200000">
          <a:off x="-1043099" y="1875728"/>
          <a:ext cx="3157269"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s-MX" sz="3900" kern="1200" dirty="0"/>
            <a:t>Intereses</a:t>
          </a:r>
        </a:p>
      </dsp:txBody>
      <dsp:txXfrm>
        <a:off x="-1043099" y="1875728"/>
        <a:ext cx="3157269" cy="599881"/>
      </dsp:txXfrm>
    </dsp:sp>
    <dsp:sp modelId="{A23F87D5-9666-4430-96C2-C6DD16B85442}">
      <dsp:nvSpPr>
        <dsp:cNvPr id="0" name=""/>
        <dsp:cNvSpPr/>
      </dsp:nvSpPr>
      <dsp:spPr>
        <a:xfrm>
          <a:off x="1228997" y="1099"/>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Factoraje</a:t>
          </a:r>
        </a:p>
      </dsp:txBody>
      <dsp:txXfrm>
        <a:off x="1228997" y="1099"/>
        <a:ext cx="1967610" cy="599881"/>
      </dsp:txXfrm>
    </dsp:sp>
    <dsp:sp modelId="{5760217A-11DE-459C-A9FE-56D7F2E34DA6}">
      <dsp:nvSpPr>
        <dsp:cNvPr id="0" name=""/>
        <dsp:cNvSpPr/>
      </dsp:nvSpPr>
      <dsp:spPr>
        <a:xfrm>
          <a:off x="3590130" y="1099"/>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Ganancia derivada de los derechos adquiridos </a:t>
          </a:r>
        </a:p>
      </dsp:txBody>
      <dsp:txXfrm>
        <a:off x="3590130" y="1099"/>
        <a:ext cx="1967610" cy="599881"/>
      </dsp:txXfrm>
    </dsp:sp>
    <dsp:sp modelId="{23DDC7C2-1675-4AF6-8DD1-4499BC71A919}">
      <dsp:nvSpPr>
        <dsp:cNvPr id="0" name=""/>
        <dsp:cNvSpPr/>
      </dsp:nvSpPr>
      <dsp:spPr>
        <a:xfrm>
          <a:off x="5951262" y="1099"/>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5951262" y="1099"/>
        <a:ext cx="1967610" cy="599881"/>
      </dsp:txXfrm>
    </dsp:sp>
    <dsp:sp modelId="{CD5DCBBC-D3CB-42A4-97BE-DD415EE3BC96}">
      <dsp:nvSpPr>
        <dsp:cNvPr id="0" name=""/>
        <dsp:cNvSpPr/>
      </dsp:nvSpPr>
      <dsp:spPr>
        <a:xfrm>
          <a:off x="1228997" y="750951"/>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Arrendamiento Financiero</a:t>
          </a:r>
        </a:p>
      </dsp:txBody>
      <dsp:txXfrm>
        <a:off x="1228997" y="750951"/>
        <a:ext cx="1967610" cy="599881"/>
      </dsp:txXfrm>
    </dsp:sp>
    <dsp:sp modelId="{370C1312-526F-4A2C-A5F7-E2605260C2A1}">
      <dsp:nvSpPr>
        <dsp:cNvPr id="0" name=""/>
        <dsp:cNvSpPr/>
      </dsp:nvSpPr>
      <dsp:spPr>
        <a:xfrm>
          <a:off x="3590130" y="750951"/>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Diferencia de Pagos y MOI</a:t>
          </a:r>
        </a:p>
      </dsp:txBody>
      <dsp:txXfrm>
        <a:off x="3590130" y="750951"/>
        <a:ext cx="1967610" cy="599881"/>
      </dsp:txXfrm>
    </dsp:sp>
    <dsp:sp modelId="{9D2548BB-5041-4071-B200-EAE1C54A2CE2}">
      <dsp:nvSpPr>
        <dsp:cNvPr id="0" name=""/>
        <dsp:cNvSpPr/>
      </dsp:nvSpPr>
      <dsp:spPr>
        <a:xfrm>
          <a:off x="5951262" y="750951"/>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5951262" y="750951"/>
        <a:ext cx="1967610" cy="599881"/>
      </dsp:txXfrm>
    </dsp:sp>
    <dsp:sp modelId="{57D7BE39-F20E-4894-AB35-B80429449ED8}">
      <dsp:nvSpPr>
        <dsp:cNvPr id="0" name=""/>
        <dsp:cNvSpPr/>
      </dsp:nvSpPr>
      <dsp:spPr>
        <a:xfrm>
          <a:off x="1228997"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Bursatilización de Rentas</a:t>
          </a:r>
        </a:p>
      </dsp:txBody>
      <dsp:txXfrm>
        <a:off x="1228997" y="1500802"/>
        <a:ext cx="1967610" cy="599881"/>
      </dsp:txXfrm>
    </dsp:sp>
    <dsp:sp modelId="{CBF99FDF-60BA-4795-BEE2-B389DD042EC4}">
      <dsp:nvSpPr>
        <dsp:cNvPr id="0" name=""/>
        <dsp:cNvSpPr/>
      </dsp:nvSpPr>
      <dsp:spPr>
        <a:xfrm>
          <a:off x="3590130"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Se considera operación de financiamiento</a:t>
          </a:r>
        </a:p>
      </dsp:txBody>
      <dsp:txXfrm>
        <a:off x="3590130" y="1500802"/>
        <a:ext cx="1967610" cy="599881"/>
      </dsp:txXfrm>
    </dsp:sp>
    <dsp:sp modelId="{62D12226-13C4-4487-90A1-E3B2E3ECEEEF}">
      <dsp:nvSpPr>
        <dsp:cNvPr id="0" name=""/>
        <dsp:cNvSpPr/>
      </dsp:nvSpPr>
      <dsp:spPr>
        <a:xfrm>
          <a:off x="5951262"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Diferencia entre rentas y valor de la cesión</a:t>
          </a:r>
        </a:p>
      </dsp:txBody>
      <dsp:txXfrm>
        <a:off x="5951262" y="1500802"/>
        <a:ext cx="1967610" cy="599881"/>
      </dsp:txXfrm>
    </dsp:sp>
    <dsp:sp modelId="{3E5A78A6-E930-4502-9339-7A88DD2C059C}">
      <dsp:nvSpPr>
        <dsp:cNvPr id="0" name=""/>
        <dsp:cNvSpPr/>
      </dsp:nvSpPr>
      <dsp:spPr>
        <a:xfrm>
          <a:off x="8312395" y="1500802"/>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8312395" y="1500802"/>
        <a:ext cx="1967610" cy="599881"/>
      </dsp:txXfrm>
    </dsp:sp>
    <dsp:sp modelId="{6CE2673B-5559-418B-A91C-72AA3F419AAC}">
      <dsp:nvSpPr>
        <dsp:cNvPr id="0" name=""/>
        <dsp:cNvSpPr/>
      </dsp:nvSpPr>
      <dsp:spPr>
        <a:xfrm>
          <a:off x="1228997" y="2250654"/>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Ajuste por UDIS y Otros</a:t>
          </a:r>
        </a:p>
      </dsp:txBody>
      <dsp:txXfrm>
        <a:off x="1228997" y="2250654"/>
        <a:ext cx="1967610" cy="599881"/>
      </dsp:txXfrm>
    </dsp:sp>
    <dsp:sp modelId="{9DA2C625-5094-4773-B14F-43E72C8E12D9}">
      <dsp:nvSpPr>
        <dsp:cNvPr id="0" name=""/>
        <dsp:cNvSpPr/>
      </dsp:nvSpPr>
      <dsp:spPr>
        <a:xfrm>
          <a:off x="3590130" y="2250654"/>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3590130" y="2250654"/>
        <a:ext cx="1967610" cy="599881"/>
      </dsp:txXfrm>
    </dsp:sp>
    <dsp:sp modelId="{3180A8D9-B878-4128-A802-77B02019DDF4}">
      <dsp:nvSpPr>
        <dsp:cNvPr id="0" name=""/>
        <dsp:cNvSpPr/>
      </dsp:nvSpPr>
      <dsp:spPr>
        <a:xfrm>
          <a:off x="1228997" y="3000505"/>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Fluctuación Cambiaria</a:t>
          </a:r>
        </a:p>
      </dsp:txBody>
      <dsp:txXfrm>
        <a:off x="1228997" y="3000505"/>
        <a:ext cx="1967610" cy="599881"/>
      </dsp:txXfrm>
    </dsp:sp>
    <dsp:sp modelId="{BEA15642-DD30-458E-95CE-8E1ECA7C3616}">
      <dsp:nvSpPr>
        <dsp:cNvPr id="0" name=""/>
        <dsp:cNvSpPr/>
      </dsp:nvSpPr>
      <dsp:spPr>
        <a:xfrm>
          <a:off x="3590130" y="3000505"/>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Devengado</a:t>
          </a:r>
        </a:p>
      </dsp:txBody>
      <dsp:txXfrm>
        <a:off x="3590130" y="3000505"/>
        <a:ext cx="1967610" cy="599881"/>
      </dsp:txXfrm>
    </dsp:sp>
    <dsp:sp modelId="{0514FC3D-EC5F-4B0A-99D4-21603BAF79F9}">
      <dsp:nvSpPr>
        <dsp:cNvPr id="0" name=""/>
        <dsp:cNvSpPr/>
      </dsp:nvSpPr>
      <dsp:spPr>
        <a:xfrm>
          <a:off x="5951262" y="3000505"/>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Tipo de Cambio del DO </a:t>
          </a:r>
        </a:p>
      </dsp:txBody>
      <dsp:txXfrm>
        <a:off x="5951262" y="3000505"/>
        <a:ext cx="1967610" cy="599881"/>
      </dsp:txXfrm>
    </dsp:sp>
    <dsp:sp modelId="{F5B22672-2B8C-4195-BAA5-AF884AD22B6D}">
      <dsp:nvSpPr>
        <dsp:cNvPr id="0" name=""/>
        <dsp:cNvSpPr/>
      </dsp:nvSpPr>
      <dsp:spPr>
        <a:xfrm>
          <a:off x="1228997" y="3750357"/>
          <a:ext cx="1967610" cy="59988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Fondos de Inversión en Instrumentos de Deuda</a:t>
          </a:r>
        </a:p>
      </dsp:txBody>
      <dsp:txXfrm>
        <a:off x="1228997" y="3750357"/>
        <a:ext cx="1967610" cy="599881"/>
      </dsp:txXfrm>
    </dsp:sp>
    <dsp:sp modelId="{BD4D0B0D-4AAE-476D-BB4D-71B1F01CD83D}">
      <dsp:nvSpPr>
        <dsp:cNvPr id="0" name=""/>
        <dsp:cNvSpPr/>
      </dsp:nvSpPr>
      <dsp:spPr>
        <a:xfrm>
          <a:off x="3590130" y="3750357"/>
          <a:ext cx="1967610" cy="599881"/>
        </a:xfrm>
        <a:prstGeom prst="rect">
          <a:avLst/>
        </a:prstGeom>
        <a:solidFill>
          <a:srgbClr val="5B9BD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Ganancia en su Enajenación</a:t>
          </a:r>
        </a:p>
      </dsp:txBody>
      <dsp:txXfrm>
        <a:off x="3590130" y="3750357"/>
        <a:ext cx="1967610" cy="599881"/>
      </dsp:txXfrm>
    </dsp:sp>
    <dsp:sp modelId="{33DF16DB-24C8-4205-B786-336256776B55}">
      <dsp:nvSpPr>
        <dsp:cNvPr id="0" name=""/>
        <dsp:cNvSpPr/>
      </dsp:nvSpPr>
      <dsp:spPr>
        <a:xfrm>
          <a:off x="5951262" y="3750357"/>
          <a:ext cx="1967610" cy="599881"/>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MX" sz="1500" kern="1200" dirty="0"/>
            <a:t>Realización</a:t>
          </a:r>
        </a:p>
      </dsp:txBody>
      <dsp:txXfrm>
        <a:off x="5951262" y="3750357"/>
        <a:ext cx="1967610" cy="59988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E37EEF-CA25-4E0C-9531-305B78D59143}">
      <dsp:nvSpPr>
        <dsp:cNvPr id="0" name=""/>
        <dsp:cNvSpPr/>
      </dsp:nvSpPr>
      <dsp:spPr>
        <a:xfrm>
          <a:off x="314115" y="362965"/>
          <a:ext cx="4553368" cy="725081"/>
        </a:xfrm>
        <a:prstGeom prst="roundRect">
          <a:avLst>
            <a:gd name="adj" fmla="val 10000"/>
          </a:avLst>
        </a:prstGeom>
        <a:solidFill>
          <a:srgbClr val="FF0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MX" sz="2200" kern="1200" dirty="0">
              <a:solidFill>
                <a:schemeClr val="bg1"/>
              </a:solidFill>
            </a:rPr>
            <a:t>Ajuste Anual por Inflación Acumulable</a:t>
          </a:r>
        </a:p>
      </dsp:txBody>
      <dsp:txXfrm>
        <a:off x="335352" y="384202"/>
        <a:ext cx="4510894" cy="682607"/>
      </dsp:txXfrm>
    </dsp:sp>
    <dsp:sp modelId="{9690D0C9-4D6A-4FE5-84EA-7B6721775E1C}">
      <dsp:nvSpPr>
        <dsp:cNvPr id="0" name=""/>
        <dsp:cNvSpPr/>
      </dsp:nvSpPr>
      <dsp:spPr>
        <a:xfrm flipH="1">
          <a:off x="5143502" y="2651902"/>
          <a:ext cx="38097" cy="725081"/>
        </a:xfrm>
        <a:prstGeom prst="roundRect">
          <a:avLst>
            <a:gd name="adj" fmla="val 10000"/>
          </a:avLst>
        </a:prstGeom>
        <a:solidFill>
          <a:schemeClr val="bg1">
            <a:alpha val="90000"/>
          </a:schemeClr>
        </a:solidFill>
        <a:ln w="12700" cap="flat" cmpd="sng" algn="ctr">
          <a:solidFill>
            <a:schemeClr val="bg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endParaRPr lang="es-MX" sz="2200" kern="1200" dirty="0"/>
        </a:p>
      </dsp:txBody>
      <dsp:txXfrm>
        <a:off x="5144618" y="2653018"/>
        <a:ext cx="35865" cy="722849"/>
      </dsp:txXfrm>
    </dsp:sp>
    <dsp:sp modelId="{ED5DEB2B-4971-436C-9B8B-759F62F1140C}">
      <dsp:nvSpPr>
        <dsp:cNvPr id="0" name=""/>
        <dsp:cNvSpPr/>
      </dsp:nvSpPr>
      <dsp:spPr>
        <a:xfrm>
          <a:off x="2318894" y="3444561"/>
          <a:ext cx="543811" cy="543811"/>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1697D4-CE39-498D-A376-D586A222FE12}">
      <dsp:nvSpPr>
        <dsp:cNvPr id="0" name=""/>
        <dsp:cNvSpPr/>
      </dsp:nvSpPr>
      <dsp:spPr>
        <a:xfrm rot="240000">
          <a:off x="958868" y="3211532"/>
          <a:ext cx="3263862" cy="2282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A3CBAA-6B30-45D2-AF15-22AAA4229399}">
      <dsp:nvSpPr>
        <dsp:cNvPr id="0" name=""/>
        <dsp:cNvSpPr/>
      </dsp:nvSpPr>
      <dsp:spPr>
        <a:xfrm rot="240000">
          <a:off x="2897923" y="2293874"/>
          <a:ext cx="1343471" cy="952722"/>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Deudas</a:t>
          </a:r>
        </a:p>
      </dsp:txBody>
      <dsp:txXfrm>
        <a:off x="2944431" y="2340382"/>
        <a:ext cx="1250455" cy="859706"/>
      </dsp:txXfrm>
    </dsp:sp>
    <dsp:sp modelId="{9393CDFB-DFA2-46C6-AFBB-B3E3A319FB9E}">
      <dsp:nvSpPr>
        <dsp:cNvPr id="0" name=""/>
        <dsp:cNvSpPr/>
      </dsp:nvSpPr>
      <dsp:spPr>
        <a:xfrm rot="240000">
          <a:off x="2970432" y="1307764"/>
          <a:ext cx="1343471" cy="952722"/>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Deudas</a:t>
          </a:r>
        </a:p>
      </dsp:txBody>
      <dsp:txXfrm>
        <a:off x="3016940" y="1354272"/>
        <a:ext cx="1250455" cy="859706"/>
      </dsp:txXfrm>
    </dsp:sp>
    <dsp:sp modelId="{741E1391-E7D9-4A34-BDCE-75C73E55C09D}">
      <dsp:nvSpPr>
        <dsp:cNvPr id="0" name=""/>
        <dsp:cNvSpPr/>
      </dsp:nvSpPr>
      <dsp:spPr>
        <a:xfrm rot="240000">
          <a:off x="1030839" y="2163360"/>
          <a:ext cx="1343471" cy="952722"/>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Créditos</a:t>
          </a:r>
        </a:p>
      </dsp:txBody>
      <dsp:txXfrm>
        <a:off x="1077347" y="2209868"/>
        <a:ext cx="1250455" cy="85970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E5EE1-3F9A-4CF2-8D4E-56E8CACD28E8}">
      <dsp:nvSpPr>
        <dsp:cNvPr id="0" name=""/>
        <dsp:cNvSpPr/>
      </dsp:nvSpPr>
      <dsp:spPr>
        <a:xfrm>
          <a:off x="248401" y="362965"/>
          <a:ext cx="4684797" cy="725081"/>
        </a:xfrm>
        <a:prstGeom prst="roundRect">
          <a:avLst>
            <a:gd name="adj" fmla="val 10000"/>
          </a:avLst>
        </a:prstGeom>
        <a:solidFill>
          <a:srgbClr val="92D05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s-MX" sz="2300" kern="1200" dirty="0">
              <a:solidFill>
                <a:schemeClr val="bg1"/>
              </a:solidFill>
            </a:rPr>
            <a:t>Ajuste Anual por Inflación Deducible</a:t>
          </a:r>
        </a:p>
      </dsp:txBody>
      <dsp:txXfrm>
        <a:off x="269638" y="384202"/>
        <a:ext cx="4642323" cy="682607"/>
      </dsp:txXfrm>
    </dsp:sp>
    <dsp:sp modelId="{39A96271-C6EB-4512-897B-B21C1D7E44FB}">
      <dsp:nvSpPr>
        <dsp:cNvPr id="0" name=""/>
        <dsp:cNvSpPr/>
      </dsp:nvSpPr>
      <dsp:spPr>
        <a:xfrm flipH="1">
          <a:off x="0" y="2658174"/>
          <a:ext cx="38097" cy="725081"/>
        </a:xfrm>
        <a:prstGeom prst="roundRect">
          <a:avLst>
            <a:gd name="adj" fmla="val 10000"/>
          </a:avLst>
        </a:prstGeom>
        <a:solidFill>
          <a:schemeClr val="bg1">
            <a:alpha val="90000"/>
          </a:schemeClr>
        </a:solidFill>
        <a:ln w="12700" cap="flat" cmpd="sng" algn="ctr">
          <a:solidFill>
            <a:schemeClr val="bg1">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s-MX" sz="2300" kern="1200" dirty="0"/>
        </a:p>
      </dsp:txBody>
      <dsp:txXfrm>
        <a:off x="1116" y="2659290"/>
        <a:ext cx="35865" cy="722849"/>
      </dsp:txXfrm>
    </dsp:sp>
    <dsp:sp modelId="{C70B24C3-DEC5-44DE-A215-14ADAF76CE29}">
      <dsp:nvSpPr>
        <dsp:cNvPr id="0" name=""/>
        <dsp:cNvSpPr/>
      </dsp:nvSpPr>
      <dsp:spPr>
        <a:xfrm>
          <a:off x="2318894" y="3444561"/>
          <a:ext cx="543811" cy="543811"/>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7CA700-3A0C-4CA4-B596-200EC997CC2F}">
      <dsp:nvSpPr>
        <dsp:cNvPr id="0" name=""/>
        <dsp:cNvSpPr/>
      </dsp:nvSpPr>
      <dsp:spPr>
        <a:xfrm rot="21360000">
          <a:off x="958868" y="3211532"/>
          <a:ext cx="3263862" cy="2282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F69A78-0A38-42CD-A784-FEC6EB977764}">
      <dsp:nvSpPr>
        <dsp:cNvPr id="0" name=""/>
        <dsp:cNvSpPr/>
      </dsp:nvSpPr>
      <dsp:spPr>
        <a:xfrm rot="21360000">
          <a:off x="940204" y="2293874"/>
          <a:ext cx="1343471" cy="952722"/>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Créditos</a:t>
          </a:r>
        </a:p>
      </dsp:txBody>
      <dsp:txXfrm>
        <a:off x="986712" y="2340382"/>
        <a:ext cx="1250455" cy="859706"/>
      </dsp:txXfrm>
    </dsp:sp>
    <dsp:sp modelId="{CC44892E-4C6D-4809-8ED3-354B2EAD0DC2}">
      <dsp:nvSpPr>
        <dsp:cNvPr id="0" name=""/>
        <dsp:cNvSpPr/>
      </dsp:nvSpPr>
      <dsp:spPr>
        <a:xfrm rot="21360000">
          <a:off x="867696" y="1307764"/>
          <a:ext cx="1343471" cy="952722"/>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Créditos</a:t>
          </a:r>
        </a:p>
      </dsp:txBody>
      <dsp:txXfrm>
        <a:off x="914204" y="1354272"/>
        <a:ext cx="1250455" cy="859706"/>
      </dsp:txXfrm>
    </dsp:sp>
    <dsp:sp modelId="{1EEACF02-E6AB-4D83-8C8C-7C8BD23A833D}">
      <dsp:nvSpPr>
        <dsp:cNvPr id="0" name=""/>
        <dsp:cNvSpPr/>
      </dsp:nvSpPr>
      <dsp:spPr>
        <a:xfrm rot="21360000">
          <a:off x="2807288" y="2163360"/>
          <a:ext cx="1343471" cy="952722"/>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MX" sz="2400" kern="1200" dirty="0"/>
            <a:t>Deudas</a:t>
          </a:r>
        </a:p>
      </dsp:txBody>
      <dsp:txXfrm>
        <a:off x="2853796" y="2209868"/>
        <a:ext cx="1250455" cy="85970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5F38D-0022-46EF-850F-C2418681FDD8}">
      <dsp:nvSpPr>
        <dsp:cNvPr id="0" name=""/>
        <dsp:cNvSpPr/>
      </dsp:nvSpPr>
      <dsp:spPr>
        <a:xfrm>
          <a:off x="2004052" y="748647"/>
          <a:ext cx="6904294" cy="3568097"/>
        </a:xfrm>
        <a:prstGeom prst="rect">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8DFD43-0442-499C-AAC1-0CB440A433D4}">
      <dsp:nvSpPr>
        <dsp:cNvPr id="0" name=""/>
        <dsp:cNvSpPr/>
      </dsp:nvSpPr>
      <dsp:spPr>
        <a:xfrm>
          <a:off x="2210387" y="1165941"/>
          <a:ext cx="3206131" cy="3052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ctr" defTabSz="1333500">
            <a:lnSpc>
              <a:spcPct val="90000"/>
            </a:lnSpc>
            <a:spcBef>
              <a:spcPct val="0"/>
            </a:spcBef>
            <a:spcAft>
              <a:spcPct val="35000"/>
            </a:spcAft>
            <a:buNone/>
          </a:pPr>
          <a:r>
            <a:rPr lang="es-MX" sz="3000" kern="1200" dirty="0"/>
            <a:t>Derecho que tiene una persona acreedora a recibir de otra deudora una cantidad en numerario </a:t>
          </a:r>
        </a:p>
        <a:p>
          <a:pPr marL="0" lvl="0" indent="0" algn="ctr" defTabSz="1333500">
            <a:lnSpc>
              <a:spcPct val="90000"/>
            </a:lnSpc>
            <a:spcBef>
              <a:spcPct val="0"/>
            </a:spcBef>
            <a:spcAft>
              <a:spcPct val="35000"/>
            </a:spcAft>
            <a:buNone/>
          </a:pPr>
          <a:r>
            <a:rPr lang="es-MX" sz="1800" kern="1200" dirty="0"/>
            <a:t>(LISR 45-Primer párrafo) </a:t>
          </a:r>
          <a:endParaRPr lang="es-MX" sz="3000" kern="1200" dirty="0"/>
        </a:p>
      </dsp:txBody>
      <dsp:txXfrm>
        <a:off x="2210387" y="1165941"/>
        <a:ext cx="3206131" cy="3052463"/>
      </dsp:txXfrm>
    </dsp:sp>
    <dsp:sp modelId="{093EBE0F-9ECB-4DC2-B047-F46B1EB9DD6E}">
      <dsp:nvSpPr>
        <dsp:cNvPr id="0" name=""/>
        <dsp:cNvSpPr/>
      </dsp:nvSpPr>
      <dsp:spPr>
        <a:xfrm>
          <a:off x="5487943" y="1165941"/>
          <a:ext cx="3206131" cy="30524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245" tIns="55245" rIns="55245" bIns="55245" numCol="1" spcCol="1270" anchor="t" anchorCtr="0">
          <a:noAutofit/>
        </a:bodyPr>
        <a:lstStyle/>
        <a:p>
          <a:pPr marL="0" lvl="0" indent="0" algn="ctr" defTabSz="1289050">
            <a:lnSpc>
              <a:spcPct val="90000"/>
            </a:lnSpc>
            <a:spcBef>
              <a:spcPct val="0"/>
            </a:spcBef>
            <a:spcAft>
              <a:spcPct val="35000"/>
            </a:spcAft>
            <a:buNone/>
          </a:pPr>
          <a:r>
            <a:rPr lang="es-MX" sz="2900" kern="1200" dirty="0"/>
            <a:t>Cualquier obligación en numerario pendiente de cumplimiento</a:t>
          </a:r>
        </a:p>
        <a:p>
          <a:pPr marL="0" lvl="0" indent="0" algn="ctr" defTabSz="1289050">
            <a:lnSpc>
              <a:spcPct val="90000"/>
            </a:lnSpc>
            <a:spcBef>
              <a:spcPct val="0"/>
            </a:spcBef>
            <a:spcAft>
              <a:spcPct val="35000"/>
            </a:spcAft>
            <a:buNone/>
          </a:pPr>
          <a:r>
            <a:rPr lang="es-MX" sz="1800" kern="1200" dirty="0"/>
            <a:t>(LISR 46 Primer párrafo)</a:t>
          </a:r>
        </a:p>
      </dsp:txBody>
      <dsp:txXfrm>
        <a:off x="5487943" y="1165941"/>
        <a:ext cx="3206131" cy="3052463"/>
      </dsp:txXfrm>
    </dsp:sp>
    <dsp:sp modelId="{36A15B02-6251-4D21-AFBD-5FB36E539BC6}">
      <dsp:nvSpPr>
        <dsp:cNvPr id="0" name=""/>
        <dsp:cNvSpPr/>
      </dsp:nvSpPr>
      <dsp:spPr>
        <a:xfrm>
          <a:off x="1289814" y="34593"/>
          <a:ext cx="1349114" cy="1349114"/>
        </a:xfrm>
        <a:prstGeom prst="plus">
          <a:avLst>
            <a:gd name="adj" fmla="val 32810"/>
          </a:avLst>
        </a:prstGeom>
        <a:solidFill>
          <a:srgbClr val="92D05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44A325-828A-4E58-9EFB-C6A7B597F4F8}">
      <dsp:nvSpPr>
        <dsp:cNvPr id="0" name=""/>
        <dsp:cNvSpPr/>
      </dsp:nvSpPr>
      <dsp:spPr>
        <a:xfrm>
          <a:off x="7956029" y="519767"/>
          <a:ext cx="1269755" cy="435133"/>
        </a:xfrm>
        <a:prstGeom prst="rect">
          <a:avLst/>
        </a:prstGeom>
        <a:solidFill>
          <a:srgbClr val="FF0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7073DB-9153-433C-9143-DE58429494A6}">
      <dsp:nvSpPr>
        <dsp:cNvPr id="0" name=""/>
        <dsp:cNvSpPr/>
      </dsp:nvSpPr>
      <dsp:spPr>
        <a:xfrm>
          <a:off x="5456199" y="1172468"/>
          <a:ext cx="793" cy="2915396"/>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2.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3.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DADA5-1432-4ED5-B40A-5C3B87BA0513}" type="datetimeFigureOut">
              <a:rPr lang="es-MX" smtClean="0"/>
              <a:t>21/01/2026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33192-6708-4D6C-9625-D9176BB57168}" type="slidenum">
              <a:rPr lang="es-MX" smtClean="0"/>
              <a:t>‹Nº›</a:t>
            </a:fld>
            <a:endParaRPr lang="es-MX"/>
          </a:p>
        </p:txBody>
      </p:sp>
    </p:spTree>
    <p:extLst>
      <p:ext uri="{BB962C8B-B14F-4D97-AF65-F5344CB8AC3E}">
        <p14:creationId xmlns:p14="http://schemas.microsoft.com/office/powerpoint/2010/main" val="385659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2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31.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32.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ags" Target="../tags/tag33.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ags" Target="../tags/tag34.xml"/></Relationships>
</file>

<file path=ppt/notesSlides/_rels/notesSlide35.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ags" Target="../tags/tag35.xml"/></Relationships>
</file>

<file path=ppt/notesSlides/_rels/notesSlide36.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ags" Target="../tags/tag36.xml"/></Relationships>
</file>

<file path=ppt/notesSlides/_rels/notesSlide37.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ags" Target="../tags/tag37.xml"/></Relationships>
</file>

<file path=ppt/notesSlides/_rels/notesSlide38.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ags" Target="../tags/tag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a:t>
            </a:fld>
            <a:endParaRPr lang="es-MX"/>
          </a:p>
        </p:txBody>
      </p:sp>
    </p:spTree>
    <p:extLst>
      <p:ext uri="{BB962C8B-B14F-4D97-AF65-F5344CB8AC3E}">
        <p14:creationId xmlns:p14="http://schemas.microsoft.com/office/powerpoint/2010/main" val="2670335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a:t>
            </a:fld>
            <a:endParaRPr lang="es-MX"/>
          </a:p>
        </p:txBody>
      </p:sp>
    </p:spTree>
    <p:extLst>
      <p:ext uri="{BB962C8B-B14F-4D97-AF65-F5344CB8AC3E}">
        <p14:creationId xmlns:p14="http://schemas.microsoft.com/office/powerpoint/2010/main" val="1797281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a:t>
            </a:fld>
            <a:endParaRPr lang="es-MX"/>
          </a:p>
        </p:txBody>
      </p:sp>
    </p:spTree>
    <p:extLst>
      <p:ext uri="{BB962C8B-B14F-4D97-AF65-F5344CB8AC3E}">
        <p14:creationId xmlns:p14="http://schemas.microsoft.com/office/powerpoint/2010/main" val="1346759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a:t>
            </a:fld>
            <a:endParaRPr lang="es-MX"/>
          </a:p>
        </p:txBody>
      </p:sp>
    </p:spTree>
    <p:extLst>
      <p:ext uri="{BB962C8B-B14F-4D97-AF65-F5344CB8AC3E}">
        <p14:creationId xmlns:p14="http://schemas.microsoft.com/office/powerpoint/2010/main" val="4111734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5</a:t>
            </a:fld>
            <a:endParaRPr lang="es-MX"/>
          </a:p>
        </p:txBody>
      </p:sp>
    </p:spTree>
    <p:extLst>
      <p:ext uri="{BB962C8B-B14F-4D97-AF65-F5344CB8AC3E}">
        <p14:creationId xmlns:p14="http://schemas.microsoft.com/office/powerpoint/2010/main" val="2614437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6</a:t>
            </a:fld>
            <a:endParaRPr lang="es-MX"/>
          </a:p>
        </p:txBody>
      </p:sp>
    </p:spTree>
    <p:extLst>
      <p:ext uri="{BB962C8B-B14F-4D97-AF65-F5344CB8AC3E}">
        <p14:creationId xmlns:p14="http://schemas.microsoft.com/office/powerpoint/2010/main" val="3275963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7</a:t>
            </a:fld>
            <a:endParaRPr lang="es-MX"/>
          </a:p>
        </p:txBody>
      </p:sp>
    </p:spTree>
    <p:extLst>
      <p:ext uri="{BB962C8B-B14F-4D97-AF65-F5344CB8AC3E}">
        <p14:creationId xmlns:p14="http://schemas.microsoft.com/office/powerpoint/2010/main" val="3795085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8</a:t>
            </a:fld>
            <a:endParaRPr lang="es-MX"/>
          </a:p>
        </p:txBody>
      </p:sp>
    </p:spTree>
    <p:extLst>
      <p:ext uri="{BB962C8B-B14F-4D97-AF65-F5344CB8AC3E}">
        <p14:creationId xmlns:p14="http://schemas.microsoft.com/office/powerpoint/2010/main" val="165934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9</a:t>
            </a:fld>
            <a:endParaRPr lang="es-MX"/>
          </a:p>
        </p:txBody>
      </p:sp>
    </p:spTree>
    <p:extLst>
      <p:ext uri="{BB962C8B-B14F-4D97-AF65-F5344CB8AC3E}">
        <p14:creationId xmlns:p14="http://schemas.microsoft.com/office/powerpoint/2010/main" val="2997974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10</a:t>
            </a:fld>
            <a:endParaRPr lang="es-MX"/>
          </a:p>
        </p:txBody>
      </p:sp>
    </p:spTree>
    <p:extLst>
      <p:ext uri="{BB962C8B-B14F-4D97-AF65-F5344CB8AC3E}">
        <p14:creationId xmlns:p14="http://schemas.microsoft.com/office/powerpoint/2010/main" val="681525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11</a:t>
            </a:fld>
            <a:endParaRPr lang="es-MX"/>
          </a:p>
        </p:txBody>
      </p:sp>
    </p:spTree>
    <p:extLst>
      <p:ext uri="{BB962C8B-B14F-4D97-AF65-F5344CB8AC3E}">
        <p14:creationId xmlns:p14="http://schemas.microsoft.com/office/powerpoint/2010/main" val="2988652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12</a:t>
            </a:fld>
            <a:endParaRPr lang="es-MX"/>
          </a:p>
        </p:txBody>
      </p:sp>
    </p:spTree>
    <p:extLst>
      <p:ext uri="{BB962C8B-B14F-4D97-AF65-F5344CB8AC3E}">
        <p14:creationId xmlns:p14="http://schemas.microsoft.com/office/powerpoint/2010/main" val="885262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13</a:t>
            </a:fld>
            <a:endParaRPr lang="es-MX"/>
          </a:p>
        </p:txBody>
      </p:sp>
    </p:spTree>
    <p:extLst>
      <p:ext uri="{BB962C8B-B14F-4D97-AF65-F5344CB8AC3E}">
        <p14:creationId xmlns:p14="http://schemas.microsoft.com/office/powerpoint/2010/main" val="3637471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14</a:t>
            </a:fld>
            <a:endParaRPr lang="es-MX"/>
          </a:p>
        </p:txBody>
      </p:sp>
    </p:spTree>
    <p:extLst>
      <p:ext uri="{BB962C8B-B14F-4D97-AF65-F5344CB8AC3E}">
        <p14:creationId xmlns:p14="http://schemas.microsoft.com/office/powerpoint/2010/main" val="2178595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15</a:t>
            </a:fld>
            <a:endParaRPr lang="es-MX"/>
          </a:p>
        </p:txBody>
      </p:sp>
    </p:spTree>
    <p:extLst>
      <p:ext uri="{BB962C8B-B14F-4D97-AF65-F5344CB8AC3E}">
        <p14:creationId xmlns:p14="http://schemas.microsoft.com/office/powerpoint/2010/main" val="330455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16</a:t>
            </a:fld>
            <a:endParaRPr lang="es-MX"/>
          </a:p>
        </p:txBody>
      </p:sp>
    </p:spTree>
    <p:extLst>
      <p:ext uri="{BB962C8B-B14F-4D97-AF65-F5344CB8AC3E}">
        <p14:creationId xmlns:p14="http://schemas.microsoft.com/office/powerpoint/2010/main" val="2715047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17</a:t>
            </a:fld>
            <a:endParaRPr lang="es-MX"/>
          </a:p>
        </p:txBody>
      </p:sp>
    </p:spTree>
    <p:extLst>
      <p:ext uri="{BB962C8B-B14F-4D97-AF65-F5344CB8AC3E}">
        <p14:creationId xmlns:p14="http://schemas.microsoft.com/office/powerpoint/2010/main" val="757412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18</a:t>
            </a:fld>
            <a:endParaRPr lang="es-MX"/>
          </a:p>
        </p:txBody>
      </p:sp>
    </p:spTree>
    <p:extLst>
      <p:ext uri="{BB962C8B-B14F-4D97-AF65-F5344CB8AC3E}">
        <p14:creationId xmlns:p14="http://schemas.microsoft.com/office/powerpoint/2010/main" val="3549064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19</a:t>
            </a:fld>
            <a:endParaRPr lang="es-MX"/>
          </a:p>
        </p:txBody>
      </p:sp>
    </p:spTree>
    <p:extLst>
      <p:ext uri="{BB962C8B-B14F-4D97-AF65-F5344CB8AC3E}">
        <p14:creationId xmlns:p14="http://schemas.microsoft.com/office/powerpoint/2010/main" val="3565616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20</a:t>
            </a:fld>
            <a:endParaRPr lang="es-MX"/>
          </a:p>
        </p:txBody>
      </p:sp>
    </p:spTree>
    <p:extLst>
      <p:ext uri="{BB962C8B-B14F-4D97-AF65-F5344CB8AC3E}">
        <p14:creationId xmlns:p14="http://schemas.microsoft.com/office/powerpoint/2010/main" val="1438122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21</a:t>
            </a:fld>
            <a:endParaRPr lang="es-MX"/>
          </a:p>
        </p:txBody>
      </p:sp>
    </p:spTree>
    <p:extLst>
      <p:ext uri="{BB962C8B-B14F-4D97-AF65-F5344CB8AC3E}">
        <p14:creationId xmlns:p14="http://schemas.microsoft.com/office/powerpoint/2010/main" val="26328855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22</a:t>
            </a:fld>
            <a:endParaRPr lang="es-MX"/>
          </a:p>
        </p:txBody>
      </p:sp>
    </p:spTree>
    <p:extLst>
      <p:ext uri="{BB962C8B-B14F-4D97-AF65-F5344CB8AC3E}">
        <p14:creationId xmlns:p14="http://schemas.microsoft.com/office/powerpoint/2010/main" val="1883472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23</a:t>
            </a:fld>
            <a:endParaRPr lang="es-MX"/>
          </a:p>
        </p:txBody>
      </p:sp>
    </p:spTree>
    <p:extLst>
      <p:ext uri="{BB962C8B-B14F-4D97-AF65-F5344CB8AC3E}">
        <p14:creationId xmlns:p14="http://schemas.microsoft.com/office/powerpoint/2010/main" val="1911563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24</a:t>
            </a:fld>
            <a:endParaRPr lang="es-MX"/>
          </a:p>
        </p:txBody>
      </p:sp>
    </p:spTree>
    <p:extLst>
      <p:ext uri="{BB962C8B-B14F-4D97-AF65-F5344CB8AC3E}">
        <p14:creationId xmlns:p14="http://schemas.microsoft.com/office/powerpoint/2010/main" val="1088139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25</a:t>
            </a:fld>
            <a:endParaRPr lang="es-MX"/>
          </a:p>
        </p:txBody>
      </p:sp>
    </p:spTree>
    <p:extLst>
      <p:ext uri="{BB962C8B-B14F-4D97-AF65-F5344CB8AC3E}">
        <p14:creationId xmlns:p14="http://schemas.microsoft.com/office/powerpoint/2010/main" val="113752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26</a:t>
            </a:fld>
            <a:endParaRPr lang="es-MX"/>
          </a:p>
        </p:txBody>
      </p:sp>
    </p:spTree>
    <p:extLst>
      <p:ext uri="{BB962C8B-B14F-4D97-AF65-F5344CB8AC3E}">
        <p14:creationId xmlns:p14="http://schemas.microsoft.com/office/powerpoint/2010/main" val="3290833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27</a:t>
            </a:fld>
            <a:endParaRPr lang="es-MX"/>
          </a:p>
        </p:txBody>
      </p:sp>
    </p:spTree>
    <p:extLst>
      <p:ext uri="{BB962C8B-B14F-4D97-AF65-F5344CB8AC3E}">
        <p14:creationId xmlns:p14="http://schemas.microsoft.com/office/powerpoint/2010/main" val="422913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28</a:t>
            </a:fld>
            <a:endParaRPr lang="es-MX"/>
          </a:p>
        </p:txBody>
      </p:sp>
    </p:spTree>
    <p:extLst>
      <p:ext uri="{BB962C8B-B14F-4D97-AF65-F5344CB8AC3E}">
        <p14:creationId xmlns:p14="http://schemas.microsoft.com/office/powerpoint/2010/main" val="6098096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29</a:t>
            </a:fld>
            <a:endParaRPr lang="es-MX"/>
          </a:p>
        </p:txBody>
      </p:sp>
    </p:spTree>
    <p:extLst>
      <p:ext uri="{BB962C8B-B14F-4D97-AF65-F5344CB8AC3E}">
        <p14:creationId xmlns:p14="http://schemas.microsoft.com/office/powerpoint/2010/main" val="25491856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30</a:t>
            </a:fld>
            <a:endParaRPr lang="es-MX"/>
          </a:p>
        </p:txBody>
      </p:sp>
    </p:spTree>
    <p:extLst>
      <p:ext uri="{BB962C8B-B14F-4D97-AF65-F5344CB8AC3E}">
        <p14:creationId xmlns:p14="http://schemas.microsoft.com/office/powerpoint/2010/main" val="14488314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31</a:t>
            </a:fld>
            <a:endParaRPr lang="es-MX"/>
          </a:p>
        </p:txBody>
      </p:sp>
    </p:spTree>
    <p:extLst>
      <p:ext uri="{BB962C8B-B14F-4D97-AF65-F5344CB8AC3E}">
        <p14:creationId xmlns:p14="http://schemas.microsoft.com/office/powerpoint/2010/main" val="8925024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33</a:t>
            </a:fld>
            <a:endParaRPr lang="es-MX"/>
          </a:p>
        </p:txBody>
      </p:sp>
    </p:spTree>
    <p:extLst>
      <p:ext uri="{BB962C8B-B14F-4D97-AF65-F5344CB8AC3E}">
        <p14:creationId xmlns:p14="http://schemas.microsoft.com/office/powerpoint/2010/main" val="8671852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34</a:t>
            </a:fld>
            <a:endParaRPr lang="es-MX"/>
          </a:p>
        </p:txBody>
      </p:sp>
    </p:spTree>
    <p:extLst>
      <p:ext uri="{BB962C8B-B14F-4D97-AF65-F5344CB8AC3E}">
        <p14:creationId xmlns:p14="http://schemas.microsoft.com/office/powerpoint/2010/main" val="4127682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35</a:t>
            </a:fld>
            <a:endParaRPr lang="es-MX"/>
          </a:p>
        </p:txBody>
      </p:sp>
    </p:spTree>
    <p:extLst>
      <p:ext uri="{BB962C8B-B14F-4D97-AF65-F5344CB8AC3E}">
        <p14:creationId xmlns:p14="http://schemas.microsoft.com/office/powerpoint/2010/main" val="1872063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36</a:t>
            </a:fld>
            <a:endParaRPr lang="es-MX"/>
          </a:p>
        </p:txBody>
      </p:sp>
    </p:spTree>
    <p:extLst>
      <p:ext uri="{BB962C8B-B14F-4D97-AF65-F5344CB8AC3E}">
        <p14:creationId xmlns:p14="http://schemas.microsoft.com/office/powerpoint/2010/main" val="417966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37</a:t>
            </a:fld>
            <a:endParaRPr lang="es-MX"/>
          </a:p>
        </p:txBody>
      </p:sp>
    </p:spTree>
    <p:extLst>
      <p:ext uri="{BB962C8B-B14F-4D97-AF65-F5344CB8AC3E}">
        <p14:creationId xmlns:p14="http://schemas.microsoft.com/office/powerpoint/2010/main" val="5602561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38</a:t>
            </a:fld>
            <a:endParaRPr lang="es-MX"/>
          </a:p>
        </p:txBody>
      </p:sp>
    </p:spTree>
    <p:extLst>
      <p:ext uri="{BB962C8B-B14F-4D97-AF65-F5344CB8AC3E}">
        <p14:creationId xmlns:p14="http://schemas.microsoft.com/office/powerpoint/2010/main" val="22657814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39</a:t>
            </a:fld>
            <a:endParaRPr lang="es-MX"/>
          </a:p>
        </p:txBody>
      </p:sp>
    </p:spTree>
    <p:extLst>
      <p:ext uri="{BB962C8B-B14F-4D97-AF65-F5344CB8AC3E}">
        <p14:creationId xmlns:p14="http://schemas.microsoft.com/office/powerpoint/2010/main" val="1095992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F5F13-D572-8756-8C42-F3FC2E07E67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A450175-8837-7EE1-E5BA-0724088F6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4D13B4D-F54A-4B81-9D6E-BC07F732409F}"/>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5" name="Marcador de pie de página 4">
            <a:extLst>
              <a:ext uri="{FF2B5EF4-FFF2-40B4-BE49-F238E27FC236}">
                <a16:creationId xmlns:a16="http://schemas.microsoft.com/office/drawing/2014/main" id="{441A275E-AE26-A7FC-BF75-25A39310976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0559CDD-200E-CD58-1EA1-E720F2C12B8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70889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EF5EC2-6ECB-E74D-E075-758C0D7218F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EE3D798-6DEC-81FD-27A6-4E57B7DB8F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189ADBF-7F7D-7632-1E03-493B0534867D}"/>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5" name="Marcador de pie de página 4">
            <a:extLst>
              <a:ext uri="{FF2B5EF4-FFF2-40B4-BE49-F238E27FC236}">
                <a16:creationId xmlns:a16="http://schemas.microsoft.com/office/drawing/2014/main" id="{BE7DD143-EA8F-3867-0BC1-7A26F4C66E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E9D990E-5B9E-8D52-1315-727CB882F5C5}"/>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5018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37D38-0FBE-BC0E-EE34-A22E63C8A2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C1E5F97-8842-C92D-446E-A5A8993444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92C067B-DA21-6004-1B79-1F6EC62EE2A5}"/>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5" name="Marcador de pie de página 4">
            <a:extLst>
              <a:ext uri="{FF2B5EF4-FFF2-40B4-BE49-F238E27FC236}">
                <a16:creationId xmlns:a16="http://schemas.microsoft.com/office/drawing/2014/main" id="{4374EB7D-655B-61F8-684F-2542C2076D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9A88FFF-AF1B-101F-CA04-24A60B909393}"/>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63376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A6DC7-F673-1C29-5A20-285707C220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D6E6B38-8FF7-1567-28E8-43F4BD9F226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A246D4D-1865-7D3E-81BC-A3DF5705D51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F144D13-53DD-7F24-DEA5-DD3745C904C9}"/>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6" name="Marcador de pie de página 5">
            <a:extLst>
              <a:ext uri="{FF2B5EF4-FFF2-40B4-BE49-F238E27FC236}">
                <a16:creationId xmlns:a16="http://schemas.microsoft.com/office/drawing/2014/main" id="{D0D051E2-F88F-5DC8-C2C2-DB71E4BB649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21BBB0-8DFD-C793-0F99-3491393352DA}"/>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486528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4C8F6C-A74A-56EF-3FD7-73EBC1EDAAC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00C866A-7177-9059-CB97-1166DA527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5DF9212-1DB4-E15E-B037-3A69FFBB29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DC19E42-1C13-10A1-544C-568CF81A2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2C8D018-0A64-1B80-2691-306A64E8E08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6D582CE-A0C4-C279-6DD8-C4532682AFAC}"/>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8" name="Marcador de pie de página 7">
            <a:extLst>
              <a:ext uri="{FF2B5EF4-FFF2-40B4-BE49-F238E27FC236}">
                <a16:creationId xmlns:a16="http://schemas.microsoft.com/office/drawing/2014/main" id="{5E45CB52-2CC2-005B-21ED-ED06AE0F0D4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9E8EBF0-7BA2-C5C7-6CFB-4D529DC1B33B}"/>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503281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419FC-3D7B-61E3-B435-4FDE9C10F31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643024D-427C-60A3-F7F3-672C6158E0FF}"/>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4" name="Marcador de pie de página 3">
            <a:extLst>
              <a:ext uri="{FF2B5EF4-FFF2-40B4-BE49-F238E27FC236}">
                <a16:creationId xmlns:a16="http://schemas.microsoft.com/office/drawing/2014/main" id="{3A9E71A2-5177-44E6-4D61-F78025E2D9F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93C4841-39E5-574C-D9BB-253141421EBC}"/>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76389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F939F7D-4CFE-7C28-1042-F1BB5E42A710}"/>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3" name="Marcador de pie de página 2">
            <a:extLst>
              <a:ext uri="{FF2B5EF4-FFF2-40B4-BE49-F238E27FC236}">
                <a16:creationId xmlns:a16="http://schemas.microsoft.com/office/drawing/2014/main" id="{8372BBC7-D29C-6A6D-A22C-CE14993139F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6E587B7-1EC0-2068-C847-8E2E09C4F5D7}"/>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2834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3CE5E-FCB7-3F1B-52E9-AA1B4E96FF0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8F8271D-81F5-6BDF-9914-90C595B76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ABBD6B2-F264-0B05-2E82-C9F3E0C65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40BEB91-1606-C46C-7916-F9170B9252E0}"/>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6" name="Marcador de pie de página 5">
            <a:extLst>
              <a:ext uri="{FF2B5EF4-FFF2-40B4-BE49-F238E27FC236}">
                <a16:creationId xmlns:a16="http://schemas.microsoft.com/office/drawing/2014/main" id="{36CCE613-12C2-6751-52FF-684BCA83586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B4CFAC2-8510-B915-2B5B-7688AEC232D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02116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790E5-92D0-EB1F-4967-3206860DD2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3FEA619-C602-15B0-0FE4-F16551339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00E2919-2717-24D5-714C-2BFB58AC1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E6D0114-92FC-F8D2-97F5-FE839CEC8A0D}"/>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6" name="Marcador de pie de página 5">
            <a:extLst>
              <a:ext uri="{FF2B5EF4-FFF2-40B4-BE49-F238E27FC236}">
                <a16:creationId xmlns:a16="http://schemas.microsoft.com/office/drawing/2014/main" id="{3A13C8E2-6816-B348-CE3F-0F2681E98FA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DE7CB8A-1634-DF0B-D17D-43E8DDC19116}"/>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831825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9F699-3880-A3C3-E913-85E24AAE91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D441E86-B08B-C71F-EB5A-FE2415FA74B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CA9FC9-7EAE-0756-A23C-F89EEBF7996C}"/>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5" name="Marcador de pie de página 4">
            <a:extLst>
              <a:ext uri="{FF2B5EF4-FFF2-40B4-BE49-F238E27FC236}">
                <a16:creationId xmlns:a16="http://schemas.microsoft.com/office/drawing/2014/main" id="{B1383D73-B2B4-D582-C8AA-8B4976781D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54A3D1B-DF02-01D9-7A52-016301C0412E}"/>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374907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D43CE4-6443-C8F4-0310-52F9282B025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FB572F7-A20B-168E-1FA1-747B809C6FB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51CD70B-083E-B6C4-5D9D-D6E0C624C556}"/>
              </a:ext>
            </a:extLst>
          </p:cNvPr>
          <p:cNvSpPr>
            <a:spLocks noGrp="1"/>
          </p:cNvSpPr>
          <p:nvPr>
            <p:ph type="dt" sz="half" idx="10"/>
          </p:nvPr>
        </p:nvSpPr>
        <p:spPr/>
        <p:txBody>
          <a:bodyPr/>
          <a:lstStyle/>
          <a:p>
            <a:fld id="{BAAB06AF-F33A-4E3D-AA83-FF85CDF753DC}" type="datetimeFigureOut">
              <a:rPr lang="es-MX" smtClean="0"/>
              <a:t>21/01/2026</a:t>
            </a:fld>
            <a:endParaRPr lang="es-MX"/>
          </a:p>
        </p:txBody>
      </p:sp>
      <p:sp>
        <p:nvSpPr>
          <p:cNvPr id="5" name="Marcador de pie de página 4">
            <a:extLst>
              <a:ext uri="{FF2B5EF4-FFF2-40B4-BE49-F238E27FC236}">
                <a16:creationId xmlns:a16="http://schemas.microsoft.com/office/drawing/2014/main" id="{54C0F76B-CEAD-FAB4-CE3B-051C7052C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CA1861A-B7B4-366C-044D-16C5AFE80272}"/>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75118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82FB111-B70C-85E1-6921-091C1DF20B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C71E1CA-229D-FF6B-92B5-1015E45398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978A5D-DA29-2A59-89F4-DCE282CC84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B06AF-F33A-4E3D-AA83-FF85CDF753DC}" type="datetimeFigureOut">
              <a:rPr lang="es-MX" smtClean="0"/>
              <a:t>21/01/2026</a:t>
            </a:fld>
            <a:endParaRPr lang="es-MX"/>
          </a:p>
        </p:txBody>
      </p:sp>
      <p:sp>
        <p:nvSpPr>
          <p:cNvPr id="5" name="Marcador de pie de página 4">
            <a:extLst>
              <a:ext uri="{FF2B5EF4-FFF2-40B4-BE49-F238E27FC236}">
                <a16:creationId xmlns:a16="http://schemas.microsoft.com/office/drawing/2014/main" id="{52164C7B-44EA-6147-3C49-5BE7CDF2AE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F83FD0A-0838-DBD1-1F34-AC981DA8CC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8AB95-FAD2-4FB4-B288-CB5D0DF89844}" type="slidenum">
              <a:rPr lang="es-MX" smtClean="0"/>
              <a:t>‹Nº›</a:t>
            </a:fld>
            <a:endParaRPr lang="es-MX"/>
          </a:p>
        </p:txBody>
      </p:sp>
    </p:spTree>
    <p:extLst>
      <p:ext uri="{BB962C8B-B14F-4D97-AF65-F5344CB8AC3E}">
        <p14:creationId xmlns:p14="http://schemas.microsoft.com/office/powerpoint/2010/main" val="3467965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12.xml"/><Relationship Id="rId3" Type="http://schemas.openxmlformats.org/officeDocument/2006/relationships/diagramData" Target="../diagrams/data11.xml"/><Relationship Id="rId7" Type="http://schemas.microsoft.com/office/2007/relationships/diagramDrawing" Target="../diagrams/drawing11.xml"/><Relationship Id="rId12" Type="http://schemas.microsoft.com/office/2007/relationships/diagramDrawing" Target="../diagrams/drawing12.xml"/><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diagramColors" Target="../diagrams/colors11.xml"/><Relationship Id="rId11" Type="http://schemas.openxmlformats.org/officeDocument/2006/relationships/diagramColors" Target="../diagrams/colors12.xml"/><Relationship Id="rId5" Type="http://schemas.openxmlformats.org/officeDocument/2006/relationships/diagramQuickStyle" Target="../diagrams/quickStyle11.xml"/><Relationship Id="rId10" Type="http://schemas.openxmlformats.org/officeDocument/2006/relationships/diagramQuickStyle" Target="../diagrams/quickStyle12.xml"/><Relationship Id="rId4" Type="http://schemas.openxmlformats.org/officeDocument/2006/relationships/diagramLayout" Target="../diagrams/layout11.xml"/><Relationship Id="rId9" Type="http://schemas.openxmlformats.org/officeDocument/2006/relationships/diagramLayout" Target="../diagrams/layout1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3. Los Ingresos Acumulables</a:t>
            </a:r>
          </a:p>
        </p:txBody>
      </p:sp>
      <p:sp>
        <p:nvSpPr>
          <p:cNvPr id="3" name="Text Placeholder 2"/>
          <p:cNvSpPr>
            <a:spLocks noGrp="1"/>
          </p:cNvSpPr>
          <p:nvPr>
            <p:ph type="body" idx="1"/>
          </p:nvPr>
        </p:nvSpPr>
        <p:spPr/>
        <p:txBody>
          <a:bodyPr/>
          <a:lstStyle/>
          <a:p>
            <a:r>
              <a:rPr lang="es-MX" dirty="0"/>
              <a:t>Casos especiales de ingresos</a:t>
            </a:r>
          </a:p>
        </p:txBody>
      </p:sp>
    </p:spTree>
    <p:extLst>
      <p:ext uri="{BB962C8B-B14F-4D97-AF65-F5344CB8AC3E}">
        <p14:creationId xmlns:p14="http://schemas.microsoft.com/office/powerpoint/2010/main" val="2462731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Arrendamiento Financiero </a:t>
            </a:r>
            <a:r>
              <a:rPr lang="es-MX" sz="1800" dirty="0"/>
              <a:t>(LISR 17)</a:t>
            </a:r>
          </a:p>
        </p:txBody>
      </p:sp>
      <p:sp>
        <p:nvSpPr>
          <p:cNvPr id="3" name="Content Placeholder 2"/>
          <p:cNvSpPr>
            <a:spLocks noGrp="1"/>
          </p:cNvSpPr>
          <p:nvPr>
            <p:ph sz="half" idx="1"/>
          </p:nvPr>
        </p:nvSpPr>
        <p:spPr/>
        <p:txBody>
          <a:bodyPr>
            <a:normAutofit/>
          </a:bodyPr>
          <a:lstStyle/>
          <a:p>
            <a:pPr marL="0" indent="0">
              <a:buNone/>
            </a:pPr>
            <a:r>
              <a:rPr lang="es-MX" dirty="0"/>
              <a:t>III. Obtención de ingresos provenientes de contratos de arrendamiento financiero, los contribuyentes podrán </a:t>
            </a:r>
            <a:r>
              <a:rPr lang="es-MX" dirty="0">
                <a:solidFill>
                  <a:schemeClr val="accent6"/>
                </a:solidFill>
              </a:rPr>
              <a:t>optar</a:t>
            </a:r>
            <a:r>
              <a:rPr lang="es-MX" dirty="0"/>
              <a:t> por considerar como ingreso obtenido en el ejercicio el total del precio </a:t>
            </a:r>
            <a:r>
              <a:rPr lang="es-MX" dirty="0">
                <a:solidFill>
                  <a:schemeClr val="accent6"/>
                </a:solidFill>
              </a:rPr>
              <a:t>pactado</a:t>
            </a:r>
            <a:r>
              <a:rPr lang="es-MX" dirty="0"/>
              <a:t> o la parte del precio </a:t>
            </a:r>
            <a:r>
              <a:rPr lang="es-MX" dirty="0">
                <a:solidFill>
                  <a:schemeClr val="accent6"/>
                </a:solidFill>
              </a:rPr>
              <a:t>exigible</a:t>
            </a:r>
            <a:r>
              <a:rPr lang="es-MX" dirty="0"/>
              <a:t> durante el mismo</a:t>
            </a:r>
          </a:p>
        </p:txBody>
      </p:sp>
      <p:sp>
        <p:nvSpPr>
          <p:cNvPr id="4" name="Content Placeholder 3"/>
          <p:cNvSpPr>
            <a:spLocks noGrp="1"/>
          </p:cNvSpPr>
          <p:nvPr>
            <p:ph sz="half" idx="2"/>
          </p:nvPr>
        </p:nvSpPr>
        <p:spPr/>
        <p:txBody>
          <a:bodyPr>
            <a:normAutofit/>
          </a:bodyPr>
          <a:lstStyle/>
          <a:p>
            <a:r>
              <a:rPr lang="es-MX" dirty="0"/>
              <a:t>La opción debe mantenerse o cumplir con resquisitos para cambiarla</a:t>
            </a:r>
          </a:p>
          <a:p>
            <a:r>
              <a:rPr lang="es-MX" dirty="0"/>
              <a:t>CC 2190: Se llama exigible aquella deuda cuyo pago no puede rehusarse conforme a derecho.</a:t>
            </a:r>
          </a:p>
          <a:p>
            <a:r>
              <a:rPr lang="es-MX" dirty="0"/>
              <a:t>LISR 40: Si se acumula la parte del precio exigible, se deduce el costo de manera proporcional.</a:t>
            </a:r>
          </a:p>
        </p:txBody>
      </p:sp>
    </p:spTree>
    <p:extLst>
      <p:ext uri="{BB962C8B-B14F-4D97-AF65-F5344CB8AC3E}">
        <p14:creationId xmlns:p14="http://schemas.microsoft.com/office/powerpoint/2010/main" val="2895153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Deudas no pagadas </a:t>
            </a:r>
            <a:r>
              <a:rPr lang="es-MX" sz="1800" dirty="0"/>
              <a:t>(LISR 17)</a:t>
            </a:r>
          </a:p>
        </p:txBody>
      </p:sp>
      <p:sp>
        <p:nvSpPr>
          <p:cNvPr id="3" name="Content Placeholder 2"/>
          <p:cNvSpPr>
            <a:spLocks noGrp="1"/>
          </p:cNvSpPr>
          <p:nvPr>
            <p:ph sz="half" idx="1"/>
          </p:nvPr>
        </p:nvSpPr>
        <p:spPr/>
        <p:txBody>
          <a:bodyPr>
            <a:normAutofit/>
          </a:bodyPr>
          <a:lstStyle/>
          <a:p>
            <a:pPr marL="0" indent="0">
              <a:buNone/>
            </a:pPr>
            <a:r>
              <a:rPr lang="es-MX" dirty="0"/>
              <a:t>IV. Ingresos derivados de </a:t>
            </a:r>
            <a:r>
              <a:rPr lang="es-MX" dirty="0">
                <a:solidFill>
                  <a:schemeClr val="accent6"/>
                </a:solidFill>
              </a:rPr>
              <a:t>deudas no cubiertas por el contribuyente</a:t>
            </a:r>
            <a:r>
              <a:rPr lang="es-MX" dirty="0"/>
              <a:t>, en el mes en el que se consume el plazo de prescripción o en el mes en el que se cumpla el plazo a que se refiere el párrafo segundo de la fracción XV del artículo 27 de esta Ley</a:t>
            </a:r>
          </a:p>
        </p:txBody>
      </p:sp>
      <p:sp>
        <p:nvSpPr>
          <p:cNvPr id="4" name="Content Placeholder 3"/>
          <p:cNvSpPr>
            <a:spLocks noGrp="1"/>
          </p:cNvSpPr>
          <p:nvPr>
            <p:ph sz="half" idx="2"/>
          </p:nvPr>
        </p:nvSpPr>
        <p:spPr/>
        <p:txBody>
          <a:bodyPr/>
          <a:lstStyle/>
          <a:p>
            <a:r>
              <a:rPr lang="es-MX" dirty="0"/>
              <a:t>Prescripción</a:t>
            </a:r>
          </a:p>
          <a:p>
            <a:pPr lvl="1"/>
            <a:r>
              <a:rPr lang="es-MX" dirty="0"/>
              <a:t>Depende de la forma en que esté documentado el crédito</a:t>
            </a:r>
          </a:p>
          <a:p>
            <a:endParaRPr lang="es-MX" dirty="0"/>
          </a:p>
          <a:p>
            <a:r>
              <a:rPr lang="es-MX" dirty="0"/>
              <a:t>Notoria Imposibilidad Práctica de Cobro</a:t>
            </a:r>
          </a:p>
          <a:p>
            <a:pPr lvl="1"/>
            <a:r>
              <a:rPr lang="es-MX" dirty="0"/>
              <a:t>Simetría con la deducción para el acreedor.</a:t>
            </a:r>
          </a:p>
          <a:p>
            <a:pPr lvl="1"/>
            <a:r>
              <a:rPr lang="es-MX" dirty="0"/>
              <a:t>Depende del monto de crédito, entre otros.</a:t>
            </a:r>
          </a:p>
          <a:p>
            <a:pPr lvl="1"/>
            <a:endParaRPr lang="es-MX" dirty="0"/>
          </a:p>
        </p:txBody>
      </p:sp>
      <p:sp>
        <p:nvSpPr>
          <p:cNvPr id="5" name="Speech Bubble: Oval 4">
            <a:extLst>
              <a:ext uri="{FF2B5EF4-FFF2-40B4-BE49-F238E27FC236}">
                <a16:creationId xmlns:a16="http://schemas.microsoft.com/office/drawing/2014/main" id="{62B7F71F-3012-4B8D-A63B-3252C2A9E566}"/>
              </a:ext>
            </a:extLst>
          </p:cNvPr>
          <p:cNvSpPr/>
          <p:nvPr/>
        </p:nvSpPr>
        <p:spPr>
          <a:xfrm>
            <a:off x="1518138" y="4800599"/>
            <a:ext cx="4249615" cy="1787770"/>
          </a:xfrm>
          <a:prstGeom prst="wedgeEllipseCallout">
            <a:avLst>
              <a:gd name="adj1" fmla="val 76634"/>
              <a:gd name="adj2" fmla="val -56374"/>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El deudor deberá acumular cuando el acreedor deduzca</a:t>
            </a:r>
          </a:p>
          <a:p>
            <a:pPr algn="ctr"/>
            <a:r>
              <a:rPr lang="es-MX" dirty="0"/>
              <a:t>(ver deducciones LISR 27-XV)</a:t>
            </a:r>
          </a:p>
        </p:txBody>
      </p:sp>
    </p:spTree>
    <p:extLst>
      <p:ext uri="{BB962C8B-B14F-4D97-AF65-F5344CB8AC3E}">
        <p14:creationId xmlns:p14="http://schemas.microsoft.com/office/powerpoint/2010/main" val="157673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Ingresos Acumulables </a:t>
            </a:r>
            <a:r>
              <a:rPr lang="es-MX" sz="1800" dirty="0"/>
              <a:t>(LISR 18)</a:t>
            </a:r>
          </a:p>
        </p:txBody>
      </p:sp>
      <p:sp>
        <p:nvSpPr>
          <p:cNvPr id="3" name="Content Placeholder 2"/>
          <p:cNvSpPr>
            <a:spLocks noGrp="1"/>
          </p:cNvSpPr>
          <p:nvPr>
            <p:ph sz="half" idx="1"/>
          </p:nvPr>
        </p:nvSpPr>
        <p:spPr/>
        <p:txBody>
          <a:bodyPr/>
          <a:lstStyle/>
          <a:p>
            <a:r>
              <a:rPr lang="es-MX" dirty="0"/>
              <a:t>Para los efectos de este Título (Título II – De las Personas Morales), se consideran ingresos acumulables, </a:t>
            </a:r>
            <a:r>
              <a:rPr lang="es-MX" dirty="0">
                <a:solidFill>
                  <a:schemeClr val="accent6"/>
                </a:solidFill>
              </a:rPr>
              <a:t>además de los señalados en otros artículos </a:t>
            </a:r>
            <a:r>
              <a:rPr lang="es-MX" dirty="0"/>
              <a:t>de esta ley, los siguientes:</a:t>
            </a:r>
          </a:p>
          <a:p>
            <a:pPr marL="457200" lvl="1" indent="0">
              <a:buNone/>
            </a:pPr>
            <a:r>
              <a:rPr lang="es-MX" dirty="0"/>
              <a:t>…</a:t>
            </a:r>
          </a:p>
        </p:txBody>
      </p:sp>
      <p:sp>
        <p:nvSpPr>
          <p:cNvPr id="4" name="Content Placeholder 3"/>
          <p:cNvSpPr>
            <a:spLocks noGrp="1"/>
          </p:cNvSpPr>
          <p:nvPr>
            <p:ph sz="half" idx="2"/>
          </p:nvPr>
        </p:nvSpPr>
        <p:spPr/>
        <p:txBody>
          <a:bodyPr/>
          <a:lstStyle/>
          <a:p>
            <a:r>
              <a:rPr lang="es-MX" dirty="0"/>
              <a:t>Listado enunciativo</a:t>
            </a:r>
          </a:p>
        </p:txBody>
      </p:sp>
    </p:spTree>
    <p:extLst>
      <p:ext uri="{BB962C8B-B14F-4D97-AF65-F5344CB8AC3E}">
        <p14:creationId xmlns:p14="http://schemas.microsoft.com/office/powerpoint/2010/main" val="1179121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Ingresos Presuntos </a:t>
            </a:r>
            <a:r>
              <a:rPr lang="es-MX" sz="1800" dirty="0"/>
              <a:t>(LISR 18)</a:t>
            </a:r>
          </a:p>
        </p:txBody>
      </p:sp>
      <p:sp>
        <p:nvSpPr>
          <p:cNvPr id="3" name="Content Placeholder 2"/>
          <p:cNvSpPr>
            <a:spLocks noGrp="1"/>
          </p:cNvSpPr>
          <p:nvPr>
            <p:ph sz="half" idx="1"/>
          </p:nvPr>
        </p:nvSpPr>
        <p:spPr/>
        <p:txBody>
          <a:bodyPr/>
          <a:lstStyle/>
          <a:p>
            <a:pPr marL="0" indent="0">
              <a:buNone/>
            </a:pPr>
            <a:r>
              <a:rPr lang="es-MX" dirty="0"/>
              <a:t>I. Los ingresos determinados, inclusive </a:t>
            </a:r>
            <a:r>
              <a:rPr lang="es-MX" dirty="0">
                <a:solidFill>
                  <a:schemeClr val="accent6"/>
                </a:solidFill>
              </a:rPr>
              <a:t>presuntivamente</a:t>
            </a:r>
            <a:r>
              <a:rPr lang="es-MX" dirty="0"/>
              <a:t> por las autoridades fiscales, en los casos en que proceda conforme a las leyes fiscales.</a:t>
            </a:r>
          </a:p>
          <a:p>
            <a:endParaRPr lang="es-MX" dirty="0"/>
          </a:p>
        </p:txBody>
      </p:sp>
      <p:graphicFrame>
        <p:nvGraphicFramePr>
          <p:cNvPr id="5"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6597748" y="1825625"/>
            <a:ext cx="4756052" cy="830997"/>
          </a:xfrm>
          <a:prstGeom prst="rect">
            <a:avLst/>
          </a:prstGeom>
          <a:noFill/>
        </p:spPr>
        <p:txBody>
          <a:bodyPr wrap="square" rtlCol="0">
            <a:spAutoFit/>
          </a:bodyPr>
          <a:lstStyle/>
          <a:p>
            <a:r>
              <a:rPr lang="es-MX" sz="2400" dirty="0"/>
              <a:t>La presunción de ingresos es facultad de las autoridades fiscales</a:t>
            </a:r>
          </a:p>
        </p:txBody>
      </p:sp>
    </p:spTree>
    <p:extLst>
      <p:ext uri="{BB962C8B-B14F-4D97-AF65-F5344CB8AC3E}">
        <p14:creationId xmlns:p14="http://schemas.microsoft.com/office/powerpoint/2010/main" val="1279114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Pagos en especie </a:t>
            </a:r>
            <a:r>
              <a:rPr lang="es-MX" sz="1800" dirty="0"/>
              <a:t>(LISR 18)</a:t>
            </a:r>
          </a:p>
        </p:txBody>
      </p:sp>
      <p:sp>
        <p:nvSpPr>
          <p:cNvPr id="3" name="Content Placeholder 2"/>
          <p:cNvSpPr>
            <a:spLocks noGrp="1"/>
          </p:cNvSpPr>
          <p:nvPr>
            <p:ph sz="half" idx="1"/>
          </p:nvPr>
        </p:nvSpPr>
        <p:spPr/>
        <p:txBody>
          <a:bodyPr>
            <a:normAutofit fontScale="70000" lnSpcReduction="20000"/>
          </a:bodyPr>
          <a:lstStyle/>
          <a:p>
            <a:pPr marL="0" indent="0">
              <a:buNone/>
            </a:pPr>
            <a:r>
              <a:rPr lang="es-MX" dirty="0"/>
              <a:t>II. La </a:t>
            </a:r>
            <a:r>
              <a:rPr lang="es-MX" dirty="0">
                <a:solidFill>
                  <a:schemeClr val="accent6"/>
                </a:solidFill>
              </a:rPr>
              <a:t>ganancia</a:t>
            </a:r>
            <a:r>
              <a:rPr lang="es-MX" dirty="0"/>
              <a:t> derivada de la </a:t>
            </a:r>
            <a:r>
              <a:rPr lang="es-MX" dirty="0">
                <a:solidFill>
                  <a:schemeClr val="accent6"/>
                </a:solidFill>
              </a:rPr>
              <a:t>transmisión de propiedad</a:t>
            </a:r>
            <a:r>
              <a:rPr lang="es-MX" dirty="0"/>
              <a:t> de bienes por pago en especie. En este caso, para determinar la ganancia se considerará como ingreso el valor que conforme al </a:t>
            </a:r>
            <a:r>
              <a:rPr lang="es-MX" dirty="0">
                <a:solidFill>
                  <a:schemeClr val="accent6"/>
                </a:solidFill>
              </a:rPr>
              <a:t>avalúo</a:t>
            </a:r>
            <a:r>
              <a:rPr lang="es-MX" dirty="0"/>
              <a:t> practicado por persona autorizada por las autoridades fiscales tenga el bien de que se trata en la fecha en la que se transfiera su propiedad por pago en especie, pudiendo disminuir de dicho ingreso las </a:t>
            </a:r>
            <a:r>
              <a:rPr lang="es-MX" dirty="0">
                <a:solidFill>
                  <a:schemeClr val="accent6"/>
                </a:solidFill>
              </a:rPr>
              <a:t>deducciones</a:t>
            </a:r>
            <a:r>
              <a:rPr lang="es-MX" dirty="0"/>
              <a:t> que para el caso de enajenación permite esta Ley, siempre que se cumplan con los requisitos que para ello se establecen en la misma y en las demás disposiciones fiscales. Tratándose de mercancías, así como de materias primas, productos semiterminados o terminados, se acumulará el </a:t>
            </a:r>
            <a:r>
              <a:rPr lang="es-MX" dirty="0">
                <a:solidFill>
                  <a:schemeClr val="accent6"/>
                </a:solidFill>
              </a:rPr>
              <a:t>total del ingreso</a:t>
            </a:r>
            <a:r>
              <a:rPr lang="es-MX" dirty="0"/>
              <a:t> y el valor del </a:t>
            </a:r>
            <a:r>
              <a:rPr lang="es-MX" dirty="0">
                <a:solidFill>
                  <a:schemeClr val="accent6"/>
                </a:solidFill>
              </a:rPr>
              <a:t>costo de lo vendido</a:t>
            </a:r>
            <a:r>
              <a:rPr lang="es-MX" dirty="0"/>
              <a:t> se determinará conforme a lo dispuesto en la Sección III, del Capítulo II del Título II de esta Ley.</a:t>
            </a:r>
          </a:p>
        </p:txBody>
      </p:sp>
      <p:sp>
        <p:nvSpPr>
          <p:cNvPr id="4" name="Content Placeholder 3"/>
          <p:cNvSpPr>
            <a:spLocks noGrp="1"/>
          </p:cNvSpPr>
          <p:nvPr>
            <p:ph sz="half" idx="2"/>
          </p:nvPr>
        </p:nvSpPr>
        <p:spPr/>
        <p:txBody>
          <a:bodyPr>
            <a:normAutofit fontScale="85000" lnSpcReduction="20000"/>
          </a:bodyPr>
          <a:lstStyle/>
          <a:p>
            <a:r>
              <a:rPr lang="es-MX" dirty="0"/>
              <a:t>La entrega de la Especie implica la enajenación de la especie con la que se paga.</a:t>
            </a:r>
          </a:p>
          <a:p>
            <a:pPr marL="0" indent="0">
              <a:buNone/>
            </a:pPr>
            <a:endParaRPr lang="es-MX" dirty="0"/>
          </a:p>
          <a:p>
            <a:r>
              <a:rPr lang="es-MX" dirty="0"/>
              <a:t>El ingreso acumulable será la ganancia tratándose de bienes distintos de inventarios</a:t>
            </a:r>
          </a:p>
          <a:p>
            <a:pPr lvl="1"/>
            <a:r>
              <a:rPr lang="es-MX" dirty="0"/>
              <a:t>Ingreso: Valor de Avalúo</a:t>
            </a:r>
          </a:p>
          <a:p>
            <a:pPr lvl="1"/>
            <a:r>
              <a:rPr lang="es-MX" dirty="0"/>
              <a:t>Deducciones: Las que correspondan a la especie</a:t>
            </a:r>
          </a:p>
          <a:p>
            <a:pPr lvl="1"/>
            <a:endParaRPr lang="es-MX" dirty="0"/>
          </a:p>
          <a:p>
            <a:r>
              <a:rPr lang="es-MX" dirty="0"/>
              <a:t>En el caso de inventarios se acumulará el ingreso y se deducirá el costo de lo vendido.</a:t>
            </a:r>
          </a:p>
        </p:txBody>
      </p:sp>
    </p:spTree>
    <p:extLst>
      <p:ext uri="{BB962C8B-B14F-4D97-AF65-F5344CB8AC3E}">
        <p14:creationId xmlns:p14="http://schemas.microsoft.com/office/powerpoint/2010/main" val="394740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Instalaciones en arrendamiento </a:t>
            </a:r>
            <a:r>
              <a:rPr lang="es-MX" sz="1800" dirty="0"/>
              <a:t>(LISR 18)</a:t>
            </a:r>
          </a:p>
        </p:txBody>
      </p:sp>
      <p:sp>
        <p:nvSpPr>
          <p:cNvPr id="3" name="Content Placeholder 2"/>
          <p:cNvSpPr>
            <a:spLocks noGrp="1"/>
          </p:cNvSpPr>
          <p:nvPr>
            <p:ph sz="half" idx="1"/>
          </p:nvPr>
        </p:nvSpPr>
        <p:spPr/>
        <p:txBody>
          <a:bodyPr>
            <a:normAutofit fontScale="92500" lnSpcReduction="10000"/>
          </a:bodyPr>
          <a:lstStyle/>
          <a:p>
            <a:pPr marL="0" indent="0">
              <a:buNone/>
            </a:pPr>
            <a:r>
              <a:rPr lang="es-MX" dirty="0"/>
              <a:t>III. Los que provengan de construcciones, instalaciones o mejoras permanentes en bienes inmuebles, que de conformidad con los contratos por los que se otorgó su uso o goce </a:t>
            </a:r>
            <a:r>
              <a:rPr lang="es-MX" dirty="0">
                <a:solidFill>
                  <a:schemeClr val="accent6"/>
                </a:solidFill>
              </a:rPr>
              <a:t>queden a beneficio del propietario</a:t>
            </a:r>
            <a:r>
              <a:rPr lang="es-MX" dirty="0"/>
              <a:t>. Para estos efectos, el ingreso se considera obtenido al término del contrato y en el monto que a esa fecha tengan las inversiones conforme al </a:t>
            </a:r>
            <a:r>
              <a:rPr lang="es-MX" dirty="0">
                <a:solidFill>
                  <a:schemeClr val="accent6"/>
                </a:solidFill>
              </a:rPr>
              <a:t>avalúo</a:t>
            </a:r>
            <a:r>
              <a:rPr lang="es-MX" dirty="0"/>
              <a:t> que practique persona </a:t>
            </a:r>
            <a:r>
              <a:rPr lang="es-MX" dirty="0">
                <a:solidFill>
                  <a:schemeClr val="accent6"/>
                </a:solidFill>
              </a:rPr>
              <a:t>autorizada</a:t>
            </a:r>
            <a:r>
              <a:rPr lang="es-MX" dirty="0"/>
              <a:t> por las autoridades fiscales.</a:t>
            </a:r>
          </a:p>
        </p:txBody>
      </p:sp>
      <p:sp>
        <p:nvSpPr>
          <p:cNvPr id="4" name="Content Placeholder 3"/>
          <p:cNvSpPr>
            <a:spLocks noGrp="1"/>
          </p:cNvSpPr>
          <p:nvPr>
            <p:ph sz="half" idx="2"/>
          </p:nvPr>
        </p:nvSpPr>
        <p:spPr/>
        <p:txBody>
          <a:bodyPr>
            <a:normAutofit fontScale="85000" lnSpcReduction="20000"/>
          </a:bodyPr>
          <a:lstStyle/>
          <a:p>
            <a:r>
              <a:rPr lang="es-MX" dirty="0"/>
              <a:t>LISR 36-VI: Las construcciones, instalaciones o mejoras permanentes en activos fijos tangibles, propiedad de terceros, que de conformidad con los contratos de arrendamiento o de concesión respectivos </a:t>
            </a:r>
            <a:r>
              <a:rPr lang="es-MX" dirty="0">
                <a:solidFill>
                  <a:schemeClr val="accent6"/>
                </a:solidFill>
              </a:rPr>
              <a:t>queden a beneficio del propietario </a:t>
            </a:r>
            <a:r>
              <a:rPr lang="es-MX" dirty="0"/>
              <a:t>y se hayan efectuado a partir de la fecha de celebración de los contratos mencionados, se </a:t>
            </a:r>
            <a:r>
              <a:rPr lang="es-MX" dirty="0">
                <a:solidFill>
                  <a:schemeClr val="accent6"/>
                </a:solidFill>
              </a:rPr>
              <a:t>deducirán</a:t>
            </a:r>
            <a:r>
              <a:rPr lang="es-MX" dirty="0"/>
              <a:t> en los términos de esta Sección. Cuando la terminación del contrato ocurra sin que las inversiones deducibles hayan sido fiscalmente redimidas, el valor por redimir </a:t>
            </a:r>
            <a:r>
              <a:rPr lang="es-MX" dirty="0">
                <a:solidFill>
                  <a:schemeClr val="accent6"/>
                </a:solidFill>
              </a:rPr>
              <a:t>podrá deducirse</a:t>
            </a:r>
            <a:r>
              <a:rPr lang="es-MX" dirty="0"/>
              <a:t> en la declaración del ejercicio respectivo.</a:t>
            </a:r>
          </a:p>
        </p:txBody>
      </p:sp>
    </p:spTree>
    <p:extLst>
      <p:ext uri="{BB962C8B-B14F-4D97-AF65-F5344CB8AC3E}">
        <p14:creationId xmlns:p14="http://schemas.microsoft.com/office/powerpoint/2010/main" val="3161278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Enajenación de Activos y otras operaciones  </a:t>
            </a:r>
            <a:r>
              <a:rPr lang="es-MX" sz="1800" dirty="0"/>
              <a:t>(LISR 18)</a:t>
            </a:r>
          </a:p>
        </p:txBody>
      </p:sp>
      <p:sp>
        <p:nvSpPr>
          <p:cNvPr id="3" name="Content Placeholder 2"/>
          <p:cNvSpPr>
            <a:spLocks noGrp="1"/>
          </p:cNvSpPr>
          <p:nvPr>
            <p:ph sz="half" idx="1"/>
          </p:nvPr>
        </p:nvSpPr>
        <p:spPr/>
        <p:txBody>
          <a:bodyPr>
            <a:normAutofit fontScale="62500" lnSpcReduction="20000"/>
          </a:bodyPr>
          <a:lstStyle/>
          <a:p>
            <a:pPr marL="0" indent="0">
              <a:buNone/>
            </a:pPr>
            <a:r>
              <a:rPr lang="es-MX" dirty="0"/>
              <a:t>IV. La </a:t>
            </a:r>
            <a:r>
              <a:rPr lang="es-MX" dirty="0">
                <a:solidFill>
                  <a:schemeClr val="accent6"/>
                </a:solidFill>
              </a:rPr>
              <a:t>ganancia</a:t>
            </a:r>
            <a:r>
              <a:rPr lang="es-MX" dirty="0"/>
              <a:t> derivada de</a:t>
            </a:r>
          </a:p>
          <a:p>
            <a:pPr lvl="1"/>
            <a:r>
              <a:rPr lang="es-MX" dirty="0"/>
              <a:t>la </a:t>
            </a:r>
            <a:r>
              <a:rPr lang="es-MX" dirty="0">
                <a:solidFill>
                  <a:schemeClr val="accent6"/>
                </a:solidFill>
              </a:rPr>
              <a:t>enajenación</a:t>
            </a:r>
            <a:r>
              <a:rPr lang="es-MX" dirty="0"/>
              <a:t> de activos fijos y terrenos, títulos valor, acciones, partes sociales o certificados de aportación patrimonial emitidos por sociedades nacionales de crédito,</a:t>
            </a:r>
          </a:p>
          <a:p>
            <a:pPr lvl="1"/>
            <a:r>
              <a:rPr lang="es-MX" dirty="0"/>
              <a:t>así como la </a:t>
            </a:r>
            <a:r>
              <a:rPr lang="es-MX" dirty="0">
                <a:solidFill>
                  <a:schemeClr val="accent6"/>
                </a:solidFill>
              </a:rPr>
              <a:t>ganancia</a:t>
            </a:r>
            <a:r>
              <a:rPr lang="es-MX" dirty="0"/>
              <a:t> realizada que derive de la fusión o escisión de sociedades</a:t>
            </a:r>
          </a:p>
          <a:p>
            <a:pPr lvl="1"/>
            <a:r>
              <a:rPr lang="es-MX" dirty="0"/>
              <a:t>y la proveniente de reducción de capital o de liquidación de sociedades mercantiles </a:t>
            </a:r>
            <a:r>
              <a:rPr lang="es-MX" dirty="0">
                <a:solidFill>
                  <a:schemeClr val="accent6"/>
                </a:solidFill>
              </a:rPr>
              <a:t>residentes en el extranjero</a:t>
            </a:r>
            <a:r>
              <a:rPr lang="es-MX" dirty="0"/>
              <a:t>, en las que el contribuyente sea socio o accionista.</a:t>
            </a:r>
          </a:p>
          <a:p>
            <a:r>
              <a:rPr lang="es-MX" dirty="0"/>
              <a:t>En los casos de reducción de capital o de liquidación, de sociedades mercantiles </a:t>
            </a:r>
            <a:r>
              <a:rPr lang="es-MX" dirty="0">
                <a:solidFill>
                  <a:schemeClr val="accent6"/>
                </a:solidFill>
              </a:rPr>
              <a:t>residentes en el extranjero</a:t>
            </a:r>
            <a:r>
              <a:rPr lang="es-MX" dirty="0"/>
              <a:t>, la ganancia se determinará conforme a lo dispuesto en la fracción V del artículo 142 de esta Ley. </a:t>
            </a:r>
          </a:p>
          <a:p>
            <a:r>
              <a:rPr lang="es-MX" dirty="0"/>
              <a:t>En los casos de fusión o escisión de sociedades, </a:t>
            </a:r>
            <a:r>
              <a:rPr lang="es-MX" dirty="0">
                <a:solidFill>
                  <a:srgbClr val="92D050"/>
                </a:solidFill>
              </a:rPr>
              <a:t>no se considerará ingreso acumulable la ganancia derivada de dichos actos, cuando se cumplan los requisitos establecidos en el artículo 14-B del Código Fiscal de la Federación.</a:t>
            </a:r>
          </a:p>
        </p:txBody>
      </p:sp>
      <p:sp>
        <p:nvSpPr>
          <p:cNvPr id="4" name="Content Placeholder 3"/>
          <p:cNvSpPr>
            <a:spLocks noGrp="1"/>
          </p:cNvSpPr>
          <p:nvPr>
            <p:ph sz="half" idx="2"/>
          </p:nvPr>
        </p:nvSpPr>
        <p:spPr/>
        <p:txBody>
          <a:bodyPr>
            <a:normAutofit fontScale="62500" lnSpcReduction="20000"/>
          </a:bodyPr>
          <a:lstStyle/>
          <a:p>
            <a:r>
              <a:rPr lang="es-MX" dirty="0"/>
              <a:t>El ingreso es la ganancia y no el valor de enajenación.</a:t>
            </a:r>
          </a:p>
          <a:p>
            <a:endParaRPr lang="es-MX" dirty="0"/>
          </a:p>
          <a:p>
            <a:r>
              <a:rPr lang="es-MX" dirty="0"/>
              <a:t>El Artículo 14-B del CFF se refiere a los casos en los que una fusión o escisión no es considerada como enajenación. Al no haber “enajenación”, resulta imposible que haya “ganancia en enajenación”</a:t>
            </a:r>
          </a:p>
          <a:p>
            <a:endParaRPr lang="es-MX" dirty="0"/>
          </a:p>
          <a:p>
            <a:r>
              <a:rPr lang="es-MX" dirty="0"/>
              <a:t>Las reducciones de capital o liquidación de sociedades mercantiles residentes en México está regulada como Dividendos o Utilidades Distribuidas de conformidad con LISR 78</a:t>
            </a:r>
          </a:p>
        </p:txBody>
      </p:sp>
    </p:spTree>
    <p:extLst>
      <p:ext uri="{BB962C8B-B14F-4D97-AF65-F5344CB8AC3E}">
        <p14:creationId xmlns:p14="http://schemas.microsoft.com/office/powerpoint/2010/main" val="3433807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El ingreso acumulable es la ganancia, no el precio o valor de </a:t>
            </a:r>
            <a:r>
              <a:rPr lang="es-MX"/>
              <a:t>la enajenación</a:t>
            </a:r>
            <a:endParaRPr lang="es-MX" dirty="0"/>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8290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Enajenación de Terrenos y Otros Bienes </a:t>
            </a:r>
            <a:r>
              <a:rPr lang="es-MX" sz="1800" dirty="0"/>
              <a:t>(LISR 19)</a:t>
            </a:r>
            <a:endParaRPr lang="es-MX" dirty="0"/>
          </a:p>
        </p:txBody>
      </p:sp>
      <p:sp>
        <p:nvSpPr>
          <p:cNvPr id="6" name="Content Placeholder 5"/>
          <p:cNvSpPr>
            <a:spLocks noGrp="1"/>
          </p:cNvSpPr>
          <p:nvPr>
            <p:ph sz="half" idx="1"/>
          </p:nvPr>
        </p:nvSpPr>
        <p:spPr/>
        <p:txBody>
          <a:bodyPr>
            <a:normAutofit fontScale="55000" lnSpcReduction="20000"/>
          </a:bodyPr>
          <a:lstStyle/>
          <a:p>
            <a:pPr marL="0" indent="0">
              <a:buNone/>
            </a:pPr>
            <a:r>
              <a:rPr lang="es-MX" dirty="0"/>
              <a:t>Para determinar la ganancia por la enajenación de terrenos, de </a:t>
            </a:r>
            <a:r>
              <a:rPr lang="es-MX" dirty="0">
                <a:solidFill>
                  <a:srgbClr val="92D050"/>
                </a:solidFill>
              </a:rPr>
              <a:t>títulos valor que representen la propiedad de bienes</a:t>
            </a:r>
            <a:r>
              <a:rPr lang="es-MX" dirty="0"/>
              <a:t>, excepto tratándose de mercancías, así como de materias primas, productos semiterminados o terminados, así como de otros </a:t>
            </a:r>
            <a:r>
              <a:rPr lang="es-MX" dirty="0">
                <a:solidFill>
                  <a:srgbClr val="92D050"/>
                </a:solidFill>
              </a:rPr>
              <a:t>títulos valor cuyos rendimientos no se consideran intereses</a:t>
            </a:r>
            <a:r>
              <a:rPr lang="es-MX" dirty="0"/>
              <a:t> en los términos del artículo 8 de la presente Ley, de piezas de oro o de plata que hubieran tenido el carácter de moneda nacional o extranjera y de las piezas denominadas onzas troy, los contribuyentes restarán del ingreso obtenido por su enajenación el monto original de la inversión, el cual </a:t>
            </a:r>
            <a:r>
              <a:rPr lang="es-MX" dirty="0">
                <a:solidFill>
                  <a:srgbClr val="92D050"/>
                </a:solidFill>
              </a:rPr>
              <a:t>se podrá ajustar</a:t>
            </a:r>
            <a:r>
              <a:rPr lang="es-MX" dirty="0"/>
              <a:t> multiplicándolo por el factor de actualización correspondiente al periodo comprendido desde el mes en el que se realizó la adquisición y hasta el mes </a:t>
            </a:r>
            <a:r>
              <a:rPr lang="es-MX" dirty="0">
                <a:solidFill>
                  <a:schemeClr val="accent6"/>
                </a:solidFill>
              </a:rPr>
              <a:t>inmediato anterior </a:t>
            </a:r>
            <a:r>
              <a:rPr lang="es-MX" dirty="0"/>
              <a:t>a aquél en el que se realice la enajenación. </a:t>
            </a:r>
          </a:p>
          <a:p>
            <a:r>
              <a:rPr lang="es-MX" dirty="0"/>
              <a:t>El ajuste a que se refiere el párrafo anterior no es aplicable para determinar la ganancia por la enajenación de acciones y certificados de depósito de bienes o de mercancías. </a:t>
            </a:r>
          </a:p>
          <a:p>
            <a:r>
              <a:rPr lang="es-MX" dirty="0"/>
              <a:t>En el caso de bienes adquiridos con motivo de fusión o escisión de sociedades, se considerará como monto original de la inversión el valor de su adquisición por la sociedad fusionada o escindente y como fecha de adquisición la que les hubiese correspondido a estas últimas. </a:t>
            </a:r>
          </a:p>
        </p:txBody>
      </p:sp>
      <p:sp>
        <p:nvSpPr>
          <p:cNvPr id="7" name="Content Placeholder 6"/>
          <p:cNvSpPr>
            <a:spLocks noGrp="1"/>
          </p:cNvSpPr>
          <p:nvPr>
            <p:ph sz="half" idx="2"/>
          </p:nvPr>
        </p:nvSpPr>
        <p:spPr/>
        <p:txBody>
          <a:bodyPr>
            <a:normAutofit fontScale="62500" lnSpcReduction="20000"/>
          </a:bodyPr>
          <a:lstStyle/>
          <a:p>
            <a:r>
              <a:rPr lang="es-MX" dirty="0"/>
              <a:t>Títulos Valor que representan la propiedad de bienes</a:t>
            </a:r>
          </a:p>
          <a:p>
            <a:pPr lvl="1"/>
            <a:r>
              <a:rPr lang="es-MX" dirty="0"/>
              <a:t>Certificados de Participación No Amortizable</a:t>
            </a:r>
          </a:p>
          <a:p>
            <a:pPr lvl="1"/>
            <a:r>
              <a:rPr lang="es-MX" dirty="0"/>
              <a:t>Certificados de Vivienda</a:t>
            </a:r>
          </a:p>
          <a:p>
            <a:pPr lvl="1"/>
            <a:r>
              <a:rPr lang="es-MX" dirty="0"/>
              <a:t>Certificados de Depósito</a:t>
            </a:r>
          </a:p>
          <a:p>
            <a:pPr lvl="1"/>
            <a:endParaRPr lang="es-MX" dirty="0"/>
          </a:p>
          <a:p>
            <a:r>
              <a:rPr lang="es-MX" dirty="0"/>
              <a:t>Títulos Valor cuyo rendimiento se considera interés</a:t>
            </a:r>
          </a:p>
          <a:p>
            <a:pPr lvl="1"/>
            <a:r>
              <a:rPr lang="es-MX" dirty="0"/>
              <a:t>La ganancia en la enajenación de bonos, valores y otros títulos de crédito, siempre que sean de los que se colocan entre el </a:t>
            </a:r>
            <a:r>
              <a:rPr lang="es-MX" dirty="0">
                <a:solidFill>
                  <a:schemeClr val="accent6"/>
                </a:solidFill>
              </a:rPr>
              <a:t>gran público inversionista</a:t>
            </a:r>
            <a:r>
              <a:rPr lang="es-MX" dirty="0"/>
              <a:t>, conforme a las reglas generales que al efecto expida el Servicio de Administración Tributaria.</a:t>
            </a:r>
          </a:p>
          <a:p>
            <a:pPr lvl="1"/>
            <a:r>
              <a:rPr lang="es-MX" dirty="0"/>
              <a:t>A contrario sensu</a:t>
            </a:r>
          </a:p>
          <a:p>
            <a:pPr lvl="1"/>
            <a:endParaRPr lang="es-MX" dirty="0"/>
          </a:p>
          <a:p>
            <a:r>
              <a:rPr lang="es-MX" dirty="0"/>
              <a:t>Factor de Actualización</a:t>
            </a:r>
          </a:p>
          <a:p>
            <a:pPr lvl="1"/>
            <a:r>
              <a:rPr lang="es-MX" dirty="0"/>
              <a:t>Mes más reciente: El anterior a la enajenación</a:t>
            </a:r>
          </a:p>
          <a:p>
            <a:pPr lvl="1"/>
            <a:r>
              <a:rPr lang="es-MX" dirty="0"/>
              <a:t>Mes más antiguo: El de adquisición</a:t>
            </a:r>
          </a:p>
        </p:txBody>
      </p:sp>
    </p:spTree>
    <p:extLst>
      <p:ext uri="{BB962C8B-B14F-4D97-AF65-F5344CB8AC3E}">
        <p14:creationId xmlns:p14="http://schemas.microsoft.com/office/powerpoint/2010/main" val="3941836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Los Terrenos no se consideran activos fijos para fines fiscales</a:t>
            </a:r>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092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fontScale="90000"/>
          </a:bodyPr>
          <a:lstStyle/>
          <a:p>
            <a:r>
              <a:rPr lang="es-MX" dirty="0"/>
              <a:t>El MOI de los activos “no monetarios”, distintos de inventarios, acciones y activos fijos, se actualizan por inflación </a:t>
            </a:r>
          </a:p>
        </p:txBody>
      </p:sp>
      <p:sp>
        <p:nvSpPr>
          <p:cNvPr id="5" name="4 Rectángulo redondeado"/>
          <p:cNvSpPr/>
          <p:nvPr/>
        </p:nvSpPr>
        <p:spPr>
          <a:xfrm>
            <a:off x="7754815" y="3622429"/>
            <a:ext cx="1922585" cy="128954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Costo Actualizado</a:t>
            </a:r>
          </a:p>
        </p:txBody>
      </p:sp>
      <p:sp>
        <p:nvSpPr>
          <p:cNvPr id="6" name="5 Rectángulo redondeado"/>
          <p:cNvSpPr/>
          <p:nvPr/>
        </p:nvSpPr>
        <p:spPr>
          <a:xfrm>
            <a:off x="2801816" y="3809999"/>
            <a:ext cx="1324708" cy="914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Costo Histórico</a:t>
            </a:r>
          </a:p>
        </p:txBody>
      </p:sp>
      <p:sp>
        <p:nvSpPr>
          <p:cNvPr id="7" name="6 Rectángulo redondeado"/>
          <p:cNvSpPr/>
          <p:nvPr/>
        </p:nvSpPr>
        <p:spPr>
          <a:xfrm>
            <a:off x="7514493" y="1805353"/>
            <a:ext cx="2403230" cy="1547447"/>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Valor Enajenación</a:t>
            </a:r>
          </a:p>
        </p:txBody>
      </p:sp>
      <p:sp>
        <p:nvSpPr>
          <p:cNvPr id="8" name="7 Flecha derecha"/>
          <p:cNvSpPr/>
          <p:nvPr/>
        </p:nvSpPr>
        <p:spPr>
          <a:xfrm>
            <a:off x="4337537" y="4024883"/>
            <a:ext cx="3176955" cy="4846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Inflación</a:t>
            </a:r>
          </a:p>
        </p:txBody>
      </p:sp>
      <p:cxnSp>
        <p:nvCxnSpPr>
          <p:cNvPr id="10" name="9 Conector recto"/>
          <p:cNvCxnSpPr>
            <a:stCxn id="6" idx="0"/>
            <a:endCxn id="5" idx="0"/>
          </p:cNvCxnSpPr>
          <p:nvPr/>
        </p:nvCxnSpPr>
        <p:spPr>
          <a:xfrm flipV="1">
            <a:off x="3464170" y="3622429"/>
            <a:ext cx="5251938" cy="18757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12 Conector recto"/>
          <p:cNvCxnSpPr>
            <a:stCxn id="6" idx="2"/>
          </p:cNvCxnSpPr>
          <p:nvPr/>
        </p:nvCxnSpPr>
        <p:spPr>
          <a:xfrm>
            <a:off x="3464170" y="4724399"/>
            <a:ext cx="5410199" cy="18757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flipH="1">
            <a:off x="7385538" y="5287109"/>
            <a:ext cx="266113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1" name="20 Llamada ovalada"/>
          <p:cNvSpPr/>
          <p:nvPr/>
        </p:nvSpPr>
        <p:spPr>
          <a:xfrm>
            <a:off x="3974124" y="5650522"/>
            <a:ext cx="1799490" cy="612648"/>
          </a:xfrm>
          <a:prstGeom prst="wedgeEllipseCallout">
            <a:avLst>
              <a:gd name="adj1" fmla="val 193749"/>
              <a:gd name="adj2" fmla="val -216872"/>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Al mes anterior</a:t>
            </a:r>
          </a:p>
        </p:txBody>
      </p:sp>
      <p:sp>
        <p:nvSpPr>
          <p:cNvPr id="20" name="19 Rectángulo redondeado"/>
          <p:cNvSpPr/>
          <p:nvPr/>
        </p:nvSpPr>
        <p:spPr>
          <a:xfrm>
            <a:off x="8085991" y="5521569"/>
            <a:ext cx="1260231"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Ganancia</a:t>
            </a:r>
          </a:p>
        </p:txBody>
      </p:sp>
    </p:spTree>
    <p:extLst>
      <p:ext uri="{BB962C8B-B14F-4D97-AF65-F5344CB8AC3E}">
        <p14:creationId xmlns:p14="http://schemas.microsoft.com/office/powerpoint/2010/main" val="3253811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r>
              <a:rPr lang="es-MX" dirty="0"/>
              <a:t>El ajuste por inflación no es obligatorio</a:t>
            </a:r>
          </a:p>
        </p:txBody>
      </p:sp>
      <p:sp>
        <p:nvSpPr>
          <p:cNvPr id="5" name="4 Rectángulo redondeado"/>
          <p:cNvSpPr/>
          <p:nvPr/>
        </p:nvSpPr>
        <p:spPr>
          <a:xfrm>
            <a:off x="7754815" y="3622429"/>
            <a:ext cx="1922585" cy="128954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Costo Actualizado</a:t>
            </a:r>
          </a:p>
        </p:txBody>
      </p:sp>
      <p:sp>
        <p:nvSpPr>
          <p:cNvPr id="6" name="5 Rectángulo redondeado"/>
          <p:cNvSpPr/>
          <p:nvPr/>
        </p:nvSpPr>
        <p:spPr>
          <a:xfrm>
            <a:off x="2206586" y="3301734"/>
            <a:ext cx="1890628" cy="1935271"/>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Costo Histórico</a:t>
            </a:r>
          </a:p>
        </p:txBody>
      </p:sp>
      <p:sp>
        <p:nvSpPr>
          <p:cNvPr id="7" name="6 Rectángulo redondeado"/>
          <p:cNvSpPr/>
          <p:nvPr/>
        </p:nvSpPr>
        <p:spPr>
          <a:xfrm>
            <a:off x="7514493" y="1805353"/>
            <a:ext cx="2403230" cy="1547447"/>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Valor Enajenación</a:t>
            </a:r>
          </a:p>
        </p:txBody>
      </p:sp>
      <p:sp>
        <p:nvSpPr>
          <p:cNvPr id="8" name="7 Flecha derecha"/>
          <p:cNvSpPr/>
          <p:nvPr/>
        </p:nvSpPr>
        <p:spPr>
          <a:xfrm>
            <a:off x="4337537" y="4024883"/>
            <a:ext cx="3176955" cy="4846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Inflación (Deflación)</a:t>
            </a:r>
          </a:p>
        </p:txBody>
      </p:sp>
      <p:cxnSp>
        <p:nvCxnSpPr>
          <p:cNvPr id="10" name="9 Conector recto"/>
          <p:cNvCxnSpPr>
            <a:stCxn id="6" idx="0"/>
            <a:endCxn id="5" idx="0"/>
          </p:cNvCxnSpPr>
          <p:nvPr/>
        </p:nvCxnSpPr>
        <p:spPr>
          <a:xfrm>
            <a:off x="3151900" y="3301734"/>
            <a:ext cx="5564208" cy="32069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12 Conector recto"/>
          <p:cNvCxnSpPr>
            <a:stCxn id="6" idx="2"/>
            <a:endCxn id="5" idx="2"/>
          </p:cNvCxnSpPr>
          <p:nvPr/>
        </p:nvCxnSpPr>
        <p:spPr>
          <a:xfrm flipV="1">
            <a:off x="3151900" y="4911969"/>
            <a:ext cx="5564208" cy="32503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flipH="1">
            <a:off x="7385538" y="5287109"/>
            <a:ext cx="266113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1" name="20 Llamada ovalada"/>
          <p:cNvSpPr/>
          <p:nvPr/>
        </p:nvSpPr>
        <p:spPr>
          <a:xfrm>
            <a:off x="3974124" y="5650522"/>
            <a:ext cx="1799490" cy="612648"/>
          </a:xfrm>
          <a:prstGeom prst="wedgeEllipseCallout">
            <a:avLst>
              <a:gd name="adj1" fmla="val 193749"/>
              <a:gd name="adj2" fmla="val -216872"/>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Al mes anterior</a:t>
            </a:r>
          </a:p>
        </p:txBody>
      </p:sp>
      <p:sp>
        <p:nvSpPr>
          <p:cNvPr id="20" name="19 Rectángulo redondeado"/>
          <p:cNvSpPr/>
          <p:nvPr/>
        </p:nvSpPr>
        <p:spPr>
          <a:xfrm>
            <a:off x="8085991" y="5521569"/>
            <a:ext cx="1260231"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Ganancia</a:t>
            </a:r>
          </a:p>
        </p:txBody>
      </p:sp>
      <p:sp>
        <p:nvSpPr>
          <p:cNvPr id="23" name="Oval Callout 22"/>
          <p:cNvSpPr/>
          <p:nvPr/>
        </p:nvSpPr>
        <p:spPr>
          <a:xfrm>
            <a:off x="2502315" y="1546965"/>
            <a:ext cx="2943617" cy="1640104"/>
          </a:xfrm>
          <a:prstGeom prst="wedgeEllipseCallout">
            <a:avLst>
              <a:gd name="adj1" fmla="val 29408"/>
              <a:gd name="adj2" fmla="val 115607"/>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En caso de Factor de Actualización menor a 1, podría no actualizarse</a:t>
            </a:r>
          </a:p>
        </p:txBody>
      </p:sp>
    </p:spTree>
    <p:extLst>
      <p:ext uri="{BB962C8B-B14F-4D97-AF65-F5344CB8AC3E}">
        <p14:creationId xmlns:p14="http://schemas.microsoft.com/office/powerpoint/2010/main" val="1667041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 actualización se hace al mes anterior al de la enajenación</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2354524211"/>
              </p:ext>
            </p:extLst>
          </p:nvPr>
        </p:nvGraphicFramePr>
        <p:xfrm>
          <a:off x="838200" y="1825625"/>
          <a:ext cx="5181600" cy="3134360"/>
        </p:xfrm>
        <a:graphic>
          <a:graphicData uri="http://schemas.openxmlformats.org/drawingml/2006/table">
            <a:tbl>
              <a:tblPr firstRow="1" bandRow="1">
                <a:tableStyleId>{5C22544A-7EE6-4342-B048-85BDC9FD1C3A}</a:tableStyleId>
              </a:tblPr>
              <a:tblGrid>
                <a:gridCol w="2443619">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66381">
                  <a:extLst>
                    <a:ext uri="{9D8B030D-6E8A-4147-A177-3AD203B41FA5}">
                      <a16:colId xmlns:a16="http://schemas.microsoft.com/office/drawing/2014/main" val="20002"/>
                    </a:ext>
                  </a:extLst>
                </a:gridCol>
              </a:tblGrid>
              <a:tr h="370840">
                <a:tc>
                  <a:txBody>
                    <a:bodyPr/>
                    <a:lstStyle/>
                    <a:p>
                      <a:pPr algn="ctr"/>
                      <a:r>
                        <a:rPr lang="es-MX" dirty="0"/>
                        <a:t>Concepto</a:t>
                      </a:r>
                    </a:p>
                  </a:txBody>
                  <a:tcPr/>
                </a:tc>
                <a:tc>
                  <a:txBody>
                    <a:bodyPr/>
                    <a:lstStyle/>
                    <a:p>
                      <a:pPr algn="ctr"/>
                      <a:endParaRPr lang="es-MX"/>
                    </a:p>
                  </a:txBody>
                  <a:tcPr/>
                </a:tc>
                <a:tc>
                  <a:txBody>
                    <a:bodyPr/>
                    <a:lstStyle/>
                    <a:p>
                      <a:pPr algn="ctr"/>
                      <a:r>
                        <a:rPr lang="es-MX" dirty="0"/>
                        <a:t>Importe</a:t>
                      </a:r>
                    </a:p>
                  </a:txBody>
                  <a:tcPr/>
                </a:tc>
                <a:extLst>
                  <a:ext uri="{0D108BD9-81ED-4DB2-BD59-A6C34878D82A}">
                    <a16:rowId xmlns:a16="http://schemas.microsoft.com/office/drawing/2014/main" val="10000"/>
                  </a:ext>
                </a:extLst>
              </a:tr>
              <a:tr h="370840">
                <a:tc>
                  <a:txBody>
                    <a:bodyPr/>
                    <a:lstStyle/>
                    <a:p>
                      <a:r>
                        <a:rPr lang="es-MX" dirty="0"/>
                        <a:t>Precio de</a:t>
                      </a:r>
                      <a:r>
                        <a:rPr lang="es-MX" baseline="0" dirty="0"/>
                        <a:t> Enajenación</a:t>
                      </a:r>
                      <a:endParaRPr lang="es-MX" dirty="0"/>
                    </a:p>
                  </a:txBody>
                  <a:tcPr/>
                </a:tc>
                <a:tc>
                  <a:txBody>
                    <a:bodyPr/>
                    <a:lstStyle/>
                    <a:p>
                      <a:pPr algn="r"/>
                      <a:endParaRPr lang="es-MX" dirty="0"/>
                    </a:p>
                  </a:txBody>
                  <a:tcPr/>
                </a:tc>
                <a:tc>
                  <a:txBody>
                    <a:bodyPr/>
                    <a:lstStyle/>
                    <a:p>
                      <a:pPr algn="r"/>
                      <a:r>
                        <a:rPr lang="es-MX" dirty="0"/>
                        <a:t>$25,000</a:t>
                      </a:r>
                    </a:p>
                  </a:txBody>
                  <a:tcPr/>
                </a:tc>
                <a:extLst>
                  <a:ext uri="{0D108BD9-81ED-4DB2-BD59-A6C34878D82A}">
                    <a16:rowId xmlns:a16="http://schemas.microsoft.com/office/drawing/2014/main" val="10001"/>
                  </a:ext>
                </a:extLst>
              </a:tr>
              <a:tr h="370840">
                <a:tc>
                  <a:txBody>
                    <a:bodyPr/>
                    <a:lstStyle/>
                    <a:p>
                      <a:r>
                        <a:rPr lang="es-MX" dirty="0"/>
                        <a:t>Costo de Adquisición</a:t>
                      </a:r>
                    </a:p>
                  </a:txBody>
                  <a:tcPr/>
                </a:tc>
                <a:tc>
                  <a:txBody>
                    <a:bodyPr/>
                    <a:lstStyle/>
                    <a:p>
                      <a:pPr algn="r"/>
                      <a:endParaRPr lang="es-MX" dirty="0"/>
                    </a:p>
                  </a:txBody>
                  <a:tcPr/>
                </a:tc>
                <a:tc>
                  <a:txBody>
                    <a:bodyPr/>
                    <a:lstStyle/>
                    <a:p>
                      <a:pPr algn="r"/>
                      <a:r>
                        <a:rPr lang="es-MX" dirty="0"/>
                        <a:t>15,000</a:t>
                      </a:r>
                    </a:p>
                  </a:txBody>
                  <a:tcPr/>
                </a:tc>
                <a:extLst>
                  <a:ext uri="{0D108BD9-81ED-4DB2-BD59-A6C34878D82A}">
                    <a16:rowId xmlns:a16="http://schemas.microsoft.com/office/drawing/2014/main" val="10002"/>
                  </a:ext>
                </a:extLst>
              </a:tr>
              <a:tr h="640080">
                <a:tc>
                  <a:txBody>
                    <a:bodyPr/>
                    <a:lstStyle/>
                    <a:p>
                      <a:r>
                        <a:rPr lang="es-MX" dirty="0"/>
                        <a:t>INPC</a:t>
                      </a:r>
                      <a:r>
                        <a:rPr lang="es-MX" baseline="0" dirty="0"/>
                        <a:t> mes anterior a la enajenación (Dic 25)*</a:t>
                      </a:r>
                      <a:endParaRPr lang="es-MX" dirty="0"/>
                    </a:p>
                  </a:txBody>
                  <a:tcPr/>
                </a:tc>
                <a:tc>
                  <a:txBody>
                    <a:bodyPr/>
                    <a:lstStyle/>
                    <a:p>
                      <a:pPr algn="ctr" fontAlgn="b"/>
                      <a:r>
                        <a:rPr lang="es-MX" sz="1400" b="0" i="0" u="none" strike="noStrike" dirty="0">
                          <a:solidFill>
                            <a:srgbClr val="000000"/>
                          </a:solidFill>
                          <a:effectLst/>
                          <a:latin typeface="Calibri" panose="020F0502020204030204" pitchFamily="34" charset="0"/>
                        </a:rPr>
                        <a:t>143.042</a:t>
                      </a:r>
                    </a:p>
                  </a:txBody>
                  <a:tcPr marL="6350" marR="6350" marT="6350" marB="0" anchor="ctr"/>
                </a:tc>
                <a:tc>
                  <a:txBody>
                    <a:bodyPr/>
                    <a:lstStyle/>
                    <a:p>
                      <a:pPr algn="r"/>
                      <a:endParaRPr lang="es-MX" dirty="0"/>
                    </a:p>
                  </a:txBody>
                  <a:tcPr/>
                </a:tc>
                <a:extLst>
                  <a:ext uri="{0D108BD9-81ED-4DB2-BD59-A6C34878D82A}">
                    <a16:rowId xmlns:a16="http://schemas.microsoft.com/office/drawing/2014/main" val="10003"/>
                  </a:ext>
                </a:extLst>
              </a:tr>
              <a:tr h="640080">
                <a:tc>
                  <a:txBody>
                    <a:bodyPr/>
                    <a:lstStyle/>
                    <a:p>
                      <a:r>
                        <a:rPr lang="es-MX" dirty="0"/>
                        <a:t>INPC mes de adquisición (Dic 23</a:t>
                      </a:r>
                      <a:r>
                        <a:rPr lang="es-MX" baseline="0" dirty="0"/>
                        <a:t>)</a:t>
                      </a:r>
                      <a:endParaRPr lang="es-MX" dirty="0"/>
                    </a:p>
                  </a:txBody>
                  <a:tcPr/>
                </a:tc>
                <a:tc>
                  <a:txBody>
                    <a:bodyPr/>
                    <a:lstStyle/>
                    <a:p>
                      <a:pPr algn="ctr" fontAlgn="b"/>
                      <a:r>
                        <a:rPr lang="es-MX" sz="1400" b="0" i="0" u="none" strike="noStrike" dirty="0">
                          <a:solidFill>
                            <a:srgbClr val="000000"/>
                          </a:solidFill>
                          <a:effectLst/>
                          <a:latin typeface="Calibri" panose="020F0502020204030204" pitchFamily="34" charset="0"/>
                        </a:rPr>
                        <a:t>132.373</a:t>
                      </a:r>
                    </a:p>
                  </a:txBody>
                  <a:tcPr marL="6350" marR="6350" marT="6350" marB="0" anchor="ctr"/>
                </a:tc>
                <a:tc>
                  <a:txBody>
                    <a:bodyPr/>
                    <a:lstStyle/>
                    <a:p>
                      <a:pPr algn="r"/>
                      <a:r>
                        <a:rPr lang="es-MX" dirty="0"/>
                        <a:t>1.0805</a:t>
                      </a:r>
                      <a:r>
                        <a:rPr lang="es-MX" strike="sngStrike" dirty="0">
                          <a:solidFill>
                            <a:srgbClr val="FF0000"/>
                          </a:solidFill>
                        </a:rPr>
                        <a:t>9</a:t>
                      </a:r>
                    </a:p>
                  </a:txBody>
                  <a:tcPr anchor="ctr"/>
                </a:tc>
                <a:extLst>
                  <a:ext uri="{0D108BD9-81ED-4DB2-BD59-A6C34878D82A}">
                    <a16:rowId xmlns:a16="http://schemas.microsoft.com/office/drawing/2014/main" val="10004"/>
                  </a:ext>
                </a:extLst>
              </a:tr>
              <a:tr h="370840">
                <a:tc>
                  <a:txBody>
                    <a:bodyPr/>
                    <a:lstStyle/>
                    <a:p>
                      <a:r>
                        <a:rPr lang="es-MX" dirty="0"/>
                        <a:t>Costo Actualizado</a:t>
                      </a:r>
                    </a:p>
                  </a:txBody>
                  <a:tcPr/>
                </a:tc>
                <a:tc>
                  <a:txBody>
                    <a:bodyPr/>
                    <a:lstStyle/>
                    <a:p>
                      <a:pPr algn="r"/>
                      <a:endParaRPr lang="es-MX"/>
                    </a:p>
                  </a:txBody>
                  <a:tcPr/>
                </a:tc>
                <a:tc>
                  <a:txBody>
                    <a:bodyPr/>
                    <a:lstStyle/>
                    <a:p>
                      <a:pPr algn="r"/>
                      <a:r>
                        <a:rPr lang="es-MX" dirty="0"/>
                        <a:t>16,208</a:t>
                      </a:r>
                    </a:p>
                  </a:txBody>
                  <a:tcPr/>
                </a:tc>
                <a:extLst>
                  <a:ext uri="{0D108BD9-81ED-4DB2-BD59-A6C34878D82A}">
                    <a16:rowId xmlns:a16="http://schemas.microsoft.com/office/drawing/2014/main" val="10005"/>
                  </a:ext>
                </a:extLst>
              </a:tr>
              <a:tr h="370840">
                <a:tc>
                  <a:txBody>
                    <a:bodyPr/>
                    <a:lstStyle/>
                    <a:p>
                      <a:r>
                        <a:rPr lang="es-MX" dirty="0"/>
                        <a:t>Ganancia (Pérdida)</a:t>
                      </a:r>
                    </a:p>
                  </a:txBody>
                  <a:tcPr/>
                </a:tc>
                <a:tc>
                  <a:txBody>
                    <a:bodyPr/>
                    <a:lstStyle/>
                    <a:p>
                      <a:pPr algn="r"/>
                      <a:endParaRPr lang="es-MX"/>
                    </a:p>
                  </a:txBody>
                  <a:tcPr/>
                </a:tc>
                <a:tc>
                  <a:txBody>
                    <a:bodyPr/>
                    <a:lstStyle/>
                    <a:p>
                      <a:pPr algn="r"/>
                      <a:r>
                        <a:rPr lang="es-MX" dirty="0"/>
                        <a:t>$8,792</a:t>
                      </a:r>
                    </a:p>
                  </a:txBody>
                  <a:tcPr/>
                </a:tc>
                <a:extLst>
                  <a:ext uri="{0D108BD9-81ED-4DB2-BD59-A6C34878D82A}">
                    <a16:rowId xmlns:a16="http://schemas.microsoft.com/office/drawing/2014/main" val="10006"/>
                  </a:ext>
                </a:extLst>
              </a:tr>
            </a:tbl>
          </a:graphicData>
        </a:graphic>
      </p:graphicFrame>
      <p:sp>
        <p:nvSpPr>
          <p:cNvPr id="7" name="Oval Callout 6"/>
          <p:cNvSpPr/>
          <p:nvPr/>
        </p:nvSpPr>
        <p:spPr>
          <a:xfrm>
            <a:off x="6276714" y="5242142"/>
            <a:ext cx="3513551" cy="1484335"/>
          </a:xfrm>
          <a:prstGeom prst="wedgeEllipseCallout">
            <a:avLst>
              <a:gd name="adj1" fmla="val -56937"/>
              <a:gd name="adj2" fmla="val -13802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El MOI </a:t>
            </a:r>
            <a:r>
              <a:rPr lang="es-MX" dirty="0">
                <a:solidFill>
                  <a:srgbClr val="FF0000"/>
                </a:solidFill>
              </a:rPr>
              <a:t>podrá</a:t>
            </a:r>
            <a:r>
              <a:rPr lang="es-MX" dirty="0"/>
              <a:t> ajustarse, por lo que si no conviene, no habría que hacerlo (factor &lt;1)</a:t>
            </a:r>
          </a:p>
        </p:txBody>
      </p:sp>
      <p:sp>
        <p:nvSpPr>
          <p:cNvPr id="3" name="TextBox 2"/>
          <p:cNvSpPr txBox="1"/>
          <p:nvPr/>
        </p:nvSpPr>
        <p:spPr>
          <a:xfrm>
            <a:off x="838200" y="5242142"/>
            <a:ext cx="3903120" cy="369332"/>
          </a:xfrm>
          <a:prstGeom prst="rect">
            <a:avLst/>
          </a:prstGeom>
          <a:noFill/>
        </p:spPr>
        <p:txBody>
          <a:bodyPr wrap="none" rtlCol="0">
            <a:spAutoFit/>
          </a:bodyPr>
          <a:lstStyle/>
          <a:p>
            <a:r>
              <a:rPr lang="es-MX" dirty="0"/>
              <a:t>* La enajenación ocurrió en enero 2026</a:t>
            </a:r>
          </a:p>
        </p:txBody>
      </p:sp>
    </p:spTree>
    <p:extLst>
      <p:ext uri="{BB962C8B-B14F-4D97-AF65-F5344CB8AC3E}">
        <p14:creationId xmlns:p14="http://schemas.microsoft.com/office/powerpoint/2010/main" val="888963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Recuperación de incobrables </a:t>
            </a:r>
            <a:r>
              <a:rPr lang="es-MX" sz="1800" dirty="0"/>
              <a:t>(LISR 18)</a:t>
            </a:r>
          </a:p>
        </p:txBody>
      </p:sp>
      <p:sp>
        <p:nvSpPr>
          <p:cNvPr id="3" name="Content Placeholder 2"/>
          <p:cNvSpPr>
            <a:spLocks noGrp="1"/>
          </p:cNvSpPr>
          <p:nvPr>
            <p:ph sz="half" idx="1"/>
          </p:nvPr>
        </p:nvSpPr>
        <p:spPr/>
        <p:txBody>
          <a:bodyPr>
            <a:normAutofit/>
          </a:bodyPr>
          <a:lstStyle/>
          <a:p>
            <a:pPr marL="0" indent="0">
              <a:buNone/>
            </a:pPr>
            <a:r>
              <a:rPr lang="es-MX" dirty="0"/>
              <a:t>V. Los pagos que se perciban por recuperación de un crédito </a:t>
            </a:r>
            <a:r>
              <a:rPr lang="es-MX" dirty="0">
                <a:solidFill>
                  <a:srgbClr val="92D050"/>
                </a:solidFill>
              </a:rPr>
              <a:t>deducido</a:t>
            </a:r>
            <a:r>
              <a:rPr lang="es-MX" dirty="0"/>
              <a:t> por incobrable</a:t>
            </a:r>
          </a:p>
        </p:txBody>
      </p:sp>
      <p:sp>
        <p:nvSpPr>
          <p:cNvPr id="4" name="Content Placeholder 3"/>
          <p:cNvSpPr>
            <a:spLocks noGrp="1"/>
          </p:cNvSpPr>
          <p:nvPr>
            <p:ph sz="half" idx="2"/>
          </p:nvPr>
        </p:nvSpPr>
        <p:spPr/>
        <p:txBody>
          <a:bodyPr/>
          <a:lstStyle/>
          <a:p>
            <a:r>
              <a:rPr lang="es-MX" dirty="0"/>
              <a:t>¿Recuperación de créditos no deducidos?</a:t>
            </a:r>
          </a:p>
        </p:txBody>
      </p:sp>
    </p:spTree>
    <p:extLst>
      <p:ext uri="{BB962C8B-B14F-4D97-AF65-F5344CB8AC3E}">
        <p14:creationId xmlns:p14="http://schemas.microsoft.com/office/powerpoint/2010/main" val="204824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Recuperación de Seguros </a:t>
            </a:r>
            <a:r>
              <a:rPr lang="es-MX" sz="1800" dirty="0"/>
              <a:t>(LISR 18)</a:t>
            </a:r>
          </a:p>
        </p:txBody>
      </p:sp>
      <p:sp>
        <p:nvSpPr>
          <p:cNvPr id="3" name="Content Placeholder 2"/>
          <p:cNvSpPr>
            <a:spLocks noGrp="1"/>
          </p:cNvSpPr>
          <p:nvPr>
            <p:ph sz="half" idx="1"/>
          </p:nvPr>
        </p:nvSpPr>
        <p:spPr/>
        <p:txBody>
          <a:bodyPr>
            <a:normAutofit/>
          </a:bodyPr>
          <a:lstStyle/>
          <a:p>
            <a:pPr marL="0" indent="0">
              <a:buNone/>
            </a:pPr>
            <a:r>
              <a:rPr lang="es-MX" dirty="0"/>
              <a:t>VI. La cantidad que se recupere por seguros, fianzas o responsabilidades a cargo de terceros, tratándose de </a:t>
            </a:r>
            <a:r>
              <a:rPr lang="es-MX" dirty="0">
                <a:solidFill>
                  <a:srgbClr val="92D050"/>
                </a:solidFill>
              </a:rPr>
              <a:t>pérdidas de bienes</a:t>
            </a:r>
            <a:r>
              <a:rPr lang="es-MX" dirty="0"/>
              <a:t> del contribuyente.</a:t>
            </a:r>
          </a:p>
        </p:txBody>
      </p:sp>
      <p:sp>
        <p:nvSpPr>
          <p:cNvPr id="4" name="Content Placeholder 3"/>
          <p:cNvSpPr>
            <a:spLocks noGrp="1"/>
          </p:cNvSpPr>
          <p:nvPr>
            <p:ph sz="half" idx="2"/>
          </p:nvPr>
        </p:nvSpPr>
        <p:spPr/>
        <p:txBody>
          <a:bodyPr>
            <a:normAutofit/>
          </a:bodyPr>
          <a:lstStyle/>
          <a:p>
            <a:r>
              <a:rPr lang="es-MX" dirty="0"/>
              <a:t>Las cantidades recuperadas podrán no acumularse en algunos casos y con ciertos requisitos.</a:t>
            </a:r>
          </a:p>
          <a:p>
            <a:pPr lvl="1"/>
            <a:r>
              <a:rPr lang="es-MX" dirty="0"/>
              <a:t>Reinversión en bienes similares</a:t>
            </a:r>
          </a:p>
          <a:p>
            <a:pPr lvl="1"/>
            <a:r>
              <a:rPr lang="es-MX" dirty="0"/>
              <a:t>Pago de pasivos relativos a los bienes perdidos</a:t>
            </a:r>
          </a:p>
        </p:txBody>
      </p:sp>
    </p:spTree>
    <p:extLst>
      <p:ext uri="{BB962C8B-B14F-4D97-AF65-F5344CB8AC3E}">
        <p14:creationId xmlns:p14="http://schemas.microsoft.com/office/powerpoint/2010/main" val="694796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Seguros Hombre Clave </a:t>
            </a:r>
            <a:r>
              <a:rPr lang="es-MX" sz="1800" dirty="0"/>
              <a:t>(LISR 18)</a:t>
            </a:r>
          </a:p>
        </p:txBody>
      </p:sp>
      <p:sp>
        <p:nvSpPr>
          <p:cNvPr id="3" name="Content Placeholder 2"/>
          <p:cNvSpPr>
            <a:spLocks noGrp="1"/>
          </p:cNvSpPr>
          <p:nvPr>
            <p:ph sz="half" idx="1"/>
          </p:nvPr>
        </p:nvSpPr>
        <p:spPr/>
        <p:txBody>
          <a:bodyPr>
            <a:normAutofit/>
          </a:bodyPr>
          <a:lstStyle/>
          <a:p>
            <a:pPr marL="0" indent="0">
              <a:buNone/>
            </a:pPr>
            <a:r>
              <a:rPr lang="es-MX" dirty="0"/>
              <a:t>VII. Las cantidades que el contribuyente obtenga como indemnización para resarcirlo de la disminución que en su productividad haya causado la muerte, accidente o enfermedad de </a:t>
            </a:r>
            <a:r>
              <a:rPr lang="es-MX" dirty="0">
                <a:solidFill>
                  <a:schemeClr val="accent6"/>
                </a:solidFill>
              </a:rPr>
              <a:t>técnicos o dirigentes</a:t>
            </a:r>
            <a:r>
              <a:rPr lang="es-MX" dirty="0"/>
              <a:t>.</a:t>
            </a:r>
          </a:p>
        </p:txBody>
      </p:sp>
      <p:sp>
        <p:nvSpPr>
          <p:cNvPr id="4" name="Content Placeholder 3"/>
          <p:cNvSpPr>
            <a:spLocks noGrp="1"/>
          </p:cNvSpPr>
          <p:nvPr>
            <p:ph sz="half" idx="2"/>
          </p:nvPr>
        </p:nvSpPr>
        <p:spPr/>
        <p:txBody>
          <a:bodyPr/>
          <a:lstStyle/>
          <a:p>
            <a:r>
              <a:rPr lang="es-MX" dirty="0"/>
              <a:t>Seguros de Hombre Clave</a:t>
            </a:r>
          </a:p>
          <a:p>
            <a:endParaRPr lang="es-MX" dirty="0"/>
          </a:p>
          <a:p>
            <a:r>
              <a:rPr lang="es-MX" dirty="0"/>
              <a:t>¿Seguros de Negocio en Marcha y similares?</a:t>
            </a:r>
          </a:p>
        </p:txBody>
      </p:sp>
    </p:spTree>
    <p:extLst>
      <p:ext uri="{BB962C8B-B14F-4D97-AF65-F5344CB8AC3E}">
        <p14:creationId xmlns:p14="http://schemas.microsoft.com/office/powerpoint/2010/main" val="1474815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Gastos de Terceros </a:t>
            </a:r>
            <a:r>
              <a:rPr lang="es-MX" sz="1800" dirty="0"/>
              <a:t>(LISR 18)</a:t>
            </a:r>
          </a:p>
        </p:txBody>
      </p:sp>
      <p:sp>
        <p:nvSpPr>
          <p:cNvPr id="3" name="Content Placeholder 2"/>
          <p:cNvSpPr>
            <a:spLocks noGrp="1"/>
          </p:cNvSpPr>
          <p:nvPr>
            <p:ph sz="half" idx="1"/>
          </p:nvPr>
        </p:nvSpPr>
        <p:spPr/>
        <p:txBody>
          <a:bodyPr>
            <a:normAutofit/>
          </a:bodyPr>
          <a:lstStyle/>
          <a:p>
            <a:pPr marL="0" indent="0">
              <a:buNone/>
            </a:pPr>
            <a:r>
              <a:rPr lang="es-MX" dirty="0"/>
              <a:t>VIII. Las cantidades que se perciban para efectuar gastos por cuenta de terceros, </a:t>
            </a:r>
            <a:r>
              <a:rPr lang="es-MX" dirty="0">
                <a:solidFill>
                  <a:schemeClr val="accent6"/>
                </a:solidFill>
              </a:rPr>
              <a:t>salvo</a:t>
            </a:r>
            <a:r>
              <a:rPr lang="es-MX" dirty="0"/>
              <a:t> que dichos gastos sean respaldados con comprobantes fiscales </a:t>
            </a:r>
            <a:r>
              <a:rPr lang="es-MX" dirty="0">
                <a:solidFill>
                  <a:schemeClr val="accent6"/>
                </a:solidFill>
              </a:rPr>
              <a:t>a nombre de aquél por cuenta de quien se efectúa el gasto</a:t>
            </a:r>
            <a:r>
              <a:rPr lang="es-MX" dirty="0"/>
              <a:t>.</a:t>
            </a:r>
          </a:p>
        </p:txBody>
      </p:sp>
      <p:graphicFrame>
        <p:nvGraphicFramePr>
          <p:cNvPr id="5" name="Content Placeholder 4">
            <a:extLst>
              <a:ext uri="{FF2B5EF4-FFF2-40B4-BE49-F238E27FC236}">
                <a16:creationId xmlns:a16="http://schemas.microsoft.com/office/drawing/2014/main" id="{83F5E887-FC27-472C-920D-4FD89F68AD86}"/>
              </a:ext>
            </a:extLst>
          </p:cNvPr>
          <p:cNvGraphicFramePr>
            <a:graphicFrameLocks noGrp="1"/>
          </p:cNvGraphicFramePr>
          <p:nvPr>
            <p:ph sz="half" idx="2"/>
          </p:nvPr>
        </p:nvGraphicFramePr>
        <p:xfrm>
          <a:off x="6172200" y="1825625"/>
          <a:ext cx="5181599" cy="2438400"/>
        </p:xfrm>
        <a:graphic>
          <a:graphicData uri="http://schemas.openxmlformats.org/drawingml/2006/table">
            <a:tbl>
              <a:tblPr firstRow="1" bandRow="1">
                <a:tableStyleId>{5C22544A-7EE6-4342-B048-85BDC9FD1C3A}</a:tableStyleId>
              </a:tblPr>
              <a:tblGrid>
                <a:gridCol w="1139233">
                  <a:extLst>
                    <a:ext uri="{9D8B030D-6E8A-4147-A177-3AD203B41FA5}">
                      <a16:colId xmlns:a16="http://schemas.microsoft.com/office/drawing/2014/main" val="4259720449"/>
                    </a:ext>
                  </a:extLst>
                </a:gridCol>
                <a:gridCol w="1056093">
                  <a:extLst>
                    <a:ext uri="{9D8B030D-6E8A-4147-A177-3AD203B41FA5}">
                      <a16:colId xmlns:a16="http://schemas.microsoft.com/office/drawing/2014/main" val="1580240903"/>
                    </a:ext>
                  </a:extLst>
                </a:gridCol>
                <a:gridCol w="1056093">
                  <a:extLst>
                    <a:ext uri="{9D8B030D-6E8A-4147-A177-3AD203B41FA5}">
                      <a16:colId xmlns:a16="http://schemas.microsoft.com/office/drawing/2014/main" val="3852075484"/>
                    </a:ext>
                  </a:extLst>
                </a:gridCol>
                <a:gridCol w="1092046">
                  <a:extLst>
                    <a:ext uri="{9D8B030D-6E8A-4147-A177-3AD203B41FA5}">
                      <a16:colId xmlns:a16="http://schemas.microsoft.com/office/drawing/2014/main" val="3266236166"/>
                    </a:ext>
                  </a:extLst>
                </a:gridCol>
                <a:gridCol w="838134">
                  <a:extLst>
                    <a:ext uri="{9D8B030D-6E8A-4147-A177-3AD203B41FA5}">
                      <a16:colId xmlns:a16="http://schemas.microsoft.com/office/drawing/2014/main" val="3430103300"/>
                    </a:ext>
                  </a:extLst>
                </a:gridCol>
              </a:tblGrid>
              <a:tr h="370840">
                <a:tc>
                  <a:txBody>
                    <a:bodyPr/>
                    <a:lstStyle/>
                    <a:p>
                      <a:pPr algn="ctr"/>
                      <a:r>
                        <a:rPr lang="es-MX" sz="1100" dirty="0"/>
                        <a:t>Concepto</a:t>
                      </a:r>
                    </a:p>
                  </a:txBody>
                  <a:tcPr anchor="ctr">
                    <a:solidFill>
                      <a:srgbClr val="00B0F0"/>
                    </a:solidFill>
                  </a:tcPr>
                </a:tc>
                <a:tc>
                  <a:txBody>
                    <a:bodyPr/>
                    <a:lstStyle/>
                    <a:p>
                      <a:pPr algn="ctr"/>
                      <a:r>
                        <a:rPr lang="es-MX" sz="1100" dirty="0"/>
                        <a:t>Comprobantes a Nombre Propio</a:t>
                      </a:r>
                    </a:p>
                  </a:txBody>
                  <a:tcPr anchor="ctr"/>
                </a:tc>
                <a:tc>
                  <a:txBody>
                    <a:bodyPr/>
                    <a:lstStyle/>
                    <a:p>
                      <a:pPr algn="ctr"/>
                      <a:r>
                        <a:rPr lang="es-MX" sz="1400" dirty="0"/>
                        <a:t>Tercero</a:t>
                      </a:r>
                    </a:p>
                  </a:txBody>
                  <a:tcPr anchor="ctr"/>
                </a:tc>
                <a:tc>
                  <a:txBody>
                    <a:bodyPr/>
                    <a:lstStyle/>
                    <a:p>
                      <a:pPr algn="ctr"/>
                      <a:r>
                        <a:rPr lang="es-MX" sz="1100" dirty="0"/>
                        <a:t>Comprobantes a Nombre de Tercero</a:t>
                      </a:r>
                    </a:p>
                  </a:txBody>
                  <a:tcPr anchor="ctr">
                    <a:solidFill>
                      <a:srgbClr val="92D050"/>
                    </a:solidFill>
                  </a:tcPr>
                </a:tc>
                <a:tc>
                  <a:txBody>
                    <a:bodyPr/>
                    <a:lstStyle/>
                    <a:p>
                      <a:pPr algn="ctr"/>
                      <a:r>
                        <a:rPr lang="es-MX" sz="1400" dirty="0"/>
                        <a:t>Tercero</a:t>
                      </a:r>
                    </a:p>
                  </a:txBody>
                  <a:tcPr anchor="ctr">
                    <a:solidFill>
                      <a:srgbClr val="92D050"/>
                    </a:solidFill>
                  </a:tcPr>
                </a:tc>
                <a:extLst>
                  <a:ext uri="{0D108BD9-81ED-4DB2-BD59-A6C34878D82A}">
                    <a16:rowId xmlns:a16="http://schemas.microsoft.com/office/drawing/2014/main" val="3538746961"/>
                  </a:ext>
                </a:extLst>
              </a:tr>
              <a:tr h="370840">
                <a:tc>
                  <a:txBody>
                    <a:bodyPr/>
                    <a:lstStyle/>
                    <a:p>
                      <a:r>
                        <a:rPr lang="es-MX" sz="1400" dirty="0"/>
                        <a:t>Cantidad Percibida Acumulable</a:t>
                      </a:r>
                    </a:p>
                  </a:txBody>
                  <a:tcPr/>
                </a:tc>
                <a:tc>
                  <a:txBody>
                    <a:bodyPr/>
                    <a:lstStyle/>
                    <a:p>
                      <a:pPr algn="r"/>
                      <a:r>
                        <a:rPr lang="es-MX" dirty="0"/>
                        <a:t>$100***</a:t>
                      </a:r>
                    </a:p>
                  </a:txBody>
                  <a:tcPr anchor="ctr"/>
                </a:tc>
                <a:tc>
                  <a:txBody>
                    <a:bodyPr/>
                    <a:lstStyle/>
                    <a:p>
                      <a:pPr algn="ctr"/>
                      <a:r>
                        <a:rPr lang="es-MX" dirty="0"/>
                        <a:t>n/a</a:t>
                      </a:r>
                    </a:p>
                  </a:txBody>
                  <a:tcPr anchor="ctr"/>
                </a:tc>
                <a:tc>
                  <a:txBody>
                    <a:bodyPr/>
                    <a:lstStyle/>
                    <a:p>
                      <a:pPr algn="ctr"/>
                      <a:r>
                        <a:rPr lang="es-MX" dirty="0"/>
                        <a:t>n/a</a:t>
                      </a:r>
                    </a:p>
                  </a:txBody>
                  <a:tcPr anchor="ctr"/>
                </a:tc>
                <a:tc>
                  <a:txBody>
                    <a:bodyPr/>
                    <a:lstStyle/>
                    <a:p>
                      <a:pPr algn="ctr"/>
                      <a:r>
                        <a:rPr lang="es-MX" dirty="0"/>
                        <a:t>n/a</a:t>
                      </a:r>
                    </a:p>
                  </a:txBody>
                  <a:tcPr anchor="ctr"/>
                </a:tc>
                <a:extLst>
                  <a:ext uri="{0D108BD9-81ED-4DB2-BD59-A6C34878D82A}">
                    <a16:rowId xmlns:a16="http://schemas.microsoft.com/office/drawing/2014/main" val="1950647517"/>
                  </a:ext>
                </a:extLst>
              </a:tr>
              <a:tr h="370840">
                <a:tc>
                  <a:txBody>
                    <a:bodyPr/>
                    <a:lstStyle/>
                    <a:p>
                      <a:r>
                        <a:rPr lang="es-MX" sz="1400" dirty="0"/>
                        <a:t>Deducción*</a:t>
                      </a:r>
                    </a:p>
                  </a:txBody>
                  <a:tcPr/>
                </a:tc>
                <a:tc>
                  <a:txBody>
                    <a:bodyPr/>
                    <a:lstStyle/>
                    <a:p>
                      <a:pPr algn="r"/>
                      <a:r>
                        <a:rPr lang="es-MX" dirty="0"/>
                        <a:t>(100)</a:t>
                      </a:r>
                    </a:p>
                  </a:txBody>
                  <a:tcPr anchor="ctr"/>
                </a:tc>
                <a:tc>
                  <a:txBody>
                    <a:bodyPr/>
                    <a:lstStyle/>
                    <a:p>
                      <a:pPr algn="r"/>
                      <a:r>
                        <a:rPr lang="es-MX" dirty="0"/>
                        <a:t>$(100)**</a:t>
                      </a:r>
                    </a:p>
                  </a:txBody>
                  <a:tcPr anchor="ctr"/>
                </a:tc>
                <a:tc>
                  <a:txBody>
                    <a:bodyPr/>
                    <a:lstStyle/>
                    <a:p>
                      <a:pPr algn="ctr"/>
                      <a:r>
                        <a:rPr lang="es-MX" dirty="0"/>
                        <a:t>n/a</a:t>
                      </a:r>
                    </a:p>
                  </a:txBody>
                  <a:tcPr anchor="ctr"/>
                </a:tc>
                <a:tc>
                  <a:txBody>
                    <a:bodyPr/>
                    <a:lstStyle/>
                    <a:p>
                      <a:pPr algn="r"/>
                      <a:r>
                        <a:rPr lang="es-MX" dirty="0"/>
                        <a:t>$(100)</a:t>
                      </a:r>
                    </a:p>
                  </a:txBody>
                  <a:tcPr anchor="ctr"/>
                </a:tc>
                <a:extLst>
                  <a:ext uri="{0D108BD9-81ED-4DB2-BD59-A6C34878D82A}">
                    <a16:rowId xmlns:a16="http://schemas.microsoft.com/office/drawing/2014/main" val="242677314"/>
                  </a:ext>
                </a:extLst>
              </a:tr>
              <a:tr h="370840">
                <a:tc>
                  <a:txBody>
                    <a:bodyPr/>
                    <a:lstStyle/>
                    <a:p>
                      <a:endParaRPr lang="es-MX" sz="1400"/>
                    </a:p>
                  </a:txBody>
                  <a:tcPr/>
                </a:tc>
                <a:tc>
                  <a:txBody>
                    <a:bodyPr/>
                    <a:lstStyle/>
                    <a:p>
                      <a:pPr algn="r"/>
                      <a:endParaRPr lang="es-MX" dirty="0"/>
                    </a:p>
                  </a:txBody>
                  <a:tcPr anchor="ctr"/>
                </a:tc>
                <a:tc>
                  <a:txBody>
                    <a:bodyPr/>
                    <a:lstStyle/>
                    <a:p>
                      <a:pPr algn="r"/>
                      <a:endParaRPr lang="es-MX" dirty="0"/>
                    </a:p>
                  </a:txBody>
                  <a:tcPr anchor="ctr"/>
                </a:tc>
                <a:tc>
                  <a:txBody>
                    <a:bodyPr/>
                    <a:lstStyle/>
                    <a:p>
                      <a:pPr algn="r"/>
                      <a:endParaRPr lang="es-MX"/>
                    </a:p>
                  </a:txBody>
                  <a:tcPr anchor="ctr"/>
                </a:tc>
                <a:tc>
                  <a:txBody>
                    <a:bodyPr/>
                    <a:lstStyle/>
                    <a:p>
                      <a:pPr algn="r"/>
                      <a:endParaRPr lang="es-MX"/>
                    </a:p>
                  </a:txBody>
                  <a:tcPr anchor="ctr"/>
                </a:tc>
                <a:extLst>
                  <a:ext uri="{0D108BD9-81ED-4DB2-BD59-A6C34878D82A}">
                    <a16:rowId xmlns:a16="http://schemas.microsoft.com/office/drawing/2014/main" val="2380329628"/>
                  </a:ext>
                </a:extLst>
              </a:tr>
              <a:tr h="370840">
                <a:tc>
                  <a:txBody>
                    <a:bodyPr/>
                    <a:lstStyle/>
                    <a:p>
                      <a:r>
                        <a:rPr lang="es-MX" sz="1400" dirty="0"/>
                        <a:t>Efecto Neto</a:t>
                      </a:r>
                    </a:p>
                  </a:txBody>
                  <a:tcPr/>
                </a:tc>
                <a:tc>
                  <a:txBody>
                    <a:bodyPr/>
                    <a:lstStyle/>
                    <a:p>
                      <a:pPr algn="r"/>
                      <a:r>
                        <a:rPr lang="es-MX" dirty="0"/>
                        <a:t>$0</a:t>
                      </a:r>
                    </a:p>
                  </a:txBody>
                  <a:tcPr anchor="ctr"/>
                </a:tc>
                <a:tc>
                  <a:txBody>
                    <a:bodyPr/>
                    <a:lstStyle/>
                    <a:p>
                      <a:pPr algn="r"/>
                      <a:r>
                        <a:rPr lang="es-MX" dirty="0"/>
                        <a:t>$(100)</a:t>
                      </a:r>
                    </a:p>
                  </a:txBody>
                  <a:tcPr anchor="ctr"/>
                </a:tc>
                <a:tc>
                  <a:txBody>
                    <a:bodyPr/>
                    <a:lstStyle/>
                    <a:p>
                      <a:pPr algn="ctr"/>
                      <a:r>
                        <a:rPr lang="es-MX" dirty="0"/>
                        <a:t>n/a</a:t>
                      </a:r>
                    </a:p>
                  </a:txBody>
                  <a:tcPr anchor="ctr"/>
                </a:tc>
                <a:tc>
                  <a:txBody>
                    <a:bodyPr/>
                    <a:lstStyle/>
                    <a:p>
                      <a:pPr algn="r"/>
                      <a:r>
                        <a:rPr lang="es-MX" dirty="0"/>
                        <a:t>$(100)</a:t>
                      </a:r>
                    </a:p>
                  </a:txBody>
                  <a:tcPr anchor="ctr"/>
                </a:tc>
                <a:extLst>
                  <a:ext uri="{0D108BD9-81ED-4DB2-BD59-A6C34878D82A}">
                    <a16:rowId xmlns:a16="http://schemas.microsoft.com/office/drawing/2014/main" val="4046030927"/>
                  </a:ext>
                </a:extLst>
              </a:tr>
            </a:tbl>
          </a:graphicData>
        </a:graphic>
      </p:graphicFrame>
      <p:sp>
        <p:nvSpPr>
          <p:cNvPr id="6" name="TextBox 5">
            <a:extLst>
              <a:ext uri="{FF2B5EF4-FFF2-40B4-BE49-F238E27FC236}">
                <a16:creationId xmlns:a16="http://schemas.microsoft.com/office/drawing/2014/main" id="{4A9F5578-A300-4144-A5D6-F415384250E3}"/>
              </a:ext>
            </a:extLst>
          </p:cNvPr>
          <p:cNvSpPr txBox="1"/>
          <p:nvPr/>
        </p:nvSpPr>
        <p:spPr>
          <a:xfrm>
            <a:off x="6172200" y="4398962"/>
            <a:ext cx="5099756" cy="2062103"/>
          </a:xfrm>
          <a:prstGeom prst="rect">
            <a:avLst/>
          </a:prstGeom>
          <a:noFill/>
        </p:spPr>
        <p:txBody>
          <a:bodyPr wrap="square" rtlCol="0">
            <a:spAutoFit/>
          </a:bodyPr>
          <a:lstStyle/>
          <a:p>
            <a:r>
              <a:rPr lang="es-MX" sz="1600" dirty="0"/>
              <a:t>* Siempre que cumpla con los requisitos y límites que para cada caso se establezca en la propia Ley.</a:t>
            </a:r>
          </a:p>
          <a:p>
            <a:r>
              <a:rPr lang="es-MX" sz="1600" dirty="0"/>
              <a:t>** Pudiera tomar la deducción si obtiene comprobante de la persona a la que le entregó la cantidad para efectuar gastos por su cuenta.</a:t>
            </a:r>
          </a:p>
          <a:p>
            <a:r>
              <a:rPr lang="es-MX" sz="1600" dirty="0"/>
              <a:t>*** No debiera haber inconveniente en emitir comprobante ya que este caso la cantidad percibida sería acumulable.</a:t>
            </a:r>
          </a:p>
        </p:txBody>
      </p:sp>
    </p:spTree>
    <p:extLst>
      <p:ext uri="{BB962C8B-B14F-4D97-AF65-F5344CB8AC3E}">
        <p14:creationId xmlns:p14="http://schemas.microsoft.com/office/powerpoint/2010/main" val="1374858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Intereses </a:t>
            </a:r>
            <a:r>
              <a:rPr lang="es-MX" sz="1800" dirty="0"/>
              <a:t>(LISR 18)</a:t>
            </a:r>
          </a:p>
        </p:txBody>
      </p:sp>
      <p:sp>
        <p:nvSpPr>
          <p:cNvPr id="3" name="Content Placeholder 2"/>
          <p:cNvSpPr>
            <a:spLocks noGrp="1"/>
          </p:cNvSpPr>
          <p:nvPr>
            <p:ph sz="half" idx="1"/>
          </p:nvPr>
        </p:nvSpPr>
        <p:spPr/>
        <p:txBody>
          <a:bodyPr>
            <a:normAutofit fontScale="62500" lnSpcReduction="20000"/>
          </a:bodyPr>
          <a:lstStyle/>
          <a:p>
            <a:pPr marL="0" indent="0">
              <a:buNone/>
            </a:pPr>
            <a:r>
              <a:rPr lang="es-MX" dirty="0"/>
              <a:t>IX. Los intereses </a:t>
            </a:r>
            <a:r>
              <a:rPr lang="es-MX" dirty="0">
                <a:solidFill>
                  <a:schemeClr val="accent6"/>
                </a:solidFill>
              </a:rPr>
              <a:t>devengados</a:t>
            </a:r>
            <a:r>
              <a:rPr lang="es-MX" dirty="0"/>
              <a:t> a favor en el ejercicio, sin ajuste alguno. En el caso de intereses moratorios, a partir del </a:t>
            </a:r>
            <a:r>
              <a:rPr lang="es-MX" dirty="0">
                <a:solidFill>
                  <a:schemeClr val="accent6"/>
                </a:solidFill>
              </a:rPr>
              <a:t>cuarto mes </a:t>
            </a:r>
            <a:r>
              <a:rPr lang="es-MX" dirty="0"/>
              <a:t>se acumularán únicamente los efectivamente </a:t>
            </a:r>
            <a:r>
              <a:rPr lang="es-MX" dirty="0">
                <a:solidFill>
                  <a:schemeClr val="accent6"/>
                </a:solidFill>
              </a:rPr>
              <a:t>cobrados</a:t>
            </a:r>
            <a:r>
              <a:rPr lang="es-MX" dirty="0"/>
              <a:t>. Para estos efectos, se considera que los ingresos por intereses moratorios que se perciban con posterioridad al tercer mes siguiente a aquél en el que el deudor incurrió en mora cubren, en primer término, los intereses moratorios devengados en los tres meses siguientes a aquél en el que el deudor incurrió en mora, hasta que el monto percibido exceda al monto de los intereses moratorios devengados acumulados correspondientes al último periodo citado. </a:t>
            </a:r>
          </a:p>
          <a:p>
            <a:r>
              <a:rPr lang="es-MX" dirty="0"/>
              <a:t>Para los efectos del párrafo anterior, los intereses moratorios que se cobren se acumularán hasta el momento en el que los efectivamente </a:t>
            </a:r>
            <a:r>
              <a:rPr lang="es-MX" dirty="0">
                <a:solidFill>
                  <a:schemeClr val="accent6"/>
                </a:solidFill>
              </a:rPr>
              <a:t>cobrados</a:t>
            </a:r>
            <a:r>
              <a:rPr lang="es-MX" dirty="0"/>
              <a:t> </a:t>
            </a:r>
            <a:r>
              <a:rPr lang="es-MX" dirty="0">
                <a:solidFill>
                  <a:schemeClr val="accent6"/>
                </a:solidFill>
              </a:rPr>
              <a:t>excedan</a:t>
            </a:r>
            <a:r>
              <a:rPr lang="es-MX" dirty="0"/>
              <a:t> al monto de los moratorios acumulados en los primeros tres meses y hasta por el monto en que excedan.</a:t>
            </a:r>
          </a:p>
        </p:txBody>
      </p:sp>
      <p:sp>
        <p:nvSpPr>
          <p:cNvPr id="4" name="Content Placeholder 3"/>
          <p:cNvSpPr>
            <a:spLocks noGrp="1"/>
          </p:cNvSpPr>
          <p:nvPr>
            <p:ph sz="half" idx="2"/>
          </p:nvPr>
        </p:nvSpPr>
        <p:spPr/>
        <p:txBody>
          <a:bodyPr>
            <a:normAutofit fontScale="92500" lnSpcReduction="20000"/>
          </a:bodyPr>
          <a:lstStyle/>
          <a:p>
            <a:r>
              <a:rPr lang="es-MX" dirty="0"/>
              <a:t>Intereses normales: Devengado</a:t>
            </a:r>
          </a:p>
          <a:p>
            <a:endParaRPr lang="es-MX" dirty="0"/>
          </a:p>
          <a:p>
            <a:r>
              <a:rPr lang="es-MX" dirty="0"/>
              <a:t>Intereses Moratorios</a:t>
            </a:r>
          </a:p>
          <a:p>
            <a:pPr lvl="1"/>
            <a:r>
              <a:rPr lang="es-MX" dirty="0"/>
              <a:t>Primeros tres meses: Devengado</a:t>
            </a:r>
          </a:p>
          <a:p>
            <a:pPr lvl="1"/>
            <a:r>
              <a:rPr lang="es-MX" dirty="0"/>
              <a:t>A partir del cuarto mes: Cobro</a:t>
            </a:r>
          </a:p>
          <a:p>
            <a:pPr lvl="2"/>
            <a:r>
              <a:rPr lang="es-MX" dirty="0"/>
              <a:t>Primero se cobran los devengados (tres meses)</a:t>
            </a:r>
          </a:p>
          <a:p>
            <a:pPr lvl="2"/>
            <a:endParaRPr lang="es-MX" dirty="0"/>
          </a:p>
          <a:p>
            <a:r>
              <a:rPr lang="es-MX" dirty="0"/>
              <a:t>Los intereses moratorios son los que se generan durante el período de mora.</a:t>
            </a:r>
          </a:p>
          <a:p>
            <a:pPr lvl="1"/>
            <a:r>
              <a:rPr lang="es-MX" dirty="0"/>
              <a:t>El período de mora inicia a partir de la falta de pago en la fecha de exigibilidad.</a:t>
            </a:r>
          </a:p>
        </p:txBody>
      </p:sp>
    </p:spTree>
    <p:extLst>
      <p:ext uri="{BB962C8B-B14F-4D97-AF65-F5344CB8AC3E}">
        <p14:creationId xmlns:p14="http://schemas.microsoft.com/office/powerpoint/2010/main" val="4180148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Los intereses se acumulan conforme se devengan, excepto algunos moratorios</a:t>
            </a:r>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7716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s-MX" dirty="0"/>
              <a:t>El concepto de “interés” es amplio</a:t>
            </a:r>
          </a:p>
        </p:txBody>
      </p:sp>
      <p:graphicFrame>
        <p:nvGraphicFramePr>
          <p:cNvPr id="6" name="Content Placeholder 5"/>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8246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s-MX" dirty="0"/>
              <a:t>Los intereses se definen como los rendimientos de créditos de cualquier clase </a:t>
            </a:r>
            <a:r>
              <a:rPr lang="es-MX" sz="2000" dirty="0"/>
              <a:t>(LISR 8-Primer párrafo)</a:t>
            </a:r>
            <a:endParaRPr lang="es-MX" dirty="0"/>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1876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Conceptos considerados como intereses</a:t>
            </a:r>
            <a:br>
              <a:rPr lang="es-MX" dirty="0"/>
            </a:br>
            <a:r>
              <a:rPr lang="es-MX" sz="1800" dirty="0"/>
              <a:t>(LISR 8-Segundo, Tercero, Cuarto y Quinto párrafos)</a:t>
            </a:r>
            <a:endParaRPr lang="es-MX"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8130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Conceptos tratados como intereses</a:t>
            </a:r>
            <a:br>
              <a:rPr lang="es-MX" dirty="0"/>
            </a:br>
            <a:r>
              <a:rPr lang="es-MX" sz="1800" dirty="0"/>
              <a:t>(LISR 8-Sexto y Séptimo párrafos; LISR 20-Cuarto Párrafo)</a:t>
            </a:r>
            <a:endParaRPr lang="es-MX"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5259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Concepto de Intereses </a:t>
            </a:r>
            <a:r>
              <a:rPr lang="es-MX" sz="1800" dirty="0"/>
              <a:t>(LISR 8-Primer párrafo)</a:t>
            </a:r>
          </a:p>
        </p:txBody>
      </p:sp>
      <p:sp>
        <p:nvSpPr>
          <p:cNvPr id="3" name="Content Placeholder 2"/>
          <p:cNvSpPr>
            <a:spLocks noGrp="1"/>
          </p:cNvSpPr>
          <p:nvPr>
            <p:ph sz="half" idx="1"/>
          </p:nvPr>
        </p:nvSpPr>
        <p:spPr/>
        <p:txBody>
          <a:bodyPr>
            <a:normAutofit fontScale="47500" lnSpcReduction="20000"/>
          </a:bodyPr>
          <a:lstStyle/>
          <a:p>
            <a:r>
              <a:rPr lang="es-MX" sz="3400" dirty="0"/>
              <a:t>Rendimientos de créditos de cualquier clase, entre otros:</a:t>
            </a:r>
          </a:p>
          <a:p>
            <a:pPr lvl="1"/>
            <a:endParaRPr lang="es-MX" dirty="0"/>
          </a:p>
          <a:p>
            <a:pPr lvl="1"/>
            <a:r>
              <a:rPr lang="es-MX" sz="2900" dirty="0"/>
              <a:t>Rendimientos de la deuda pública, de los bonos u obligaciones, incluyendo descuentos, primas y premios</a:t>
            </a:r>
          </a:p>
          <a:p>
            <a:pPr lvl="1"/>
            <a:endParaRPr lang="es-MX" sz="2900" dirty="0"/>
          </a:p>
          <a:p>
            <a:pPr lvl="1"/>
            <a:r>
              <a:rPr lang="es-MX" sz="2900" dirty="0"/>
              <a:t>Premios de reportos o de préstamos de valores</a:t>
            </a:r>
          </a:p>
          <a:p>
            <a:pPr lvl="1"/>
            <a:endParaRPr lang="es-MX" sz="2900" dirty="0"/>
          </a:p>
          <a:p>
            <a:pPr lvl="1"/>
            <a:r>
              <a:rPr lang="es-MX" sz="2900" dirty="0"/>
              <a:t>Monto de las comisiones que correspondan con motivo de apertura o garantía de créditos</a:t>
            </a:r>
          </a:p>
          <a:p>
            <a:pPr lvl="1"/>
            <a:endParaRPr lang="es-MX" sz="2900" dirty="0"/>
          </a:p>
          <a:p>
            <a:pPr lvl="1"/>
            <a:r>
              <a:rPr lang="es-MX" sz="2900" dirty="0"/>
              <a:t>Monto de las contraprestaciones correspondientes a la aceptación de un aval, del otorgamiento de una garantía o de la responsabilidad de cualquier clase, excepto cuando dichas contraprestaciones deban hacerse a instituciones de seguros o fianzas</a:t>
            </a:r>
          </a:p>
          <a:p>
            <a:pPr lvl="1"/>
            <a:endParaRPr lang="es-MX" sz="2900" dirty="0">
              <a:solidFill>
                <a:schemeClr val="accent6"/>
              </a:solidFill>
            </a:endParaRPr>
          </a:p>
          <a:p>
            <a:pPr lvl="1"/>
            <a:r>
              <a:rPr lang="es-MX" sz="2900" dirty="0">
                <a:solidFill>
                  <a:srgbClr val="70AD47"/>
                </a:solidFill>
              </a:rPr>
              <a:t>Ganancia</a:t>
            </a:r>
            <a:r>
              <a:rPr lang="es-MX" sz="2900" dirty="0"/>
              <a:t> en la enajenación de bonos, valores y otros títulos de crédito, siempre que sean de los que se colocan entre el </a:t>
            </a:r>
            <a:r>
              <a:rPr lang="es-MX" sz="2900" dirty="0">
                <a:solidFill>
                  <a:schemeClr val="accent6"/>
                </a:solidFill>
              </a:rPr>
              <a:t>gran público inversionista</a:t>
            </a:r>
            <a:r>
              <a:rPr lang="es-MX" sz="2900" dirty="0"/>
              <a:t>, conforme a las reglas generales que al efecto expida el Servicio de Administración Tributaria. </a:t>
            </a:r>
          </a:p>
        </p:txBody>
      </p:sp>
      <p:sp>
        <p:nvSpPr>
          <p:cNvPr id="4" name="Content Placeholder 3"/>
          <p:cNvSpPr>
            <a:spLocks noGrp="1"/>
          </p:cNvSpPr>
          <p:nvPr>
            <p:ph sz="half" idx="2"/>
          </p:nvPr>
        </p:nvSpPr>
        <p:spPr/>
        <p:txBody>
          <a:bodyPr>
            <a:normAutofit fontScale="47500" lnSpcReduction="20000"/>
          </a:bodyPr>
          <a:lstStyle/>
          <a:p>
            <a:r>
              <a:rPr lang="es-MX" dirty="0"/>
              <a:t>RLISR 11:  En los casos de enajenación, amortización o redención, de bonos, obligaciones o cualquier título valor, siempre que sean de los que se colocan entre el </a:t>
            </a:r>
            <a:r>
              <a:rPr lang="es-MX" dirty="0">
                <a:solidFill>
                  <a:schemeClr val="accent6"/>
                </a:solidFill>
              </a:rPr>
              <a:t>gran público inversionista </a:t>
            </a:r>
            <a:r>
              <a:rPr lang="es-MX" dirty="0"/>
              <a:t>o constituyan deuda pública, la pérdida que sufra el contribuyente y que se considerará interés devengado a cargo, en los términos del artículo 25, fracción VII de la Ley, será la diferencia entre el costo de adquisición y el monto de la enajenación, amortización o redención, cuando el primero sea mayor.</a:t>
            </a:r>
          </a:p>
          <a:p>
            <a:r>
              <a:rPr lang="es-MX" dirty="0"/>
              <a:t>En los casos de enajenación, amortización o redención, de bonos, obligaciones o cualquier título valor, siempre que sean de los que se colocan entre el </a:t>
            </a:r>
            <a:r>
              <a:rPr lang="es-MX" dirty="0">
                <a:solidFill>
                  <a:srgbClr val="70AD47"/>
                </a:solidFill>
              </a:rPr>
              <a:t>gran público inversionista </a:t>
            </a:r>
            <a:r>
              <a:rPr lang="es-MX" dirty="0"/>
              <a:t>o constituyan deuda pública, en los que el total o parte de los intereses se conocen </a:t>
            </a:r>
            <a:r>
              <a:rPr lang="es-MX" dirty="0">
                <a:solidFill>
                  <a:schemeClr val="accent6"/>
                </a:solidFill>
              </a:rPr>
              <a:t>hasta que se enajena</a:t>
            </a:r>
            <a:r>
              <a:rPr lang="es-MX" dirty="0"/>
              <a:t>, se amortiza o se redima el título valor, la ganancia que en los términos del artículo 8 de la Ley se considera interés, será la que resulte de restar al monto de la enajenación, amortización o redención, el costo de adquisición adicionado de los intereses </a:t>
            </a:r>
            <a:r>
              <a:rPr lang="es-MX" dirty="0">
                <a:solidFill>
                  <a:schemeClr val="accent6"/>
                </a:solidFill>
              </a:rPr>
              <a:t>devengados, ya acumulados y no cobrados</a:t>
            </a:r>
            <a:r>
              <a:rPr lang="es-MX" dirty="0"/>
              <a:t>, provenientes del bono, obligación o título valor de que se trate. </a:t>
            </a:r>
          </a:p>
          <a:p>
            <a:r>
              <a:rPr lang="es-MX" dirty="0"/>
              <a:t>Cuando el costo de adquisición a que se refiere el párrafo anterior, adicionado de los </a:t>
            </a:r>
            <a:r>
              <a:rPr lang="es-MX" dirty="0">
                <a:solidFill>
                  <a:schemeClr val="accent6"/>
                </a:solidFill>
              </a:rPr>
              <a:t>intereses devengados, ya acumulados </a:t>
            </a:r>
            <a:r>
              <a:rPr lang="es-MX" dirty="0"/>
              <a:t>y no cobrados, sea mayor que el monto de la enajenación, amortización o redención del bono, obligación o título valor, la diferencia será la pérdida que sufra el contribuyente y que se considerará interés devengado a cargo, en los términos del artículo 25, fracción VII de la Ley. </a:t>
            </a:r>
          </a:p>
        </p:txBody>
      </p:sp>
    </p:spTree>
    <p:extLst>
      <p:ext uri="{BB962C8B-B14F-4D97-AF65-F5344CB8AC3E}">
        <p14:creationId xmlns:p14="http://schemas.microsoft.com/office/powerpoint/2010/main" val="1951087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Arrendamiento Financiero </a:t>
            </a:r>
            <a:r>
              <a:rPr lang="es-MX" sz="1800" dirty="0"/>
              <a:t>(LISR 8-Tercer párrafo)</a:t>
            </a:r>
          </a:p>
        </p:txBody>
      </p:sp>
      <p:sp>
        <p:nvSpPr>
          <p:cNvPr id="3" name="Content Placeholder 2"/>
          <p:cNvSpPr>
            <a:spLocks noGrp="1"/>
          </p:cNvSpPr>
          <p:nvPr>
            <p:ph sz="half" idx="1"/>
          </p:nvPr>
        </p:nvSpPr>
        <p:spPr/>
        <p:txBody>
          <a:bodyPr>
            <a:normAutofit/>
          </a:bodyPr>
          <a:lstStyle/>
          <a:p>
            <a:r>
              <a:rPr lang="es-MX" dirty="0"/>
              <a:t>En los contratos de </a:t>
            </a:r>
            <a:r>
              <a:rPr lang="es-MX" dirty="0">
                <a:solidFill>
                  <a:schemeClr val="accent6"/>
                </a:solidFill>
              </a:rPr>
              <a:t>arrendamiento financiero</a:t>
            </a:r>
            <a:r>
              <a:rPr lang="es-MX" dirty="0"/>
              <a:t>, se considera interés la diferencia entre el total de pagos y el </a:t>
            </a:r>
            <a:r>
              <a:rPr lang="es-MX" dirty="0">
                <a:solidFill>
                  <a:schemeClr val="accent6"/>
                </a:solidFill>
              </a:rPr>
              <a:t>monto original de la inversión</a:t>
            </a:r>
            <a:r>
              <a:rPr lang="es-MX" dirty="0"/>
              <a:t>. </a:t>
            </a:r>
          </a:p>
          <a:p>
            <a:endParaRPr lang="es-MX" dirty="0"/>
          </a:p>
        </p:txBody>
      </p:sp>
      <p:sp>
        <p:nvSpPr>
          <p:cNvPr id="4" name="Content Placeholder 3"/>
          <p:cNvSpPr>
            <a:spLocks noGrp="1"/>
          </p:cNvSpPr>
          <p:nvPr>
            <p:ph sz="half" idx="2"/>
          </p:nvPr>
        </p:nvSpPr>
        <p:spPr/>
        <p:txBody>
          <a:bodyPr>
            <a:normAutofit fontScale="70000" lnSpcReduction="20000"/>
          </a:bodyPr>
          <a:lstStyle/>
          <a:p>
            <a:r>
              <a:rPr lang="es-MX" dirty="0"/>
              <a:t>CFF 15: Para efectos fiscales, arrendamiento financiero es el contrato por el cual una persona se obliga a otorgar a otra el uso o goce temporal de bienes tangibles a </a:t>
            </a:r>
            <a:r>
              <a:rPr lang="es-MX" dirty="0">
                <a:solidFill>
                  <a:schemeClr val="accent6"/>
                </a:solidFill>
              </a:rPr>
              <a:t>plazo forzoso</a:t>
            </a:r>
            <a:r>
              <a:rPr lang="es-MX" dirty="0"/>
              <a:t>, obligándose esta última a liquidar, en pagos parciales como contraprestación, una cantidad en dinero determinada o determinable que cubra el </a:t>
            </a:r>
            <a:r>
              <a:rPr lang="es-MX" dirty="0">
                <a:solidFill>
                  <a:schemeClr val="accent6"/>
                </a:solidFill>
              </a:rPr>
              <a:t>valor de adquisición</a:t>
            </a:r>
            <a:r>
              <a:rPr lang="es-MX" dirty="0"/>
              <a:t> de los bienes, las </a:t>
            </a:r>
            <a:r>
              <a:rPr lang="es-MX" dirty="0">
                <a:solidFill>
                  <a:schemeClr val="accent6"/>
                </a:solidFill>
              </a:rPr>
              <a:t>cargas financieras</a:t>
            </a:r>
            <a:r>
              <a:rPr lang="es-MX" dirty="0"/>
              <a:t> y los demás </a:t>
            </a:r>
            <a:r>
              <a:rPr lang="es-MX" dirty="0">
                <a:solidFill>
                  <a:schemeClr val="accent6"/>
                </a:solidFill>
              </a:rPr>
              <a:t>accesorios</a:t>
            </a:r>
            <a:r>
              <a:rPr lang="es-MX" dirty="0"/>
              <a:t> y a adoptar al vencimiento del contrato alguna de las </a:t>
            </a:r>
            <a:r>
              <a:rPr lang="es-MX" dirty="0">
                <a:solidFill>
                  <a:schemeClr val="accent6"/>
                </a:solidFill>
              </a:rPr>
              <a:t>opciones terminales</a:t>
            </a:r>
            <a:r>
              <a:rPr lang="es-MX" dirty="0"/>
              <a:t> que establece la Ley de la materia. </a:t>
            </a:r>
          </a:p>
          <a:p>
            <a:r>
              <a:rPr lang="es-MX" dirty="0"/>
              <a:t>En las operaciones de arrendamiento financiero, el contrato respectivo deberá celebrarse por escrito y consignar expresamente el </a:t>
            </a:r>
            <a:r>
              <a:rPr lang="es-MX" dirty="0">
                <a:solidFill>
                  <a:schemeClr val="accent6"/>
                </a:solidFill>
              </a:rPr>
              <a:t>valor del bien</a:t>
            </a:r>
            <a:r>
              <a:rPr lang="es-MX" dirty="0"/>
              <a:t> objeto de la operación y la </a:t>
            </a:r>
            <a:r>
              <a:rPr lang="es-MX" dirty="0">
                <a:solidFill>
                  <a:schemeClr val="accent6"/>
                </a:solidFill>
              </a:rPr>
              <a:t>tasa de interés</a:t>
            </a:r>
            <a:r>
              <a:rPr lang="es-MX" dirty="0"/>
              <a:t> pactada o la mecánica para determinarla.</a:t>
            </a:r>
          </a:p>
        </p:txBody>
      </p:sp>
    </p:spTree>
    <p:extLst>
      <p:ext uri="{BB962C8B-B14F-4D97-AF65-F5344CB8AC3E}">
        <p14:creationId xmlns:p14="http://schemas.microsoft.com/office/powerpoint/2010/main" val="2000131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Ajustes por Índices y Otros </a:t>
            </a:r>
            <a:r>
              <a:rPr lang="es-MX" sz="1800" dirty="0"/>
              <a:t>(LISR 8-Quinto párrafo)</a:t>
            </a:r>
          </a:p>
        </p:txBody>
      </p:sp>
      <p:sp>
        <p:nvSpPr>
          <p:cNvPr id="3" name="Content Placeholder 2"/>
          <p:cNvSpPr>
            <a:spLocks noGrp="1"/>
          </p:cNvSpPr>
          <p:nvPr>
            <p:ph sz="half" idx="1"/>
          </p:nvPr>
        </p:nvSpPr>
        <p:spPr/>
        <p:txBody>
          <a:bodyPr>
            <a:normAutofit/>
          </a:bodyPr>
          <a:lstStyle/>
          <a:p>
            <a:r>
              <a:rPr lang="es-MX" dirty="0"/>
              <a:t>Cuando los créditos, deudas, operaciones o el importe de los pagos de los contratos de arrendamiento financiero, se ajusten mediante la aplicación de </a:t>
            </a:r>
            <a:r>
              <a:rPr lang="es-MX" dirty="0">
                <a:solidFill>
                  <a:schemeClr val="accent6"/>
                </a:solidFill>
              </a:rPr>
              <a:t>índices, factores o de cualquier otra forma</a:t>
            </a:r>
            <a:r>
              <a:rPr lang="es-MX" dirty="0"/>
              <a:t>, inclusive mediante el uso de unidades de inversión, se considerará el ajuste como parte del interés.</a:t>
            </a:r>
          </a:p>
        </p:txBody>
      </p:sp>
      <p:sp>
        <p:nvSpPr>
          <p:cNvPr id="4" name="Content Placeholder 3"/>
          <p:cNvSpPr>
            <a:spLocks noGrp="1"/>
          </p:cNvSpPr>
          <p:nvPr>
            <p:ph sz="half" idx="2"/>
          </p:nvPr>
        </p:nvSpPr>
        <p:spPr/>
        <p:txBody>
          <a:bodyPr>
            <a:normAutofit fontScale="62500" lnSpcReduction="20000"/>
          </a:bodyPr>
          <a:lstStyle/>
          <a:p>
            <a:r>
              <a:rPr lang="es-MX" b="1" dirty="0"/>
              <a:t>DECRETO POR EL QUE SE ESTABLECEN LAS OBLIGACIONES QUE PODRÁN DENOMINARSE EN UNIDADES DE INVERSIÓN Y REFORMA Y ADICIONA DIVERSAS DISPOSICIONES DEL CODIGO FISCAL DE LA FEDERACION Y DE LA LEY DEL IMPUESTO SOBRE LA RENTA. (D.O.F. 1/04/95)</a:t>
            </a:r>
            <a:endParaRPr lang="es-MX" dirty="0"/>
          </a:p>
          <a:p>
            <a:r>
              <a:rPr lang="es-MX" b="1" dirty="0"/>
              <a:t>ARTICULO PRIMERO</a:t>
            </a:r>
            <a:r>
              <a:rPr lang="es-MX" dirty="0"/>
              <a:t>.- Las obligaciones de pago de sumas en moneda nacional convenidas en las operaciones financieras que celebren los correspondientes intermediarios, las contenidas en títulos de crédito, salvo en cheques y, en general, las pactadas en contratos mercantiles o en otros actos de comercio, </a:t>
            </a:r>
            <a:r>
              <a:rPr lang="es-MX" dirty="0">
                <a:solidFill>
                  <a:schemeClr val="accent6"/>
                </a:solidFill>
              </a:rPr>
              <a:t>podrán denominarse en una unidad de cuenta, llamada Unidad de Inversión</a:t>
            </a:r>
            <a:r>
              <a:rPr lang="es-MX" dirty="0"/>
              <a:t>, cuyo valor en pesos para cada día publicará periódicamente el Banco de México en el Diario Oficial de la Federación. </a:t>
            </a:r>
          </a:p>
          <a:p>
            <a:r>
              <a:rPr lang="es-MX" dirty="0"/>
              <a:t>Las obligaciones denominadas en unidades inversión se considerarán de monto determinado. </a:t>
            </a:r>
          </a:p>
        </p:txBody>
      </p:sp>
    </p:spTree>
    <p:extLst>
      <p:ext uri="{BB962C8B-B14F-4D97-AF65-F5344CB8AC3E}">
        <p14:creationId xmlns:p14="http://schemas.microsoft.com/office/powerpoint/2010/main" val="53805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Fluctuación Cambiaria </a:t>
            </a:r>
            <a:r>
              <a:rPr lang="es-MX" sz="1800" dirty="0"/>
              <a:t>(LISR 8-Sexto párrafo)</a:t>
            </a:r>
          </a:p>
        </p:txBody>
      </p:sp>
      <p:sp>
        <p:nvSpPr>
          <p:cNvPr id="3" name="Content Placeholder 2"/>
          <p:cNvSpPr>
            <a:spLocks noGrp="1"/>
          </p:cNvSpPr>
          <p:nvPr>
            <p:ph sz="half" idx="1"/>
          </p:nvPr>
        </p:nvSpPr>
        <p:spPr/>
        <p:txBody>
          <a:bodyPr>
            <a:normAutofit fontScale="85000" lnSpcReduction="20000"/>
          </a:bodyPr>
          <a:lstStyle/>
          <a:p>
            <a:r>
              <a:rPr lang="es-MX" dirty="0">
                <a:solidFill>
                  <a:srgbClr val="92D050"/>
                </a:solidFill>
              </a:rPr>
              <a:t>Se dará el tratamiento </a:t>
            </a:r>
            <a:r>
              <a:rPr lang="es-MX" dirty="0"/>
              <a:t>que esta Ley establece para los intereses, a las ganancias o pérdidas cambiarias, </a:t>
            </a:r>
            <a:r>
              <a:rPr lang="es-MX" dirty="0">
                <a:solidFill>
                  <a:srgbClr val="92D050"/>
                </a:solidFill>
              </a:rPr>
              <a:t>devengadas</a:t>
            </a:r>
            <a:r>
              <a:rPr lang="es-MX" dirty="0"/>
              <a:t> por la fluctuación de la moneda extranjera, incluyendo las correspondientes al principal y al interés mismo</a:t>
            </a:r>
          </a:p>
          <a:p>
            <a:pPr lvl="1"/>
            <a:r>
              <a:rPr lang="es-MX" dirty="0"/>
              <a:t>La pérdida cambiaria no podrá exceder de la que resultaría de considerar el tipo de cambio </a:t>
            </a:r>
            <a:r>
              <a:rPr lang="es-MX" dirty="0">
                <a:solidFill>
                  <a:srgbClr val="00B0F0"/>
                </a:solidFill>
              </a:rPr>
              <a:t>para solventar obligaciones denominadas en moneda extranjera </a:t>
            </a:r>
            <a:r>
              <a:rPr lang="es-MX" dirty="0"/>
              <a:t>pagaderas en la República Mexicana establecido por el Banco de México, que al efecto se publique en el Diario Oficial de la Federación, </a:t>
            </a:r>
            <a:r>
              <a:rPr lang="es-MX" u="sng" dirty="0">
                <a:solidFill>
                  <a:srgbClr val="92D050"/>
                </a:solidFill>
              </a:rPr>
              <a:t>correspondiente</a:t>
            </a:r>
            <a:r>
              <a:rPr lang="es-MX" dirty="0">
                <a:solidFill>
                  <a:srgbClr val="92D050"/>
                </a:solidFill>
              </a:rPr>
              <a:t> al día en que se sufra la pérdida. </a:t>
            </a:r>
          </a:p>
          <a:p>
            <a:endParaRPr lang="es-MX" dirty="0"/>
          </a:p>
        </p:txBody>
      </p:sp>
      <p:sp>
        <p:nvSpPr>
          <p:cNvPr id="4" name="Content Placeholder 3"/>
          <p:cNvSpPr>
            <a:spLocks noGrp="1"/>
          </p:cNvSpPr>
          <p:nvPr>
            <p:ph sz="half" idx="2"/>
          </p:nvPr>
        </p:nvSpPr>
        <p:spPr/>
        <p:txBody>
          <a:bodyPr>
            <a:normAutofit fontScale="85000" lnSpcReduction="10000"/>
          </a:bodyPr>
          <a:lstStyle/>
          <a:p>
            <a:r>
              <a:rPr lang="es-MX" dirty="0"/>
              <a:t>CFF 20-Tercer Párrafo: Para determinar las contribuciones y sus accesorios se considerará el tipo de cambio a que se haya </a:t>
            </a:r>
            <a:r>
              <a:rPr lang="es-MX" dirty="0">
                <a:solidFill>
                  <a:srgbClr val="92D050"/>
                </a:solidFill>
              </a:rPr>
              <a:t>adquirido</a:t>
            </a:r>
            <a:r>
              <a:rPr lang="es-MX" dirty="0"/>
              <a:t> la moneda extranjera de que se trate y </a:t>
            </a:r>
            <a:r>
              <a:rPr lang="es-MX" dirty="0">
                <a:solidFill>
                  <a:srgbClr val="92D050"/>
                </a:solidFill>
              </a:rPr>
              <a:t>no habiendo adquisición</a:t>
            </a:r>
            <a:r>
              <a:rPr lang="es-MX" dirty="0"/>
              <a:t>, se estará al tipo de cambio que el Banco de México </a:t>
            </a:r>
            <a:r>
              <a:rPr lang="es-MX" dirty="0">
                <a:solidFill>
                  <a:srgbClr val="92D050"/>
                </a:solidFill>
              </a:rPr>
              <a:t>publique en el Diario Oficial de la Federación el </a:t>
            </a:r>
            <a:r>
              <a:rPr lang="es-MX" u="sng" dirty="0">
                <a:solidFill>
                  <a:srgbClr val="92D050"/>
                </a:solidFill>
              </a:rPr>
              <a:t>día anterior</a:t>
            </a:r>
            <a:r>
              <a:rPr lang="es-MX" dirty="0"/>
              <a:t> a aquel en que se causen las contribuciones.</a:t>
            </a:r>
          </a:p>
          <a:p>
            <a:pPr lvl="1"/>
            <a:r>
              <a:rPr lang="es-MX" dirty="0"/>
              <a:t>Los días en que el Banco de México no publique dicho tipo de cambio se aplicará el </a:t>
            </a:r>
            <a:r>
              <a:rPr lang="es-MX" dirty="0">
                <a:solidFill>
                  <a:schemeClr val="accent6"/>
                </a:solidFill>
              </a:rPr>
              <a:t>último</a:t>
            </a:r>
            <a:r>
              <a:rPr lang="es-MX" dirty="0"/>
              <a:t> tipo de cambio publicado con anterioridad al día en que se causen las contribuciones. </a:t>
            </a:r>
          </a:p>
        </p:txBody>
      </p:sp>
      <p:cxnSp>
        <p:nvCxnSpPr>
          <p:cNvPr id="11" name="Straight Arrow Connector 10">
            <a:extLst>
              <a:ext uri="{FF2B5EF4-FFF2-40B4-BE49-F238E27FC236}">
                <a16:creationId xmlns:a16="http://schemas.microsoft.com/office/drawing/2014/main" id="{68427E0D-44D2-4278-AAA6-7B653D0407D3}"/>
              </a:ext>
            </a:extLst>
          </p:cNvPr>
          <p:cNvCxnSpPr>
            <a:cxnSpLocks/>
          </p:cNvCxnSpPr>
          <p:nvPr/>
        </p:nvCxnSpPr>
        <p:spPr>
          <a:xfrm flipV="1">
            <a:off x="5129213" y="4371975"/>
            <a:ext cx="3400425" cy="9572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2731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El tipo de cambio publicado corresponde generalmente al día anterior</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401697228"/>
              </p:ext>
            </p:extLst>
          </p:nvPr>
        </p:nvGraphicFramePr>
        <p:xfrm>
          <a:off x="1101090" y="1948975"/>
          <a:ext cx="9989820" cy="3774931"/>
        </p:xfrm>
        <a:graphic>
          <a:graphicData uri="http://schemas.openxmlformats.org/drawingml/2006/table">
            <a:tbl>
              <a:tblPr/>
              <a:tblGrid>
                <a:gridCol w="9989820">
                  <a:extLst>
                    <a:ext uri="{9D8B030D-6E8A-4147-A177-3AD203B41FA5}">
                      <a16:colId xmlns:a16="http://schemas.microsoft.com/office/drawing/2014/main" val="20000"/>
                    </a:ext>
                  </a:extLst>
                </a:gridCol>
              </a:tblGrid>
              <a:tr h="401135">
                <a:tc>
                  <a:txBody>
                    <a:bodyPr/>
                    <a:lstStyle/>
                    <a:p>
                      <a:pPr marL="0" marR="0" algn="ctr">
                        <a:spcBef>
                          <a:spcPts val="0"/>
                        </a:spcBef>
                        <a:spcAft>
                          <a:spcPts val="0"/>
                        </a:spcAft>
                      </a:pPr>
                      <a:r>
                        <a:rPr lang="es-MX" b="1" dirty="0">
                          <a:solidFill>
                            <a:srgbClr val="2F2F2F"/>
                          </a:solidFill>
                          <a:effectLst/>
                          <a:latin typeface="Arial" panose="020B0604020202020204" pitchFamily="34" charset="0"/>
                        </a:rPr>
                        <a:t>DOF: </a:t>
                      </a:r>
                      <a:r>
                        <a:rPr lang="es-MX" b="1" dirty="0">
                          <a:solidFill>
                            <a:schemeClr val="accent6"/>
                          </a:solidFill>
                          <a:effectLst/>
                          <a:latin typeface="Arial" panose="020B0604020202020204" pitchFamily="34" charset="0"/>
                        </a:rPr>
                        <a:t>16/08/2022</a:t>
                      </a:r>
                      <a:r>
                        <a:rPr lang="es-MX" dirty="0">
                          <a:solidFill>
                            <a:srgbClr val="2F2F2F"/>
                          </a:solidFill>
                          <a:effectLst/>
                          <a:latin typeface="Arial" panose="020B0604020202020204" pitchFamily="34" charset="0"/>
                        </a:rPr>
                        <a:t> </a:t>
                      </a:r>
                    </a:p>
                  </a:txBody>
                  <a:tcPr marL="190500" marR="0" marT="38100" marB="38100">
                    <a:lnL>
                      <a:noFill/>
                    </a:lnL>
                    <a:lnR>
                      <a:noFill/>
                    </a:lnR>
                    <a:lnT>
                      <a:noFill/>
                    </a:lnT>
                    <a:lnB>
                      <a:noFill/>
                    </a:lnB>
                    <a:solidFill>
                      <a:srgbClr val="FFFFFF"/>
                    </a:solidFill>
                  </a:tcPr>
                </a:tc>
                <a:extLst>
                  <a:ext uri="{0D108BD9-81ED-4DB2-BD59-A6C34878D82A}">
                    <a16:rowId xmlns:a16="http://schemas.microsoft.com/office/drawing/2014/main" val="10000"/>
                  </a:ext>
                </a:extLst>
              </a:tr>
              <a:tr h="3373796">
                <a:tc>
                  <a:txBody>
                    <a:bodyPr/>
                    <a:lstStyle/>
                    <a:p>
                      <a:pPr marL="0" marR="0" indent="0" algn="ctr">
                        <a:spcBef>
                          <a:spcPts val="0"/>
                        </a:spcBef>
                        <a:spcAft>
                          <a:spcPts val="505"/>
                        </a:spcAft>
                      </a:pPr>
                      <a:r>
                        <a:rPr lang="es-MX" sz="1400" dirty="0">
                          <a:solidFill>
                            <a:srgbClr val="2F2F2F"/>
                          </a:solidFill>
                          <a:effectLst/>
                          <a:latin typeface="Arial" panose="020B0604020202020204" pitchFamily="34" charset="0"/>
                        </a:rPr>
                        <a:t>TIPO DE CAMBIO PARA SOLVENTAR OBLIGACIONES DENOMINADAS EN MONEDA EXTRANJERA PAGADERAS EN</a:t>
                      </a:r>
                      <a:br>
                        <a:rPr lang="es-MX" sz="1400" dirty="0">
                          <a:solidFill>
                            <a:srgbClr val="2F2F2F"/>
                          </a:solidFill>
                          <a:effectLst/>
                          <a:latin typeface="Arial" panose="020B0604020202020204" pitchFamily="34" charset="0"/>
                        </a:rPr>
                      </a:br>
                      <a:r>
                        <a:rPr lang="es-MX" sz="1400" dirty="0">
                          <a:solidFill>
                            <a:srgbClr val="2F2F2F"/>
                          </a:solidFill>
                          <a:effectLst/>
                          <a:latin typeface="Arial" panose="020B0604020202020204" pitchFamily="34" charset="0"/>
                        </a:rPr>
                        <a:t>LA REPÚBLICA MEXICANA</a:t>
                      </a:r>
                      <a:br>
                        <a:rPr lang="es-MX" sz="1400" dirty="0">
                          <a:solidFill>
                            <a:srgbClr val="2F2F2F"/>
                          </a:solidFill>
                          <a:effectLst/>
                          <a:latin typeface="Arial" panose="020B0604020202020204" pitchFamily="34" charset="0"/>
                        </a:rPr>
                      </a:br>
                      <a:endParaRPr lang="es-MX" sz="1400" dirty="0">
                        <a:solidFill>
                          <a:srgbClr val="2F2F2F"/>
                        </a:solidFill>
                        <a:effectLst/>
                        <a:latin typeface="Arial" panose="020B0604020202020204" pitchFamily="34" charset="0"/>
                      </a:endParaRPr>
                    </a:p>
                    <a:p>
                      <a:pPr marL="0" marR="0" indent="182880" algn="just">
                        <a:spcBef>
                          <a:spcPts val="0"/>
                        </a:spcBef>
                        <a:spcAft>
                          <a:spcPts val="505"/>
                        </a:spcAft>
                      </a:pPr>
                      <a:r>
                        <a:rPr lang="es-MX" sz="1400" dirty="0">
                          <a:solidFill>
                            <a:srgbClr val="2F2F2F"/>
                          </a:solidFill>
                          <a:effectLst/>
                          <a:latin typeface="Arial" panose="020B0604020202020204" pitchFamily="34" charset="0"/>
                        </a:rPr>
                        <a:t>El Banco de México, con fundamento en los artículos 8o. de la Ley Monetaria de los Estados Unidos Mexicanos; 35 de la Ley del Banco de México, así como 8o. y 10 del Reglamento Interior del Banco de México, y según lo previsto en el Capítulo V del Título Tercero de su Circular 3/2012, informa que el tipo de cambio obtenido el día de </a:t>
                      </a:r>
                      <a:r>
                        <a:rPr lang="es-MX" sz="1400" dirty="0">
                          <a:solidFill>
                            <a:schemeClr val="accent6"/>
                          </a:solidFill>
                          <a:effectLst/>
                          <a:latin typeface="Arial" panose="020B0604020202020204" pitchFamily="34" charset="0"/>
                        </a:rPr>
                        <a:t>hoy</a:t>
                      </a:r>
                      <a:r>
                        <a:rPr lang="es-MX" sz="1400" dirty="0">
                          <a:solidFill>
                            <a:srgbClr val="2F2F2F"/>
                          </a:solidFill>
                          <a:effectLst/>
                          <a:latin typeface="Arial" panose="020B0604020202020204" pitchFamily="34" charset="0"/>
                        </a:rPr>
                        <a:t> fue de</a:t>
                      </a:r>
                      <a:r>
                        <a:rPr lang="es-ES" sz="1400" dirty="0">
                          <a:solidFill>
                            <a:srgbClr val="2F2F2F"/>
                          </a:solidFill>
                          <a:effectLst/>
                          <a:latin typeface="Arial" panose="020B0604020202020204" pitchFamily="34" charset="0"/>
                        </a:rPr>
                        <a:t> $19.8618 M.N. (diecinueve pesos con ocho mil seiscientos dieciocho diezmilésimos moneda nacional)</a:t>
                      </a:r>
                      <a:r>
                        <a:rPr lang="es-MX" sz="1400" dirty="0">
                          <a:solidFill>
                            <a:srgbClr val="2F2F2F"/>
                          </a:solidFill>
                          <a:effectLst/>
                          <a:latin typeface="Arial" panose="020B0604020202020204" pitchFamily="34" charset="0"/>
                        </a:rPr>
                        <a:t> por un dólar de los EE.UU.A.</a:t>
                      </a:r>
                    </a:p>
                    <a:p>
                      <a:pPr marL="0" marR="0" indent="182880" algn="just">
                        <a:spcBef>
                          <a:spcPts val="0"/>
                        </a:spcBef>
                        <a:spcAft>
                          <a:spcPts val="505"/>
                        </a:spcAft>
                      </a:pPr>
                      <a:r>
                        <a:rPr lang="es-MX" sz="1400" dirty="0">
                          <a:solidFill>
                            <a:srgbClr val="2F2F2F"/>
                          </a:solidFill>
                          <a:effectLst/>
                          <a:latin typeface="Arial" panose="020B0604020202020204" pitchFamily="34" charset="0"/>
                        </a:rPr>
                        <a:t>La equivalencia del peso mexicano con otras monedas extranjeras se calculará atendiendo a la cotización que rija para estas últimas contra el dólar de los EE.UU.A., en los mercados internacionales el día en que se haga el pago. Estas cotizaciones serán dadas a conocer, a solicitud de los interesados, por las instituciones de crédito del país.</a:t>
                      </a:r>
                    </a:p>
                    <a:p>
                      <a:pPr marL="0" marR="0" indent="182880" algn="just">
                        <a:spcBef>
                          <a:spcPts val="0"/>
                        </a:spcBef>
                        <a:spcAft>
                          <a:spcPts val="505"/>
                        </a:spcAft>
                      </a:pPr>
                      <a:r>
                        <a:rPr lang="es-MX" sz="1400" dirty="0">
                          <a:solidFill>
                            <a:srgbClr val="2F2F2F"/>
                          </a:solidFill>
                          <a:effectLst/>
                          <a:latin typeface="Arial" panose="020B0604020202020204" pitchFamily="34" charset="0"/>
                        </a:rPr>
                        <a:t>Atentamente,</a:t>
                      </a:r>
                    </a:p>
                    <a:p>
                      <a:pPr marL="0" marR="0" indent="182880" algn="just">
                        <a:spcBef>
                          <a:spcPts val="0"/>
                        </a:spcBef>
                        <a:spcAft>
                          <a:spcPts val="505"/>
                        </a:spcAft>
                      </a:pPr>
                      <a:r>
                        <a:rPr lang="es-MX" sz="1400" dirty="0">
                          <a:solidFill>
                            <a:srgbClr val="2F2F2F"/>
                          </a:solidFill>
                          <a:effectLst/>
                          <a:latin typeface="Arial" panose="020B0604020202020204" pitchFamily="34" charset="0"/>
                        </a:rPr>
                        <a:t>México, D.F., a </a:t>
                      </a:r>
                      <a:r>
                        <a:rPr lang="es-MX" sz="1400" dirty="0">
                          <a:solidFill>
                            <a:schemeClr val="accent6"/>
                          </a:solidFill>
                          <a:effectLst/>
                          <a:latin typeface="Arial" panose="020B0604020202020204" pitchFamily="34" charset="0"/>
                        </a:rPr>
                        <a:t>15 de agosto de 2022</a:t>
                      </a:r>
                      <a:r>
                        <a:rPr lang="es-MX" sz="1400" dirty="0">
                          <a:solidFill>
                            <a:srgbClr val="2F2F2F"/>
                          </a:solidFill>
                          <a:effectLst/>
                          <a:latin typeface="Arial" panose="020B0604020202020204" pitchFamily="34" charset="0"/>
                        </a:rPr>
                        <a:t>.- </a:t>
                      </a:r>
                      <a:r>
                        <a:rPr lang="es-ES" sz="1400" dirty="0">
                          <a:solidFill>
                            <a:srgbClr val="2F2F2F"/>
                          </a:solidFill>
                          <a:effectLst/>
                          <a:latin typeface="Arial" panose="020B0604020202020204" pitchFamily="34" charset="0"/>
                        </a:rPr>
                        <a:t>BANCO DE MÉXICO: Gerente de Disposiciones de Banca Central, Lic. Fabiola Andrea Tinoco Hernández.- Rúbrica.- Gerente de Operaciones Nacionales, Lic. Mayte Rico Fernández.- Rúbrica.</a:t>
                      </a:r>
                      <a:endParaRPr lang="es-MX" sz="1400" dirty="0">
                        <a:solidFill>
                          <a:srgbClr val="2F2F2F"/>
                        </a:solidFill>
                        <a:effectLst/>
                        <a:latin typeface="Arial" panose="020B0604020202020204" pitchFamily="34" charset="0"/>
                      </a:endParaRPr>
                    </a:p>
                  </a:txBody>
                  <a:tcPr marL="95250" marR="95250" marT="95250" marB="95250">
                    <a:lnL>
                      <a:noFill/>
                    </a:lnL>
                    <a:lnR>
                      <a:noFill/>
                    </a:lnR>
                    <a:lnT>
                      <a:noFill/>
                    </a:lnT>
                    <a:lnB>
                      <a:noFill/>
                    </a:lnB>
                    <a:solidFill>
                      <a:srgbClr val="FFFFFF"/>
                    </a:solidFill>
                  </a:tcPr>
                </a:tc>
                <a:extLst>
                  <a:ext uri="{0D108BD9-81ED-4DB2-BD59-A6C34878D82A}">
                    <a16:rowId xmlns:a16="http://schemas.microsoft.com/office/drawing/2014/main" val="10001"/>
                  </a:ext>
                </a:extLst>
              </a:tr>
            </a:tbl>
          </a:graphicData>
        </a:graphic>
      </p:graphicFrame>
      <p:cxnSp>
        <p:nvCxnSpPr>
          <p:cNvPr id="3" name="Straight Arrow Connector 2">
            <a:extLst>
              <a:ext uri="{FF2B5EF4-FFF2-40B4-BE49-F238E27FC236}">
                <a16:creationId xmlns:a16="http://schemas.microsoft.com/office/drawing/2014/main" id="{3681F5D2-F38C-44B1-9ABE-D2ACEE9A9D89}"/>
              </a:ext>
            </a:extLst>
          </p:cNvPr>
          <p:cNvCxnSpPr>
            <a:cxnSpLocks/>
          </p:cNvCxnSpPr>
          <p:nvPr/>
        </p:nvCxnSpPr>
        <p:spPr>
          <a:xfrm flipH="1">
            <a:off x="4457700" y="3811979"/>
            <a:ext cx="4187536" cy="127437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3C66CDD-1F2E-4DED-81E6-BB67D6F14F8D}"/>
              </a:ext>
            </a:extLst>
          </p:cNvPr>
          <p:cNvCxnSpPr>
            <a:cxnSpLocks/>
          </p:cNvCxnSpPr>
          <p:nvPr/>
        </p:nvCxnSpPr>
        <p:spPr>
          <a:xfrm flipV="1">
            <a:off x="3100388" y="2243138"/>
            <a:ext cx="3100387" cy="284321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922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Circular 3/2012 BANXICO</a:t>
            </a:r>
          </a:p>
        </p:txBody>
      </p:sp>
      <p:sp>
        <p:nvSpPr>
          <p:cNvPr id="3" name="2 Marcador de contenido"/>
          <p:cNvSpPr>
            <a:spLocks noGrp="1"/>
          </p:cNvSpPr>
          <p:nvPr>
            <p:ph idx="1"/>
          </p:nvPr>
        </p:nvSpPr>
        <p:spPr/>
        <p:txBody>
          <a:bodyPr>
            <a:normAutofit/>
          </a:bodyPr>
          <a:lstStyle/>
          <a:p>
            <a:r>
              <a:rPr lang="es-MX" b="1" dirty="0">
                <a:solidFill>
                  <a:srgbClr val="00B0F0"/>
                </a:solidFill>
              </a:rPr>
              <a:t>Tipo de cambio para solventar obligaciones denominadas en Dólares </a:t>
            </a:r>
            <a:endParaRPr lang="es-MX" dirty="0">
              <a:solidFill>
                <a:srgbClr val="00B0F0"/>
              </a:solidFill>
            </a:endParaRPr>
          </a:p>
          <a:p>
            <a:pPr lvl="1"/>
            <a:r>
              <a:rPr lang="es-MX" b="1" dirty="0"/>
              <a:t>Artículo 172.- </a:t>
            </a:r>
            <a:r>
              <a:rPr lang="es-MX" dirty="0"/>
              <a:t>Las obligaciones de pago denominadas en Dólares que se contraigan dentro o fuera de la República Mexicana para ser cumplidas en esta, se solventarán entregando el equivalente en moneda nacional </a:t>
            </a:r>
            <a:r>
              <a:rPr lang="es-MX" u="sng" dirty="0">
                <a:solidFill>
                  <a:srgbClr val="92D050"/>
                </a:solidFill>
              </a:rPr>
              <a:t>al tipo de cambio que el Banco de México publique en el Diario Oficial de la Federación el Día Hábil Bancario inmediato anterior a aquel en que se haga el pago. </a:t>
            </a:r>
          </a:p>
          <a:p>
            <a:pPr lvl="1"/>
            <a:r>
              <a:rPr lang="es-MX" dirty="0"/>
              <a:t>La equivalencia del peso mexicano con otras Monedas Extranjeras se calculará atendiendo a la cotización que rija para estas últimas contra el Dólar en los mercados internacionales el Día en que se haga el pago. Estas cotizaciones serán dadas a conocer por las Instituciones a solicitud de los interesados. </a:t>
            </a:r>
          </a:p>
        </p:txBody>
      </p:sp>
    </p:spTree>
    <p:extLst>
      <p:ext uri="{BB962C8B-B14F-4D97-AF65-F5344CB8AC3E}">
        <p14:creationId xmlns:p14="http://schemas.microsoft.com/office/powerpoint/2010/main" val="2406619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06581" y="106680"/>
            <a:ext cx="8031480" cy="6629400"/>
          </a:xfrm>
          <a:prstGeom prst="rect">
            <a:avLst/>
          </a:prstGeom>
        </p:spPr>
      </p:pic>
      <p:sp>
        <p:nvSpPr>
          <p:cNvPr id="3" name="Speech Bubble: Rectangle with Corners Rounded 2"/>
          <p:cNvSpPr/>
          <p:nvPr/>
        </p:nvSpPr>
        <p:spPr>
          <a:xfrm>
            <a:off x="8870869" y="2636322"/>
            <a:ext cx="2897578" cy="1876300"/>
          </a:xfrm>
          <a:prstGeom prst="wedgeRoundRectCallout">
            <a:avLst>
              <a:gd name="adj1" fmla="val -138456"/>
              <a:gd name="adj2" fmla="val 16789"/>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Las Operaciones se solventan al último tipo de cambio publicado el día anterior, con independencia de cuándo haya sido calculado</a:t>
            </a:r>
          </a:p>
        </p:txBody>
      </p:sp>
      <p:cxnSp>
        <p:nvCxnSpPr>
          <p:cNvPr id="5" name="Straight Arrow Connector 4">
            <a:extLst>
              <a:ext uri="{FF2B5EF4-FFF2-40B4-BE49-F238E27FC236}">
                <a16:creationId xmlns:a16="http://schemas.microsoft.com/office/drawing/2014/main" id="{207242E7-C2FD-43F4-9563-1F1A304A2993}"/>
              </a:ext>
            </a:extLst>
          </p:cNvPr>
          <p:cNvCxnSpPr>
            <a:cxnSpLocks/>
          </p:cNvCxnSpPr>
          <p:nvPr/>
        </p:nvCxnSpPr>
        <p:spPr>
          <a:xfrm flipV="1">
            <a:off x="4886326" y="4386263"/>
            <a:ext cx="342899" cy="126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14C8FBB-1FA8-4CBF-A916-A1873BCFA284}"/>
              </a:ext>
            </a:extLst>
          </p:cNvPr>
          <p:cNvCxnSpPr>
            <a:cxnSpLocks/>
          </p:cNvCxnSpPr>
          <p:nvPr/>
        </p:nvCxnSpPr>
        <p:spPr>
          <a:xfrm flipV="1">
            <a:off x="5590583" y="4186238"/>
            <a:ext cx="357186" cy="200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EDF55BD-F6DE-462D-9C59-C998234BA96C}"/>
              </a:ext>
            </a:extLst>
          </p:cNvPr>
          <p:cNvCxnSpPr>
            <a:cxnSpLocks/>
          </p:cNvCxnSpPr>
          <p:nvPr/>
        </p:nvCxnSpPr>
        <p:spPr>
          <a:xfrm flipV="1">
            <a:off x="5590583" y="4059880"/>
            <a:ext cx="357186" cy="326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9C8E071-E751-471F-AC99-FD2321BD2B02}"/>
              </a:ext>
            </a:extLst>
          </p:cNvPr>
          <p:cNvCxnSpPr>
            <a:cxnSpLocks/>
          </p:cNvCxnSpPr>
          <p:nvPr/>
        </p:nvCxnSpPr>
        <p:spPr>
          <a:xfrm flipV="1">
            <a:off x="5590583" y="3870343"/>
            <a:ext cx="357186" cy="515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4999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CBD1A-8FF6-437A-B837-C7B7A7DADB19}"/>
              </a:ext>
            </a:extLst>
          </p:cNvPr>
          <p:cNvSpPr>
            <a:spLocks noGrp="1"/>
          </p:cNvSpPr>
          <p:nvPr>
            <p:ph type="title"/>
          </p:nvPr>
        </p:nvSpPr>
        <p:spPr/>
        <p:txBody>
          <a:bodyPr>
            <a:normAutofit fontScale="90000"/>
          </a:bodyPr>
          <a:lstStyle/>
          <a:p>
            <a:r>
              <a:rPr lang="es-MX" dirty="0"/>
              <a:t>El tipo de cambio a utilizar es el del Diario Oficial anterior al día al que corresponde al cálculo.</a:t>
            </a:r>
          </a:p>
        </p:txBody>
      </p:sp>
      <p:graphicFrame>
        <p:nvGraphicFramePr>
          <p:cNvPr id="4" name="Content Placeholder 3">
            <a:extLst>
              <a:ext uri="{FF2B5EF4-FFF2-40B4-BE49-F238E27FC236}">
                <a16:creationId xmlns:a16="http://schemas.microsoft.com/office/drawing/2014/main" id="{DC2DE25F-39F2-47C4-A406-E391841737C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5738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Fondos de Inversión en Instrumentos de Deuda </a:t>
            </a:r>
            <a:r>
              <a:rPr lang="es-MX" sz="1800" dirty="0"/>
              <a:t>(LISR 8-Séptimo párrafo)</a:t>
            </a:r>
          </a:p>
        </p:txBody>
      </p:sp>
      <p:sp>
        <p:nvSpPr>
          <p:cNvPr id="3" name="Content Placeholder 2"/>
          <p:cNvSpPr>
            <a:spLocks noGrp="1"/>
          </p:cNvSpPr>
          <p:nvPr>
            <p:ph sz="half" idx="1"/>
          </p:nvPr>
        </p:nvSpPr>
        <p:spPr/>
        <p:txBody>
          <a:bodyPr>
            <a:normAutofit fontScale="92500"/>
          </a:bodyPr>
          <a:lstStyle/>
          <a:p>
            <a:r>
              <a:rPr lang="es-MX" dirty="0"/>
              <a:t>Se dará el tratamiento establecido en esta Ley para los intereses, a la ganancia proveniente de la enajenación de las acciones de los </a:t>
            </a:r>
            <a:r>
              <a:rPr lang="es-MX" dirty="0">
                <a:solidFill>
                  <a:schemeClr val="accent6"/>
                </a:solidFill>
              </a:rPr>
              <a:t>fondos de inversión en instrumentos de deuda</a:t>
            </a:r>
            <a:r>
              <a:rPr lang="es-MX" dirty="0"/>
              <a:t> a que se refiere la Ley de Fondos de Inversión.</a:t>
            </a:r>
          </a:p>
          <a:p>
            <a:endParaRPr lang="es-MX" dirty="0"/>
          </a:p>
        </p:txBody>
      </p:sp>
      <p:sp>
        <p:nvSpPr>
          <p:cNvPr id="4" name="Content Placeholder 3"/>
          <p:cNvSpPr>
            <a:spLocks noGrp="1"/>
          </p:cNvSpPr>
          <p:nvPr>
            <p:ph sz="half" idx="2"/>
          </p:nvPr>
        </p:nvSpPr>
        <p:spPr/>
        <p:txBody>
          <a:bodyPr>
            <a:normAutofit fontScale="92500"/>
          </a:bodyPr>
          <a:lstStyle/>
          <a:p>
            <a:r>
              <a:rPr lang="es-MX" dirty="0"/>
              <a:t>Los Fondos de Inversión en instrumentos de deuda obtienen sus ingresos por intereses.</a:t>
            </a:r>
          </a:p>
          <a:p>
            <a:endParaRPr lang="es-MX" dirty="0"/>
          </a:p>
          <a:p>
            <a:r>
              <a:rPr lang="es-MX" dirty="0"/>
              <a:t>Se pretende darles transparencia respecto a sus accionistas (inversionistas)</a:t>
            </a:r>
          </a:p>
          <a:p>
            <a:endParaRPr lang="es-MX" dirty="0"/>
          </a:p>
          <a:p>
            <a:r>
              <a:rPr lang="es-MX" dirty="0"/>
              <a:t>Cotizan en la BMV pero no tienen posturas de compra y de venta.</a:t>
            </a:r>
          </a:p>
        </p:txBody>
      </p:sp>
    </p:spTree>
    <p:extLst>
      <p:ext uri="{BB962C8B-B14F-4D97-AF65-F5344CB8AC3E}">
        <p14:creationId xmlns:p14="http://schemas.microsoft.com/office/powerpoint/2010/main" val="25321762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s-MX" dirty="0"/>
              <a:t>Los intereses en operaciones financieras dependen del tipo de operación</a:t>
            </a:r>
          </a:p>
        </p:txBody>
      </p:sp>
      <p:graphicFrame>
        <p:nvGraphicFramePr>
          <p:cNvPr id="7" name="Content Placeholder 6"/>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18284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Préstamos, Aportaciones y Aumentos de Capital en efectivo </a:t>
            </a:r>
            <a:r>
              <a:rPr lang="es-MX" sz="1800" dirty="0"/>
              <a:t>(LISR-18)</a:t>
            </a:r>
          </a:p>
        </p:txBody>
      </p:sp>
      <p:sp>
        <p:nvSpPr>
          <p:cNvPr id="3" name="Content Placeholder 2"/>
          <p:cNvSpPr>
            <a:spLocks noGrp="1"/>
          </p:cNvSpPr>
          <p:nvPr>
            <p:ph sz="half" idx="1"/>
          </p:nvPr>
        </p:nvSpPr>
        <p:spPr/>
        <p:txBody>
          <a:bodyPr>
            <a:normAutofit fontScale="77500" lnSpcReduction="20000"/>
          </a:bodyPr>
          <a:lstStyle/>
          <a:p>
            <a:pPr marL="0" indent="0">
              <a:buNone/>
            </a:pPr>
            <a:r>
              <a:rPr lang="es-MX" dirty="0"/>
              <a:t>XI. Las cantidades recibidas en </a:t>
            </a:r>
            <a:r>
              <a:rPr lang="es-MX" dirty="0">
                <a:solidFill>
                  <a:schemeClr val="accent6"/>
                </a:solidFill>
              </a:rPr>
              <a:t>efectivo</a:t>
            </a:r>
            <a:r>
              <a:rPr lang="es-MX" dirty="0"/>
              <a:t>, en moneda nacional o extranjera, por concepto de préstamos, aportaciones para futuros aumentos de capital o aumentos de capital mayores a $600,000.00, cuando no se cumpla con lo previsto en el artículo 76, fracción XVI de esta Ley.</a:t>
            </a:r>
          </a:p>
        </p:txBody>
      </p:sp>
      <p:sp>
        <p:nvSpPr>
          <p:cNvPr id="4" name="Content Placeholder 3"/>
          <p:cNvSpPr>
            <a:spLocks noGrp="1"/>
          </p:cNvSpPr>
          <p:nvPr>
            <p:ph sz="half" idx="2"/>
          </p:nvPr>
        </p:nvSpPr>
        <p:spPr>
          <a:xfrm>
            <a:off x="6172200" y="1825625"/>
            <a:ext cx="5181600" cy="3360738"/>
          </a:xfrm>
        </p:spPr>
        <p:txBody>
          <a:bodyPr>
            <a:normAutofit fontScale="77500" lnSpcReduction="20000"/>
          </a:bodyPr>
          <a:lstStyle/>
          <a:p>
            <a:r>
              <a:rPr lang="es-MX" dirty="0"/>
              <a:t>LISR-76-XVI: </a:t>
            </a:r>
            <a:r>
              <a:rPr lang="es-MX" dirty="0">
                <a:solidFill>
                  <a:schemeClr val="accent6"/>
                </a:solidFill>
              </a:rPr>
              <a:t>Informar</a:t>
            </a:r>
            <a:r>
              <a:rPr lang="es-MX" dirty="0"/>
              <a:t> a las autoridades fiscales, a través de los medios y formatos que para tal efecto señale el Servicio de Administración Tributaria mediante reglas de carácter general, de los préstamos, aportaciones para futuros aumentos de capital o aumentos de capital que reciban en efectivo, en moneda nacional o extranjera, </a:t>
            </a:r>
            <a:r>
              <a:rPr lang="es-MX" dirty="0">
                <a:solidFill>
                  <a:schemeClr val="accent6"/>
                </a:solidFill>
              </a:rPr>
              <a:t>mayores a $600,000.00</a:t>
            </a:r>
            <a:r>
              <a:rPr lang="es-MX" dirty="0"/>
              <a:t>, dentro de los quince días posteriores a aquél en el que se reciban las cantidades correspondientes.</a:t>
            </a:r>
          </a:p>
          <a:p>
            <a:endParaRPr lang="es-MX" dirty="0"/>
          </a:p>
        </p:txBody>
      </p:sp>
      <p:sp>
        <p:nvSpPr>
          <p:cNvPr id="5" name="TextBox 4">
            <a:extLst>
              <a:ext uri="{FF2B5EF4-FFF2-40B4-BE49-F238E27FC236}">
                <a16:creationId xmlns:a16="http://schemas.microsoft.com/office/drawing/2014/main" id="{9004AD9D-C11A-4A39-B242-998E1F8B3390}"/>
              </a:ext>
            </a:extLst>
          </p:cNvPr>
          <p:cNvSpPr txBox="1"/>
          <p:nvPr/>
        </p:nvSpPr>
        <p:spPr>
          <a:xfrm>
            <a:off x="1364456" y="4920560"/>
            <a:ext cx="9310687" cy="1384995"/>
          </a:xfrm>
          <a:prstGeom prst="rect">
            <a:avLst/>
          </a:prstGeom>
          <a:noFill/>
        </p:spPr>
        <p:txBody>
          <a:bodyPr wrap="square" rtlCol="0">
            <a:spAutoFit/>
          </a:bodyPr>
          <a:lstStyle/>
          <a:p>
            <a:pPr algn="ctr"/>
            <a:r>
              <a:rPr lang="es-MX" sz="2800" dirty="0">
                <a:solidFill>
                  <a:srgbClr val="FF0000"/>
                </a:solidFill>
              </a:rPr>
              <a:t>No obstante de no ser una modificación patrimonial positiva (ingreso), puede existir la obligación de acumularlos como medida de control (fines parafiscales)</a:t>
            </a:r>
          </a:p>
        </p:txBody>
      </p:sp>
    </p:spTree>
    <p:extLst>
      <p:ext uri="{BB962C8B-B14F-4D97-AF65-F5344CB8AC3E}">
        <p14:creationId xmlns:p14="http://schemas.microsoft.com/office/powerpoint/2010/main" val="344863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Ingresos Acumulables </a:t>
            </a:r>
            <a:r>
              <a:rPr lang="es-MX" sz="1800" dirty="0"/>
              <a:t>(LISR-18)</a:t>
            </a:r>
          </a:p>
        </p:txBody>
      </p:sp>
      <p:sp>
        <p:nvSpPr>
          <p:cNvPr id="3" name="Content Placeholder 2"/>
          <p:cNvSpPr>
            <a:spLocks noGrp="1"/>
          </p:cNvSpPr>
          <p:nvPr>
            <p:ph sz="half" idx="1"/>
          </p:nvPr>
        </p:nvSpPr>
        <p:spPr/>
        <p:txBody>
          <a:bodyPr>
            <a:normAutofit fontScale="92500" lnSpcReduction="20000"/>
          </a:bodyPr>
          <a:lstStyle/>
          <a:p>
            <a:pPr marL="0" indent="0">
              <a:buNone/>
            </a:pPr>
            <a:r>
              <a:rPr lang="es-MX" dirty="0"/>
              <a:t>X. El ajuste anual por inflación que resulte acumulable en los términos del artículo 44 de esta Ley.</a:t>
            </a:r>
          </a:p>
        </p:txBody>
      </p:sp>
      <p:sp>
        <p:nvSpPr>
          <p:cNvPr id="4" name="Content Placeholder 3"/>
          <p:cNvSpPr>
            <a:spLocks noGrp="1"/>
          </p:cNvSpPr>
          <p:nvPr>
            <p:ph sz="half" idx="2"/>
          </p:nvPr>
        </p:nvSpPr>
        <p:spPr/>
        <p:txBody>
          <a:bodyPr>
            <a:normAutofit fontScale="92500" lnSpcReduction="20000"/>
          </a:bodyPr>
          <a:lstStyle/>
          <a:p>
            <a:r>
              <a:rPr lang="es-MX" dirty="0"/>
              <a:t>LISR 16: El ajuste anual por inflación acumulable es el ingreso que obtienen los contribuyentes por la disminución </a:t>
            </a:r>
            <a:r>
              <a:rPr lang="es-MX" dirty="0">
                <a:solidFill>
                  <a:schemeClr val="accent6"/>
                </a:solidFill>
              </a:rPr>
              <a:t>real</a:t>
            </a:r>
            <a:r>
              <a:rPr lang="es-MX" dirty="0"/>
              <a:t> de sus deudas.</a:t>
            </a:r>
          </a:p>
          <a:p>
            <a:endParaRPr lang="es-MX" dirty="0"/>
          </a:p>
          <a:p>
            <a:r>
              <a:rPr lang="es-MX" dirty="0"/>
              <a:t>LISR 44-II: Cuando el saldo promedio anual de las deudas sea </a:t>
            </a:r>
            <a:r>
              <a:rPr lang="es-MX" dirty="0">
                <a:solidFill>
                  <a:schemeClr val="accent6"/>
                </a:solidFill>
              </a:rPr>
              <a:t>mayor</a:t>
            </a:r>
            <a:r>
              <a:rPr lang="es-MX" dirty="0"/>
              <a:t> que el saldo promedio anual de los créditos, la diferencia se multiplicará por el factor de ajuste anual y el resultado será el ajuste anual por inflación acumulable.</a:t>
            </a:r>
          </a:p>
        </p:txBody>
      </p:sp>
    </p:spTree>
    <p:extLst>
      <p:ext uri="{BB962C8B-B14F-4D97-AF65-F5344CB8AC3E}">
        <p14:creationId xmlns:p14="http://schemas.microsoft.com/office/powerpoint/2010/main" val="27181204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MX" dirty="0"/>
              <a:t>El Ajuste Anual por Inflación puede ser Acumulable o Deducible</a:t>
            </a:r>
          </a:p>
        </p:txBody>
      </p:sp>
      <p:graphicFrame>
        <p:nvGraphicFramePr>
          <p:cNvPr id="11" name="Content Placeholder 10"/>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2" name="Content Placeholder 11"/>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845791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Los Créditos y Deudas deben ser partidas en numerario (monetarias)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3947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Cancelación de créditos y deudas</a:t>
            </a:r>
          </a:p>
        </p:txBody>
      </p:sp>
      <p:sp>
        <p:nvSpPr>
          <p:cNvPr id="3" name="Content Placeholder 2"/>
          <p:cNvSpPr>
            <a:spLocks noGrp="1"/>
          </p:cNvSpPr>
          <p:nvPr>
            <p:ph sz="half" idx="1"/>
          </p:nvPr>
        </p:nvSpPr>
        <p:spPr/>
        <p:txBody>
          <a:bodyPr>
            <a:normAutofit/>
          </a:bodyPr>
          <a:lstStyle/>
          <a:p>
            <a:r>
              <a:rPr lang="es-MX" dirty="0"/>
              <a:t>En el caso de la cancelación de la operación que dio lugar al </a:t>
            </a:r>
            <a:r>
              <a:rPr lang="es-MX" dirty="0">
                <a:solidFill>
                  <a:schemeClr val="accent6"/>
                </a:solidFill>
              </a:rPr>
              <a:t>crédito</a:t>
            </a:r>
            <a:r>
              <a:rPr lang="es-MX" dirty="0"/>
              <a:t>, se cancelará la parte del ajuste anual por inflación que le corresponda a dicho crédito, en los términos que establezca el Reglamento de esta Ley, siempre que se trate de créditos que se hubiesen considerado para dicho ajuste. </a:t>
            </a:r>
            <a:r>
              <a:rPr lang="es-MX" sz="1800" dirty="0"/>
              <a:t>(LISR 45-Último párrafo)</a:t>
            </a:r>
          </a:p>
          <a:p>
            <a:endParaRPr lang="es-MX" dirty="0"/>
          </a:p>
        </p:txBody>
      </p:sp>
      <p:sp>
        <p:nvSpPr>
          <p:cNvPr id="4" name="Content Placeholder 3"/>
          <p:cNvSpPr>
            <a:spLocks noGrp="1"/>
          </p:cNvSpPr>
          <p:nvPr>
            <p:ph sz="half" idx="2"/>
          </p:nvPr>
        </p:nvSpPr>
        <p:spPr/>
        <p:txBody>
          <a:bodyPr>
            <a:normAutofit/>
          </a:bodyPr>
          <a:lstStyle/>
          <a:p>
            <a:r>
              <a:rPr lang="es-MX" dirty="0"/>
              <a:t>En el caso de la cancelación de una operación de la cual deriva una </a:t>
            </a:r>
            <a:r>
              <a:rPr lang="es-MX" dirty="0">
                <a:solidFill>
                  <a:schemeClr val="accent6"/>
                </a:solidFill>
              </a:rPr>
              <a:t>deuda</a:t>
            </a:r>
            <a:r>
              <a:rPr lang="es-MX" dirty="0"/>
              <a:t>, se cancelará la parte del ajuste anual por inflación que le corresponda a dicha deuda, en los términos que establezca el Reglamento de esta Ley, siempre que se trate de deudas que se hubiesen considerado para dicho ajuste. </a:t>
            </a:r>
            <a:r>
              <a:rPr lang="es-MX" sz="1800" dirty="0"/>
              <a:t>(LISR 46-Último párrafo)</a:t>
            </a:r>
          </a:p>
          <a:p>
            <a:endParaRPr lang="es-MX" dirty="0"/>
          </a:p>
        </p:txBody>
      </p:sp>
    </p:spTree>
    <p:extLst>
      <p:ext uri="{BB962C8B-B14F-4D97-AF65-F5344CB8AC3E}">
        <p14:creationId xmlns:p14="http://schemas.microsoft.com/office/powerpoint/2010/main" val="37284770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4402</Words>
  <Application>Microsoft Office PowerPoint</Application>
  <PresentationFormat>Panorámica</PresentationFormat>
  <Paragraphs>348</Paragraphs>
  <Slides>39</Slides>
  <Notes>38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39</vt:i4>
      </vt:variant>
    </vt:vector>
  </HeadingPairs>
  <TitlesOfParts>
    <vt:vector size="43" baseType="lpstr">
      <vt:lpstr>Arial</vt:lpstr>
      <vt:lpstr>Calibri</vt:lpstr>
      <vt:lpstr>Calibri Light</vt:lpstr>
      <vt:lpstr>Tema de Office</vt:lpstr>
      <vt:lpstr>3. Los Ingresos Acumulables</vt:lpstr>
      <vt:lpstr>Arrendamiento Financiero (LISR 17)</vt:lpstr>
      <vt:lpstr>Deudas no pagadas (LISR 17)</vt:lpstr>
      <vt:lpstr>Ingresos Acumulables (LISR 18)</vt:lpstr>
      <vt:lpstr>Ingresos Presuntos (LISR 18)</vt:lpstr>
      <vt:lpstr>Pagos en especie (LISR 18)</vt:lpstr>
      <vt:lpstr>Instalaciones en arrendamiento (LISR 18)</vt:lpstr>
      <vt:lpstr>Enajenación de Activos y otras operaciones  (LISR 18)</vt:lpstr>
      <vt:lpstr>El ingreso acumulable es la ganancia, no el precio o valor de la enajenación</vt:lpstr>
      <vt:lpstr>Enajenación de Terrenos y Otros Bienes (LISR 19)</vt:lpstr>
      <vt:lpstr>Los Terrenos no se consideran activos fijos para fines fiscales</vt:lpstr>
      <vt:lpstr>El MOI de los activos “no monetarios”, distintos de inventarios, acciones y activos fijos, se actualizan por inflación </vt:lpstr>
      <vt:lpstr>El ajuste por inflación no es obligatorio</vt:lpstr>
      <vt:lpstr>La actualización se hace al mes anterior al de la enajenación</vt:lpstr>
      <vt:lpstr>Recuperación de incobrables (LISR 18)</vt:lpstr>
      <vt:lpstr>Recuperación de Seguros (LISR 18)</vt:lpstr>
      <vt:lpstr>Seguros Hombre Clave (LISR 18)</vt:lpstr>
      <vt:lpstr>Gastos de Terceros (LISR 18)</vt:lpstr>
      <vt:lpstr>Intereses (LISR 18)</vt:lpstr>
      <vt:lpstr>Los intereses se acumulan conforme se devengan, excepto algunos moratorios</vt:lpstr>
      <vt:lpstr>El concepto de “interés” es amplio</vt:lpstr>
      <vt:lpstr>Los intereses se definen como los rendimientos de créditos de cualquier clase (LISR 8-Primer párrafo)</vt:lpstr>
      <vt:lpstr>Conceptos considerados como intereses (LISR 8-Segundo, Tercero, Cuarto y Quinto párrafos)</vt:lpstr>
      <vt:lpstr>Conceptos tratados como intereses (LISR 8-Sexto y Séptimo párrafos; LISR 20-Cuarto Párrafo)</vt:lpstr>
      <vt:lpstr>Concepto de Intereses (LISR 8-Primer párrafo)</vt:lpstr>
      <vt:lpstr>Arrendamiento Financiero (LISR 8-Tercer párrafo)</vt:lpstr>
      <vt:lpstr>Ajustes por Índices y Otros (LISR 8-Quinto párrafo)</vt:lpstr>
      <vt:lpstr>Fluctuación Cambiaria (LISR 8-Sexto párrafo)</vt:lpstr>
      <vt:lpstr>El tipo de cambio publicado corresponde generalmente al día anterior</vt:lpstr>
      <vt:lpstr>Circular 3/2012 BANXICO</vt:lpstr>
      <vt:lpstr>Presentación de PowerPoint</vt:lpstr>
      <vt:lpstr>El tipo de cambio a utilizar es el del Diario Oficial anterior al día al que corresponde al cálculo.</vt:lpstr>
      <vt:lpstr>Fondos de Inversión en Instrumentos de Deuda (LISR 8-Séptimo párrafo)</vt:lpstr>
      <vt:lpstr>Los intereses en operaciones financieras dependen del tipo de operación</vt:lpstr>
      <vt:lpstr>Préstamos, Aportaciones y Aumentos de Capital en efectivo (LISR-18)</vt:lpstr>
      <vt:lpstr>Ingresos Acumulables (LISR-18)</vt:lpstr>
      <vt:lpstr>El Ajuste Anual por Inflación puede ser Acumulable o Deducible</vt:lpstr>
      <vt:lpstr>Los Créditos y Deudas deben ser partidas en numerario (monetarias)</vt:lpstr>
      <vt:lpstr>Cancelación de créditos y deudas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Área de Oportunidad</dc:title>
  <dc:creator>Jaime De Leon R.</dc:creator>
  <cp:lastModifiedBy>Chevez Ruiz Zamarripa</cp:lastModifiedBy>
  <cp:revision>6</cp:revision>
  <dcterms:created xsi:type="dcterms:W3CDTF">2022-06-10T16:01:17Z</dcterms:created>
  <dcterms:modified xsi:type="dcterms:W3CDTF">2026-01-22T05:40:06Z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37ea1f-2c5d-459d-abec-9c12fc11b92c_Enabled">
    <vt:lpwstr>true</vt:lpwstr>
  </property>
  <property fmtid="{D5CDD505-2E9C-101B-9397-08002B2CF9AE}" pid="3" name="MSIP_Label_d537ea1f-2c5d-459d-abec-9c12fc11b92c_SetDate">
    <vt:lpwstr>2024-09-11T19:48:15Z</vt:lpwstr>
  </property>
  <property fmtid="{D5CDD505-2E9C-101B-9397-08002B2CF9AE}" pid="4" name="MSIP_Label_d537ea1f-2c5d-459d-abec-9c12fc11b92c_Method">
    <vt:lpwstr>Privileged</vt:lpwstr>
  </property>
  <property fmtid="{D5CDD505-2E9C-101B-9397-08002B2CF9AE}" pid="5" name="MSIP_Label_d537ea1f-2c5d-459d-abec-9c12fc11b92c_Name">
    <vt:lpwstr>General</vt:lpwstr>
  </property>
  <property fmtid="{D5CDD505-2E9C-101B-9397-08002B2CF9AE}" pid="6" name="MSIP_Label_d537ea1f-2c5d-459d-abec-9c12fc11b92c_SiteId">
    <vt:lpwstr>5a3c2a26-df13-4524-9df2-07d9a4d4a7d0</vt:lpwstr>
  </property>
  <property fmtid="{D5CDD505-2E9C-101B-9397-08002B2CF9AE}" pid="7" name="MSIP_Label_d537ea1f-2c5d-459d-abec-9c12fc11b92c_ActionId">
    <vt:lpwstr>8dbc8b15-e698-448c-8ae4-ce6e05993e9a</vt:lpwstr>
  </property>
  <property fmtid="{D5CDD505-2E9C-101B-9397-08002B2CF9AE}" pid="8" name="MSIP_Label_d537ea1f-2c5d-459d-abec-9c12fc11b92c_ContentBits">
    <vt:lpwstr>0</vt:lpwstr>
  </property>
</Properties>
</file>