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5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tags/tag28.xml" ContentType="application/vnd.openxmlformats-officedocument.presentationml.tags+xml"/>
  <Override PartName="/ppt/notesSlides/notesSlide29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tags/tag29.xml" ContentType="application/vnd.openxmlformats-officedocument.presentationml.tags+xml"/>
  <Override PartName="/ppt/notesSlides/notesSlide30.xml" ContentType="application/vnd.openxmlformats-officedocument.presentationml.notesSlide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tags/tag30.xml" ContentType="application/vnd.openxmlformats-officedocument.presentationml.tags+xml"/>
  <Override PartName="/ppt/notesSlides/notesSlide31.xml" ContentType="application/vnd.openxmlformats-officedocument.presentationml.notesSlide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tags/tag31.xml" ContentType="application/vnd.openxmlformats-officedocument.presentationml.tags+xml"/>
  <Override PartName="/ppt/notesSlides/notesSlide32.xml" ContentType="application/vnd.openxmlformats-officedocument.presentationml.notesSlide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tags/tag32.xml" ContentType="application/vnd.openxmlformats-officedocument.presentationml.tags+xml"/>
  <Override PartName="/ppt/notesSlides/notesSlide33.xml" ContentType="application/vnd.openxmlformats-officedocument.presentationml.notesSlide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tags/tag33.xml" ContentType="application/vnd.openxmlformats-officedocument.presentationml.tags+xml"/>
  <Override PartName="/ppt/notesSlides/notesSlide34.xml" ContentType="application/vnd.openxmlformats-officedocument.presentationml.notesSlide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tags/tag34.xml" ContentType="application/vnd.openxmlformats-officedocument.presentationml.tags+xml"/>
  <Override PartName="/ppt/notesSlides/notesSlide35.xml" ContentType="application/vnd.openxmlformats-officedocument.presentationml.notesSlide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tags/tag35.xml" ContentType="application/vnd.openxmlformats-officedocument.presentationml.tags+xml"/>
  <Override PartName="/ppt/notesSlides/notesSlide36.xml" ContentType="application/vnd.openxmlformats-officedocument.presentationml.notesSlide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tags/tag36.xml" ContentType="application/vnd.openxmlformats-officedocument.presentationml.tags+xml"/>
  <Override PartName="/ppt/notesSlides/notesSlide37.xml" ContentType="application/vnd.openxmlformats-officedocument.presentationml.notesSlide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tags/tag37.xml" ContentType="application/vnd.openxmlformats-officedocument.presentationml.tags+xml"/>
  <Override PartName="/ppt/notesSlides/notesSlide38.xml" ContentType="application/vnd.openxmlformats-officedocument.presentationml.notesSlide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tags/tag38.xml" ContentType="application/vnd.openxmlformats-officedocument.presentationml.tags+xml"/>
  <Override PartName="/ppt/notesSlides/notesSlide39.xml" ContentType="application/vnd.openxmlformats-officedocument.presentationml.notesSlide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tags/tag39.xml" ContentType="application/vnd.openxmlformats-officedocument.presentationml.tags+xml"/>
  <Override PartName="/ppt/notesSlides/notesSlide40.xml" ContentType="application/vnd.openxmlformats-officedocument.presentationml.notesSlide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tags/tag40.xml" ContentType="application/vnd.openxmlformats-officedocument.presentationml.tags+xml"/>
  <Override PartName="/ppt/notesSlides/notesSlide41.xml" ContentType="application/vnd.openxmlformats-officedocument.presentationml.notesSlide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tags/tag41.xml" ContentType="application/vnd.openxmlformats-officedocument.presentationml.tags+xml"/>
  <Override PartName="/ppt/notesSlides/notesSlide42.xml" ContentType="application/vnd.openxmlformats-officedocument.presentationml.notesSlide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tags/tag42.xml" ContentType="application/vnd.openxmlformats-officedocument.presentationml.tags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482" r:id="rId2"/>
    <p:sldId id="294" r:id="rId3"/>
    <p:sldId id="852" r:id="rId4"/>
    <p:sldId id="853" r:id="rId5"/>
    <p:sldId id="854" r:id="rId6"/>
    <p:sldId id="1082" r:id="rId7"/>
    <p:sldId id="859" r:id="rId8"/>
    <p:sldId id="856" r:id="rId9"/>
    <p:sldId id="857" r:id="rId10"/>
    <p:sldId id="858" r:id="rId11"/>
    <p:sldId id="860" r:id="rId12"/>
    <p:sldId id="861" r:id="rId13"/>
    <p:sldId id="862" r:id="rId14"/>
    <p:sldId id="863" r:id="rId15"/>
    <p:sldId id="864" r:id="rId16"/>
    <p:sldId id="865" r:id="rId17"/>
    <p:sldId id="867" r:id="rId18"/>
    <p:sldId id="866" r:id="rId19"/>
    <p:sldId id="1061" r:id="rId20"/>
    <p:sldId id="869" r:id="rId21"/>
    <p:sldId id="870" r:id="rId22"/>
    <p:sldId id="887" r:id="rId23"/>
    <p:sldId id="871" r:id="rId24"/>
    <p:sldId id="872" r:id="rId25"/>
    <p:sldId id="873" r:id="rId26"/>
    <p:sldId id="874" r:id="rId27"/>
    <p:sldId id="878" r:id="rId28"/>
    <p:sldId id="880" r:id="rId29"/>
    <p:sldId id="881" r:id="rId30"/>
    <p:sldId id="882" r:id="rId31"/>
    <p:sldId id="883" r:id="rId32"/>
    <p:sldId id="884" r:id="rId33"/>
    <p:sldId id="879" r:id="rId34"/>
    <p:sldId id="885" r:id="rId35"/>
    <p:sldId id="886" r:id="rId36"/>
    <p:sldId id="903" r:id="rId37"/>
    <p:sldId id="904" r:id="rId38"/>
    <p:sldId id="905" r:id="rId39"/>
    <p:sldId id="906" r:id="rId40"/>
    <p:sldId id="907" r:id="rId41"/>
    <p:sldId id="1173" r:id="rId42"/>
    <p:sldId id="1174" r:id="rId43"/>
    <p:sldId id="1175" r:id="rId44"/>
    <p:sldId id="1085" r:id="rId45"/>
    <p:sldId id="1086" r:id="rId4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1D7218-B90E-4FE7-9059-6757067B6994}" v="9" dt="2025-02-05T05:21:36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76" d="100"/>
          <a:sy n="7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De Leon R." userId="6107559c-c399-4371-a23a-d124d3599f82" providerId="ADAL" clId="{209CAA2E-15B9-4037-BE4A-C48DF030809B}"/>
    <pc:docChg chg="undo redo custSel addSld delSld modSld">
      <pc:chgData name="Jaime De Leon R." userId="6107559c-c399-4371-a23a-d124d3599f82" providerId="ADAL" clId="{209CAA2E-15B9-4037-BE4A-C48DF030809B}" dt="2022-06-18T13:58:43.391" v="2976" actId="20577"/>
      <pc:docMkLst>
        <pc:docMk/>
      </pc:docMkLst>
      <pc:sldChg chg="del">
        <pc:chgData name="Jaime De Leon R." userId="6107559c-c399-4371-a23a-d124d3599f82" providerId="ADAL" clId="{209CAA2E-15B9-4037-BE4A-C48DF030809B}" dt="2022-06-18T13:16:39.652" v="0" actId="47"/>
        <pc:sldMkLst>
          <pc:docMk/>
          <pc:sldMk cId="3632386445" sldId="344"/>
        </pc:sldMkLst>
      </pc:sldChg>
      <pc:sldChg chg="modSp mod">
        <pc:chgData name="Jaime De Leon R." userId="6107559c-c399-4371-a23a-d124d3599f82" providerId="ADAL" clId="{209CAA2E-15B9-4037-BE4A-C48DF030809B}" dt="2022-06-18T13:30:13.392" v="894"/>
        <pc:sldMkLst>
          <pc:docMk/>
          <pc:sldMk cId="2585019895" sldId="346"/>
        </pc:sldMkLst>
      </pc:sldChg>
      <pc:sldChg chg="del">
        <pc:chgData name="Jaime De Leon R." userId="6107559c-c399-4371-a23a-d124d3599f82" providerId="ADAL" clId="{209CAA2E-15B9-4037-BE4A-C48DF030809B}" dt="2022-06-18T13:16:39.652" v="0" actId="47"/>
        <pc:sldMkLst>
          <pc:docMk/>
          <pc:sldMk cId="2100704877" sldId="347"/>
        </pc:sldMkLst>
      </pc:sldChg>
      <pc:sldChg chg="modSp add mod">
        <pc:chgData name="Jaime De Leon R." userId="6107559c-c399-4371-a23a-d124d3599f82" providerId="ADAL" clId="{209CAA2E-15B9-4037-BE4A-C48DF030809B}" dt="2022-06-18T13:44:16.533" v="1705" actId="20577"/>
        <pc:sldMkLst>
          <pc:docMk/>
          <pc:sldMk cId="4222435848" sldId="347"/>
        </pc:sldMkLst>
      </pc:sldChg>
      <pc:sldChg chg="modSp add mod">
        <pc:chgData name="Jaime De Leon R." userId="6107559c-c399-4371-a23a-d124d3599f82" providerId="ADAL" clId="{209CAA2E-15B9-4037-BE4A-C48DF030809B}" dt="2022-06-18T13:48:20.015" v="2163" actId="20577"/>
        <pc:sldMkLst>
          <pc:docMk/>
          <pc:sldMk cId="3298429581" sldId="348"/>
        </pc:sldMkLst>
      </pc:sldChg>
      <pc:sldChg chg="modSp add mod">
        <pc:chgData name="Jaime De Leon R." userId="6107559c-c399-4371-a23a-d124d3599f82" providerId="ADAL" clId="{209CAA2E-15B9-4037-BE4A-C48DF030809B}" dt="2022-06-18T13:52:21.430" v="2204" actId="20577"/>
        <pc:sldMkLst>
          <pc:docMk/>
          <pc:sldMk cId="2351589384" sldId="349"/>
        </pc:sldMkLst>
      </pc:sldChg>
      <pc:sldChg chg="modSp add mod">
        <pc:chgData name="Jaime De Leon R." userId="6107559c-c399-4371-a23a-d124d3599f82" providerId="ADAL" clId="{209CAA2E-15B9-4037-BE4A-C48DF030809B}" dt="2022-06-18T13:58:43.391" v="2976" actId="20577"/>
        <pc:sldMkLst>
          <pc:docMk/>
          <pc:sldMk cId="3039340584" sldId="350"/>
        </pc:sldMkLst>
      </pc:sldChg>
      <pc:sldChg chg="modSp add mod">
        <pc:chgData name="Jaime De Leon R." userId="6107559c-c399-4371-a23a-d124d3599f82" providerId="ADAL" clId="{209CAA2E-15B9-4037-BE4A-C48DF030809B}" dt="2022-06-18T13:57:37.414" v="2920" actId="20577"/>
        <pc:sldMkLst>
          <pc:docMk/>
          <pc:sldMk cId="1753269166" sldId="351"/>
        </pc:sldMkLst>
      </pc:sldChg>
    </pc:docChg>
  </pc:docChgLst>
  <pc:docChgLst>
    <pc:chgData name="Jaime De Leon R." userId="6107559c-c399-4371-a23a-d124d3599f82" providerId="ADAL" clId="{624DAD03-7EA8-480C-BE9E-52E579F4DA96}"/>
    <pc:docChg chg="undo redo custSel addSld delSld modSld sldOrd modMainMaster modSection">
      <pc:chgData name="Jaime De Leon R." userId="6107559c-c399-4371-a23a-d124d3599f82" providerId="ADAL" clId="{624DAD03-7EA8-480C-BE9E-52E579F4DA96}" dt="2023-01-09T01:36:45.921" v="7008" actId="20577"/>
      <pc:docMkLst>
        <pc:docMk/>
      </pc:docMkLst>
      <pc:sldChg chg="modSp add mod">
        <pc:chgData name="Jaime De Leon R." userId="6107559c-c399-4371-a23a-d124d3599f82" providerId="ADAL" clId="{624DAD03-7EA8-480C-BE9E-52E579F4DA96}" dt="2022-08-14T21:57:04.907" v="2184" actId="20577"/>
        <pc:sldMkLst>
          <pc:docMk/>
          <pc:sldMk cId="3241727980" sldId="262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2922173833" sldId="265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4145090948" sldId="266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1566961134" sldId="267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3795566268" sldId="268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870438126" sldId="269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3425818223" sldId="270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1688606035" sldId="271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1254463813" sldId="272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4161700530" sldId="273"/>
        </pc:sldMkLst>
      </pc:sldChg>
      <pc:sldChg chg="modSp add mod">
        <pc:chgData name="Jaime De Leon R." userId="6107559c-c399-4371-a23a-d124d3599f82" providerId="ADAL" clId="{624DAD03-7EA8-480C-BE9E-52E579F4DA96}" dt="2022-08-17T01:35:19.841" v="2745" actId="108"/>
        <pc:sldMkLst>
          <pc:docMk/>
          <pc:sldMk cId="4223697094" sldId="27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3355870206" sldId="278"/>
        </pc:sldMkLst>
      </pc:sldChg>
      <pc:sldChg chg="add del">
        <pc:chgData name="Jaime De Leon R." userId="6107559c-c399-4371-a23a-d124d3599f82" providerId="ADAL" clId="{624DAD03-7EA8-480C-BE9E-52E579F4DA96}" dt="2022-08-17T01:37:34.927" v="2751" actId="47"/>
        <pc:sldMkLst>
          <pc:docMk/>
          <pc:sldMk cId="65750298" sldId="279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287824539" sldId="281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289937686" sldId="282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074402129" sldId="283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3910813914" sldId="284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3447105805" sldId="285"/>
        </pc:sldMkLst>
      </pc:sldChg>
      <pc:sldChg chg="modSp add mod">
        <pc:chgData name="Jaime De Leon R." userId="6107559c-c399-4371-a23a-d124d3599f82" providerId="ADAL" clId="{624DAD03-7EA8-480C-BE9E-52E579F4DA96}" dt="2022-08-17T01:35:50.166" v="2748" actId="120"/>
        <pc:sldMkLst>
          <pc:docMk/>
          <pc:sldMk cId="2144196958" sldId="286"/>
        </pc:sldMkLst>
      </pc:sldChg>
      <pc:sldChg chg="modSp add mod">
        <pc:chgData name="Jaime De Leon R." userId="6107559c-c399-4371-a23a-d124d3599f82" providerId="ADAL" clId="{624DAD03-7EA8-480C-BE9E-52E579F4DA96}" dt="2022-08-17T01:37:17.082" v="2750" actId="108"/>
        <pc:sldMkLst>
          <pc:docMk/>
          <pc:sldMk cId="386966100" sldId="28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49950726" sldId="289"/>
        </pc:sldMkLst>
      </pc:sldChg>
      <pc:sldChg chg="modSp add mod">
        <pc:chgData name="Jaime De Leon R." userId="6107559c-c399-4371-a23a-d124d3599f82" providerId="ADAL" clId="{624DAD03-7EA8-480C-BE9E-52E579F4DA96}" dt="2022-08-17T01:39:28.011" v="2814" actId="6549"/>
        <pc:sldMkLst>
          <pc:docMk/>
          <pc:sldMk cId="3653561584" sldId="290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695483299" sldId="291"/>
        </pc:sldMkLst>
      </pc:sldChg>
      <pc:sldChg chg="modSp add mod">
        <pc:chgData name="Jaime De Leon R." userId="6107559c-c399-4371-a23a-d124d3599f82" providerId="ADAL" clId="{624DAD03-7EA8-480C-BE9E-52E579F4DA96}" dt="2022-08-31T02:58:43.352" v="4036" actId="20577"/>
        <pc:sldMkLst>
          <pc:docMk/>
          <pc:sldMk cId="2563003898" sldId="292"/>
        </pc:sldMkLst>
      </pc:sldChg>
      <pc:sldChg chg="delSp modSp add mod">
        <pc:chgData name="Jaime De Leon R." userId="6107559c-c399-4371-a23a-d124d3599f82" providerId="ADAL" clId="{624DAD03-7EA8-480C-BE9E-52E579F4DA96}" dt="2022-08-17T02:05:38.164" v="3773" actId="14100"/>
        <pc:sldMkLst>
          <pc:docMk/>
          <pc:sldMk cId="4035005942" sldId="293"/>
        </pc:sldMkLst>
      </pc:sldChg>
      <pc:sldChg chg="add">
        <pc:chgData name="Jaime De Leon R." userId="6107559c-c399-4371-a23a-d124d3599f82" providerId="ADAL" clId="{624DAD03-7EA8-480C-BE9E-52E579F4DA96}" dt="2022-09-03T23:33:17.659" v="4101"/>
        <pc:sldMkLst>
          <pc:docMk/>
          <pc:sldMk cId="999959553" sldId="294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616470979" sldId="300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2865739838" sldId="301"/>
        </pc:sldMkLst>
      </pc:sldChg>
      <pc:sldChg chg="add del">
        <pc:chgData name="Jaime De Leon R." userId="6107559c-c399-4371-a23a-d124d3599f82" providerId="ADAL" clId="{624DAD03-7EA8-480C-BE9E-52E579F4DA96}" dt="2022-08-17T01:42:14.297" v="2858" actId="47"/>
        <pc:sldMkLst>
          <pc:docMk/>
          <pc:sldMk cId="528645849" sldId="302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2382471733" sldId="303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367535930" sldId="304"/>
        </pc:sldMkLst>
      </pc:sldChg>
      <pc:sldChg chg="add del">
        <pc:chgData name="Jaime De Leon R." userId="6107559c-c399-4371-a23a-d124d3599f82" providerId="ADAL" clId="{624DAD03-7EA8-480C-BE9E-52E579F4DA96}" dt="2022-08-17T01:45:32.046" v="2880" actId="47"/>
        <pc:sldMkLst>
          <pc:docMk/>
          <pc:sldMk cId="296390295" sldId="305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2668757621" sldId="306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2664877058" sldId="307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1971763272" sldId="308"/>
        </pc:sldMkLst>
      </pc:sldChg>
      <pc:sldChg chg="add del">
        <pc:chgData name="Jaime De Leon R." userId="6107559c-c399-4371-a23a-d124d3599f82" providerId="ADAL" clId="{624DAD03-7EA8-480C-BE9E-52E579F4DA96}" dt="2022-08-17T01:51:41.978" v="2914" actId="47"/>
        <pc:sldMkLst>
          <pc:docMk/>
          <pc:sldMk cId="247191239" sldId="310"/>
        </pc:sldMkLst>
      </pc:sldChg>
      <pc:sldChg chg="modSp add mod">
        <pc:chgData name="Jaime De Leon R." userId="6107559c-c399-4371-a23a-d124d3599f82" providerId="ADAL" clId="{624DAD03-7EA8-480C-BE9E-52E579F4DA96}" dt="2022-08-17T02:02:10.528" v="3756" actId="20577"/>
        <pc:sldMkLst>
          <pc:docMk/>
          <pc:sldMk cId="3420987737" sldId="311"/>
        </pc:sldMkLst>
      </pc:sldChg>
      <pc:sldChg chg="add">
        <pc:chgData name="Jaime De Leon R." userId="6107559c-c399-4371-a23a-d124d3599f82" providerId="ADAL" clId="{624DAD03-7EA8-480C-BE9E-52E579F4DA96}" dt="2022-08-31T02:58:21.251" v="4015"/>
        <pc:sldMkLst>
          <pc:docMk/>
          <pc:sldMk cId="3137667935" sldId="314"/>
        </pc:sldMkLst>
      </pc:sldChg>
      <pc:sldChg chg="add">
        <pc:chgData name="Jaime De Leon R." userId="6107559c-c399-4371-a23a-d124d3599f82" providerId="ADAL" clId="{624DAD03-7EA8-480C-BE9E-52E579F4DA96}" dt="2022-08-31T02:58:21.251" v="4015"/>
        <pc:sldMkLst>
          <pc:docMk/>
          <pc:sldMk cId="1503203228" sldId="316"/>
        </pc:sldMkLst>
      </pc:sldChg>
      <pc:sldChg chg="add">
        <pc:chgData name="Jaime De Leon R." userId="6107559c-c399-4371-a23a-d124d3599f82" providerId="ADAL" clId="{624DAD03-7EA8-480C-BE9E-52E579F4DA96}" dt="2022-08-31T03:08:44.336" v="4096"/>
        <pc:sldMkLst>
          <pc:docMk/>
          <pc:sldMk cId="24590595" sldId="318"/>
        </pc:sldMkLst>
      </pc:sldChg>
      <pc:sldChg chg="add del">
        <pc:chgData name="Jaime De Leon R." userId="6107559c-c399-4371-a23a-d124d3599f82" providerId="ADAL" clId="{624DAD03-7EA8-480C-BE9E-52E579F4DA96}" dt="2022-08-17T02:03:25.290" v="3761" actId="47"/>
        <pc:sldMkLst>
          <pc:docMk/>
          <pc:sldMk cId="4059033221" sldId="319"/>
        </pc:sldMkLst>
      </pc:sldChg>
      <pc:sldChg chg="delSp add mod">
        <pc:chgData name="Jaime De Leon R." userId="6107559c-c399-4371-a23a-d124d3599f82" providerId="ADAL" clId="{624DAD03-7EA8-480C-BE9E-52E579F4DA96}" dt="2022-08-17T02:05:52.882" v="3774" actId="478"/>
        <pc:sldMkLst>
          <pc:docMk/>
          <pc:sldMk cId="2150554517" sldId="32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819095824" sldId="32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4042867306" sldId="322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332888680" sldId="323"/>
        </pc:sldMkLst>
      </pc:sldChg>
      <pc:sldChg chg="add del">
        <pc:chgData name="Jaime De Leon R." userId="6107559c-c399-4371-a23a-d124d3599f82" providerId="ADAL" clId="{624DAD03-7EA8-480C-BE9E-52E579F4DA96}" dt="2022-08-17T02:12:12.195" v="3815" actId="47"/>
        <pc:sldMkLst>
          <pc:docMk/>
          <pc:sldMk cId="3260147599" sldId="32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152731620" sldId="326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686665196" sldId="327"/>
        </pc:sldMkLst>
      </pc:sldChg>
      <pc:sldChg chg="addSp delSp modSp del mod setBg">
        <pc:chgData name="Jaime De Leon R." userId="6107559c-c399-4371-a23a-d124d3599f82" providerId="ADAL" clId="{624DAD03-7EA8-480C-BE9E-52E579F4DA96}" dt="2022-08-14T21:25:28.623" v="1717" actId="47"/>
        <pc:sldMkLst>
          <pc:docMk/>
          <pc:sldMk cId="2585019895" sldId="346"/>
        </pc:sldMkLst>
      </pc:sldChg>
      <pc:sldChg chg="modSp new mod ord">
        <pc:chgData name="Jaime De Leon R." userId="6107559c-c399-4371-a23a-d124d3599f82" providerId="ADAL" clId="{624DAD03-7EA8-480C-BE9E-52E579F4DA96}" dt="2023-01-09T01:36:04.039" v="7007" actId="20577"/>
        <pc:sldMkLst>
          <pc:docMk/>
          <pc:sldMk cId="3546969528" sldId="347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4222435848" sldId="347"/>
        </pc:sldMkLst>
      </pc:sldChg>
      <pc:sldChg chg="modSp add mod">
        <pc:chgData name="Jaime De Leon R." userId="6107559c-c399-4371-a23a-d124d3599f82" providerId="ADAL" clId="{624DAD03-7EA8-480C-BE9E-52E579F4DA96}" dt="2022-08-14T21:06:13.341" v="852" actId="255"/>
        <pc:sldMkLst>
          <pc:docMk/>
          <pc:sldMk cId="3205869130" sldId="348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3298429581" sldId="348"/>
        </pc:sldMkLst>
      </pc:sldChg>
      <pc:sldChg chg="modSp add mod">
        <pc:chgData name="Jaime De Leon R." userId="6107559c-c399-4371-a23a-d124d3599f82" providerId="ADAL" clId="{624DAD03-7EA8-480C-BE9E-52E579F4DA96}" dt="2022-08-14T21:10:05.707" v="1590" actId="20577"/>
        <pc:sldMkLst>
          <pc:docMk/>
          <pc:sldMk cId="802377326" sldId="349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2351589384" sldId="349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3039340584" sldId="350"/>
        </pc:sldMkLst>
      </pc:sldChg>
      <pc:sldChg chg="modSp add mod">
        <pc:chgData name="Jaime De Leon R." userId="6107559c-c399-4371-a23a-d124d3599f82" providerId="ADAL" clId="{624DAD03-7EA8-480C-BE9E-52E579F4DA96}" dt="2022-08-14T21:20:54.557" v="1613" actId="179"/>
        <pc:sldMkLst>
          <pc:docMk/>
          <pc:sldMk cId="4281176916" sldId="350"/>
        </pc:sldMkLst>
      </pc:sldChg>
      <pc:sldChg chg="addSp modSp add mod">
        <pc:chgData name="Jaime De Leon R." userId="6107559c-c399-4371-a23a-d124d3599f82" providerId="ADAL" clId="{624DAD03-7EA8-480C-BE9E-52E579F4DA96}" dt="2023-01-09T01:36:45.921" v="7008" actId="20577"/>
        <pc:sldMkLst>
          <pc:docMk/>
          <pc:sldMk cId="1735679493" sldId="351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1753269166" sldId="351"/>
        </pc:sldMkLst>
      </pc:sldChg>
      <pc:sldChg chg="modSp add mod">
        <pc:chgData name="Jaime De Leon R." userId="6107559c-c399-4371-a23a-d124d3599f82" providerId="ADAL" clId="{624DAD03-7EA8-480C-BE9E-52E579F4DA96}" dt="2022-08-14T21:28:05.333" v="1783" actId="6549"/>
        <pc:sldMkLst>
          <pc:docMk/>
          <pc:sldMk cId="1742807660" sldId="352"/>
        </pc:sldMkLst>
      </pc:sldChg>
      <pc:sldChg chg="modSp add del mod">
        <pc:chgData name="Jaime De Leon R." userId="6107559c-c399-4371-a23a-d124d3599f82" providerId="ADAL" clId="{624DAD03-7EA8-480C-BE9E-52E579F4DA96}" dt="2022-08-14T21:56:09.273" v="2178" actId="47"/>
        <pc:sldMkLst>
          <pc:docMk/>
          <pc:sldMk cId="645096300" sldId="353"/>
        </pc:sldMkLst>
      </pc:sldChg>
      <pc:sldChg chg="modSp new mod">
        <pc:chgData name="Jaime De Leon R." userId="6107559c-c399-4371-a23a-d124d3599f82" providerId="ADAL" clId="{624DAD03-7EA8-480C-BE9E-52E579F4DA96}" dt="2022-08-14T21:35:16.610" v="1798" actId="20577"/>
        <pc:sldMkLst>
          <pc:docMk/>
          <pc:sldMk cId="123055893" sldId="354"/>
        </pc:sldMkLst>
      </pc:sldChg>
      <pc:sldChg chg="modSp add mod ord">
        <pc:chgData name="Jaime De Leon R." userId="6107559c-c399-4371-a23a-d124d3599f82" providerId="ADAL" clId="{624DAD03-7EA8-480C-BE9E-52E579F4DA96}" dt="2022-08-31T02:57:47.044" v="3997" actId="20578"/>
        <pc:sldMkLst>
          <pc:docMk/>
          <pc:sldMk cId="2551534661" sldId="355"/>
        </pc:sldMkLst>
      </pc:sldChg>
      <pc:sldChg chg="modSp add mod ord">
        <pc:chgData name="Jaime De Leon R." userId="6107559c-c399-4371-a23a-d124d3599f82" providerId="ADAL" clId="{624DAD03-7EA8-480C-BE9E-52E579F4DA96}" dt="2022-08-14T21:59:30.498" v="2238" actId="20577"/>
        <pc:sldMkLst>
          <pc:docMk/>
          <pc:sldMk cId="1544517018" sldId="356"/>
        </pc:sldMkLst>
      </pc:sldChg>
      <pc:sldChg chg="add del">
        <pc:chgData name="Jaime De Leon R." userId="6107559c-c399-4371-a23a-d124d3599f82" providerId="ADAL" clId="{624DAD03-7EA8-480C-BE9E-52E579F4DA96}" dt="2022-08-14T21:56:53.147" v="2181" actId="47"/>
        <pc:sldMkLst>
          <pc:docMk/>
          <pc:sldMk cId="173376243" sldId="357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1678257050" sldId="365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1455260561" sldId="366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2510620607" sldId="367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704604378" sldId="368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1108517668" sldId="369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1641950639" sldId="370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3195788473" sldId="371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3371544764" sldId="372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277356105" sldId="374"/>
        </pc:sldMkLst>
      </pc:sldChg>
      <pc:sldChg chg="add del">
        <pc:chgData name="Jaime De Leon R." userId="6107559c-c399-4371-a23a-d124d3599f82" providerId="ADAL" clId="{624DAD03-7EA8-480C-BE9E-52E579F4DA96}" dt="2022-08-17T01:59:38.318" v="3555" actId="47"/>
        <pc:sldMkLst>
          <pc:docMk/>
          <pc:sldMk cId="2208257620" sldId="380"/>
        </pc:sldMkLst>
      </pc:sldChg>
      <pc:sldChg chg="delSp modSp add mod">
        <pc:chgData name="Jaime De Leon R." userId="6107559c-c399-4371-a23a-d124d3599f82" providerId="ADAL" clId="{624DAD03-7EA8-480C-BE9E-52E579F4DA96}" dt="2022-08-17T01:51:06.342" v="2913" actId="20577"/>
        <pc:sldMkLst>
          <pc:docMk/>
          <pc:sldMk cId="2497272868" sldId="381"/>
        </pc:sldMkLst>
      </pc:sldChg>
      <pc:sldChg chg="add del">
        <pc:chgData name="Jaime De Leon R." userId="6107559c-c399-4371-a23a-d124d3599f82" providerId="ADAL" clId="{624DAD03-7EA8-480C-BE9E-52E579F4DA96}" dt="2022-08-17T01:51:42.757" v="2915" actId="47"/>
        <pc:sldMkLst>
          <pc:docMk/>
          <pc:sldMk cId="2858126306" sldId="383"/>
        </pc:sldMkLst>
      </pc:sldChg>
      <pc:sldChg chg="add">
        <pc:chgData name="Jaime De Leon R." userId="6107559c-c399-4371-a23a-d124d3599f82" providerId="ADAL" clId="{624DAD03-7EA8-480C-BE9E-52E579F4DA96}" dt="2022-08-31T03:08:44.336" v="4096"/>
        <pc:sldMkLst>
          <pc:docMk/>
          <pc:sldMk cId="2386409064" sldId="386"/>
        </pc:sldMkLst>
      </pc:sldChg>
      <pc:sldChg chg="add">
        <pc:chgData name="Jaime De Leon R." userId="6107559c-c399-4371-a23a-d124d3599f82" providerId="ADAL" clId="{624DAD03-7EA8-480C-BE9E-52E579F4DA96}" dt="2022-08-31T03:10:39.174" v="4098"/>
        <pc:sldMkLst>
          <pc:docMk/>
          <pc:sldMk cId="2599487150" sldId="387"/>
        </pc:sldMkLst>
      </pc:sldChg>
      <pc:sldChg chg="add">
        <pc:chgData name="Jaime De Leon R." userId="6107559c-c399-4371-a23a-d124d3599f82" providerId="ADAL" clId="{624DAD03-7EA8-480C-BE9E-52E579F4DA96}" dt="2022-08-31T03:10:56.863" v="4099"/>
        <pc:sldMkLst>
          <pc:docMk/>
          <pc:sldMk cId="3593545731" sldId="388"/>
        </pc:sldMkLst>
      </pc:sldChg>
      <pc:sldChg chg="delSp modSp add mod">
        <pc:chgData name="Jaime De Leon R." userId="6107559c-c399-4371-a23a-d124d3599f82" providerId="ADAL" clId="{624DAD03-7EA8-480C-BE9E-52E579F4DA96}" dt="2022-08-31T03:04:38.542" v="4080" actId="1076"/>
        <pc:sldMkLst>
          <pc:docMk/>
          <pc:sldMk cId="2244492029" sldId="396"/>
        </pc:sldMkLst>
      </pc:sldChg>
      <pc:sldChg chg="modSp add mod">
        <pc:chgData name="Jaime De Leon R." userId="6107559c-c399-4371-a23a-d124d3599f82" providerId="ADAL" clId="{624DAD03-7EA8-480C-BE9E-52E579F4DA96}" dt="2022-08-31T03:08:19.214" v="4095" actId="20577"/>
        <pc:sldMkLst>
          <pc:docMk/>
          <pc:sldMk cId="4261674931" sldId="400"/>
        </pc:sldMkLst>
      </pc:sldChg>
      <pc:sldChg chg="modSp add mod">
        <pc:chgData name="Jaime De Leon R." userId="6107559c-c399-4371-a23a-d124d3599f82" providerId="ADAL" clId="{624DAD03-7EA8-480C-BE9E-52E579F4DA96}" dt="2022-08-31T03:08:16.282" v="4093" actId="20577"/>
        <pc:sldMkLst>
          <pc:docMk/>
          <pc:sldMk cId="1021128866" sldId="402"/>
        </pc:sldMkLst>
      </pc:sldChg>
      <pc:sldChg chg="add del">
        <pc:chgData name="Jaime De Leon R." userId="6107559c-c399-4371-a23a-d124d3599f82" providerId="ADAL" clId="{624DAD03-7EA8-480C-BE9E-52E579F4DA96}" dt="2022-08-17T02:12:12.803" v="3816" actId="47"/>
        <pc:sldMkLst>
          <pc:docMk/>
          <pc:sldMk cId="1450510178" sldId="409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895153731" sldId="41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57673805" sldId="41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947409020" sldId="413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161278979" sldId="414"/>
        </pc:sldMkLst>
      </pc:sldChg>
      <pc:sldChg chg="delSp add mod">
        <pc:chgData name="Jaime De Leon R." userId="6107559c-c399-4371-a23a-d124d3599f82" providerId="ADAL" clId="{624DAD03-7EA8-480C-BE9E-52E579F4DA96}" dt="2022-08-17T02:15:30.097" v="3822" actId="478"/>
        <pc:sldMkLst>
          <pc:docMk/>
          <pc:sldMk cId="3433807191" sldId="41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04824926" sldId="416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694796887" sldId="417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474815436" sldId="418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374858202" sldId="419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4180148278" sldId="42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718120447" sldId="421"/>
        </pc:sldMkLst>
      </pc:sldChg>
      <pc:sldChg chg="add del">
        <pc:chgData name="Jaime De Leon R." userId="6107559c-c399-4371-a23a-d124d3599f82" providerId="ADAL" clId="{624DAD03-7EA8-480C-BE9E-52E579F4DA96}" dt="2022-08-17T02:26:14.365" v="3868" actId="47"/>
        <pc:sldMkLst>
          <pc:docMk/>
          <pc:sldMk cId="344863327" sldId="422"/>
        </pc:sldMkLst>
      </pc:sldChg>
      <pc:sldChg chg="modSp add mod">
        <pc:chgData name="Jaime De Leon R." userId="6107559c-c399-4371-a23a-d124d3599f82" providerId="ADAL" clId="{624DAD03-7EA8-480C-BE9E-52E579F4DA96}" dt="2022-08-17T01:32:40.228" v="2739" actId="20577"/>
        <pc:sldMkLst>
          <pc:docMk/>
          <pc:sldMk cId="1145432329" sldId="478"/>
        </pc:sldMkLst>
      </pc:sldChg>
      <pc:sldChg chg="modSp add mod">
        <pc:chgData name="Jaime De Leon R." userId="6107559c-c399-4371-a23a-d124d3599f82" providerId="ADAL" clId="{624DAD03-7EA8-480C-BE9E-52E579F4DA96}" dt="2022-08-17T01:43:38.181" v="2861" actId="20577"/>
        <pc:sldMkLst>
          <pc:docMk/>
          <pc:sldMk cId="2663798520" sldId="479"/>
        </pc:sldMkLst>
      </pc:sldChg>
      <pc:sldChg chg="modSp add mod">
        <pc:chgData name="Jaime De Leon R." userId="6107559c-c399-4371-a23a-d124d3599f82" providerId="ADAL" clId="{624DAD03-7EA8-480C-BE9E-52E579F4DA96}" dt="2022-08-17T02:05:30.001" v="3770" actId="20577"/>
        <pc:sldMkLst>
          <pc:docMk/>
          <pc:sldMk cId="2462731453" sldId="481"/>
        </pc:sldMkLst>
      </pc:sldChg>
      <pc:sldChg chg="delSp modSp add mod">
        <pc:chgData name="Jaime De Leon R." userId="6107559c-c399-4371-a23a-d124d3599f82" providerId="ADAL" clId="{624DAD03-7EA8-480C-BE9E-52E579F4DA96}" dt="2022-09-03T23:33:25.846" v="4103" actId="478"/>
        <pc:sldMkLst>
          <pc:docMk/>
          <pc:sldMk cId="4189862585" sldId="482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951087899" sldId="488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416880312" sldId="49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517281974" sldId="492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937108243" sldId="493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548095864" sldId="49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777280832" sldId="49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409308896" sldId="496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728477071" sldId="497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1720932165" sldId="498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2399307883" sldId="499"/>
        </pc:sldMkLst>
      </pc:sldChg>
      <pc:sldChg chg="add del">
        <pc:chgData name="Jaime De Leon R." userId="6107559c-c399-4371-a23a-d124d3599f82" providerId="ADAL" clId="{624DAD03-7EA8-480C-BE9E-52E579F4DA96}" dt="2022-08-17T02:21:06.763" v="3835" actId="47"/>
        <pc:sldMkLst>
          <pc:docMk/>
          <pc:sldMk cId="3024088992" sldId="50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000131124" sldId="50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532176277" sldId="502"/>
        </pc:sldMkLst>
      </pc:sldChg>
      <pc:sldChg chg="add del">
        <pc:chgData name="Jaime De Leon R." userId="6107559c-c399-4371-a23a-d124d3599f82" providerId="ADAL" clId="{624DAD03-7EA8-480C-BE9E-52E579F4DA96}" dt="2022-08-17T02:21:27.446" v="3838" actId="47"/>
        <pc:sldMkLst>
          <pc:docMk/>
          <pc:sldMk cId="1112746602" sldId="503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53805024" sldId="50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179121111" sldId="50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334826352" sldId="508"/>
        </pc:sldMkLst>
      </pc:sldChg>
      <pc:sldChg chg="delSp add mod">
        <pc:chgData name="Jaime De Leon R." userId="6107559c-c399-4371-a23a-d124d3599f82" providerId="ADAL" clId="{624DAD03-7EA8-480C-BE9E-52E579F4DA96}" dt="2022-08-17T02:17:14.258" v="3824" actId="478"/>
        <pc:sldMkLst>
          <pc:docMk/>
          <pc:sldMk cId="3941836137" sldId="509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845791806" sldId="51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106223292" sldId="512"/>
        </pc:sldMkLst>
      </pc:sldChg>
      <pc:sldChg chg="modSp add mod">
        <pc:chgData name="Jaime De Leon R." userId="6107559c-c399-4371-a23a-d124d3599f82" providerId="ADAL" clId="{624DAD03-7EA8-480C-BE9E-52E579F4DA96}" dt="2022-08-17T02:32:37.167" v="3882" actId="20577"/>
        <pc:sldMkLst>
          <pc:docMk/>
          <pc:sldMk cId="3159693743" sldId="514"/>
        </pc:sldMkLst>
      </pc:sldChg>
      <pc:sldChg chg="add del">
        <pc:chgData name="Jaime De Leon R." userId="6107559c-c399-4371-a23a-d124d3599f82" providerId="ADAL" clId="{624DAD03-7EA8-480C-BE9E-52E579F4DA96}" dt="2022-09-03T23:54:55.973" v="4280" actId="47"/>
        <pc:sldMkLst>
          <pc:docMk/>
          <pc:sldMk cId="2935753278" sldId="535"/>
        </pc:sldMkLst>
      </pc:sldChg>
      <pc:sldChg chg="add del">
        <pc:chgData name="Jaime De Leon R." userId="6107559c-c399-4371-a23a-d124d3599f82" providerId="ADAL" clId="{624DAD03-7EA8-480C-BE9E-52E579F4DA96}" dt="2022-09-03T23:54:55.973" v="4280" actId="47"/>
        <pc:sldMkLst>
          <pc:docMk/>
          <pc:sldMk cId="1134128559" sldId="536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1804925177" sldId="538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503910773" sldId="539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1465730232" sldId="540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2937650025" sldId="541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2491228727" sldId="542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3455025015" sldId="543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905961480" sldId="544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137978739" sldId="545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1866134819" sldId="546"/>
        </pc:sldMkLst>
      </pc:sldChg>
      <pc:sldChg chg="add del">
        <pc:chgData name="Jaime De Leon R." userId="6107559c-c399-4371-a23a-d124d3599f82" providerId="ADAL" clId="{624DAD03-7EA8-480C-BE9E-52E579F4DA96}" dt="2022-09-03T23:54:55.973" v="4280" actId="47"/>
        <pc:sldMkLst>
          <pc:docMk/>
          <pc:sldMk cId="3346853158" sldId="552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3839550423" sldId="583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925147524" sldId="584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542142539" sldId="585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2568195192" sldId="586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294181688" sldId="588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3649188670" sldId="590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52362892" sldId="591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4145769165" sldId="592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999238543" sldId="593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4027041471" sldId="594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170472305" sldId="595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19994796" sldId="596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2310703351" sldId="597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472173274" sldId="599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190243216" sldId="600"/>
        </pc:sldMkLst>
      </pc:sldChg>
      <pc:sldChg chg="add del">
        <pc:chgData name="Jaime De Leon R." userId="6107559c-c399-4371-a23a-d124d3599f82" providerId="ADAL" clId="{624DAD03-7EA8-480C-BE9E-52E579F4DA96}" dt="2022-10-03T03:36:31.927" v="4286" actId="47"/>
        <pc:sldMkLst>
          <pc:docMk/>
          <pc:sldMk cId="2058396246" sldId="601"/>
        </pc:sldMkLst>
      </pc:sldChg>
      <pc:sldChg chg="add del">
        <pc:chgData name="Jaime De Leon R." userId="6107559c-c399-4371-a23a-d124d3599f82" providerId="ADAL" clId="{624DAD03-7EA8-480C-BE9E-52E579F4DA96}" dt="2022-10-03T03:36:31.927" v="4286" actId="47"/>
        <pc:sldMkLst>
          <pc:docMk/>
          <pc:sldMk cId="1925789401" sldId="602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4048834710" sldId="603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2002411937" sldId="604"/>
        </pc:sldMkLst>
      </pc:sldChg>
      <pc:sldChg chg="add del">
        <pc:chgData name="Jaime De Leon R." userId="6107559c-c399-4371-a23a-d124d3599f82" providerId="ADAL" clId="{624DAD03-7EA8-480C-BE9E-52E579F4DA96}" dt="2022-10-23T23:41:01.643" v="6944" actId="47"/>
        <pc:sldMkLst>
          <pc:docMk/>
          <pc:sldMk cId="4079971587" sldId="605"/>
        </pc:sldMkLst>
      </pc:sldChg>
      <pc:sldChg chg="add del">
        <pc:chgData name="Jaime De Leon R." userId="6107559c-c399-4371-a23a-d124d3599f82" providerId="ADAL" clId="{624DAD03-7EA8-480C-BE9E-52E579F4DA96}" dt="2022-10-03T03:36:31.927" v="4286" actId="47"/>
        <pc:sldMkLst>
          <pc:docMk/>
          <pc:sldMk cId="3045083773" sldId="606"/>
        </pc:sldMkLst>
      </pc:sldChg>
      <pc:sldChg chg="add del">
        <pc:chgData name="Jaime De Leon R." userId="6107559c-c399-4371-a23a-d124d3599f82" providerId="ADAL" clId="{624DAD03-7EA8-480C-BE9E-52E579F4DA96}" dt="2022-10-03T03:36:41.833" v="4287" actId="47"/>
        <pc:sldMkLst>
          <pc:docMk/>
          <pc:sldMk cId="388991424" sldId="607"/>
        </pc:sldMkLst>
      </pc:sldChg>
      <pc:sldChg chg="add del">
        <pc:chgData name="Jaime De Leon R." userId="6107559c-c399-4371-a23a-d124d3599f82" providerId="ADAL" clId="{624DAD03-7EA8-480C-BE9E-52E579F4DA96}" dt="2022-10-03T03:38:29.907" v="4289" actId="47"/>
        <pc:sldMkLst>
          <pc:docMk/>
          <pc:sldMk cId="2931456062" sldId="608"/>
        </pc:sldMkLst>
      </pc:sldChg>
      <pc:sldChg chg="add del">
        <pc:chgData name="Jaime De Leon R." userId="6107559c-c399-4371-a23a-d124d3599f82" providerId="ADAL" clId="{624DAD03-7EA8-480C-BE9E-52E579F4DA96}" dt="2022-10-03T03:38:29.907" v="4289" actId="47"/>
        <pc:sldMkLst>
          <pc:docMk/>
          <pc:sldMk cId="974094546" sldId="609"/>
        </pc:sldMkLst>
      </pc:sldChg>
      <pc:sldChg chg="add del">
        <pc:chgData name="Jaime De Leon R." userId="6107559c-c399-4371-a23a-d124d3599f82" providerId="ADAL" clId="{624DAD03-7EA8-480C-BE9E-52E579F4DA96}" dt="2022-10-03T03:38:29.907" v="4289" actId="47"/>
        <pc:sldMkLst>
          <pc:docMk/>
          <pc:sldMk cId="3309374142" sldId="610"/>
        </pc:sldMkLst>
      </pc:sldChg>
      <pc:sldChg chg="add del">
        <pc:chgData name="Jaime De Leon R." userId="6107559c-c399-4371-a23a-d124d3599f82" providerId="ADAL" clId="{624DAD03-7EA8-480C-BE9E-52E579F4DA96}" dt="2022-10-03T03:38:29.907" v="4289" actId="47"/>
        <pc:sldMkLst>
          <pc:docMk/>
          <pc:sldMk cId="2066197317" sldId="611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66774029" sldId="612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3400506744" sldId="613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988240738" sldId="614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358543994" sldId="615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40917171" sldId="617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832797935" sldId="618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1798945309" sldId="619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681670386" sldId="659"/>
        </pc:sldMkLst>
      </pc:sldChg>
      <pc:sldChg chg="modSp add mod">
        <pc:chgData name="Jaime De Leon R." userId="6107559c-c399-4371-a23a-d124d3599f82" providerId="ADAL" clId="{624DAD03-7EA8-480C-BE9E-52E579F4DA96}" dt="2022-10-23T23:44:10.787" v="6946" actId="20577"/>
        <pc:sldMkLst>
          <pc:docMk/>
          <pc:sldMk cId="966110655" sldId="688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457637234" sldId="689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3305992654" sldId="693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3808898665" sldId="69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492453517" sldId="696"/>
        </pc:sldMkLst>
      </pc:sldChg>
      <pc:sldChg chg="delSp modSp add mod">
        <pc:chgData name="Jaime De Leon R." userId="6107559c-c399-4371-a23a-d124d3599f82" providerId="ADAL" clId="{624DAD03-7EA8-480C-BE9E-52E579F4DA96}" dt="2022-08-17T02:11:23.597" v="3814" actId="400"/>
        <pc:sldMkLst>
          <pc:docMk/>
          <pc:sldMk cId="379094115" sldId="697"/>
        </pc:sldMkLst>
      </pc:sldChg>
      <pc:sldChg chg="add del">
        <pc:chgData name="Jaime De Leon R." userId="6107559c-c399-4371-a23a-d124d3599f82" providerId="ADAL" clId="{624DAD03-7EA8-480C-BE9E-52E579F4DA96}" dt="2022-08-17T02:14:17.618" v="3819" actId="47"/>
        <pc:sldMkLst>
          <pc:docMk/>
          <pc:sldMk cId="3012260487" sldId="699"/>
        </pc:sldMkLst>
      </pc:sldChg>
      <pc:sldChg chg="add del">
        <pc:chgData name="Jaime De Leon R." userId="6107559c-c399-4371-a23a-d124d3599f82" providerId="ADAL" clId="{624DAD03-7EA8-480C-BE9E-52E579F4DA96}" dt="2022-08-17T02:15:21.622" v="3821" actId="47"/>
        <pc:sldMkLst>
          <pc:docMk/>
          <pc:sldMk cId="763880295" sldId="70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078290383" sldId="701"/>
        </pc:sldMkLst>
      </pc:sldChg>
      <pc:sldChg chg="delSp add mod">
        <pc:chgData name="Jaime De Leon R." userId="6107559c-c399-4371-a23a-d124d3599f82" providerId="ADAL" clId="{624DAD03-7EA8-480C-BE9E-52E579F4DA96}" dt="2022-08-17T02:17:45.872" v="3825" actId="478"/>
        <pc:sldMkLst>
          <pc:docMk/>
          <pc:sldMk cId="1060920276" sldId="702"/>
        </pc:sldMkLst>
      </pc:sldChg>
      <pc:sldChg chg="add del">
        <pc:chgData name="Jaime De Leon R." userId="6107559c-c399-4371-a23a-d124d3599f82" providerId="ADAL" clId="{624DAD03-7EA8-480C-BE9E-52E579F4DA96}" dt="2022-08-17T02:19:07.017" v="3828" actId="47"/>
        <pc:sldMkLst>
          <pc:docMk/>
          <pc:sldMk cId="3054964822" sldId="703"/>
        </pc:sldMkLst>
      </pc:sldChg>
      <pc:sldChg chg="add del">
        <pc:chgData name="Jaime De Leon R." userId="6107559c-c399-4371-a23a-d124d3599f82" providerId="ADAL" clId="{624DAD03-7EA8-480C-BE9E-52E579F4DA96}" dt="2022-08-17T02:19:33.197" v="3829" actId="47"/>
        <pc:sldMkLst>
          <pc:docMk/>
          <pc:sldMk cId="4147447715" sldId="70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207716749" sldId="70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021828446" sldId="707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1129562056" sldId="710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049261160" sldId="711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52538879" sldId="712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1378853420" sldId="713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4154139303" sldId="714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058466418" sldId="719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926229604" sldId="728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3351641799" sldId="730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3108000985" sldId="741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549180168" sldId="742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567137301" sldId="753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667395908" sldId="754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524261736" sldId="756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09315005" sldId="794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4047069567" sldId="795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571127477" sldId="796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2186854291" sldId="798"/>
        </pc:sldMkLst>
      </pc:sldChg>
      <pc:sldChg chg="add del">
        <pc:chgData name="Jaime De Leon R." userId="6107559c-c399-4371-a23a-d124d3599f82" providerId="ADAL" clId="{624DAD03-7EA8-480C-BE9E-52E579F4DA96}" dt="2022-08-17T01:42:22.010" v="2859" actId="47"/>
        <pc:sldMkLst>
          <pc:docMk/>
          <pc:sldMk cId="2017715392" sldId="800"/>
        </pc:sldMkLst>
      </pc:sldChg>
      <pc:sldChg chg="add">
        <pc:chgData name="Jaime De Leon R." userId="6107559c-c399-4371-a23a-d124d3599f82" providerId="ADAL" clId="{624DAD03-7EA8-480C-BE9E-52E579F4DA96}" dt="2022-08-31T03:08:44.336" v="4096"/>
        <pc:sldMkLst>
          <pc:docMk/>
          <pc:sldMk cId="2284881780" sldId="804"/>
        </pc:sldMkLst>
      </pc:sldChg>
      <pc:sldChg chg="add">
        <pc:chgData name="Jaime De Leon R." userId="6107559c-c399-4371-a23a-d124d3599f82" providerId="ADAL" clId="{624DAD03-7EA8-480C-BE9E-52E579F4DA96}" dt="2022-08-31T03:09:21.122" v="4097"/>
        <pc:sldMkLst>
          <pc:docMk/>
          <pc:sldMk cId="2032856674" sldId="814"/>
        </pc:sldMkLst>
      </pc:sldChg>
      <pc:sldChg chg="add">
        <pc:chgData name="Jaime De Leon R." userId="6107559c-c399-4371-a23a-d124d3599f82" providerId="ADAL" clId="{624DAD03-7EA8-480C-BE9E-52E579F4DA96}" dt="2022-08-31T03:09:21.122" v="4097"/>
        <pc:sldMkLst>
          <pc:docMk/>
          <pc:sldMk cId="2822013254" sldId="815"/>
        </pc:sldMkLst>
      </pc:sldChg>
      <pc:sldChg chg="delSp add mod">
        <pc:chgData name="Jaime De Leon R." userId="6107559c-c399-4371-a23a-d124d3599f82" providerId="ADAL" clId="{624DAD03-7EA8-480C-BE9E-52E579F4DA96}" dt="2022-08-17T02:07:30.188" v="3775" actId="478"/>
        <pc:sldMkLst>
          <pc:docMk/>
          <pc:sldMk cId="2017691966" sldId="826"/>
        </pc:sldMkLst>
      </pc:sldChg>
      <pc:sldChg chg="modSp add mod">
        <pc:chgData name="Jaime De Leon R." userId="6107559c-c399-4371-a23a-d124d3599f82" providerId="ADAL" clId="{624DAD03-7EA8-480C-BE9E-52E579F4DA96}" dt="2022-08-17T02:08:52.993" v="3802" actId="20577"/>
        <pc:sldMkLst>
          <pc:docMk/>
          <pc:sldMk cId="289533421" sldId="827"/>
        </pc:sldMkLst>
      </pc:sldChg>
      <pc:sldChg chg="delSp add mod">
        <pc:chgData name="Jaime De Leon R." userId="6107559c-c399-4371-a23a-d124d3599f82" providerId="ADAL" clId="{624DAD03-7EA8-480C-BE9E-52E579F4DA96}" dt="2022-08-17T02:09:38.860" v="3805" actId="478"/>
        <pc:sldMkLst>
          <pc:docMk/>
          <pc:sldMk cId="4198439349" sldId="828"/>
        </pc:sldMkLst>
      </pc:sldChg>
      <pc:sldChg chg="add del">
        <pc:chgData name="Jaime De Leon R." userId="6107559c-c399-4371-a23a-d124d3599f82" providerId="ADAL" clId="{624DAD03-7EA8-480C-BE9E-52E579F4DA96}" dt="2022-08-17T02:14:16.751" v="3818" actId="47"/>
        <pc:sldMkLst>
          <pc:docMk/>
          <pc:sldMk cId="4150134928" sldId="829"/>
        </pc:sldMkLst>
      </pc:sldChg>
      <pc:sldChg chg="add del">
        <pc:chgData name="Jaime De Leon R." userId="6107559c-c399-4371-a23a-d124d3599f82" providerId="ADAL" clId="{624DAD03-7EA8-480C-BE9E-52E579F4DA96}" dt="2022-08-17T02:15:08.284" v="3820" actId="47"/>
        <pc:sldMkLst>
          <pc:docMk/>
          <pc:sldMk cId="3412426137" sldId="830"/>
        </pc:sldMkLst>
      </pc:sldChg>
      <pc:sldChg chg="add del">
        <pc:chgData name="Jaime De Leon R." userId="6107559c-c399-4371-a23a-d124d3599f82" providerId="ADAL" clId="{624DAD03-7EA8-480C-BE9E-52E579F4DA96}" dt="2022-08-17T02:20:21.824" v="3830" actId="47"/>
        <pc:sldMkLst>
          <pc:docMk/>
          <pc:sldMk cId="1201512761" sldId="831"/>
        </pc:sldMkLst>
      </pc:sldChg>
      <pc:sldChg chg="add del">
        <pc:chgData name="Jaime De Leon R." userId="6107559c-c399-4371-a23a-d124d3599f82" providerId="ADAL" clId="{624DAD03-7EA8-480C-BE9E-52E579F4DA96}" dt="2022-08-17T02:20:55.022" v="3833" actId="47"/>
        <pc:sldMkLst>
          <pc:docMk/>
          <pc:sldMk cId="2800070056" sldId="832"/>
        </pc:sldMkLst>
      </pc:sldChg>
      <pc:sldChg chg="add del">
        <pc:chgData name="Jaime De Leon R." userId="6107559c-c399-4371-a23a-d124d3599f82" providerId="ADAL" clId="{624DAD03-7EA8-480C-BE9E-52E579F4DA96}" dt="2022-08-17T02:21:00.914" v="3834" actId="47"/>
        <pc:sldMkLst>
          <pc:docMk/>
          <pc:sldMk cId="2456652537" sldId="833"/>
        </pc:sldMkLst>
      </pc:sldChg>
      <pc:sldChg chg="add del">
        <pc:chgData name="Jaime De Leon R." userId="6107559c-c399-4371-a23a-d124d3599f82" providerId="ADAL" clId="{624DAD03-7EA8-480C-BE9E-52E579F4DA96}" dt="2022-08-17T02:21:08.337" v="3836" actId="47"/>
        <pc:sldMkLst>
          <pc:docMk/>
          <pc:sldMk cId="2536136532" sldId="834"/>
        </pc:sldMkLst>
      </pc:sldChg>
      <pc:sldChg chg="add del">
        <pc:chgData name="Jaime De Leon R." userId="6107559c-c399-4371-a23a-d124d3599f82" providerId="ADAL" clId="{624DAD03-7EA8-480C-BE9E-52E579F4DA96}" dt="2022-08-17T02:21:16.921" v="3837" actId="47"/>
        <pc:sldMkLst>
          <pc:docMk/>
          <pc:sldMk cId="4231202297" sldId="835"/>
        </pc:sldMkLst>
      </pc:sldChg>
      <pc:sldChg chg="delSp add mod">
        <pc:chgData name="Jaime De Leon R." userId="6107559c-c399-4371-a23a-d124d3599f82" providerId="ADAL" clId="{624DAD03-7EA8-480C-BE9E-52E579F4DA96}" dt="2022-08-17T02:18:15.814" v="3826" actId="478"/>
        <pc:sldMkLst>
          <pc:docMk/>
          <pc:sldMk cId="3253811788" sldId="836"/>
        </pc:sldMkLst>
      </pc:sldChg>
      <pc:sldChg chg="add del">
        <pc:chgData name="Jaime De Leon R." userId="6107559c-c399-4371-a23a-d124d3599f82" providerId="ADAL" clId="{624DAD03-7EA8-480C-BE9E-52E579F4DA96}" dt="2022-08-17T02:25:31.650" v="3866" actId="47"/>
        <pc:sldMkLst>
          <pc:docMk/>
          <pc:sldMk cId="3615009230" sldId="84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303947411" sldId="842"/>
        </pc:sldMkLst>
      </pc:sldChg>
      <pc:sldChg chg="add del">
        <pc:chgData name="Jaime De Leon R." userId="6107559c-c399-4371-a23a-d124d3599f82" providerId="ADAL" clId="{624DAD03-7EA8-480C-BE9E-52E579F4DA96}" dt="2022-08-17T02:21:29.762" v="3839" actId="47"/>
        <pc:sldMkLst>
          <pc:docMk/>
          <pc:sldMk cId="49960499" sldId="844"/>
        </pc:sldMkLst>
      </pc:sldChg>
      <pc:sldChg chg="add del">
        <pc:chgData name="Jaime De Leon R." userId="6107559c-c399-4371-a23a-d124d3599f82" providerId="ADAL" clId="{624DAD03-7EA8-480C-BE9E-52E579F4DA96}" dt="2022-08-17T02:20:45.970" v="3831" actId="47"/>
        <pc:sldMkLst>
          <pc:docMk/>
          <pc:sldMk cId="3797511031" sldId="846"/>
        </pc:sldMkLst>
      </pc:sldChg>
      <pc:sldChg chg="add del">
        <pc:chgData name="Jaime De Leon R." userId="6107559c-c399-4371-a23a-d124d3599f82" providerId="ADAL" clId="{624DAD03-7EA8-480C-BE9E-52E579F4DA96}" dt="2022-08-17T02:20:54.266" v="3832" actId="47"/>
        <pc:sldMkLst>
          <pc:docMk/>
          <pc:sldMk cId="2948181303" sldId="847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667041698" sldId="848"/>
        </pc:sldMkLst>
      </pc:sldChg>
      <pc:sldChg chg="delSp add mod">
        <pc:chgData name="Jaime De Leon R." userId="6107559c-c399-4371-a23a-d124d3599f82" providerId="ADAL" clId="{624DAD03-7EA8-480C-BE9E-52E579F4DA96}" dt="2022-08-17T02:18:41.123" v="3827" actId="478"/>
        <pc:sldMkLst>
          <pc:docMk/>
          <pc:sldMk cId="888963773" sldId="849"/>
        </pc:sldMkLst>
      </pc:sldChg>
      <pc:sldChg chg="add del">
        <pc:chgData name="Jaime De Leon R." userId="6107559c-c399-4371-a23a-d124d3599f82" providerId="ADAL" clId="{624DAD03-7EA8-480C-BE9E-52E579F4DA96}" dt="2022-08-17T02:26:17.216" v="3869" actId="47"/>
        <pc:sldMkLst>
          <pc:docMk/>
          <pc:sldMk cId="157077004" sldId="850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424947504" sldId="852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756026630" sldId="853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946809093" sldId="854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191662605" sldId="856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4045702994" sldId="857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562331271" sldId="858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1908099" sldId="859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13316238" sldId="860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065751802" sldId="861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270796015" sldId="862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780132303" sldId="863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098258464" sldId="864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600762728" sldId="865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770275454" sldId="866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429250640" sldId="867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999666196" sldId="869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4111893151" sldId="870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180580418" sldId="871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566434747" sldId="872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381418898" sldId="873"/>
        </pc:sldMkLst>
      </pc:sldChg>
      <pc:sldChg chg="modSp add">
        <pc:chgData name="Jaime De Leon R." userId="6107559c-c399-4371-a23a-d124d3599f82" providerId="ADAL" clId="{624DAD03-7EA8-480C-BE9E-52E579F4DA96}" dt="2022-09-03T23:47:26.804" v="4157" actId="20577"/>
        <pc:sldMkLst>
          <pc:docMk/>
          <pc:sldMk cId="534348967" sldId="874"/>
        </pc:sldMkLst>
      </pc:sldChg>
      <pc:sldChg chg="add del">
        <pc:chgData name="Jaime De Leon R." userId="6107559c-c399-4371-a23a-d124d3599f82" providerId="ADAL" clId="{624DAD03-7EA8-480C-BE9E-52E579F4DA96}" dt="2022-09-03T23:47:55.011" v="4158" actId="47"/>
        <pc:sldMkLst>
          <pc:docMk/>
          <pc:sldMk cId="2434367150" sldId="875"/>
        </pc:sldMkLst>
      </pc:sldChg>
      <pc:sldChg chg="add del">
        <pc:chgData name="Jaime De Leon R." userId="6107559c-c399-4371-a23a-d124d3599f82" providerId="ADAL" clId="{624DAD03-7EA8-480C-BE9E-52E579F4DA96}" dt="2022-09-03T23:44:50.878" v="4106" actId="47"/>
        <pc:sldMkLst>
          <pc:docMk/>
          <pc:sldMk cId="1761252719" sldId="876"/>
        </pc:sldMkLst>
      </pc:sldChg>
      <pc:sldChg chg="add del">
        <pc:chgData name="Jaime De Leon R." userId="6107559c-c399-4371-a23a-d124d3599f82" providerId="ADAL" clId="{624DAD03-7EA8-480C-BE9E-52E579F4DA96}" dt="2022-09-03T23:48:04.601" v="4159" actId="47"/>
        <pc:sldMkLst>
          <pc:docMk/>
          <pc:sldMk cId="831522808" sldId="877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804361030" sldId="878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621562576" sldId="879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242948947" sldId="880"/>
        </pc:sldMkLst>
      </pc:sldChg>
      <pc:sldChg chg="modSp add">
        <pc:chgData name="Jaime De Leon R." userId="6107559c-c399-4371-a23a-d124d3599f82" providerId="ADAL" clId="{624DAD03-7EA8-480C-BE9E-52E579F4DA96}" dt="2022-09-03T23:50:48.420" v="4205" actId="20577"/>
        <pc:sldMkLst>
          <pc:docMk/>
          <pc:sldMk cId="3406399862" sldId="881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242247307" sldId="882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023667642" sldId="883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585766251" sldId="884"/>
        </pc:sldMkLst>
      </pc:sldChg>
      <pc:sldChg chg="modSp add">
        <pc:chgData name="Jaime De Leon R." userId="6107559c-c399-4371-a23a-d124d3599f82" providerId="ADAL" clId="{624DAD03-7EA8-480C-BE9E-52E579F4DA96}" dt="2022-09-03T23:54:28.598" v="4279" actId="108"/>
        <pc:sldMkLst>
          <pc:docMk/>
          <pc:sldMk cId="925331773" sldId="885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955120288" sldId="886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087940803" sldId="88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871064877" sldId="889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4024030594" sldId="890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465591615" sldId="891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790269909" sldId="892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938246996" sldId="893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841876529" sldId="89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518130490" sldId="89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905259575" sldId="896"/>
        </pc:sldMkLst>
      </pc:sldChg>
      <pc:sldChg chg="modSp add mod">
        <pc:chgData name="Jaime De Leon R." userId="6107559c-c399-4371-a23a-d124d3599f82" providerId="ADAL" clId="{624DAD03-7EA8-480C-BE9E-52E579F4DA96}" dt="2022-08-17T02:24:43.577" v="3865" actId="14100"/>
        <pc:sldMkLst>
          <pc:docMk/>
          <pc:sldMk cId="3856922535" sldId="897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406619845" sldId="898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875255785" sldId="903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509020533" sldId="904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961314543" sldId="905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088825310" sldId="906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076383956" sldId="907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522499914" sldId="908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771181928" sldId="1012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1844813317" sldId="1013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2846474640" sldId="1014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26572101" sldId="1015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2190756514" sldId="1016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3215790978" sldId="1017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3490403558" sldId="1018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4159337826" sldId="1021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2987918989" sldId="1022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2647351409" sldId="1023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1803935185" sldId="1024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1624870237" sldId="1025"/>
        </pc:sldMkLst>
      </pc:sldChg>
      <pc:sldChg chg="add">
        <pc:chgData name="Jaime De Leon R." userId="6107559c-c399-4371-a23a-d124d3599f82" providerId="ADAL" clId="{624DAD03-7EA8-480C-BE9E-52E579F4DA96}" dt="2022-08-31T02:58:21.251" v="4015"/>
        <pc:sldMkLst>
          <pc:docMk/>
          <pc:sldMk cId="2221305419" sldId="1029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709861828" sldId="1031"/>
        </pc:sldMkLst>
      </pc:sldChg>
      <pc:sldChg chg="modSp add mod">
        <pc:chgData name="Jaime De Leon R." userId="6107559c-c399-4371-a23a-d124d3599f82" providerId="ADAL" clId="{624DAD03-7EA8-480C-BE9E-52E579F4DA96}" dt="2022-08-31T02:59:25.989" v="4041" actId="108"/>
        <pc:sldMkLst>
          <pc:docMk/>
          <pc:sldMk cId="4136633321" sldId="1032"/>
        </pc:sldMkLst>
      </pc:sldChg>
      <pc:sldChg chg="delSp add mod">
        <pc:chgData name="Jaime De Leon R." userId="6107559c-c399-4371-a23a-d124d3599f82" providerId="ADAL" clId="{624DAD03-7EA8-480C-BE9E-52E579F4DA96}" dt="2022-08-17T02:13:24.012" v="3817" actId="478"/>
        <pc:sldMkLst>
          <pc:docMk/>
          <pc:sldMk cId="1279114899" sldId="1033"/>
        </pc:sldMkLst>
      </pc:sldChg>
      <pc:sldChg chg="add del">
        <pc:chgData name="Jaime De Leon R." userId="6107559c-c399-4371-a23a-d124d3599f82" providerId="ADAL" clId="{624DAD03-7EA8-480C-BE9E-52E579F4DA96}" dt="2022-08-17T02:33:41.768" v="3883" actId="47"/>
        <pc:sldMkLst>
          <pc:docMk/>
          <pc:sldMk cId="1201069147" sldId="1037"/>
        </pc:sldMkLst>
      </pc:sldChg>
      <pc:sldChg chg="add del">
        <pc:chgData name="Jaime De Leon R." userId="6107559c-c399-4371-a23a-d124d3599f82" providerId="ADAL" clId="{624DAD03-7EA8-480C-BE9E-52E579F4DA96}" dt="2022-08-17T02:21:31.528" v="3840" actId="47"/>
        <pc:sldMkLst>
          <pc:docMk/>
          <pc:sldMk cId="1829367851" sldId="1045"/>
        </pc:sldMkLst>
      </pc:sldChg>
      <pc:sldChg chg="add del">
        <pc:chgData name="Jaime De Leon R." userId="6107559c-c399-4371-a23a-d124d3599f82" providerId="ADAL" clId="{624DAD03-7EA8-480C-BE9E-52E579F4DA96}" dt="2022-08-17T02:21:32.587" v="3841" actId="47"/>
        <pc:sldMkLst>
          <pc:docMk/>
          <pc:sldMk cId="3985089895" sldId="1046"/>
        </pc:sldMkLst>
      </pc:sldChg>
      <pc:sldChg chg="add del">
        <pc:chgData name="Jaime De Leon R." userId="6107559c-c399-4371-a23a-d124d3599f82" providerId="ADAL" clId="{624DAD03-7EA8-480C-BE9E-52E579F4DA96}" dt="2022-08-17T02:21:33.569" v="3842" actId="47"/>
        <pc:sldMkLst>
          <pc:docMk/>
          <pc:sldMk cId="2947988180" sldId="104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3312508792" sldId="1053"/>
        </pc:sldMkLst>
      </pc:sldChg>
      <pc:sldChg chg="modSp add">
        <pc:chgData name="Jaime De Leon R." userId="6107559c-c399-4371-a23a-d124d3599f82" providerId="ADAL" clId="{624DAD03-7EA8-480C-BE9E-52E579F4DA96}" dt="2022-08-17T01:53:06.707" v="2932" actId="20577"/>
        <pc:sldMkLst>
          <pc:docMk/>
          <pc:sldMk cId="2780116971" sldId="1054"/>
        </pc:sldMkLst>
      </pc:sldChg>
      <pc:sldChg chg="delSp modSp add mod">
        <pc:chgData name="Jaime De Leon R." userId="6107559c-c399-4371-a23a-d124d3599f82" providerId="ADAL" clId="{624DAD03-7EA8-480C-BE9E-52E579F4DA96}" dt="2022-08-31T03:04:21.498" v="4078" actId="1076"/>
        <pc:sldMkLst>
          <pc:docMk/>
          <pc:sldMk cId="1168541120" sldId="1056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2019879547" sldId="1057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36681302" sldId="1058"/>
        </pc:sldMkLst>
      </pc:sldChg>
      <pc:sldChg chg="modSp add">
        <pc:chgData name="Jaime De Leon R." userId="6107559c-c399-4371-a23a-d124d3599f82" providerId="ADAL" clId="{624DAD03-7EA8-480C-BE9E-52E579F4DA96}" dt="2022-08-31T03:06:19.487" v="4089" actId="20577"/>
        <pc:sldMkLst>
          <pc:docMk/>
          <pc:sldMk cId="1856274611" sldId="1059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091344353" sldId="1060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851168358" sldId="1061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3117115288" sldId="1071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3407467417" sldId="1074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4242786788" sldId="1075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3848793354" sldId="1076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1883030252" sldId="107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519421820" sldId="1079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1771562561" sldId="108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625738218" sldId="1081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193202996" sldId="1082"/>
        </pc:sldMkLst>
      </pc:sldChg>
      <pc:sldChg chg="add del">
        <pc:chgData name="Jaime De Leon R." userId="6107559c-c399-4371-a23a-d124d3599f82" providerId="ADAL" clId="{624DAD03-7EA8-480C-BE9E-52E579F4DA96}" dt="2022-09-03T23:44:56.337" v="4107" actId="47"/>
        <pc:sldMkLst>
          <pc:docMk/>
          <pc:sldMk cId="1207818722" sldId="1083"/>
        </pc:sldMkLst>
      </pc:sldChg>
      <pc:sldChg chg="add del">
        <pc:chgData name="Jaime De Leon R." userId="6107559c-c399-4371-a23a-d124d3599f82" providerId="ADAL" clId="{624DAD03-7EA8-480C-BE9E-52E579F4DA96}" dt="2022-09-03T23:52:58.104" v="4207" actId="47"/>
        <pc:sldMkLst>
          <pc:docMk/>
          <pc:sldMk cId="3766929735" sldId="1084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297052082" sldId="1085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760366077" sldId="1086"/>
        </pc:sldMkLst>
      </pc:sldChg>
      <pc:sldChg chg="add del">
        <pc:chgData name="Jaime De Leon R." userId="6107559c-c399-4371-a23a-d124d3599f82" providerId="ADAL" clId="{624DAD03-7EA8-480C-BE9E-52E579F4DA96}" dt="2022-09-03T23:57:29.729" v="4283" actId="47"/>
        <pc:sldMkLst>
          <pc:docMk/>
          <pc:sldMk cId="234189163" sldId="1087"/>
        </pc:sldMkLst>
      </pc:sldChg>
      <pc:sldChg chg="add del">
        <pc:chgData name="Jaime De Leon R." userId="6107559c-c399-4371-a23a-d124d3599f82" providerId="ADAL" clId="{624DAD03-7EA8-480C-BE9E-52E579F4DA96}" dt="2022-09-03T23:52:52.506" v="4206" actId="47"/>
        <pc:sldMkLst>
          <pc:docMk/>
          <pc:sldMk cId="1248837788" sldId="1099"/>
        </pc:sldMkLst>
      </pc:sldChg>
      <pc:sldChg chg="add del">
        <pc:chgData name="Jaime De Leon R." userId="6107559c-c399-4371-a23a-d124d3599f82" providerId="ADAL" clId="{624DAD03-7EA8-480C-BE9E-52E579F4DA96}" dt="2022-08-17T02:17:03.314" v="3823" actId="47"/>
        <pc:sldMkLst>
          <pc:docMk/>
          <pc:sldMk cId="2764325255" sldId="1101"/>
        </pc:sldMkLst>
      </pc:sldChg>
      <pc:sldChg chg="add del">
        <pc:chgData name="Jaime De Leon R." userId="6107559c-c399-4371-a23a-d124d3599f82" providerId="ADAL" clId="{624DAD03-7EA8-480C-BE9E-52E579F4DA96}" dt="2022-08-17T02:26:41.849" v="3870" actId="47"/>
        <pc:sldMkLst>
          <pc:docMk/>
          <pc:sldMk cId="473602114" sldId="1102"/>
        </pc:sldMkLst>
      </pc:sldChg>
      <pc:sldChg chg="add del">
        <pc:chgData name="Jaime De Leon R." userId="6107559c-c399-4371-a23a-d124d3599f82" providerId="ADAL" clId="{624DAD03-7EA8-480C-BE9E-52E579F4DA96}" dt="2022-10-03T03:35:31.970" v="4285" actId="47"/>
        <pc:sldMkLst>
          <pc:docMk/>
          <pc:sldMk cId="3614278903" sldId="1103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3094466389" sldId="1104"/>
        </pc:sldMkLst>
      </pc:sldChg>
      <pc:sldChg chg="add del">
        <pc:chgData name="Jaime De Leon R." userId="6107559c-c399-4371-a23a-d124d3599f82" providerId="ADAL" clId="{624DAD03-7EA8-480C-BE9E-52E579F4DA96}" dt="2022-10-23T23:39:01.545" v="6943" actId="47"/>
        <pc:sldMkLst>
          <pc:docMk/>
          <pc:sldMk cId="93087377" sldId="1106"/>
        </pc:sldMkLst>
      </pc:sldChg>
      <pc:sldChg chg="add del">
        <pc:chgData name="Jaime De Leon R." userId="6107559c-c399-4371-a23a-d124d3599f82" providerId="ADAL" clId="{624DAD03-7EA8-480C-BE9E-52E579F4DA96}" dt="2022-10-23T23:38:25.403" v="6942" actId="47"/>
        <pc:sldMkLst>
          <pc:docMk/>
          <pc:sldMk cId="121888745" sldId="1107"/>
        </pc:sldMkLst>
      </pc:sldChg>
      <pc:sldChg chg="add del">
        <pc:chgData name="Jaime De Leon R." userId="6107559c-c399-4371-a23a-d124d3599f82" providerId="ADAL" clId="{624DAD03-7EA8-480C-BE9E-52E579F4DA96}" dt="2022-09-03T23:36:23.422" v="4105" actId="47"/>
        <pc:sldMkLst>
          <pc:docMk/>
          <pc:sldMk cId="1074775438" sldId="1109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1442816669" sldId="1110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1997514224" sldId="1111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1612723752" sldId="1112"/>
        </pc:sldMkLst>
      </pc:sldChg>
      <pc:sldChg chg="delSp modSp add mod">
        <pc:chgData name="Jaime De Leon R." userId="6107559c-c399-4371-a23a-d124d3599f82" providerId="ADAL" clId="{624DAD03-7EA8-480C-BE9E-52E579F4DA96}" dt="2022-08-31T03:01:57.397" v="4069" actId="1076"/>
        <pc:sldMkLst>
          <pc:docMk/>
          <pc:sldMk cId="3556707947" sldId="1117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559932029" sldId="1125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798642139" sldId="1126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51215994" sldId="1127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568955400" sldId="1128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909437640" sldId="1129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3417948627" sldId="1130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3742745074" sldId="1131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221316993" sldId="1132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616309294" sldId="1133"/>
        </pc:sldMkLst>
      </pc:sldChg>
      <pc:sldChg chg="add del">
        <pc:chgData name="Jaime De Leon R." userId="6107559c-c399-4371-a23a-d124d3599f82" providerId="ADAL" clId="{624DAD03-7EA8-480C-BE9E-52E579F4DA96}" dt="2022-08-17T02:33:41.768" v="3883" actId="47"/>
        <pc:sldMkLst>
          <pc:docMk/>
          <pc:sldMk cId="2438673161" sldId="1136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2187702875" sldId="1144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161649281" sldId="1148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360022230" sldId="1150"/>
        </pc:sldMkLst>
      </pc:sldChg>
      <pc:sldChg chg="add">
        <pc:chgData name="Jaime De Leon R." userId="6107559c-c399-4371-a23a-d124d3599f82" providerId="ADAL" clId="{624DAD03-7EA8-480C-BE9E-52E579F4DA96}" dt="2022-08-31T02:58:21.251" v="4015"/>
        <pc:sldMkLst>
          <pc:docMk/>
          <pc:sldMk cId="83138292" sldId="1152"/>
        </pc:sldMkLst>
      </pc:sldChg>
      <pc:sldChg chg="add">
        <pc:chgData name="Jaime De Leon R." userId="6107559c-c399-4371-a23a-d124d3599f82" providerId="ADAL" clId="{624DAD03-7EA8-480C-BE9E-52E579F4DA96}" dt="2022-08-31T03:13:04.878" v="4100"/>
        <pc:sldMkLst>
          <pc:docMk/>
          <pc:sldMk cId="2750197738" sldId="1153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2858935070" sldId="1154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3985092860" sldId="1155"/>
        </pc:sldMkLst>
      </pc:sldChg>
      <pc:sldChg chg="addSp modSp add mod">
        <pc:chgData name="Jaime De Leon R." userId="6107559c-c399-4371-a23a-d124d3599f82" providerId="ADAL" clId="{624DAD03-7EA8-480C-BE9E-52E579F4DA96}" dt="2022-08-17T01:45:28.207" v="2879" actId="20577"/>
        <pc:sldMkLst>
          <pc:docMk/>
          <pc:sldMk cId="339359526" sldId="1159"/>
        </pc:sldMkLst>
      </pc:sldChg>
      <pc:sldChg chg="add del">
        <pc:chgData name="Jaime De Leon R." userId="6107559c-c399-4371-a23a-d124d3599f82" providerId="ADAL" clId="{624DAD03-7EA8-480C-BE9E-52E579F4DA96}" dt="2022-08-17T01:45:32.927" v="2881" actId="47"/>
        <pc:sldMkLst>
          <pc:docMk/>
          <pc:sldMk cId="2911345982" sldId="1160"/>
        </pc:sldMkLst>
      </pc:sldChg>
      <pc:sldChg chg="modSp add mod">
        <pc:chgData name="Jaime De Leon R." userId="6107559c-c399-4371-a23a-d124d3599f82" providerId="ADAL" clId="{624DAD03-7EA8-480C-BE9E-52E579F4DA96}" dt="2022-08-17T02:02:56.592" v="3760" actId="113"/>
        <pc:sldMkLst>
          <pc:docMk/>
          <pc:sldMk cId="2588430726" sldId="1161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703692973" sldId="1163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390468811" sldId="1166"/>
        </pc:sldMkLst>
      </pc:sldChg>
      <pc:sldChg chg="modSp add mod modAnim">
        <pc:chgData name="Jaime De Leon R." userId="6107559c-c399-4371-a23a-d124d3599f82" providerId="ADAL" clId="{624DAD03-7EA8-480C-BE9E-52E579F4DA96}" dt="2022-08-14T22:08:57.429" v="2737"/>
        <pc:sldMkLst>
          <pc:docMk/>
          <pc:sldMk cId="1709013837" sldId="1167"/>
        </pc:sldMkLst>
      </pc:sldChg>
      <pc:sldChg chg="modSp add mod">
        <pc:chgData name="Jaime De Leon R." userId="6107559c-c399-4371-a23a-d124d3599f82" providerId="ADAL" clId="{624DAD03-7EA8-480C-BE9E-52E579F4DA96}" dt="2022-08-17T01:39:58.367" v="2857" actId="20577"/>
        <pc:sldMkLst>
          <pc:docMk/>
          <pc:sldMk cId="1434943166" sldId="1168"/>
        </pc:sldMkLst>
      </pc:sldChg>
      <pc:sldChg chg="modSp add del mod">
        <pc:chgData name="Jaime De Leon R." userId="6107559c-c399-4371-a23a-d124d3599f82" providerId="ADAL" clId="{624DAD03-7EA8-480C-BE9E-52E579F4DA96}" dt="2022-08-17T01:59:20.536" v="3554" actId="27636"/>
        <pc:sldMkLst>
          <pc:docMk/>
          <pc:sldMk cId="2506140518" sldId="1169"/>
        </pc:sldMkLst>
      </pc:sldChg>
      <pc:sldChg chg="add del">
        <pc:chgData name="Jaime De Leon R." userId="6107559c-c399-4371-a23a-d124d3599f82" providerId="ADAL" clId="{624DAD03-7EA8-480C-BE9E-52E579F4DA96}" dt="2022-08-17T01:52:16.796" v="2917" actId="47"/>
        <pc:sldMkLst>
          <pc:docMk/>
          <pc:sldMk cId="4029283122" sldId="1169"/>
        </pc:sldMkLst>
      </pc:sldChg>
      <pc:sldChg chg="modSp add mod">
        <pc:chgData name="Jaime De Leon R." userId="6107559c-c399-4371-a23a-d124d3599f82" providerId="ADAL" clId="{624DAD03-7EA8-480C-BE9E-52E579F4DA96}" dt="2022-08-17T02:08:57.959" v="3803" actId="6549"/>
        <pc:sldMkLst>
          <pc:docMk/>
          <pc:sldMk cId="3180307651" sldId="1170"/>
        </pc:sldMkLst>
      </pc:sldChg>
      <pc:sldChg chg="addSp delSp modSp add mod">
        <pc:chgData name="Jaime De Leon R." userId="6107559c-c399-4371-a23a-d124d3599f82" providerId="ADAL" clId="{624DAD03-7EA8-480C-BE9E-52E579F4DA96}" dt="2022-08-31T02:57:12.385" v="3994" actId="20577"/>
        <pc:sldMkLst>
          <pc:docMk/>
          <pc:sldMk cId="3045847813" sldId="1171"/>
        </pc:sldMkLst>
      </pc:sldChg>
      <pc:sldChg chg="modSp add mod">
        <pc:chgData name="Jaime De Leon R." userId="6107559c-c399-4371-a23a-d124d3599f82" providerId="ADAL" clId="{624DAD03-7EA8-480C-BE9E-52E579F4DA96}" dt="2022-08-31T02:58:05.697" v="4014" actId="20577"/>
        <pc:sldMkLst>
          <pc:docMk/>
          <pc:sldMk cId="890212291" sldId="1172"/>
        </pc:sldMkLst>
      </pc:sldChg>
      <pc:sldChg chg="addSp delSp modSp add mod">
        <pc:chgData name="Jaime De Leon R." userId="6107559c-c399-4371-a23a-d124d3599f82" providerId="ADAL" clId="{624DAD03-7EA8-480C-BE9E-52E579F4DA96}" dt="2022-10-05T03:28:08.104" v="5662" actId="313"/>
        <pc:sldMkLst>
          <pc:docMk/>
          <pc:sldMk cId="2281634523" sldId="1173"/>
        </pc:sldMkLst>
      </pc:sldChg>
      <pc:sldChg chg="addSp modSp add mod">
        <pc:chgData name="Jaime De Leon R." userId="6107559c-c399-4371-a23a-d124d3599f82" providerId="ADAL" clId="{624DAD03-7EA8-480C-BE9E-52E579F4DA96}" dt="2022-10-05T03:33:41.548" v="6009" actId="20577"/>
        <pc:sldMkLst>
          <pc:docMk/>
          <pc:sldMk cId="2008791679" sldId="1174"/>
        </pc:sldMkLst>
      </pc:sldChg>
      <pc:sldChg chg="addSp delSp modSp add mod">
        <pc:chgData name="Jaime De Leon R." userId="6107559c-c399-4371-a23a-d124d3599f82" providerId="ADAL" clId="{624DAD03-7EA8-480C-BE9E-52E579F4DA96}" dt="2022-10-05T03:40:37.106" v="6936" actId="20577"/>
        <pc:sldMkLst>
          <pc:docMk/>
          <pc:sldMk cId="2267628682" sldId="1175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149699690" sldId="1176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162640034" sldId="1177"/>
        </pc:sldMkLst>
      </pc:sldChg>
      <pc:sldMasterChg chg="setBg modSldLayout">
        <pc:chgData name="Jaime De Leon R." userId="6107559c-c399-4371-a23a-d124d3599f82" providerId="ADAL" clId="{624DAD03-7EA8-480C-BE9E-52E579F4DA96}" dt="2022-08-14T20:32:07.668" v="11"/>
        <pc:sldMasterMkLst>
          <pc:docMk/>
          <pc:sldMasterMk cId="3467965346" sldId="2147483648"/>
        </pc:sldMasterMkLst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708897265" sldId="2147483649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05018455" sldId="2147483650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363376764" sldId="2147483651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486528371" sldId="2147483652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503281134" sldId="2147483653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3763891785" sldId="2147483654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228340060" sldId="2147483655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2021166046" sldId="2147483656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3831825981" sldId="2147483657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374907462" sldId="2147483658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075118286" sldId="2147483659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2966980" sldId="2147483660"/>
          </pc:sldLayoutMkLst>
        </pc:sldLayoutChg>
      </pc:sldMasterChg>
    </pc:docChg>
  </pc:docChgLst>
  <pc:docChgLst>
    <pc:chgData name="Jaime De León R." userId="6107559c-c399-4371-a23a-d124d3599f82" providerId="ADAL" clId="{E21D7218-B90E-4FE7-9059-6757067B6994}"/>
    <pc:docChg chg="delSld modSld delSection modSection">
      <pc:chgData name="Jaime De León R." userId="6107559c-c399-4371-a23a-d124d3599f82" providerId="ADAL" clId="{E21D7218-B90E-4FE7-9059-6757067B6994}" dt="2025-02-05T05:22:48.831" v="20" actId="47"/>
      <pc:docMkLst>
        <pc:docMk/>
      </pc:docMkLst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241727980" sldId="26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922173833" sldId="265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4145090948" sldId="26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566961134" sldId="267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795566268" sldId="26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870438126" sldId="269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425818223" sldId="270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688606035" sldId="27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254463813" sldId="27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4161700530" sldId="273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4223697094" sldId="277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355870206" sldId="27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87824539" sldId="28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289937686" sldId="28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074402129" sldId="283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910813914" sldId="284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447105805" sldId="285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144196958" sldId="28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86966100" sldId="287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49950726" sldId="289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653561584" sldId="290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695483299" sldId="29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563003898" sldId="29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4035005942" sldId="293"/>
        </pc:sldMkLst>
      </pc:sldChg>
      <pc:sldChg chg="modSp mod">
        <pc:chgData name="Jaime De León R." userId="6107559c-c399-4371-a23a-d124d3599f82" providerId="ADAL" clId="{E21D7218-B90E-4FE7-9059-6757067B6994}" dt="2025-02-05T05:15:02.101" v="8" actId="6549"/>
        <pc:sldMkLst>
          <pc:docMk/>
          <pc:sldMk cId="999959553" sldId="294"/>
        </pc:sldMkLst>
        <pc:spChg chg="mod">
          <ac:chgData name="Jaime De León R." userId="6107559c-c399-4371-a23a-d124d3599f82" providerId="ADAL" clId="{E21D7218-B90E-4FE7-9059-6757067B6994}" dt="2025-02-05T05:14:41.401" v="7" actId="20577"/>
          <ac:spMkLst>
            <pc:docMk/>
            <pc:sldMk cId="999959553" sldId="294"/>
            <ac:spMk id="2" creationId="{00000000-0000-0000-0000-000000000000}"/>
          </ac:spMkLst>
        </pc:spChg>
        <pc:spChg chg="mod">
          <ac:chgData name="Jaime De León R." userId="6107559c-c399-4371-a23a-d124d3599f82" providerId="ADAL" clId="{E21D7218-B90E-4FE7-9059-6757067B6994}" dt="2025-02-05T05:15:02.101" v="8" actId="6549"/>
          <ac:spMkLst>
            <pc:docMk/>
            <pc:sldMk cId="999959553" sldId="294"/>
            <ac:spMk id="3" creationId="{00000000-0000-0000-0000-000000000000}"/>
          </ac:spMkLst>
        </pc:spChg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616470979" sldId="300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865739838" sldId="30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382471733" sldId="303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67535930" sldId="304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668757621" sldId="30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664877058" sldId="307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971763272" sldId="30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420987737" sldId="31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137667935" sldId="314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503203228" sldId="31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4590595" sldId="31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150554517" sldId="320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819095824" sldId="32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4042867306" sldId="32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332888680" sldId="323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152731620" sldId="32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686665196" sldId="327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546969528" sldId="347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205869130" sldId="34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735679493" sldId="35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742807660" sldId="35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23055893" sldId="354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678257050" sldId="365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1277356105" sldId="374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497272868" sldId="38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386409064" sldId="38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599487150" sldId="387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593545731" sldId="38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244492029" sldId="39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4261674931" sldId="400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021128866" sldId="40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895153731" sldId="410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57673805" sldId="41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947409020" sldId="413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161278979" sldId="414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433807191" sldId="415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04824926" sldId="41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694796887" sldId="417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474815436" sldId="41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374858202" sldId="419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4180148278" sldId="420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718120447" sldId="42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44863327" sldId="42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145432329" sldId="47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663798520" sldId="479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462731453" sldId="481"/>
        </pc:sldMkLst>
      </pc:sldChg>
      <pc:sldChg chg="modSp mod">
        <pc:chgData name="Jaime De León R." userId="6107559c-c399-4371-a23a-d124d3599f82" providerId="ADAL" clId="{E21D7218-B90E-4FE7-9059-6757067B6994}" dt="2025-02-05T05:14:35.727" v="3" actId="20577"/>
        <pc:sldMkLst>
          <pc:docMk/>
          <pc:sldMk cId="4189862585" sldId="482"/>
        </pc:sldMkLst>
        <pc:spChg chg="mod">
          <ac:chgData name="Jaime De León R." userId="6107559c-c399-4371-a23a-d124d3599f82" providerId="ADAL" clId="{E21D7218-B90E-4FE7-9059-6757067B6994}" dt="2025-02-05T05:14:35.727" v="3" actId="20577"/>
          <ac:spMkLst>
            <pc:docMk/>
            <pc:sldMk cId="4189862585" sldId="482"/>
            <ac:spMk id="2" creationId="{00000000-0000-0000-0000-000000000000}"/>
          </ac:spMkLst>
        </pc:spChg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951087899" sldId="48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416880312" sldId="49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517281974" sldId="49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937108243" sldId="493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548095864" sldId="494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777280832" sldId="495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409308896" sldId="49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728477071" sldId="497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000131124" sldId="50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532176277" sldId="50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53805024" sldId="504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179121111" sldId="505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334826352" sldId="50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941836137" sldId="509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845791806" sldId="51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106223292" sldId="51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159693743" sldId="514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3839550423" sldId="583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1925147524" sldId="584"/>
        </pc:sldMkLst>
      </pc:sldChg>
      <pc:sldChg chg="del">
        <pc:chgData name="Jaime De León R." userId="6107559c-c399-4371-a23a-d124d3599f82" providerId="ADAL" clId="{E21D7218-B90E-4FE7-9059-6757067B6994}" dt="2025-02-05T05:22:37.177" v="19" actId="47"/>
        <pc:sldMkLst>
          <pc:docMk/>
          <pc:sldMk cId="542142539" sldId="585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2568195192" sldId="586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1294181688" sldId="588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3649188670" sldId="590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152362892" sldId="591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4145769165" sldId="592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1999238543" sldId="593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4027041471" sldId="594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1170472305" sldId="595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119994796" sldId="596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2310703351" sldId="597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472173274" sldId="599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1190243216" sldId="600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4048834710" sldId="603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2002411937" sldId="604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1681670386" sldId="659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966110655" sldId="688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2457637234" sldId="689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305992654" sldId="693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808898665" sldId="694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492453517" sldId="69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79094115" sldId="697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078290383" sldId="70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060920276" sldId="70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207716749" sldId="705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021828446" sldId="707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1058466418" sldId="719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1926229604" sldId="728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3351641799" sldId="730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3108000985" sldId="741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1549180168" sldId="742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1567137301" sldId="753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1667395908" sldId="754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2524261736" sldId="75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09315005" sldId="794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4047069567" sldId="795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571127477" sldId="79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186854291" sldId="79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284881780" sldId="804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032856674" sldId="814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822013254" sldId="815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017691966" sldId="82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89533421" sldId="827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4198439349" sldId="82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253811788" sldId="83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303947411" sldId="84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667041698" sldId="84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888963773" sldId="849"/>
        </pc:sldMkLst>
      </pc:sldChg>
      <pc:sldChg chg="modSp">
        <pc:chgData name="Jaime De León R." userId="6107559c-c399-4371-a23a-d124d3599f82" providerId="ADAL" clId="{E21D7218-B90E-4FE7-9059-6757067B6994}" dt="2025-02-05T05:21:04.246" v="14" actId="20577"/>
        <pc:sldMkLst>
          <pc:docMk/>
          <pc:sldMk cId="3406399862" sldId="881"/>
        </pc:sldMkLst>
        <pc:graphicFrameChg chg="mod">
          <ac:chgData name="Jaime De León R." userId="6107559c-c399-4371-a23a-d124d3599f82" providerId="ADAL" clId="{E21D7218-B90E-4FE7-9059-6757067B6994}" dt="2025-02-05T05:21:04.246" v="14" actId="20577"/>
          <ac:graphicFrameMkLst>
            <pc:docMk/>
            <pc:sldMk cId="3406399862" sldId="881"/>
            <ac:graphicFrameMk id="4" creationId="{00000000-0000-0000-0000-000000000000}"/>
          </ac:graphicFrameMkLst>
        </pc:graphicFrameChg>
      </pc:sldChg>
      <pc:sldChg chg="modSp">
        <pc:chgData name="Jaime De León R." userId="6107559c-c399-4371-a23a-d124d3599f82" providerId="ADAL" clId="{E21D7218-B90E-4FE7-9059-6757067B6994}" dt="2025-02-05T05:21:36.428" v="17" actId="20577"/>
        <pc:sldMkLst>
          <pc:docMk/>
          <pc:sldMk cId="1023667642" sldId="883"/>
        </pc:sldMkLst>
        <pc:graphicFrameChg chg="mod">
          <ac:chgData name="Jaime De León R." userId="6107559c-c399-4371-a23a-d124d3599f82" providerId="ADAL" clId="{E21D7218-B90E-4FE7-9059-6757067B6994}" dt="2025-02-05T05:21:36.428" v="17" actId="20577"/>
          <ac:graphicFrameMkLst>
            <pc:docMk/>
            <pc:sldMk cId="1023667642" sldId="883"/>
            <ac:graphicFrameMk id="4" creationId="{00000000-0000-0000-0000-000000000000}"/>
          </ac:graphicFrameMkLst>
        </pc:graphicFrameChg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871064877" sldId="889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4024030594" sldId="890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465591615" sldId="89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790269909" sldId="89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938246996" sldId="893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841876529" sldId="894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518130490" sldId="895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905259575" sldId="89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856922535" sldId="897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406619845" sldId="89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522499914" sldId="90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771181928" sldId="101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844813317" sldId="1013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2846474640" sldId="1014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2987918989" sldId="1022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2647351409" sldId="1023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1803935185" sldId="1024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1624870237" sldId="1025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221305419" sldId="1029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2709861828" sldId="103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4136633321" sldId="103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279114899" sldId="1033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312508792" sldId="1053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780116971" sldId="1054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168541120" sldId="105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856274611" sldId="1059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091344353" sldId="1060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519421820" sldId="1079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625738218" sldId="108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556707947" sldId="1117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1559932029" sldId="1125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1798642139" sldId="1126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151215994" sldId="1127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2568955400" sldId="1128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909437640" sldId="1129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3417948627" sldId="1130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3742745074" sldId="1131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1221316993" sldId="1132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616309294" sldId="1133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1161649281" sldId="1148"/>
        </pc:sldMkLst>
      </pc:sldChg>
      <pc:sldChg chg="del">
        <pc:chgData name="Jaime De León R." userId="6107559c-c399-4371-a23a-d124d3599f82" providerId="ADAL" clId="{E21D7218-B90E-4FE7-9059-6757067B6994}" dt="2025-02-05T05:22:34.516" v="18" actId="47"/>
        <pc:sldMkLst>
          <pc:docMk/>
          <pc:sldMk cId="360022230" sldId="1150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83138292" sldId="1152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750197738" sldId="1153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3985092860" sldId="1155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39359526" sldId="1159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588430726" sldId="1161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1703692973" sldId="1163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90468811" sldId="1166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709013837" sldId="1167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1434943166" sldId="1168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2506140518" sldId="1169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180307651" sldId="1170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3045847813" sldId="1171"/>
        </pc:sldMkLst>
      </pc:sldChg>
      <pc:sldChg chg="del">
        <pc:chgData name="Jaime De León R." userId="6107559c-c399-4371-a23a-d124d3599f82" providerId="ADAL" clId="{E21D7218-B90E-4FE7-9059-6757067B6994}" dt="2025-02-05T05:14:27.573" v="0" actId="47"/>
        <pc:sldMkLst>
          <pc:docMk/>
          <pc:sldMk cId="890212291" sldId="1172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1149699690" sldId="1176"/>
        </pc:sldMkLst>
      </pc:sldChg>
      <pc:sldChg chg="del">
        <pc:chgData name="Jaime De León R." userId="6107559c-c399-4371-a23a-d124d3599f82" providerId="ADAL" clId="{E21D7218-B90E-4FE7-9059-6757067B6994}" dt="2025-02-05T05:22:48.831" v="20" actId="47"/>
        <pc:sldMkLst>
          <pc:docMk/>
          <pc:sldMk cId="2162640034" sldId="1177"/>
        </pc:sldMkLst>
      </pc:sldChg>
      <pc:sldMasterChg chg="delSldLayout">
        <pc:chgData name="Jaime De León R." userId="6107559c-c399-4371-a23a-d124d3599f82" providerId="ADAL" clId="{E21D7218-B90E-4FE7-9059-6757067B6994}" dt="2025-02-05T05:14:27.573" v="0" actId="47"/>
        <pc:sldMasterMkLst>
          <pc:docMk/>
          <pc:sldMasterMk cId="3467965346" sldId="2147483648"/>
        </pc:sldMasterMkLst>
        <pc:sldLayoutChg chg="del">
          <pc:chgData name="Jaime De León R." userId="6107559c-c399-4371-a23a-d124d3599f82" providerId="ADAL" clId="{E21D7218-B90E-4FE7-9059-6757067B6994}" dt="2025-02-05T05:14:27.573" v="0" actId="47"/>
          <pc:sldLayoutMkLst>
            <pc:docMk/>
            <pc:sldMasterMk cId="3467965346" sldId="2147483648"/>
            <pc:sldLayoutMk cId="12966980" sldId="2147483660"/>
          </pc:sldLayoutMkLst>
        </pc:sldLayoutChg>
        <pc:sldLayoutChg chg="del">
          <pc:chgData name="Jaime De León R." userId="6107559c-c399-4371-a23a-d124d3599f82" providerId="ADAL" clId="{E21D7218-B90E-4FE7-9059-6757067B6994}" dt="2025-02-05T05:14:27.573" v="0" actId="47"/>
          <pc:sldLayoutMkLst>
            <pc:docMk/>
            <pc:sldMasterMk cId="3467965346" sldId="2147483648"/>
            <pc:sldLayoutMk cId="2625784832" sldId="2147483661"/>
          </pc:sldLayoutMkLst>
        </pc:sldLayoutChg>
      </pc:sldMasterChg>
    </pc:docChg>
  </pc:docChgLst>
  <pc:docChgLst>
    <pc:chgData name="Jaime De Leon R." userId="6107559c-c399-4371-a23a-d124d3599f82" providerId="ADAL" clId="{283FBDD0-05BE-433C-84D7-7A25FC83E3D0}"/>
    <pc:docChg chg="modSld">
      <pc:chgData name="Jaime De Leon R." userId="6107559c-c399-4371-a23a-d124d3599f82" providerId="ADAL" clId="{283FBDD0-05BE-433C-84D7-7A25FC83E3D0}" dt="2022-06-10T16:42:10.344" v="32" actId="20577"/>
      <pc:docMkLst>
        <pc:docMk/>
      </pc:docMkLst>
      <pc:sldChg chg="modSp mod">
        <pc:chgData name="Jaime De Leon R." userId="6107559c-c399-4371-a23a-d124d3599f82" providerId="ADAL" clId="{283FBDD0-05BE-433C-84D7-7A25FC83E3D0}" dt="2022-06-10T16:42:10.344" v="32" actId="20577"/>
        <pc:sldMkLst>
          <pc:docMk/>
          <pc:sldMk cId="2100704877" sldId="34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B14150-7338-4A3B-92E4-D96D614B213C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AF29EB35-88AA-4607-B93B-9607414A0BBA}">
      <dgm:prSet phldrT="[Texto]" custT="1"/>
      <dgm:spPr>
        <a:solidFill>
          <a:srgbClr val="00B0F0"/>
        </a:solidFill>
        <a:ln>
          <a:solidFill>
            <a:srgbClr val="00B0F0"/>
          </a:solidFill>
        </a:ln>
      </dgm:spPr>
      <dgm:t>
        <a:bodyPr/>
        <a:lstStyle/>
        <a:p>
          <a:r>
            <a:rPr lang="es-MX" sz="1800" dirty="0"/>
            <a:t>Deducciones</a:t>
          </a:r>
        </a:p>
        <a:p>
          <a:r>
            <a:rPr lang="es-MX" sz="1400" dirty="0"/>
            <a:t>LISR 25</a:t>
          </a:r>
        </a:p>
      </dgm:t>
    </dgm:pt>
    <dgm:pt modelId="{95D542C0-C283-4B5D-9BF8-5480C0010168}" type="parTrans" cxnId="{B06AC1C0-B2A9-4CB4-BB95-6CD3E5830AB4}">
      <dgm:prSet/>
      <dgm:spPr/>
      <dgm:t>
        <a:bodyPr/>
        <a:lstStyle/>
        <a:p>
          <a:endParaRPr lang="es-MX"/>
        </a:p>
      </dgm:t>
    </dgm:pt>
    <dgm:pt modelId="{F9993236-6A18-43DD-B39F-06751928DDC9}" type="sibTrans" cxnId="{B06AC1C0-B2A9-4CB4-BB95-6CD3E5830AB4}">
      <dgm:prSet/>
      <dgm:spPr/>
      <dgm:t>
        <a:bodyPr/>
        <a:lstStyle/>
        <a:p>
          <a:endParaRPr lang="es-MX"/>
        </a:p>
      </dgm:t>
    </dgm:pt>
    <dgm:pt modelId="{DCE0D4F2-7597-4FE8-B108-8630FD350893}">
      <dgm:prSet phldrT="[Texto]"/>
      <dgm:spPr/>
      <dgm:t>
        <a:bodyPr/>
        <a:lstStyle/>
        <a:p>
          <a:r>
            <a:rPr lang="es-MX" dirty="0"/>
            <a:t>Devoluciones y Descuentos</a:t>
          </a:r>
        </a:p>
      </dgm:t>
    </dgm:pt>
    <dgm:pt modelId="{33F8AA5A-E21F-4230-B2CB-053BEE006583}" type="parTrans" cxnId="{AA11002B-C0BD-49BE-970F-A1E1E1D47B73}">
      <dgm:prSet/>
      <dgm:spPr/>
      <dgm:t>
        <a:bodyPr/>
        <a:lstStyle/>
        <a:p>
          <a:endParaRPr lang="es-MX"/>
        </a:p>
      </dgm:t>
    </dgm:pt>
    <dgm:pt modelId="{7748C8B0-267F-4612-B176-CA964527B3FF}" type="sibTrans" cxnId="{AA11002B-C0BD-49BE-970F-A1E1E1D47B73}">
      <dgm:prSet/>
      <dgm:spPr/>
      <dgm:t>
        <a:bodyPr/>
        <a:lstStyle/>
        <a:p>
          <a:endParaRPr lang="es-MX"/>
        </a:p>
      </dgm:t>
    </dgm:pt>
    <dgm:pt modelId="{7285C6EA-C2F9-46DB-A01E-E562751BD352}">
      <dgm:prSet phldrT="[Texto]"/>
      <dgm:spPr/>
      <dgm:t>
        <a:bodyPr/>
        <a:lstStyle/>
        <a:p>
          <a:r>
            <a:rPr lang="es-MX" dirty="0"/>
            <a:t>Costo de Ventas</a:t>
          </a:r>
        </a:p>
      </dgm:t>
    </dgm:pt>
    <dgm:pt modelId="{357EFCCE-18D4-4058-9082-4C37B55BB610}" type="parTrans" cxnId="{0AE01AD5-1D5B-4554-B0BF-175E3D08D4C6}">
      <dgm:prSet/>
      <dgm:spPr/>
      <dgm:t>
        <a:bodyPr/>
        <a:lstStyle/>
        <a:p>
          <a:endParaRPr lang="es-MX"/>
        </a:p>
      </dgm:t>
    </dgm:pt>
    <dgm:pt modelId="{D2F23CA3-9DE1-46CE-A3F3-7B1081C5A569}" type="sibTrans" cxnId="{0AE01AD5-1D5B-4554-B0BF-175E3D08D4C6}">
      <dgm:prSet/>
      <dgm:spPr/>
      <dgm:t>
        <a:bodyPr/>
        <a:lstStyle/>
        <a:p>
          <a:endParaRPr lang="es-MX"/>
        </a:p>
      </dgm:t>
    </dgm:pt>
    <dgm:pt modelId="{2D7F0745-223F-45D6-B4BE-CBC4882BBB35}">
      <dgm:prSet phldrT="[Texto]"/>
      <dgm:spPr/>
      <dgm:t>
        <a:bodyPr/>
        <a:lstStyle/>
        <a:p>
          <a:r>
            <a:rPr lang="es-MX" dirty="0"/>
            <a:t>Gastos</a:t>
          </a:r>
        </a:p>
      </dgm:t>
    </dgm:pt>
    <dgm:pt modelId="{1043547C-7BED-4DC5-8AB3-01B7863AA280}" type="parTrans" cxnId="{18DBD13D-9640-44BA-BBA4-9D64FD43508F}">
      <dgm:prSet/>
      <dgm:spPr/>
      <dgm:t>
        <a:bodyPr/>
        <a:lstStyle/>
        <a:p>
          <a:endParaRPr lang="es-MX"/>
        </a:p>
      </dgm:t>
    </dgm:pt>
    <dgm:pt modelId="{B02C33BC-3CF5-4F6A-8C33-36EC417CEB15}" type="sibTrans" cxnId="{18DBD13D-9640-44BA-BBA4-9D64FD43508F}">
      <dgm:prSet/>
      <dgm:spPr/>
      <dgm:t>
        <a:bodyPr/>
        <a:lstStyle/>
        <a:p>
          <a:endParaRPr lang="es-MX"/>
        </a:p>
      </dgm:t>
    </dgm:pt>
    <dgm:pt modelId="{988A990D-E090-4AF0-957A-F7D25288670B}">
      <dgm:prSet/>
      <dgm:spPr/>
      <dgm:t>
        <a:bodyPr/>
        <a:lstStyle/>
        <a:p>
          <a:r>
            <a:rPr lang="es-MX" dirty="0"/>
            <a:t>Inversiones</a:t>
          </a:r>
        </a:p>
      </dgm:t>
    </dgm:pt>
    <dgm:pt modelId="{ED06B8A5-BC99-4CA0-86E6-3C27CB4B8C9F}" type="parTrans" cxnId="{385AC121-1816-459D-82B6-59A3A4ABA8AD}">
      <dgm:prSet/>
      <dgm:spPr/>
      <dgm:t>
        <a:bodyPr/>
        <a:lstStyle/>
        <a:p>
          <a:endParaRPr lang="es-MX"/>
        </a:p>
      </dgm:t>
    </dgm:pt>
    <dgm:pt modelId="{FE78B996-B257-4DB5-A0CB-47074F589519}" type="sibTrans" cxnId="{385AC121-1816-459D-82B6-59A3A4ABA8AD}">
      <dgm:prSet/>
      <dgm:spPr/>
      <dgm:t>
        <a:bodyPr/>
        <a:lstStyle/>
        <a:p>
          <a:endParaRPr lang="es-MX"/>
        </a:p>
      </dgm:t>
    </dgm:pt>
    <dgm:pt modelId="{7A52731D-8B44-4685-92FB-0D0C40084001}">
      <dgm:prSet/>
      <dgm:spPr/>
      <dgm:t>
        <a:bodyPr/>
        <a:lstStyle/>
        <a:p>
          <a:r>
            <a:rPr lang="es-MX" dirty="0"/>
            <a:t>Incobrables</a:t>
          </a:r>
        </a:p>
      </dgm:t>
    </dgm:pt>
    <dgm:pt modelId="{0334A325-9C48-49AC-866D-B78736004EF6}" type="parTrans" cxnId="{78076FC3-35E0-4F2A-A224-4392E112BC46}">
      <dgm:prSet/>
      <dgm:spPr/>
      <dgm:t>
        <a:bodyPr/>
        <a:lstStyle/>
        <a:p>
          <a:endParaRPr lang="es-MX"/>
        </a:p>
      </dgm:t>
    </dgm:pt>
    <dgm:pt modelId="{089CFBFD-E0C7-4993-A914-610B214215CA}" type="sibTrans" cxnId="{78076FC3-35E0-4F2A-A224-4392E112BC46}">
      <dgm:prSet/>
      <dgm:spPr/>
      <dgm:t>
        <a:bodyPr/>
        <a:lstStyle/>
        <a:p>
          <a:endParaRPr lang="es-MX"/>
        </a:p>
      </dgm:t>
    </dgm:pt>
    <dgm:pt modelId="{77A2CF40-E15C-43EE-9BA6-AA964804B05D}">
      <dgm:prSet/>
      <dgm:spPr/>
      <dgm:t>
        <a:bodyPr/>
        <a:lstStyle/>
        <a:p>
          <a:r>
            <a:rPr lang="es-MX" dirty="0"/>
            <a:t>Cuotas IMSS</a:t>
          </a:r>
        </a:p>
      </dgm:t>
    </dgm:pt>
    <dgm:pt modelId="{0B0B4EFD-1FEA-4DAF-A7C1-219F6AF5CC92}" type="parTrans" cxnId="{419D1941-FD80-4375-B48E-05D8CEAC3C53}">
      <dgm:prSet/>
      <dgm:spPr/>
      <dgm:t>
        <a:bodyPr/>
        <a:lstStyle/>
        <a:p>
          <a:endParaRPr lang="es-MX"/>
        </a:p>
      </dgm:t>
    </dgm:pt>
    <dgm:pt modelId="{7648A199-F591-44F0-BE48-493DD9D02F01}" type="sibTrans" cxnId="{419D1941-FD80-4375-B48E-05D8CEAC3C53}">
      <dgm:prSet/>
      <dgm:spPr/>
      <dgm:t>
        <a:bodyPr/>
        <a:lstStyle/>
        <a:p>
          <a:endParaRPr lang="es-MX"/>
        </a:p>
      </dgm:t>
    </dgm:pt>
    <dgm:pt modelId="{CB9F016C-C808-439A-84E2-9A92BB33E4CA}">
      <dgm:prSet/>
      <dgm:spPr/>
      <dgm:t>
        <a:bodyPr/>
        <a:lstStyle/>
        <a:p>
          <a:r>
            <a:rPr lang="es-MX" dirty="0"/>
            <a:t>Intereses Devengados</a:t>
          </a:r>
        </a:p>
      </dgm:t>
    </dgm:pt>
    <dgm:pt modelId="{10BAC8B1-1343-4D8D-A1ED-DB56FFBC3956}" type="parTrans" cxnId="{F9B90FA9-21C7-4DBF-9B6D-42019D088B11}">
      <dgm:prSet/>
      <dgm:spPr/>
      <dgm:t>
        <a:bodyPr/>
        <a:lstStyle/>
        <a:p>
          <a:endParaRPr lang="es-MX"/>
        </a:p>
      </dgm:t>
    </dgm:pt>
    <dgm:pt modelId="{E3202E16-B7C5-4973-82A1-85EA3EFA4530}" type="sibTrans" cxnId="{F9B90FA9-21C7-4DBF-9B6D-42019D088B11}">
      <dgm:prSet/>
      <dgm:spPr/>
      <dgm:t>
        <a:bodyPr/>
        <a:lstStyle/>
        <a:p>
          <a:endParaRPr lang="es-MX"/>
        </a:p>
      </dgm:t>
    </dgm:pt>
    <dgm:pt modelId="{4932FC2B-52F1-4E50-91DE-2001925A8A8D}">
      <dgm:prSet/>
      <dgm:spPr/>
      <dgm:t>
        <a:bodyPr/>
        <a:lstStyle/>
        <a:p>
          <a:r>
            <a:rPr lang="es-MX" dirty="0"/>
            <a:t>Ajuste Anual por Inflación</a:t>
          </a:r>
        </a:p>
      </dgm:t>
    </dgm:pt>
    <dgm:pt modelId="{6029BCEA-6B6B-4B80-B36A-1EE2133707B4}" type="parTrans" cxnId="{4EDCC9BE-3928-47CD-8CC3-AEA28082E48D}">
      <dgm:prSet/>
      <dgm:spPr/>
      <dgm:t>
        <a:bodyPr/>
        <a:lstStyle/>
        <a:p>
          <a:endParaRPr lang="es-MX"/>
        </a:p>
      </dgm:t>
    </dgm:pt>
    <dgm:pt modelId="{CFCCB79F-2311-4236-891E-5053EA10EBB0}" type="sibTrans" cxnId="{4EDCC9BE-3928-47CD-8CC3-AEA28082E48D}">
      <dgm:prSet/>
      <dgm:spPr/>
      <dgm:t>
        <a:bodyPr/>
        <a:lstStyle/>
        <a:p>
          <a:endParaRPr lang="es-MX"/>
        </a:p>
      </dgm:t>
    </dgm:pt>
    <dgm:pt modelId="{019F3A5B-ABD9-40C4-AEF0-14089446EBC3}">
      <dgm:prSet/>
      <dgm:spPr/>
      <dgm:t>
        <a:bodyPr/>
        <a:lstStyle/>
        <a:p>
          <a:r>
            <a:rPr lang="es-MX" dirty="0"/>
            <a:t>Anticipos a Socios de SC</a:t>
          </a:r>
        </a:p>
      </dgm:t>
    </dgm:pt>
    <dgm:pt modelId="{D185BE5E-7FB3-49A7-88FA-4CD33C45C992}" type="parTrans" cxnId="{69C98448-565D-42C9-A97F-256F2E40EA62}">
      <dgm:prSet/>
      <dgm:spPr/>
      <dgm:t>
        <a:bodyPr/>
        <a:lstStyle/>
        <a:p>
          <a:endParaRPr lang="es-MX"/>
        </a:p>
      </dgm:t>
    </dgm:pt>
    <dgm:pt modelId="{6719124A-3E8B-408F-A2B5-1E1C7BF3282A}" type="sibTrans" cxnId="{69C98448-565D-42C9-A97F-256F2E40EA62}">
      <dgm:prSet/>
      <dgm:spPr/>
      <dgm:t>
        <a:bodyPr/>
        <a:lstStyle/>
        <a:p>
          <a:endParaRPr lang="es-MX"/>
        </a:p>
      </dgm:t>
    </dgm:pt>
    <dgm:pt modelId="{3DD79783-B057-4DA6-B686-6317E9651F1F}">
      <dgm:prSet/>
      <dgm:spPr/>
      <dgm:t>
        <a:bodyPr/>
        <a:lstStyle/>
        <a:p>
          <a:r>
            <a:rPr lang="es-MX" dirty="0"/>
            <a:t>Reservas para Fondos de Pensiones</a:t>
          </a:r>
        </a:p>
      </dgm:t>
    </dgm:pt>
    <dgm:pt modelId="{718ACA08-94A0-426F-95EE-A60C1DA5A752}" type="parTrans" cxnId="{A6F20F6C-FA84-4125-82F8-519204144806}">
      <dgm:prSet/>
      <dgm:spPr/>
      <dgm:t>
        <a:bodyPr/>
        <a:lstStyle/>
        <a:p>
          <a:endParaRPr lang="es-MX"/>
        </a:p>
      </dgm:t>
    </dgm:pt>
    <dgm:pt modelId="{EA547EA9-A2E4-4257-BA55-CB5950368A14}" type="sibTrans" cxnId="{A6F20F6C-FA84-4125-82F8-519204144806}">
      <dgm:prSet/>
      <dgm:spPr/>
      <dgm:t>
        <a:bodyPr/>
        <a:lstStyle/>
        <a:p>
          <a:endParaRPr lang="es-MX"/>
        </a:p>
      </dgm:t>
    </dgm:pt>
    <dgm:pt modelId="{19D107B4-28B1-4FCA-9425-5BCD95908D93}" type="pres">
      <dgm:prSet presAssocID="{7EB14150-7338-4A3B-92E4-D96D614B213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E7AA11B-0D93-4E32-9F64-CBDB7B69C243}" type="pres">
      <dgm:prSet presAssocID="{AF29EB35-88AA-4607-B93B-9607414A0BBA}" presName="centerShape" presStyleLbl="node0" presStyleIdx="0" presStyleCnt="1"/>
      <dgm:spPr/>
    </dgm:pt>
    <dgm:pt modelId="{1377C4D1-CF71-4782-B34B-26F6EA9271A6}" type="pres">
      <dgm:prSet presAssocID="{33F8AA5A-E21F-4230-B2CB-053BEE006583}" presName="parTrans" presStyleLbl="bgSibTrans2D1" presStyleIdx="0" presStyleCnt="10"/>
      <dgm:spPr/>
    </dgm:pt>
    <dgm:pt modelId="{763FA04E-14ED-4127-8EC2-825600D9EA26}" type="pres">
      <dgm:prSet presAssocID="{DCE0D4F2-7597-4FE8-B108-8630FD350893}" presName="node" presStyleLbl="node1" presStyleIdx="0" presStyleCnt="10">
        <dgm:presLayoutVars>
          <dgm:bulletEnabled val="1"/>
        </dgm:presLayoutVars>
      </dgm:prSet>
      <dgm:spPr/>
    </dgm:pt>
    <dgm:pt modelId="{0FE3D8B1-421D-4B96-A3CE-1F70AC9FDF67}" type="pres">
      <dgm:prSet presAssocID="{357EFCCE-18D4-4058-9082-4C37B55BB610}" presName="parTrans" presStyleLbl="bgSibTrans2D1" presStyleIdx="1" presStyleCnt="10"/>
      <dgm:spPr/>
    </dgm:pt>
    <dgm:pt modelId="{5016A3B5-199B-4FC1-8A37-96EEB4BDCE18}" type="pres">
      <dgm:prSet presAssocID="{7285C6EA-C2F9-46DB-A01E-E562751BD352}" presName="node" presStyleLbl="node1" presStyleIdx="1" presStyleCnt="10">
        <dgm:presLayoutVars>
          <dgm:bulletEnabled val="1"/>
        </dgm:presLayoutVars>
      </dgm:prSet>
      <dgm:spPr/>
    </dgm:pt>
    <dgm:pt modelId="{0A23C9A2-E296-4B4F-8855-6C344BBDE7C7}" type="pres">
      <dgm:prSet presAssocID="{1043547C-7BED-4DC5-8AB3-01B7863AA280}" presName="parTrans" presStyleLbl="bgSibTrans2D1" presStyleIdx="2" presStyleCnt="10"/>
      <dgm:spPr/>
    </dgm:pt>
    <dgm:pt modelId="{3EEAA5DE-EDCD-4FE6-9A72-D6555B9521E9}" type="pres">
      <dgm:prSet presAssocID="{2D7F0745-223F-45D6-B4BE-CBC4882BBB35}" presName="node" presStyleLbl="node1" presStyleIdx="2" presStyleCnt="10">
        <dgm:presLayoutVars>
          <dgm:bulletEnabled val="1"/>
        </dgm:presLayoutVars>
      </dgm:prSet>
      <dgm:spPr/>
    </dgm:pt>
    <dgm:pt modelId="{665AED0D-5A5C-4941-B2EB-294277084756}" type="pres">
      <dgm:prSet presAssocID="{ED06B8A5-BC99-4CA0-86E6-3C27CB4B8C9F}" presName="parTrans" presStyleLbl="bgSibTrans2D1" presStyleIdx="3" presStyleCnt="10"/>
      <dgm:spPr/>
    </dgm:pt>
    <dgm:pt modelId="{ED515CCD-485C-47A2-AE7E-29C5D12E7D64}" type="pres">
      <dgm:prSet presAssocID="{988A990D-E090-4AF0-957A-F7D25288670B}" presName="node" presStyleLbl="node1" presStyleIdx="3" presStyleCnt="10">
        <dgm:presLayoutVars>
          <dgm:bulletEnabled val="1"/>
        </dgm:presLayoutVars>
      </dgm:prSet>
      <dgm:spPr/>
    </dgm:pt>
    <dgm:pt modelId="{975E8FEE-BE77-45BA-AC55-79B656F4AD3A}" type="pres">
      <dgm:prSet presAssocID="{0334A325-9C48-49AC-866D-B78736004EF6}" presName="parTrans" presStyleLbl="bgSibTrans2D1" presStyleIdx="4" presStyleCnt="10"/>
      <dgm:spPr/>
    </dgm:pt>
    <dgm:pt modelId="{787009AF-D1CA-441B-9827-A2E0684ACC00}" type="pres">
      <dgm:prSet presAssocID="{7A52731D-8B44-4685-92FB-0D0C40084001}" presName="node" presStyleLbl="node1" presStyleIdx="4" presStyleCnt="10">
        <dgm:presLayoutVars>
          <dgm:bulletEnabled val="1"/>
        </dgm:presLayoutVars>
      </dgm:prSet>
      <dgm:spPr/>
    </dgm:pt>
    <dgm:pt modelId="{8BF5ADD9-EAD5-4D2A-9EAF-9AF9D6785F0F}" type="pres">
      <dgm:prSet presAssocID="{0B0B4EFD-1FEA-4DAF-A7C1-219F6AF5CC92}" presName="parTrans" presStyleLbl="bgSibTrans2D1" presStyleIdx="5" presStyleCnt="10"/>
      <dgm:spPr/>
    </dgm:pt>
    <dgm:pt modelId="{77664CB1-1E45-4992-B901-65AFFF9DD6B3}" type="pres">
      <dgm:prSet presAssocID="{77A2CF40-E15C-43EE-9BA6-AA964804B05D}" presName="node" presStyleLbl="node1" presStyleIdx="5" presStyleCnt="10">
        <dgm:presLayoutVars>
          <dgm:bulletEnabled val="1"/>
        </dgm:presLayoutVars>
      </dgm:prSet>
      <dgm:spPr/>
    </dgm:pt>
    <dgm:pt modelId="{03C0FA68-C71C-49E7-B3BB-7C6767A4B5BD}" type="pres">
      <dgm:prSet presAssocID="{10BAC8B1-1343-4D8D-A1ED-DB56FFBC3956}" presName="parTrans" presStyleLbl="bgSibTrans2D1" presStyleIdx="6" presStyleCnt="10"/>
      <dgm:spPr/>
    </dgm:pt>
    <dgm:pt modelId="{E04A209F-7E5F-4E30-A07A-D62AE4AC40FC}" type="pres">
      <dgm:prSet presAssocID="{CB9F016C-C808-439A-84E2-9A92BB33E4CA}" presName="node" presStyleLbl="node1" presStyleIdx="6" presStyleCnt="10">
        <dgm:presLayoutVars>
          <dgm:bulletEnabled val="1"/>
        </dgm:presLayoutVars>
      </dgm:prSet>
      <dgm:spPr/>
    </dgm:pt>
    <dgm:pt modelId="{DFF91DDA-EFA6-4CD4-8532-4ECE3200B2C4}" type="pres">
      <dgm:prSet presAssocID="{6029BCEA-6B6B-4B80-B36A-1EE2133707B4}" presName="parTrans" presStyleLbl="bgSibTrans2D1" presStyleIdx="7" presStyleCnt="10"/>
      <dgm:spPr/>
    </dgm:pt>
    <dgm:pt modelId="{654B3C30-B2C9-4AAB-B988-766592E74E0F}" type="pres">
      <dgm:prSet presAssocID="{4932FC2B-52F1-4E50-91DE-2001925A8A8D}" presName="node" presStyleLbl="node1" presStyleIdx="7" presStyleCnt="10">
        <dgm:presLayoutVars>
          <dgm:bulletEnabled val="1"/>
        </dgm:presLayoutVars>
      </dgm:prSet>
      <dgm:spPr/>
    </dgm:pt>
    <dgm:pt modelId="{18FCF44E-5610-4E83-A818-64D193880066}" type="pres">
      <dgm:prSet presAssocID="{D185BE5E-7FB3-49A7-88FA-4CD33C45C992}" presName="parTrans" presStyleLbl="bgSibTrans2D1" presStyleIdx="8" presStyleCnt="10"/>
      <dgm:spPr/>
    </dgm:pt>
    <dgm:pt modelId="{4DEA32AC-2687-48D0-96CE-A6D2ACCF4816}" type="pres">
      <dgm:prSet presAssocID="{019F3A5B-ABD9-40C4-AEF0-14089446EBC3}" presName="node" presStyleLbl="node1" presStyleIdx="8" presStyleCnt="10">
        <dgm:presLayoutVars>
          <dgm:bulletEnabled val="1"/>
        </dgm:presLayoutVars>
      </dgm:prSet>
      <dgm:spPr/>
    </dgm:pt>
    <dgm:pt modelId="{EF6A3786-3031-43A5-854B-B3A86F5752F7}" type="pres">
      <dgm:prSet presAssocID="{718ACA08-94A0-426F-95EE-A60C1DA5A752}" presName="parTrans" presStyleLbl="bgSibTrans2D1" presStyleIdx="9" presStyleCnt="10"/>
      <dgm:spPr/>
    </dgm:pt>
    <dgm:pt modelId="{466871E9-C7F8-4A55-B98A-919F4BBBA8A6}" type="pres">
      <dgm:prSet presAssocID="{3DD79783-B057-4DA6-B686-6317E9651F1F}" presName="node" presStyleLbl="node1" presStyleIdx="9" presStyleCnt="10">
        <dgm:presLayoutVars>
          <dgm:bulletEnabled val="1"/>
        </dgm:presLayoutVars>
      </dgm:prSet>
      <dgm:spPr/>
    </dgm:pt>
  </dgm:ptLst>
  <dgm:cxnLst>
    <dgm:cxn modelId="{79E7A006-B3D6-1640-AE46-FA686C03904F}" type="presOf" srcId="{019F3A5B-ABD9-40C4-AEF0-14089446EBC3}" destId="{4DEA32AC-2687-48D0-96CE-A6D2ACCF4816}" srcOrd="0" destOrd="0" presId="urn:microsoft.com/office/officeart/2005/8/layout/radial4"/>
    <dgm:cxn modelId="{F95D0C13-BDC9-264B-98B3-1CB498DA1283}" type="presOf" srcId="{10BAC8B1-1343-4D8D-A1ED-DB56FFBC3956}" destId="{03C0FA68-C71C-49E7-B3BB-7C6767A4B5BD}" srcOrd="0" destOrd="0" presId="urn:microsoft.com/office/officeart/2005/8/layout/radial4"/>
    <dgm:cxn modelId="{7D376A1B-E72A-5D4E-9132-2695BD8090C2}" type="presOf" srcId="{DCE0D4F2-7597-4FE8-B108-8630FD350893}" destId="{763FA04E-14ED-4127-8EC2-825600D9EA26}" srcOrd="0" destOrd="0" presId="urn:microsoft.com/office/officeart/2005/8/layout/radial4"/>
    <dgm:cxn modelId="{D60E741C-5B80-1A42-85F2-12D8F4B61C08}" type="presOf" srcId="{ED06B8A5-BC99-4CA0-86E6-3C27CB4B8C9F}" destId="{665AED0D-5A5C-4941-B2EB-294277084756}" srcOrd="0" destOrd="0" presId="urn:microsoft.com/office/officeart/2005/8/layout/radial4"/>
    <dgm:cxn modelId="{385AC121-1816-459D-82B6-59A3A4ABA8AD}" srcId="{AF29EB35-88AA-4607-B93B-9607414A0BBA}" destId="{988A990D-E090-4AF0-957A-F7D25288670B}" srcOrd="3" destOrd="0" parTransId="{ED06B8A5-BC99-4CA0-86E6-3C27CB4B8C9F}" sibTransId="{FE78B996-B257-4DB5-A0CB-47074F589519}"/>
    <dgm:cxn modelId="{AA11002B-C0BD-49BE-970F-A1E1E1D47B73}" srcId="{AF29EB35-88AA-4607-B93B-9607414A0BBA}" destId="{DCE0D4F2-7597-4FE8-B108-8630FD350893}" srcOrd="0" destOrd="0" parTransId="{33F8AA5A-E21F-4230-B2CB-053BEE006583}" sibTransId="{7748C8B0-267F-4612-B176-CA964527B3FF}"/>
    <dgm:cxn modelId="{80FB9337-FD80-C644-BE38-C2C642C27163}" type="presOf" srcId="{2D7F0745-223F-45D6-B4BE-CBC4882BBB35}" destId="{3EEAA5DE-EDCD-4FE6-9A72-D6555B9521E9}" srcOrd="0" destOrd="0" presId="urn:microsoft.com/office/officeart/2005/8/layout/radial4"/>
    <dgm:cxn modelId="{18DBD13D-9640-44BA-BBA4-9D64FD43508F}" srcId="{AF29EB35-88AA-4607-B93B-9607414A0BBA}" destId="{2D7F0745-223F-45D6-B4BE-CBC4882BBB35}" srcOrd="2" destOrd="0" parTransId="{1043547C-7BED-4DC5-8AB3-01B7863AA280}" sibTransId="{B02C33BC-3CF5-4F6A-8C33-36EC417CEB15}"/>
    <dgm:cxn modelId="{0A4B415C-B7D0-0B4D-8B34-87B8338E2FD5}" type="presOf" srcId="{CB9F016C-C808-439A-84E2-9A92BB33E4CA}" destId="{E04A209F-7E5F-4E30-A07A-D62AE4AC40FC}" srcOrd="0" destOrd="0" presId="urn:microsoft.com/office/officeart/2005/8/layout/radial4"/>
    <dgm:cxn modelId="{419D1941-FD80-4375-B48E-05D8CEAC3C53}" srcId="{AF29EB35-88AA-4607-B93B-9607414A0BBA}" destId="{77A2CF40-E15C-43EE-9BA6-AA964804B05D}" srcOrd="5" destOrd="0" parTransId="{0B0B4EFD-1FEA-4DAF-A7C1-219F6AF5CC92}" sibTransId="{7648A199-F591-44F0-BE48-493DD9D02F01}"/>
    <dgm:cxn modelId="{69C98448-565D-42C9-A97F-256F2E40EA62}" srcId="{AF29EB35-88AA-4607-B93B-9607414A0BBA}" destId="{019F3A5B-ABD9-40C4-AEF0-14089446EBC3}" srcOrd="8" destOrd="0" parTransId="{D185BE5E-7FB3-49A7-88FA-4CD33C45C992}" sibTransId="{6719124A-3E8B-408F-A2B5-1E1C7BF3282A}"/>
    <dgm:cxn modelId="{DF753849-F14C-DA46-AE87-774B3D3E358B}" type="presOf" srcId="{0B0B4EFD-1FEA-4DAF-A7C1-219F6AF5CC92}" destId="{8BF5ADD9-EAD5-4D2A-9EAF-9AF9D6785F0F}" srcOrd="0" destOrd="0" presId="urn:microsoft.com/office/officeart/2005/8/layout/radial4"/>
    <dgm:cxn modelId="{A840AF4A-D143-7448-9752-6E0F886ED864}" type="presOf" srcId="{988A990D-E090-4AF0-957A-F7D25288670B}" destId="{ED515CCD-485C-47A2-AE7E-29C5D12E7D64}" srcOrd="0" destOrd="0" presId="urn:microsoft.com/office/officeart/2005/8/layout/radial4"/>
    <dgm:cxn modelId="{A6F20F6C-FA84-4125-82F8-519204144806}" srcId="{AF29EB35-88AA-4607-B93B-9607414A0BBA}" destId="{3DD79783-B057-4DA6-B686-6317E9651F1F}" srcOrd="9" destOrd="0" parTransId="{718ACA08-94A0-426F-95EE-A60C1DA5A752}" sibTransId="{EA547EA9-A2E4-4257-BA55-CB5950368A14}"/>
    <dgm:cxn modelId="{6708AB74-274F-B840-8322-97DCBAD729E8}" type="presOf" srcId="{4932FC2B-52F1-4E50-91DE-2001925A8A8D}" destId="{654B3C30-B2C9-4AAB-B988-766592E74E0F}" srcOrd="0" destOrd="0" presId="urn:microsoft.com/office/officeart/2005/8/layout/radial4"/>
    <dgm:cxn modelId="{B5617A56-FA0F-844A-AAD4-322A4751C602}" type="presOf" srcId="{1043547C-7BED-4DC5-8AB3-01B7863AA280}" destId="{0A23C9A2-E296-4B4F-8855-6C344BBDE7C7}" srcOrd="0" destOrd="0" presId="urn:microsoft.com/office/officeart/2005/8/layout/radial4"/>
    <dgm:cxn modelId="{AF6B1178-CFC3-D042-A060-B22646E86F60}" type="presOf" srcId="{3DD79783-B057-4DA6-B686-6317E9651F1F}" destId="{466871E9-C7F8-4A55-B98A-919F4BBBA8A6}" srcOrd="0" destOrd="0" presId="urn:microsoft.com/office/officeart/2005/8/layout/radial4"/>
    <dgm:cxn modelId="{791CD059-7515-5F4B-A6E5-B48894F4D322}" type="presOf" srcId="{33F8AA5A-E21F-4230-B2CB-053BEE006583}" destId="{1377C4D1-CF71-4782-B34B-26F6EA9271A6}" srcOrd="0" destOrd="0" presId="urn:microsoft.com/office/officeart/2005/8/layout/radial4"/>
    <dgm:cxn modelId="{455A887E-7F62-CA4C-B6A4-1DE00526D506}" type="presOf" srcId="{6029BCEA-6B6B-4B80-B36A-1EE2133707B4}" destId="{DFF91DDA-EFA6-4CD4-8532-4ECE3200B2C4}" srcOrd="0" destOrd="0" presId="urn:microsoft.com/office/officeart/2005/8/layout/radial4"/>
    <dgm:cxn modelId="{A7889885-43F8-074E-BC00-1551573A2806}" type="presOf" srcId="{AF29EB35-88AA-4607-B93B-9607414A0BBA}" destId="{4E7AA11B-0D93-4E32-9F64-CBDB7B69C243}" srcOrd="0" destOrd="0" presId="urn:microsoft.com/office/officeart/2005/8/layout/radial4"/>
    <dgm:cxn modelId="{FC5DD99E-C5D9-034E-8F66-890F8BB14F93}" type="presOf" srcId="{357EFCCE-18D4-4058-9082-4C37B55BB610}" destId="{0FE3D8B1-421D-4B96-A3CE-1F70AC9FDF67}" srcOrd="0" destOrd="0" presId="urn:microsoft.com/office/officeart/2005/8/layout/radial4"/>
    <dgm:cxn modelId="{F9B90FA9-21C7-4DBF-9B6D-42019D088B11}" srcId="{AF29EB35-88AA-4607-B93B-9607414A0BBA}" destId="{CB9F016C-C808-439A-84E2-9A92BB33E4CA}" srcOrd="6" destOrd="0" parTransId="{10BAC8B1-1343-4D8D-A1ED-DB56FFBC3956}" sibTransId="{E3202E16-B7C5-4973-82A1-85EA3EFA4530}"/>
    <dgm:cxn modelId="{A84ED0B6-5B87-6642-86C0-3850325F215F}" type="presOf" srcId="{718ACA08-94A0-426F-95EE-A60C1DA5A752}" destId="{EF6A3786-3031-43A5-854B-B3A86F5752F7}" srcOrd="0" destOrd="0" presId="urn:microsoft.com/office/officeart/2005/8/layout/radial4"/>
    <dgm:cxn modelId="{D9E7DBB8-50DA-C64E-97B8-D1BB2E906B85}" type="presOf" srcId="{7285C6EA-C2F9-46DB-A01E-E562751BD352}" destId="{5016A3B5-199B-4FC1-8A37-96EEB4BDCE18}" srcOrd="0" destOrd="0" presId="urn:microsoft.com/office/officeart/2005/8/layout/radial4"/>
    <dgm:cxn modelId="{4EDCC9BE-3928-47CD-8CC3-AEA28082E48D}" srcId="{AF29EB35-88AA-4607-B93B-9607414A0BBA}" destId="{4932FC2B-52F1-4E50-91DE-2001925A8A8D}" srcOrd="7" destOrd="0" parTransId="{6029BCEA-6B6B-4B80-B36A-1EE2133707B4}" sibTransId="{CFCCB79F-2311-4236-891E-5053EA10EBB0}"/>
    <dgm:cxn modelId="{B06AC1C0-B2A9-4CB4-BB95-6CD3E5830AB4}" srcId="{7EB14150-7338-4A3B-92E4-D96D614B213C}" destId="{AF29EB35-88AA-4607-B93B-9607414A0BBA}" srcOrd="0" destOrd="0" parTransId="{95D542C0-C283-4B5D-9BF8-5480C0010168}" sibTransId="{F9993236-6A18-43DD-B39F-06751928DDC9}"/>
    <dgm:cxn modelId="{78076FC3-35E0-4F2A-A224-4392E112BC46}" srcId="{AF29EB35-88AA-4607-B93B-9607414A0BBA}" destId="{7A52731D-8B44-4685-92FB-0D0C40084001}" srcOrd="4" destOrd="0" parTransId="{0334A325-9C48-49AC-866D-B78736004EF6}" sibTransId="{089CFBFD-E0C7-4993-A914-610B214215CA}"/>
    <dgm:cxn modelId="{0AE01AD5-1D5B-4554-B0BF-175E3D08D4C6}" srcId="{AF29EB35-88AA-4607-B93B-9607414A0BBA}" destId="{7285C6EA-C2F9-46DB-A01E-E562751BD352}" srcOrd="1" destOrd="0" parTransId="{357EFCCE-18D4-4058-9082-4C37B55BB610}" sibTransId="{D2F23CA3-9DE1-46CE-A3F3-7B1081C5A569}"/>
    <dgm:cxn modelId="{4C67F6DA-5D9F-324D-AE50-4BB8EA34D215}" type="presOf" srcId="{D185BE5E-7FB3-49A7-88FA-4CD33C45C992}" destId="{18FCF44E-5610-4E83-A818-64D193880066}" srcOrd="0" destOrd="0" presId="urn:microsoft.com/office/officeart/2005/8/layout/radial4"/>
    <dgm:cxn modelId="{FF43CBDD-66D8-1444-8A68-2BE82D5472D7}" type="presOf" srcId="{0334A325-9C48-49AC-866D-B78736004EF6}" destId="{975E8FEE-BE77-45BA-AC55-79B656F4AD3A}" srcOrd="0" destOrd="0" presId="urn:microsoft.com/office/officeart/2005/8/layout/radial4"/>
    <dgm:cxn modelId="{0CF67FE2-5C3A-BB45-A136-00B443A81DCE}" type="presOf" srcId="{77A2CF40-E15C-43EE-9BA6-AA964804B05D}" destId="{77664CB1-1E45-4992-B901-65AFFF9DD6B3}" srcOrd="0" destOrd="0" presId="urn:microsoft.com/office/officeart/2005/8/layout/radial4"/>
    <dgm:cxn modelId="{6072CBED-BD2C-AE45-963E-15C4F67B7735}" type="presOf" srcId="{7EB14150-7338-4A3B-92E4-D96D614B213C}" destId="{19D107B4-28B1-4FCA-9425-5BCD95908D93}" srcOrd="0" destOrd="0" presId="urn:microsoft.com/office/officeart/2005/8/layout/radial4"/>
    <dgm:cxn modelId="{9DAC9BF7-F536-3042-B708-D1FAEFADAA43}" type="presOf" srcId="{7A52731D-8B44-4685-92FB-0D0C40084001}" destId="{787009AF-D1CA-441B-9827-A2E0684ACC00}" srcOrd="0" destOrd="0" presId="urn:microsoft.com/office/officeart/2005/8/layout/radial4"/>
    <dgm:cxn modelId="{A0219F27-4BAA-1849-991D-371681A5A77C}" type="presParOf" srcId="{19D107B4-28B1-4FCA-9425-5BCD95908D93}" destId="{4E7AA11B-0D93-4E32-9F64-CBDB7B69C243}" srcOrd="0" destOrd="0" presId="urn:microsoft.com/office/officeart/2005/8/layout/radial4"/>
    <dgm:cxn modelId="{D5025E13-433F-504C-8497-B077682A6724}" type="presParOf" srcId="{19D107B4-28B1-4FCA-9425-5BCD95908D93}" destId="{1377C4D1-CF71-4782-B34B-26F6EA9271A6}" srcOrd="1" destOrd="0" presId="urn:microsoft.com/office/officeart/2005/8/layout/radial4"/>
    <dgm:cxn modelId="{0EDDE93B-338E-7F46-B3DD-823A9D0AAB14}" type="presParOf" srcId="{19D107B4-28B1-4FCA-9425-5BCD95908D93}" destId="{763FA04E-14ED-4127-8EC2-825600D9EA26}" srcOrd="2" destOrd="0" presId="urn:microsoft.com/office/officeart/2005/8/layout/radial4"/>
    <dgm:cxn modelId="{58EEE4E9-20E8-3040-AA72-6A7BF6301C72}" type="presParOf" srcId="{19D107B4-28B1-4FCA-9425-5BCD95908D93}" destId="{0FE3D8B1-421D-4B96-A3CE-1F70AC9FDF67}" srcOrd="3" destOrd="0" presId="urn:microsoft.com/office/officeart/2005/8/layout/radial4"/>
    <dgm:cxn modelId="{EE2EE113-D305-6E4F-983B-F552F410B5C2}" type="presParOf" srcId="{19D107B4-28B1-4FCA-9425-5BCD95908D93}" destId="{5016A3B5-199B-4FC1-8A37-96EEB4BDCE18}" srcOrd="4" destOrd="0" presId="urn:microsoft.com/office/officeart/2005/8/layout/radial4"/>
    <dgm:cxn modelId="{B6AF34FC-048A-7143-AC99-95D10E214552}" type="presParOf" srcId="{19D107B4-28B1-4FCA-9425-5BCD95908D93}" destId="{0A23C9A2-E296-4B4F-8855-6C344BBDE7C7}" srcOrd="5" destOrd="0" presId="urn:microsoft.com/office/officeart/2005/8/layout/radial4"/>
    <dgm:cxn modelId="{53DAD7D5-0837-6F4A-946F-7C59C3DFF6E9}" type="presParOf" srcId="{19D107B4-28B1-4FCA-9425-5BCD95908D93}" destId="{3EEAA5DE-EDCD-4FE6-9A72-D6555B9521E9}" srcOrd="6" destOrd="0" presId="urn:microsoft.com/office/officeart/2005/8/layout/radial4"/>
    <dgm:cxn modelId="{743C8744-8922-2849-9EB9-1E487146E118}" type="presParOf" srcId="{19D107B4-28B1-4FCA-9425-5BCD95908D93}" destId="{665AED0D-5A5C-4941-B2EB-294277084756}" srcOrd="7" destOrd="0" presId="urn:microsoft.com/office/officeart/2005/8/layout/radial4"/>
    <dgm:cxn modelId="{89BACD12-9AAC-4646-B0E6-91530DF8BD32}" type="presParOf" srcId="{19D107B4-28B1-4FCA-9425-5BCD95908D93}" destId="{ED515CCD-485C-47A2-AE7E-29C5D12E7D64}" srcOrd="8" destOrd="0" presId="urn:microsoft.com/office/officeart/2005/8/layout/radial4"/>
    <dgm:cxn modelId="{B048E8BE-3B87-804A-B246-4FD3DBCB6290}" type="presParOf" srcId="{19D107B4-28B1-4FCA-9425-5BCD95908D93}" destId="{975E8FEE-BE77-45BA-AC55-79B656F4AD3A}" srcOrd="9" destOrd="0" presId="urn:microsoft.com/office/officeart/2005/8/layout/radial4"/>
    <dgm:cxn modelId="{30E126B1-940B-D54F-9934-1610997584AB}" type="presParOf" srcId="{19D107B4-28B1-4FCA-9425-5BCD95908D93}" destId="{787009AF-D1CA-441B-9827-A2E0684ACC00}" srcOrd="10" destOrd="0" presId="urn:microsoft.com/office/officeart/2005/8/layout/radial4"/>
    <dgm:cxn modelId="{2C4F6D97-28CF-2540-8802-16C9D7F2A7ED}" type="presParOf" srcId="{19D107B4-28B1-4FCA-9425-5BCD95908D93}" destId="{8BF5ADD9-EAD5-4D2A-9EAF-9AF9D6785F0F}" srcOrd="11" destOrd="0" presId="urn:microsoft.com/office/officeart/2005/8/layout/radial4"/>
    <dgm:cxn modelId="{C6E5342D-A53F-A345-8942-6826F980CA60}" type="presParOf" srcId="{19D107B4-28B1-4FCA-9425-5BCD95908D93}" destId="{77664CB1-1E45-4992-B901-65AFFF9DD6B3}" srcOrd="12" destOrd="0" presId="urn:microsoft.com/office/officeart/2005/8/layout/radial4"/>
    <dgm:cxn modelId="{E6CED79C-F081-7740-AED1-6EE1B4E8CFF7}" type="presParOf" srcId="{19D107B4-28B1-4FCA-9425-5BCD95908D93}" destId="{03C0FA68-C71C-49E7-B3BB-7C6767A4B5BD}" srcOrd="13" destOrd="0" presId="urn:microsoft.com/office/officeart/2005/8/layout/radial4"/>
    <dgm:cxn modelId="{40A26112-6308-B944-9DDF-B7910637DD69}" type="presParOf" srcId="{19D107B4-28B1-4FCA-9425-5BCD95908D93}" destId="{E04A209F-7E5F-4E30-A07A-D62AE4AC40FC}" srcOrd="14" destOrd="0" presId="urn:microsoft.com/office/officeart/2005/8/layout/radial4"/>
    <dgm:cxn modelId="{8ECA2979-F538-764F-9AAE-C42E12500944}" type="presParOf" srcId="{19D107B4-28B1-4FCA-9425-5BCD95908D93}" destId="{DFF91DDA-EFA6-4CD4-8532-4ECE3200B2C4}" srcOrd="15" destOrd="0" presId="urn:microsoft.com/office/officeart/2005/8/layout/radial4"/>
    <dgm:cxn modelId="{CE4B8E4E-D6CB-F540-AD89-1F05A24C1D71}" type="presParOf" srcId="{19D107B4-28B1-4FCA-9425-5BCD95908D93}" destId="{654B3C30-B2C9-4AAB-B988-766592E74E0F}" srcOrd="16" destOrd="0" presId="urn:microsoft.com/office/officeart/2005/8/layout/radial4"/>
    <dgm:cxn modelId="{C23FD176-F278-C542-B746-C934B5AD0CCE}" type="presParOf" srcId="{19D107B4-28B1-4FCA-9425-5BCD95908D93}" destId="{18FCF44E-5610-4E83-A818-64D193880066}" srcOrd="17" destOrd="0" presId="urn:microsoft.com/office/officeart/2005/8/layout/radial4"/>
    <dgm:cxn modelId="{C5276084-BEC7-3546-84C5-50DB5938A682}" type="presParOf" srcId="{19D107B4-28B1-4FCA-9425-5BCD95908D93}" destId="{4DEA32AC-2687-48D0-96CE-A6D2ACCF4816}" srcOrd="18" destOrd="0" presId="urn:microsoft.com/office/officeart/2005/8/layout/radial4"/>
    <dgm:cxn modelId="{4AD5C96A-14B0-B54C-91CC-3005EE34AC66}" type="presParOf" srcId="{19D107B4-28B1-4FCA-9425-5BCD95908D93}" destId="{EF6A3786-3031-43A5-854B-B3A86F5752F7}" srcOrd="19" destOrd="0" presId="urn:microsoft.com/office/officeart/2005/8/layout/radial4"/>
    <dgm:cxn modelId="{968CC7FF-5D3D-0447-BEED-EE74E19913A0}" type="presParOf" srcId="{19D107B4-28B1-4FCA-9425-5BCD95908D93}" destId="{466871E9-C7F8-4A55-B98A-919F4BBBA8A6}" srcOrd="2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E76B41-A550-461F-9481-1AE483BA5C58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81A78B32-3927-43AF-B8FC-C5B3D286C1EE}">
      <dgm:prSet phldrT="[Texto]"/>
      <dgm:spPr>
        <a:solidFill>
          <a:srgbClr val="92D050"/>
        </a:solidFill>
      </dgm:spPr>
      <dgm:t>
        <a:bodyPr/>
        <a:lstStyle/>
        <a:p>
          <a:r>
            <a:rPr lang="es-MX" dirty="0"/>
            <a:t>Deducciones</a:t>
          </a:r>
        </a:p>
      </dgm:t>
    </dgm:pt>
    <dgm:pt modelId="{AEC6E291-1804-4756-B532-47B064A9AFF3}" type="parTrans" cxnId="{439254C2-D738-47AC-9749-85A66FD43CFE}">
      <dgm:prSet/>
      <dgm:spPr/>
      <dgm:t>
        <a:bodyPr/>
        <a:lstStyle/>
        <a:p>
          <a:endParaRPr lang="es-MX"/>
        </a:p>
      </dgm:t>
    </dgm:pt>
    <dgm:pt modelId="{C023432F-C50C-4035-9564-E829ED9361E9}" type="sibTrans" cxnId="{439254C2-D738-47AC-9749-85A66FD43CFE}">
      <dgm:prSet/>
      <dgm:spPr/>
      <dgm:t>
        <a:bodyPr/>
        <a:lstStyle/>
        <a:p>
          <a:endParaRPr lang="es-MX"/>
        </a:p>
      </dgm:t>
    </dgm:pt>
    <dgm:pt modelId="{2638EEE8-E2DC-4064-AA23-4397C15F88C2}">
      <dgm:prSet phldrT="[Texto]"/>
      <dgm:spPr/>
      <dgm:t>
        <a:bodyPr/>
        <a:lstStyle/>
        <a:p>
          <a:r>
            <a:rPr lang="es-MX" dirty="0"/>
            <a:t>Requisitos</a:t>
          </a:r>
        </a:p>
        <a:p>
          <a:r>
            <a:rPr lang="es-MX" dirty="0"/>
            <a:t>LISR-27</a:t>
          </a:r>
        </a:p>
        <a:p>
          <a:r>
            <a:rPr lang="es-MX" dirty="0"/>
            <a:t>(22 Fracciones)</a:t>
          </a:r>
        </a:p>
      </dgm:t>
    </dgm:pt>
    <dgm:pt modelId="{F9D23816-9374-4714-908E-2F193125F18E}" type="parTrans" cxnId="{99BBB6D6-81AC-467C-ACD6-57D1914350BF}">
      <dgm:prSet/>
      <dgm:spPr/>
      <dgm:t>
        <a:bodyPr/>
        <a:lstStyle/>
        <a:p>
          <a:endParaRPr lang="es-MX"/>
        </a:p>
      </dgm:t>
    </dgm:pt>
    <dgm:pt modelId="{43F6E81E-0548-4EEB-8AA2-9D039CC4A994}" type="sibTrans" cxnId="{99BBB6D6-81AC-467C-ACD6-57D1914350BF}">
      <dgm:prSet/>
      <dgm:spPr/>
      <dgm:t>
        <a:bodyPr/>
        <a:lstStyle/>
        <a:p>
          <a:endParaRPr lang="es-MX"/>
        </a:p>
      </dgm:t>
    </dgm:pt>
    <dgm:pt modelId="{E058ECCF-3DF7-439F-9F02-2E7769A070E2}">
      <dgm:prSet phldrT="[Texto]"/>
      <dgm:spPr/>
      <dgm:t>
        <a:bodyPr/>
        <a:lstStyle/>
        <a:p>
          <a:r>
            <a:rPr lang="es-MX" dirty="0"/>
            <a:t>No Deducibles</a:t>
          </a:r>
        </a:p>
        <a:p>
          <a:r>
            <a:rPr lang="es-MX" dirty="0"/>
            <a:t>LISR-28</a:t>
          </a:r>
        </a:p>
        <a:p>
          <a:r>
            <a:rPr lang="es-MX" dirty="0"/>
            <a:t>(31 Fracciones)</a:t>
          </a:r>
        </a:p>
      </dgm:t>
    </dgm:pt>
    <dgm:pt modelId="{E6E30D25-5806-4BD3-916D-46B054864099}" type="parTrans" cxnId="{9AB3FE12-479E-458F-B1BC-D3FE6ED93E45}">
      <dgm:prSet/>
      <dgm:spPr/>
      <dgm:t>
        <a:bodyPr/>
        <a:lstStyle/>
        <a:p>
          <a:endParaRPr lang="es-MX"/>
        </a:p>
      </dgm:t>
    </dgm:pt>
    <dgm:pt modelId="{85FF0AFD-07E1-49A1-B411-B80781E5CA43}" type="sibTrans" cxnId="{9AB3FE12-479E-458F-B1BC-D3FE6ED93E45}">
      <dgm:prSet/>
      <dgm:spPr/>
      <dgm:t>
        <a:bodyPr/>
        <a:lstStyle/>
        <a:p>
          <a:endParaRPr lang="es-MX"/>
        </a:p>
      </dgm:t>
    </dgm:pt>
    <dgm:pt modelId="{66FA4682-F145-4B23-8D91-7289EF2EE2B3}" type="pres">
      <dgm:prSet presAssocID="{68E76B41-A550-461F-9481-1AE483BA5C5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3CB3505-D9EC-4023-BFB1-BAF825008C07}" type="pres">
      <dgm:prSet presAssocID="{81A78B32-3927-43AF-B8FC-C5B3D286C1EE}" presName="centerShape" presStyleLbl="node0" presStyleIdx="0" presStyleCnt="1"/>
      <dgm:spPr/>
    </dgm:pt>
    <dgm:pt modelId="{F0FDA065-50C3-43A0-AF52-5A0F5FD64052}" type="pres">
      <dgm:prSet presAssocID="{F9D23816-9374-4714-908E-2F193125F18E}" presName="parTrans" presStyleLbl="bgSibTrans2D1" presStyleIdx="0" presStyleCnt="2"/>
      <dgm:spPr/>
    </dgm:pt>
    <dgm:pt modelId="{6A7CBE1E-BD4C-48E1-9903-EFA3DE152641}" type="pres">
      <dgm:prSet presAssocID="{2638EEE8-E2DC-4064-AA23-4397C15F88C2}" presName="node" presStyleLbl="node1" presStyleIdx="0" presStyleCnt="2">
        <dgm:presLayoutVars>
          <dgm:bulletEnabled val="1"/>
        </dgm:presLayoutVars>
      </dgm:prSet>
      <dgm:spPr/>
    </dgm:pt>
    <dgm:pt modelId="{43EB76C9-5FC4-425B-8085-569F1040D3FA}" type="pres">
      <dgm:prSet presAssocID="{E6E30D25-5806-4BD3-916D-46B054864099}" presName="parTrans" presStyleLbl="bgSibTrans2D1" presStyleIdx="1" presStyleCnt="2"/>
      <dgm:spPr/>
    </dgm:pt>
    <dgm:pt modelId="{C98B32B6-80FA-473E-8EF7-E58B5C0B63A0}" type="pres">
      <dgm:prSet presAssocID="{E058ECCF-3DF7-439F-9F02-2E7769A070E2}" presName="node" presStyleLbl="node1" presStyleIdx="1" presStyleCnt="2">
        <dgm:presLayoutVars>
          <dgm:bulletEnabled val="1"/>
        </dgm:presLayoutVars>
      </dgm:prSet>
      <dgm:spPr/>
    </dgm:pt>
  </dgm:ptLst>
  <dgm:cxnLst>
    <dgm:cxn modelId="{17900C05-3629-3841-81DE-05A3DBF2B4D7}" type="presOf" srcId="{2638EEE8-E2DC-4064-AA23-4397C15F88C2}" destId="{6A7CBE1E-BD4C-48E1-9903-EFA3DE152641}" srcOrd="0" destOrd="0" presId="urn:microsoft.com/office/officeart/2005/8/layout/radial4"/>
    <dgm:cxn modelId="{9AB3FE12-479E-458F-B1BC-D3FE6ED93E45}" srcId="{81A78B32-3927-43AF-B8FC-C5B3D286C1EE}" destId="{E058ECCF-3DF7-439F-9F02-2E7769A070E2}" srcOrd="1" destOrd="0" parTransId="{E6E30D25-5806-4BD3-916D-46B054864099}" sibTransId="{85FF0AFD-07E1-49A1-B411-B80781E5CA43}"/>
    <dgm:cxn modelId="{F0FAD541-1F82-4A48-BD22-FA480E0D2AB6}" type="presOf" srcId="{E058ECCF-3DF7-439F-9F02-2E7769A070E2}" destId="{C98B32B6-80FA-473E-8EF7-E58B5C0B63A0}" srcOrd="0" destOrd="0" presId="urn:microsoft.com/office/officeart/2005/8/layout/radial4"/>
    <dgm:cxn modelId="{0AE1E89B-59DC-FE49-9C40-3F6EFC796779}" type="presOf" srcId="{68E76B41-A550-461F-9481-1AE483BA5C58}" destId="{66FA4682-F145-4B23-8D91-7289EF2EE2B3}" srcOrd="0" destOrd="0" presId="urn:microsoft.com/office/officeart/2005/8/layout/radial4"/>
    <dgm:cxn modelId="{439254C2-D738-47AC-9749-85A66FD43CFE}" srcId="{68E76B41-A550-461F-9481-1AE483BA5C58}" destId="{81A78B32-3927-43AF-B8FC-C5B3D286C1EE}" srcOrd="0" destOrd="0" parTransId="{AEC6E291-1804-4756-B532-47B064A9AFF3}" sibTransId="{C023432F-C50C-4035-9564-E829ED9361E9}"/>
    <dgm:cxn modelId="{ED8BD2C2-E3F9-074A-9F92-8AE4910B59CB}" type="presOf" srcId="{E6E30D25-5806-4BD3-916D-46B054864099}" destId="{43EB76C9-5FC4-425B-8085-569F1040D3FA}" srcOrd="0" destOrd="0" presId="urn:microsoft.com/office/officeart/2005/8/layout/radial4"/>
    <dgm:cxn modelId="{99BBB6D6-81AC-467C-ACD6-57D1914350BF}" srcId="{81A78B32-3927-43AF-B8FC-C5B3D286C1EE}" destId="{2638EEE8-E2DC-4064-AA23-4397C15F88C2}" srcOrd="0" destOrd="0" parTransId="{F9D23816-9374-4714-908E-2F193125F18E}" sibTransId="{43F6E81E-0548-4EEB-8AA2-9D039CC4A994}"/>
    <dgm:cxn modelId="{53054DE0-E249-A14D-9093-E627E718BE8C}" type="presOf" srcId="{81A78B32-3927-43AF-B8FC-C5B3D286C1EE}" destId="{93CB3505-D9EC-4023-BFB1-BAF825008C07}" srcOrd="0" destOrd="0" presId="urn:microsoft.com/office/officeart/2005/8/layout/radial4"/>
    <dgm:cxn modelId="{2BC3B3F7-6080-6846-A066-FCEACCF1389C}" type="presOf" srcId="{F9D23816-9374-4714-908E-2F193125F18E}" destId="{F0FDA065-50C3-43A0-AF52-5A0F5FD64052}" srcOrd="0" destOrd="0" presId="urn:microsoft.com/office/officeart/2005/8/layout/radial4"/>
    <dgm:cxn modelId="{2240EFD5-2E39-7E44-AA7B-0479BF8F235B}" type="presParOf" srcId="{66FA4682-F145-4B23-8D91-7289EF2EE2B3}" destId="{93CB3505-D9EC-4023-BFB1-BAF825008C07}" srcOrd="0" destOrd="0" presId="urn:microsoft.com/office/officeart/2005/8/layout/radial4"/>
    <dgm:cxn modelId="{CED35025-84D3-674D-9B16-8FDBE456F774}" type="presParOf" srcId="{66FA4682-F145-4B23-8D91-7289EF2EE2B3}" destId="{F0FDA065-50C3-43A0-AF52-5A0F5FD64052}" srcOrd="1" destOrd="0" presId="urn:microsoft.com/office/officeart/2005/8/layout/radial4"/>
    <dgm:cxn modelId="{B0CCAF19-08D7-6E46-A869-740CD0A97941}" type="presParOf" srcId="{66FA4682-F145-4B23-8D91-7289EF2EE2B3}" destId="{6A7CBE1E-BD4C-48E1-9903-EFA3DE152641}" srcOrd="2" destOrd="0" presId="urn:microsoft.com/office/officeart/2005/8/layout/radial4"/>
    <dgm:cxn modelId="{AF42D320-46E3-484E-955A-5B55208EC781}" type="presParOf" srcId="{66FA4682-F145-4B23-8D91-7289EF2EE2B3}" destId="{43EB76C9-5FC4-425B-8085-569F1040D3FA}" srcOrd="3" destOrd="0" presId="urn:microsoft.com/office/officeart/2005/8/layout/radial4"/>
    <dgm:cxn modelId="{8F298BE4-7F54-B847-8026-01DC674C0760}" type="presParOf" srcId="{66FA4682-F145-4B23-8D91-7289EF2EE2B3}" destId="{C98B32B6-80FA-473E-8EF7-E58B5C0B63A0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E2997E-ED49-4962-B5D5-9C39C988EF43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1F93EF28-A8FD-40FD-9E54-D86C500DD11D}">
      <dgm:prSet phldrT="[Texto]"/>
      <dgm:spPr>
        <a:solidFill>
          <a:schemeClr val="accent2"/>
        </a:solidFill>
      </dgm:spPr>
      <dgm:t>
        <a:bodyPr/>
        <a:lstStyle/>
        <a:p>
          <a:r>
            <a:rPr lang="es-MX" dirty="0"/>
            <a:t>Requisitos Generales</a:t>
          </a:r>
        </a:p>
      </dgm:t>
    </dgm:pt>
    <dgm:pt modelId="{EEADB12D-88D2-49D4-B94F-8EF94F39BEF6}" type="parTrans" cxnId="{680FF2EB-0418-4EF6-8BB2-4B24A99DD7D2}">
      <dgm:prSet/>
      <dgm:spPr/>
      <dgm:t>
        <a:bodyPr/>
        <a:lstStyle/>
        <a:p>
          <a:endParaRPr lang="es-MX"/>
        </a:p>
      </dgm:t>
    </dgm:pt>
    <dgm:pt modelId="{62C70F45-7CE0-485B-B9FB-306E4AF0CBB5}" type="sibTrans" cxnId="{680FF2EB-0418-4EF6-8BB2-4B24A99DD7D2}">
      <dgm:prSet/>
      <dgm:spPr/>
      <dgm:t>
        <a:bodyPr/>
        <a:lstStyle/>
        <a:p>
          <a:endParaRPr lang="es-MX"/>
        </a:p>
      </dgm:t>
    </dgm:pt>
    <dgm:pt modelId="{B65D7D2D-1296-4D9E-AC4D-D019B19CAF16}">
      <dgm:prSet phldrT="[Texto]" custT="1"/>
      <dgm:spPr>
        <a:solidFill>
          <a:srgbClr val="92D050"/>
        </a:solidFill>
      </dgm:spPr>
      <dgm:t>
        <a:bodyPr/>
        <a:lstStyle/>
        <a:p>
          <a:r>
            <a:rPr lang="es-MX" sz="1200" dirty="0"/>
            <a:t>Estrictamente Indispensables</a:t>
          </a:r>
        </a:p>
        <a:p>
          <a:r>
            <a:rPr lang="es-MX" sz="1000" dirty="0"/>
            <a:t>LISR 27-I</a:t>
          </a:r>
        </a:p>
      </dgm:t>
    </dgm:pt>
    <dgm:pt modelId="{47D1874A-1E10-487E-A22A-3C7E15561BCA}" type="parTrans" cxnId="{8F538D51-2E3E-48E7-9E78-05A5170EB1DA}">
      <dgm:prSet/>
      <dgm:spPr/>
      <dgm:t>
        <a:bodyPr/>
        <a:lstStyle/>
        <a:p>
          <a:endParaRPr lang="es-MX"/>
        </a:p>
      </dgm:t>
    </dgm:pt>
    <dgm:pt modelId="{B124DDC9-7266-4DBD-8BA9-A06FEFFC2536}" type="sibTrans" cxnId="{8F538D51-2E3E-48E7-9E78-05A5170EB1DA}">
      <dgm:prSet/>
      <dgm:spPr/>
      <dgm:t>
        <a:bodyPr/>
        <a:lstStyle/>
        <a:p>
          <a:endParaRPr lang="es-MX"/>
        </a:p>
      </dgm:t>
    </dgm:pt>
    <dgm:pt modelId="{776335F9-5556-4310-AADC-06930B907C79}">
      <dgm:prSet phldrT="[Texto]" custT="1"/>
      <dgm:spPr/>
      <dgm:t>
        <a:bodyPr/>
        <a:lstStyle/>
        <a:p>
          <a:r>
            <a:rPr lang="es-MX" sz="1200" dirty="0"/>
            <a:t>Comprobantes Fiscales</a:t>
          </a:r>
        </a:p>
        <a:p>
          <a:r>
            <a:rPr lang="es-MX" sz="1000" dirty="0"/>
            <a:t>LISR 27-III</a:t>
          </a:r>
        </a:p>
      </dgm:t>
    </dgm:pt>
    <dgm:pt modelId="{B1B3869B-4C03-4447-A66A-3E8DE5ADE066}" type="parTrans" cxnId="{2D89BBD7-6121-438A-B2BA-724151A6A17A}">
      <dgm:prSet/>
      <dgm:spPr/>
      <dgm:t>
        <a:bodyPr/>
        <a:lstStyle/>
        <a:p>
          <a:endParaRPr lang="es-MX"/>
        </a:p>
      </dgm:t>
    </dgm:pt>
    <dgm:pt modelId="{EC565097-7453-4A2B-81C3-155538E31E67}" type="sibTrans" cxnId="{2D89BBD7-6121-438A-B2BA-724151A6A17A}">
      <dgm:prSet/>
      <dgm:spPr/>
      <dgm:t>
        <a:bodyPr/>
        <a:lstStyle/>
        <a:p>
          <a:endParaRPr lang="es-MX"/>
        </a:p>
      </dgm:t>
    </dgm:pt>
    <dgm:pt modelId="{C906FE1B-9E02-4BE7-AE12-CB29A8896E7D}">
      <dgm:prSet phldrT="[Texto]" custT="1"/>
      <dgm:spPr/>
      <dgm:t>
        <a:bodyPr/>
        <a:lstStyle/>
        <a:p>
          <a:r>
            <a:rPr lang="es-MX" sz="1300" dirty="0"/>
            <a:t>Forma de pago</a:t>
          </a:r>
        </a:p>
        <a:p>
          <a:r>
            <a:rPr lang="es-MX" sz="1000" dirty="0"/>
            <a:t>LISR 27-III</a:t>
          </a:r>
        </a:p>
      </dgm:t>
    </dgm:pt>
    <dgm:pt modelId="{0DCB513C-25CA-4C04-89CC-A5E1615D8797}" type="parTrans" cxnId="{C2890368-CA2C-485F-AEF3-50E209CA0AB6}">
      <dgm:prSet/>
      <dgm:spPr/>
      <dgm:t>
        <a:bodyPr/>
        <a:lstStyle/>
        <a:p>
          <a:endParaRPr lang="es-MX"/>
        </a:p>
      </dgm:t>
    </dgm:pt>
    <dgm:pt modelId="{5F4B9E8D-763D-473C-9ACC-39AE417D8087}" type="sibTrans" cxnId="{C2890368-CA2C-485F-AEF3-50E209CA0AB6}">
      <dgm:prSet/>
      <dgm:spPr/>
      <dgm:t>
        <a:bodyPr/>
        <a:lstStyle/>
        <a:p>
          <a:endParaRPr lang="es-MX"/>
        </a:p>
      </dgm:t>
    </dgm:pt>
    <dgm:pt modelId="{9D691FFE-35DF-4127-AD75-EE5525974D9F}">
      <dgm:prSet custT="1"/>
      <dgm:spPr/>
      <dgm:t>
        <a:bodyPr/>
        <a:lstStyle/>
        <a:p>
          <a:r>
            <a:rPr lang="es-MX" sz="1300" dirty="0"/>
            <a:t>Registro Contable</a:t>
          </a:r>
        </a:p>
        <a:p>
          <a:r>
            <a:rPr lang="es-MX" sz="1000" dirty="0"/>
            <a:t>LISR 27-IV</a:t>
          </a:r>
        </a:p>
      </dgm:t>
    </dgm:pt>
    <dgm:pt modelId="{2A1DBF05-969E-40BB-8011-9ED89C6EB760}" type="parTrans" cxnId="{9715D31C-ADE4-4CC0-82DF-FCD5D0F412E9}">
      <dgm:prSet/>
      <dgm:spPr/>
      <dgm:t>
        <a:bodyPr/>
        <a:lstStyle/>
        <a:p>
          <a:endParaRPr lang="es-MX"/>
        </a:p>
      </dgm:t>
    </dgm:pt>
    <dgm:pt modelId="{97224312-9A70-4A90-98C0-7C8B9D1A6FB6}" type="sibTrans" cxnId="{9715D31C-ADE4-4CC0-82DF-FCD5D0F412E9}">
      <dgm:prSet/>
      <dgm:spPr/>
      <dgm:t>
        <a:bodyPr/>
        <a:lstStyle/>
        <a:p>
          <a:endParaRPr lang="es-MX"/>
        </a:p>
      </dgm:t>
    </dgm:pt>
    <dgm:pt modelId="{741361D5-C607-4F5D-A0B5-029ACA3E8635}">
      <dgm:prSet custT="1"/>
      <dgm:spPr/>
      <dgm:t>
        <a:bodyPr/>
        <a:lstStyle/>
        <a:p>
          <a:r>
            <a:rPr lang="es-MX" sz="1300" dirty="0"/>
            <a:t>Restarse una sola vez</a:t>
          </a:r>
        </a:p>
        <a:p>
          <a:r>
            <a:rPr lang="es-MX" sz="1000" dirty="0"/>
            <a:t>LISR 27-IV</a:t>
          </a:r>
        </a:p>
      </dgm:t>
    </dgm:pt>
    <dgm:pt modelId="{D848EE50-58F6-477E-89EE-CE8EFD345505}" type="parTrans" cxnId="{9B17F37F-9482-440C-81A3-0509FAECAF3C}">
      <dgm:prSet/>
      <dgm:spPr/>
      <dgm:t>
        <a:bodyPr/>
        <a:lstStyle/>
        <a:p>
          <a:endParaRPr lang="es-MX"/>
        </a:p>
      </dgm:t>
    </dgm:pt>
    <dgm:pt modelId="{37507D6A-ED40-4E26-8A82-B9E1AEF27D56}" type="sibTrans" cxnId="{9B17F37F-9482-440C-81A3-0509FAECAF3C}">
      <dgm:prSet/>
      <dgm:spPr/>
      <dgm:t>
        <a:bodyPr/>
        <a:lstStyle/>
        <a:p>
          <a:endParaRPr lang="es-MX"/>
        </a:p>
      </dgm:t>
    </dgm:pt>
    <dgm:pt modelId="{ADA40411-5688-4133-BA22-BB93839FC40E}">
      <dgm:prSet custT="1"/>
      <dgm:spPr/>
      <dgm:t>
        <a:bodyPr/>
        <a:lstStyle/>
        <a:p>
          <a:r>
            <a:rPr lang="es-MX" sz="1200" dirty="0"/>
            <a:t>Retención y pago de impuestos</a:t>
          </a:r>
        </a:p>
        <a:p>
          <a:r>
            <a:rPr lang="es-MX" sz="1000" dirty="0"/>
            <a:t>LISR 27-V</a:t>
          </a:r>
        </a:p>
      </dgm:t>
    </dgm:pt>
    <dgm:pt modelId="{75105588-C6E1-4075-9296-AFCE2BB8AD9A}" type="parTrans" cxnId="{EC86476D-1BD8-4B62-9388-6D18638C36CC}">
      <dgm:prSet/>
      <dgm:spPr/>
      <dgm:t>
        <a:bodyPr/>
        <a:lstStyle/>
        <a:p>
          <a:endParaRPr lang="es-MX"/>
        </a:p>
      </dgm:t>
    </dgm:pt>
    <dgm:pt modelId="{A79B1A39-888D-4C15-8513-669B002B9ECF}" type="sibTrans" cxnId="{EC86476D-1BD8-4B62-9388-6D18638C36CC}">
      <dgm:prSet/>
      <dgm:spPr/>
      <dgm:t>
        <a:bodyPr/>
        <a:lstStyle/>
        <a:p>
          <a:endParaRPr lang="es-MX"/>
        </a:p>
      </dgm:t>
    </dgm:pt>
    <dgm:pt modelId="{C282DB54-7BAF-4D8A-B3C5-FD288902FE6E}">
      <dgm:prSet custT="1"/>
      <dgm:spPr/>
      <dgm:t>
        <a:bodyPr/>
        <a:lstStyle/>
        <a:p>
          <a:r>
            <a:rPr lang="es-MX" sz="1300" dirty="0"/>
            <a:t>Simetría en el que acumula</a:t>
          </a:r>
        </a:p>
        <a:p>
          <a:r>
            <a:rPr lang="es-MX" sz="1000" dirty="0"/>
            <a:t>LISR 27-VIII</a:t>
          </a:r>
        </a:p>
      </dgm:t>
    </dgm:pt>
    <dgm:pt modelId="{2CDA8A0B-5B51-4AF4-A3D1-7EC87AD87091}" type="parTrans" cxnId="{4EF85D26-77DC-45B1-B54F-F91B4107EAFD}">
      <dgm:prSet/>
      <dgm:spPr/>
      <dgm:t>
        <a:bodyPr/>
        <a:lstStyle/>
        <a:p>
          <a:endParaRPr lang="es-MX"/>
        </a:p>
      </dgm:t>
    </dgm:pt>
    <dgm:pt modelId="{81A248E4-DE8F-49CF-8FA4-A4ECB015D3BB}" type="sibTrans" cxnId="{4EF85D26-77DC-45B1-B54F-F91B4107EAFD}">
      <dgm:prSet/>
      <dgm:spPr/>
      <dgm:t>
        <a:bodyPr/>
        <a:lstStyle/>
        <a:p>
          <a:endParaRPr lang="es-MX"/>
        </a:p>
      </dgm:t>
    </dgm:pt>
    <dgm:pt modelId="{83AAEB7C-9622-40E8-B602-7D32C6D95BD2}">
      <dgm:prSet custT="1"/>
      <dgm:spPr/>
      <dgm:t>
        <a:bodyPr/>
        <a:lstStyle/>
        <a:p>
          <a:r>
            <a:rPr lang="es-MX" sz="1300" dirty="0"/>
            <a:t>Valores de Mercado</a:t>
          </a:r>
        </a:p>
        <a:p>
          <a:r>
            <a:rPr lang="es-MX" sz="1000" dirty="0"/>
            <a:t>LISR 27-XIII</a:t>
          </a:r>
        </a:p>
      </dgm:t>
    </dgm:pt>
    <dgm:pt modelId="{D0F575D6-9916-43B4-A295-EC50D567CFA4}" type="parTrans" cxnId="{B3E1D2D4-1446-474D-B729-E309CEB9A91D}">
      <dgm:prSet/>
      <dgm:spPr/>
      <dgm:t>
        <a:bodyPr/>
        <a:lstStyle/>
        <a:p>
          <a:endParaRPr lang="es-MX"/>
        </a:p>
      </dgm:t>
    </dgm:pt>
    <dgm:pt modelId="{4F2E1191-D333-4861-BE05-D6FA1FEF248F}" type="sibTrans" cxnId="{B3E1D2D4-1446-474D-B729-E309CEB9A91D}">
      <dgm:prSet/>
      <dgm:spPr/>
      <dgm:t>
        <a:bodyPr/>
        <a:lstStyle/>
        <a:p>
          <a:endParaRPr lang="es-MX"/>
        </a:p>
      </dgm:t>
    </dgm:pt>
    <dgm:pt modelId="{4636C586-CF2B-4C72-ABD8-CF85B0865567}">
      <dgm:prSet custT="1"/>
      <dgm:spPr/>
      <dgm:t>
        <a:bodyPr/>
        <a:lstStyle/>
        <a:p>
          <a:r>
            <a:rPr lang="es-MX" sz="1300" dirty="0"/>
            <a:t>Legal Importación</a:t>
          </a:r>
        </a:p>
        <a:p>
          <a:r>
            <a:rPr lang="es-MX" sz="1000" dirty="0"/>
            <a:t>LISR 27-XIV</a:t>
          </a:r>
        </a:p>
      </dgm:t>
    </dgm:pt>
    <dgm:pt modelId="{68194D0E-E6B7-4084-A8B2-18A70411E22D}" type="parTrans" cxnId="{4E58D701-99F1-476C-B2C5-2B1404E61C54}">
      <dgm:prSet/>
      <dgm:spPr/>
      <dgm:t>
        <a:bodyPr/>
        <a:lstStyle/>
        <a:p>
          <a:endParaRPr lang="es-MX"/>
        </a:p>
      </dgm:t>
    </dgm:pt>
    <dgm:pt modelId="{DD489EB5-F06E-4168-ACDD-EAF899C54DBE}" type="sibTrans" cxnId="{4E58D701-99F1-476C-B2C5-2B1404E61C54}">
      <dgm:prSet/>
      <dgm:spPr/>
      <dgm:t>
        <a:bodyPr/>
        <a:lstStyle/>
        <a:p>
          <a:endParaRPr lang="es-MX"/>
        </a:p>
      </dgm:t>
    </dgm:pt>
    <dgm:pt modelId="{FE00EDDC-8F2F-41CF-86EE-4D451317D4C2}">
      <dgm:prSet custT="1"/>
      <dgm:spPr/>
      <dgm:t>
        <a:bodyPr/>
        <a:lstStyle/>
        <a:p>
          <a:r>
            <a:rPr lang="es-MX" sz="1300" dirty="0"/>
            <a:t>No ser provisiones</a:t>
          </a:r>
        </a:p>
        <a:p>
          <a:r>
            <a:rPr lang="es-MX" sz="1000" dirty="0"/>
            <a:t>LISR 28-VIII</a:t>
          </a:r>
        </a:p>
      </dgm:t>
    </dgm:pt>
    <dgm:pt modelId="{2FBDD5CC-925D-46EA-A258-D15D9D8368E9}" type="parTrans" cxnId="{0D0E7ACE-CE11-45A1-A22E-B1232B714B68}">
      <dgm:prSet/>
      <dgm:spPr/>
      <dgm:t>
        <a:bodyPr/>
        <a:lstStyle/>
        <a:p>
          <a:endParaRPr lang="es-MX"/>
        </a:p>
      </dgm:t>
    </dgm:pt>
    <dgm:pt modelId="{83F6C1B6-D916-4D62-876C-FA67295A1E03}" type="sibTrans" cxnId="{0D0E7ACE-CE11-45A1-A22E-B1232B714B68}">
      <dgm:prSet/>
      <dgm:spPr/>
      <dgm:t>
        <a:bodyPr/>
        <a:lstStyle/>
        <a:p>
          <a:endParaRPr lang="es-MX"/>
        </a:p>
      </dgm:t>
    </dgm:pt>
    <dgm:pt modelId="{833A6DAB-86CF-4C7A-8C08-9DE1AAD1AAA6}">
      <dgm:prSet custT="1"/>
      <dgm:spPr/>
      <dgm:t>
        <a:bodyPr/>
        <a:lstStyle/>
        <a:p>
          <a:r>
            <a:rPr lang="es-MX" sz="1200" dirty="0"/>
            <a:t>No corresponder a  prorratas</a:t>
          </a:r>
        </a:p>
        <a:p>
          <a:r>
            <a:rPr lang="es-MX" sz="1000" dirty="0"/>
            <a:t>LISR 28-XVIII</a:t>
          </a:r>
        </a:p>
      </dgm:t>
    </dgm:pt>
    <dgm:pt modelId="{AAEE4169-323F-40DB-A6E3-04413C35BDB8}" type="parTrans" cxnId="{2B606705-498E-4450-82C8-C45715B82CDA}">
      <dgm:prSet/>
      <dgm:spPr/>
      <dgm:t>
        <a:bodyPr/>
        <a:lstStyle/>
        <a:p>
          <a:endParaRPr lang="es-MX"/>
        </a:p>
      </dgm:t>
    </dgm:pt>
    <dgm:pt modelId="{46218C5E-4DFA-4BE5-AFF9-16C2FD38AFD6}" type="sibTrans" cxnId="{2B606705-498E-4450-82C8-C45715B82CDA}">
      <dgm:prSet/>
      <dgm:spPr/>
      <dgm:t>
        <a:bodyPr/>
        <a:lstStyle/>
        <a:p>
          <a:endParaRPr lang="es-MX"/>
        </a:p>
      </dgm:t>
    </dgm:pt>
    <dgm:pt modelId="{00872AA9-BF04-4903-9549-1064236570F7}">
      <dgm:prSet custT="1"/>
      <dgm:spPr/>
      <dgm:t>
        <a:bodyPr/>
        <a:lstStyle/>
        <a:p>
          <a:r>
            <a:rPr lang="es-MX" sz="1200" dirty="0"/>
            <a:t>No corresponder a utilidades</a:t>
          </a:r>
        </a:p>
        <a:p>
          <a:r>
            <a:rPr lang="es-MX" sz="1000" dirty="0"/>
            <a:t>LISR 28-XVI</a:t>
          </a:r>
        </a:p>
      </dgm:t>
    </dgm:pt>
    <dgm:pt modelId="{0128B21C-2758-4173-9C1D-2E7130631433}" type="parTrans" cxnId="{2FC93013-4C99-4D3C-BB35-EA1A42033D69}">
      <dgm:prSet/>
      <dgm:spPr/>
      <dgm:t>
        <a:bodyPr/>
        <a:lstStyle/>
        <a:p>
          <a:endParaRPr lang="es-MX"/>
        </a:p>
      </dgm:t>
    </dgm:pt>
    <dgm:pt modelId="{BF41A803-5C63-44D9-BA9C-1624CF53759A}" type="sibTrans" cxnId="{2FC93013-4C99-4D3C-BB35-EA1A42033D69}">
      <dgm:prSet/>
      <dgm:spPr/>
      <dgm:t>
        <a:bodyPr/>
        <a:lstStyle/>
        <a:p>
          <a:endParaRPr lang="es-MX"/>
        </a:p>
      </dgm:t>
    </dgm:pt>
    <dgm:pt modelId="{DFAC11D0-3451-43F8-8F5E-FC5EBB3A7587}" type="pres">
      <dgm:prSet presAssocID="{9AE2997E-ED49-4962-B5D5-9C39C988EF43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DC5613E-F9B8-490B-A3AC-6EDA5C7823AA}" type="pres">
      <dgm:prSet presAssocID="{1F93EF28-A8FD-40FD-9E54-D86C500DD11D}" presName="centerShape" presStyleLbl="node0" presStyleIdx="0" presStyleCnt="1"/>
      <dgm:spPr/>
    </dgm:pt>
    <dgm:pt modelId="{68630665-B243-451B-8B34-A0CB7062AAEF}" type="pres">
      <dgm:prSet presAssocID="{47D1874A-1E10-487E-A22A-3C7E15561BCA}" presName="parTrans" presStyleLbl="bgSibTrans2D1" presStyleIdx="0" presStyleCnt="12"/>
      <dgm:spPr/>
    </dgm:pt>
    <dgm:pt modelId="{95A86750-C771-44A5-BE40-199C7C0DD104}" type="pres">
      <dgm:prSet presAssocID="{B65D7D2D-1296-4D9E-AC4D-D019B19CAF16}" presName="node" presStyleLbl="node1" presStyleIdx="0" presStyleCnt="12">
        <dgm:presLayoutVars>
          <dgm:bulletEnabled val="1"/>
        </dgm:presLayoutVars>
      </dgm:prSet>
      <dgm:spPr/>
    </dgm:pt>
    <dgm:pt modelId="{271056A0-C551-40E4-ABFE-D032C17ED2CB}" type="pres">
      <dgm:prSet presAssocID="{B1B3869B-4C03-4447-A66A-3E8DE5ADE066}" presName="parTrans" presStyleLbl="bgSibTrans2D1" presStyleIdx="1" presStyleCnt="12"/>
      <dgm:spPr/>
    </dgm:pt>
    <dgm:pt modelId="{FDD102EC-F31B-4328-856C-410E4234BEDC}" type="pres">
      <dgm:prSet presAssocID="{776335F9-5556-4310-AADC-06930B907C79}" presName="node" presStyleLbl="node1" presStyleIdx="1" presStyleCnt="12">
        <dgm:presLayoutVars>
          <dgm:bulletEnabled val="1"/>
        </dgm:presLayoutVars>
      </dgm:prSet>
      <dgm:spPr/>
    </dgm:pt>
    <dgm:pt modelId="{C5651CF0-C5AB-47CC-AE34-998E61CADCBC}" type="pres">
      <dgm:prSet presAssocID="{0DCB513C-25CA-4C04-89CC-A5E1615D8797}" presName="parTrans" presStyleLbl="bgSibTrans2D1" presStyleIdx="2" presStyleCnt="12"/>
      <dgm:spPr/>
    </dgm:pt>
    <dgm:pt modelId="{34B511CD-08BC-436C-AEA1-1C8421936AE3}" type="pres">
      <dgm:prSet presAssocID="{C906FE1B-9E02-4BE7-AE12-CB29A8896E7D}" presName="node" presStyleLbl="node1" presStyleIdx="2" presStyleCnt="12">
        <dgm:presLayoutVars>
          <dgm:bulletEnabled val="1"/>
        </dgm:presLayoutVars>
      </dgm:prSet>
      <dgm:spPr/>
    </dgm:pt>
    <dgm:pt modelId="{3C9ABC46-5EFE-45C2-9648-6860A4981CE8}" type="pres">
      <dgm:prSet presAssocID="{2A1DBF05-969E-40BB-8011-9ED89C6EB760}" presName="parTrans" presStyleLbl="bgSibTrans2D1" presStyleIdx="3" presStyleCnt="12"/>
      <dgm:spPr/>
    </dgm:pt>
    <dgm:pt modelId="{8E0F708D-F5D9-47EF-B470-1881D05E4862}" type="pres">
      <dgm:prSet presAssocID="{9D691FFE-35DF-4127-AD75-EE5525974D9F}" presName="node" presStyleLbl="node1" presStyleIdx="3" presStyleCnt="12">
        <dgm:presLayoutVars>
          <dgm:bulletEnabled val="1"/>
        </dgm:presLayoutVars>
      </dgm:prSet>
      <dgm:spPr/>
    </dgm:pt>
    <dgm:pt modelId="{AA03561A-ED2B-415B-886F-B6DB8FCDB0FB}" type="pres">
      <dgm:prSet presAssocID="{D848EE50-58F6-477E-89EE-CE8EFD345505}" presName="parTrans" presStyleLbl="bgSibTrans2D1" presStyleIdx="4" presStyleCnt="12"/>
      <dgm:spPr/>
    </dgm:pt>
    <dgm:pt modelId="{E0AC6DEA-59A5-4ADD-A9AF-3A4D62CCDDD0}" type="pres">
      <dgm:prSet presAssocID="{741361D5-C607-4F5D-A0B5-029ACA3E8635}" presName="node" presStyleLbl="node1" presStyleIdx="4" presStyleCnt="12">
        <dgm:presLayoutVars>
          <dgm:bulletEnabled val="1"/>
        </dgm:presLayoutVars>
      </dgm:prSet>
      <dgm:spPr/>
    </dgm:pt>
    <dgm:pt modelId="{8170D6AC-6300-4D24-B761-24C15E171976}" type="pres">
      <dgm:prSet presAssocID="{75105588-C6E1-4075-9296-AFCE2BB8AD9A}" presName="parTrans" presStyleLbl="bgSibTrans2D1" presStyleIdx="5" presStyleCnt="12"/>
      <dgm:spPr/>
    </dgm:pt>
    <dgm:pt modelId="{855F1A67-6116-49E2-8630-3C1E375EF90D}" type="pres">
      <dgm:prSet presAssocID="{ADA40411-5688-4133-BA22-BB93839FC40E}" presName="node" presStyleLbl="node1" presStyleIdx="5" presStyleCnt="12">
        <dgm:presLayoutVars>
          <dgm:bulletEnabled val="1"/>
        </dgm:presLayoutVars>
      </dgm:prSet>
      <dgm:spPr/>
    </dgm:pt>
    <dgm:pt modelId="{78C9800D-5598-4D62-B049-F0AB933FA51C}" type="pres">
      <dgm:prSet presAssocID="{2CDA8A0B-5B51-4AF4-A3D1-7EC87AD87091}" presName="parTrans" presStyleLbl="bgSibTrans2D1" presStyleIdx="6" presStyleCnt="12"/>
      <dgm:spPr/>
    </dgm:pt>
    <dgm:pt modelId="{CEC77706-C678-4BFE-B0FD-069EDD12B822}" type="pres">
      <dgm:prSet presAssocID="{C282DB54-7BAF-4D8A-B3C5-FD288902FE6E}" presName="node" presStyleLbl="node1" presStyleIdx="6" presStyleCnt="12">
        <dgm:presLayoutVars>
          <dgm:bulletEnabled val="1"/>
        </dgm:presLayoutVars>
      </dgm:prSet>
      <dgm:spPr/>
    </dgm:pt>
    <dgm:pt modelId="{CB2CB013-E369-4457-8B7A-4A5F3B3199AD}" type="pres">
      <dgm:prSet presAssocID="{D0F575D6-9916-43B4-A295-EC50D567CFA4}" presName="parTrans" presStyleLbl="bgSibTrans2D1" presStyleIdx="7" presStyleCnt="12"/>
      <dgm:spPr/>
    </dgm:pt>
    <dgm:pt modelId="{C63C7FF8-8D7B-47D2-A6ED-344850BDC293}" type="pres">
      <dgm:prSet presAssocID="{83AAEB7C-9622-40E8-B602-7D32C6D95BD2}" presName="node" presStyleLbl="node1" presStyleIdx="7" presStyleCnt="12">
        <dgm:presLayoutVars>
          <dgm:bulletEnabled val="1"/>
        </dgm:presLayoutVars>
      </dgm:prSet>
      <dgm:spPr/>
    </dgm:pt>
    <dgm:pt modelId="{B6BF052E-92CB-4336-93B1-BD77C9050466}" type="pres">
      <dgm:prSet presAssocID="{68194D0E-E6B7-4084-A8B2-18A70411E22D}" presName="parTrans" presStyleLbl="bgSibTrans2D1" presStyleIdx="8" presStyleCnt="12"/>
      <dgm:spPr/>
    </dgm:pt>
    <dgm:pt modelId="{7576CD9F-9A2A-4D1A-88E8-0B451E1EF40F}" type="pres">
      <dgm:prSet presAssocID="{4636C586-CF2B-4C72-ABD8-CF85B0865567}" presName="node" presStyleLbl="node1" presStyleIdx="8" presStyleCnt="12">
        <dgm:presLayoutVars>
          <dgm:bulletEnabled val="1"/>
        </dgm:presLayoutVars>
      </dgm:prSet>
      <dgm:spPr/>
    </dgm:pt>
    <dgm:pt modelId="{008523D0-8F78-4A14-A30F-51CC4DDA343D}" type="pres">
      <dgm:prSet presAssocID="{2FBDD5CC-925D-46EA-A258-D15D9D8368E9}" presName="parTrans" presStyleLbl="bgSibTrans2D1" presStyleIdx="9" presStyleCnt="12"/>
      <dgm:spPr/>
    </dgm:pt>
    <dgm:pt modelId="{2A10B3AD-BDF3-40AB-9D9E-3CAED9C95582}" type="pres">
      <dgm:prSet presAssocID="{FE00EDDC-8F2F-41CF-86EE-4D451317D4C2}" presName="node" presStyleLbl="node1" presStyleIdx="9" presStyleCnt="12">
        <dgm:presLayoutVars>
          <dgm:bulletEnabled val="1"/>
        </dgm:presLayoutVars>
      </dgm:prSet>
      <dgm:spPr/>
    </dgm:pt>
    <dgm:pt modelId="{F35DC7BF-39F3-43C1-9538-C8FCECF112AF}" type="pres">
      <dgm:prSet presAssocID="{AAEE4169-323F-40DB-A6E3-04413C35BDB8}" presName="parTrans" presStyleLbl="bgSibTrans2D1" presStyleIdx="10" presStyleCnt="12"/>
      <dgm:spPr/>
    </dgm:pt>
    <dgm:pt modelId="{D0EF6198-E229-4226-A0E2-C0B01CA80603}" type="pres">
      <dgm:prSet presAssocID="{833A6DAB-86CF-4C7A-8C08-9DE1AAD1AAA6}" presName="node" presStyleLbl="node1" presStyleIdx="10" presStyleCnt="12">
        <dgm:presLayoutVars>
          <dgm:bulletEnabled val="1"/>
        </dgm:presLayoutVars>
      </dgm:prSet>
      <dgm:spPr/>
    </dgm:pt>
    <dgm:pt modelId="{B4A7F1CC-1459-4190-9F45-26FA522FA62C}" type="pres">
      <dgm:prSet presAssocID="{0128B21C-2758-4173-9C1D-2E7130631433}" presName="parTrans" presStyleLbl="bgSibTrans2D1" presStyleIdx="11" presStyleCnt="12"/>
      <dgm:spPr/>
    </dgm:pt>
    <dgm:pt modelId="{BB4CE851-4029-4336-BEBB-CB6D14260CC8}" type="pres">
      <dgm:prSet presAssocID="{00872AA9-BF04-4903-9549-1064236570F7}" presName="node" presStyleLbl="node1" presStyleIdx="11" presStyleCnt="12">
        <dgm:presLayoutVars>
          <dgm:bulletEnabled val="1"/>
        </dgm:presLayoutVars>
      </dgm:prSet>
      <dgm:spPr/>
    </dgm:pt>
  </dgm:ptLst>
  <dgm:cxnLst>
    <dgm:cxn modelId="{4E58D701-99F1-476C-B2C5-2B1404E61C54}" srcId="{1F93EF28-A8FD-40FD-9E54-D86C500DD11D}" destId="{4636C586-CF2B-4C72-ABD8-CF85B0865567}" srcOrd="8" destOrd="0" parTransId="{68194D0E-E6B7-4084-A8B2-18A70411E22D}" sibTransId="{DD489EB5-F06E-4168-ACDD-EAF899C54DBE}"/>
    <dgm:cxn modelId="{549F3002-B881-4843-A8C8-B284E7444059}" type="presOf" srcId="{0DCB513C-25CA-4C04-89CC-A5E1615D8797}" destId="{C5651CF0-C5AB-47CC-AE34-998E61CADCBC}" srcOrd="0" destOrd="0" presId="urn:microsoft.com/office/officeart/2005/8/layout/radial4"/>
    <dgm:cxn modelId="{AAA79502-F4F4-1D4F-B8AF-207E9818A182}" type="presOf" srcId="{D0F575D6-9916-43B4-A295-EC50D567CFA4}" destId="{CB2CB013-E369-4457-8B7A-4A5F3B3199AD}" srcOrd="0" destOrd="0" presId="urn:microsoft.com/office/officeart/2005/8/layout/radial4"/>
    <dgm:cxn modelId="{CFFACC03-4ECE-634D-BA14-6DDE7C56C9F5}" type="presOf" srcId="{75105588-C6E1-4075-9296-AFCE2BB8AD9A}" destId="{8170D6AC-6300-4D24-B761-24C15E171976}" srcOrd="0" destOrd="0" presId="urn:microsoft.com/office/officeart/2005/8/layout/radial4"/>
    <dgm:cxn modelId="{2B606705-498E-4450-82C8-C45715B82CDA}" srcId="{1F93EF28-A8FD-40FD-9E54-D86C500DD11D}" destId="{833A6DAB-86CF-4C7A-8C08-9DE1AAD1AAA6}" srcOrd="10" destOrd="0" parTransId="{AAEE4169-323F-40DB-A6E3-04413C35BDB8}" sibTransId="{46218C5E-4DFA-4BE5-AFF9-16C2FD38AFD6}"/>
    <dgm:cxn modelId="{EC2AC106-40B2-7C48-B2C1-D5472DFCE773}" type="presOf" srcId="{68194D0E-E6B7-4084-A8B2-18A70411E22D}" destId="{B6BF052E-92CB-4336-93B1-BD77C9050466}" srcOrd="0" destOrd="0" presId="urn:microsoft.com/office/officeart/2005/8/layout/radial4"/>
    <dgm:cxn modelId="{2FC93013-4C99-4D3C-BB35-EA1A42033D69}" srcId="{1F93EF28-A8FD-40FD-9E54-D86C500DD11D}" destId="{00872AA9-BF04-4903-9549-1064236570F7}" srcOrd="11" destOrd="0" parTransId="{0128B21C-2758-4173-9C1D-2E7130631433}" sibTransId="{BF41A803-5C63-44D9-BA9C-1624CF53759A}"/>
    <dgm:cxn modelId="{BB61FE1B-71D8-2F4F-B93C-1543C2AA27AB}" type="presOf" srcId="{00872AA9-BF04-4903-9549-1064236570F7}" destId="{BB4CE851-4029-4336-BEBB-CB6D14260CC8}" srcOrd="0" destOrd="0" presId="urn:microsoft.com/office/officeart/2005/8/layout/radial4"/>
    <dgm:cxn modelId="{9715D31C-ADE4-4CC0-82DF-FCD5D0F412E9}" srcId="{1F93EF28-A8FD-40FD-9E54-D86C500DD11D}" destId="{9D691FFE-35DF-4127-AD75-EE5525974D9F}" srcOrd="3" destOrd="0" parTransId="{2A1DBF05-969E-40BB-8011-9ED89C6EB760}" sibTransId="{97224312-9A70-4A90-98C0-7C8B9D1A6FB6}"/>
    <dgm:cxn modelId="{E1615C23-E9AD-6242-A505-CD845BF6C44E}" type="presOf" srcId="{833A6DAB-86CF-4C7A-8C08-9DE1AAD1AAA6}" destId="{D0EF6198-E229-4226-A0E2-C0B01CA80603}" srcOrd="0" destOrd="0" presId="urn:microsoft.com/office/officeart/2005/8/layout/radial4"/>
    <dgm:cxn modelId="{3DE8AB23-5008-CF4B-9F53-8164A3A8149D}" type="presOf" srcId="{2A1DBF05-969E-40BB-8011-9ED89C6EB760}" destId="{3C9ABC46-5EFE-45C2-9648-6860A4981CE8}" srcOrd="0" destOrd="0" presId="urn:microsoft.com/office/officeart/2005/8/layout/radial4"/>
    <dgm:cxn modelId="{4EF85D26-77DC-45B1-B54F-F91B4107EAFD}" srcId="{1F93EF28-A8FD-40FD-9E54-D86C500DD11D}" destId="{C282DB54-7BAF-4D8A-B3C5-FD288902FE6E}" srcOrd="6" destOrd="0" parTransId="{2CDA8A0B-5B51-4AF4-A3D1-7EC87AD87091}" sibTransId="{81A248E4-DE8F-49CF-8FA4-A4ECB015D3BB}"/>
    <dgm:cxn modelId="{5FBFAC3E-86FA-7B4B-943B-D92DA86EE52C}" type="presOf" srcId="{2FBDD5CC-925D-46EA-A258-D15D9D8368E9}" destId="{008523D0-8F78-4A14-A30F-51CC4DDA343D}" srcOrd="0" destOrd="0" presId="urn:microsoft.com/office/officeart/2005/8/layout/radial4"/>
    <dgm:cxn modelId="{673C6D41-D0C3-5342-BB27-500E66FA2CC9}" type="presOf" srcId="{C282DB54-7BAF-4D8A-B3C5-FD288902FE6E}" destId="{CEC77706-C678-4BFE-B0FD-069EDD12B822}" srcOrd="0" destOrd="0" presId="urn:microsoft.com/office/officeart/2005/8/layout/radial4"/>
    <dgm:cxn modelId="{9F4FF761-48FC-654A-AAD9-D30D1C23CC2A}" type="presOf" srcId="{9D691FFE-35DF-4127-AD75-EE5525974D9F}" destId="{8E0F708D-F5D9-47EF-B470-1881D05E4862}" srcOrd="0" destOrd="0" presId="urn:microsoft.com/office/officeart/2005/8/layout/radial4"/>
    <dgm:cxn modelId="{C2890368-CA2C-485F-AEF3-50E209CA0AB6}" srcId="{1F93EF28-A8FD-40FD-9E54-D86C500DD11D}" destId="{C906FE1B-9E02-4BE7-AE12-CB29A8896E7D}" srcOrd="2" destOrd="0" parTransId="{0DCB513C-25CA-4C04-89CC-A5E1615D8797}" sibTransId="{5F4B9E8D-763D-473C-9ACC-39AE417D8087}"/>
    <dgm:cxn modelId="{EC86476D-1BD8-4B62-9388-6D18638C36CC}" srcId="{1F93EF28-A8FD-40FD-9E54-D86C500DD11D}" destId="{ADA40411-5688-4133-BA22-BB93839FC40E}" srcOrd="5" destOrd="0" parTransId="{75105588-C6E1-4075-9296-AFCE2BB8AD9A}" sibTransId="{A79B1A39-888D-4C15-8513-669B002B9ECF}"/>
    <dgm:cxn modelId="{8F538D51-2E3E-48E7-9E78-05A5170EB1DA}" srcId="{1F93EF28-A8FD-40FD-9E54-D86C500DD11D}" destId="{B65D7D2D-1296-4D9E-AC4D-D019B19CAF16}" srcOrd="0" destOrd="0" parTransId="{47D1874A-1E10-487E-A22A-3C7E15561BCA}" sibTransId="{B124DDC9-7266-4DBD-8BA9-A06FEFFC2536}"/>
    <dgm:cxn modelId="{6905DA71-4F5E-AD49-9074-1BF4DAD34249}" type="presOf" srcId="{9AE2997E-ED49-4962-B5D5-9C39C988EF43}" destId="{DFAC11D0-3451-43F8-8F5E-FC5EBB3A7587}" srcOrd="0" destOrd="0" presId="urn:microsoft.com/office/officeart/2005/8/layout/radial4"/>
    <dgm:cxn modelId="{7FA9ED51-EBED-8445-8367-30844D92B03A}" type="presOf" srcId="{4636C586-CF2B-4C72-ABD8-CF85B0865567}" destId="{7576CD9F-9A2A-4D1A-88E8-0B451E1EF40F}" srcOrd="0" destOrd="0" presId="urn:microsoft.com/office/officeart/2005/8/layout/radial4"/>
    <dgm:cxn modelId="{130A2F52-0C17-8947-A03C-E1D6FEA2A2DC}" type="presOf" srcId="{2CDA8A0B-5B51-4AF4-A3D1-7EC87AD87091}" destId="{78C9800D-5598-4D62-B049-F0AB933FA51C}" srcOrd="0" destOrd="0" presId="urn:microsoft.com/office/officeart/2005/8/layout/radial4"/>
    <dgm:cxn modelId="{DE0A2A79-DA74-624E-96E5-CF97C69E2FD3}" type="presOf" srcId="{776335F9-5556-4310-AADC-06930B907C79}" destId="{FDD102EC-F31B-4328-856C-410E4234BEDC}" srcOrd="0" destOrd="0" presId="urn:microsoft.com/office/officeart/2005/8/layout/radial4"/>
    <dgm:cxn modelId="{A5D49C59-258A-B14C-A35A-2CD946A1D6C8}" type="presOf" srcId="{741361D5-C607-4F5D-A0B5-029ACA3E8635}" destId="{E0AC6DEA-59A5-4ADD-A9AF-3A4D62CCDDD0}" srcOrd="0" destOrd="0" presId="urn:microsoft.com/office/officeart/2005/8/layout/radial4"/>
    <dgm:cxn modelId="{1CE3365A-C41C-764D-9C2E-7F8A2559254E}" type="presOf" srcId="{47D1874A-1E10-487E-A22A-3C7E15561BCA}" destId="{68630665-B243-451B-8B34-A0CB7062AAEF}" srcOrd="0" destOrd="0" presId="urn:microsoft.com/office/officeart/2005/8/layout/radial4"/>
    <dgm:cxn modelId="{9B17F37F-9482-440C-81A3-0509FAECAF3C}" srcId="{1F93EF28-A8FD-40FD-9E54-D86C500DD11D}" destId="{741361D5-C607-4F5D-A0B5-029ACA3E8635}" srcOrd="4" destOrd="0" parTransId="{D848EE50-58F6-477E-89EE-CE8EFD345505}" sibTransId="{37507D6A-ED40-4E26-8A82-B9E1AEF27D56}"/>
    <dgm:cxn modelId="{8BB46986-C487-034F-B708-B4EB79676073}" type="presOf" srcId="{0128B21C-2758-4173-9C1D-2E7130631433}" destId="{B4A7F1CC-1459-4190-9F45-26FA522FA62C}" srcOrd="0" destOrd="0" presId="urn:microsoft.com/office/officeart/2005/8/layout/radial4"/>
    <dgm:cxn modelId="{3000DD8D-471C-A740-8F46-79A5EF7CA2A6}" type="presOf" srcId="{D848EE50-58F6-477E-89EE-CE8EFD345505}" destId="{AA03561A-ED2B-415B-886F-B6DB8FCDB0FB}" srcOrd="0" destOrd="0" presId="urn:microsoft.com/office/officeart/2005/8/layout/radial4"/>
    <dgm:cxn modelId="{31C2519A-19A4-E84F-81EE-AB428BDCAB0B}" type="presOf" srcId="{AAEE4169-323F-40DB-A6E3-04413C35BDB8}" destId="{F35DC7BF-39F3-43C1-9538-C8FCECF112AF}" srcOrd="0" destOrd="0" presId="urn:microsoft.com/office/officeart/2005/8/layout/radial4"/>
    <dgm:cxn modelId="{FBC8ABA1-4006-2346-8F51-D27B949EF89C}" type="presOf" srcId="{B1B3869B-4C03-4447-A66A-3E8DE5ADE066}" destId="{271056A0-C551-40E4-ABFE-D032C17ED2CB}" srcOrd="0" destOrd="0" presId="urn:microsoft.com/office/officeart/2005/8/layout/radial4"/>
    <dgm:cxn modelId="{0D0E7ACE-CE11-45A1-A22E-B1232B714B68}" srcId="{1F93EF28-A8FD-40FD-9E54-D86C500DD11D}" destId="{FE00EDDC-8F2F-41CF-86EE-4D451317D4C2}" srcOrd="9" destOrd="0" parTransId="{2FBDD5CC-925D-46EA-A258-D15D9D8368E9}" sibTransId="{83F6C1B6-D916-4D62-876C-FA67295A1E03}"/>
    <dgm:cxn modelId="{E77517CF-A7F4-2746-8E2C-D2CDA2AB30DC}" type="presOf" srcId="{B65D7D2D-1296-4D9E-AC4D-D019B19CAF16}" destId="{95A86750-C771-44A5-BE40-199C7C0DD104}" srcOrd="0" destOrd="0" presId="urn:microsoft.com/office/officeart/2005/8/layout/radial4"/>
    <dgm:cxn modelId="{C4798DD0-40A4-B640-AF12-FD19895139DD}" type="presOf" srcId="{83AAEB7C-9622-40E8-B602-7D32C6D95BD2}" destId="{C63C7FF8-8D7B-47D2-A6ED-344850BDC293}" srcOrd="0" destOrd="0" presId="urn:microsoft.com/office/officeart/2005/8/layout/radial4"/>
    <dgm:cxn modelId="{B3E1D2D4-1446-474D-B729-E309CEB9A91D}" srcId="{1F93EF28-A8FD-40FD-9E54-D86C500DD11D}" destId="{83AAEB7C-9622-40E8-B602-7D32C6D95BD2}" srcOrd="7" destOrd="0" parTransId="{D0F575D6-9916-43B4-A295-EC50D567CFA4}" sibTransId="{4F2E1191-D333-4861-BE05-D6FA1FEF248F}"/>
    <dgm:cxn modelId="{2D89BBD7-6121-438A-B2BA-724151A6A17A}" srcId="{1F93EF28-A8FD-40FD-9E54-D86C500DD11D}" destId="{776335F9-5556-4310-AADC-06930B907C79}" srcOrd="1" destOrd="0" parTransId="{B1B3869B-4C03-4447-A66A-3E8DE5ADE066}" sibTransId="{EC565097-7453-4A2B-81C3-155538E31E67}"/>
    <dgm:cxn modelId="{EAFEE3DE-53EA-AB43-BD1D-979AB2F2E0A9}" type="presOf" srcId="{C906FE1B-9E02-4BE7-AE12-CB29A8896E7D}" destId="{34B511CD-08BC-436C-AEA1-1C8421936AE3}" srcOrd="0" destOrd="0" presId="urn:microsoft.com/office/officeart/2005/8/layout/radial4"/>
    <dgm:cxn modelId="{680FF2EB-0418-4EF6-8BB2-4B24A99DD7D2}" srcId="{9AE2997E-ED49-4962-B5D5-9C39C988EF43}" destId="{1F93EF28-A8FD-40FD-9E54-D86C500DD11D}" srcOrd="0" destOrd="0" parTransId="{EEADB12D-88D2-49D4-B94F-8EF94F39BEF6}" sibTransId="{62C70F45-7CE0-485B-B9FB-306E4AF0CBB5}"/>
    <dgm:cxn modelId="{587584ED-0E2C-5E42-BE2F-0678FE74C132}" type="presOf" srcId="{ADA40411-5688-4133-BA22-BB93839FC40E}" destId="{855F1A67-6116-49E2-8630-3C1E375EF90D}" srcOrd="0" destOrd="0" presId="urn:microsoft.com/office/officeart/2005/8/layout/radial4"/>
    <dgm:cxn modelId="{22098CF3-695C-B341-B4C2-4FD9FB680DB9}" type="presOf" srcId="{FE00EDDC-8F2F-41CF-86EE-4D451317D4C2}" destId="{2A10B3AD-BDF3-40AB-9D9E-3CAED9C95582}" srcOrd="0" destOrd="0" presId="urn:microsoft.com/office/officeart/2005/8/layout/radial4"/>
    <dgm:cxn modelId="{6E7EC8F4-B448-D344-8022-9B331E738213}" type="presOf" srcId="{1F93EF28-A8FD-40FD-9E54-D86C500DD11D}" destId="{0DC5613E-F9B8-490B-A3AC-6EDA5C7823AA}" srcOrd="0" destOrd="0" presId="urn:microsoft.com/office/officeart/2005/8/layout/radial4"/>
    <dgm:cxn modelId="{5FBEBBE5-CA94-C449-8DEC-8BCBC5F64D87}" type="presParOf" srcId="{DFAC11D0-3451-43F8-8F5E-FC5EBB3A7587}" destId="{0DC5613E-F9B8-490B-A3AC-6EDA5C7823AA}" srcOrd="0" destOrd="0" presId="urn:microsoft.com/office/officeart/2005/8/layout/radial4"/>
    <dgm:cxn modelId="{CAA92C38-B4BF-C14F-B84A-5145D2A04F89}" type="presParOf" srcId="{DFAC11D0-3451-43F8-8F5E-FC5EBB3A7587}" destId="{68630665-B243-451B-8B34-A0CB7062AAEF}" srcOrd="1" destOrd="0" presId="urn:microsoft.com/office/officeart/2005/8/layout/radial4"/>
    <dgm:cxn modelId="{840B814C-9E15-C947-91D7-91D9CD11F4DF}" type="presParOf" srcId="{DFAC11D0-3451-43F8-8F5E-FC5EBB3A7587}" destId="{95A86750-C771-44A5-BE40-199C7C0DD104}" srcOrd="2" destOrd="0" presId="urn:microsoft.com/office/officeart/2005/8/layout/radial4"/>
    <dgm:cxn modelId="{490C7858-3CB6-6344-ACA6-51B0BB3C2473}" type="presParOf" srcId="{DFAC11D0-3451-43F8-8F5E-FC5EBB3A7587}" destId="{271056A0-C551-40E4-ABFE-D032C17ED2CB}" srcOrd="3" destOrd="0" presId="urn:microsoft.com/office/officeart/2005/8/layout/radial4"/>
    <dgm:cxn modelId="{C66CC948-3629-934D-9D97-173CEA296216}" type="presParOf" srcId="{DFAC11D0-3451-43F8-8F5E-FC5EBB3A7587}" destId="{FDD102EC-F31B-4328-856C-410E4234BEDC}" srcOrd="4" destOrd="0" presId="urn:microsoft.com/office/officeart/2005/8/layout/radial4"/>
    <dgm:cxn modelId="{69A80F34-7D3A-0D45-A8DC-978809DE76DE}" type="presParOf" srcId="{DFAC11D0-3451-43F8-8F5E-FC5EBB3A7587}" destId="{C5651CF0-C5AB-47CC-AE34-998E61CADCBC}" srcOrd="5" destOrd="0" presId="urn:microsoft.com/office/officeart/2005/8/layout/radial4"/>
    <dgm:cxn modelId="{B2E36BF0-95D4-CA41-81E0-6192EAF37598}" type="presParOf" srcId="{DFAC11D0-3451-43F8-8F5E-FC5EBB3A7587}" destId="{34B511CD-08BC-436C-AEA1-1C8421936AE3}" srcOrd="6" destOrd="0" presId="urn:microsoft.com/office/officeart/2005/8/layout/radial4"/>
    <dgm:cxn modelId="{62B1B077-BD73-E147-BA39-B6322445B19E}" type="presParOf" srcId="{DFAC11D0-3451-43F8-8F5E-FC5EBB3A7587}" destId="{3C9ABC46-5EFE-45C2-9648-6860A4981CE8}" srcOrd="7" destOrd="0" presId="urn:microsoft.com/office/officeart/2005/8/layout/radial4"/>
    <dgm:cxn modelId="{80E5BB70-8A85-9142-8FB9-883D4C531E00}" type="presParOf" srcId="{DFAC11D0-3451-43F8-8F5E-FC5EBB3A7587}" destId="{8E0F708D-F5D9-47EF-B470-1881D05E4862}" srcOrd="8" destOrd="0" presId="urn:microsoft.com/office/officeart/2005/8/layout/radial4"/>
    <dgm:cxn modelId="{E9229A8F-B180-4B42-83AF-7A4FA80B6B23}" type="presParOf" srcId="{DFAC11D0-3451-43F8-8F5E-FC5EBB3A7587}" destId="{AA03561A-ED2B-415B-886F-B6DB8FCDB0FB}" srcOrd="9" destOrd="0" presId="urn:microsoft.com/office/officeart/2005/8/layout/radial4"/>
    <dgm:cxn modelId="{8EE374E9-A122-474B-BEB5-12F5226904B8}" type="presParOf" srcId="{DFAC11D0-3451-43F8-8F5E-FC5EBB3A7587}" destId="{E0AC6DEA-59A5-4ADD-A9AF-3A4D62CCDDD0}" srcOrd="10" destOrd="0" presId="urn:microsoft.com/office/officeart/2005/8/layout/radial4"/>
    <dgm:cxn modelId="{C5762F7C-3189-D04A-A488-7A385491D0CE}" type="presParOf" srcId="{DFAC11D0-3451-43F8-8F5E-FC5EBB3A7587}" destId="{8170D6AC-6300-4D24-B761-24C15E171976}" srcOrd="11" destOrd="0" presId="urn:microsoft.com/office/officeart/2005/8/layout/radial4"/>
    <dgm:cxn modelId="{D9DB7D36-B18C-C44E-B984-CB48B33F0CF6}" type="presParOf" srcId="{DFAC11D0-3451-43F8-8F5E-FC5EBB3A7587}" destId="{855F1A67-6116-49E2-8630-3C1E375EF90D}" srcOrd="12" destOrd="0" presId="urn:microsoft.com/office/officeart/2005/8/layout/radial4"/>
    <dgm:cxn modelId="{F213A5C5-FA00-B24A-AF71-9203386DF9B8}" type="presParOf" srcId="{DFAC11D0-3451-43F8-8F5E-FC5EBB3A7587}" destId="{78C9800D-5598-4D62-B049-F0AB933FA51C}" srcOrd="13" destOrd="0" presId="urn:microsoft.com/office/officeart/2005/8/layout/radial4"/>
    <dgm:cxn modelId="{57771442-8428-644A-9402-6F57FB665EE9}" type="presParOf" srcId="{DFAC11D0-3451-43F8-8F5E-FC5EBB3A7587}" destId="{CEC77706-C678-4BFE-B0FD-069EDD12B822}" srcOrd="14" destOrd="0" presId="urn:microsoft.com/office/officeart/2005/8/layout/radial4"/>
    <dgm:cxn modelId="{31B765F6-8C52-A849-B0F4-7FA98B143162}" type="presParOf" srcId="{DFAC11D0-3451-43F8-8F5E-FC5EBB3A7587}" destId="{CB2CB013-E369-4457-8B7A-4A5F3B3199AD}" srcOrd="15" destOrd="0" presId="urn:microsoft.com/office/officeart/2005/8/layout/radial4"/>
    <dgm:cxn modelId="{B38CB585-CBF1-174F-A32E-699ABECBD142}" type="presParOf" srcId="{DFAC11D0-3451-43F8-8F5E-FC5EBB3A7587}" destId="{C63C7FF8-8D7B-47D2-A6ED-344850BDC293}" srcOrd="16" destOrd="0" presId="urn:microsoft.com/office/officeart/2005/8/layout/radial4"/>
    <dgm:cxn modelId="{65A90B38-BFBE-FF4C-B0C7-38C8AE23FCBD}" type="presParOf" srcId="{DFAC11D0-3451-43F8-8F5E-FC5EBB3A7587}" destId="{B6BF052E-92CB-4336-93B1-BD77C9050466}" srcOrd="17" destOrd="0" presId="urn:microsoft.com/office/officeart/2005/8/layout/radial4"/>
    <dgm:cxn modelId="{9FED82B7-0902-4447-8833-F74D623D9A75}" type="presParOf" srcId="{DFAC11D0-3451-43F8-8F5E-FC5EBB3A7587}" destId="{7576CD9F-9A2A-4D1A-88E8-0B451E1EF40F}" srcOrd="18" destOrd="0" presId="urn:microsoft.com/office/officeart/2005/8/layout/radial4"/>
    <dgm:cxn modelId="{0E4CF9F7-CB17-FA40-9E42-8F5178205C82}" type="presParOf" srcId="{DFAC11D0-3451-43F8-8F5E-FC5EBB3A7587}" destId="{008523D0-8F78-4A14-A30F-51CC4DDA343D}" srcOrd="19" destOrd="0" presId="urn:microsoft.com/office/officeart/2005/8/layout/radial4"/>
    <dgm:cxn modelId="{490C17C2-462D-8645-AE16-1DAF45DCF90F}" type="presParOf" srcId="{DFAC11D0-3451-43F8-8F5E-FC5EBB3A7587}" destId="{2A10B3AD-BDF3-40AB-9D9E-3CAED9C95582}" srcOrd="20" destOrd="0" presId="urn:microsoft.com/office/officeart/2005/8/layout/radial4"/>
    <dgm:cxn modelId="{6FAA5926-D411-A64D-9EBD-D2219E6E79A4}" type="presParOf" srcId="{DFAC11D0-3451-43F8-8F5E-FC5EBB3A7587}" destId="{F35DC7BF-39F3-43C1-9538-C8FCECF112AF}" srcOrd="21" destOrd="0" presId="urn:microsoft.com/office/officeart/2005/8/layout/radial4"/>
    <dgm:cxn modelId="{0E317713-ECEC-774D-AD08-E18603578FAD}" type="presParOf" srcId="{DFAC11D0-3451-43F8-8F5E-FC5EBB3A7587}" destId="{D0EF6198-E229-4226-A0E2-C0B01CA80603}" srcOrd="22" destOrd="0" presId="urn:microsoft.com/office/officeart/2005/8/layout/radial4"/>
    <dgm:cxn modelId="{F4A636E5-C9E2-DE4C-96EE-52681AC4BD96}" type="presParOf" srcId="{DFAC11D0-3451-43F8-8F5E-FC5EBB3A7587}" destId="{B4A7F1CC-1459-4190-9F45-26FA522FA62C}" srcOrd="23" destOrd="0" presId="urn:microsoft.com/office/officeart/2005/8/layout/radial4"/>
    <dgm:cxn modelId="{9DF8E0C2-ED21-294B-ABAA-5A1399B44EEC}" type="presParOf" srcId="{DFAC11D0-3451-43F8-8F5E-FC5EBB3A7587}" destId="{BB4CE851-4029-4336-BEBB-CB6D14260CC8}" srcOrd="2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FB0A8D-6A5E-4297-880A-CFBC73858D0C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9F02CB24-F7C9-482B-BB8B-EE296561399F}">
      <dgm:prSet phldrT="[Text]" custT="1"/>
      <dgm:spPr/>
      <dgm:t>
        <a:bodyPr/>
        <a:lstStyle/>
        <a:p>
          <a:r>
            <a:rPr lang="es-MX" sz="2100" dirty="0"/>
            <a:t>Donativos</a:t>
          </a:r>
        </a:p>
        <a:p>
          <a:r>
            <a:rPr lang="es-MX" sz="1000" dirty="0"/>
            <a:t>LISR 27-I</a:t>
          </a:r>
        </a:p>
      </dgm:t>
    </dgm:pt>
    <dgm:pt modelId="{E31460AC-A895-43E1-8260-56B8E32CE1A9}" type="parTrans" cxnId="{99F563E9-08A8-47FE-87CE-5DBC418B4D20}">
      <dgm:prSet/>
      <dgm:spPr/>
      <dgm:t>
        <a:bodyPr/>
        <a:lstStyle/>
        <a:p>
          <a:endParaRPr lang="es-MX"/>
        </a:p>
      </dgm:t>
    </dgm:pt>
    <dgm:pt modelId="{AE8AD8DE-B598-4C60-A40C-E04281C7D423}" type="sibTrans" cxnId="{99F563E9-08A8-47FE-87CE-5DBC418B4D20}">
      <dgm:prSet/>
      <dgm:spPr/>
      <dgm:t>
        <a:bodyPr/>
        <a:lstStyle/>
        <a:p>
          <a:endParaRPr lang="es-MX"/>
        </a:p>
      </dgm:t>
    </dgm:pt>
    <dgm:pt modelId="{B770D4F6-769C-43A0-834C-6C7D78D9A78F}">
      <dgm:prSet phldrT="[Text]"/>
      <dgm:spPr/>
      <dgm:t>
        <a:bodyPr/>
        <a:lstStyle/>
        <a:p>
          <a:r>
            <a:rPr lang="es-MX" dirty="0"/>
            <a:t>Onerosos</a:t>
          </a:r>
        </a:p>
        <a:p>
          <a:r>
            <a:rPr lang="es-MX"/>
            <a:t>(Con Gravámenes</a:t>
          </a:r>
          <a:r>
            <a:rPr lang="es-MX" dirty="0"/>
            <a:t>)</a:t>
          </a:r>
        </a:p>
      </dgm:t>
    </dgm:pt>
    <dgm:pt modelId="{20C587A9-48A1-4205-8923-C0604A43B987}" type="parTrans" cxnId="{F49B056C-09E8-4BA7-9472-EFA9A7F4BA20}">
      <dgm:prSet/>
      <dgm:spPr/>
      <dgm:t>
        <a:bodyPr/>
        <a:lstStyle/>
        <a:p>
          <a:endParaRPr lang="es-MX"/>
        </a:p>
      </dgm:t>
    </dgm:pt>
    <dgm:pt modelId="{FBACA56D-3089-47AF-BC63-C9F94AE81756}" type="sibTrans" cxnId="{F49B056C-09E8-4BA7-9472-EFA9A7F4BA20}">
      <dgm:prSet/>
      <dgm:spPr/>
      <dgm:t>
        <a:bodyPr/>
        <a:lstStyle/>
        <a:p>
          <a:endParaRPr lang="es-MX"/>
        </a:p>
      </dgm:t>
    </dgm:pt>
    <dgm:pt modelId="{08D306D0-AAB3-4490-9839-D08AAA30B7ED}">
      <dgm:prSet phldrT="[Text]"/>
      <dgm:spPr/>
      <dgm:t>
        <a:bodyPr/>
        <a:lstStyle/>
        <a:p>
          <a:r>
            <a:rPr lang="es-MX" dirty="0"/>
            <a:t>Remunerativos</a:t>
          </a:r>
        </a:p>
        <a:p>
          <a:r>
            <a:rPr lang="es-MX" dirty="0"/>
            <a:t>(Por Servicios Recibidos)</a:t>
          </a:r>
        </a:p>
      </dgm:t>
    </dgm:pt>
    <dgm:pt modelId="{2C9C5961-ACBF-4147-89F7-8905D9A85EA9}" type="parTrans" cxnId="{04F12D89-A6F9-42E4-86D4-ADB447A3BF04}">
      <dgm:prSet/>
      <dgm:spPr/>
      <dgm:t>
        <a:bodyPr/>
        <a:lstStyle/>
        <a:p>
          <a:endParaRPr lang="es-MX"/>
        </a:p>
      </dgm:t>
    </dgm:pt>
    <dgm:pt modelId="{E490856F-D93F-480B-8264-02E314D6A5A0}" type="sibTrans" cxnId="{04F12D89-A6F9-42E4-86D4-ADB447A3BF04}">
      <dgm:prSet/>
      <dgm:spPr/>
      <dgm:t>
        <a:bodyPr/>
        <a:lstStyle/>
        <a:p>
          <a:endParaRPr lang="es-MX"/>
        </a:p>
      </dgm:t>
    </dgm:pt>
    <dgm:pt modelId="{1DE1B907-4998-4B68-A70D-D6DCD736CC20}">
      <dgm:prSet phldrT="[Text]"/>
      <dgm:spPr/>
      <dgm:t>
        <a:bodyPr/>
        <a:lstStyle/>
        <a:p>
          <a:r>
            <a:rPr lang="es-MX" dirty="0"/>
            <a:t>Altruistas</a:t>
          </a:r>
        </a:p>
        <a:p>
          <a:r>
            <a:rPr lang="es-MX" dirty="0"/>
            <a:t>(No Indispensables)</a:t>
          </a:r>
        </a:p>
      </dgm:t>
    </dgm:pt>
    <dgm:pt modelId="{E17C0B8F-F4F9-4B39-97C9-5CDBAB7757A6}" type="parTrans" cxnId="{57918EDF-4AC6-4504-8F00-A08C1F5A22A1}">
      <dgm:prSet/>
      <dgm:spPr/>
      <dgm:t>
        <a:bodyPr/>
        <a:lstStyle/>
        <a:p>
          <a:endParaRPr lang="es-MX"/>
        </a:p>
      </dgm:t>
    </dgm:pt>
    <dgm:pt modelId="{21B7D716-7C57-424F-A2D0-E2EE1BA9C814}" type="sibTrans" cxnId="{57918EDF-4AC6-4504-8F00-A08C1F5A22A1}">
      <dgm:prSet/>
      <dgm:spPr/>
      <dgm:t>
        <a:bodyPr/>
        <a:lstStyle/>
        <a:p>
          <a:endParaRPr lang="es-MX"/>
        </a:p>
      </dgm:t>
    </dgm:pt>
    <dgm:pt modelId="{6ACF426E-FAA8-4C82-9764-6F7189F4E9A4}">
      <dgm:prSet/>
      <dgm:spPr/>
      <dgm:t>
        <a:bodyPr/>
        <a:lstStyle/>
        <a:p>
          <a:r>
            <a:rPr lang="es-MX" dirty="0"/>
            <a:t>Beneficiarios Aprobados</a:t>
          </a:r>
        </a:p>
      </dgm:t>
    </dgm:pt>
    <dgm:pt modelId="{6401D34E-ECF9-4559-AF08-4523DC1242CF}" type="parTrans" cxnId="{9B288780-FA55-4BAC-8127-851662357F50}">
      <dgm:prSet/>
      <dgm:spPr/>
      <dgm:t>
        <a:bodyPr/>
        <a:lstStyle/>
        <a:p>
          <a:endParaRPr lang="es-MX"/>
        </a:p>
      </dgm:t>
    </dgm:pt>
    <dgm:pt modelId="{5D90B04E-474A-412B-92C3-753796552ABF}" type="sibTrans" cxnId="{9B288780-FA55-4BAC-8127-851662357F50}">
      <dgm:prSet/>
      <dgm:spPr/>
      <dgm:t>
        <a:bodyPr/>
        <a:lstStyle/>
        <a:p>
          <a:endParaRPr lang="es-MX"/>
        </a:p>
      </dgm:t>
    </dgm:pt>
    <dgm:pt modelId="{C3337021-A49E-45FB-AB09-56ACE45B4277}">
      <dgm:prSet/>
      <dgm:spPr/>
      <dgm:t>
        <a:bodyPr/>
        <a:lstStyle/>
        <a:p>
          <a:r>
            <a:rPr lang="es-MX" dirty="0"/>
            <a:t>Monto limitado a un porciento de la Utilidad del Ejercicio Anterior</a:t>
          </a:r>
        </a:p>
      </dgm:t>
    </dgm:pt>
    <dgm:pt modelId="{B840FDF2-B929-401A-A9C6-F81478C9D7C9}" type="parTrans" cxnId="{588291D5-B22F-4FE0-B81A-025B479091C3}">
      <dgm:prSet/>
      <dgm:spPr/>
      <dgm:t>
        <a:bodyPr/>
        <a:lstStyle/>
        <a:p>
          <a:endParaRPr lang="es-MX"/>
        </a:p>
      </dgm:t>
    </dgm:pt>
    <dgm:pt modelId="{1F220296-E05F-4CA5-B90D-DF48AA340DD1}" type="sibTrans" cxnId="{588291D5-B22F-4FE0-B81A-025B479091C3}">
      <dgm:prSet/>
      <dgm:spPr/>
      <dgm:t>
        <a:bodyPr/>
        <a:lstStyle/>
        <a:p>
          <a:endParaRPr lang="es-MX"/>
        </a:p>
      </dgm:t>
    </dgm:pt>
    <dgm:pt modelId="{2E5E049F-2A6A-4944-BA1C-7D27279EDF58}">
      <dgm:prSet/>
      <dgm:spPr/>
      <dgm:t>
        <a:bodyPr/>
        <a:lstStyle/>
        <a:p>
          <a:r>
            <a:rPr lang="es-MX" dirty="0"/>
            <a:t>Privados</a:t>
          </a:r>
        </a:p>
        <a:p>
          <a:r>
            <a:rPr lang="es-MX" dirty="0"/>
            <a:t>7% </a:t>
          </a:r>
        </a:p>
      </dgm:t>
    </dgm:pt>
    <dgm:pt modelId="{D3F1C42C-7231-477F-8404-F6BDEB71AC7A}" type="parTrans" cxnId="{91D6FD66-8041-4B08-9C62-15FF2692DE04}">
      <dgm:prSet/>
      <dgm:spPr/>
      <dgm:t>
        <a:bodyPr/>
        <a:lstStyle/>
        <a:p>
          <a:endParaRPr lang="es-MX"/>
        </a:p>
      </dgm:t>
    </dgm:pt>
    <dgm:pt modelId="{77258C87-CE8E-44A4-87BA-1A8D2BF98245}" type="sibTrans" cxnId="{91D6FD66-8041-4B08-9C62-15FF2692DE04}">
      <dgm:prSet/>
      <dgm:spPr/>
      <dgm:t>
        <a:bodyPr/>
        <a:lstStyle/>
        <a:p>
          <a:endParaRPr lang="es-MX"/>
        </a:p>
      </dgm:t>
    </dgm:pt>
    <dgm:pt modelId="{325B8E64-3314-4F96-8432-CFC1BEF9ED05}">
      <dgm:prSet/>
      <dgm:spPr/>
      <dgm:t>
        <a:bodyPr/>
        <a:lstStyle/>
        <a:p>
          <a:r>
            <a:rPr lang="es-MX" dirty="0"/>
            <a:t>Entidades de Gobierno</a:t>
          </a:r>
        </a:p>
        <a:p>
          <a:r>
            <a:rPr lang="es-MX" dirty="0"/>
            <a:t>4%</a:t>
          </a:r>
        </a:p>
      </dgm:t>
    </dgm:pt>
    <dgm:pt modelId="{720F8375-1764-46C9-A7DC-B692C7C4E8B5}" type="parTrans" cxnId="{49FD309D-921B-438B-AFF3-7F218FA943A3}">
      <dgm:prSet/>
      <dgm:spPr/>
      <dgm:t>
        <a:bodyPr/>
        <a:lstStyle/>
        <a:p>
          <a:endParaRPr lang="es-MX"/>
        </a:p>
      </dgm:t>
    </dgm:pt>
    <dgm:pt modelId="{721FFEAC-87AD-46B3-A7D9-DBD1C8C5ABF6}" type="sibTrans" cxnId="{49FD309D-921B-438B-AFF3-7F218FA943A3}">
      <dgm:prSet/>
      <dgm:spPr/>
      <dgm:t>
        <a:bodyPr/>
        <a:lstStyle/>
        <a:p>
          <a:endParaRPr lang="es-MX"/>
        </a:p>
      </dgm:t>
    </dgm:pt>
    <dgm:pt modelId="{959F1D77-FD23-49CA-AF0D-4A1DA8ABD114}">
      <dgm:prSet/>
      <dgm:spPr/>
      <dgm:t>
        <a:bodyPr/>
        <a:lstStyle/>
        <a:p>
          <a:endParaRPr lang="es-MX"/>
        </a:p>
      </dgm:t>
    </dgm:pt>
    <dgm:pt modelId="{4C38BC00-49DC-4C7C-8993-1D30636DB99E}" type="parTrans" cxnId="{9893C54D-EDCD-4222-A831-82D75DDDFBA0}">
      <dgm:prSet/>
      <dgm:spPr/>
      <dgm:t>
        <a:bodyPr/>
        <a:lstStyle/>
        <a:p>
          <a:endParaRPr lang="es-MX"/>
        </a:p>
      </dgm:t>
    </dgm:pt>
    <dgm:pt modelId="{29BDE0B1-C01F-43E2-B69C-9B69C398544C}" type="sibTrans" cxnId="{9893C54D-EDCD-4222-A831-82D75DDDFBA0}">
      <dgm:prSet/>
      <dgm:spPr/>
      <dgm:t>
        <a:bodyPr/>
        <a:lstStyle/>
        <a:p>
          <a:endParaRPr lang="es-MX"/>
        </a:p>
      </dgm:t>
    </dgm:pt>
    <dgm:pt modelId="{4B39B115-5F5E-46C3-BA94-F0B06A14BD7B}">
      <dgm:prSet/>
      <dgm:spPr>
        <a:solidFill>
          <a:srgbClr val="FFC000"/>
        </a:solidFill>
      </dgm:spPr>
      <dgm:t>
        <a:bodyPr/>
        <a:lstStyle/>
        <a:p>
          <a:r>
            <a:rPr lang="es-MX" dirty="0"/>
            <a:t>Estrictamente Indispensables</a:t>
          </a:r>
        </a:p>
      </dgm:t>
    </dgm:pt>
    <dgm:pt modelId="{3681D1FA-E778-408D-9DE5-6AEE705C65DC}" type="parTrans" cxnId="{36AB16CB-AC54-43B4-92B0-672994EC369A}">
      <dgm:prSet/>
      <dgm:spPr/>
      <dgm:t>
        <a:bodyPr/>
        <a:lstStyle/>
        <a:p>
          <a:endParaRPr lang="es-MX"/>
        </a:p>
      </dgm:t>
    </dgm:pt>
    <dgm:pt modelId="{478A7140-DE2F-4B48-BD8E-EE55AE2AB274}" type="sibTrans" cxnId="{36AB16CB-AC54-43B4-92B0-672994EC369A}">
      <dgm:prSet/>
      <dgm:spPr/>
      <dgm:t>
        <a:bodyPr/>
        <a:lstStyle/>
        <a:p>
          <a:endParaRPr lang="es-MX"/>
        </a:p>
      </dgm:t>
    </dgm:pt>
    <dgm:pt modelId="{0AE8DE7D-6115-47FC-BFA0-2435A9ED2662}" type="pres">
      <dgm:prSet presAssocID="{9DFB0A8D-6A5E-4297-880A-CFBC73858D0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E276EF6-21EF-47BA-8DDD-EF608A493975}" type="pres">
      <dgm:prSet presAssocID="{9F02CB24-F7C9-482B-BB8B-EE296561399F}" presName="root1" presStyleCnt="0"/>
      <dgm:spPr/>
    </dgm:pt>
    <dgm:pt modelId="{8079E338-520C-4EB9-B3E6-D0EE9EC0AFE4}" type="pres">
      <dgm:prSet presAssocID="{9F02CB24-F7C9-482B-BB8B-EE296561399F}" presName="LevelOneTextNode" presStyleLbl="node0" presStyleIdx="0" presStyleCnt="1">
        <dgm:presLayoutVars>
          <dgm:chPref val="3"/>
        </dgm:presLayoutVars>
      </dgm:prSet>
      <dgm:spPr/>
    </dgm:pt>
    <dgm:pt modelId="{9316B842-D8B5-431E-BEB4-C617144CCE96}" type="pres">
      <dgm:prSet presAssocID="{9F02CB24-F7C9-482B-BB8B-EE296561399F}" presName="level2hierChild" presStyleCnt="0"/>
      <dgm:spPr/>
    </dgm:pt>
    <dgm:pt modelId="{F7699245-F5A0-419E-8720-D8FAF5869212}" type="pres">
      <dgm:prSet presAssocID="{20C587A9-48A1-4205-8923-C0604A43B987}" presName="conn2-1" presStyleLbl="parChTrans1D2" presStyleIdx="0" presStyleCnt="3"/>
      <dgm:spPr/>
    </dgm:pt>
    <dgm:pt modelId="{FD19589A-76DA-4FB7-A842-4CA9DE67C68E}" type="pres">
      <dgm:prSet presAssocID="{20C587A9-48A1-4205-8923-C0604A43B987}" presName="connTx" presStyleLbl="parChTrans1D2" presStyleIdx="0" presStyleCnt="3"/>
      <dgm:spPr/>
    </dgm:pt>
    <dgm:pt modelId="{EE3BF5B7-5255-4503-9265-5C704D3B5A31}" type="pres">
      <dgm:prSet presAssocID="{B770D4F6-769C-43A0-834C-6C7D78D9A78F}" presName="root2" presStyleCnt="0"/>
      <dgm:spPr/>
    </dgm:pt>
    <dgm:pt modelId="{5045F56C-672A-4E1C-BEDF-6003DE67887A}" type="pres">
      <dgm:prSet presAssocID="{B770D4F6-769C-43A0-834C-6C7D78D9A78F}" presName="LevelTwoTextNode" presStyleLbl="node2" presStyleIdx="0" presStyleCnt="3">
        <dgm:presLayoutVars>
          <dgm:chPref val="3"/>
        </dgm:presLayoutVars>
      </dgm:prSet>
      <dgm:spPr/>
    </dgm:pt>
    <dgm:pt modelId="{DE2E4EDE-61E5-4F89-AAB6-CB43E2B29CC8}" type="pres">
      <dgm:prSet presAssocID="{B770D4F6-769C-43A0-834C-6C7D78D9A78F}" presName="level3hierChild" presStyleCnt="0"/>
      <dgm:spPr/>
    </dgm:pt>
    <dgm:pt modelId="{370049AC-971A-4301-9744-AAF3927589F3}" type="pres">
      <dgm:prSet presAssocID="{4C38BC00-49DC-4C7C-8993-1D30636DB99E}" presName="conn2-1" presStyleLbl="parChTrans1D3" presStyleIdx="0" presStyleCnt="4"/>
      <dgm:spPr/>
    </dgm:pt>
    <dgm:pt modelId="{3B479913-02B5-43A3-B5BF-066454F1A915}" type="pres">
      <dgm:prSet presAssocID="{4C38BC00-49DC-4C7C-8993-1D30636DB99E}" presName="connTx" presStyleLbl="parChTrans1D3" presStyleIdx="0" presStyleCnt="4"/>
      <dgm:spPr/>
    </dgm:pt>
    <dgm:pt modelId="{917A5789-3DA7-4E60-A7E8-58EB9AE694C3}" type="pres">
      <dgm:prSet presAssocID="{959F1D77-FD23-49CA-AF0D-4A1DA8ABD114}" presName="root2" presStyleCnt="0"/>
      <dgm:spPr/>
    </dgm:pt>
    <dgm:pt modelId="{663712CA-D880-41E6-86C7-4002315EEF53}" type="pres">
      <dgm:prSet presAssocID="{959F1D77-FD23-49CA-AF0D-4A1DA8ABD114}" presName="LevelTwoTextNode" presStyleLbl="node3" presStyleIdx="0" presStyleCnt="4" custLinFactNeighborY="61677">
        <dgm:presLayoutVars>
          <dgm:chPref val="3"/>
        </dgm:presLayoutVars>
      </dgm:prSet>
      <dgm:spPr/>
    </dgm:pt>
    <dgm:pt modelId="{9CE62DBC-4F1E-4C96-961C-6DEFC0BFEFD9}" type="pres">
      <dgm:prSet presAssocID="{959F1D77-FD23-49CA-AF0D-4A1DA8ABD114}" presName="level3hierChild" presStyleCnt="0"/>
      <dgm:spPr/>
    </dgm:pt>
    <dgm:pt modelId="{76FDFECE-60A1-474C-86BA-08EE996B25AF}" type="pres">
      <dgm:prSet presAssocID="{2C9C5961-ACBF-4147-89F7-8905D9A85EA9}" presName="conn2-1" presStyleLbl="parChTrans1D2" presStyleIdx="1" presStyleCnt="3"/>
      <dgm:spPr/>
    </dgm:pt>
    <dgm:pt modelId="{0B730964-DD57-47A0-A140-5467B7EEE703}" type="pres">
      <dgm:prSet presAssocID="{2C9C5961-ACBF-4147-89F7-8905D9A85EA9}" presName="connTx" presStyleLbl="parChTrans1D2" presStyleIdx="1" presStyleCnt="3"/>
      <dgm:spPr/>
    </dgm:pt>
    <dgm:pt modelId="{D027AA48-3913-40AA-9B78-495829D37CAD}" type="pres">
      <dgm:prSet presAssocID="{08D306D0-AAB3-4490-9839-D08AAA30B7ED}" presName="root2" presStyleCnt="0"/>
      <dgm:spPr/>
    </dgm:pt>
    <dgm:pt modelId="{07A7B7AC-D465-46E5-967B-3D4A514A5F51}" type="pres">
      <dgm:prSet presAssocID="{08D306D0-AAB3-4490-9839-D08AAA30B7ED}" presName="LevelTwoTextNode" presStyleLbl="node2" presStyleIdx="1" presStyleCnt="3">
        <dgm:presLayoutVars>
          <dgm:chPref val="3"/>
        </dgm:presLayoutVars>
      </dgm:prSet>
      <dgm:spPr/>
    </dgm:pt>
    <dgm:pt modelId="{A424133E-52D5-4589-A69F-9E9720C4809F}" type="pres">
      <dgm:prSet presAssocID="{08D306D0-AAB3-4490-9839-D08AAA30B7ED}" presName="level3hierChild" presStyleCnt="0"/>
      <dgm:spPr/>
    </dgm:pt>
    <dgm:pt modelId="{B4D0725D-0124-4AE3-AF39-390BA80A389B}" type="pres">
      <dgm:prSet presAssocID="{3681D1FA-E778-408D-9DE5-6AEE705C65DC}" presName="conn2-1" presStyleLbl="parChTrans1D3" presStyleIdx="1" presStyleCnt="4"/>
      <dgm:spPr/>
    </dgm:pt>
    <dgm:pt modelId="{5D4F29F1-1CB6-4711-A04B-F905DFA34C95}" type="pres">
      <dgm:prSet presAssocID="{3681D1FA-E778-408D-9DE5-6AEE705C65DC}" presName="connTx" presStyleLbl="parChTrans1D3" presStyleIdx="1" presStyleCnt="4"/>
      <dgm:spPr/>
    </dgm:pt>
    <dgm:pt modelId="{7E08624C-AEC7-409C-94CF-246042487A65}" type="pres">
      <dgm:prSet presAssocID="{4B39B115-5F5E-46C3-BA94-F0B06A14BD7B}" presName="root2" presStyleCnt="0"/>
      <dgm:spPr/>
    </dgm:pt>
    <dgm:pt modelId="{C319C423-7319-443D-9B62-4BD0EF03D182}" type="pres">
      <dgm:prSet presAssocID="{4B39B115-5F5E-46C3-BA94-F0B06A14BD7B}" presName="LevelTwoTextNode" presStyleLbl="node3" presStyleIdx="1" presStyleCnt="4" custLinFactNeighborY="-63279">
        <dgm:presLayoutVars>
          <dgm:chPref val="3"/>
        </dgm:presLayoutVars>
      </dgm:prSet>
      <dgm:spPr/>
    </dgm:pt>
    <dgm:pt modelId="{88AA7D84-12D7-48FB-AF20-FCB4770B719E}" type="pres">
      <dgm:prSet presAssocID="{4B39B115-5F5E-46C3-BA94-F0B06A14BD7B}" presName="level3hierChild" presStyleCnt="0"/>
      <dgm:spPr/>
    </dgm:pt>
    <dgm:pt modelId="{E4598CA2-CAD7-4372-BE25-404DD55FF3FC}" type="pres">
      <dgm:prSet presAssocID="{E17C0B8F-F4F9-4B39-97C9-5CDBAB7757A6}" presName="conn2-1" presStyleLbl="parChTrans1D2" presStyleIdx="2" presStyleCnt="3"/>
      <dgm:spPr/>
    </dgm:pt>
    <dgm:pt modelId="{44AD2CDD-A0A7-4103-81E8-ABD3A91DAC90}" type="pres">
      <dgm:prSet presAssocID="{E17C0B8F-F4F9-4B39-97C9-5CDBAB7757A6}" presName="connTx" presStyleLbl="parChTrans1D2" presStyleIdx="2" presStyleCnt="3"/>
      <dgm:spPr/>
    </dgm:pt>
    <dgm:pt modelId="{A38A513E-8062-4AC2-894C-6894128C11E3}" type="pres">
      <dgm:prSet presAssocID="{1DE1B907-4998-4B68-A70D-D6DCD736CC20}" presName="root2" presStyleCnt="0"/>
      <dgm:spPr/>
    </dgm:pt>
    <dgm:pt modelId="{9398CBF6-977D-4382-A495-46C6F5CA9764}" type="pres">
      <dgm:prSet presAssocID="{1DE1B907-4998-4B68-A70D-D6DCD736CC20}" presName="LevelTwoTextNode" presStyleLbl="node2" presStyleIdx="2" presStyleCnt="3">
        <dgm:presLayoutVars>
          <dgm:chPref val="3"/>
        </dgm:presLayoutVars>
      </dgm:prSet>
      <dgm:spPr/>
    </dgm:pt>
    <dgm:pt modelId="{3B8FEE90-7F49-44AE-85BE-319FB2133070}" type="pres">
      <dgm:prSet presAssocID="{1DE1B907-4998-4B68-A70D-D6DCD736CC20}" presName="level3hierChild" presStyleCnt="0"/>
      <dgm:spPr/>
    </dgm:pt>
    <dgm:pt modelId="{06B57ED0-A674-47B8-8EF1-935D956CC5C0}" type="pres">
      <dgm:prSet presAssocID="{6401D34E-ECF9-4559-AF08-4523DC1242CF}" presName="conn2-1" presStyleLbl="parChTrans1D3" presStyleIdx="2" presStyleCnt="4"/>
      <dgm:spPr/>
    </dgm:pt>
    <dgm:pt modelId="{D642A2C5-8158-4637-9D5F-BC2E98F17E29}" type="pres">
      <dgm:prSet presAssocID="{6401D34E-ECF9-4559-AF08-4523DC1242CF}" presName="connTx" presStyleLbl="parChTrans1D3" presStyleIdx="2" presStyleCnt="4"/>
      <dgm:spPr/>
    </dgm:pt>
    <dgm:pt modelId="{2BBF6BE0-7FEB-435C-9D6B-AD8A995AEE71}" type="pres">
      <dgm:prSet presAssocID="{6ACF426E-FAA8-4C82-9764-6F7189F4E9A4}" presName="root2" presStyleCnt="0"/>
      <dgm:spPr/>
    </dgm:pt>
    <dgm:pt modelId="{84B52692-9C4B-4950-8647-6B600319A9EC}" type="pres">
      <dgm:prSet presAssocID="{6ACF426E-FAA8-4C82-9764-6F7189F4E9A4}" presName="LevelTwoTextNode" presStyleLbl="node3" presStyleIdx="2" presStyleCnt="4">
        <dgm:presLayoutVars>
          <dgm:chPref val="3"/>
        </dgm:presLayoutVars>
      </dgm:prSet>
      <dgm:spPr/>
    </dgm:pt>
    <dgm:pt modelId="{993092F1-8583-40B7-AD0C-8C48E0077F90}" type="pres">
      <dgm:prSet presAssocID="{6ACF426E-FAA8-4C82-9764-6F7189F4E9A4}" presName="level3hierChild" presStyleCnt="0"/>
      <dgm:spPr/>
    </dgm:pt>
    <dgm:pt modelId="{AA336435-D9C8-4B0A-AED6-37299BC234F2}" type="pres">
      <dgm:prSet presAssocID="{B840FDF2-B929-401A-A9C6-F81478C9D7C9}" presName="conn2-1" presStyleLbl="parChTrans1D3" presStyleIdx="3" presStyleCnt="4"/>
      <dgm:spPr/>
    </dgm:pt>
    <dgm:pt modelId="{7922E883-BED5-4024-AE43-DA30FEF5F0CF}" type="pres">
      <dgm:prSet presAssocID="{B840FDF2-B929-401A-A9C6-F81478C9D7C9}" presName="connTx" presStyleLbl="parChTrans1D3" presStyleIdx="3" presStyleCnt="4"/>
      <dgm:spPr/>
    </dgm:pt>
    <dgm:pt modelId="{DE1A8268-3927-40EB-9AAD-B1B1BF275523}" type="pres">
      <dgm:prSet presAssocID="{C3337021-A49E-45FB-AB09-56ACE45B4277}" presName="root2" presStyleCnt="0"/>
      <dgm:spPr/>
    </dgm:pt>
    <dgm:pt modelId="{F4EA3A93-0F9E-4034-8365-588DB511DD33}" type="pres">
      <dgm:prSet presAssocID="{C3337021-A49E-45FB-AB09-56ACE45B4277}" presName="LevelTwoTextNode" presStyleLbl="node3" presStyleIdx="3" presStyleCnt="4">
        <dgm:presLayoutVars>
          <dgm:chPref val="3"/>
        </dgm:presLayoutVars>
      </dgm:prSet>
      <dgm:spPr/>
    </dgm:pt>
    <dgm:pt modelId="{D6194017-E53D-41CC-AB95-5F77AE5A67EF}" type="pres">
      <dgm:prSet presAssocID="{C3337021-A49E-45FB-AB09-56ACE45B4277}" presName="level3hierChild" presStyleCnt="0"/>
      <dgm:spPr/>
    </dgm:pt>
    <dgm:pt modelId="{A006C587-9D0D-45F1-8889-551AB4B56110}" type="pres">
      <dgm:prSet presAssocID="{D3F1C42C-7231-477F-8404-F6BDEB71AC7A}" presName="conn2-1" presStyleLbl="parChTrans1D4" presStyleIdx="0" presStyleCnt="2"/>
      <dgm:spPr/>
    </dgm:pt>
    <dgm:pt modelId="{647F587E-996C-47DC-95A2-D5908B3E6309}" type="pres">
      <dgm:prSet presAssocID="{D3F1C42C-7231-477F-8404-F6BDEB71AC7A}" presName="connTx" presStyleLbl="parChTrans1D4" presStyleIdx="0" presStyleCnt="2"/>
      <dgm:spPr/>
    </dgm:pt>
    <dgm:pt modelId="{81408ACB-44D6-4B82-83A4-69FF75ACDF07}" type="pres">
      <dgm:prSet presAssocID="{2E5E049F-2A6A-4944-BA1C-7D27279EDF58}" presName="root2" presStyleCnt="0"/>
      <dgm:spPr/>
    </dgm:pt>
    <dgm:pt modelId="{2AC3913F-FBED-40FB-935A-EF042652384D}" type="pres">
      <dgm:prSet presAssocID="{2E5E049F-2A6A-4944-BA1C-7D27279EDF58}" presName="LevelTwoTextNode" presStyleLbl="node4" presStyleIdx="0" presStyleCnt="2">
        <dgm:presLayoutVars>
          <dgm:chPref val="3"/>
        </dgm:presLayoutVars>
      </dgm:prSet>
      <dgm:spPr/>
    </dgm:pt>
    <dgm:pt modelId="{58EDF63E-2CCE-466D-9575-6BC318B83283}" type="pres">
      <dgm:prSet presAssocID="{2E5E049F-2A6A-4944-BA1C-7D27279EDF58}" presName="level3hierChild" presStyleCnt="0"/>
      <dgm:spPr/>
    </dgm:pt>
    <dgm:pt modelId="{65E2BE49-BD5C-47B3-8849-8E9740B90BAE}" type="pres">
      <dgm:prSet presAssocID="{720F8375-1764-46C9-A7DC-B692C7C4E8B5}" presName="conn2-1" presStyleLbl="parChTrans1D4" presStyleIdx="1" presStyleCnt="2"/>
      <dgm:spPr/>
    </dgm:pt>
    <dgm:pt modelId="{733F8887-17A3-4181-9E17-545FE592AEE5}" type="pres">
      <dgm:prSet presAssocID="{720F8375-1764-46C9-A7DC-B692C7C4E8B5}" presName="connTx" presStyleLbl="parChTrans1D4" presStyleIdx="1" presStyleCnt="2"/>
      <dgm:spPr/>
    </dgm:pt>
    <dgm:pt modelId="{1CA11271-E3FD-4CD2-A925-A65B20441FD5}" type="pres">
      <dgm:prSet presAssocID="{325B8E64-3314-4F96-8432-CFC1BEF9ED05}" presName="root2" presStyleCnt="0"/>
      <dgm:spPr/>
    </dgm:pt>
    <dgm:pt modelId="{5886FDB3-2255-449C-BF4C-DD65DF32C319}" type="pres">
      <dgm:prSet presAssocID="{325B8E64-3314-4F96-8432-CFC1BEF9ED05}" presName="LevelTwoTextNode" presStyleLbl="node4" presStyleIdx="1" presStyleCnt="2">
        <dgm:presLayoutVars>
          <dgm:chPref val="3"/>
        </dgm:presLayoutVars>
      </dgm:prSet>
      <dgm:spPr/>
    </dgm:pt>
    <dgm:pt modelId="{B3B21633-21B4-485D-98F1-74BF2C91FCBF}" type="pres">
      <dgm:prSet presAssocID="{325B8E64-3314-4F96-8432-CFC1BEF9ED05}" presName="level3hierChild" presStyleCnt="0"/>
      <dgm:spPr/>
    </dgm:pt>
  </dgm:ptLst>
  <dgm:cxnLst>
    <dgm:cxn modelId="{8E1AD800-C032-42D0-B085-9661750262D2}" type="presOf" srcId="{9DFB0A8D-6A5E-4297-880A-CFBC73858D0C}" destId="{0AE8DE7D-6115-47FC-BFA0-2435A9ED2662}" srcOrd="0" destOrd="0" presId="urn:microsoft.com/office/officeart/2008/layout/HorizontalMultiLevelHierarchy"/>
    <dgm:cxn modelId="{64EF8F0F-8A07-4CF1-9A84-F5999FB4325C}" type="presOf" srcId="{9F02CB24-F7C9-482B-BB8B-EE296561399F}" destId="{8079E338-520C-4EB9-B3E6-D0EE9EC0AFE4}" srcOrd="0" destOrd="0" presId="urn:microsoft.com/office/officeart/2008/layout/HorizontalMultiLevelHierarchy"/>
    <dgm:cxn modelId="{BCF5401A-8964-4F28-9B8A-D4B9B77B1374}" type="presOf" srcId="{B770D4F6-769C-43A0-834C-6C7D78D9A78F}" destId="{5045F56C-672A-4E1C-BEDF-6003DE67887A}" srcOrd="0" destOrd="0" presId="urn:microsoft.com/office/officeart/2008/layout/HorizontalMultiLevelHierarchy"/>
    <dgm:cxn modelId="{A071AB1D-9724-4280-A598-C39AD13AE28E}" type="presOf" srcId="{720F8375-1764-46C9-A7DC-B692C7C4E8B5}" destId="{733F8887-17A3-4181-9E17-545FE592AEE5}" srcOrd="1" destOrd="0" presId="urn:microsoft.com/office/officeart/2008/layout/HorizontalMultiLevelHierarchy"/>
    <dgm:cxn modelId="{2CAC681E-CBA4-47B4-9C4F-4E7BF00B17B9}" type="presOf" srcId="{B840FDF2-B929-401A-A9C6-F81478C9D7C9}" destId="{7922E883-BED5-4024-AE43-DA30FEF5F0CF}" srcOrd="1" destOrd="0" presId="urn:microsoft.com/office/officeart/2008/layout/HorizontalMultiLevelHierarchy"/>
    <dgm:cxn modelId="{858EF33B-4324-432D-BE5C-B4C971BD3B79}" type="presOf" srcId="{2E5E049F-2A6A-4944-BA1C-7D27279EDF58}" destId="{2AC3913F-FBED-40FB-935A-EF042652384D}" srcOrd="0" destOrd="0" presId="urn:microsoft.com/office/officeart/2008/layout/HorizontalMultiLevelHierarchy"/>
    <dgm:cxn modelId="{0035AA40-055C-44A6-82C7-9767E8E6D2F3}" type="presOf" srcId="{4C38BC00-49DC-4C7C-8993-1D30636DB99E}" destId="{370049AC-971A-4301-9744-AAF3927589F3}" srcOrd="0" destOrd="0" presId="urn:microsoft.com/office/officeart/2008/layout/HorizontalMultiLevelHierarchy"/>
    <dgm:cxn modelId="{70155041-E9D2-4E28-B2C1-71C214F61B8E}" type="presOf" srcId="{08D306D0-AAB3-4490-9839-D08AAA30B7ED}" destId="{07A7B7AC-D465-46E5-967B-3D4A514A5F51}" srcOrd="0" destOrd="0" presId="urn:microsoft.com/office/officeart/2008/layout/HorizontalMultiLevelHierarchy"/>
    <dgm:cxn modelId="{CE945963-59C9-44B3-A721-D97063A22798}" type="presOf" srcId="{D3F1C42C-7231-477F-8404-F6BDEB71AC7A}" destId="{A006C587-9D0D-45F1-8889-551AB4B56110}" srcOrd="0" destOrd="0" presId="urn:microsoft.com/office/officeart/2008/layout/HorizontalMultiLevelHierarchy"/>
    <dgm:cxn modelId="{91D6FD66-8041-4B08-9C62-15FF2692DE04}" srcId="{C3337021-A49E-45FB-AB09-56ACE45B4277}" destId="{2E5E049F-2A6A-4944-BA1C-7D27279EDF58}" srcOrd="0" destOrd="0" parTransId="{D3F1C42C-7231-477F-8404-F6BDEB71AC7A}" sibTransId="{77258C87-CE8E-44A4-87BA-1A8D2BF98245}"/>
    <dgm:cxn modelId="{F49B056C-09E8-4BA7-9472-EFA9A7F4BA20}" srcId="{9F02CB24-F7C9-482B-BB8B-EE296561399F}" destId="{B770D4F6-769C-43A0-834C-6C7D78D9A78F}" srcOrd="0" destOrd="0" parTransId="{20C587A9-48A1-4205-8923-C0604A43B987}" sibTransId="{FBACA56D-3089-47AF-BC63-C9F94AE81756}"/>
    <dgm:cxn modelId="{9893C54D-EDCD-4222-A831-82D75DDDFBA0}" srcId="{B770D4F6-769C-43A0-834C-6C7D78D9A78F}" destId="{959F1D77-FD23-49CA-AF0D-4A1DA8ABD114}" srcOrd="0" destOrd="0" parTransId="{4C38BC00-49DC-4C7C-8993-1D30636DB99E}" sibTransId="{29BDE0B1-C01F-43E2-B69C-9B69C398544C}"/>
    <dgm:cxn modelId="{F02E2C4F-8A51-46A6-8D68-5C14BB83AEE9}" type="presOf" srcId="{20C587A9-48A1-4205-8923-C0604A43B987}" destId="{F7699245-F5A0-419E-8720-D8FAF5869212}" srcOrd="0" destOrd="0" presId="urn:microsoft.com/office/officeart/2008/layout/HorizontalMultiLevelHierarchy"/>
    <dgm:cxn modelId="{EF64DB54-C378-4CEB-A861-02DFAE843A96}" type="presOf" srcId="{4B39B115-5F5E-46C3-BA94-F0B06A14BD7B}" destId="{C319C423-7319-443D-9B62-4BD0EF03D182}" srcOrd="0" destOrd="0" presId="urn:microsoft.com/office/officeart/2008/layout/HorizontalMultiLevelHierarchy"/>
    <dgm:cxn modelId="{7B94E777-2092-496A-B798-665F45606153}" type="presOf" srcId="{E17C0B8F-F4F9-4B39-97C9-5CDBAB7757A6}" destId="{44AD2CDD-A0A7-4103-81E8-ABD3A91DAC90}" srcOrd="1" destOrd="0" presId="urn:microsoft.com/office/officeart/2008/layout/HorizontalMultiLevelHierarchy"/>
    <dgm:cxn modelId="{9B288780-FA55-4BAC-8127-851662357F50}" srcId="{1DE1B907-4998-4B68-A70D-D6DCD736CC20}" destId="{6ACF426E-FAA8-4C82-9764-6F7189F4E9A4}" srcOrd="0" destOrd="0" parTransId="{6401D34E-ECF9-4559-AF08-4523DC1242CF}" sibTransId="{5D90B04E-474A-412B-92C3-753796552ABF}"/>
    <dgm:cxn modelId="{56FB3B81-D880-47B4-80FD-8F68D269AB71}" type="presOf" srcId="{D3F1C42C-7231-477F-8404-F6BDEB71AC7A}" destId="{647F587E-996C-47DC-95A2-D5908B3E6309}" srcOrd="1" destOrd="0" presId="urn:microsoft.com/office/officeart/2008/layout/HorizontalMultiLevelHierarchy"/>
    <dgm:cxn modelId="{21786A85-3F2B-4AC6-A372-24FF8416B465}" type="presOf" srcId="{6401D34E-ECF9-4559-AF08-4523DC1242CF}" destId="{D642A2C5-8158-4637-9D5F-BC2E98F17E29}" srcOrd="1" destOrd="0" presId="urn:microsoft.com/office/officeart/2008/layout/HorizontalMultiLevelHierarchy"/>
    <dgm:cxn modelId="{29F47488-D60D-4FF4-A1F4-FD7744F9A8A9}" type="presOf" srcId="{6401D34E-ECF9-4559-AF08-4523DC1242CF}" destId="{06B57ED0-A674-47B8-8EF1-935D956CC5C0}" srcOrd="0" destOrd="0" presId="urn:microsoft.com/office/officeart/2008/layout/HorizontalMultiLevelHierarchy"/>
    <dgm:cxn modelId="{04F12D89-A6F9-42E4-86D4-ADB447A3BF04}" srcId="{9F02CB24-F7C9-482B-BB8B-EE296561399F}" destId="{08D306D0-AAB3-4490-9839-D08AAA30B7ED}" srcOrd="1" destOrd="0" parTransId="{2C9C5961-ACBF-4147-89F7-8905D9A85EA9}" sibTransId="{E490856F-D93F-480B-8264-02E314D6A5A0}"/>
    <dgm:cxn modelId="{729AD091-1195-46B7-9CE4-C552C469CB1E}" type="presOf" srcId="{4C38BC00-49DC-4C7C-8993-1D30636DB99E}" destId="{3B479913-02B5-43A3-B5BF-066454F1A915}" srcOrd="1" destOrd="0" presId="urn:microsoft.com/office/officeart/2008/layout/HorizontalMultiLevelHierarchy"/>
    <dgm:cxn modelId="{D6A75F9A-1583-4EFC-8D71-E545CA54E6A0}" type="presOf" srcId="{325B8E64-3314-4F96-8432-CFC1BEF9ED05}" destId="{5886FDB3-2255-449C-BF4C-DD65DF32C319}" srcOrd="0" destOrd="0" presId="urn:microsoft.com/office/officeart/2008/layout/HorizontalMultiLevelHierarchy"/>
    <dgm:cxn modelId="{49FD309D-921B-438B-AFF3-7F218FA943A3}" srcId="{C3337021-A49E-45FB-AB09-56ACE45B4277}" destId="{325B8E64-3314-4F96-8432-CFC1BEF9ED05}" srcOrd="1" destOrd="0" parTransId="{720F8375-1764-46C9-A7DC-B692C7C4E8B5}" sibTransId="{721FFEAC-87AD-46B3-A7D9-DBD1C8C5ABF6}"/>
    <dgm:cxn modelId="{96D879A4-EB02-4623-95B8-39FFCF8E08BE}" type="presOf" srcId="{E17C0B8F-F4F9-4B39-97C9-5CDBAB7757A6}" destId="{E4598CA2-CAD7-4372-BE25-404DD55FF3FC}" srcOrd="0" destOrd="0" presId="urn:microsoft.com/office/officeart/2008/layout/HorizontalMultiLevelHierarchy"/>
    <dgm:cxn modelId="{BD4FC4A9-A57F-4DE2-8D36-E38B7C5BD147}" type="presOf" srcId="{20C587A9-48A1-4205-8923-C0604A43B987}" destId="{FD19589A-76DA-4FB7-A842-4CA9DE67C68E}" srcOrd="1" destOrd="0" presId="urn:microsoft.com/office/officeart/2008/layout/HorizontalMultiLevelHierarchy"/>
    <dgm:cxn modelId="{80886FB0-C9BB-45BA-9F0E-C84AF5DA163C}" type="presOf" srcId="{3681D1FA-E778-408D-9DE5-6AEE705C65DC}" destId="{B4D0725D-0124-4AE3-AF39-390BA80A389B}" srcOrd="0" destOrd="0" presId="urn:microsoft.com/office/officeart/2008/layout/HorizontalMultiLevelHierarchy"/>
    <dgm:cxn modelId="{2A551DB7-E6F2-4C28-8A8C-11C8AA0189C7}" type="presOf" srcId="{2C9C5961-ACBF-4147-89F7-8905D9A85EA9}" destId="{0B730964-DD57-47A0-A140-5467B7EEE703}" srcOrd="1" destOrd="0" presId="urn:microsoft.com/office/officeart/2008/layout/HorizontalMultiLevelHierarchy"/>
    <dgm:cxn modelId="{8A3516C3-477F-4B23-9EF6-26424BD724B9}" type="presOf" srcId="{959F1D77-FD23-49CA-AF0D-4A1DA8ABD114}" destId="{663712CA-D880-41E6-86C7-4002315EEF53}" srcOrd="0" destOrd="0" presId="urn:microsoft.com/office/officeart/2008/layout/HorizontalMultiLevelHierarchy"/>
    <dgm:cxn modelId="{E0B581C7-0F3A-4769-AD76-0B3A4339E8D1}" type="presOf" srcId="{3681D1FA-E778-408D-9DE5-6AEE705C65DC}" destId="{5D4F29F1-1CB6-4711-A04B-F905DFA34C95}" srcOrd="1" destOrd="0" presId="urn:microsoft.com/office/officeart/2008/layout/HorizontalMultiLevelHierarchy"/>
    <dgm:cxn modelId="{93BFD9C9-F9B9-4B31-8B86-344F2E23DBE6}" type="presOf" srcId="{720F8375-1764-46C9-A7DC-B692C7C4E8B5}" destId="{65E2BE49-BD5C-47B3-8849-8E9740B90BAE}" srcOrd="0" destOrd="0" presId="urn:microsoft.com/office/officeart/2008/layout/HorizontalMultiLevelHierarchy"/>
    <dgm:cxn modelId="{36AB16CB-AC54-43B4-92B0-672994EC369A}" srcId="{08D306D0-AAB3-4490-9839-D08AAA30B7ED}" destId="{4B39B115-5F5E-46C3-BA94-F0B06A14BD7B}" srcOrd="0" destOrd="0" parTransId="{3681D1FA-E778-408D-9DE5-6AEE705C65DC}" sibTransId="{478A7140-DE2F-4B48-BD8E-EE55AE2AB274}"/>
    <dgm:cxn modelId="{588291D5-B22F-4FE0-B81A-025B479091C3}" srcId="{1DE1B907-4998-4B68-A70D-D6DCD736CC20}" destId="{C3337021-A49E-45FB-AB09-56ACE45B4277}" srcOrd="1" destOrd="0" parTransId="{B840FDF2-B929-401A-A9C6-F81478C9D7C9}" sibTransId="{1F220296-E05F-4CA5-B90D-DF48AA340DD1}"/>
    <dgm:cxn modelId="{782374D9-B183-4A98-8EA1-1E32D716DD53}" type="presOf" srcId="{1DE1B907-4998-4B68-A70D-D6DCD736CC20}" destId="{9398CBF6-977D-4382-A495-46C6F5CA9764}" srcOrd="0" destOrd="0" presId="urn:microsoft.com/office/officeart/2008/layout/HorizontalMultiLevelHierarchy"/>
    <dgm:cxn modelId="{57918EDF-4AC6-4504-8F00-A08C1F5A22A1}" srcId="{9F02CB24-F7C9-482B-BB8B-EE296561399F}" destId="{1DE1B907-4998-4B68-A70D-D6DCD736CC20}" srcOrd="2" destOrd="0" parTransId="{E17C0B8F-F4F9-4B39-97C9-5CDBAB7757A6}" sibTransId="{21B7D716-7C57-424F-A2D0-E2EE1BA9C814}"/>
    <dgm:cxn modelId="{006E1DE1-5D20-481A-80D3-5123F9C39597}" type="presOf" srcId="{6ACF426E-FAA8-4C82-9764-6F7189F4E9A4}" destId="{84B52692-9C4B-4950-8647-6B600319A9EC}" srcOrd="0" destOrd="0" presId="urn:microsoft.com/office/officeart/2008/layout/HorizontalMultiLevelHierarchy"/>
    <dgm:cxn modelId="{99F563E9-08A8-47FE-87CE-5DBC418B4D20}" srcId="{9DFB0A8D-6A5E-4297-880A-CFBC73858D0C}" destId="{9F02CB24-F7C9-482B-BB8B-EE296561399F}" srcOrd="0" destOrd="0" parTransId="{E31460AC-A895-43E1-8260-56B8E32CE1A9}" sibTransId="{AE8AD8DE-B598-4C60-A40C-E04281C7D423}"/>
    <dgm:cxn modelId="{FD2F1BF0-D3CD-4227-86EE-1D57F62AAB5B}" type="presOf" srcId="{2C9C5961-ACBF-4147-89F7-8905D9A85EA9}" destId="{76FDFECE-60A1-474C-86BA-08EE996B25AF}" srcOrd="0" destOrd="0" presId="urn:microsoft.com/office/officeart/2008/layout/HorizontalMultiLevelHierarchy"/>
    <dgm:cxn modelId="{BAD6C6F0-030D-41F8-A58D-30B7A68F82A4}" type="presOf" srcId="{C3337021-A49E-45FB-AB09-56ACE45B4277}" destId="{F4EA3A93-0F9E-4034-8365-588DB511DD33}" srcOrd="0" destOrd="0" presId="urn:microsoft.com/office/officeart/2008/layout/HorizontalMultiLevelHierarchy"/>
    <dgm:cxn modelId="{5EE2CDF3-0B8B-4C73-95C1-42201E7CDF05}" type="presOf" srcId="{B840FDF2-B929-401A-A9C6-F81478C9D7C9}" destId="{AA336435-D9C8-4B0A-AED6-37299BC234F2}" srcOrd="0" destOrd="0" presId="urn:microsoft.com/office/officeart/2008/layout/HorizontalMultiLevelHierarchy"/>
    <dgm:cxn modelId="{AA22FE36-B4F9-49A5-BC42-278BF03E5C8E}" type="presParOf" srcId="{0AE8DE7D-6115-47FC-BFA0-2435A9ED2662}" destId="{2E276EF6-21EF-47BA-8DDD-EF608A493975}" srcOrd="0" destOrd="0" presId="urn:microsoft.com/office/officeart/2008/layout/HorizontalMultiLevelHierarchy"/>
    <dgm:cxn modelId="{33D1F865-FD48-4326-AE04-F19DA0351169}" type="presParOf" srcId="{2E276EF6-21EF-47BA-8DDD-EF608A493975}" destId="{8079E338-520C-4EB9-B3E6-D0EE9EC0AFE4}" srcOrd="0" destOrd="0" presId="urn:microsoft.com/office/officeart/2008/layout/HorizontalMultiLevelHierarchy"/>
    <dgm:cxn modelId="{763625EE-FF27-4780-A9C8-D254ADB0BF8C}" type="presParOf" srcId="{2E276EF6-21EF-47BA-8DDD-EF608A493975}" destId="{9316B842-D8B5-431E-BEB4-C617144CCE96}" srcOrd="1" destOrd="0" presId="urn:microsoft.com/office/officeart/2008/layout/HorizontalMultiLevelHierarchy"/>
    <dgm:cxn modelId="{1F5BFA39-A441-4E48-B59D-D927990A3661}" type="presParOf" srcId="{9316B842-D8B5-431E-BEB4-C617144CCE96}" destId="{F7699245-F5A0-419E-8720-D8FAF5869212}" srcOrd="0" destOrd="0" presId="urn:microsoft.com/office/officeart/2008/layout/HorizontalMultiLevelHierarchy"/>
    <dgm:cxn modelId="{5DB6CC94-2F04-4AD9-BFBB-71BEBAAE5ECD}" type="presParOf" srcId="{F7699245-F5A0-419E-8720-D8FAF5869212}" destId="{FD19589A-76DA-4FB7-A842-4CA9DE67C68E}" srcOrd="0" destOrd="0" presId="urn:microsoft.com/office/officeart/2008/layout/HorizontalMultiLevelHierarchy"/>
    <dgm:cxn modelId="{D1143828-C0E7-4522-BEEA-19A9CCC89D92}" type="presParOf" srcId="{9316B842-D8B5-431E-BEB4-C617144CCE96}" destId="{EE3BF5B7-5255-4503-9265-5C704D3B5A31}" srcOrd="1" destOrd="0" presId="urn:microsoft.com/office/officeart/2008/layout/HorizontalMultiLevelHierarchy"/>
    <dgm:cxn modelId="{03312A74-0A53-4CF0-8FA4-617052CCEFA5}" type="presParOf" srcId="{EE3BF5B7-5255-4503-9265-5C704D3B5A31}" destId="{5045F56C-672A-4E1C-BEDF-6003DE67887A}" srcOrd="0" destOrd="0" presId="urn:microsoft.com/office/officeart/2008/layout/HorizontalMultiLevelHierarchy"/>
    <dgm:cxn modelId="{AE1E1C6E-BA0F-46D2-A7FD-343A4CD50506}" type="presParOf" srcId="{EE3BF5B7-5255-4503-9265-5C704D3B5A31}" destId="{DE2E4EDE-61E5-4F89-AAB6-CB43E2B29CC8}" srcOrd="1" destOrd="0" presId="urn:microsoft.com/office/officeart/2008/layout/HorizontalMultiLevelHierarchy"/>
    <dgm:cxn modelId="{FFC1CF8E-BED7-44CD-97CF-C8F9584611FA}" type="presParOf" srcId="{DE2E4EDE-61E5-4F89-AAB6-CB43E2B29CC8}" destId="{370049AC-971A-4301-9744-AAF3927589F3}" srcOrd="0" destOrd="0" presId="urn:microsoft.com/office/officeart/2008/layout/HorizontalMultiLevelHierarchy"/>
    <dgm:cxn modelId="{8633E1F9-ADAC-435A-9361-4F49AA187C3F}" type="presParOf" srcId="{370049AC-971A-4301-9744-AAF3927589F3}" destId="{3B479913-02B5-43A3-B5BF-066454F1A915}" srcOrd="0" destOrd="0" presId="urn:microsoft.com/office/officeart/2008/layout/HorizontalMultiLevelHierarchy"/>
    <dgm:cxn modelId="{8AA621BF-32A4-44A3-8FE9-CF6D9297213B}" type="presParOf" srcId="{DE2E4EDE-61E5-4F89-AAB6-CB43E2B29CC8}" destId="{917A5789-3DA7-4E60-A7E8-58EB9AE694C3}" srcOrd="1" destOrd="0" presId="urn:microsoft.com/office/officeart/2008/layout/HorizontalMultiLevelHierarchy"/>
    <dgm:cxn modelId="{452456EB-57C6-4EAE-B475-DCD5E935AEA7}" type="presParOf" srcId="{917A5789-3DA7-4E60-A7E8-58EB9AE694C3}" destId="{663712CA-D880-41E6-86C7-4002315EEF53}" srcOrd="0" destOrd="0" presId="urn:microsoft.com/office/officeart/2008/layout/HorizontalMultiLevelHierarchy"/>
    <dgm:cxn modelId="{456EA42A-D715-4615-8A80-33177B8A3898}" type="presParOf" srcId="{917A5789-3DA7-4E60-A7E8-58EB9AE694C3}" destId="{9CE62DBC-4F1E-4C96-961C-6DEFC0BFEFD9}" srcOrd="1" destOrd="0" presId="urn:microsoft.com/office/officeart/2008/layout/HorizontalMultiLevelHierarchy"/>
    <dgm:cxn modelId="{AFFAF03E-E0DA-4735-A5CB-38773F2F9700}" type="presParOf" srcId="{9316B842-D8B5-431E-BEB4-C617144CCE96}" destId="{76FDFECE-60A1-474C-86BA-08EE996B25AF}" srcOrd="2" destOrd="0" presId="urn:microsoft.com/office/officeart/2008/layout/HorizontalMultiLevelHierarchy"/>
    <dgm:cxn modelId="{CAE38C0A-64BC-4119-A77E-27DCDFF0267F}" type="presParOf" srcId="{76FDFECE-60A1-474C-86BA-08EE996B25AF}" destId="{0B730964-DD57-47A0-A140-5467B7EEE703}" srcOrd="0" destOrd="0" presId="urn:microsoft.com/office/officeart/2008/layout/HorizontalMultiLevelHierarchy"/>
    <dgm:cxn modelId="{067EF192-876E-4E6A-9410-AF510BA32A0E}" type="presParOf" srcId="{9316B842-D8B5-431E-BEB4-C617144CCE96}" destId="{D027AA48-3913-40AA-9B78-495829D37CAD}" srcOrd="3" destOrd="0" presId="urn:microsoft.com/office/officeart/2008/layout/HorizontalMultiLevelHierarchy"/>
    <dgm:cxn modelId="{DE1FCFD3-9F5D-4936-9327-38B45EE3A228}" type="presParOf" srcId="{D027AA48-3913-40AA-9B78-495829D37CAD}" destId="{07A7B7AC-D465-46E5-967B-3D4A514A5F51}" srcOrd="0" destOrd="0" presId="urn:microsoft.com/office/officeart/2008/layout/HorizontalMultiLevelHierarchy"/>
    <dgm:cxn modelId="{D441DD30-93EF-4494-8FEF-F685D10CC28C}" type="presParOf" srcId="{D027AA48-3913-40AA-9B78-495829D37CAD}" destId="{A424133E-52D5-4589-A69F-9E9720C4809F}" srcOrd="1" destOrd="0" presId="urn:microsoft.com/office/officeart/2008/layout/HorizontalMultiLevelHierarchy"/>
    <dgm:cxn modelId="{5F4A2A82-7753-47FD-8F35-B24D7AFED740}" type="presParOf" srcId="{A424133E-52D5-4589-A69F-9E9720C4809F}" destId="{B4D0725D-0124-4AE3-AF39-390BA80A389B}" srcOrd="0" destOrd="0" presId="urn:microsoft.com/office/officeart/2008/layout/HorizontalMultiLevelHierarchy"/>
    <dgm:cxn modelId="{2F8951F3-84E4-4F84-A741-80E8AF176C20}" type="presParOf" srcId="{B4D0725D-0124-4AE3-AF39-390BA80A389B}" destId="{5D4F29F1-1CB6-4711-A04B-F905DFA34C95}" srcOrd="0" destOrd="0" presId="urn:microsoft.com/office/officeart/2008/layout/HorizontalMultiLevelHierarchy"/>
    <dgm:cxn modelId="{D08E2061-EB6B-4680-8ECA-939A33062A7A}" type="presParOf" srcId="{A424133E-52D5-4589-A69F-9E9720C4809F}" destId="{7E08624C-AEC7-409C-94CF-246042487A65}" srcOrd="1" destOrd="0" presId="urn:microsoft.com/office/officeart/2008/layout/HorizontalMultiLevelHierarchy"/>
    <dgm:cxn modelId="{276E5A10-EF0D-4842-AA3A-633AE2B20FB3}" type="presParOf" srcId="{7E08624C-AEC7-409C-94CF-246042487A65}" destId="{C319C423-7319-443D-9B62-4BD0EF03D182}" srcOrd="0" destOrd="0" presId="urn:microsoft.com/office/officeart/2008/layout/HorizontalMultiLevelHierarchy"/>
    <dgm:cxn modelId="{DBC2F4EE-1DE4-4E41-8C72-F6F75F58AA68}" type="presParOf" srcId="{7E08624C-AEC7-409C-94CF-246042487A65}" destId="{88AA7D84-12D7-48FB-AF20-FCB4770B719E}" srcOrd="1" destOrd="0" presId="urn:microsoft.com/office/officeart/2008/layout/HorizontalMultiLevelHierarchy"/>
    <dgm:cxn modelId="{FD0D1EC4-7B52-4D97-A3D7-E1D179DF0C84}" type="presParOf" srcId="{9316B842-D8B5-431E-BEB4-C617144CCE96}" destId="{E4598CA2-CAD7-4372-BE25-404DD55FF3FC}" srcOrd="4" destOrd="0" presId="urn:microsoft.com/office/officeart/2008/layout/HorizontalMultiLevelHierarchy"/>
    <dgm:cxn modelId="{E957E2C5-EBBF-44FB-829E-4F491BB834E4}" type="presParOf" srcId="{E4598CA2-CAD7-4372-BE25-404DD55FF3FC}" destId="{44AD2CDD-A0A7-4103-81E8-ABD3A91DAC90}" srcOrd="0" destOrd="0" presId="urn:microsoft.com/office/officeart/2008/layout/HorizontalMultiLevelHierarchy"/>
    <dgm:cxn modelId="{8542C872-9800-40D0-9EA1-F1D01C11B9E4}" type="presParOf" srcId="{9316B842-D8B5-431E-BEB4-C617144CCE96}" destId="{A38A513E-8062-4AC2-894C-6894128C11E3}" srcOrd="5" destOrd="0" presId="urn:microsoft.com/office/officeart/2008/layout/HorizontalMultiLevelHierarchy"/>
    <dgm:cxn modelId="{762C654F-648A-4108-811E-BEEFE6C685C3}" type="presParOf" srcId="{A38A513E-8062-4AC2-894C-6894128C11E3}" destId="{9398CBF6-977D-4382-A495-46C6F5CA9764}" srcOrd="0" destOrd="0" presId="urn:microsoft.com/office/officeart/2008/layout/HorizontalMultiLevelHierarchy"/>
    <dgm:cxn modelId="{41A3F45F-E0F8-479D-A504-B67D0E63F5B5}" type="presParOf" srcId="{A38A513E-8062-4AC2-894C-6894128C11E3}" destId="{3B8FEE90-7F49-44AE-85BE-319FB2133070}" srcOrd="1" destOrd="0" presId="urn:microsoft.com/office/officeart/2008/layout/HorizontalMultiLevelHierarchy"/>
    <dgm:cxn modelId="{CECA50BD-34DC-40BA-9477-1EBD0D17DAD8}" type="presParOf" srcId="{3B8FEE90-7F49-44AE-85BE-319FB2133070}" destId="{06B57ED0-A674-47B8-8EF1-935D956CC5C0}" srcOrd="0" destOrd="0" presId="urn:microsoft.com/office/officeart/2008/layout/HorizontalMultiLevelHierarchy"/>
    <dgm:cxn modelId="{DDBDE776-C46E-4184-A1B2-669A098630DA}" type="presParOf" srcId="{06B57ED0-A674-47B8-8EF1-935D956CC5C0}" destId="{D642A2C5-8158-4637-9D5F-BC2E98F17E29}" srcOrd="0" destOrd="0" presId="urn:microsoft.com/office/officeart/2008/layout/HorizontalMultiLevelHierarchy"/>
    <dgm:cxn modelId="{8ADC7BC9-75EF-4630-9A88-1C857092C378}" type="presParOf" srcId="{3B8FEE90-7F49-44AE-85BE-319FB2133070}" destId="{2BBF6BE0-7FEB-435C-9D6B-AD8A995AEE71}" srcOrd="1" destOrd="0" presId="urn:microsoft.com/office/officeart/2008/layout/HorizontalMultiLevelHierarchy"/>
    <dgm:cxn modelId="{7B3A0568-6E16-48E3-9F6E-686620944BE4}" type="presParOf" srcId="{2BBF6BE0-7FEB-435C-9D6B-AD8A995AEE71}" destId="{84B52692-9C4B-4950-8647-6B600319A9EC}" srcOrd="0" destOrd="0" presId="urn:microsoft.com/office/officeart/2008/layout/HorizontalMultiLevelHierarchy"/>
    <dgm:cxn modelId="{31470A65-1059-438B-AD5C-7485B4B9A14E}" type="presParOf" srcId="{2BBF6BE0-7FEB-435C-9D6B-AD8A995AEE71}" destId="{993092F1-8583-40B7-AD0C-8C48E0077F90}" srcOrd="1" destOrd="0" presId="urn:microsoft.com/office/officeart/2008/layout/HorizontalMultiLevelHierarchy"/>
    <dgm:cxn modelId="{B2A5E309-9BCE-46A4-B710-EAFE89468868}" type="presParOf" srcId="{3B8FEE90-7F49-44AE-85BE-319FB2133070}" destId="{AA336435-D9C8-4B0A-AED6-37299BC234F2}" srcOrd="2" destOrd="0" presId="urn:microsoft.com/office/officeart/2008/layout/HorizontalMultiLevelHierarchy"/>
    <dgm:cxn modelId="{98A0D560-1B28-4991-829F-C15F875C7543}" type="presParOf" srcId="{AA336435-D9C8-4B0A-AED6-37299BC234F2}" destId="{7922E883-BED5-4024-AE43-DA30FEF5F0CF}" srcOrd="0" destOrd="0" presId="urn:microsoft.com/office/officeart/2008/layout/HorizontalMultiLevelHierarchy"/>
    <dgm:cxn modelId="{B1D27493-ADE3-42AE-9B54-45BD98D198B4}" type="presParOf" srcId="{3B8FEE90-7F49-44AE-85BE-319FB2133070}" destId="{DE1A8268-3927-40EB-9AAD-B1B1BF275523}" srcOrd="3" destOrd="0" presId="urn:microsoft.com/office/officeart/2008/layout/HorizontalMultiLevelHierarchy"/>
    <dgm:cxn modelId="{4582235E-8A57-48F9-9DF6-A549783A35E7}" type="presParOf" srcId="{DE1A8268-3927-40EB-9AAD-B1B1BF275523}" destId="{F4EA3A93-0F9E-4034-8365-588DB511DD33}" srcOrd="0" destOrd="0" presId="urn:microsoft.com/office/officeart/2008/layout/HorizontalMultiLevelHierarchy"/>
    <dgm:cxn modelId="{EA8B9905-5A66-4E45-B904-1A4391492020}" type="presParOf" srcId="{DE1A8268-3927-40EB-9AAD-B1B1BF275523}" destId="{D6194017-E53D-41CC-AB95-5F77AE5A67EF}" srcOrd="1" destOrd="0" presId="urn:microsoft.com/office/officeart/2008/layout/HorizontalMultiLevelHierarchy"/>
    <dgm:cxn modelId="{189E52A9-AB6D-47F5-A4A6-521313443255}" type="presParOf" srcId="{D6194017-E53D-41CC-AB95-5F77AE5A67EF}" destId="{A006C587-9D0D-45F1-8889-551AB4B56110}" srcOrd="0" destOrd="0" presId="urn:microsoft.com/office/officeart/2008/layout/HorizontalMultiLevelHierarchy"/>
    <dgm:cxn modelId="{151ABBC3-7DC2-484B-9326-EC05F7231B52}" type="presParOf" srcId="{A006C587-9D0D-45F1-8889-551AB4B56110}" destId="{647F587E-996C-47DC-95A2-D5908B3E6309}" srcOrd="0" destOrd="0" presId="urn:microsoft.com/office/officeart/2008/layout/HorizontalMultiLevelHierarchy"/>
    <dgm:cxn modelId="{713E4956-8E4C-4266-9DC7-67EBCB723510}" type="presParOf" srcId="{D6194017-E53D-41CC-AB95-5F77AE5A67EF}" destId="{81408ACB-44D6-4B82-83A4-69FF75ACDF07}" srcOrd="1" destOrd="0" presId="urn:microsoft.com/office/officeart/2008/layout/HorizontalMultiLevelHierarchy"/>
    <dgm:cxn modelId="{2E08931A-2510-400C-A84A-E0A88F2C51F1}" type="presParOf" srcId="{81408ACB-44D6-4B82-83A4-69FF75ACDF07}" destId="{2AC3913F-FBED-40FB-935A-EF042652384D}" srcOrd="0" destOrd="0" presId="urn:microsoft.com/office/officeart/2008/layout/HorizontalMultiLevelHierarchy"/>
    <dgm:cxn modelId="{7AD1B4BE-B248-4D09-B75E-0A1EBDD84FB4}" type="presParOf" srcId="{81408ACB-44D6-4B82-83A4-69FF75ACDF07}" destId="{58EDF63E-2CCE-466D-9575-6BC318B83283}" srcOrd="1" destOrd="0" presId="urn:microsoft.com/office/officeart/2008/layout/HorizontalMultiLevelHierarchy"/>
    <dgm:cxn modelId="{0E4EBFFF-40F3-4E50-BB8A-499835654D52}" type="presParOf" srcId="{D6194017-E53D-41CC-AB95-5F77AE5A67EF}" destId="{65E2BE49-BD5C-47B3-8849-8E9740B90BAE}" srcOrd="2" destOrd="0" presId="urn:microsoft.com/office/officeart/2008/layout/HorizontalMultiLevelHierarchy"/>
    <dgm:cxn modelId="{3CEA52E1-59B8-48C7-AA84-412640A4474B}" type="presParOf" srcId="{65E2BE49-BD5C-47B3-8849-8E9740B90BAE}" destId="{733F8887-17A3-4181-9E17-545FE592AEE5}" srcOrd="0" destOrd="0" presId="urn:microsoft.com/office/officeart/2008/layout/HorizontalMultiLevelHierarchy"/>
    <dgm:cxn modelId="{8C086BDA-14F2-45C6-B51A-D3B6128935A3}" type="presParOf" srcId="{D6194017-E53D-41CC-AB95-5F77AE5A67EF}" destId="{1CA11271-E3FD-4CD2-A925-A65B20441FD5}" srcOrd="3" destOrd="0" presId="urn:microsoft.com/office/officeart/2008/layout/HorizontalMultiLevelHierarchy"/>
    <dgm:cxn modelId="{0854CB60-CF7D-49CC-BAF7-8E7FCCCA3D4D}" type="presParOf" srcId="{1CA11271-E3FD-4CD2-A925-A65B20441FD5}" destId="{5886FDB3-2255-449C-BF4C-DD65DF32C319}" srcOrd="0" destOrd="0" presId="urn:microsoft.com/office/officeart/2008/layout/HorizontalMultiLevelHierarchy"/>
    <dgm:cxn modelId="{E1964B63-83F0-435C-8263-55F39751BD3B}" type="presParOf" srcId="{1CA11271-E3FD-4CD2-A925-A65B20441FD5}" destId="{B3B21633-21B4-485D-98F1-74BF2C91FCB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99A008B-B31F-4CF6-9717-A803D44696DD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AAA6AA61-6C98-4586-BE0E-7FB4531EBE56}">
      <dgm:prSet phldrT="[Text]"/>
      <dgm:spPr/>
      <dgm:t>
        <a:bodyPr/>
        <a:lstStyle/>
        <a:p>
          <a:r>
            <a:rPr lang="es-MX" dirty="0"/>
            <a:t>Comprobantes Fiscales</a:t>
          </a:r>
        </a:p>
      </dgm:t>
    </dgm:pt>
    <dgm:pt modelId="{1CB43A9B-B0A9-46C6-B17F-78F21D7A09A8}" type="parTrans" cxnId="{5D759E80-207D-49D5-A51B-C02AEDD4D0AA}">
      <dgm:prSet/>
      <dgm:spPr/>
      <dgm:t>
        <a:bodyPr/>
        <a:lstStyle/>
        <a:p>
          <a:endParaRPr lang="es-MX"/>
        </a:p>
      </dgm:t>
    </dgm:pt>
    <dgm:pt modelId="{E082AFCC-8C5F-4017-9596-FB338BB44056}" type="sibTrans" cxnId="{5D759E80-207D-49D5-A51B-C02AEDD4D0AA}">
      <dgm:prSet/>
      <dgm:spPr/>
      <dgm:t>
        <a:bodyPr/>
        <a:lstStyle/>
        <a:p>
          <a:endParaRPr lang="es-MX"/>
        </a:p>
      </dgm:t>
    </dgm:pt>
    <dgm:pt modelId="{79B14AA4-9ABD-4AC4-ACD8-4E436A67EFE7}">
      <dgm:prSet phldrT="[Text]" custT="1"/>
      <dgm:spPr/>
      <dgm:t>
        <a:bodyPr/>
        <a:lstStyle/>
        <a:p>
          <a:r>
            <a:rPr lang="es-MX" sz="1700" dirty="0"/>
            <a:t>Recabar los emitidos por Terceros</a:t>
          </a:r>
        </a:p>
        <a:p>
          <a:r>
            <a:rPr lang="es-MX" sz="1000" dirty="0"/>
            <a:t>LISR 27-XVIII</a:t>
          </a:r>
        </a:p>
      </dgm:t>
    </dgm:pt>
    <dgm:pt modelId="{0A6CAA5E-7003-40BE-A100-A9E2CF7CCEFC}" type="parTrans" cxnId="{EA5D8544-4562-425A-B8D3-A56BC376510F}">
      <dgm:prSet/>
      <dgm:spPr/>
      <dgm:t>
        <a:bodyPr/>
        <a:lstStyle/>
        <a:p>
          <a:endParaRPr lang="es-MX"/>
        </a:p>
      </dgm:t>
    </dgm:pt>
    <dgm:pt modelId="{495FFE8D-3576-4522-A2CF-312499011808}" type="sibTrans" cxnId="{EA5D8544-4562-425A-B8D3-A56BC376510F}">
      <dgm:prSet/>
      <dgm:spPr/>
      <dgm:t>
        <a:bodyPr/>
        <a:lstStyle/>
        <a:p>
          <a:endParaRPr lang="es-MX"/>
        </a:p>
      </dgm:t>
    </dgm:pt>
    <dgm:pt modelId="{733D38C7-C840-4395-8764-9BE5FAF0DF91}">
      <dgm:prSet phldrT="[Text]"/>
      <dgm:spPr>
        <a:solidFill>
          <a:srgbClr val="92D050"/>
        </a:solidFill>
      </dgm:spPr>
      <dgm:t>
        <a:bodyPr/>
        <a:lstStyle/>
        <a:p>
          <a:r>
            <a:rPr lang="es-MX" dirty="0"/>
            <a:t>Emitir por operaciones de Terceros</a:t>
          </a:r>
        </a:p>
      </dgm:t>
    </dgm:pt>
    <dgm:pt modelId="{6D8AEA8B-58EC-4ED2-9EA7-C3E63B644DFD}" type="parTrans" cxnId="{BB6F7309-9EB5-4D81-B970-845C36A10748}">
      <dgm:prSet/>
      <dgm:spPr/>
      <dgm:t>
        <a:bodyPr/>
        <a:lstStyle/>
        <a:p>
          <a:endParaRPr lang="es-MX"/>
        </a:p>
      </dgm:t>
    </dgm:pt>
    <dgm:pt modelId="{F45C3C3B-49DA-4DD0-9FAA-660270AB6059}" type="sibTrans" cxnId="{BB6F7309-9EB5-4D81-B970-845C36A10748}">
      <dgm:prSet/>
      <dgm:spPr/>
      <dgm:t>
        <a:bodyPr/>
        <a:lstStyle/>
        <a:p>
          <a:endParaRPr lang="es-MX"/>
        </a:p>
      </dgm:t>
    </dgm:pt>
    <dgm:pt modelId="{11E552D8-F8E9-4474-AFFC-87A54ABC8B8D}">
      <dgm:prSet phldrT="[Text]" custT="1"/>
      <dgm:spPr/>
      <dgm:t>
        <a:bodyPr/>
        <a:lstStyle/>
        <a:p>
          <a:r>
            <a:rPr lang="es-MX" sz="2200" dirty="0"/>
            <a:t>Sueldos</a:t>
          </a:r>
        </a:p>
        <a:p>
          <a:r>
            <a:rPr lang="es-MX" sz="1000" dirty="0"/>
            <a:t>LISR 99-III</a:t>
          </a:r>
        </a:p>
      </dgm:t>
    </dgm:pt>
    <dgm:pt modelId="{28185ADF-BDF0-4700-B3CD-D2520E12471D}" type="parTrans" cxnId="{DA1C30A9-0E7B-4DF5-A983-1DC882DA4044}">
      <dgm:prSet/>
      <dgm:spPr/>
      <dgm:t>
        <a:bodyPr/>
        <a:lstStyle/>
        <a:p>
          <a:endParaRPr lang="es-MX"/>
        </a:p>
      </dgm:t>
    </dgm:pt>
    <dgm:pt modelId="{D49ED3BA-E12E-4B15-A4A2-C5037CF0730F}" type="sibTrans" cxnId="{DA1C30A9-0E7B-4DF5-A983-1DC882DA4044}">
      <dgm:prSet/>
      <dgm:spPr/>
      <dgm:t>
        <a:bodyPr/>
        <a:lstStyle/>
        <a:p>
          <a:endParaRPr lang="es-MX"/>
        </a:p>
      </dgm:t>
    </dgm:pt>
    <dgm:pt modelId="{D0624554-E656-4510-BCDE-9397A4B48B14}">
      <dgm:prSet custT="1"/>
      <dgm:spPr/>
      <dgm:t>
        <a:bodyPr/>
        <a:lstStyle/>
        <a:p>
          <a:r>
            <a:rPr lang="es-MX" sz="1700" dirty="0"/>
            <a:t>Pagos con Fuente de Riqueza en México</a:t>
          </a:r>
        </a:p>
        <a:p>
          <a:r>
            <a:rPr lang="es-MX" sz="1000" dirty="0"/>
            <a:t>LISR 76-III</a:t>
          </a:r>
        </a:p>
      </dgm:t>
    </dgm:pt>
    <dgm:pt modelId="{4840D8AC-77EE-43BB-B0D3-21A07EAB13E5}" type="parTrans" cxnId="{3CE3DAF7-942E-4613-A748-82166241B022}">
      <dgm:prSet/>
      <dgm:spPr/>
      <dgm:t>
        <a:bodyPr/>
        <a:lstStyle/>
        <a:p>
          <a:endParaRPr lang="es-MX"/>
        </a:p>
      </dgm:t>
    </dgm:pt>
    <dgm:pt modelId="{8315090B-CD2E-4BF8-9FD0-26FA325D5FBB}" type="sibTrans" cxnId="{3CE3DAF7-942E-4613-A748-82166241B022}">
      <dgm:prSet/>
      <dgm:spPr/>
      <dgm:t>
        <a:bodyPr/>
        <a:lstStyle/>
        <a:p>
          <a:endParaRPr lang="es-MX"/>
        </a:p>
      </dgm:t>
    </dgm:pt>
    <dgm:pt modelId="{8666D825-1EC2-4D02-ADE9-5B0EBA260EE0}">
      <dgm:prSet custT="1"/>
      <dgm:spPr>
        <a:solidFill>
          <a:srgbClr val="5B9BD5"/>
        </a:solidFill>
      </dgm:spPr>
      <dgm:t>
        <a:bodyPr/>
        <a:lstStyle/>
        <a:p>
          <a:r>
            <a:rPr lang="en-US" sz="1700" dirty="0" err="1"/>
            <a:t>Emitir</a:t>
          </a:r>
          <a:r>
            <a:rPr lang="en-US" sz="1700" dirty="0"/>
            <a:t> </a:t>
          </a:r>
          <a:r>
            <a:rPr lang="en-US" sz="1700" dirty="0" err="1"/>
            <a:t>por</a:t>
          </a:r>
          <a:r>
            <a:rPr lang="en-US" sz="1700" dirty="0"/>
            <a:t> </a:t>
          </a:r>
          <a:r>
            <a:rPr lang="en-US" sz="1700" dirty="0" err="1"/>
            <a:t>operaciones</a:t>
          </a:r>
          <a:r>
            <a:rPr lang="en-US" sz="1700" dirty="0"/>
            <a:t> </a:t>
          </a:r>
          <a:r>
            <a:rPr lang="en-US" sz="1700" dirty="0" err="1"/>
            <a:t>propias</a:t>
          </a:r>
          <a:endParaRPr lang="en-US" sz="1700" dirty="0"/>
        </a:p>
        <a:p>
          <a:r>
            <a:rPr lang="en-US" sz="1000" dirty="0"/>
            <a:t>LISR 76-II</a:t>
          </a:r>
        </a:p>
      </dgm:t>
    </dgm:pt>
    <dgm:pt modelId="{2F589144-8E35-4E4D-8B0A-F13C065C56CA}" type="parTrans" cxnId="{69DAE089-5619-4B93-BE1A-55ECF48D8156}">
      <dgm:prSet/>
      <dgm:spPr/>
      <dgm:t>
        <a:bodyPr/>
        <a:lstStyle/>
        <a:p>
          <a:endParaRPr lang="en-US"/>
        </a:p>
      </dgm:t>
    </dgm:pt>
    <dgm:pt modelId="{1631763C-2575-4404-BFD4-1594EE6D8823}" type="sibTrans" cxnId="{69DAE089-5619-4B93-BE1A-55ECF48D8156}">
      <dgm:prSet/>
      <dgm:spPr/>
      <dgm:t>
        <a:bodyPr/>
        <a:lstStyle/>
        <a:p>
          <a:endParaRPr lang="en-US"/>
        </a:p>
      </dgm:t>
    </dgm:pt>
    <dgm:pt modelId="{72020D30-A05B-43E6-994B-CC20F3C530DC}" type="pres">
      <dgm:prSet presAssocID="{599A008B-B31F-4CF6-9717-A803D44696DD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3F68BF7-F0E5-4C44-9335-6C6CBDA8B720}" type="pres">
      <dgm:prSet presAssocID="{AAA6AA61-6C98-4586-BE0E-7FB4531EBE56}" presName="root1" presStyleCnt="0"/>
      <dgm:spPr/>
    </dgm:pt>
    <dgm:pt modelId="{5C693C82-EF1D-4440-8C05-CF27E4277B23}" type="pres">
      <dgm:prSet presAssocID="{AAA6AA61-6C98-4586-BE0E-7FB4531EBE56}" presName="LevelOneTextNode" presStyleLbl="node0" presStyleIdx="0" presStyleCnt="1">
        <dgm:presLayoutVars>
          <dgm:chPref val="3"/>
        </dgm:presLayoutVars>
      </dgm:prSet>
      <dgm:spPr/>
    </dgm:pt>
    <dgm:pt modelId="{19F6B5A1-675A-4CA9-B259-7C6E6CB48308}" type="pres">
      <dgm:prSet presAssocID="{AAA6AA61-6C98-4586-BE0E-7FB4531EBE56}" presName="level2hierChild" presStyleCnt="0"/>
      <dgm:spPr/>
    </dgm:pt>
    <dgm:pt modelId="{DF18E460-7B67-4B69-AE49-103E7FDF4295}" type="pres">
      <dgm:prSet presAssocID="{2F589144-8E35-4E4D-8B0A-F13C065C56CA}" presName="conn2-1" presStyleLbl="parChTrans1D2" presStyleIdx="0" presStyleCnt="3"/>
      <dgm:spPr/>
    </dgm:pt>
    <dgm:pt modelId="{CB8251C0-8411-4020-8212-D590363E9761}" type="pres">
      <dgm:prSet presAssocID="{2F589144-8E35-4E4D-8B0A-F13C065C56CA}" presName="connTx" presStyleLbl="parChTrans1D2" presStyleIdx="0" presStyleCnt="3"/>
      <dgm:spPr/>
    </dgm:pt>
    <dgm:pt modelId="{C6084AC5-95CF-439B-9D3B-282B7ED67CE2}" type="pres">
      <dgm:prSet presAssocID="{8666D825-1EC2-4D02-ADE9-5B0EBA260EE0}" presName="root2" presStyleCnt="0"/>
      <dgm:spPr/>
    </dgm:pt>
    <dgm:pt modelId="{B304A67C-4B4D-4998-8495-7A7AC6146065}" type="pres">
      <dgm:prSet presAssocID="{8666D825-1EC2-4D02-ADE9-5B0EBA260EE0}" presName="LevelTwoTextNode" presStyleLbl="node2" presStyleIdx="0" presStyleCnt="3">
        <dgm:presLayoutVars>
          <dgm:chPref val="3"/>
        </dgm:presLayoutVars>
      </dgm:prSet>
      <dgm:spPr/>
    </dgm:pt>
    <dgm:pt modelId="{08EBD6F3-F773-425A-96FB-BFBF89FEF250}" type="pres">
      <dgm:prSet presAssocID="{8666D825-1EC2-4D02-ADE9-5B0EBA260EE0}" presName="level3hierChild" presStyleCnt="0"/>
      <dgm:spPr/>
    </dgm:pt>
    <dgm:pt modelId="{83D0BCE6-06EC-4801-817B-0C3C4C06878A}" type="pres">
      <dgm:prSet presAssocID="{0A6CAA5E-7003-40BE-A100-A9E2CF7CCEFC}" presName="conn2-1" presStyleLbl="parChTrans1D2" presStyleIdx="1" presStyleCnt="3"/>
      <dgm:spPr/>
    </dgm:pt>
    <dgm:pt modelId="{58DDBEFC-C63A-4FAE-8373-A65A3482A3CA}" type="pres">
      <dgm:prSet presAssocID="{0A6CAA5E-7003-40BE-A100-A9E2CF7CCEFC}" presName="connTx" presStyleLbl="parChTrans1D2" presStyleIdx="1" presStyleCnt="3"/>
      <dgm:spPr/>
    </dgm:pt>
    <dgm:pt modelId="{B7A2B8C8-6DC5-4C45-A5D0-91401120A83E}" type="pres">
      <dgm:prSet presAssocID="{79B14AA4-9ABD-4AC4-ACD8-4E436A67EFE7}" presName="root2" presStyleCnt="0"/>
      <dgm:spPr/>
    </dgm:pt>
    <dgm:pt modelId="{EF5C22CD-7FA7-4B26-944F-5CA8A7710EF4}" type="pres">
      <dgm:prSet presAssocID="{79B14AA4-9ABD-4AC4-ACD8-4E436A67EFE7}" presName="LevelTwoTextNode" presStyleLbl="node2" presStyleIdx="1" presStyleCnt="3">
        <dgm:presLayoutVars>
          <dgm:chPref val="3"/>
        </dgm:presLayoutVars>
      </dgm:prSet>
      <dgm:spPr/>
    </dgm:pt>
    <dgm:pt modelId="{3A744F9F-AE31-47E7-A919-9EB8B64AA0F1}" type="pres">
      <dgm:prSet presAssocID="{79B14AA4-9ABD-4AC4-ACD8-4E436A67EFE7}" presName="level3hierChild" presStyleCnt="0"/>
      <dgm:spPr/>
    </dgm:pt>
    <dgm:pt modelId="{5B482610-ACA5-4BDD-B8CC-04FB815CC229}" type="pres">
      <dgm:prSet presAssocID="{6D8AEA8B-58EC-4ED2-9EA7-C3E63B644DFD}" presName="conn2-1" presStyleLbl="parChTrans1D2" presStyleIdx="2" presStyleCnt="3"/>
      <dgm:spPr/>
    </dgm:pt>
    <dgm:pt modelId="{D4E3EF69-3C23-4962-AE06-7E844E10EA6A}" type="pres">
      <dgm:prSet presAssocID="{6D8AEA8B-58EC-4ED2-9EA7-C3E63B644DFD}" presName="connTx" presStyleLbl="parChTrans1D2" presStyleIdx="2" presStyleCnt="3"/>
      <dgm:spPr/>
    </dgm:pt>
    <dgm:pt modelId="{3EC500CE-0E08-413D-B914-FAFF6C084668}" type="pres">
      <dgm:prSet presAssocID="{733D38C7-C840-4395-8764-9BE5FAF0DF91}" presName="root2" presStyleCnt="0"/>
      <dgm:spPr/>
    </dgm:pt>
    <dgm:pt modelId="{2E75D12B-E4A5-44E9-98EB-5B46B8F31897}" type="pres">
      <dgm:prSet presAssocID="{733D38C7-C840-4395-8764-9BE5FAF0DF91}" presName="LevelTwoTextNode" presStyleLbl="node2" presStyleIdx="2" presStyleCnt="3">
        <dgm:presLayoutVars>
          <dgm:chPref val="3"/>
        </dgm:presLayoutVars>
      </dgm:prSet>
      <dgm:spPr/>
    </dgm:pt>
    <dgm:pt modelId="{11E9C64E-64B0-4506-8FDB-46AB67D7C70D}" type="pres">
      <dgm:prSet presAssocID="{733D38C7-C840-4395-8764-9BE5FAF0DF91}" presName="level3hierChild" presStyleCnt="0"/>
      <dgm:spPr/>
    </dgm:pt>
    <dgm:pt modelId="{B0B60BC0-8F39-4670-8DF3-55DDEC575D92}" type="pres">
      <dgm:prSet presAssocID="{28185ADF-BDF0-4700-B3CD-D2520E12471D}" presName="conn2-1" presStyleLbl="parChTrans1D3" presStyleIdx="0" presStyleCnt="2"/>
      <dgm:spPr/>
    </dgm:pt>
    <dgm:pt modelId="{174D860B-7CB9-422D-8D67-7B907B4303F0}" type="pres">
      <dgm:prSet presAssocID="{28185ADF-BDF0-4700-B3CD-D2520E12471D}" presName="connTx" presStyleLbl="parChTrans1D3" presStyleIdx="0" presStyleCnt="2"/>
      <dgm:spPr/>
    </dgm:pt>
    <dgm:pt modelId="{4BFE9CE0-F466-440A-95C2-DAAF11955D88}" type="pres">
      <dgm:prSet presAssocID="{11E552D8-F8E9-4474-AFFC-87A54ABC8B8D}" presName="root2" presStyleCnt="0"/>
      <dgm:spPr/>
    </dgm:pt>
    <dgm:pt modelId="{6E07BA9B-A044-4DD2-902E-E1DEC83879E6}" type="pres">
      <dgm:prSet presAssocID="{11E552D8-F8E9-4474-AFFC-87A54ABC8B8D}" presName="LevelTwoTextNode" presStyleLbl="node3" presStyleIdx="0" presStyleCnt="2">
        <dgm:presLayoutVars>
          <dgm:chPref val="3"/>
        </dgm:presLayoutVars>
      </dgm:prSet>
      <dgm:spPr/>
    </dgm:pt>
    <dgm:pt modelId="{D43C1CDA-BF16-495E-9307-4B3EEA3B5AB0}" type="pres">
      <dgm:prSet presAssocID="{11E552D8-F8E9-4474-AFFC-87A54ABC8B8D}" presName="level3hierChild" presStyleCnt="0"/>
      <dgm:spPr/>
    </dgm:pt>
    <dgm:pt modelId="{05FB1A19-1BD3-4059-AAD2-6DF2962665F5}" type="pres">
      <dgm:prSet presAssocID="{4840D8AC-77EE-43BB-B0D3-21A07EAB13E5}" presName="conn2-1" presStyleLbl="parChTrans1D3" presStyleIdx="1" presStyleCnt="2"/>
      <dgm:spPr/>
    </dgm:pt>
    <dgm:pt modelId="{242E9B2E-E088-4318-9811-180BEBE50939}" type="pres">
      <dgm:prSet presAssocID="{4840D8AC-77EE-43BB-B0D3-21A07EAB13E5}" presName="connTx" presStyleLbl="parChTrans1D3" presStyleIdx="1" presStyleCnt="2"/>
      <dgm:spPr/>
    </dgm:pt>
    <dgm:pt modelId="{73525689-E74B-49B5-9106-74E1A2DF728F}" type="pres">
      <dgm:prSet presAssocID="{D0624554-E656-4510-BCDE-9397A4B48B14}" presName="root2" presStyleCnt="0"/>
      <dgm:spPr/>
    </dgm:pt>
    <dgm:pt modelId="{D716D824-F7FD-4D1C-B279-529436F4407D}" type="pres">
      <dgm:prSet presAssocID="{D0624554-E656-4510-BCDE-9397A4B48B14}" presName="LevelTwoTextNode" presStyleLbl="node3" presStyleIdx="1" presStyleCnt="2">
        <dgm:presLayoutVars>
          <dgm:chPref val="3"/>
        </dgm:presLayoutVars>
      </dgm:prSet>
      <dgm:spPr/>
    </dgm:pt>
    <dgm:pt modelId="{89052479-A87C-4E94-B3BD-551354F7B732}" type="pres">
      <dgm:prSet presAssocID="{D0624554-E656-4510-BCDE-9397A4B48B14}" presName="level3hierChild" presStyleCnt="0"/>
      <dgm:spPr/>
    </dgm:pt>
  </dgm:ptLst>
  <dgm:cxnLst>
    <dgm:cxn modelId="{61065508-2607-4FED-8F3E-1C82545774B2}" type="presOf" srcId="{599A008B-B31F-4CF6-9717-A803D44696DD}" destId="{72020D30-A05B-43E6-994B-CC20F3C530DC}" srcOrd="0" destOrd="0" presId="urn:microsoft.com/office/officeart/2008/layout/HorizontalMultiLevelHierarchy"/>
    <dgm:cxn modelId="{BB6F7309-9EB5-4D81-B970-845C36A10748}" srcId="{AAA6AA61-6C98-4586-BE0E-7FB4531EBE56}" destId="{733D38C7-C840-4395-8764-9BE5FAF0DF91}" srcOrd="2" destOrd="0" parTransId="{6D8AEA8B-58EC-4ED2-9EA7-C3E63B644DFD}" sibTransId="{F45C3C3B-49DA-4DD0-9FAA-660270AB6059}"/>
    <dgm:cxn modelId="{D466350B-58BE-40CC-A93B-605639AF38CC}" type="presOf" srcId="{11E552D8-F8E9-4474-AFFC-87A54ABC8B8D}" destId="{6E07BA9B-A044-4DD2-902E-E1DEC83879E6}" srcOrd="0" destOrd="0" presId="urn:microsoft.com/office/officeart/2008/layout/HorizontalMultiLevelHierarchy"/>
    <dgm:cxn modelId="{ACE4AA35-93A2-4D1D-B0E2-11077A9DDB1D}" type="presOf" srcId="{733D38C7-C840-4395-8764-9BE5FAF0DF91}" destId="{2E75D12B-E4A5-44E9-98EB-5B46B8F31897}" srcOrd="0" destOrd="0" presId="urn:microsoft.com/office/officeart/2008/layout/HorizontalMultiLevelHierarchy"/>
    <dgm:cxn modelId="{7D57203F-4DE5-420B-BF35-AD2568B28815}" type="presOf" srcId="{0A6CAA5E-7003-40BE-A100-A9E2CF7CCEFC}" destId="{83D0BCE6-06EC-4801-817B-0C3C4C06878A}" srcOrd="0" destOrd="0" presId="urn:microsoft.com/office/officeart/2008/layout/HorizontalMultiLevelHierarchy"/>
    <dgm:cxn modelId="{EA5D8544-4562-425A-B8D3-A56BC376510F}" srcId="{AAA6AA61-6C98-4586-BE0E-7FB4531EBE56}" destId="{79B14AA4-9ABD-4AC4-ACD8-4E436A67EFE7}" srcOrd="1" destOrd="0" parTransId="{0A6CAA5E-7003-40BE-A100-A9E2CF7CCEFC}" sibTransId="{495FFE8D-3576-4522-A2CF-312499011808}"/>
    <dgm:cxn modelId="{53B97049-8742-4729-8A00-A0764330898D}" type="presOf" srcId="{4840D8AC-77EE-43BB-B0D3-21A07EAB13E5}" destId="{05FB1A19-1BD3-4059-AAD2-6DF2962665F5}" srcOrd="0" destOrd="0" presId="urn:microsoft.com/office/officeart/2008/layout/HorizontalMultiLevelHierarchy"/>
    <dgm:cxn modelId="{748BCC55-4B53-4499-88EE-520E4484CF1C}" type="presOf" srcId="{28185ADF-BDF0-4700-B3CD-D2520E12471D}" destId="{B0B60BC0-8F39-4670-8DF3-55DDEC575D92}" srcOrd="0" destOrd="0" presId="urn:microsoft.com/office/officeart/2008/layout/HorizontalMultiLevelHierarchy"/>
    <dgm:cxn modelId="{5D759E80-207D-49D5-A51B-C02AEDD4D0AA}" srcId="{599A008B-B31F-4CF6-9717-A803D44696DD}" destId="{AAA6AA61-6C98-4586-BE0E-7FB4531EBE56}" srcOrd="0" destOrd="0" parTransId="{1CB43A9B-B0A9-46C6-B17F-78F21D7A09A8}" sibTransId="{E082AFCC-8C5F-4017-9596-FB338BB44056}"/>
    <dgm:cxn modelId="{69DAE089-5619-4B93-BE1A-55ECF48D8156}" srcId="{AAA6AA61-6C98-4586-BE0E-7FB4531EBE56}" destId="{8666D825-1EC2-4D02-ADE9-5B0EBA260EE0}" srcOrd="0" destOrd="0" parTransId="{2F589144-8E35-4E4D-8B0A-F13C065C56CA}" sibTransId="{1631763C-2575-4404-BFD4-1594EE6D8823}"/>
    <dgm:cxn modelId="{FFC4E28D-D6E6-4632-A5E5-7D73B3EE536F}" type="presOf" srcId="{0A6CAA5E-7003-40BE-A100-A9E2CF7CCEFC}" destId="{58DDBEFC-C63A-4FAE-8373-A65A3482A3CA}" srcOrd="1" destOrd="0" presId="urn:microsoft.com/office/officeart/2008/layout/HorizontalMultiLevelHierarchy"/>
    <dgm:cxn modelId="{B4C2659E-1E33-4300-814D-702BF70CE95D}" type="presOf" srcId="{2F589144-8E35-4E4D-8B0A-F13C065C56CA}" destId="{CB8251C0-8411-4020-8212-D590363E9761}" srcOrd="1" destOrd="0" presId="urn:microsoft.com/office/officeart/2008/layout/HorizontalMultiLevelHierarchy"/>
    <dgm:cxn modelId="{5446EB9E-B2C1-4FAE-8AA2-6E6B9039F1EE}" type="presOf" srcId="{6D8AEA8B-58EC-4ED2-9EA7-C3E63B644DFD}" destId="{D4E3EF69-3C23-4962-AE06-7E844E10EA6A}" srcOrd="1" destOrd="0" presId="urn:microsoft.com/office/officeart/2008/layout/HorizontalMultiLevelHierarchy"/>
    <dgm:cxn modelId="{F65DD4A2-A561-4052-A02E-BEBCCE963972}" type="presOf" srcId="{6D8AEA8B-58EC-4ED2-9EA7-C3E63B644DFD}" destId="{5B482610-ACA5-4BDD-B8CC-04FB815CC229}" srcOrd="0" destOrd="0" presId="urn:microsoft.com/office/officeart/2008/layout/HorizontalMultiLevelHierarchy"/>
    <dgm:cxn modelId="{DA1C30A9-0E7B-4DF5-A983-1DC882DA4044}" srcId="{733D38C7-C840-4395-8764-9BE5FAF0DF91}" destId="{11E552D8-F8E9-4474-AFFC-87A54ABC8B8D}" srcOrd="0" destOrd="0" parTransId="{28185ADF-BDF0-4700-B3CD-D2520E12471D}" sibTransId="{D49ED3BA-E12E-4B15-A4A2-C5037CF0730F}"/>
    <dgm:cxn modelId="{4D353DB4-1B5E-4BF0-B217-3D1F2D21641F}" type="presOf" srcId="{2F589144-8E35-4E4D-8B0A-F13C065C56CA}" destId="{DF18E460-7B67-4B69-AE49-103E7FDF4295}" srcOrd="0" destOrd="0" presId="urn:microsoft.com/office/officeart/2008/layout/HorizontalMultiLevelHierarchy"/>
    <dgm:cxn modelId="{8869CAC2-B2AD-40E9-A171-4E579FA48B84}" type="presOf" srcId="{8666D825-1EC2-4D02-ADE9-5B0EBA260EE0}" destId="{B304A67C-4B4D-4998-8495-7A7AC6146065}" srcOrd="0" destOrd="0" presId="urn:microsoft.com/office/officeart/2008/layout/HorizontalMultiLevelHierarchy"/>
    <dgm:cxn modelId="{7D8B7FC8-E502-404C-8169-F6C1743A641B}" type="presOf" srcId="{AAA6AA61-6C98-4586-BE0E-7FB4531EBE56}" destId="{5C693C82-EF1D-4440-8C05-CF27E4277B23}" srcOrd="0" destOrd="0" presId="urn:microsoft.com/office/officeart/2008/layout/HorizontalMultiLevelHierarchy"/>
    <dgm:cxn modelId="{F289EFC9-1226-46FA-96D7-9E1335A3921F}" type="presOf" srcId="{28185ADF-BDF0-4700-B3CD-D2520E12471D}" destId="{174D860B-7CB9-422D-8D67-7B907B4303F0}" srcOrd="1" destOrd="0" presId="urn:microsoft.com/office/officeart/2008/layout/HorizontalMultiLevelHierarchy"/>
    <dgm:cxn modelId="{0D681BD3-E9BB-4DAA-9EB1-C99886D9727B}" type="presOf" srcId="{D0624554-E656-4510-BCDE-9397A4B48B14}" destId="{D716D824-F7FD-4D1C-B279-529436F4407D}" srcOrd="0" destOrd="0" presId="urn:microsoft.com/office/officeart/2008/layout/HorizontalMultiLevelHierarchy"/>
    <dgm:cxn modelId="{97A9B5EC-FB8F-476A-B22D-8F52D41AA32D}" type="presOf" srcId="{79B14AA4-9ABD-4AC4-ACD8-4E436A67EFE7}" destId="{EF5C22CD-7FA7-4B26-944F-5CA8A7710EF4}" srcOrd="0" destOrd="0" presId="urn:microsoft.com/office/officeart/2008/layout/HorizontalMultiLevelHierarchy"/>
    <dgm:cxn modelId="{1FDB84EF-4181-47A6-A571-0C2450FD2158}" type="presOf" srcId="{4840D8AC-77EE-43BB-B0D3-21A07EAB13E5}" destId="{242E9B2E-E088-4318-9811-180BEBE50939}" srcOrd="1" destOrd="0" presId="urn:microsoft.com/office/officeart/2008/layout/HorizontalMultiLevelHierarchy"/>
    <dgm:cxn modelId="{3CE3DAF7-942E-4613-A748-82166241B022}" srcId="{733D38C7-C840-4395-8764-9BE5FAF0DF91}" destId="{D0624554-E656-4510-BCDE-9397A4B48B14}" srcOrd="1" destOrd="0" parTransId="{4840D8AC-77EE-43BB-B0D3-21A07EAB13E5}" sibTransId="{8315090B-CD2E-4BF8-9FD0-26FA325D5FBB}"/>
    <dgm:cxn modelId="{137E615D-3811-4415-AEA8-C19426831955}" type="presParOf" srcId="{72020D30-A05B-43E6-994B-CC20F3C530DC}" destId="{13F68BF7-F0E5-4C44-9335-6C6CBDA8B720}" srcOrd="0" destOrd="0" presId="urn:microsoft.com/office/officeart/2008/layout/HorizontalMultiLevelHierarchy"/>
    <dgm:cxn modelId="{FAAA9D75-7D47-4BA5-8FFB-7BF69497D2C4}" type="presParOf" srcId="{13F68BF7-F0E5-4C44-9335-6C6CBDA8B720}" destId="{5C693C82-EF1D-4440-8C05-CF27E4277B23}" srcOrd="0" destOrd="0" presId="urn:microsoft.com/office/officeart/2008/layout/HorizontalMultiLevelHierarchy"/>
    <dgm:cxn modelId="{29FBC92A-7193-40D1-82E9-2F4406CC4F32}" type="presParOf" srcId="{13F68BF7-F0E5-4C44-9335-6C6CBDA8B720}" destId="{19F6B5A1-675A-4CA9-B259-7C6E6CB48308}" srcOrd="1" destOrd="0" presId="urn:microsoft.com/office/officeart/2008/layout/HorizontalMultiLevelHierarchy"/>
    <dgm:cxn modelId="{EC8D62EE-CCF0-48BD-AB39-53D3E53EB939}" type="presParOf" srcId="{19F6B5A1-675A-4CA9-B259-7C6E6CB48308}" destId="{DF18E460-7B67-4B69-AE49-103E7FDF4295}" srcOrd="0" destOrd="0" presId="urn:microsoft.com/office/officeart/2008/layout/HorizontalMultiLevelHierarchy"/>
    <dgm:cxn modelId="{E8A4CB11-20A9-46B1-9C29-643331384A0C}" type="presParOf" srcId="{DF18E460-7B67-4B69-AE49-103E7FDF4295}" destId="{CB8251C0-8411-4020-8212-D590363E9761}" srcOrd="0" destOrd="0" presId="urn:microsoft.com/office/officeart/2008/layout/HorizontalMultiLevelHierarchy"/>
    <dgm:cxn modelId="{3F856608-E3F3-4A18-8E07-3EEA296A5833}" type="presParOf" srcId="{19F6B5A1-675A-4CA9-B259-7C6E6CB48308}" destId="{C6084AC5-95CF-439B-9D3B-282B7ED67CE2}" srcOrd="1" destOrd="0" presId="urn:microsoft.com/office/officeart/2008/layout/HorizontalMultiLevelHierarchy"/>
    <dgm:cxn modelId="{A03F6A17-0C90-44CD-AC8A-DE548DA8D693}" type="presParOf" srcId="{C6084AC5-95CF-439B-9D3B-282B7ED67CE2}" destId="{B304A67C-4B4D-4998-8495-7A7AC6146065}" srcOrd="0" destOrd="0" presId="urn:microsoft.com/office/officeart/2008/layout/HorizontalMultiLevelHierarchy"/>
    <dgm:cxn modelId="{ECC408AF-744D-4E8B-BCCB-90957BD19E39}" type="presParOf" srcId="{C6084AC5-95CF-439B-9D3B-282B7ED67CE2}" destId="{08EBD6F3-F773-425A-96FB-BFBF89FEF250}" srcOrd="1" destOrd="0" presId="urn:microsoft.com/office/officeart/2008/layout/HorizontalMultiLevelHierarchy"/>
    <dgm:cxn modelId="{8F8822B9-9979-44E4-86EB-65E6E67599A8}" type="presParOf" srcId="{19F6B5A1-675A-4CA9-B259-7C6E6CB48308}" destId="{83D0BCE6-06EC-4801-817B-0C3C4C06878A}" srcOrd="2" destOrd="0" presId="urn:microsoft.com/office/officeart/2008/layout/HorizontalMultiLevelHierarchy"/>
    <dgm:cxn modelId="{B349AD28-850F-4E4C-AE71-DD3C61AA8EF5}" type="presParOf" srcId="{83D0BCE6-06EC-4801-817B-0C3C4C06878A}" destId="{58DDBEFC-C63A-4FAE-8373-A65A3482A3CA}" srcOrd="0" destOrd="0" presId="urn:microsoft.com/office/officeart/2008/layout/HorizontalMultiLevelHierarchy"/>
    <dgm:cxn modelId="{7D6CF712-207E-4883-9813-93DE776D9BD0}" type="presParOf" srcId="{19F6B5A1-675A-4CA9-B259-7C6E6CB48308}" destId="{B7A2B8C8-6DC5-4C45-A5D0-91401120A83E}" srcOrd="3" destOrd="0" presId="urn:microsoft.com/office/officeart/2008/layout/HorizontalMultiLevelHierarchy"/>
    <dgm:cxn modelId="{ACD1FBEE-11F3-46CD-82CD-1A651F73B5D6}" type="presParOf" srcId="{B7A2B8C8-6DC5-4C45-A5D0-91401120A83E}" destId="{EF5C22CD-7FA7-4B26-944F-5CA8A7710EF4}" srcOrd="0" destOrd="0" presId="urn:microsoft.com/office/officeart/2008/layout/HorizontalMultiLevelHierarchy"/>
    <dgm:cxn modelId="{3B91A0AF-8B82-4F50-A1EA-F8E027353313}" type="presParOf" srcId="{B7A2B8C8-6DC5-4C45-A5D0-91401120A83E}" destId="{3A744F9F-AE31-47E7-A919-9EB8B64AA0F1}" srcOrd="1" destOrd="0" presId="urn:microsoft.com/office/officeart/2008/layout/HorizontalMultiLevelHierarchy"/>
    <dgm:cxn modelId="{0CFFC49D-08DD-44AE-B79B-E478A423C2C8}" type="presParOf" srcId="{19F6B5A1-675A-4CA9-B259-7C6E6CB48308}" destId="{5B482610-ACA5-4BDD-B8CC-04FB815CC229}" srcOrd="4" destOrd="0" presId="urn:microsoft.com/office/officeart/2008/layout/HorizontalMultiLevelHierarchy"/>
    <dgm:cxn modelId="{964B2E75-8E2F-46EB-9BAD-72F3C272C572}" type="presParOf" srcId="{5B482610-ACA5-4BDD-B8CC-04FB815CC229}" destId="{D4E3EF69-3C23-4962-AE06-7E844E10EA6A}" srcOrd="0" destOrd="0" presId="urn:microsoft.com/office/officeart/2008/layout/HorizontalMultiLevelHierarchy"/>
    <dgm:cxn modelId="{0B0EE211-199A-42FE-88DF-56091EE37CC1}" type="presParOf" srcId="{19F6B5A1-675A-4CA9-B259-7C6E6CB48308}" destId="{3EC500CE-0E08-413D-B914-FAFF6C084668}" srcOrd="5" destOrd="0" presId="urn:microsoft.com/office/officeart/2008/layout/HorizontalMultiLevelHierarchy"/>
    <dgm:cxn modelId="{60E46CC5-9809-478F-B26E-53DF5F66D573}" type="presParOf" srcId="{3EC500CE-0E08-413D-B914-FAFF6C084668}" destId="{2E75D12B-E4A5-44E9-98EB-5B46B8F31897}" srcOrd="0" destOrd="0" presId="urn:microsoft.com/office/officeart/2008/layout/HorizontalMultiLevelHierarchy"/>
    <dgm:cxn modelId="{CE8FE483-87D3-4A50-964D-CF5F291C587D}" type="presParOf" srcId="{3EC500CE-0E08-413D-B914-FAFF6C084668}" destId="{11E9C64E-64B0-4506-8FDB-46AB67D7C70D}" srcOrd="1" destOrd="0" presId="urn:microsoft.com/office/officeart/2008/layout/HorizontalMultiLevelHierarchy"/>
    <dgm:cxn modelId="{7264607C-8B1F-498C-923F-F5BB1E18AFEF}" type="presParOf" srcId="{11E9C64E-64B0-4506-8FDB-46AB67D7C70D}" destId="{B0B60BC0-8F39-4670-8DF3-55DDEC575D92}" srcOrd="0" destOrd="0" presId="urn:microsoft.com/office/officeart/2008/layout/HorizontalMultiLevelHierarchy"/>
    <dgm:cxn modelId="{39150CDC-A1CD-47CD-888E-B1B1B382A8C1}" type="presParOf" srcId="{B0B60BC0-8F39-4670-8DF3-55DDEC575D92}" destId="{174D860B-7CB9-422D-8D67-7B907B4303F0}" srcOrd="0" destOrd="0" presId="urn:microsoft.com/office/officeart/2008/layout/HorizontalMultiLevelHierarchy"/>
    <dgm:cxn modelId="{3B6B4978-5C89-4D10-B09C-0C2690C2E6A2}" type="presParOf" srcId="{11E9C64E-64B0-4506-8FDB-46AB67D7C70D}" destId="{4BFE9CE0-F466-440A-95C2-DAAF11955D88}" srcOrd="1" destOrd="0" presId="urn:microsoft.com/office/officeart/2008/layout/HorizontalMultiLevelHierarchy"/>
    <dgm:cxn modelId="{0C136BC1-2DC2-46DF-B7BD-1C443CCE51D8}" type="presParOf" srcId="{4BFE9CE0-F466-440A-95C2-DAAF11955D88}" destId="{6E07BA9B-A044-4DD2-902E-E1DEC83879E6}" srcOrd="0" destOrd="0" presId="urn:microsoft.com/office/officeart/2008/layout/HorizontalMultiLevelHierarchy"/>
    <dgm:cxn modelId="{D5EFA2A0-A63B-407D-B4A7-124477FC68EF}" type="presParOf" srcId="{4BFE9CE0-F466-440A-95C2-DAAF11955D88}" destId="{D43C1CDA-BF16-495E-9307-4B3EEA3B5AB0}" srcOrd="1" destOrd="0" presId="urn:microsoft.com/office/officeart/2008/layout/HorizontalMultiLevelHierarchy"/>
    <dgm:cxn modelId="{B7F3EEF3-E5B4-43F4-A348-2EEDACACB8BF}" type="presParOf" srcId="{11E9C64E-64B0-4506-8FDB-46AB67D7C70D}" destId="{05FB1A19-1BD3-4059-AAD2-6DF2962665F5}" srcOrd="2" destOrd="0" presId="urn:microsoft.com/office/officeart/2008/layout/HorizontalMultiLevelHierarchy"/>
    <dgm:cxn modelId="{FE720779-7265-49CF-B9FB-907A666B315E}" type="presParOf" srcId="{05FB1A19-1BD3-4059-AAD2-6DF2962665F5}" destId="{242E9B2E-E088-4318-9811-180BEBE50939}" srcOrd="0" destOrd="0" presId="urn:microsoft.com/office/officeart/2008/layout/HorizontalMultiLevelHierarchy"/>
    <dgm:cxn modelId="{78E0A429-C0C8-4F37-8244-36CF69BEE6B7}" type="presParOf" srcId="{11E9C64E-64B0-4506-8FDB-46AB67D7C70D}" destId="{73525689-E74B-49B5-9106-74E1A2DF728F}" srcOrd="3" destOrd="0" presId="urn:microsoft.com/office/officeart/2008/layout/HorizontalMultiLevelHierarchy"/>
    <dgm:cxn modelId="{1F73CDC4-03D8-4B8B-84F0-BEFA81B69E44}" type="presParOf" srcId="{73525689-E74B-49B5-9106-74E1A2DF728F}" destId="{D716D824-F7FD-4D1C-B279-529436F4407D}" srcOrd="0" destOrd="0" presId="urn:microsoft.com/office/officeart/2008/layout/HorizontalMultiLevelHierarchy"/>
    <dgm:cxn modelId="{5870CB0B-2588-41C5-B4B3-F77C0E29F37A}" type="presParOf" srcId="{73525689-E74B-49B5-9106-74E1A2DF728F}" destId="{89052479-A87C-4E94-B3BD-551354F7B73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7AFA91-C95E-4D52-A86A-7DB0083AA3E1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3B918F21-73BC-4D4F-8FF0-B245CFB0EE11}">
      <dgm:prSet phldrT="[Texto]" custT="1"/>
      <dgm:spPr/>
      <dgm:t>
        <a:bodyPr/>
        <a:lstStyle/>
        <a:p>
          <a:r>
            <a:rPr lang="es-MX" sz="2300" dirty="0"/>
            <a:t>Forma de Pago</a:t>
          </a:r>
        </a:p>
        <a:p>
          <a:r>
            <a:rPr lang="es-MX" sz="1000" dirty="0"/>
            <a:t>LISR 27-III</a:t>
          </a:r>
        </a:p>
      </dgm:t>
    </dgm:pt>
    <dgm:pt modelId="{0D0C1F08-C1FE-475A-A8EB-82696BF8C1C3}" type="parTrans" cxnId="{CFDEC026-01B8-45D6-8D2B-DB581EE491FF}">
      <dgm:prSet/>
      <dgm:spPr/>
      <dgm:t>
        <a:bodyPr/>
        <a:lstStyle/>
        <a:p>
          <a:endParaRPr lang="es-MX"/>
        </a:p>
      </dgm:t>
    </dgm:pt>
    <dgm:pt modelId="{CA021B4A-BB24-43B5-9EA2-BD3F602123CA}" type="sibTrans" cxnId="{CFDEC026-01B8-45D6-8D2B-DB581EE491FF}">
      <dgm:prSet/>
      <dgm:spPr/>
      <dgm:t>
        <a:bodyPr/>
        <a:lstStyle/>
        <a:p>
          <a:endParaRPr lang="es-MX"/>
        </a:p>
      </dgm:t>
    </dgm:pt>
    <dgm:pt modelId="{30FBBB30-7886-4525-91F6-0C1DD5108CF7}">
      <dgm:prSet phldrT="[Texto]"/>
      <dgm:spPr/>
      <dgm:t>
        <a:bodyPr/>
        <a:lstStyle/>
        <a:p>
          <a:r>
            <a:rPr lang="es-MX" dirty="0"/>
            <a:t>Combustibles</a:t>
          </a:r>
        </a:p>
      </dgm:t>
    </dgm:pt>
    <dgm:pt modelId="{C5A859BD-5FAA-4543-AF8B-386B62501B1E}" type="parTrans" cxnId="{FBA88EA8-AA9D-4831-973E-EE5C7BBA84AA}">
      <dgm:prSet/>
      <dgm:spPr/>
      <dgm:t>
        <a:bodyPr/>
        <a:lstStyle/>
        <a:p>
          <a:endParaRPr lang="es-MX"/>
        </a:p>
      </dgm:t>
    </dgm:pt>
    <dgm:pt modelId="{A64D8583-C6EE-4944-BB59-2A0E8C3FB2C5}" type="sibTrans" cxnId="{FBA88EA8-AA9D-4831-973E-EE5C7BBA84AA}">
      <dgm:prSet/>
      <dgm:spPr/>
      <dgm:t>
        <a:bodyPr/>
        <a:lstStyle/>
        <a:p>
          <a:endParaRPr lang="es-MX"/>
        </a:p>
      </dgm:t>
    </dgm:pt>
    <dgm:pt modelId="{98011A6C-5A22-4EAB-80C0-3B2E90001812}">
      <dgm:prSet phldrT="[Texto]"/>
      <dgm:spPr>
        <a:solidFill>
          <a:srgbClr val="FF0000"/>
        </a:solidFill>
      </dgm:spPr>
      <dgm:t>
        <a:bodyPr/>
        <a:lstStyle/>
        <a:p>
          <a:r>
            <a:rPr lang="es-MX" dirty="0"/>
            <a:t>En efectivo</a:t>
          </a:r>
        </a:p>
      </dgm:t>
    </dgm:pt>
    <dgm:pt modelId="{FC733F44-A0A5-416F-BD86-11BAD618A6C5}" type="parTrans" cxnId="{742D5763-3B77-4914-87FE-7C981D5DB908}">
      <dgm:prSet/>
      <dgm:spPr/>
      <dgm:t>
        <a:bodyPr/>
        <a:lstStyle/>
        <a:p>
          <a:endParaRPr lang="es-MX"/>
        </a:p>
      </dgm:t>
    </dgm:pt>
    <dgm:pt modelId="{BFE78AE9-7A9C-4259-8735-E382F21840F9}" type="sibTrans" cxnId="{742D5763-3B77-4914-87FE-7C981D5DB908}">
      <dgm:prSet/>
      <dgm:spPr/>
      <dgm:t>
        <a:bodyPr/>
        <a:lstStyle/>
        <a:p>
          <a:endParaRPr lang="es-MX"/>
        </a:p>
      </dgm:t>
    </dgm:pt>
    <dgm:pt modelId="{44AB8BDF-B84E-4539-900D-39B822EEDEC7}">
      <dgm:prSet phldrT="[Texto]"/>
      <dgm:spPr>
        <a:solidFill>
          <a:srgbClr val="92D050"/>
        </a:solidFill>
      </dgm:spPr>
      <dgm:t>
        <a:bodyPr/>
        <a:lstStyle/>
        <a:p>
          <a:r>
            <a:rPr lang="es-MX" dirty="0"/>
            <a:t>Medios formales</a:t>
          </a:r>
        </a:p>
      </dgm:t>
    </dgm:pt>
    <dgm:pt modelId="{FAC8A5EF-16CB-4FA4-807C-C0715DCA44BB}" type="parTrans" cxnId="{2F58A97B-7ECA-48BB-9E42-10F5CB5BBB40}">
      <dgm:prSet/>
      <dgm:spPr/>
      <dgm:t>
        <a:bodyPr/>
        <a:lstStyle/>
        <a:p>
          <a:endParaRPr lang="es-MX"/>
        </a:p>
      </dgm:t>
    </dgm:pt>
    <dgm:pt modelId="{0AE138DD-0B91-4239-A005-8C7EDCEC2C93}" type="sibTrans" cxnId="{2F58A97B-7ECA-48BB-9E42-10F5CB5BBB40}">
      <dgm:prSet/>
      <dgm:spPr/>
      <dgm:t>
        <a:bodyPr/>
        <a:lstStyle/>
        <a:p>
          <a:endParaRPr lang="es-MX"/>
        </a:p>
      </dgm:t>
    </dgm:pt>
    <dgm:pt modelId="{526398D9-C969-4BC4-96EE-AE8B1ED0D64B}">
      <dgm:prSet phldrT="[Texto]"/>
      <dgm:spPr/>
      <dgm:t>
        <a:bodyPr/>
        <a:lstStyle/>
        <a:p>
          <a:r>
            <a:rPr lang="es-MX" dirty="0"/>
            <a:t>Otros</a:t>
          </a:r>
        </a:p>
      </dgm:t>
    </dgm:pt>
    <dgm:pt modelId="{EB9A154B-2E30-423C-BC0D-3FD3F5DDBF57}" type="parTrans" cxnId="{F176CF57-D61E-46B4-9079-C6C554BA2DDE}">
      <dgm:prSet/>
      <dgm:spPr/>
      <dgm:t>
        <a:bodyPr/>
        <a:lstStyle/>
        <a:p>
          <a:endParaRPr lang="es-MX"/>
        </a:p>
      </dgm:t>
    </dgm:pt>
    <dgm:pt modelId="{A2A3F5A4-346B-4B14-8A5B-7916EF604622}" type="sibTrans" cxnId="{F176CF57-D61E-46B4-9079-C6C554BA2DDE}">
      <dgm:prSet/>
      <dgm:spPr/>
      <dgm:t>
        <a:bodyPr/>
        <a:lstStyle/>
        <a:p>
          <a:endParaRPr lang="es-MX"/>
        </a:p>
      </dgm:t>
    </dgm:pt>
    <dgm:pt modelId="{790648BB-9125-4781-B7FB-CB7A6187E712}">
      <dgm:prSet phldrT="[Texto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En Efectivo</a:t>
          </a:r>
        </a:p>
      </dgm:t>
    </dgm:pt>
    <dgm:pt modelId="{533B2CF3-E23B-4D24-A330-055943B3C435}" type="parTrans" cxnId="{4E07E660-EB15-444F-9C7C-5D2E518460E4}">
      <dgm:prSet/>
      <dgm:spPr/>
      <dgm:t>
        <a:bodyPr/>
        <a:lstStyle/>
        <a:p>
          <a:endParaRPr lang="es-MX"/>
        </a:p>
      </dgm:t>
    </dgm:pt>
    <dgm:pt modelId="{C8DE9D3F-62C4-4AD4-B925-1F6B100B517A}" type="sibTrans" cxnId="{4E07E660-EB15-444F-9C7C-5D2E518460E4}">
      <dgm:prSet/>
      <dgm:spPr/>
      <dgm:t>
        <a:bodyPr/>
        <a:lstStyle/>
        <a:p>
          <a:endParaRPr lang="es-MX"/>
        </a:p>
      </dgm:t>
    </dgm:pt>
    <dgm:pt modelId="{54E92821-56FF-45F5-BA76-319023C6259C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Hasta $2,000</a:t>
          </a:r>
        </a:p>
      </dgm:t>
    </dgm:pt>
    <dgm:pt modelId="{A6CED25C-E736-4438-84D9-59832FB621CB}" type="parTrans" cxnId="{837F5345-1058-4533-B0CF-FFA0CAC8B0D9}">
      <dgm:prSet/>
      <dgm:spPr/>
      <dgm:t>
        <a:bodyPr/>
        <a:lstStyle/>
        <a:p>
          <a:endParaRPr lang="es-MX"/>
        </a:p>
      </dgm:t>
    </dgm:pt>
    <dgm:pt modelId="{81C7FDFC-23AD-4D3A-A83F-859F9EA57E44}" type="sibTrans" cxnId="{837F5345-1058-4533-B0CF-FFA0CAC8B0D9}">
      <dgm:prSet/>
      <dgm:spPr/>
      <dgm:t>
        <a:bodyPr/>
        <a:lstStyle/>
        <a:p>
          <a:endParaRPr lang="es-MX"/>
        </a:p>
      </dgm:t>
    </dgm:pt>
    <dgm:pt modelId="{AFCC6007-F641-4466-A6C9-5EEB8656A1F5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Mayores a $2,000</a:t>
          </a:r>
        </a:p>
      </dgm:t>
    </dgm:pt>
    <dgm:pt modelId="{B2504672-E17B-4698-B8F2-474DDDF2D7F2}" type="parTrans" cxnId="{F915AA61-A2B8-4374-8F79-A444064547B6}">
      <dgm:prSet/>
      <dgm:spPr/>
      <dgm:t>
        <a:bodyPr/>
        <a:lstStyle/>
        <a:p>
          <a:endParaRPr lang="es-MX"/>
        </a:p>
      </dgm:t>
    </dgm:pt>
    <dgm:pt modelId="{F8E3D4F2-41E3-4CEA-8149-7C4767145D9A}" type="sibTrans" cxnId="{F915AA61-A2B8-4374-8F79-A444064547B6}">
      <dgm:prSet/>
      <dgm:spPr/>
      <dgm:t>
        <a:bodyPr/>
        <a:lstStyle/>
        <a:p>
          <a:endParaRPr lang="es-MX"/>
        </a:p>
      </dgm:t>
    </dgm:pt>
    <dgm:pt modelId="{A4255490-C4D8-414E-93F6-3080830B90C3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Medios formales</a:t>
          </a:r>
        </a:p>
      </dgm:t>
    </dgm:pt>
    <dgm:pt modelId="{75E40AF9-D98C-43E2-9A92-39954CB3A3FF}" type="parTrans" cxnId="{337AA88E-7200-4FCE-840E-38E2ECD29F28}">
      <dgm:prSet/>
      <dgm:spPr/>
      <dgm:t>
        <a:bodyPr/>
        <a:lstStyle/>
        <a:p>
          <a:endParaRPr lang="es-MX"/>
        </a:p>
      </dgm:t>
    </dgm:pt>
    <dgm:pt modelId="{776D8D43-FFF6-48F0-A50C-FB41917585D0}" type="sibTrans" cxnId="{337AA88E-7200-4FCE-840E-38E2ECD29F28}">
      <dgm:prSet/>
      <dgm:spPr/>
      <dgm:t>
        <a:bodyPr/>
        <a:lstStyle/>
        <a:p>
          <a:endParaRPr lang="es-MX"/>
        </a:p>
      </dgm:t>
    </dgm:pt>
    <dgm:pt modelId="{FE961958-7B59-4669-A714-9BA80A0F1B76}" type="pres">
      <dgm:prSet presAssocID="{AC7AFA91-C95E-4D52-A86A-7DB0083AA3E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90214FF-6619-4A6C-9536-3819B98228D6}" type="pres">
      <dgm:prSet presAssocID="{3B918F21-73BC-4D4F-8FF0-B245CFB0EE11}" presName="root1" presStyleCnt="0"/>
      <dgm:spPr/>
    </dgm:pt>
    <dgm:pt modelId="{E372E050-08EA-437D-9BFF-23C6D75050AF}" type="pres">
      <dgm:prSet presAssocID="{3B918F21-73BC-4D4F-8FF0-B245CFB0EE11}" presName="LevelOneTextNode" presStyleLbl="node0" presStyleIdx="0" presStyleCnt="1">
        <dgm:presLayoutVars>
          <dgm:chPref val="3"/>
        </dgm:presLayoutVars>
      </dgm:prSet>
      <dgm:spPr/>
    </dgm:pt>
    <dgm:pt modelId="{44DF4D0C-9802-44FE-84E5-40D4AB982995}" type="pres">
      <dgm:prSet presAssocID="{3B918F21-73BC-4D4F-8FF0-B245CFB0EE11}" presName="level2hierChild" presStyleCnt="0"/>
      <dgm:spPr/>
    </dgm:pt>
    <dgm:pt modelId="{FD99CEE1-BB37-4E41-AEEF-64322381E776}" type="pres">
      <dgm:prSet presAssocID="{C5A859BD-5FAA-4543-AF8B-386B62501B1E}" presName="conn2-1" presStyleLbl="parChTrans1D2" presStyleIdx="0" presStyleCnt="2"/>
      <dgm:spPr/>
    </dgm:pt>
    <dgm:pt modelId="{CD2D5937-F85E-4DB0-8898-FC69BF9225DB}" type="pres">
      <dgm:prSet presAssocID="{C5A859BD-5FAA-4543-AF8B-386B62501B1E}" presName="connTx" presStyleLbl="parChTrans1D2" presStyleIdx="0" presStyleCnt="2"/>
      <dgm:spPr/>
    </dgm:pt>
    <dgm:pt modelId="{C458E3E3-5568-422D-AE12-7D3BD8E77165}" type="pres">
      <dgm:prSet presAssocID="{30FBBB30-7886-4525-91F6-0C1DD5108CF7}" presName="root2" presStyleCnt="0"/>
      <dgm:spPr/>
    </dgm:pt>
    <dgm:pt modelId="{44F1C7B6-D27D-4D10-9441-1DC46086C023}" type="pres">
      <dgm:prSet presAssocID="{30FBBB30-7886-4525-91F6-0C1DD5108CF7}" presName="LevelTwoTextNode" presStyleLbl="node2" presStyleIdx="0" presStyleCnt="2">
        <dgm:presLayoutVars>
          <dgm:chPref val="3"/>
        </dgm:presLayoutVars>
      </dgm:prSet>
      <dgm:spPr/>
    </dgm:pt>
    <dgm:pt modelId="{86C23C69-A4BA-4D11-978D-366B52CA18C9}" type="pres">
      <dgm:prSet presAssocID="{30FBBB30-7886-4525-91F6-0C1DD5108CF7}" presName="level3hierChild" presStyleCnt="0"/>
      <dgm:spPr/>
    </dgm:pt>
    <dgm:pt modelId="{7791F8EB-3931-4883-9A06-7A277F5E0840}" type="pres">
      <dgm:prSet presAssocID="{FC733F44-A0A5-416F-BD86-11BAD618A6C5}" presName="conn2-1" presStyleLbl="parChTrans1D3" presStyleIdx="0" presStyleCnt="4"/>
      <dgm:spPr/>
    </dgm:pt>
    <dgm:pt modelId="{3FD75C01-D4E5-4622-A9E6-8CF4B37C9E3E}" type="pres">
      <dgm:prSet presAssocID="{FC733F44-A0A5-416F-BD86-11BAD618A6C5}" presName="connTx" presStyleLbl="parChTrans1D3" presStyleIdx="0" presStyleCnt="4"/>
      <dgm:spPr/>
    </dgm:pt>
    <dgm:pt modelId="{0980853E-2DF7-453E-8410-EE0E5302C743}" type="pres">
      <dgm:prSet presAssocID="{98011A6C-5A22-4EAB-80C0-3B2E90001812}" presName="root2" presStyleCnt="0"/>
      <dgm:spPr/>
    </dgm:pt>
    <dgm:pt modelId="{564D51C0-F78B-46CD-9DFA-F3E530C12963}" type="pres">
      <dgm:prSet presAssocID="{98011A6C-5A22-4EAB-80C0-3B2E90001812}" presName="LevelTwoTextNode" presStyleLbl="node3" presStyleIdx="0" presStyleCnt="4">
        <dgm:presLayoutVars>
          <dgm:chPref val="3"/>
        </dgm:presLayoutVars>
      </dgm:prSet>
      <dgm:spPr/>
    </dgm:pt>
    <dgm:pt modelId="{89D1390E-E8D5-4DA4-8B1E-2879BD7B48F0}" type="pres">
      <dgm:prSet presAssocID="{98011A6C-5A22-4EAB-80C0-3B2E90001812}" presName="level3hierChild" presStyleCnt="0"/>
      <dgm:spPr/>
    </dgm:pt>
    <dgm:pt modelId="{B6032D0B-51B8-4073-962F-BD36E28C8211}" type="pres">
      <dgm:prSet presAssocID="{FAC8A5EF-16CB-4FA4-807C-C0715DCA44BB}" presName="conn2-1" presStyleLbl="parChTrans1D3" presStyleIdx="1" presStyleCnt="4"/>
      <dgm:spPr/>
    </dgm:pt>
    <dgm:pt modelId="{3E190D5F-9D49-4B12-8524-5A76449AF213}" type="pres">
      <dgm:prSet presAssocID="{FAC8A5EF-16CB-4FA4-807C-C0715DCA44BB}" presName="connTx" presStyleLbl="parChTrans1D3" presStyleIdx="1" presStyleCnt="4"/>
      <dgm:spPr/>
    </dgm:pt>
    <dgm:pt modelId="{7C818799-37D4-4C3D-B14B-20AA9C82DE10}" type="pres">
      <dgm:prSet presAssocID="{44AB8BDF-B84E-4539-900D-39B822EEDEC7}" presName="root2" presStyleCnt="0"/>
      <dgm:spPr/>
    </dgm:pt>
    <dgm:pt modelId="{E3CFD999-8DE0-45BE-9C6B-AEE881EDD46D}" type="pres">
      <dgm:prSet presAssocID="{44AB8BDF-B84E-4539-900D-39B822EEDEC7}" presName="LevelTwoTextNode" presStyleLbl="node3" presStyleIdx="1" presStyleCnt="4">
        <dgm:presLayoutVars>
          <dgm:chPref val="3"/>
        </dgm:presLayoutVars>
      </dgm:prSet>
      <dgm:spPr/>
    </dgm:pt>
    <dgm:pt modelId="{4E3C97C4-98AF-4804-B7B4-F9CEAD3996A2}" type="pres">
      <dgm:prSet presAssocID="{44AB8BDF-B84E-4539-900D-39B822EEDEC7}" presName="level3hierChild" presStyleCnt="0"/>
      <dgm:spPr/>
    </dgm:pt>
    <dgm:pt modelId="{FA3CCB07-9886-46F7-8F69-50B69573CE3F}" type="pres">
      <dgm:prSet presAssocID="{EB9A154B-2E30-423C-BC0D-3FD3F5DDBF57}" presName="conn2-1" presStyleLbl="parChTrans1D2" presStyleIdx="1" presStyleCnt="2"/>
      <dgm:spPr/>
    </dgm:pt>
    <dgm:pt modelId="{00FC4055-4B20-42DE-AA74-E18DC1BC2B5C}" type="pres">
      <dgm:prSet presAssocID="{EB9A154B-2E30-423C-BC0D-3FD3F5DDBF57}" presName="connTx" presStyleLbl="parChTrans1D2" presStyleIdx="1" presStyleCnt="2"/>
      <dgm:spPr/>
    </dgm:pt>
    <dgm:pt modelId="{21FC2C37-6B0A-4E6E-B751-431BD2D85B19}" type="pres">
      <dgm:prSet presAssocID="{526398D9-C969-4BC4-96EE-AE8B1ED0D64B}" presName="root2" presStyleCnt="0"/>
      <dgm:spPr/>
    </dgm:pt>
    <dgm:pt modelId="{C6A1CAB0-5137-43CE-82BB-5287ADF58240}" type="pres">
      <dgm:prSet presAssocID="{526398D9-C969-4BC4-96EE-AE8B1ED0D64B}" presName="LevelTwoTextNode" presStyleLbl="node2" presStyleIdx="1" presStyleCnt="2">
        <dgm:presLayoutVars>
          <dgm:chPref val="3"/>
        </dgm:presLayoutVars>
      </dgm:prSet>
      <dgm:spPr/>
    </dgm:pt>
    <dgm:pt modelId="{5DB23EDA-2FDD-4C58-81BF-1415CF85169A}" type="pres">
      <dgm:prSet presAssocID="{526398D9-C969-4BC4-96EE-AE8B1ED0D64B}" presName="level3hierChild" presStyleCnt="0"/>
      <dgm:spPr/>
    </dgm:pt>
    <dgm:pt modelId="{D3319BCC-5296-4BE4-8A21-CD6AAEDD84CD}" type="pres">
      <dgm:prSet presAssocID="{533B2CF3-E23B-4D24-A330-055943B3C435}" presName="conn2-1" presStyleLbl="parChTrans1D3" presStyleIdx="2" presStyleCnt="4"/>
      <dgm:spPr/>
    </dgm:pt>
    <dgm:pt modelId="{814C0616-5939-478E-B346-D25A8790AE36}" type="pres">
      <dgm:prSet presAssocID="{533B2CF3-E23B-4D24-A330-055943B3C435}" presName="connTx" presStyleLbl="parChTrans1D3" presStyleIdx="2" presStyleCnt="4"/>
      <dgm:spPr/>
    </dgm:pt>
    <dgm:pt modelId="{A655E220-236E-466E-9386-F762DCD0DB5F}" type="pres">
      <dgm:prSet presAssocID="{790648BB-9125-4781-B7FB-CB7A6187E712}" presName="root2" presStyleCnt="0"/>
      <dgm:spPr/>
    </dgm:pt>
    <dgm:pt modelId="{7CDEA580-7334-49F7-B33B-FDDCDCD8F1DB}" type="pres">
      <dgm:prSet presAssocID="{790648BB-9125-4781-B7FB-CB7A6187E712}" presName="LevelTwoTextNode" presStyleLbl="node3" presStyleIdx="2" presStyleCnt="4">
        <dgm:presLayoutVars>
          <dgm:chPref val="3"/>
        </dgm:presLayoutVars>
      </dgm:prSet>
      <dgm:spPr/>
    </dgm:pt>
    <dgm:pt modelId="{824E3861-835A-4E4B-A41B-49E7A27F6B92}" type="pres">
      <dgm:prSet presAssocID="{790648BB-9125-4781-B7FB-CB7A6187E712}" presName="level3hierChild" presStyleCnt="0"/>
      <dgm:spPr/>
    </dgm:pt>
    <dgm:pt modelId="{8DBEA226-5EBB-485C-B147-EE977830C29D}" type="pres">
      <dgm:prSet presAssocID="{A6CED25C-E736-4438-84D9-59832FB621CB}" presName="conn2-1" presStyleLbl="parChTrans1D4" presStyleIdx="0" presStyleCnt="2"/>
      <dgm:spPr/>
    </dgm:pt>
    <dgm:pt modelId="{FDCCE64B-A267-4A8C-8D9C-B377B696B48E}" type="pres">
      <dgm:prSet presAssocID="{A6CED25C-E736-4438-84D9-59832FB621CB}" presName="connTx" presStyleLbl="parChTrans1D4" presStyleIdx="0" presStyleCnt="2"/>
      <dgm:spPr/>
    </dgm:pt>
    <dgm:pt modelId="{7ECB9AF2-113B-428A-9E57-BCF587C3FF85}" type="pres">
      <dgm:prSet presAssocID="{54E92821-56FF-45F5-BA76-319023C6259C}" presName="root2" presStyleCnt="0"/>
      <dgm:spPr/>
    </dgm:pt>
    <dgm:pt modelId="{D3B323F3-6BD3-42E8-881A-BCB76E8AF08C}" type="pres">
      <dgm:prSet presAssocID="{54E92821-56FF-45F5-BA76-319023C6259C}" presName="LevelTwoTextNode" presStyleLbl="node4" presStyleIdx="0" presStyleCnt="2">
        <dgm:presLayoutVars>
          <dgm:chPref val="3"/>
        </dgm:presLayoutVars>
      </dgm:prSet>
      <dgm:spPr/>
    </dgm:pt>
    <dgm:pt modelId="{42A2470D-891C-4E42-8097-8D6A219733D3}" type="pres">
      <dgm:prSet presAssocID="{54E92821-56FF-45F5-BA76-319023C6259C}" presName="level3hierChild" presStyleCnt="0"/>
      <dgm:spPr/>
    </dgm:pt>
    <dgm:pt modelId="{D0C9CD26-E5EB-4058-8877-564512F68379}" type="pres">
      <dgm:prSet presAssocID="{B2504672-E17B-4698-B8F2-474DDDF2D7F2}" presName="conn2-1" presStyleLbl="parChTrans1D4" presStyleIdx="1" presStyleCnt="2"/>
      <dgm:spPr/>
    </dgm:pt>
    <dgm:pt modelId="{AF91BB68-D1E0-4CED-BB13-0F42DBFA0D32}" type="pres">
      <dgm:prSet presAssocID="{B2504672-E17B-4698-B8F2-474DDDF2D7F2}" presName="connTx" presStyleLbl="parChTrans1D4" presStyleIdx="1" presStyleCnt="2"/>
      <dgm:spPr/>
    </dgm:pt>
    <dgm:pt modelId="{1E289FD8-7322-4ABD-9D0A-E46E1025B309}" type="pres">
      <dgm:prSet presAssocID="{AFCC6007-F641-4466-A6C9-5EEB8656A1F5}" presName="root2" presStyleCnt="0"/>
      <dgm:spPr/>
    </dgm:pt>
    <dgm:pt modelId="{BAAD1F8D-7EFB-4211-BD92-A01BF46FFA48}" type="pres">
      <dgm:prSet presAssocID="{AFCC6007-F641-4466-A6C9-5EEB8656A1F5}" presName="LevelTwoTextNode" presStyleLbl="node4" presStyleIdx="1" presStyleCnt="2">
        <dgm:presLayoutVars>
          <dgm:chPref val="3"/>
        </dgm:presLayoutVars>
      </dgm:prSet>
      <dgm:spPr/>
    </dgm:pt>
    <dgm:pt modelId="{9DEB6AD8-0417-434A-B1A5-04A042637317}" type="pres">
      <dgm:prSet presAssocID="{AFCC6007-F641-4466-A6C9-5EEB8656A1F5}" presName="level3hierChild" presStyleCnt="0"/>
      <dgm:spPr/>
    </dgm:pt>
    <dgm:pt modelId="{E5FCFBD6-78D8-43D8-8061-7A7814D53FCD}" type="pres">
      <dgm:prSet presAssocID="{75E40AF9-D98C-43E2-9A92-39954CB3A3FF}" presName="conn2-1" presStyleLbl="parChTrans1D3" presStyleIdx="3" presStyleCnt="4"/>
      <dgm:spPr/>
    </dgm:pt>
    <dgm:pt modelId="{A468CF4C-22AC-4004-A451-D84790328E6E}" type="pres">
      <dgm:prSet presAssocID="{75E40AF9-D98C-43E2-9A92-39954CB3A3FF}" presName="connTx" presStyleLbl="parChTrans1D3" presStyleIdx="3" presStyleCnt="4"/>
      <dgm:spPr/>
    </dgm:pt>
    <dgm:pt modelId="{09B2390D-0545-42AB-8054-6D2023608E9B}" type="pres">
      <dgm:prSet presAssocID="{A4255490-C4D8-414E-93F6-3080830B90C3}" presName="root2" presStyleCnt="0"/>
      <dgm:spPr/>
    </dgm:pt>
    <dgm:pt modelId="{6235106C-1013-45D0-8162-3A2DB603D66F}" type="pres">
      <dgm:prSet presAssocID="{A4255490-C4D8-414E-93F6-3080830B90C3}" presName="LevelTwoTextNode" presStyleLbl="node3" presStyleIdx="3" presStyleCnt="4">
        <dgm:presLayoutVars>
          <dgm:chPref val="3"/>
        </dgm:presLayoutVars>
      </dgm:prSet>
      <dgm:spPr/>
    </dgm:pt>
    <dgm:pt modelId="{89F64E87-AF8E-4E9D-AE9B-F29355A23216}" type="pres">
      <dgm:prSet presAssocID="{A4255490-C4D8-414E-93F6-3080830B90C3}" presName="level3hierChild" presStyleCnt="0"/>
      <dgm:spPr/>
    </dgm:pt>
  </dgm:ptLst>
  <dgm:cxnLst>
    <dgm:cxn modelId="{7BC1E200-B633-46EA-B17A-E3D445B67AFD}" type="presOf" srcId="{526398D9-C969-4BC4-96EE-AE8B1ED0D64B}" destId="{C6A1CAB0-5137-43CE-82BB-5287ADF58240}" srcOrd="0" destOrd="0" presId="urn:microsoft.com/office/officeart/2008/layout/HorizontalMultiLevelHierarchy"/>
    <dgm:cxn modelId="{5376D401-92EA-4792-9E63-367D9DE84057}" type="presOf" srcId="{B2504672-E17B-4698-B8F2-474DDDF2D7F2}" destId="{D0C9CD26-E5EB-4058-8877-564512F68379}" srcOrd="0" destOrd="0" presId="urn:microsoft.com/office/officeart/2008/layout/HorizontalMultiLevelHierarchy"/>
    <dgm:cxn modelId="{2C93D709-B25C-4FC6-B631-23DBB3D5E7FC}" type="presOf" srcId="{FC733F44-A0A5-416F-BD86-11BAD618A6C5}" destId="{3FD75C01-D4E5-4622-A9E6-8CF4B37C9E3E}" srcOrd="1" destOrd="0" presId="urn:microsoft.com/office/officeart/2008/layout/HorizontalMultiLevelHierarchy"/>
    <dgm:cxn modelId="{7CB97A0B-F51B-4636-9997-1760CCD39662}" type="presOf" srcId="{44AB8BDF-B84E-4539-900D-39B822EEDEC7}" destId="{E3CFD999-8DE0-45BE-9C6B-AEE881EDD46D}" srcOrd="0" destOrd="0" presId="urn:microsoft.com/office/officeart/2008/layout/HorizontalMultiLevelHierarchy"/>
    <dgm:cxn modelId="{C57A3C0C-2878-4E4A-8CBB-F705AA8135C9}" type="presOf" srcId="{30FBBB30-7886-4525-91F6-0C1DD5108CF7}" destId="{44F1C7B6-D27D-4D10-9441-1DC46086C023}" srcOrd="0" destOrd="0" presId="urn:microsoft.com/office/officeart/2008/layout/HorizontalMultiLevelHierarchy"/>
    <dgm:cxn modelId="{5AB99D10-57B1-41BB-9B17-0E111EAB7235}" type="presOf" srcId="{B2504672-E17B-4698-B8F2-474DDDF2D7F2}" destId="{AF91BB68-D1E0-4CED-BB13-0F42DBFA0D32}" srcOrd="1" destOrd="0" presId="urn:microsoft.com/office/officeart/2008/layout/HorizontalMultiLevelHierarchy"/>
    <dgm:cxn modelId="{C3573415-578B-41A2-99C0-7643BABAA94A}" type="presOf" srcId="{EB9A154B-2E30-423C-BC0D-3FD3F5DDBF57}" destId="{FA3CCB07-9886-46F7-8F69-50B69573CE3F}" srcOrd="0" destOrd="0" presId="urn:microsoft.com/office/officeart/2008/layout/HorizontalMultiLevelHierarchy"/>
    <dgm:cxn modelId="{C7520E22-3DFD-4943-8C34-7212D0F77C25}" type="presOf" srcId="{EB9A154B-2E30-423C-BC0D-3FD3F5DDBF57}" destId="{00FC4055-4B20-42DE-AA74-E18DC1BC2B5C}" srcOrd="1" destOrd="0" presId="urn:microsoft.com/office/officeart/2008/layout/HorizontalMultiLevelHierarchy"/>
    <dgm:cxn modelId="{CFDEC026-01B8-45D6-8D2B-DB581EE491FF}" srcId="{AC7AFA91-C95E-4D52-A86A-7DB0083AA3E1}" destId="{3B918F21-73BC-4D4F-8FF0-B245CFB0EE11}" srcOrd="0" destOrd="0" parTransId="{0D0C1F08-C1FE-475A-A8EB-82696BF8C1C3}" sibTransId="{CA021B4A-BB24-43B5-9EA2-BD3F602123CA}"/>
    <dgm:cxn modelId="{CAB34728-40FB-408E-8059-1C390D5AB666}" type="presOf" srcId="{790648BB-9125-4781-B7FB-CB7A6187E712}" destId="{7CDEA580-7334-49F7-B33B-FDDCDCD8F1DB}" srcOrd="0" destOrd="0" presId="urn:microsoft.com/office/officeart/2008/layout/HorizontalMultiLevelHierarchy"/>
    <dgm:cxn modelId="{B6D5F32A-F7E9-472C-8310-41832AD95B19}" type="presOf" srcId="{A6CED25C-E736-4438-84D9-59832FB621CB}" destId="{FDCCE64B-A267-4A8C-8D9C-B377B696B48E}" srcOrd="1" destOrd="0" presId="urn:microsoft.com/office/officeart/2008/layout/HorizontalMultiLevelHierarchy"/>
    <dgm:cxn modelId="{4E07E660-EB15-444F-9C7C-5D2E518460E4}" srcId="{526398D9-C969-4BC4-96EE-AE8B1ED0D64B}" destId="{790648BB-9125-4781-B7FB-CB7A6187E712}" srcOrd="0" destOrd="0" parTransId="{533B2CF3-E23B-4D24-A330-055943B3C435}" sibTransId="{C8DE9D3F-62C4-4AD4-B925-1F6B100B517A}"/>
    <dgm:cxn modelId="{F915AA61-A2B8-4374-8F79-A444064547B6}" srcId="{790648BB-9125-4781-B7FB-CB7A6187E712}" destId="{AFCC6007-F641-4466-A6C9-5EEB8656A1F5}" srcOrd="1" destOrd="0" parTransId="{B2504672-E17B-4698-B8F2-474DDDF2D7F2}" sibTransId="{F8E3D4F2-41E3-4CEA-8149-7C4767145D9A}"/>
    <dgm:cxn modelId="{B304CC62-9490-4D7A-A8D8-4C2707DBA90E}" type="presOf" srcId="{75E40AF9-D98C-43E2-9A92-39954CB3A3FF}" destId="{A468CF4C-22AC-4004-A451-D84790328E6E}" srcOrd="1" destOrd="0" presId="urn:microsoft.com/office/officeart/2008/layout/HorizontalMultiLevelHierarchy"/>
    <dgm:cxn modelId="{742D5763-3B77-4914-87FE-7C981D5DB908}" srcId="{30FBBB30-7886-4525-91F6-0C1DD5108CF7}" destId="{98011A6C-5A22-4EAB-80C0-3B2E90001812}" srcOrd="0" destOrd="0" parTransId="{FC733F44-A0A5-416F-BD86-11BAD618A6C5}" sibTransId="{BFE78AE9-7A9C-4259-8735-E382F21840F9}"/>
    <dgm:cxn modelId="{837F5345-1058-4533-B0CF-FFA0CAC8B0D9}" srcId="{790648BB-9125-4781-B7FB-CB7A6187E712}" destId="{54E92821-56FF-45F5-BA76-319023C6259C}" srcOrd="0" destOrd="0" parTransId="{A6CED25C-E736-4438-84D9-59832FB621CB}" sibTransId="{81C7FDFC-23AD-4D3A-A83F-859F9EA57E44}"/>
    <dgm:cxn modelId="{85AD4766-680D-41D4-A488-AEEEE5EA5D8C}" type="presOf" srcId="{FAC8A5EF-16CB-4FA4-807C-C0715DCA44BB}" destId="{B6032D0B-51B8-4073-962F-BD36E28C8211}" srcOrd="0" destOrd="0" presId="urn:microsoft.com/office/officeart/2008/layout/HorizontalMultiLevelHierarchy"/>
    <dgm:cxn modelId="{4DF43A49-7D8A-4F9B-B8EB-90CB0501FB92}" type="presOf" srcId="{AC7AFA91-C95E-4D52-A86A-7DB0083AA3E1}" destId="{FE961958-7B59-4669-A714-9BA80A0F1B76}" srcOrd="0" destOrd="0" presId="urn:microsoft.com/office/officeart/2008/layout/HorizontalMultiLevelHierarchy"/>
    <dgm:cxn modelId="{276EEE4E-0173-49EA-985A-F2E126F9584B}" type="presOf" srcId="{533B2CF3-E23B-4D24-A330-055943B3C435}" destId="{D3319BCC-5296-4BE4-8A21-CD6AAEDD84CD}" srcOrd="0" destOrd="0" presId="urn:microsoft.com/office/officeart/2008/layout/HorizontalMultiLevelHierarchy"/>
    <dgm:cxn modelId="{F176CF57-D61E-46B4-9079-C6C554BA2DDE}" srcId="{3B918F21-73BC-4D4F-8FF0-B245CFB0EE11}" destId="{526398D9-C969-4BC4-96EE-AE8B1ED0D64B}" srcOrd="1" destOrd="0" parTransId="{EB9A154B-2E30-423C-BC0D-3FD3F5DDBF57}" sibTransId="{A2A3F5A4-346B-4B14-8A5B-7916EF604622}"/>
    <dgm:cxn modelId="{2F58A97B-7ECA-48BB-9E42-10F5CB5BBB40}" srcId="{30FBBB30-7886-4525-91F6-0C1DD5108CF7}" destId="{44AB8BDF-B84E-4539-900D-39B822EEDEC7}" srcOrd="1" destOrd="0" parTransId="{FAC8A5EF-16CB-4FA4-807C-C0715DCA44BB}" sibTransId="{0AE138DD-0B91-4239-A005-8C7EDCEC2C93}"/>
    <dgm:cxn modelId="{E41C9386-7709-4971-82BF-7C5DFA490DF7}" type="presOf" srcId="{C5A859BD-5FAA-4543-AF8B-386B62501B1E}" destId="{CD2D5937-F85E-4DB0-8898-FC69BF9225DB}" srcOrd="1" destOrd="0" presId="urn:microsoft.com/office/officeart/2008/layout/HorizontalMultiLevelHierarchy"/>
    <dgm:cxn modelId="{215CCE87-5FEA-479D-ABAC-185024D82193}" type="presOf" srcId="{A6CED25C-E736-4438-84D9-59832FB621CB}" destId="{8DBEA226-5EBB-485C-B147-EE977830C29D}" srcOrd="0" destOrd="0" presId="urn:microsoft.com/office/officeart/2008/layout/HorizontalMultiLevelHierarchy"/>
    <dgm:cxn modelId="{337AA88E-7200-4FCE-840E-38E2ECD29F28}" srcId="{526398D9-C969-4BC4-96EE-AE8B1ED0D64B}" destId="{A4255490-C4D8-414E-93F6-3080830B90C3}" srcOrd="1" destOrd="0" parTransId="{75E40AF9-D98C-43E2-9A92-39954CB3A3FF}" sibTransId="{776D8D43-FFF6-48F0-A50C-FB41917585D0}"/>
    <dgm:cxn modelId="{73FE9796-1CF8-424A-ACDE-D41813382BDA}" type="presOf" srcId="{AFCC6007-F641-4466-A6C9-5EEB8656A1F5}" destId="{BAAD1F8D-7EFB-4211-BD92-A01BF46FFA48}" srcOrd="0" destOrd="0" presId="urn:microsoft.com/office/officeart/2008/layout/HorizontalMultiLevelHierarchy"/>
    <dgm:cxn modelId="{3FEA389C-D9FF-468D-B277-0721F01DE33E}" type="presOf" srcId="{A4255490-C4D8-414E-93F6-3080830B90C3}" destId="{6235106C-1013-45D0-8162-3A2DB603D66F}" srcOrd="0" destOrd="0" presId="urn:microsoft.com/office/officeart/2008/layout/HorizontalMultiLevelHierarchy"/>
    <dgm:cxn modelId="{456BCFA3-7E7A-45E9-A673-DB1BBD2BA375}" type="presOf" srcId="{FC733F44-A0A5-416F-BD86-11BAD618A6C5}" destId="{7791F8EB-3931-4883-9A06-7A277F5E0840}" srcOrd="0" destOrd="0" presId="urn:microsoft.com/office/officeart/2008/layout/HorizontalMultiLevelHierarchy"/>
    <dgm:cxn modelId="{FBA88EA8-AA9D-4831-973E-EE5C7BBA84AA}" srcId="{3B918F21-73BC-4D4F-8FF0-B245CFB0EE11}" destId="{30FBBB30-7886-4525-91F6-0C1DD5108CF7}" srcOrd="0" destOrd="0" parTransId="{C5A859BD-5FAA-4543-AF8B-386B62501B1E}" sibTransId="{A64D8583-C6EE-4944-BB59-2A0E8C3FB2C5}"/>
    <dgm:cxn modelId="{37AA29AE-1CEF-49A6-87B5-23719D55FE5B}" type="presOf" srcId="{FAC8A5EF-16CB-4FA4-807C-C0715DCA44BB}" destId="{3E190D5F-9D49-4B12-8524-5A76449AF213}" srcOrd="1" destOrd="0" presId="urn:microsoft.com/office/officeart/2008/layout/HorizontalMultiLevelHierarchy"/>
    <dgm:cxn modelId="{A85C03CA-FF8D-4919-B7AA-C1289858DA43}" type="presOf" srcId="{98011A6C-5A22-4EAB-80C0-3B2E90001812}" destId="{564D51C0-F78B-46CD-9DFA-F3E530C12963}" srcOrd="0" destOrd="0" presId="urn:microsoft.com/office/officeart/2008/layout/HorizontalMultiLevelHierarchy"/>
    <dgm:cxn modelId="{928429E1-BCD5-42E4-AAC0-AC90F4E834DE}" type="presOf" srcId="{3B918F21-73BC-4D4F-8FF0-B245CFB0EE11}" destId="{E372E050-08EA-437D-9BFF-23C6D75050AF}" srcOrd="0" destOrd="0" presId="urn:microsoft.com/office/officeart/2008/layout/HorizontalMultiLevelHierarchy"/>
    <dgm:cxn modelId="{23F760E8-0592-4671-BD93-4D217D02ADB3}" type="presOf" srcId="{C5A859BD-5FAA-4543-AF8B-386B62501B1E}" destId="{FD99CEE1-BB37-4E41-AEEF-64322381E776}" srcOrd="0" destOrd="0" presId="urn:microsoft.com/office/officeart/2008/layout/HorizontalMultiLevelHierarchy"/>
    <dgm:cxn modelId="{E7373EED-6631-4C1C-ACFB-E6FB23B86AAC}" type="presOf" srcId="{54E92821-56FF-45F5-BA76-319023C6259C}" destId="{D3B323F3-6BD3-42E8-881A-BCB76E8AF08C}" srcOrd="0" destOrd="0" presId="urn:microsoft.com/office/officeart/2008/layout/HorizontalMultiLevelHierarchy"/>
    <dgm:cxn modelId="{72E994F8-8EB8-437A-ADAC-7C5969FCEF9E}" type="presOf" srcId="{75E40AF9-D98C-43E2-9A92-39954CB3A3FF}" destId="{E5FCFBD6-78D8-43D8-8061-7A7814D53FCD}" srcOrd="0" destOrd="0" presId="urn:microsoft.com/office/officeart/2008/layout/HorizontalMultiLevelHierarchy"/>
    <dgm:cxn modelId="{BFD5C3F8-7AE3-45F3-92EE-951AC51269C8}" type="presOf" srcId="{533B2CF3-E23B-4D24-A330-055943B3C435}" destId="{814C0616-5939-478E-B346-D25A8790AE36}" srcOrd="1" destOrd="0" presId="urn:microsoft.com/office/officeart/2008/layout/HorizontalMultiLevelHierarchy"/>
    <dgm:cxn modelId="{E5B129BA-2FE7-4DF3-A864-58AD97A81F2D}" type="presParOf" srcId="{FE961958-7B59-4669-A714-9BA80A0F1B76}" destId="{590214FF-6619-4A6C-9536-3819B98228D6}" srcOrd="0" destOrd="0" presId="urn:microsoft.com/office/officeart/2008/layout/HorizontalMultiLevelHierarchy"/>
    <dgm:cxn modelId="{274F6BFC-032B-483F-BE86-20E973DFB92A}" type="presParOf" srcId="{590214FF-6619-4A6C-9536-3819B98228D6}" destId="{E372E050-08EA-437D-9BFF-23C6D75050AF}" srcOrd="0" destOrd="0" presId="urn:microsoft.com/office/officeart/2008/layout/HorizontalMultiLevelHierarchy"/>
    <dgm:cxn modelId="{90EA8096-E18D-4256-9BF7-125786BEB355}" type="presParOf" srcId="{590214FF-6619-4A6C-9536-3819B98228D6}" destId="{44DF4D0C-9802-44FE-84E5-40D4AB982995}" srcOrd="1" destOrd="0" presId="urn:microsoft.com/office/officeart/2008/layout/HorizontalMultiLevelHierarchy"/>
    <dgm:cxn modelId="{DC0E3B0B-1643-4738-B09D-EA889E91C581}" type="presParOf" srcId="{44DF4D0C-9802-44FE-84E5-40D4AB982995}" destId="{FD99CEE1-BB37-4E41-AEEF-64322381E776}" srcOrd="0" destOrd="0" presId="urn:microsoft.com/office/officeart/2008/layout/HorizontalMultiLevelHierarchy"/>
    <dgm:cxn modelId="{A5FB8DF7-3C71-4465-959E-DC9B9D3B1811}" type="presParOf" srcId="{FD99CEE1-BB37-4E41-AEEF-64322381E776}" destId="{CD2D5937-F85E-4DB0-8898-FC69BF9225DB}" srcOrd="0" destOrd="0" presId="urn:microsoft.com/office/officeart/2008/layout/HorizontalMultiLevelHierarchy"/>
    <dgm:cxn modelId="{CDA718AB-31FD-45E8-A8DA-6A1D63A738C8}" type="presParOf" srcId="{44DF4D0C-9802-44FE-84E5-40D4AB982995}" destId="{C458E3E3-5568-422D-AE12-7D3BD8E77165}" srcOrd="1" destOrd="0" presId="urn:microsoft.com/office/officeart/2008/layout/HorizontalMultiLevelHierarchy"/>
    <dgm:cxn modelId="{C1A030A1-185A-4501-A8E9-37C1216BBCB5}" type="presParOf" srcId="{C458E3E3-5568-422D-AE12-7D3BD8E77165}" destId="{44F1C7B6-D27D-4D10-9441-1DC46086C023}" srcOrd="0" destOrd="0" presId="urn:microsoft.com/office/officeart/2008/layout/HorizontalMultiLevelHierarchy"/>
    <dgm:cxn modelId="{132162D0-D4F7-4CA6-975D-47139CC08B99}" type="presParOf" srcId="{C458E3E3-5568-422D-AE12-7D3BD8E77165}" destId="{86C23C69-A4BA-4D11-978D-366B52CA18C9}" srcOrd="1" destOrd="0" presId="urn:microsoft.com/office/officeart/2008/layout/HorizontalMultiLevelHierarchy"/>
    <dgm:cxn modelId="{F646B1F1-B99F-4124-998E-A3B82671C98F}" type="presParOf" srcId="{86C23C69-A4BA-4D11-978D-366B52CA18C9}" destId="{7791F8EB-3931-4883-9A06-7A277F5E0840}" srcOrd="0" destOrd="0" presId="urn:microsoft.com/office/officeart/2008/layout/HorizontalMultiLevelHierarchy"/>
    <dgm:cxn modelId="{1273202F-E5D8-4D64-96DF-AF4DCE967F98}" type="presParOf" srcId="{7791F8EB-3931-4883-9A06-7A277F5E0840}" destId="{3FD75C01-D4E5-4622-A9E6-8CF4B37C9E3E}" srcOrd="0" destOrd="0" presId="urn:microsoft.com/office/officeart/2008/layout/HorizontalMultiLevelHierarchy"/>
    <dgm:cxn modelId="{F1D801BB-3153-43F1-8B43-8984460A89AB}" type="presParOf" srcId="{86C23C69-A4BA-4D11-978D-366B52CA18C9}" destId="{0980853E-2DF7-453E-8410-EE0E5302C743}" srcOrd="1" destOrd="0" presId="urn:microsoft.com/office/officeart/2008/layout/HorizontalMultiLevelHierarchy"/>
    <dgm:cxn modelId="{81B8C5EE-E285-4C32-8BD5-C36162B0694D}" type="presParOf" srcId="{0980853E-2DF7-453E-8410-EE0E5302C743}" destId="{564D51C0-F78B-46CD-9DFA-F3E530C12963}" srcOrd="0" destOrd="0" presId="urn:microsoft.com/office/officeart/2008/layout/HorizontalMultiLevelHierarchy"/>
    <dgm:cxn modelId="{073CC2DC-7657-4D77-9EE0-EAE4E30D0B83}" type="presParOf" srcId="{0980853E-2DF7-453E-8410-EE0E5302C743}" destId="{89D1390E-E8D5-4DA4-8B1E-2879BD7B48F0}" srcOrd="1" destOrd="0" presId="urn:microsoft.com/office/officeart/2008/layout/HorizontalMultiLevelHierarchy"/>
    <dgm:cxn modelId="{6842D837-2AE0-4EBC-B57A-8CF8DD0731CD}" type="presParOf" srcId="{86C23C69-A4BA-4D11-978D-366B52CA18C9}" destId="{B6032D0B-51B8-4073-962F-BD36E28C8211}" srcOrd="2" destOrd="0" presId="urn:microsoft.com/office/officeart/2008/layout/HorizontalMultiLevelHierarchy"/>
    <dgm:cxn modelId="{402BFE3D-EF80-4FD1-BD93-519A6257D044}" type="presParOf" srcId="{B6032D0B-51B8-4073-962F-BD36E28C8211}" destId="{3E190D5F-9D49-4B12-8524-5A76449AF213}" srcOrd="0" destOrd="0" presId="urn:microsoft.com/office/officeart/2008/layout/HorizontalMultiLevelHierarchy"/>
    <dgm:cxn modelId="{4387AA26-64E5-41BF-9CD2-2073A4747312}" type="presParOf" srcId="{86C23C69-A4BA-4D11-978D-366B52CA18C9}" destId="{7C818799-37D4-4C3D-B14B-20AA9C82DE10}" srcOrd="3" destOrd="0" presId="urn:microsoft.com/office/officeart/2008/layout/HorizontalMultiLevelHierarchy"/>
    <dgm:cxn modelId="{28B79F7C-1CC7-43A3-97C7-92EA5F7FD935}" type="presParOf" srcId="{7C818799-37D4-4C3D-B14B-20AA9C82DE10}" destId="{E3CFD999-8DE0-45BE-9C6B-AEE881EDD46D}" srcOrd="0" destOrd="0" presId="urn:microsoft.com/office/officeart/2008/layout/HorizontalMultiLevelHierarchy"/>
    <dgm:cxn modelId="{5AB8BE4B-4252-441B-B59A-04D6C8A3E732}" type="presParOf" srcId="{7C818799-37D4-4C3D-B14B-20AA9C82DE10}" destId="{4E3C97C4-98AF-4804-B7B4-F9CEAD3996A2}" srcOrd="1" destOrd="0" presId="urn:microsoft.com/office/officeart/2008/layout/HorizontalMultiLevelHierarchy"/>
    <dgm:cxn modelId="{BC223A09-0F95-4A97-9F01-FEB3DB944B12}" type="presParOf" srcId="{44DF4D0C-9802-44FE-84E5-40D4AB982995}" destId="{FA3CCB07-9886-46F7-8F69-50B69573CE3F}" srcOrd="2" destOrd="0" presId="urn:microsoft.com/office/officeart/2008/layout/HorizontalMultiLevelHierarchy"/>
    <dgm:cxn modelId="{0A616812-16F1-461E-A7F2-D06D2D9553F6}" type="presParOf" srcId="{FA3CCB07-9886-46F7-8F69-50B69573CE3F}" destId="{00FC4055-4B20-42DE-AA74-E18DC1BC2B5C}" srcOrd="0" destOrd="0" presId="urn:microsoft.com/office/officeart/2008/layout/HorizontalMultiLevelHierarchy"/>
    <dgm:cxn modelId="{EEBCFA7B-EC0A-410C-9133-6A403A55C646}" type="presParOf" srcId="{44DF4D0C-9802-44FE-84E5-40D4AB982995}" destId="{21FC2C37-6B0A-4E6E-B751-431BD2D85B19}" srcOrd="3" destOrd="0" presId="urn:microsoft.com/office/officeart/2008/layout/HorizontalMultiLevelHierarchy"/>
    <dgm:cxn modelId="{E98670DF-35CF-443E-B1F9-0105CED623AF}" type="presParOf" srcId="{21FC2C37-6B0A-4E6E-B751-431BD2D85B19}" destId="{C6A1CAB0-5137-43CE-82BB-5287ADF58240}" srcOrd="0" destOrd="0" presId="urn:microsoft.com/office/officeart/2008/layout/HorizontalMultiLevelHierarchy"/>
    <dgm:cxn modelId="{B201E457-19C7-4BCF-8FB7-F7EB09ECAEFE}" type="presParOf" srcId="{21FC2C37-6B0A-4E6E-B751-431BD2D85B19}" destId="{5DB23EDA-2FDD-4C58-81BF-1415CF85169A}" srcOrd="1" destOrd="0" presId="urn:microsoft.com/office/officeart/2008/layout/HorizontalMultiLevelHierarchy"/>
    <dgm:cxn modelId="{7470B577-DCF4-4874-B543-54E47F69E150}" type="presParOf" srcId="{5DB23EDA-2FDD-4C58-81BF-1415CF85169A}" destId="{D3319BCC-5296-4BE4-8A21-CD6AAEDD84CD}" srcOrd="0" destOrd="0" presId="urn:microsoft.com/office/officeart/2008/layout/HorizontalMultiLevelHierarchy"/>
    <dgm:cxn modelId="{B6E85856-C86B-4879-A54F-2E68A025503D}" type="presParOf" srcId="{D3319BCC-5296-4BE4-8A21-CD6AAEDD84CD}" destId="{814C0616-5939-478E-B346-D25A8790AE36}" srcOrd="0" destOrd="0" presId="urn:microsoft.com/office/officeart/2008/layout/HorizontalMultiLevelHierarchy"/>
    <dgm:cxn modelId="{C3E31656-7516-4F2F-9A08-65BFF8379761}" type="presParOf" srcId="{5DB23EDA-2FDD-4C58-81BF-1415CF85169A}" destId="{A655E220-236E-466E-9386-F762DCD0DB5F}" srcOrd="1" destOrd="0" presId="urn:microsoft.com/office/officeart/2008/layout/HorizontalMultiLevelHierarchy"/>
    <dgm:cxn modelId="{997A28C4-911E-4501-948A-1B59A97AA4E2}" type="presParOf" srcId="{A655E220-236E-466E-9386-F762DCD0DB5F}" destId="{7CDEA580-7334-49F7-B33B-FDDCDCD8F1DB}" srcOrd="0" destOrd="0" presId="urn:microsoft.com/office/officeart/2008/layout/HorizontalMultiLevelHierarchy"/>
    <dgm:cxn modelId="{772B796C-3987-48C7-A7F0-D15FAB1292C4}" type="presParOf" srcId="{A655E220-236E-466E-9386-F762DCD0DB5F}" destId="{824E3861-835A-4E4B-A41B-49E7A27F6B92}" srcOrd="1" destOrd="0" presId="urn:microsoft.com/office/officeart/2008/layout/HorizontalMultiLevelHierarchy"/>
    <dgm:cxn modelId="{9C47A2C1-7265-435A-A92E-AF624EC3895F}" type="presParOf" srcId="{824E3861-835A-4E4B-A41B-49E7A27F6B92}" destId="{8DBEA226-5EBB-485C-B147-EE977830C29D}" srcOrd="0" destOrd="0" presId="urn:microsoft.com/office/officeart/2008/layout/HorizontalMultiLevelHierarchy"/>
    <dgm:cxn modelId="{8E2FFB05-802D-4CF1-AEBF-5C38F248729A}" type="presParOf" srcId="{8DBEA226-5EBB-485C-B147-EE977830C29D}" destId="{FDCCE64B-A267-4A8C-8D9C-B377B696B48E}" srcOrd="0" destOrd="0" presId="urn:microsoft.com/office/officeart/2008/layout/HorizontalMultiLevelHierarchy"/>
    <dgm:cxn modelId="{CF66E37D-C768-4935-BFCA-20F3F57A0FE3}" type="presParOf" srcId="{824E3861-835A-4E4B-A41B-49E7A27F6B92}" destId="{7ECB9AF2-113B-428A-9E57-BCF587C3FF85}" srcOrd="1" destOrd="0" presId="urn:microsoft.com/office/officeart/2008/layout/HorizontalMultiLevelHierarchy"/>
    <dgm:cxn modelId="{5DE635B5-A175-4C2C-970C-53FD3E10CDCF}" type="presParOf" srcId="{7ECB9AF2-113B-428A-9E57-BCF587C3FF85}" destId="{D3B323F3-6BD3-42E8-881A-BCB76E8AF08C}" srcOrd="0" destOrd="0" presId="urn:microsoft.com/office/officeart/2008/layout/HorizontalMultiLevelHierarchy"/>
    <dgm:cxn modelId="{56D0A768-6808-455D-9059-C0D879BE5F2F}" type="presParOf" srcId="{7ECB9AF2-113B-428A-9E57-BCF587C3FF85}" destId="{42A2470D-891C-4E42-8097-8D6A219733D3}" srcOrd="1" destOrd="0" presId="urn:microsoft.com/office/officeart/2008/layout/HorizontalMultiLevelHierarchy"/>
    <dgm:cxn modelId="{3638DA55-AABF-4376-AAE0-02660DB90942}" type="presParOf" srcId="{824E3861-835A-4E4B-A41B-49E7A27F6B92}" destId="{D0C9CD26-E5EB-4058-8877-564512F68379}" srcOrd="2" destOrd="0" presId="urn:microsoft.com/office/officeart/2008/layout/HorizontalMultiLevelHierarchy"/>
    <dgm:cxn modelId="{12D48603-6B29-4B11-80DD-B2F3753E49E9}" type="presParOf" srcId="{D0C9CD26-E5EB-4058-8877-564512F68379}" destId="{AF91BB68-D1E0-4CED-BB13-0F42DBFA0D32}" srcOrd="0" destOrd="0" presId="urn:microsoft.com/office/officeart/2008/layout/HorizontalMultiLevelHierarchy"/>
    <dgm:cxn modelId="{EBD22941-0C09-4334-B2D2-52B8434DD25A}" type="presParOf" srcId="{824E3861-835A-4E4B-A41B-49E7A27F6B92}" destId="{1E289FD8-7322-4ABD-9D0A-E46E1025B309}" srcOrd="3" destOrd="0" presId="urn:microsoft.com/office/officeart/2008/layout/HorizontalMultiLevelHierarchy"/>
    <dgm:cxn modelId="{7F6CC79B-1D86-4403-9E1F-03DCDCA67C83}" type="presParOf" srcId="{1E289FD8-7322-4ABD-9D0A-E46E1025B309}" destId="{BAAD1F8D-7EFB-4211-BD92-A01BF46FFA48}" srcOrd="0" destOrd="0" presId="urn:microsoft.com/office/officeart/2008/layout/HorizontalMultiLevelHierarchy"/>
    <dgm:cxn modelId="{783FA68F-F013-4A31-8F88-1AB05B8B57FB}" type="presParOf" srcId="{1E289FD8-7322-4ABD-9D0A-E46E1025B309}" destId="{9DEB6AD8-0417-434A-B1A5-04A042637317}" srcOrd="1" destOrd="0" presId="urn:microsoft.com/office/officeart/2008/layout/HorizontalMultiLevelHierarchy"/>
    <dgm:cxn modelId="{4644827C-829F-427D-8E39-06A14F98FD77}" type="presParOf" srcId="{5DB23EDA-2FDD-4C58-81BF-1415CF85169A}" destId="{E5FCFBD6-78D8-43D8-8061-7A7814D53FCD}" srcOrd="2" destOrd="0" presId="urn:microsoft.com/office/officeart/2008/layout/HorizontalMultiLevelHierarchy"/>
    <dgm:cxn modelId="{71D607D8-1782-4B9D-81AE-039F61F6F706}" type="presParOf" srcId="{E5FCFBD6-78D8-43D8-8061-7A7814D53FCD}" destId="{A468CF4C-22AC-4004-A451-D84790328E6E}" srcOrd="0" destOrd="0" presId="urn:microsoft.com/office/officeart/2008/layout/HorizontalMultiLevelHierarchy"/>
    <dgm:cxn modelId="{40A0ACA1-7133-40F5-87C2-B4109843D7BA}" type="presParOf" srcId="{5DB23EDA-2FDD-4C58-81BF-1415CF85169A}" destId="{09B2390D-0545-42AB-8054-6D2023608E9B}" srcOrd="3" destOrd="0" presId="urn:microsoft.com/office/officeart/2008/layout/HorizontalMultiLevelHierarchy"/>
    <dgm:cxn modelId="{790DF0D7-8F75-438D-9BB6-A0789E51D781}" type="presParOf" srcId="{09B2390D-0545-42AB-8054-6D2023608E9B}" destId="{6235106C-1013-45D0-8162-3A2DB603D66F}" srcOrd="0" destOrd="0" presId="urn:microsoft.com/office/officeart/2008/layout/HorizontalMultiLevelHierarchy"/>
    <dgm:cxn modelId="{64CA2D79-A29A-4D98-875B-6104E929E28C}" type="presParOf" srcId="{09B2390D-0545-42AB-8054-6D2023608E9B}" destId="{89F64E87-AF8E-4E9D-AE9B-F29355A2321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6589834-3A42-453C-A903-62F52F9F8AF3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A056C81E-A4DC-4264-86E2-D28F9E105DBF}">
      <dgm:prSet phldrT="[Texto]" custT="1"/>
      <dgm:spPr/>
      <dgm:t>
        <a:bodyPr/>
        <a:lstStyle/>
        <a:p>
          <a:r>
            <a:rPr lang="es-MX" sz="2000" dirty="0"/>
            <a:t>Medios Formales</a:t>
          </a:r>
        </a:p>
        <a:p>
          <a:r>
            <a:rPr lang="es-MX" sz="1000" dirty="0"/>
            <a:t>LISR 27-III</a:t>
          </a:r>
        </a:p>
      </dgm:t>
    </dgm:pt>
    <dgm:pt modelId="{096A3D5B-1483-4650-83F0-A2B711B92CE6}" type="parTrans" cxnId="{8555BDD2-30DC-4335-8D75-EAF43C3E88C6}">
      <dgm:prSet/>
      <dgm:spPr/>
      <dgm:t>
        <a:bodyPr/>
        <a:lstStyle/>
        <a:p>
          <a:endParaRPr lang="es-MX"/>
        </a:p>
      </dgm:t>
    </dgm:pt>
    <dgm:pt modelId="{378FB421-6B73-4159-93C4-52969A3A472A}" type="sibTrans" cxnId="{8555BDD2-30DC-4335-8D75-EAF43C3E88C6}">
      <dgm:prSet/>
      <dgm:spPr/>
      <dgm:t>
        <a:bodyPr/>
        <a:lstStyle/>
        <a:p>
          <a:endParaRPr lang="es-MX"/>
        </a:p>
      </dgm:t>
    </dgm:pt>
    <dgm:pt modelId="{90B135DA-7BBF-49F9-9D3C-22926FD8F19C}">
      <dgm:prSet phldrT="[Texto]"/>
      <dgm:spPr/>
      <dgm:t>
        <a:bodyPr/>
        <a:lstStyle/>
        <a:p>
          <a:r>
            <a:rPr lang="es-MX" dirty="0"/>
            <a:t>Transferencia desde cuenta del contribuyente</a:t>
          </a:r>
        </a:p>
      </dgm:t>
    </dgm:pt>
    <dgm:pt modelId="{7839803C-59C5-4A1D-8C5B-3F011C3E6812}" type="parTrans" cxnId="{0D9FA676-BD64-4A35-8248-E19758728B00}">
      <dgm:prSet/>
      <dgm:spPr/>
      <dgm:t>
        <a:bodyPr/>
        <a:lstStyle/>
        <a:p>
          <a:endParaRPr lang="es-MX"/>
        </a:p>
      </dgm:t>
    </dgm:pt>
    <dgm:pt modelId="{F751255F-2160-42B7-80C0-53FC8D3BC78C}" type="sibTrans" cxnId="{0D9FA676-BD64-4A35-8248-E19758728B00}">
      <dgm:prSet/>
      <dgm:spPr/>
      <dgm:t>
        <a:bodyPr/>
        <a:lstStyle/>
        <a:p>
          <a:endParaRPr lang="es-MX"/>
        </a:p>
      </dgm:t>
    </dgm:pt>
    <dgm:pt modelId="{C42C07DF-9010-43F2-A6B8-7783D9576A2A}">
      <dgm:prSet phldrT="[Texto]"/>
      <dgm:spPr/>
      <dgm:t>
        <a:bodyPr/>
        <a:lstStyle/>
        <a:p>
          <a:r>
            <a:rPr lang="es-MX" dirty="0"/>
            <a:t>Cheque nominativo</a:t>
          </a:r>
        </a:p>
      </dgm:t>
    </dgm:pt>
    <dgm:pt modelId="{8F001A7D-9A00-4041-9EA1-0752659629E6}" type="parTrans" cxnId="{4E99D4E3-DAE7-4EC3-B604-8D2160CA5236}">
      <dgm:prSet/>
      <dgm:spPr/>
      <dgm:t>
        <a:bodyPr/>
        <a:lstStyle/>
        <a:p>
          <a:endParaRPr lang="es-MX"/>
        </a:p>
      </dgm:t>
    </dgm:pt>
    <dgm:pt modelId="{656506F0-41E9-40FB-B021-B2464117CA35}" type="sibTrans" cxnId="{4E99D4E3-DAE7-4EC3-B604-8D2160CA5236}">
      <dgm:prSet/>
      <dgm:spPr/>
      <dgm:t>
        <a:bodyPr/>
        <a:lstStyle/>
        <a:p>
          <a:endParaRPr lang="es-MX"/>
        </a:p>
      </dgm:t>
    </dgm:pt>
    <dgm:pt modelId="{516F9344-B189-4D00-BC13-8E0BB7A02378}">
      <dgm:prSet phldrT="[Texto]"/>
      <dgm:spPr/>
      <dgm:t>
        <a:bodyPr/>
        <a:lstStyle/>
        <a:p>
          <a:r>
            <a:rPr lang="es-MX" dirty="0"/>
            <a:t>“Para Abono en Cuenta del Beneficiario”</a:t>
          </a:r>
        </a:p>
      </dgm:t>
    </dgm:pt>
    <dgm:pt modelId="{058A28CC-0E5B-4E99-B1B3-F82932486B1B}" type="parTrans" cxnId="{A4C2D407-0245-4C7B-8439-EAB675E12193}">
      <dgm:prSet/>
      <dgm:spPr/>
      <dgm:t>
        <a:bodyPr/>
        <a:lstStyle/>
        <a:p>
          <a:endParaRPr lang="es-MX"/>
        </a:p>
      </dgm:t>
    </dgm:pt>
    <dgm:pt modelId="{83C766DA-2AAE-4EA9-8C3D-3E6632E6E2B0}" type="sibTrans" cxnId="{A4C2D407-0245-4C7B-8439-EAB675E12193}">
      <dgm:prSet/>
      <dgm:spPr/>
      <dgm:t>
        <a:bodyPr/>
        <a:lstStyle/>
        <a:p>
          <a:endParaRPr lang="es-MX"/>
        </a:p>
      </dgm:t>
    </dgm:pt>
    <dgm:pt modelId="{6B952680-F6AE-436A-B92D-045C7987BA72}">
      <dgm:prSet/>
      <dgm:spPr/>
      <dgm:t>
        <a:bodyPr/>
        <a:lstStyle/>
        <a:p>
          <a:r>
            <a:rPr lang="es-MX" dirty="0"/>
            <a:t>Tarjeta de Débito o Crédito</a:t>
          </a:r>
        </a:p>
      </dgm:t>
    </dgm:pt>
    <dgm:pt modelId="{23F81352-151B-46AD-8959-DA1CF63ABF9F}" type="parTrans" cxnId="{D1C8E036-2391-4EF5-82FF-F3026CDD5526}">
      <dgm:prSet/>
      <dgm:spPr/>
      <dgm:t>
        <a:bodyPr/>
        <a:lstStyle/>
        <a:p>
          <a:endParaRPr lang="es-MX"/>
        </a:p>
      </dgm:t>
    </dgm:pt>
    <dgm:pt modelId="{7410D466-6048-4A23-81AF-E1CC5B360F52}" type="sibTrans" cxnId="{D1C8E036-2391-4EF5-82FF-F3026CDD5526}">
      <dgm:prSet/>
      <dgm:spPr/>
      <dgm:t>
        <a:bodyPr/>
        <a:lstStyle/>
        <a:p>
          <a:endParaRPr lang="es-MX"/>
        </a:p>
      </dgm:t>
    </dgm:pt>
    <dgm:pt modelId="{A83DCC10-C37C-4325-B0B4-C53900C61141}">
      <dgm:prSet/>
      <dgm:spPr/>
      <dgm:t>
        <a:bodyPr/>
        <a:lstStyle/>
        <a:p>
          <a:r>
            <a:rPr lang="es-MX" dirty="0"/>
            <a:t>Tarjeta de Servicios</a:t>
          </a:r>
        </a:p>
      </dgm:t>
    </dgm:pt>
    <dgm:pt modelId="{9739B9E1-43D2-47C0-BCAB-26D1D1766485}" type="parTrans" cxnId="{284AEAC1-BC03-4BDF-BCB7-295A06E96C46}">
      <dgm:prSet/>
      <dgm:spPr/>
      <dgm:t>
        <a:bodyPr/>
        <a:lstStyle/>
        <a:p>
          <a:endParaRPr lang="es-MX"/>
        </a:p>
      </dgm:t>
    </dgm:pt>
    <dgm:pt modelId="{BBD5643B-5617-42FE-AE78-172211567157}" type="sibTrans" cxnId="{284AEAC1-BC03-4BDF-BCB7-295A06E96C46}">
      <dgm:prSet/>
      <dgm:spPr/>
      <dgm:t>
        <a:bodyPr/>
        <a:lstStyle/>
        <a:p>
          <a:endParaRPr lang="es-MX"/>
        </a:p>
      </dgm:t>
    </dgm:pt>
    <dgm:pt modelId="{3798C1C2-5D8E-42EA-823E-6226C9A0BAEA}">
      <dgm:prSet/>
      <dgm:spPr/>
      <dgm:t>
        <a:bodyPr/>
        <a:lstStyle/>
        <a:p>
          <a:r>
            <a:rPr lang="es-MX" dirty="0"/>
            <a:t>Monedero Electrónico</a:t>
          </a:r>
        </a:p>
      </dgm:t>
    </dgm:pt>
    <dgm:pt modelId="{4AAC2A1A-B7A8-404F-9E80-49535A2A79BD}" type="parTrans" cxnId="{E851CEB8-B875-4ECE-A1B5-E55B56595329}">
      <dgm:prSet/>
      <dgm:spPr/>
      <dgm:t>
        <a:bodyPr/>
        <a:lstStyle/>
        <a:p>
          <a:endParaRPr lang="es-MX"/>
        </a:p>
      </dgm:t>
    </dgm:pt>
    <dgm:pt modelId="{2F6F9FB1-CAE9-4C5E-B6F5-70451E4BE050}" type="sibTrans" cxnId="{E851CEB8-B875-4ECE-A1B5-E55B56595329}">
      <dgm:prSet/>
      <dgm:spPr/>
      <dgm:t>
        <a:bodyPr/>
        <a:lstStyle/>
        <a:p>
          <a:endParaRPr lang="es-MX"/>
        </a:p>
      </dgm:t>
    </dgm:pt>
    <dgm:pt modelId="{84E26C67-3037-4478-A190-D22354C6CB4F}">
      <dgm:prSet/>
      <dgm:spPr/>
      <dgm:t>
        <a:bodyPr/>
        <a:lstStyle/>
        <a:p>
          <a:r>
            <a:rPr lang="es-MX" dirty="0"/>
            <a:t>RFC de quien lo expide</a:t>
          </a:r>
        </a:p>
      </dgm:t>
    </dgm:pt>
    <dgm:pt modelId="{7977B1F2-39F0-48B0-A5AB-F58243C60338}" type="parTrans" cxnId="{C95CB38B-088B-4BF0-9065-BC6F44181AB1}">
      <dgm:prSet/>
      <dgm:spPr/>
      <dgm:t>
        <a:bodyPr/>
        <a:lstStyle/>
        <a:p>
          <a:endParaRPr lang="es-MX"/>
        </a:p>
      </dgm:t>
    </dgm:pt>
    <dgm:pt modelId="{016A9DC5-AF4A-4505-860D-F75E410B0600}" type="sibTrans" cxnId="{C95CB38B-088B-4BF0-9065-BC6F44181AB1}">
      <dgm:prSet/>
      <dgm:spPr/>
      <dgm:t>
        <a:bodyPr/>
        <a:lstStyle/>
        <a:p>
          <a:endParaRPr lang="es-MX"/>
        </a:p>
      </dgm:t>
    </dgm:pt>
    <dgm:pt modelId="{590DCBE8-9E19-449B-B0B3-20D28506345E}" type="pres">
      <dgm:prSet presAssocID="{56589834-3A42-453C-A903-62F52F9F8AF3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82EEF1A-9BD6-427F-9E09-1DCF994BFC51}" type="pres">
      <dgm:prSet presAssocID="{A056C81E-A4DC-4264-86E2-D28F9E105DBF}" presName="root1" presStyleCnt="0"/>
      <dgm:spPr/>
    </dgm:pt>
    <dgm:pt modelId="{6501E5AA-0C68-4D51-A274-F73FA8ED4C70}" type="pres">
      <dgm:prSet presAssocID="{A056C81E-A4DC-4264-86E2-D28F9E105DBF}" presName="LevelOneTextNode" presStyleLbl="node0" presStyleIdx="0" presStyleCnt="1">
        <dgm:presLayoutVars>
          <dgm:chPref val="3"/>
        </dgm:presLayoutVars>
      </dgm:prSet>
      <dgm:spPr/>
    </dgm:pt>
    <dgm:pt modelId="{DB369EDF-B0C7-4850-926A-C61D4CD9F188}" type="pres">
      <dgm:prSet presAssocID="{A056C81E-A4DC-4264-86E2-D28F9E105DBF}" presName="level2hierChild" presStyleCnt="0"/>
      <dgm:spPr/>
    </dgm:pt>
    <dgm:pt modelId="{C990ACCD-7503-4922-A6C4-AC445EF621E8}" type="pres">
      <dgm:prSet presAssocID="{7839803C-59C5-4A1D-8C5B-3F011C3E6812}" presName="conn2-1" presStyleLbl="parChTrans1D2" presStyleIdx="0" presStyleCnt="5"/>
      <dgm:spPr/>
    </dgm:pt>
    <dgm:pt modelId="{A05A13F2-E9DF-430C-B1F8-63DDC00FB227}" type="pres">
      <dgm:prSet presAssocID="{7839803C-59C5-4A1D-8C5B-3F011C3E6812}" presName="connTx" presStyleLbl="parChTrans1D2" presStyleIdx="0" presStyleCnt="5"/>
      <dgm:spPr/>
    </dgm:pt>
    <dgm:pt modelId="{BAC78C0E-AA7F-456E-9FCC-534AD07383EA}" type="pres">
      <dgm:prSet presAssocID="{90B135DA-7BBF-49F9-9D3C-22926FD8F19C}" presName="root2" presStyleCnt="0"/>
      <dgm:spPr/>
    </dgm:pt>
    <dgm:pt modelId="{B38EDA95-0F5A-45B4-8820-6C9D2EE20222}" type="pres">
      <dgm:prSet presAssocID="{90B135DA-7BBF-49F9-9D3C-22926FD8F19C}" presName="LevelTwoTextNode" presStyleLbl="node2" presStyleIdx="0" presStyleCnt="5">
        <dgm:presLayoutVars>
          <dgm:chPref val="3"/>
        </dgm:presLayoutVars>
      </dgm:prSet>
      <dgm:spPr/>
    </dgm:pt>
    <dgm:pt modelId="{17D54A37-CAB1-4C88-887D-D3B2B4F65FB2}" type="pres">
      <dgm:prSet presAssocID="{90B135DA-7BBF-49F9-9D3C-22926FD8F19C}" presName="level3hierChild" presStyleCnt="0"/>
      <dgm:spPr/>
    </dgm:pt>
    <dgm:pt modelId="{7318754D-90FE-4FCE-8DC7-1331CF313F1E}" type="pres">
      <dgm:prSet presAssocID="{8F001A7D-9A00-4041-9EA1-0752659629E6}" presName="conn2-1" presStyleLbl="parChTrans1D2" presStyleIdx="1" presStyleCnt="5"/>
      <dgm:spPr/>
    </dgm:pt>
    <dgm:pt modelId="{FDCF8DB5-3C7E-406E-B384-9BC0784F64D8}" type="pres">
      <dgm:prSet presAssocID="{8F001A7D-9A00-4041-9EA1-0752659629E6}" presName="connTx" presStyleLbl="parChTrans1D2" presStyleIdx="1" presStyleCnt="5"/>
      <dgm:spPr/>
    </dgm:pt>
    <dgm:pt modelId="{34A8AC48-E5A6-4F9A-9A88-FF558BC4A982}" type="pres">
      <dgm:prSet presAssocID="{C42C07DF-9010-43F2-A6B8-7783D9576A2A}" presName="root2" presStyleCnt="0"/>
      <dgm:spPr/>
    </dgm:pt>
    <dgm:pt modelId="{3BDE4A44-B414-46F4-849B-697073125D30}" type="pres">
      <dgm:prSet presAssocID="{C42C07DF-9010-43F2-A6B8-7783D9576A2A}" presName="LevelTwoTextNode" presStyleLbl="node2" presStyleIdx="1" presStyleCnt="5">
        <dgm:presLayoutVars>
          <dgm:chPref val="3"/>
        </dgm:presLayoutVars>
      </dgm:prSet>
      <dgm:spPr/>
    </dgm:pt>
    <dgm:pt modelId="{F2331813-3D29-4622-9995-C764E6B84A9F}" type="pres">
      <dgm:prSet presAssocID="{C42C07DF-9010-43F2-A6B8-7783D9576A2A}" presName="level3hierChild" presStyleCnt="0"/>
      <dgm:spPr/>
    </dgm:pt>
    <dgm:pt modelId="{0CDA6888-1876-4996-ABEB-089DD694A4CF}" type="pres">
      <dgm:prSet presAssocID="{058A28CC-0E5B-4E99-B1B3-F82932486B1B}" presName="conn2-1" presStyleLbl="parChTrans1D3" presStyleIdx="0" presStyleCnt="2"/>
      <dgm:spPr/>
    </dgm:pt>
    <dgm:pt modelId="{580FC163-B86D-41A3-855C-E7B8666C2B64}" type="pres">
      <dgm:prSet presAssocID="{058A28CC-0E5B-4E99-B1B3-F82932486B1B}" presName="connTx" presStyleLbl="parChTrans1D3" presStyleIdx="0" presStyleCnt="2"/>
      <dgm:spPr/>
    </dgm:pt>
    <dgm:pt modelId="{9D6AF630-17F1-40E3-9C9D-4FF42982C078}" type="pres">
      <dgm:prSet presAssocID="{516F9344-B189-4D00-BC13-8E0BB7A02378}" presName="root2" presStyleCnt="0"/>
      <dgm:spPr/>
    </dgm:pt>
    <dgm:pt modelId="{F096DB8D-DFE7-4132-86FC-A6AD64F464AA}" type="pres">
      <dgm:prSet presAssocID="{516F9344-B189-4D00-BC13-8E0BB7A02378}" presName="LevelTwoTextNode" presStyleLbl="node3" presStyleIdx="0" presStyleCnt="2">
        <dgm:presLayoutVars>
          <dgm:chPref val="3"/>
        </dgm:presLayoutVars>
      </dgm:prSet>
      <dgm:spPr/>
    </dgm:pt>
    <dgm:pt modelId="{BB3BDD38-5068-4FAE-887F-F2125B2FEB69}" type="pres">
      <dgm:prSet presAssocID="{516F9344-B189-4D00-BC13-8E0BB7A02378}" presName="level3hierChild" presStyleCnt="0"/>
      <dgm:spPr/>
    </dgm:pt>
    <dgm:pt modelId="{D7B68A06-4AAA-4A0E-97CB-A5F5337CD147}" type="pres">
      <dgm:prSet presAssocID="{7977B1F2-39F0-48B0-A5AB-F58243C60338}" presName="conn2-1" presStyleLbl="parChTrans1D3" presStyleIdx="1" presStyleCnt="2"/>
      <dgm:spPr/>
    </dgm:pt>
    <dgm:pt modelId="{B8DD3C0F-9477-45E7-A771-319D4499236D}" type="pres">
      <dgm:prSet presAssocID="{7977B1F2-39F0-48B0-A5AB-F58243C60338}" presName="connTx" presStyleLbl="parChTrans1D3" presStyleIdx="1" presStyleCnt="2"/>
      <dgm:spPr/>
    </dgm:pt>
    <dgm:pt modelId="{489AD697-4A10-41C3-80CA-D852C5792087}" type="pres">
      <dgm:prSet presAssocID="{84E26C67-3037-4478-A190-D22354C6CB4F}" presName="root2" presStyleCnt="0"/>
      <dgm:spPr/>
    </dgm:pt>
    <dgm:pt modelId="{54AC64FB-B58F-4A46-999F-1655DE1AC260}" type="pres">
      <dgm:prSet presAssocID="{84E26C67-3037-4478-A190-D22354C6CB4F}" presName="LevelTwoTextNode" presStyleLbl="node3" presStyleIdx="1" presStyleCnt="2">
        <dgm:presLayoutVars>
          <dgm:chPref val="3"/>
        </dgm:presLayoutVars>
      </dgm:prSet>
      <dgm:spPr/>
    </dgm:pt>
    <dgm:pt modelId="{F1D8F8C4-4D6C-469D-B771-AB2B7E0C0FBF}" type="pres">
      <dgm:prSet presAssocID="{84E26C67-3037-4478-A190-D22354C6CB4F}" presName="level3hierChild" presStyleCnt="0"/>
      <dgm:spPr/>
    </dgm:pt>
    <dgm:pt modelId="{C1F62210-688F-4420-A8C8-F641AD59F9D8}" type="pres">
      <dgm:prSet presAssocID="{23F81352-151B-46AD-8959-DA1CF63ABF9F}" presName="conn2-1" presStyleLbl="parChTrans1D2" presStyleIdx="2" presStyleCnt="5"/>
      <dgm:spPr/>
    </dgm:pt>
    <dgm:pt modelId="{3857B344-A92B-47AC-9C19-232ABFDDAB30}" type="pres">
      <dgm:prSet presAssocID="{23F81352-151B-46AD-8959-DA1CF63ABF9F}" presName="connTx" presStyleLbl="parChTrans1D2" presStyleIdx="2" presStyleCnt="5"/>
      <dgm:spPr/>
    </dgm:pt>
    <dgm:pt modelId="{DB1CF12B-C669-45BB-8320-83C0F38EE53F}" type="pres">
      <dgm:prSet presAssocID="{6B952680-F6AE-436A-B92D-045C7987BA72}" presName="root2" presStyleCnt="0"/>
      <dgm:spPr/>
    </dgm:pt>
    <dgm:pt modelId="{24F3F970-524D-4DAC-B816-BF6F4FF86D8C}" type="pres">
      <dgm:prSet presAssocID="{6B952680-F6AE-436A-B92D-045C7987BA72}" presName="LevelTwoTextNode" presStyleLbl="node2" presStyleIdx="2" presStyleCnt="5">
        <dgm:presLayoutVars>
          <dgm:chPref val="3"/>
        </dgm:presLayoutVars>
      </dgm:prSet>
      <dgm:spPr/>
    </dgm:pt>
    <dgm:pt modelId="{3DBFD230-C461-4B24-A344-3D5E97E4F46D}" type="pres">
      <dgm:prSet presAssocID="{6B952680-F6AE-436A-B92D-045C7987BA72}" presName="level3hierChild" presStyleCnt="0"/>
      <dgm:spPr/>
    </dgm:pt>
    <dgm:pt modelId="{B489B4AB-2285-481D-9635-87230E07A231}" type="pres">
      <dgm:prSet presAssocID="{9739B9E1-43D2-47C0-BCAB-26D1D1766485}" presName="conn2-1" presStyleLbl="parChTrans1D2" presStyleIdx="3" presStyleCnt="5"/>
      <dgm:spPr/>
    </dgm:pt>
    <dgm:pt modelId="{39A82C83-4F8E-4ED4-8272-79234B5012C1}" type="pres">
      <dgm:prSet presAssocID="{9739B9E1-43D2-47C0-BCAB-26D1D1766485}" presName="connTx" presStyleLbl="parChTrans1D2" presStyleIdx="3" presStyleCnt="5"/>
      <dgm:spPr/>
    </dgm:pt>
    <dgm:pt modelId="{EBB8B2F1-747F-4C32-AA01-212A3BC2B2A2}" type="pres">
      <dgm:prSet presAssocID="{A83DCC10-C37C-4325-B0B4-C53900C61141}" presName="root2" presStyleCnt="0"/>
      <dgm:spPr/>
    </dgm:pt>
    <dgm:pt modelId="{F3D06451-B2BC-4F20-86E3-884628EB851F}" type="pres">
      <dgm:prSet presAssocID="{A83DCC10-C37C-4325-B0B4-C53900C61141}" presName="LevelTwoTextNode" presStyleLbl="node2" presStyleIdx="3" presStyleCnt="5">
        <dgm:presLayoutVars>
          <dgm:chPref val="3"/>
        </dgm:presLayoutVars>
      </dgm:prSet>
      <dgm:spPr/>
    </dgm:pt>
    <dgm:pt modelId="{B69000B3-8956-4EF6-903D-4492FA36A4C1}" type="pres">
      <dgm:prSet presAssocID="{A83DCC10-C37C-4325-B0B4-C53900C61141}" presName="level3hierChild" presStyleCnt="0"/>
      <dgm:spPr/>
    </dgm:pt>
    <dgm:pt modelId="{E8ADC88F-69C5-4A73-92F3-7C3273317B7A}" type="pres">
      <dgm:prSet presAssocID="{4AAC2A1A-B7A8-404F-9E80-49535A2A79BD}" presName="conn2-1" presStyleLbl="parChTrans1D2" presStyleIdx="4" presStyleCnt="5"/>
      <dgm:spPr/>
    </dgm:pt>
    <dgm:pt modelId="{2E7F6B6B-4E61-486C-BD4E-24E378EE52D9}" type="pres">
      <dgm:prSet presAssocID="{4AAC2A1A-B7A8-404F-9E80-49535A2A79BD}" presName="connTx" presStyleLbl="parChTrans1D2" presStyleIdx="4" presStyleCnt="5"/>
      <dgm:spPr/>
    </dgm:pt>
    <dgm:pt modelId="{AD1A5205-A764-4820-821E-2F879CC01657}" type="pres">
      <dgm:prSet presAssocID="{3798C1C2-5D8E-42EA-823E-6226C9A0BAEA}" presName="root2" presStyleCnt="0"/>
      <dgm:spPr/>
    </dgm:pt>
    <dgm:pt modelId="{6072D71B-10D6-4FFA-BB35-08C496C78B43}" type="pres">
      <dgm:prSet presAssocID="{3798C1C2-5D8E-42EA-823E-6226C9A0BAEA}" presName="LevelTwoTextNode" presStyleLbl="node2" presStyleIdx="4" presStyleCnt="5">
        <dgm:presLayoutVars>
          <dgm:chPref val="3"/>
        </dgm:presLayoutVars>
      </dgm:prSet>
      <dgm:spPr/>
    </dgm:pt>
    <dgm:pt modelId="{63656B45-F5F7-4554-A457-BEA9857A5E91}" type="pres">
      <dgm:prSet presAssocID="{3798C1C2-5D8E-42EA-823E-6226C9A0BAEA}" presName="level3hierChild" presStyleCnt="0"/>
      <dgm:spPr/>
    </dgm:pt>
  </dgm:ptLst>
  <dgm:cxnLst>
    <dgm:cxn modelId="{53FF1307-F587-0942-9C3B-6161B95CB029}" type="presOf" srcId="{4AAC2A1A-B7A8-404F-9E80-49535A2A79BD}" destId="{E8ADC88F-69C5-4A73-92F3-7C3273317B7A}" srcOrd="0" destOrd="0" presId="urn:microsoft.com/office/officeart/2008/layout/HorizontalMultiLevelHierarchy"/>
    <dgm:cxn modelId="{A4C2D407-0245-4C7B-8439-EAB675E12193}" srcId="{C42C07DF-9010-43F2-A6B8-7783D9576A2A}" destId="{516F9344-B189-4D00-BC13-8E0BB7A02378}" srcOrd="0" destOrd="0" parTransId="{058A28CC-0E5B-4E99-B1B3-F82932486B1B}" sibTransId="{83C766DA-2AAE-4EA9-8C3D-3E6632E6E2B0}"/>
    <dgm:cxn modelId="{36C1C71C-9B61-D44B-B11A-13F2B913AB2B}" type="presOf" srcId="{7839803C-59C5-4A1D-8C5B-3F011C3E6812}" destId="{A05A13F2-E9DF-430C-B1F8-63DDC00FB227}" srcOrd="1" destOrd="0" presId="urn:microsoft.com/office/officeart/2008/layout/HorizontalMultiLevelHierarchy"/>
    <dgm:cxn modelId="{05CAB81F-3AB0-EE40-938F-9ED2453FC372}" type="presOf" srcId="{23F81352-151B-46AD-8959-DA1CF63ABF9F}" destId="{C1F62210-688F-4420-A8C8-F641AD59F9D8}" srcOrd="0" destOrd="0" presId="urn:microsoft.com/office/officeart/2008/layout/HorizontalMultiLevelHierarchy"/>
    <dgm:cxn modelId="{638E092F-DE02-A44A-877B-B8386D92800A}" type="presOf" srcId="{8F001A7D-9A00-4041-9EA1-0752659629E6}" destId="{7318754D-90FE-4FCE-8DC7-1331CF313F1E}" srcOrd="0" destOrd="0" presId="urn:microsoft.com/office/officeart/2008/layout/HorizontalMultiLevelHierarchy"/>
    <dgm:cxn modelId="{D1C8E036-2391-4EF5-82FF-F3026CDD5526}" srcId="{A056C81E-A4DC-4264-86E2-D28F9E105DBF}" destId="{6B952680-F6AE-436A-B92D-045C7987BA72}" srcOrd="2" destOrd="0" parTransId="{23F81352-151B-46AD-8959-DA1CF63ABF9F}" sibTransId="{7410D466-6048-4A23-81AF-E1CC5B360F52}"/>
    <dgm:cxn modelId="{54D1E73F-9078-2C4C-81BF-B77FFC87B4E2}" type="presOf" srcId="{A83DCC10-C37C-4325-B0B4-C53900C61141}" destId="{F3D06451-B2BC-4F20-86E3-884628EB851F}" srcOrd="0" destOrd="0" presId="urn:microsoft.com/office/officeart/2008/layout/HorizontalMultiLevelHierarchy"/>
    <dgm:cxn modelId="{92809462-EFF2-914D-B30C-04A9131EEA89}" type="presOf" srcId="{7977B1F2-39F0-48B0-A5AB-F58243C60338}" destId="{D7B68A06-4AAA-4A0E-97CB-A5F5337CD147}" srcOrd="0" destOrd="0" presId="urn:microsoft.com/office/officeart/2008/layout/HorizontalMultiLevelHierarchy"/>
    <dgm:cxn modelId="{D89E544A-F61D-2846-AC1C-5CDEEEF31A1F}" type="presOf" srcId="{9739B9E1-43D2-47C0-BCAB-26D1D1766485}" destId="{39A82C83-4F8E-4ED4-8272-79234B5012C1}" srcOrd="1" destOrd="0" presId="urn:microsoft.com/office/officeart/2008/layout/HorizontalMultiLevelHierarchy"/>
    <dgm:cxn modelId="{4115BA6F-A054-ED42-9088-885AFDEB16BD}" type="presOf" srcId="{23F81352-151B-46AD-8959-DA1CF63ABF9F}" destId="{3857B344-A92B-47AC-9C19-232ABFDDAB30}" srcOrd="1" destOrd="0" presId="urn:microsoft.com/office/officeart/2008/layout/HorizontalMultiLevelHierarchy"/>
    <dgm:cxn modelId="{D1773D52-288C-2C4D-9732-8C326BE2A458}" type="presOf" srcId="{3798C1C2-5D8E-42EA-823E-6226C9A0BAEA}" destId="{6072D71B-10D6-4FFA-BB35-08C496C78B43}" srcOrd="0" destOrd="0" presId="urn:microsoft.com/office/officeart/2008/layout/HorizontalMultiLevelHierarchy"/>
    <dgm:cxn modelId="{89990174-6E0D-B84E-977E-E72B1903DAAA}" type="presOf" srcId="{058A28CC-0E5B-4E99-B1B3-F82932486B1B}" destId="{0CDA6888-1876-4996-ABEB-089DD694A4CF}" srcOrd="0" destOrd="0" presId="urn:microsoft.com/office/officeart/2008/layout/HorizontalMultiLevelHierarchy"/>
    <dgm:cxn modelId="{F6B99174-FFAC-2E49-9AE7-BE4C2F7D70A2}" type="presOf" srcId="{56589834-3A42-453C-A903-62F52F9F8AF3}" destId="{590DCBE8-9E19-449B-B0B3-20D28506345E}" srcOrd="0" destOrd="0" presId="urn:microsoft.com/office/officeart/2008/layout/HorizontalMultiLevelHierarchy"/>
    <dgm:cxn modelId="{01C5FA74-02B0-B246-B84A-53F3DBDD8383}" type="presOf" srcId="{84E26C67-3037-4478-A190-D22354C6CB4F}" destId="{54AC64FB-B58F-4A46-999F-1655DE1AC260}" srcOrd="0" destOrd="0" presId="urn:microsoft.com/office/officeart/2008/layout/HorizontalMultiLevelHierarchy"/>
    <dgm:cxn modelId="{0D9FA676-BD64-4A35-8248-E19758728B00}" srcId="{A056C81E-A4DC-4264-86E2-D28F9E105DBF}" destId="{90B135DA-7BBF-49F9-9D3C-22926FD8F19C}" srcOrd="0" destOrd="0" parTransId="{7839803C-59C5-4A1D-8C5B-3F011C3E6812}" sibTransId="{F751255F-2160-42B7-80C0-53FC8D3BC78C}"/>
    <dgm:cxn modelId="{830F3B59-3EB1-1A47-BD5D-692D13425E0D}" type="presOf" srcId="{7977B1F2-39F0-48B0-A5AB-F58243C60338}" destId="{B8DD3C0F-9477-45E7-A771-319D4499236D}" srcOrd="1" destOrd="0" presId="urn:microsoft.com/office/officeart/2008/layout/HorizontalMultiLevelHierarchy"/>
    <dgm:cxn modelId="{0C7B197C-29CB-214C-BAEE-12813528E938}" type="presOf" srcId="{C42C07DF-9010-43F2-A6B8-7783D9576A2A}" destId="{3BDE4A44-B414-46F4-849B-697073125D30}" srcOrd="0" destOrd="0" presId="urn:microsoft.com/office/officeart/2008/layout/HorizontalMultiLevelHierarchy"/>
    <dgm:cxn modelId="{A2D5DB88-500B-AD4E-86FB-375D34A954A9}" type="presOf" srcId="{8F001A7D-9A00-4041-9EA1-0752659629E6}" destId="{FDCF8DB5-3C7E-406E-B384-9BC0784F64D8}" srcOrd="1" destOrd="0" presId="urn:microsoft.com/office/officeart/2008/layout/HorizontalMultiLevelHierarchy"/>
    <dgm:cxn modelId="{C95CB38B-088B-4BF0-9065-BC6F44181AB1}" srcId="{C42C07DF-9010-43F2-A6B8-7783D9576A2A}" destId="{84E26C67-3037-4478-A190-D22354C6CB4F}" srcOrd="1" destOrd="0" parTransId="{7977B1F2-39F0-48B0-A5AB-F58243C60338}" sibTransId="{016A9DC5-AF4A-4505-860D-F75E410B0600}"/>
    <dgm:cxn modelId="{407BBD99-90FB-004D-AB68-BBB81A2936D9}" type="presOf" srcId="{7839803C-59C5-4A1D-8C5B-3F011C3E6812}" destId="{C990ACCD-7503-4922-A6C4-AC445EF621E8}" srcOrd="0" destOrd="0" presId="urn:microsoft.com/office/officeart/2008/layout/HorizontalMultiLevelHierarchy"/>
    <dgm:cxn modelId="{3E6D87A3-CD10-184B-BBF7-630E918A371F}" type="presOf" srcId="{6B952680-F6AE-436A-B92D-045C7987BA72}" destId="{24F3F970-524D-4DAC-B816-BF6F4FF86D8C}" srcOrd="0" destOrd="0" presId="urn:microsoft.com/office/officeart/2008/layout/HorizontalMultiLevelHierarchy"/>
    <dgm:cxn modelId="{967B2FA8-1797-B04C-AE84-8CE2C93BE9A4}" type="presOf" srcId="{058A28CC-0E5B-4E99-B1B3-F82932486B1B}" destId="{580FC163-B86D-41A3-855C-E7B8666C2B64}" srcOrd="1" destOrd="0" presId="urn:microsoft.com/office/officeart/2008/layout/HorizontalMultiLevelHierarchy"/>
    <dgm:cxn modelId="{E851CEB8-B875-4ECE-A1B5-E55B56595329}" srcId="{A056C81E-A4DC-4264-86E2-D28F9E105DBF}" destId="{3798C1C2-5D8E-42EA-823E-6226C9A0BAEA}" srcOrd="4" destOrd="0" parTransId="{4AAC2A1A-B7A8-404F-9E80-49535A2A79BD}" sibTransId="{2F6F9FB1-CAE9-4C5E-B6F5-70451E4BE050}"/>
    <dgm:cxn modelId="{990906BD-C7B6-1548-8531-5F83B2A699B9}" type="presOf" srcId="{A056C81E-A4DC-4264-86E2-D28F9E105DBF}" destId="{6501E5AA-0C68-4D51-A274-F73FA8ED4C70}" srcOrd="0" destOrd="0" presId="urn:microsoft.com/office/officeart/2008/layout/HorizontalMultiLevelHierarchy"/>
    <dgm:cxn modelId="{284AEAC1-BC03-4BDF-BCB7-295A06E96C46}" srcId="{A056C81E-A4DC-4264-86E2-D28F9E105DBF}" destId="{A83DCC10-C37C-4325-B0B4-C53900C61141}" srcOrd="3" destOrd="0" parTransId="{9739B9E1-43D2-47C0-BCAB-26D1D1766485}" sibTransId="{BBD5643B-5617-42FE-AE78-172211567157}"/>
    <dgm:cxn modelId="{8555BDD2-30DC-4335-8D75-EAF43C3E88C6}" srcId="{56589834-3A42-453C-A903-62F52F9F8AF3}" destId="{A056C81E-A4DC-4264-86E2-D28F9E105DBF}" srcOrd="0" destOrd="0" parTransId="{096A3D5B-1483-4650-83F0-A2B711B92CE6}" sibTransId="{378FB421-6B73-4159-93C4-52969A3A472A}"/>
    <dgm:cxn modelId="{4E99D4E3-DAE7-4EC3-B604-8D2160CA5236}" srcId="{A056C81E-A4DC-4264-86E2-D28F9E105DBF}" destId="{C42C07DF-9010-43F2-A6B8-7783D9576A2A}" srcOrd="1" destOrd="0" parTransId="{8F001A7D-9A00-4041-9EA1-0752659629E6}" sibTransId="{656506F0-41E9-40FB-B021-B2464117CA35}"/>
    <dgm:cxn modelId="{B7393FE7-41BB-144F-91B6-CEDE9C3DB89E}" type="presOf" srcId="{516F9344-B189-4D00-BC13-8E0BB7A02378}" destId="{F096DB8D-DFE7-4132-86FC-A6AD64F464AA}" srcOrd="0" destOrd="0" presId="urn:microsoft.com/office/officeart/2008/layout/HorizontalMultiLevelHierarchy"/>
    <dgm:cxn modelId="{D98F35EC-0D68-904C-8ACE-E8893F98407C}" type="presOf" srcId="{90B135DA-7BBF-49F9-9D3C-22926FD8F19C}" destId="{B38EDA95-0F5A-45B4-8820-6C9D2EE20222}" srcOrd="0" destOrd="0" presId="urn:microsoft.com/office/officeart/2008/layout/HorizontalMultiLevelHierarchy"/>
    <dgm:cxn modelId="{0EF1A0F4-8B4B-8944-840C-306E7C2F20E2}" type="presOf" srcId="{4AAC2A1A-B7A8-404F-9E80-49535A2A79BD}" destId="{2E7F6B6B-4E61-486C-BD4E-24E378EE52D9}" srcOrd="1" destOrd="0" presId="urn:microsoft.com/office/officeart/2008/layout/HorizontalMultiLevelHierarchy"/>
    <dgm:cxn modelId="{D7BC71FD-D25E-824D-B0D8-D692ED70DC46}" type="presOf" srcId="{9739B9E1-43D2-47C0-BCAB-26D1D1766485}" destId="{B489B4AB-2285-481D-9635-87230E07A231}" srcOrd="0" destOrd="0" presId="urn:microsoft.com/office/officeart/2008/layout/HorizontalMultiLevelHierarchy"/>
    <dgm:cxn modelId="{0904E734-1889-6E41-A136-3B337F9467C9}" type="presParOf" srcId="{590DCBE8-9E19-449B-B0B3-20D28506345E}" destId="{D82EEF1A-9BD6-427F-9E09-1DCF994BFC51}" srcOrd="0" destOrd="0" presId="urn:microsoft.com/office/officeart/2008/layout/HorizontalMultiLevelHierarchy"/>
    <dgm:cxn modelId="{806695A8-DD6C-9146-BE84-783427C73CD2}" type="presParOf" srcId="{D82EEF1A-9BD6-427F-9E09-1DCF994BFC51}" destId="{6501E5AA-0C68-4D51-A274-F73FA8ED4C70}" srcOrd="0" destOrd="0" presId="urn:microsoft.com/office/officeart/2008/layout/HorizontalMultiLevelHierarchy"/>
    <dgm:cxn modelId="{F3013DDA-1285-B549-9A69-4697E2F49E85}" type="presParOf" srcId="{D82EEF1A-9BD6-427F-9E09-1DCF994BFC51}" destId="{DB369EDF-B0C7-4850-926A-C61D4CD9F188}" srcOrd="1" destOrd="0" presId="urn:microsoft.com/office/officeart/2008/layout/HorizontalMultiLevelHierarchy"/>
    <dgm:cxn modelId="{C38E7DB6-34AA-804D-8CE6-FC6659C3F95B}" type="presParOf" srcId="{DB369EDF-B0C7-4850-926A-C61D4CD9F188}" destId="{C990ACCD-7503-4922-A6C4-AC445EF621E8}" srcOrd="0" destOrd="0" presId="urn:microsoft.com/office/officeart/2008/layout/HorizontalMultiLevelHierarchy"/>
    <dgm:cxn modelId="{8427DE95-F056-7540-B529-C6EAA21AEE09}" type="presParOf" srcId="{C990ACCD-7503-4922-A6C4-AC445EF621E8}" destId="{A05A13F2-E9DF-430C-B1F8-63DDC00FB227}" srcOrd="0" destOrd="0" presId="urn:microsoft.com/office/officeart/2008/layout/HorizontalMultiLevelHierarchy"/>
    <dgm:cxn modelId="{83279EF2-CF16-0243-ABDA-84059EE7B46C}" type="presParOf" srcId="{DB369EDF-B0C7-4850-926A-C61D4CD9F188}" destId="{BAC78C0E-AA7F-456E-9FCC-534AD07383EA}" srcOrd="1" destOrd="0" presId="urn:microsoft.com/office/officeart/2008/layout/HorizontalMultiLevelHierarchy"/>
    <dgm:cxn modelId="{349AD421-B334-A84F-8C94-09D14C1BC388}" type="presParOf" srcId="{BAC78C0E-AA7F-456E-9FCC-534AD07383EA}" destId="{B38EDA95-0F5A-45B4-8820-6C9D2EE20222}" srcOrd="0" destOrd="0" presId="urn:microsoft.com/office/officeart/2008/layout/HorizontalMultiLevelHierarchy"/>
    <dgm:cxn modelId="{7D4C4127-CE3C-C643-ACF0-A9F95C2E5383}" type="presParOf" srcId="{BAC78C0E-AA7F-456E-9FCC-534AD07383EA}" destId="{17D54A37-CAB1-4C88-887D-D3B2B4F65FB2}" srcOrd="1" destOrd="0" presId="urn:microsoft.com/office/officeart/2008/layout/HorizontalMultiLevelHierarchy"/>
    <dgm:cxn modelId="{3C69F610-1060-574F-B62E-62FD7492E873}" type="presParOf" srcId="{DB369EDF-B0C7-4850-926A-C61D4CD9F188}" destId="{7318754D-90FE-4FCE-8DC7-1331CF313F1E}" srcOrd="2" destOrd="0" presId="urn:microsoft.com/office/officeart/2008/layout/HorizontalMultiLevelHierarchy"/>
    <dgm:cxn modelId="{C5EF9DA8-A704-FF4B-8636-DC442F90C06F}" type="presParOf" srcId="{7318754D-90FE-4FCE-8DC7-1331CF313F1E}" destId="{FDCF8DB5-3C7E-406E-B384-9BC0784F64D8}" srcOrd="0" destOrd="0" presId="urn:microsoft.com/office/officeart/2008/layout/HorizontalMultiLevelHierarchy"/>
    <dgm:cxn modelId="{31774009-5321-4940-AD79-92B97AFA7C3B}" type="presParOf" srcId="{DB369EDF-B0C7-4850-926A-C61D4CD9F188}" destId="{34A8AC48-E5A6-4F9A-9A88-FF558BC4A982}" srcOrd="3" destOrd="0" presId="urn:microsoft.com/office/officeart/2008/layout/HorizontalMultiLevelHierarchy"/>
    <dgm:cxn modelId="{21E02E4C-951B-A94E-9096-4F717E0D383D}" type="presParOf" srcId="{34A8AC48-E5A6-4F9A-9A88-FF558BC4A982}" destId="{3BDE4A44-B414-46F4-849B-697073125D30}" srcOrd="0" destOrd="0" presId="urn:microsoft.com/office/officeart/2008/layout/HorizontalMultiLevelHierarchy"/>
    <dgm:cxn modelId="{F648F26A-0479-6F4C-B49A-B0E2532584F0}" type="presParOf" srcId="{34A8AC48-E5A6-4F9A-9A88-FF558BC4A982}" destId="{F2331813-3D29-4622-9995-C764E6B84A9F}" srcOrd="1" destOrd="0" presId="urn:microsoft.com/office/officeart/2008/layout/HorizontalMultiLevelHierarchy"/>
    <dgm:cxn modelId="{3E621A83-BEC6-024C-BC34-C2444F45265D}" type="presParOf" srcId="{F2331813-3D29-4622-9995-C764E6B84A9F}" destId="{0CDA6888-1876-4996-ABEB-089DD694A4CF}" srcOrd="0" destOrd="0" presId="urn:microsoft.com/office/officeart/2008/layout/HorizontalMultiLevelHierarchy"/>
    <dgm:cxn modelId="{4E425796-68F4-D547-B2F6-99165CB1AED9}" type="presParOf" srcId="{0CDA6888-1876-4996-ABEB-089DD694A4CF}" destId="{580FC163-B86D-41A3-855C-E7B8666C2B64}" srcOrd="0" destOrd="0" presId="urn:microsoft.com/office/officeart/2008/layout/HorizontalMultiLevelHierarchy"/>
    <dgm:cxn modelId="{1F239A0F-C56A-6C4E-8F73-8ACC901E9DAE}" type="presParOf" srcId="{F2331813-3D29-4622-9995-C764E6B84A9F}" destId="{9D6AF630-17F1-40E3-9C9D-4FF42982C078}" srcOrd="1" destOrd="0" presId="urn:microsoft.com/office/officeart/2008/layout/HorizontalMultiLevelHierarchy"/>
    <dgm:cxn modelId="{D7CFC197-C740-604C-8C8B-42DC51848645}" type="presParOf" srcId="{9D6AF630-17F1-40E3-9C9D-4FF42982C078}" destId="{F096DB8D-DFE7-4132-86FC-A6AD64F464AA}" srcOrd="0" destOrd="0" presId="urn:microsoft.com/office/officeart/2008/layout/HorizontalMultiLevelHierarchy"/>
    <dgm:cxn modelId="{AEAFE485-752C-4041-93D2-CCB8B50867D7}" type="presParOf" srcId="{9D6AF630-17F1-40E3-9C9D-4FF42982C078}" destId="{BB3BDD38-5068-4FAE-887F-F2125B2FEB69}" srcOrd="1" destOrd="0" presId="urn:microsoft.com/office/officeart/2008/layout/HorizontalMultiLevelHierarchy"/>
    <dgm:cxn modelId="{B7B379A1-A528-A448-8E7C-28B5DAB10352}" type="presParOf" srcId="{F2331813-3D29-4622-9995-C764E6B84A9F}" destId="{D7B68A06-4AAA-4A0E-97CB-A5F5337CD147}" srcOrd="2" destOrd="0" presId="urn:microsoft.com/office/officeart/2008/layout/HorizontalMultiLevelHierarchy"/>
    <dgm:cxn modelId="{8BFB6488-7F20-FD4C-A408-0CB2111C2E05}" type="presParOf" srcId="{D7B68A06-4AAA-4A0E-97CB-A5F5337CD147}" destId="{B8DD3C0F-9477-45E7-A771-319D4499236D}" srcOrd="0" destOrd="0" presId="urn:microsoft.com/office/officeart/2008/layout/HorizontalMultiLevelHierarchy"/>
    <dgm:cxn modelId="{1111304E-568E-2043-8D04-F9396D9C32FC}" type="presParOf" srcId="{F2331813-3D29-4622-9995-C764E6B84A9F}" destId="{489AD697-4A10-41C3-80CA-D852C5792087}" srcOrd="3" destOrd="0" presId="urn:microsoft.com/office/officeart/2008/layout/HorizontalMultiLevelHierarchy"/>
    <dgm:cxn modelId="{9AA51877-9812-8142-B028-0386767E18DC}" type="presParOf" srcId="{489AD697-4A10-41C3-80CA-D852C5792087}" destId="{54AC64FB-B58F-4A46-999F-1655DE1AC260}" srcOrd="0" destOrd="0" presId="urn:microsoft.com/office/officeart/2008/layout/HorizontalMultiLevelHierarchy"/>
    <dgm:cxn modelId="{7EEA1B25-FE44-EA40-8143-46962535FED6}" type="presParOf" srcId="{489AD697-4A10-41C3-80CA-D852C5792087}" destId="{F1D8F8C4-4D6C-469D-B771-AB2B7E0C0FBF}" srcOrd="1" destOrd="0" presId="urn:microsoft.com/office/officeart/2008/layout/HorizontalMultiLevelHierarchy"/>
    <dgm:cxn modelId="{00276988-E19B-9B4E-870D-98E758E4238A}" type="presParOf" srcId="{DB369EDF-B0C7-4850-926A-C61D4CD9F188}" destId="{C1F62210-688F-4420-A8C8-F641AD59F9D8}" srcOrd="4" destOrd="0" presId="urn:microsoft.com/office/officeart/2008/layout/HorizontalMultiLevelHierarchy"/>
    <dgm:cxn modelId="{066B7228-37C3-1144-9AC2-80E9D6EF939C}" type="presParOf" srcId="{C1F62210-688F-4420-A8C8-F641AD59F9D8}" destId="{3857B344-A92B-47AC-9C19-232ABFDDAB30}" srcOrd="0" destOrd="0" presId="urn:microsoft.com/office/officeart/2008/layout/HorizontalMultiLevelHierarchy"/>
    <dgm:cxn modelId="{0236260E-00CE-A548-A5A7-001D4679BC51}" type="presParOf" srcId="{DB369EDF-B0C7-4850-926A-C61D4CD9F188}" destId="{DB1CF12B-C669-45BB-8320-83C0F38EE53F}" srcOrd="5" destOrd="0" presId="urn:microsoft.com/office/officeart/2008/layout/HorizontalMultiLevelHierarchy"/>
    <dgm:cxn modelId="{7867BACD-DE63-9C41-9328-0C4C7749D17D}" type="presParOf" srcId="{DB1CF12B-C669-45BB-8320-83C0F38EE53F}" destId="{24F3F970-524D-4DAC-B816-BF6F4FF86D8C}" srcOrd="0" destOrd="0" presId="urn:microsoft.com/office/officeart/2008/layout/HorizontalMultiLevelHierarchy"/>
    <dgm:cxn modelId="{E095B418-F657-3241-A214-E527FC2E8422}" type="presParOf" srcId="{DB1CF12B-C669-45BB-8320-83C0F38EE53F}" destId="{3DBFD230-C461-4B24-A344-3D5E97E4F46D}" srcOrd="1" destOrd="0" presId="urn:microsoft.com/office/officeart/2008/layout/HorizontalMultiLevelHierarchy"/>
    <dgm:cxn modelId="{A3A7562E-87D6-D84C-9086-3C9A40A629D4}" type="presParOf" srcId="{DB369EDF-B0C7-4850-926A-C61D4CD9F188}" destId="{B489B4AB-2285-481D-9635-87230E07A231}" srcOrd="6" destOrd="0" presId="urn:microsoft.com/office/officeart/2008/layout/HorizontalMultiLevelHierarchy"/>
    <dgm:cxn modelId="{F6CE643B-C728-9A40-9093-59BC3A3B6362}" type="presParOf" srcId="{B489B4AB-2285-481D-9635-87230E07A231}" destId="{39A82C83-4F8E-4ED4-8272-79234B5012C1}" srcOrd="0" destOrd="0" presId="urn:microsoft.com/office/officeart/2008/layout/HorizontalMultiLevelHierarchy"/>
    <dgm:cxn modelId="{98143D42-F049-3644-B157-179ADA36DF62}" type="presParOf" srcId="{DB369EDF-B0C7-4850-926A-C61D4CD9F188}" destId="{EBB8B2F1-747F-4C32-AA01-212A3BC2B2A2}" srcOrd="7" destOrd="0" presId="urn:microsoft.com/office/officeart/2008/layout/HorizontalMultiLevelHierarchy"/>
    <dgm:cxn modelId="{915970B9-ABE7-E04E-82D1-98081099CA60}" type="presParOf" srcId="{EBB8B2F1-747F-4C32-AA01-212A3BC2B2A2}" destId="{F3D06451-B2BC-4F20-86E3-884628EB851F}" srcOrd="0" destOrd="0" presId="urn:microsoft.com/office/officeart/2008/layout/HorizontalMultiLevelHierarchy"/>
    <dgm:cxn modelId="{DD6AD020-CC0F-C14B-9CF6-A73F01EED4E3}" type="presParOf" srcId="{EBB8B2F1-747F-4C32-AA01-212A3BC2B2A2}" destId="{B69000B3-8956-4EF6-903D-4492FA36A4C1}" srcOrd="1" destOrd="0" presId="urn:microsoft.com/office/officeart/2008/layout/HorizontalMultiLevelHierarchy"/>
    <dgm:cxn modelId="{A09DA2F9-FBAA-7747-910B-E8CE9A33DC40}" type="presParOf" srcId="{DB369EDF-B0C7-4850-926A-C61D4CD9F188}" destId="{E8ADC88F-69C5-4A73-92F3-7C3273317B7A}" srcOrd="8" destOrd="0" presId="urn:microsoft.com/office/officeart/2008/layout/HorizontalMultiLevelHierarchy"/>
    <dgm:cxn modelId="{B14B7434-9950-6B43-A67B-6A886F804EBF}" type="presParOf" srcId="{E8ADC88F-69C5-4A73-92F3-7C3273317B7A}" destId="{2E7F6B6B-4E61-486C-BD4E-24E378EE52D9}" srcOrd="0" destOrd="0" presId="urn:microsoft.com/office/officeart/2008/layout/HorizontalMultiLevelHierarchy"/>
    <dgm:cxn modelId="{B9D75366-B02D-B846-A464-E9CE8A557B96}" type="presParOf" srcId="{DB369EDF-B0C7-4850-926A-C61D4CD9F188}" destId="{AD1A5205-A764-4820-821E-2F879CC01657}" srcOrd="9" destOrd="0" presId="urn:microsoft.com/office/officeart/2008/layout/HorizontalMultiLevelHierarchy"/>
    <dgm:cxn modelId="{4DA57F78-7783-D74F-AA11-A357A784C452}" type="presParOf" srcId="{AD1A5205-A764-4820-821E-2F879CC01657}" destId="{6072D71B-10D6-4FFA-BB35-08C496C78B43}" srcOrd="0" destOrd="0" presId="urn:microsoft.com/office/officeart/2008/layout/HorizontalMultiLevelHierarchy"/>
    <dgm:cxn modelId="{DF62E5F7-FC30-EF41-8BB0-E32E4CDCCB40}" type="presParOf" srcId="{AD1A5205-A764-4820-821E-2F879CC01657}" destId="{63656B45-F5F7-4554-A457-BEA9857A5E9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E58C745-124D-4E17-B9EA-909B3CA743F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27A13705-B38F-4E4B-8AE2-D4DBAE003B52}">
      <dgm:prSet phldrT="[Text]" custT="1"/>
      <dgm:spPr/>
      <dgm:t>
        <a:bodyPr/>
        <a:lstStyle/>
        <a:p>
          <a:r>
            <a:rPr lang="es-MX" sz="2300" dirty="0"/>
            <a:t>Impuestos</a:t>
          </a:r>
        </a:p>
        <a:p>
          <a:r>
            <a:rPr lang="es-MX" sz="1000" dirty="0"/>
            <a:t>LISR 27-VI</a:t>
          </a:r>
        </a:p>
      </dgm:t>
    </dgm:pt>
    <dgm:pt modelId="{8A81EE53-8481-43DD-9371-D59C85DB3039}" type="parTrans" cxnId="{D16FBAC6-7B7D-4AE2-BFD3-1D62064EDA2B}">
      <dgm:prSet/>
      <dgm:spPr/>
      <dgm:t>
        <a:bodyPr/>
        <a:lstStyle/>
        <a:p>
          <a:endParaRPr lang="es-MX"/>
        </a:p>
      </dgm:t>
    </dgm:pt>
    <dgm:pt modelId="{F7C37615-0CA2-4BDE-A389-A105367EFA80}" type="sibTrans" cxnId="{D16FBAC6-7B7D-4AE2-BFD3-1D62064EDA2B}">
      <dgm:prSet/>
      <dgm:spPr/>
      <dgm:t>
        <a:bodyPr/>
        <a:lstStyle/>
        <a:p>
          <a:endParaRPr lang="es-MX"/>
        </a:p>
      </dgm:t>
    </dgm:pt>
    <dgm:pt modelId="{BB519B0F-79EA-439F-B53C-9E59A7FAB2C2}">
      <dgm:prSet phldrT="[Text]"/>
      <dgm:spPr/>
      <dgm:t>
        <a:bodyPr/>
        <a:lstStyle/>
        <a:p>
          <a:r>
            <a:rPr lang="es-MX" dirty="0"/>
            <a:t>Trasladados</a:t>
          </a:r>
        </a:p>
      </dgm:t>
    </dgm:pt>
    <dgm:pt modelId="{DBE7C18B-79C7-487A-96C3-303852FCFA9F}" type="parTrans" cxnId="{B93A0328-34B9-4D20-93F2-07B8B8357DFC}">
      <dgm:prSet/>
      <dgm:spPr/>
      <dgm:t>
        <a:bodyPr/>
        <a:lstStyle/>
        <a:p>
          <a:endParaRPr lang="es-MX"/>
        </a:p>
      </dgm:t>
    </dgm:pt>
    <dgm:pt modelId="{4A070622-ED31-4829-83DF-DC5E7BBE7EED}" type="sibTrans" cxnId="{B93A0328-34B9-4D20-93F2-07B8B8357DFC}">
      <dgm:prSet/>
      <dgm:spPr/>
      <dgm:t>
        <a:bodyPr/>
        <a:lstStyle/>
        <a:p>
          <a:endParaRPr lang="es-MX"/>
        </a:p>
      </dgm:t>
    </dgm:pt>
    <dgm:pt modelId="{3E751020-4781-4967-A1E1-03AD1FACD6E9}">
      <dgm:prSet phldrT="[Text]"/>
      <dgm:spPr/>
      <dgm:t>
        <a:bodyPr/>
        <a:lstStyle/>
        <a:p>
          <a:r>
            <a:rPr lang="es-MX" dirty="0"/>
            <a:t>Retenidos</a:t>
          </a:r>
        </a:p>
      </dgm:t>
    </dgm:pt>
    <dgm:pt modelId="{47B36AB8-002D-43BB-B17A-98FFBC84619E}" type="parTrans" cxnId="{E172ECC2-97F8-4F9B-BA1C-B7E6551A2CDF}">
      <dgm:prSet/>
      <dgm:spPr/>
      <dgm:t>
        <a:bodyPr/>
        <a:lstStyle/>
        <a:p>
          <a:endParaRPr lang="es-MX"/>
        </a:p>
      </dgm:t>
    </dgm:pt>
    <dgm:pt modelId="{C5D5BFA1-26B1-42A9-A3E3-E08ABC761401}" type="sibTrans" cxnId="{E172ECC2-97F8-4F9B-BA1C-B7E6551A2CDF}">
      <dgm:prSet/>
      <dgm:spPr/>
      <dgm:t>
        <a:bodyPr/>
        <a:lstStyle/>
        <a:p>
          <a:endParaRPr lang="es-MX"/>
        </a:p>
      </dgm:t>
    </dgm:pt>
    <dgm:pt modelId="{C14215D3-5133-42A1-89D0-6B3E84E4FD14}">
      <dgm:prSet phldrT="[Text]"/>
      <dgm:spPr/>
      <dgm:t>
        <a:bodyPr/>
        <a:lstStyle/>
        <a:p>
          <a:r>
            <a:rPr lang="es-MX" dirty="0"/>
            <a:t>Marbetes</a:t>
          </a:r>
        </a:p>
      </dgm:t>
    </dgm:pt>
    <dgm:pt modelId="{2DE899FC-CE89-45DB-81E5-61FA5E02578F}" type="parTrans" cxnId="{AF1B7F8A-A109-4DAB-BD36-A903A1347AA5}">
      <dgm:prSet/>
      <dgm:spPr/>
      <dgm:t>
        <a:bodyPr/>
        <a:lstStyle/>
        <a:p>
          <a:endParaRPr lang="es-MX"/>
        </a:p>
      </dgm:t>
    </dgm:pt>
    <dgm:pt modelId="{C1D4570D-2BE0-4FEA-9268-2313C4B7B2F8}" type="sibTrans" cxnId="{AF1B7F8A-A109-4DAB-BD36-A903A1347AA5}">
      <dgm:prSet/>
      <dgm:spPr/>
      <dgm:t>
        <a:bodyPr/>
        <a:lstStyle/>
        <a:p>
          <a:endParaRPr lang="es-MX"/>
        </a:p>
      </dgm:t>
    </dgm:pt>
    <dgm:pt modelId="{D63933F7-F269-4B39-937D-EA67B153D4D3}" type="pres">
      <dgm:prSet presAssocID="{0E58C745-124D-4E17-B9EA-909B3CA743F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71399E2-231F-4565-A034-5D1201484BD6}" type="pres">
      <dgm:prSet presAssocID="{27A13705-B38F-4E4B-8AE2-D4DBAE003B52}" presName="root1" presStyleCnt="0"/>
      <dgm:spPr/>
    </dgm:pt>
    <dgm:pt modelId="{8402A73F-6E99-417E-B79B-82141FF520D0}" type="pres">
      <dgm:prSet presAssocID="{27A13705-B38F-4E4B-8AE2-D4DBAE003B52}" presName="LevelOneTextNode" presStyleLbl="node0" presStyleIdx="0" presStyleCnt="1">
        <dgm:presLayoutVars>
          <dgm:chPref val="3"/>
        </dgm:presLayoutVars>
      </dgm:prSet>
      <dgm:spPr/>
    </dgm:pt>
    <dgm:pt modelId="{ED8DF42F-DA05-4B9B-A029-88AA1E75A2CD}" type="pres">
      <dgm:prSet presAssocID="{27A13705-B38F-4E4B-8AE2-D4DBAE003B52}" presName="level2hierChild" presStyleCnt="0"/>
      <dgm:spPr/>
    </dgm:pt>
    <dgm:pt modelId="{E388DCF7-11A5-412E-A024-2B8E39898F92}" type="pres">
      <dgm:prSet presAssocID="{DBE7C18B-79C7-487A-96C3-303852FCFA9F}" presName="conn2-1" presStyleLbl="parChTrans1D2" presStyleIdx="0" presStyleCnt="3"/>
      <dgm:spPr/>
    </dgm:pt>
    <dgm:pt modelId="{BE7A6CA6-3289-4A9F-AA7F-E7156301C971}" type="pres">
      <dgm:prSet presAssocID="{DBE7C18B-79C7-487A-96C3-303852FCFA9F}" presName="connTx" presStyleLbl="parChTrans1D2" presStyleIdx="0" presStyleCnt="3"/>
      <dgm:spPr/>
    </dgm:pt>
    <dgm:pt modelId="{BB8F6059-6C03-472B-94CB-E9646BF84C44}" type="pres">
      <dgm:prSet presAssocID="{BB519B0F-79EA-439F-B53C-9E59A7FAB2C2}" presName="root2" presStyleCnt="0"/>
      <dgm:spPr/>
    </dgm:pt>
    <dgm:pt modelId="{5A2C3E84-63D9-4D21-A336-F626A68A3160}" type="pres">
      <dgm:prSet presAssocID="{BB519B0F-79EA-439F-B53C-9E59A7FAB2C2}" presName="LevelTwoTextNode" presStyleLbl="node2" presStyleIdx="0" presStyleCnt="3">
        <dgm:presLayoutVars>
          <dgm:chPref val="3"/>
        </dgm:presLayoutVars>
      </dgm:prSet>
      <dgm:spPr/>
    </dgm:pt>
    <dgm:pt modelId="{68627998-B6CA-4D3D-B3A3-9403D0BBEE20}" type="pres">
      <dgm:prSet presAssocID="{BB519B0F-79EA-439F-B53C-9E59A7FAB2C2}" presName="level3hierChild" presStyleCnt="0"/>
      <dgm:spPr/>
    </dgm:pt>
    <dgm:pt modelId="{C3EDEAF0-8BEE-4C9A-9F20-78D932F8AB61}" type="pres">
      <dgm:prSet presAssocID="{47B36AB8-002D-43BB-B17A-98FFBC84619E}" presName="conn2-1" presStyleLbl="parChTrans1D2" presStyleIdx="1" presStyleCnt="3"/>
      <dgm:spPr/>
    </dgm:pt>
    <dgm:pt modelId="{8FD77649-6738-4587-A3B5-500595D2CCE3}" type="pres">
      <dgm:prSet presAssocID="{47B36AB8-002D-43BB-B17A-98FFBC84619E}" presName="connTx" presStyleLbl="parChTrans1D2" presStyleIdx="1" presStyleCnt="3"/>
      <dgm:spPr/>
    </dgm:pt>
    <dgm:pt modelId="{9068EE73-89E3-4204-B966-6FAC60736E57}" type="pres">
      <dgm:prSet presAssocID="{3E751020-4781-4967-A1E1-03AD1FACD6E9}" presName="root2" presStyleCnt="0"/>
      <dgm:spPr/>
    </dgm:pt>
    <dgm:pt modelId="{736A1AB7-1AB1-4522-A6FD-737A22F5CF20}" type="pres">
      <dgm:prSet presAssocID="{3E751020-4781-4967-A1E1-03AD1FACD6E9}" presName="LevelTwoTextNode" presStyleLbl="node2" presStyleIdx="1" presStyleCnt="3">
        <dgm:presLayoutVars>
          <dgm:chPref val="3"/>
        </dgm:presLayoutVars>
      </dgm:prSet>
      <dgm:spPr/>
    </dgm:pt>
    <dgm:pt modelId="{F172F664-A71A-4DEC-9521-E3E137E3B6C7}" type="pres">
      <dgm:prSet presAssocID="{3E751020-4781-4967-A1E1-03AD1FACD6E9}" presName="level3hierChild" presStyleCnt="0"/>
      <dgm:spPr/>
    </dgm:pt>
    <dgm:pt modelId="{6612445C-513F-4117-812E-C340116A0F55}" type="pres">
      <dgm:prSet presAssocID="{2DE899FC-CE89-45DB-81E5-61FA5E02578F}" presName="conn2-1" presStyleLbl="parChTrans1D2" presStyleIdx="2" presStyleCnt="3"/>
      <dgm:spPr/>
    </dgm:pt>
    <dgm:pt modelId="{90B4957C-FDB2-44B6-8D47-C7F9DA37ED98}" type="pres">
      <dgm:prSet presAssocID="{2DE899FC-CE89-45DB-81E5-61FA5E02578F}" presName="connTx" presStyleLbl="parChTrans1D2" presStyleIdx="2" presStyleCnt="3"/>
      <dgm:spPr/>
    </dgm:pt>
    <dgm:pt modelId="{ED465684-5D38-4A7E-8853-AD465F7AC768}" type="pres">
      <dgm:prSet presAssocID="{C14215D3-5133-42A1-89D0-6B3E84E4FD14}" presName="root2" presStyleCnt="0"/>
      <dgm:spPr/>
    </dgm:pt>
    <dgm:pt modelId="{1B308FE6-1425-4C95-B065-341763694701}" type="pres">
      <dgm:prSet presAssocID="{C14215D3-5133-42A1-89D0-6B3E84E4FD14}" presName="LevelTwoTextNode" presStyleLbl="node2" presStyleIdx="2" presStyleCnt="3">
        <dgm:presLayoutVars>
          <dgm:chPref val="3"/>
        </dgm:presLayoutVars>
      </dgm:prSet>
      <dgm:spPr/>
    </dgm:pt>
    <dgm:pt modelId="{28C08FC8-6F95-4C7A-88F6-03F61EF45ADF}" type="pres">
      <dgm:prSet presAssocID="{C14215D3-5133-42A1-89D0-6B3E84E4FD14}" presName="level3hierChild" presStyleCnt="0"/>
      <dgm:spPr/>
    </dgm:pt>
  </dgm:ptLst>
  <dgm:cxnLst>
    <dgm:cxn modelId="{B8803313-3AD0-CC42-88CE-0F34CFC07CA1}" type="presOf" srcId="{C14215D3-5133-42A1-89D0-6B3E84E4FD14}" destId="{1B308FE6-1425-4C95-B065-341763694701}" srcOrd="0" destOrd="0" presId="urn:microsoft.com/office/officeart/2008/layout/HorizontalMultiLevelHierarchy"/>
    <dgm:cxn modelId="{6693DD18-F35A-1141-A32F-34161377ABD8}" type="presOf" srcId="{DBE7C18B-79C7-487A-96C3-303852FCFA9F}" destId="{BE7A6CA6-3289-4A9F-AA7F-E7156301C971}" srcOrd="1" destOrd="0" presId="urn:microsoft.com/office/officeart/2008/layout/HorizontalMultiLevelHierarchy"/>
    <dgm:cxn modelId="{98F39024-7512-7D4A-B4C3-E1EAC0F3C3CE}" type="presOf" srcId="{47B36AB8-002D-43BB-B17A-98FFBC84619E}" destId="{C3EDEAF0-8BEE-4C9A-9F20-78D932F8AB61}" srcOrd="0" destOrd="0" presId="urn:microsoft.com/office/officeart/2008/layout/HorizontalMultiLevelHierarchy"/>
    <dgm:cxn modelId="{B93A0328-34B9-4D20-93F2-07B8B8357DFC}" srcId="{27A13705-B38F-4E4B-8AE2-D4DBAE003B52}" destId="{BB519B0F-79EA-439F-B53C-9E59A7FAB2C2}" srcOrd="0" destOrd="0" parTransId="{DBE7C18B-79C7-487A-96C3-303852FCFA9F}" sibTransId="{4A070622-ED31-4829-83DF-DC5E7BBE7EED}"/>
    <dgm:cxn modelId="{F55EC12D-A67C-564B-A88F-1FB33F5D5C3B}" type="presOf" srcId="{2DE899FC-CE89-45DB-81E5-61FA5E02578F}" destId="{6612445C-513F-4117-812E-C340116A0F55}" srcOrd="0" destOrd="0" presId="urn:microsoft.com/office/officeart/2008/layout/HorizontalMultiLevelHierarchy"/>
    <dgm:cxn modelId="{03A7523E-2D36-6642-BD9F-8D7F3EA551E0}" type="presOf" srcId="{0E58C745-124D-4E17-B9EA-909B3CA743F6}" destId="{D63933F7-F269-4B39-937D-EA67B153D4D3}" srcOrd="0" destOrd="0" presId="urn:microsoft.com/office/officeart/2008/layout/HorizontalMultiLevelHierarchy"/>
    <dgm:cxn modelId="{12A3DF42-918F-B64F-A3C8-439D88BA9715}" type="presOf" srcId="{27A13705-B38F-4E4B-8AE2-D4DBAE003B52}" destId="{8402A73F-6E99-417E-B79B-82141FF520D0}" srcOrd="0" destOrd="0" presId="urn:microsoft.com/office/officeart/2008/layout/HorizontalMultiLevelHierarchy"/>
    <dgm:cxn modelId="{D4981C51-8FAC-5745-8D20-7F5C9CE2C556}" type="presOf" srcId="{DBE7C18B-79C7-487A-96C3-303852FCFA9F}" destId="{E388DCF7-11A5-412E-A024-2B8E39898F92}" srcOrd="0" destOrd="0" presId="urn:microsoft.com/office/officeart/2008/layout/HorizontalMultiLevelHierarchy"/>
    <dgm:cxn modelId="{4A62B951-B8A7-3243-845B-F4B3B54BD512}" type="presOf" srcId="{BB519B0F-79EA-439F-B53C-9E59A7FAB2C2}" destId="{5A2C3E84-63D9-4D21-A336-F626A68A3160}" srcOrd="0" destOrd="0" presId="urn:microsoft.com/office/officeart/2008/layout/HorizontalMultiLevelHierarchy"/>
    <dgm:cxn modelId="{85617155-750A-CE46-BC08-BA99CF93680A}" type="presOf" srcId="{47B36AB8-002D-43BB-B17A-98FFBC84619E}" destId="{8FD77649-6738-4587-A3B5-500595D2CCE3}" srcOrd="1" destOrd="0" presId="urn:microsoft.com/office/officeart/2008/layout/HorizontalMultiLevelHierarchy"/>
    <dgm:cxn modelId="{B2673658-88DD-DE46-909C-234166489C19}" type="presOf" srcId="{3E751020-4781-4967-A1E1-03AD1FACD6E9}" destId="{736A1AB7-1AB1-4522-A6FD-737A22F5CF20}" srcOrd="0" destOrd="0" presId="urn:microsoft.com/office/officeart/2008/layout/HorizontalMultiLevelHierarchy"/>
    <dgm:cxn modelId="{E0A9D17B-7547-1641-AD56-45EA9E5C6C0B}" type="presOf" srcId="{2DE899FC-CE89-45DB-81E5-61FA5E02578F}" destId="{90B4957C-FDB2-44B6-8D47-C7F9DA37ED98}" srcOrd="1" destOrd="0" presId="urn:microsoft.com/office/officeart/2008/layout/HorizontalMultiLevelHierarchy"/>
    <dgm:cxn modelId="{AF1B7F8A-A109-4DAB-BD36-A903A1347AA5}" srcId="{27A13705-B38F-4E4B-8AE2-D4DBAE003B52}" destId="{C14215D3-5133-42A1-89D0-6B3E84E4FD14}" srcOrd="2" destOrd="0" parTransId="{2DE899FC-CE89-45DB-81E5-61FA5E02578F}" sibTransId="{C1D4570D-2BE0-4FEA-9268-2313C4B7B2F8}"/>
    <dgm:cxn modelId="{E172ECC2-97F8-4F9B-BA1C-B7E6551A2CDF}" srcId="{27A13705-B38F-4E4B-8AE2-D4DBAE003B52}" destId="{3E751020-4781-4967-A1E1-03AD1FACD6E9}" srcOrd="1" destOrd="0" parTransId="{47B36AB8-002D-43BB-B17A-98FFBC84619E}" sibTransId="{C5D5BFA1-26B1-42A9-A3E3-E08ABC761401}"/>
    <dgm:cxn modelId="{D16FBAC6-7B7D-4AE2-BFD3-1D62064EDA2B}" srcId="{0E58C745-124D-4E17-B9EA-909B3CA743F6}" destId="{27A13705-B38F-4E4B-8AE2-D4DBAE003B52}" srcOrd="0" destOrd="0" parTransId="{8A81EE53-8481-43DD-9371-D59C85DB3039}" sibTransId="{F7C37615-0CA2-4BDE-A389-A105367EFA80}"/>
    <dgm:cxn modelId="{BE196B41-1F4E-0446-87A7-64C88B6CF656}" type="presParOf" srcId="{D63933F7-F269-4B39-937D-EA67B153D4D3}" destId="{771399E2-231F-4565-A034-5D1201484BD6}" srcOrd="0" destOrd="0" presId="urn:microsoft.com/office/officeart/2008/layout/HorizontalMultiLevelHierarchy"/>
    <dgm:cxn modelId="{FC7F3330-B88F-6146-8D1D-E06AF7EB46B9}" type="presParOf" srcId="{771399E2-231F-4565-A034-5D1201484BD6}" destId="{8402A73F-6E99-417E-B79B-82141FF520D0}" srcOrd="0" destOrd="0" presId="urn:microsoft.com/office/officeart/2008/layout/HorizontalMultiLevelHierarchy"/>
    <dgm:cxn modelId="{8E4D013F-B389-1E46-AE69-F0028384D2A2}" type="presParOf" srcId="{771399E2-231F-4565-A034-5D1201484BD6}" destId="{ED8DF42F-DA05-4B9B-A029-88AA1E75A2CD}" srcOrd="1" destOrd="0" presId="urn:microsoft.com/office/officeart/2008/layout/HorizontalMultiLevelHierarchy"/>
    <dgm:cxn modelId="{01DAE7BD-0E74-B046-98F9-76D075DB96B6}" type="presParOf" srcId="{ED8DF42F-DA05-4B9B-A029-88AA1E75A2CD}" destId="{E388DCF7-11A5-412E-A024-2B8E39898F92}" srcOrd="0" destOrd="0" presId="urn:microsoft.com/office/officeart/2008/layout/HorizontalMultiLevelHierarchy"/>
    <dgm:cxn modelId="{0CB91323-FB06-1548-B63B-6FDD2F56F376}" type="presParOf" srcId="{E388DCF7-11A5-412E-A024-2B8E39898F92}" destId="{BE7A6CA6-3289-4A9F-AA7F-E7156301C971}" srcOrd="0" destOrd="0" presId="urn:microsoft.com/office/officeart/2008/layout/HorizontalMultiLevelHierarchy"/>
    <dgm:cxn modelId="{DAB7550E-FB89-5648-BF53-0D52EA3BEC58}" type="presParOf" srcId="{ED8DF42F-DA05-4B9B-A029-88AA1E75A2CD}" destId="{BB8F6059-6C03-472B-94CB-E9646BF84C44}" srcOrd="1" destOrd="0" presId="urn:microsoft.com/office/officeart/2008/layout/HorizontalMultiLevelHierarchy"/>
    <dgm:cxn modelId="{859770C4-D708-8944-A5AB-402CAA5B6240}" type="presParOf" srcId="{BB8F6059-6C03-472B-94CB-E9646BF84C44}" destId="{5A2C3E84-63D9-4D21-A336-F626A68A3160}" srcOrd="0" destOrd="0" presId="urn:microsoft.com/office/officeart/2008/layout/HorizontalMultiLevelHierarchy"/>
    <dgm:cxn modelId="{1BD3B3F7-CE63-8542-B2ED-20996DBE8579}" type="presParOf" srcId="{BB8F6059-6C03-472B-94CB-E9646BF84C44}" destId="{68627998-B6CA-4D3D-B3A3-9403D0BBEE20}" srcOrd="1" destOrd="0" presId="urn:microsoft.com/office/officeart/2008/layout/HorizontalMultiLevelHierarchy"/>
    <dgm:cxn modelId="{78E6F915-1FAB-2A4A-B422-870664189A91}" type="presParOf" srcId="{ED8DF42F-DA05-4B9B-A029-88AA1E75A2CD}" destId="{C3EDEAF0-8BEE-4C9A-9F20-78D932F8AB61}" srcOrd="2" destOrd="0" presId="urn:microsoft.com/office/officeart/2008/layout/HorizontalMultiLevelHierarchy"/>
    <dgm:cxn modelId="{BA0B59C3-D348-1B49-85F5-03CE61767D90}" type="presParOf" srcId="{C3EDEAF0-8BEE-4C9A-9F20-78D932F8AB61}" destId="{8FD77649-6738-4587-A3B5-500595D2CCE3}" srcOrd="0" destOrd="0" presId="urn:microsoft.com/office/officeart/2008/layout/HorizontalMultiLevelHierarchy"/>
    <dgm:cxn modelId="{993C3E55-FC4E-914D-A01D-D5CCCE0ACF64}" type="presParOf" srcId="{ED8DF42F-DA05-4B9B-A029-88AA1E75A2CD}" destId="{9068EE73-89E3-4204-B966-6FAC60736E57}" srcOrd="3" destOrd="0" presId="urn:microsoft.com/office/officeart/2008/layout/HorizontalMultiLevelHierarchy"/>
    <dgm:cxn modelId="{B8EAC8EE-0271-7043-8677-46FAF89259EA}" type="presParOf" srcId="{9068EE73-89E3-4204-B966-6FAC60736E57}" destId="{736A1AB7-1AB1-4522-A6FD-737A22F5CF20}" srcOrd="0" destOrd="0" presId="urn:microsoft.com/office/officeart/2008/layout/HorizontalMultiLevelHierarchy"/>
    <dgm:cxn modelId="{C1A574FF-7440-1B4A-9A81-BD137E17905B}" type="presParOf" srcId="{9068EE73-89E3-4204-B966-6FAC60736E57}" destId="{F172F664-A71A-4DEC-9521-E3E137E3B6C7}" srcOrd="1" destOrd="0" presId="urn:microsoft.com/office/officeart/2008/layout/HorizontalMultiLevelHierarchy"/>
    <dgm:cxn modelId="{47A98143-643F-084A-87AD-FD6F36992239}" type="presParOf" srcId="{ED8DF42F-DA05-4B9B-A029-88AA1E75A2CD}" destId="{6612445C-513F-4117-812E-C340116A0F55}" srcOrd="4" destOrd="0" presId="urn:microsoft.com/office/officeart/2008/layout/HorizontalMultiLevelHierarchy"/>
    <dgm:cxn modelId="{29630312-5DE9-C14F-8E57-0C3F56EBF4E9}" type="presParOf" srcId="{6612445C-513F-4117-812E-C340116A0F55}" destId="{90B4957C-FDB2-44B6-8D47-C7F9DA37ED98}" srcOrd="0" destOrd="0" presId="urn:microsoft.com/office/officeart/2008/layout/HorizontalMultiLevelHierarchy"/>
    <dgm:cxn modelId="{D7A200F1-B6E5-7441-8C3B-3CC380B47CD6}" type="presParOf" srcId="{ED8DF42F-DA05-4B9B-A029-88AA1E75A2CD}" destId="{ED465684-5D38-4A7E-8853-AD465F7AC768}" srcOrd="5" destOrd="0" presId="urn:microsoft.com/office/officeart/2008/layout/HorizontalMultiLevelHierarchy"/>
    <dgm:cxn modelId="{1DB3ACCA-E6DB-2448-B41F-88B0A90184AB}" type="presParOf" srcId="{ED465684-5D38-4A7E-8853-AD465F7AC768}" destId="{1B308FE6-1425-4C95-B065-341763694701}" srcOrd="0" destOrd="0" presId="urn:microsoft.com/office/officeart/2008/layout/HorizontalMultiLevelHierarchy"/>
    <dgm:cxn modelId="{C578AD50-4CF1-964E-B4C5-7B50F22E2E6B}" type="presParOf" srcId="{ED465684-5D38-4A7E-8853-AD465F7AC768}" destId="{28C08FC8-6F95-4C7A-88F6-03F61EF45AD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EA1BA8D-AC6A-48EF-8EC0-6E2A08DF13E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22593819-6F67-4C5C-A89F-B0F4D7B6DABA}">
      <dgm:prSet phldrT="[Text]" custT="1"/>
      <dgm:spPr/>
      <dgm:t>
        <a:bodyPr/>
        <a:lstStyle/>
        <a:p>
          <a:r>
            <a:rPr lang="es-MX" sz="2000" dirty="0"/>
            <a:t>Pago</a:t>
          </a:r>
        </a:p>
        <a:p>
          <a:r>
            <a:rPr lang="es-MX" sz="1000" dirty="0"/>
            <a:t>LISR 27-VIII</a:t>
          </a:r>
        </a:p>
      </dgm:t>
    </dgm:pt>
    <dgm:pt modelId="{8B07597C-0406-411F-9D6B-E586B4910158}" type="parTrans" cxnId="{AB81C5B1-270D-4EC5-ABE1-EE544369B81C}">
      <dgm:prSet/>
      <dgm:spPr/>
      <dgm:t>
        <a:bodyPr/>
        <a:lstStyle/>
        <a:p>
          <a:endParaRPr lang="es-MX"/>
        </a:p>
      </dgm:t>
    </dgm:pt>
    <dgm:pt modelId="{9B84ADA5-E0EA-4E2A-9A75-2F47D97A539F}" type="sibTrans" cxnId="{AB81C5B1-270D-4EC5-ABE1-EE544369B81C}">
      <dgm:prSet/>
      <dgm:spPr/>
      <dgm:t>
        <a:bodyPr/>
        <a:lstStyle/>
        <a:p>
          <a:endParaRPr lang="es-MX"/>
        </a:p>
      </dgm:t>
    </dgm:pt>
    <dgm:pt modelId="{6B49463A-47BC-4394-A5A5-507EC4FEEBB2}">
      <dgm:prSet phldrT="[Text]"/>
      <dgm:spPr/>
      <dgm:t>
        <a:bodyPr/>
        <a:lstStyle/>
        <a:p>
          <a:r>
            <a:rPr lang="es-MX" dirty="0"/>
            <a:t>Efectivo</a:t>
          </a:r>
        </a:p>
      </dgm:t>
    </dgm:pt>
    <dgm:pt modelId="{239DA2BC-7CC1-4A23-8C08-EF26EFBF8A8C}" type="parTrans" cxnId="{AFF5FDFF-3AEF-4FC8-A2F1-DB58FD3691F1}">
      <dgm:prSet/>
      <dgm:spPr/>
      <dgm:t>
        <a:bodyPr/>
        <a:lstStyle/>
        <a:p>
          <a:endParaRPr lang="es-MX"/>
        </a:p>
      </dgm:t>
    </dgm:pt>
    <dgm:pt modelId="{9B837769-91BB-4CDB-AD0F-B68A99A14482}" type="sibTrans" cxnId="{AFF5FDFF-3AEF-4FC8-A2F1-DB58FD3691F1}">
      <dgm:prSet/>
      <dgm:spPr/>
      <dgm:t>
        <a:bodyPr/>
        <a:lstStyle/>
        <a:p>
          <a:endParaRPr lang="es-MX"/>
        </a:p>
      </dgm:t>
    </dgm:pt>
    <dgm:pt modelId="{29D09D1A-8456-474E-BB63-7D0EF628DDDE}">
      <dgm:prSet phldrT="[Text]"/>
      <dgm:spPr/>
      <dgm:t>
        <a:bodyPr/>
        <a:lstStyle/>
        <a:p>
          <a:r>
            <a:rPr lang="es-MX" dirty="0"/>
            <a:t>Transferencia </a:t>
          </a:r>
        </a:p>
      </dgm:t>
    </dgm:pt>
    <dgm:pt modelId="{83955E5F-915A-49E7-B020-D8CE3F8BAD84}" type="parTrans" cxnId="{8B7BB0EA-8D84-46B5-823D-D08C88258A38}">
      <dgm:prSet/>
      <dgm:spPr/>
      <dgm:t>
        <a:bodyPr/>
        <a:lstStyle/>
        <a:p>
          <a:endParaRPr lang="es-MX"/>
        </a:p>
      </dgm:t>
    </dgm:pt>
    <dgm:pt modelId="{52F0494B-DB84-4219-B345-4B471338D0BB}" type="sibTrans" cxnId="{8B7BB0EA-8D84-46B5-823D-D08C88258A38}">
      <dgm:prSet/>
      <dgm:spPr/>
      <dgm:t>
        <a:bodyPr/>
        <a:lstStyle/>
        <a:p>
          <a:endParaRPr lang="es-MX"/>
        </a:p>
      </dgm:t>
    </dgm:pt>
    <dgm:pt modelId="{04489AB0-B3AA-4681-8AE9-571AE48D4851}">
      <dgm:prSet/>
      <dgm:spPr/>
      <dgm:t>
        <a:bodyPr/>
        <a:lstStyle/>
        <a:p>
          <a:r>
            <a:rPr lang="es-MX" dirty="0"/>
            <a:t>Bienes distintos de títulos</a:t>
          </a:r>
        </a:p>
      </dgm:t>
    </dgm:pt>
    <dgm:pt modelId="{AA2505A1-F959-4FF9-BC3C-98592F0B8129}" type="parTrans" cxnId="{7F17F341-C0C8-4C84-9EB0-5DA66296345B}">
      <dgm:prSet/>
      <dgm:spPr/>
      <dgm:t>
        <a:bodyPr/>
        <a:lstStyle/>
        <a:p>
          <a:endParaRPr lang="es-MX"/>
        </a:p>
      </dgm:t>
    </dgm:pt>
    <dgm:pt modelId="{C8239A91-E981-4DA5-9A02-355D3AB304DF}" type="sibTrans" cxnId="{7F17F341-C0C8-4C84-9EB0-5DA66296345B}">
      <dgm:prSet/>
      <dgm:spPr/>
      <dgm:t>
        <a:bodyPr/>
        <a:lstStyle/>
        <a:p>
          <a:endParaRPr lang="es-MX"/>
        </a:p>
      </dgm:t>
    </dgm:pt>
    <dgm:pt modelId="{C14B7A34-5320-4274-A561-C4E5A6C1F108}">
      <dgm:prSet/>
      <dgm:spPr/>
      <dgm:t>
        <a:bodyPr/>
        <a:lstStyle/>
        <a:p>
          <a:r>
            <a:rPr lang="es-MX" dirty="0"/>
            <a:t>Cheque</a:t>
          </a:r>
        </a:p>
      </dgm:t>
    </dgm:pt>
    <dgm:pt modelId="{E2F5E1E2-7830-41D4-8BB2-4D9972D45BE3}" type="parTrans" cxnId="{550A105A-D78A-4A3D-9883-FD2CDE82C675}">
      <dgm:prSet/>
      <dgm:spPr/>
      <dgm:t>
        <a:bodyPr/>
        <a:lstStyle/>
        <a:p>
          <a:endParaRPr lang="es-MX"/>
        </a:p>
      </dgm:t>
    </dgm:pt>
    <dgm:pt modelId="{D9C89B1F-D913-4A40-B176-F2F0CD03E6CA}" type="sibTrans" cxnId="{550A105A-D78A-4A3D-9883-FD2CDE82C675}">
      <dgm:prSet/>
      <dgm:spPr/>
      <dgm:t>
        <a:bodyPr/>
        <a:lstStyle/>
        <a:p>
          <a:endParaRPr lang="es-MX"/>
        </a:p>
      </dgm:t>
    </dgm:pt>
    <dgm:pt modelId="{C02E95CD-5F04-431B-BB43-07DDE967C8D8}">
      <dgm:prSet/>
      <dgm:spPr/>
      <dgm:t>
        <a:bodyPr/>
        <a:lstStyle/>
        <a:p>
          <a:r>
            <a:rPr lang="es-MX" dirty="0"/>
            <a:t>Satisfacción del Acreedor</a:t>
          </a:r>
        </a:p>
      </dgm:t>
    </dgm:pt>
    <dgm:pt modelId="{AFCF7EE1-3554-40BF-ADDE-DE8FD0D2EC05}" type="parTrans" cxnId="{477924CA-F31A-4EC6-86BC-159EF3D3A19C}">
      <dgm:prSet/>
      <dgm:spPr/>
      <dgm:t>
        <a:bodyPr/>
        <a:lstStyle/>
        <a:p>
          <a:endParaRPr lang="es-MX"/>
        </a:p>
      </dgm:t>
    </dgm:pt>
    <dgm:pt modelId="{77E16DF7-AE71-482B-B15E-689320BDEA82}" type="sibTrans" cxnId="{477924CA-F31A-4EC6-86BC-159EF3D3A19C}">
      <dgm:prSet/>
      <dgm:spPr/>
      <dgm:t>
        <a:bodyPr/>
        <a:lstStyle/>
        <a:p>
          <a:endParaRPr lang="es-MX"/>
        </a:p>
      </dgm:t>
    </dgm:pt>
    <dgm:pt modelId="{D29434B6-93C5-44AA-A3BD-0404766C267A}">
      <dgm:prSet/>
      <dgm:spPr/>
      <dgm:t>
        <a:bodyPr/>
        <a:lstStyle/>
        <a:p>
          <a:r>
            <a:rPr lang="es-MX" dirty="0"/>
            <a:t>Cobro efectivo</a:t>
          </a:r>
        </a:p>
      </dgm:t>
    </dgm:pt>
    <dgm:pt modelId="{1B97B1E1-1F67-45E1-AA76-1D6E4AB1DB2F}" type="parTrans" cxnId="{8D454B02-2D64-42A2-996C-53683C21995C}">
      <dgm:prSet/>
      <dgm:spPr/>
      <dgm:t>
        <a:bodyPr/>
        <a:lstStyle/>
        <a:p>
          <a:endParaRPr lang="es-MX"/>
        </a:p>
      </dgm:t>
    </dgm:pt>
    <dgm:pt modelId="{B1211D86-4365-4462-B6F9-346F5FE6D5D8}" type="sibTrans" cxnId="{8D454B02-2D64-42A2-996C-53683C21995C}">
      <dgm:prSet/>
      <dgm:spPr/>
      <dgm:t>
        <a:bodyPr/>
        <a:lstStyle/>
        <a:p>
          <a:endParaRPr lang="es-MX"/>
        </a:p>
      </dgm:t>
    </dgm:pt>
    <dgm:pt modelId="{9B2D9E3E-0795-4EF8-AEAB-1B18FE942F03}">
      <dgm:prSet/>
      <dgm:spPr/>
      <dgm:t>
        <a:bodyPr/>
        <a:lstStyle/>
        <a:p>
          <a:r>
            <a:rPr lang="es-MX" dirty="0"/>
            <a:t>Transmisión a un tercero, excepto en procuración</a:t>
          </a:r>
        </a:p>
      </dgm:t>
    </dgm:pt>
    <dgm:pt modelId="{0FD76DBC-D0DE-4304-9321-156B19CD4B8A}" type="parTrans" cxnId="{A0A6D73E-6691-4B56-8CC1-FFB9E82A1231}">
      <dgm:prSet/>
      <dgm:spPr/>
      <dgm:t>
        <a:bodyPr/>
        <a:lstStyle/>
        <a:p>
          <a:endParaRPr lang="es-MX"/>
        </a:p>
      </dgm:t>
    </dgm:pt>
    <dgm:pt modelId="{06C5E7D5-ED75-45CB-BAA0-E32B401E0C0D}" type="sibTrans" cxnId="{A0A6D73E-6691-4B56-8CC1-FFB9E82A1231}">
      <dgm:prSet/>
      <dgm:spPr/>
      <dgm:t>
        <a:bodyPr/>
        <a:lstStyle/>
        <a:p>
          <a:endParaRPr lang="es-MX"/>
        </a:p>
      </dgm:t>
    </dgm:pt>
    <dgm:pt modelId="{2E9D3665-AEF1-4B30-81D3-ECBC9CA897E9}" type="pres">
      <dgm:prSet presAssocID="{4EA1BA8D-AC6A-48EF-8EC0-6E2A08DF13E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6F297B0-ABAE-43DA-994E-A08328DB4C86}" type="pres">
      <dgm:prSet presAssocID="{22593819-6F67-4C5C-A89F-B0F4D7B6DABA}" presName="root1" presStyleCnt="0"/>
      <dgm:spPr/>
    </dgm:pt>
    <dgm:pt modelId="{1EFA3485-60AC-4828-9ECC-AFFD3ED15DBC}" type="pres">
      <dgm:prSet presAssocID="{22593819-6F67-4C5C-A89F-B0F4D7B6DABA}" presName="LevelOneTextNode" presStyleLbl="node0" presStyleIdx="0" presStyleCnt="1">
        <dgm:presLayoutVars>
          <dgm:chPref val="3"/>
        </dgm:presLayoutVars>
      </dgm:prSet>
      <dgm:spPr/>
    </dgm:pt>
    <dgm:pt modelId="{4BDCF87D-C3CC-4F46-84C2-5559D8634FDB}" type="pres">
      <dgm:prSet presAssocID="{22593819-6F67-4C5C-A89F-B0F4D7B6DABA}" presName="level2hierChild" presStyleCnt="0"/>
      <dgm:spPr/>
    </dgm:pt>
    <dgm:pt modelId="{AD480681-AB5D-47D2-A5D7-DE4699B49C87}" type="pres">
      <dgm:prSet presAssocID="{239DA2BC-7CC1-4A23-8C08-EF26EFBF8A8C}" presName="conn2-1" presStyleLbl="parChTrans1D2" presStyleIdx="0" presStyleCnt="5"/>
      <dgm:spPr/>
    </dgm:pt>
    <dgm:pt modelId="{AA27375F-E3B9-44BA-8CF3-9B24560EEB05}" type="pres">
      <dgm:prSet presAssocID="{239DA2BC-7CC1-4A23-8C08-EF26EFBF8A8C}" presName="connTx" presStyleLbl="parChTrans1D2" presStyleIdx="0" presStyleCnt="5"/>
      <dgm:spPr/>
    </dgm:pt>
    <dgm:pt modelId="{5348BE9D-6B0F-4467-A714-5F28AE327418}" type="pres">
      <dgm:prSet presAssocID="{6B49463A-47BC-4394-A5A5-507EC4FEEBB2}" presName="root2" presStyleCnt="0"/>
      <dgm:spPr/>
    </dgm:pt>
    <dgm:pt modelId="{2F1AADBC-3E2E-4541-8865-4B855E159DCD}" type="pres">
      <dgm:prSet presAssocID="{6B49463A-47BC-4394-A5A5-507EC4FEEBB2}" presName="LevelTwoTextNode" presStyleLbl="node2" presStyleIdx="0" presStyleCnt="5">
        <dgm:presLayoutVars>
          <dgm:chPref val="3"/>
        </dgm:presLayoutVars>
      </dgm:prSet>
      <dgm:spPr/>
    </dgm:pt>
    <dgm:pt modelId="{7E519CF8-8B87-4390-88B2-7E66111962D6}" type="pres">
      <dgm:prSet presAssocID="{6B49463A-47BC-4394-A5A5-507EC4FEEBB2}" presName="level3hierChild" presStyleCnt="0"/>
      <dgm:spPr/>
    </dgm:pt>
    <dgm:pt modelId="{3B6C18D4-3539-4484-9FAB-E58580E54BA1}" type="pres">
      <dgm:prSet presAssocID="{83955E5F-915A-49E7-B020-D8CE3F8BAD84}" presName="conn2-1" presStyleLbl="parChTrans1D2" presStyleIdx="1" presStyleCnt="5"/>
      <dgm:spPr/>
    </dgm:pt>
    <dgm:pt modelId="{1FED38AC-76E6-47AB-A2FF-499CD7B5F214}" type="pres">
      <dgm:prSet presAssocID="{83955E5F-915A-49E7-B020-D8CE3F8BAD84}" presName="connTx" presStyleLbl="parChTrans1D2" presStyleIdx="1" presStyleCnt="5"/>
      <dgm:spPr/>
    </dgm:pt>
    <dgm:pt modelId="{260DF330-2ABC-46F4-A988-36D26FBDD355}" type="pres">
      <dgm:prSet presAssocID="{29D09D1A-8456-474E-BB63-7D0EF628DDDE}" presName="root2" presStyleCnt="0"/>
      <dgm:spPr/>
    </dgm:pt>
    <dgm:pt modelId="{D39DE058-1B3B-47B8-8203-838E2EFF2582}" type="pres">
      <dgm:prSet presAssocID="{29D09D1A-8456-474E-BB63-7D0EF628DDDE}" presName="LevelTwoTextNode" presStyleLbl="node2" presStyleIdx="1" presStyleCnt="5">
        <dgm:presLayoutVars>
          <dgm:chPref val="3"/>
        </dgm:presLayoutVars>
      </dgm:prSet>
      <dgm:spPr/>
    </dgm:pt>
    <dgm:pt modelId="{4C136E3B-A332-4977-8C85-01F2CC01C9D7}" type="pres">
      <dgm:prSet presAssocID="{29D09D1A-8456-474E-BB63-7D0EF628DDDE}" presName="level3hierChild" presStyleCnt="0"/>
      <dgm:spPr/>
    </dgm:pt>
    <dgm:pt modelId="{BEDEE256-1B04-4E91-81F8-CCD03CD86CF2}" type="pres">
      <dgm:prSet presAssocID="{AA2505A1-F959-4FF9-BC3C-98592F0B8129}" presName="conn2-1" presStyleLbl="parChTrans1D2" presStyleIdx="2" presStyleCnt="5"/>
      <dgm:spPr/>
    </dgm:pt>
    <dgm:pt modelId="{726C527E-2F94-42F1-8469-C097E307B740}" type="pres">
      <dgm:prSet presAssocID="{AA2505A1-F959-4FF9-BC3C-98592F0B8129}" presName="connTx" presStyleLbl="parChTrans1D2" presStyleIdx="2" presStyleCnt="5"/>
      <dgm:spPr/>
    </dgm:pt>
    <dgm:pt modelId="{0AC86FF2-57EB-4E5A-B1EF-A736A4F3E399}" type="pres">
      <dgm:prSet presAssocID="{04489AB0-B3AA-4681-8AE9-571AE48D4851}" presName="root2" presStyleCnt="0"/>
      <dgm:spPr/>
    </dgm:pt>
    <dgm:pt modelId="{94044AC7-2685-45BB-9E9A-6D84DFA5BB1A}" type="pres">
      <dgm:prSet presAssocID="{04489AB0-B3AA-4681-8AE9-571AE48D4851}" presName="LevelTwoTextNode" presStyleLbl="node2" presStyleIdx="2" presStyleCnt="5">
        <dgm:presLayoutVars>
          <dgm:chPref val="3"/>
        </dgm:presLayoutVars>
      </dgm:prSet>
      <dgm:spPr/>
    </dgm:pt>
    <dgm:pt modelId="{D7B93A3B-F7EF-4FB2-AFF1-398853EA9979}" type="pres">
      <dgm:prSet presAssocID="{04489AB0-B3AA-4681-8AE9-571AE48D4851}" presName="level3hierChild" presStyleCnt="0"/>
      <dgm:spPr/>
    </dgm:pt>
    <dgm:pt modelId="{2151A81A-5D9E-4206-91F5-4C5DE0419493}" type="pres">
      <dgm:prSet presAssocID="{E2F5E1E2-7830-41D4-8BB2-4D9972D45BE3}" presName="conn2-1" presStyleLbl="parChTrans1D2" presStyleIdx="3" presStyleCnt="5"/>
      <dgm:spPr/>
    </dgm:pt>
    <dgm:pt modelId="{9FE32DEE-2216-4309-8924-BB53E45EC9FE}" type="pres">
      <dgm:prSet presAssocID="{E2F5E1E2-7830-41D4-8BB2-4D9972D45BE3}" presName="connTx" presStyleLbl="parChTrans1D2" presStyleIdx="3" presStyleCnt="5"/>
      <dgm:spPr/>
    </dgm:pt>
    <dgm:pt modelId="{EFDF0CA0-FA3B-4E19-8293-8A7EC73354F7}" type="pres">
      <dgm:prSet presAssocID="{C14B7A34-5320-4274-A561-C4E5A6C1F108}" presName="root2" presStyleCnt="0"/>
      <dgm:spPr/>
    </dgm:pt>
    <dgm:pt modelId="{09986CB8-7161-4897-9F01-B7164A5F453B}" type="pres">
      <dgm:prSet presAssocID="{C14B7A34-5320-4274-A561-C4E5A6C1F108}" presName="LevelTwoTextNode" presStyleLbl="node2" presStyleIdx="3" presStyleCnt="5">
        <dgm:presLayoutVars>
          <dgm:chPref val="3"/>
        </dgm:presLayoutVars>
      </dgm:prSet>
      <dgm:spPr/>
    </dgm:pt>
    <dgm:pt modelId="{DF484371-5EDB-40B9-8EDE-1C24A3A23D9B}" type="pres">
      <dgm:prSet presAssocID="{C14B7A34-5320-4274-A561-C4E5A6C1F108}" presName="level3hierChild" presStyleCnt="0"/>
      <dgm:spPr/>
    </dgm:pt>
    <dgm:pt modelId="{BAB04DBC-6AD6-41F2-AE05-E0F3E235734E}" type="pres">
      <dgm:prSet presAssocID="{1B97B1E1-1F67-45E1-AA76-1D6E4AB1DB2F}" presName="conn2-1" presStyleLbl="parChTrans1D3" presStyleIdx="0" presStyleCnt="2"/>
      <dgm:spPr/>
    </dgm:pt>
    <dgm:pt modelId="{6F81CDD1-0DB2-4563-81C4-BAA287E0ED46}" type="pres">
      <dgm:prSet presAssocID="{1B97B1E1-1F67-45E1-AA76-1D6E4AB1DB2F}" presName="connTx" presStyleLbl="parChTrans1D3" presStyleIdx="0" presStyleCnt="2"/>
      <dgm:spPr/>
    </dgm:pt>
    <dgm:pt modelId="{661669A2-F5AC-4C39-B84E-52533F70BE70}" type="pres">
      <dgm:prSet presAssocID="{D29434B6-93C5-44AA-A3BD-0404766C267A}" presName="root2" presStyleCnt="0"/>
      <dgm:spPr/>
    </dgm:pt>
    <dgm:pt modelId="{EAE268AD-F4E4-44B0-AA32-9094BC033C0A}" type="pres">
      <dgm:prSet presAssocID="{D29434B6-93C5-44AA-A3BD-0404766C267A}" presName="LevelTwoTextNode" presStyleLbl="node3" presStyleIdx="0" presStyleCnt="2">
        <dgm:presLayoutVars>
          <dgm:chPref val="3"/>
        </dgm:presLayoutVars>
      </dgm:prSet>
      <dgm:spPr/>
    </dgm:pt>
    <dgm:pt modelId="{84F9E7EE-CB88-40F8-B8E9-78E15B9C90C0}" type="pres">
      <dgm:prSet presAssocID="{D29434B6-93C5-44AA-A3BD-0404766C267A}" presName="level3hierChild" presStyleCnt="0"/>
      <dgm:spPr/>
    </dgm:pt>
    <dgm:pt modelId="{1ABFBA65-4AF1-484D-B48E-AC77D8C30850}" type="pres">
      <dgm:prSet presAssocID="{0FD76DBC-D0DE-4304-9321-156B19CD4B8A}" presName="conn2-1" presStyleLbl="parChTrans1D3" presStyleIdx="1" presStyleCnt="2"/>
      <dgm:spPr/>
    </dgm:pt>
    <dgm:pt modelId="{2DA5DF73-2E86-41A4-87CB-B8B7CD0BFA45}" type="pres">
      <dgm:prSet presAssocID="{0FD76DBC-D0DE-4304-9321-156B19CD4B8A}" presName="connTx" presStyleLbl="parChTrans1D3" presStyleIdx="1" presStyleCnt="2"/>
      <dgm:spPr/>
    </dgm:pt>
    <dgm:pt modelId="{DFC5CDAA-10A0-46D1-ACB0-7FA51423E03B}" type="pres">
      <dgm:prSet presAssocID="{9B2D9E3E-0795-4EF8-AEAB-1B18FE942F03}" presName="root2" presStyleCnt="0"/>
      <dgm:spPr/>
    </dgm:pt>
    <dgm:pt modelId="{06FE405C-76AD-42AB-A10D-504A42675F8D}" type="pres">
      <dgm:prSet presAssocID="{9B2D9E3E-0795-4EF8-AEAB-1B18FE942F03}" presName="LevelTwoTextNode" presStyleLbl="node3" presStyleIdx="1" presStyleCnt="2">
        <dgm:presLayoutVars>
          <dgm:chPref val="3"/>
        </dgm:presLayoutVars>
      </dgm:prSet>
      <dgm:spPr/>
    </dgm:pt>
    <dgm:pt modelId="{4771DC8B-D8B2-4338-BDB7-12650BB411F2}" type="pres">
      <dgm:prSet presAssocID="{9B2D9E3E-0795-4EF8-AEAB-1B18FE942F03}" presName="level3hierChild" presStyleCnt="0"/>
      <dgm:spPr/>
    </dgm:pt>
    <dgm:pt modelId="{AFC18D72-27C4-429D-A49A-1759E116D7FC}" type="pres">
      <dgm:prSet presAssocID="{AFCF7EE1-3554-40BF-ADDE-DE8FD0D2EC05}" presName="conn2-1" presStyleLbl="parChTrans1D2" presStyleIdx="4" presStyleCnt="5"/>
      <dgm:spPr/>
    </dgm:pt>
    <dgm:pt modelId="{271EA5E0-DB8D-4450-9113-893B61A94962}" type="pres">
      <dgm:prSet presAssocID="{AFCF7EE1-3554-40BF-ADDE-DE8FD0D2EC05}" presName="connTx" presStyleLbl="parChTrans1D2" presStyleIdx="4" presStyleCnt="5"/>
      <dgm:spPr/>
    </dgm:pt>
    <dgm:pt modelId="{2D6E8DC1-D244-4E5B-BB1F-B8FE2B58840C}" type="pres">
      <dgm:prSet presAssocID="{C02E95CD-5F04-431B-BB43-07DDE967C8D8}" presName="root2" presStyleCnt="0"/>
      <dgm:spPr/>
    </dgm:pt>
    <dgm:pt modelId="{E7A72451-3225-43B9-92E0-64B162A529F5}" type="pres">
      <dgm:prSet presAssocID="{C02E95CD-5F04-431B-BB43-07DDE967C8D8}" presName="LevelTwoTextNode" presStyleLbl="node2" presStyleIdx="4" presStyleCnt="5">
        <dgm:presLayoutVars>
          <dgm:chPref val="3"/>
        </dgm:presLayoutVars>
      </dgm:prSet>
      <dgm:spPr/>
    </dgm:pt>
    <dgm:pt modelId="{F3F200A7-E813-442D-8CB2-DE15596CB6F8}" type="pres">
      <dgm:prSet presAssocID="{C02E95CD-5F04-431B-BB43-07DDE967C8D8}" presName="level3hierChild" presStyleCnt="0"/>
      <dgm:spPr/>
    </dgm:pt>
  </dgm:ptLst>
  <dgm:cxnLst>
    <dgm:cxn modelId="{8D454B02-2D64-42A2-996C-53683C21995C}" srcId="{C14B7A34-5320-4274-A561-C4E5A6C1F108}" destId="{D29434B6-93C5-44AA-A3BD-0404766C267A}" srcOrd="0" destOrd="0" parTransId="{1B97B1E1-1F67-45E1-AA76-1D6E4AB1DB2F}" sibTransId="{B1211D86-4365-4462-B6F9-346F5FE6D5D8}"/>
    <dgm:cxn modelId="{E24B1909-F10D-46D4-9AB8-2D2F73F8233D}" type="presOf" srcId="{AFCF7EE1-3554-40BF-ADDE-DE8FD0D2EC05}" destId="{AFC18D72-27C4-429D-A49A-1759E116D7FC}" srcOrd="0" destOrd="0" presId="urn:microsoft.com/office/officeart/2008/layout/HorizontalMultiLevelHierarchy"/>
    <dgm:cxn modelId="{C3A78C0F-168F-4969-B723-A8BE445A9924}" type="presOf" srcId="{0FD76DBC-D0DE-4304-9321-156B19CD4B8A}" destId="{2DA5DF73-2E86-41A4-87CB-B8B7CD0BFA45}" srcOrd="1" destOrd="0" presId="urn:microsoft.com/office/officeart/2008/layout/HorizontalMultiLevelHierarchy"/>
    <dgm:cxn modelId="{75EFE927-2430-4697-92A1-7E2B8BB67E3F}" type="presOf" srcId="{E2F5E1E2-7830-41D4-8BB2-4D9972D45BE3}" destId="{2151A81A-5D9E-4206-91F5-4C5DE0419493}" srcOrd="0" destOrd="0" presId="urn:microsoft.com/office/officeart/2008/layout/HorizontalMultiLevelHierarchy"/>
    <dgm:cxn modelId="{83ECAE28-F04E-44A2-A48D-318CBCF1878E}" type="presOf" srcId="{239DA2BC-7CC1-4A23-8C08-EF26EFBF8A8C}" destId="{AA27375F-E3B9-44BA-8CF3-9B24560EEB05}" srcOrd="1" destOrd="0" presId="urn:microsoft.com/office/officeart/2008/layout/HorizontalMultiLevelHierarchy"/>
    <dgm:cxn modelId="{8EB5FB2D-19B4-4E72-8942-5796F33B69C6}" type="presOf" srcId="{9B2D9E3E-0795-4EF8-AEAB-1B18FE942F03}" destId="{06FE405C-76AD-42AB-A10D-504A42675F8D}" srcOrd="0" destOrd="0" presId="urn:microsoft.com/office/officeart/2008/layout/HorizontalMultiLevelHierarchy"/>
    <dgm:cxn modelId="{D647AF37-6145-4046-9430-5432F078EE40}" type="presOf" srcId="{04489AB0-B3AA-4681-8AE9-571AE48D4851}" destId="{94044AC7-2685-45BB-9E9A-6D84DFA5BB1A}" srcOrd="0" destOrd="0" presId="urn:microsoft.com/office/officeart/2008/layout/HorizontalMultiLevelHierarchy"/>
    <dgm:cxn modelId="{C241D839-F85E-48AE-8BBB-6505221ABF08}" type="presOf" srcId="{83955E5F-915A-49E7-B020-D8CE3F8BAD84}" destId="{1FED38AC-76E6-47AB-A2FF-499CD7B5F214}" srcOrd="1" destOrd="0" presId="urn:microsoft.com/office/officeart/2008/layout/HorizontalMultiLevelHierarchy"/>
    <dgm:cxn modelId="{A0A6D73E-6691-4B56-8CC1-FFB9E82A1231}" srcId="{C14B7A34-5320-4274-A561-C4E5A6C1F108}" destId="{9B2D9E3E-0795-4EF8-AEAB-1B18FE942F03}" srcOrd="1" destOrd="0" parTransId="{0FD76DBC-D0DE-4304-9321-156B19CD4B8A}" sibTransId="{06C5E7D5-ED75-45CB-BAA0-E32B401E0C0D}"/>
    <dgm:cxn modelId="{7F17F341-C0C8-4C84-9EB0-5DA66296345B}" srcId="{22593819-6F67-4C5C-A89F-B0F4D7B6DABA}" destId="{04489AB0-B3AA-4681-8AE9-571AE48D4851}" srcOrd="2" destOrd="0" parTransId="{AA2505A1-F959-4FF9-BC3C-98592F0B8129}" sibTransId="{C8239A91-E981-4DA5-9A02-355D3AB304DF}"/>
    <dgm:cxn modelId="{BC6D0845-6C5A-431A-8031-7B96F575BF87}" type="presOf" srcId="{AFCF7EE1-3554-40BF-ADDE-DE8FD0D2EC05}" destId="{271EA5E0-DB8D-4450-9113-893B61A94962}" srcOrd="1" destOrd="0" presId="urn:microsoft.com/office/officeart/2008/layout/HorizontalMultiLevelHierarchy"/>
    <dgm:cxn modelId="{BD119B46-C6A3-4C9F-8AE5-8D572FEBF23B}" type="presOf" srcId="{4EA1BA8D-AC6A-48EF-8EC0-6E2A08DF13EF}" destId="{2E9D3665-AEF1-4B30-81D3-ECBC9CA897E9}" srcOrd="0" destOrd="0" presId="urn:microsoft.com/office/officeart/2008/layout/HorizontalMultiLevelHierarchy"/>
    <dgm:cxn modelId="{1A962D68-D17E-4BD6-B7B5-20A698C6ED2F}" type="presOf" srcId="{239DA2BC-7CC1-4A23-8C08-EF26EFBF8A8C}" destId="{AD480681-AB5D-47D2-A5D7-DE4699B49C87}" srcOrd="0" destOrd="0" presId="urn:microsoft.com/office/officeart/2008/layout/HorizontalMultiLevelHierarchy"/>
    <dgm:cxn modelId="{0AB31B4B-A8DA-49C9-9AEE-6AA6BB3717A6}" type="presOf" srcId="{AA2505A1-F959-4FF9-BC3C-98592F0B8129}" destId="{726C527E-2F94-42F1-8469-C097E307B740}" srcOrd="1" destOrd="0" presId="urn:microsoft.com/office/officeart/2008/layout/HorizontalMultiLevelHierarchy"/>
    <dgm:cxn modelId="{D92E1E4F-11B1-430A-AA14-B826E3E27DDA}" type="presOf" srcId="{E2F5E1E2-7830-41D4-8BB2-4D9972D45BE3}" destId="{9FE32DEE-2216-4309-8924-BB53E45EC9FE}" srcOrd="1" destOrd="0" presId="urn:microsoft.com/office/officeart/2008/layout/HorizontalMultiLevelHierarchy"/>
    <dgm:cxn modelId="{2382AE59-2C20-4ED3-9AC8-80CD93E8BDB7}" type="presOf" srcId="{29D09D1A-8456-474E-BB63-7D0EF628DDDE}" destId="{D39DE058-1B3B-47B8-8203-838E2EFF2582}" srcOrd="0" destOrd="0" presId="urn:microsoft.com/office/officeart/2008/layout/HorizontalMultiLevelHierarchy"/>
    <dgm:cxn modelId="{550A105A-D78A-4A3D-9883-FD2CDE82C675}" srcId="{22593819-6F67-4C5C-A89F-B0F4D7B6DABA}" destId="{C14B7A34-5320-4274-A561-C4E5A6C1F108}" srcOrd="3" destOrd="0" parTransId="{E2F5E1E2-7830-41D4-8BB2-4D9972D45BE3}" sibTransId="{D9C89B1F-D913-4A40-B176-F2F0CD03E6CA}"/>
    <dgm:cxn modelId="{83CFB386-E543-4F57-B353-B91FC35D831C}" type="presOf" srcId="{22593819-6F67-4C5C-A89F-B0F4D7B6DABA}" destId="{1EFA3485-60AC-4828-9ECC-AFFD3ED15DBC}" srcOrd="0" destOrd="0" presId="urn:microsoft.com/office/officeart/2008/layout/HorizontalMultiLevelHierarchy"/>
    <dgm:cxn modelId="{AB81C5B1-270D-4EC5-ABE1-EE544369B81C}" srcId="{4EA1BA8D-AC6A-48EF-8EC0-6E2A08DF13EF}" destId="{22593819-6F67-4C5C-A89F-B0F4D7B6DABA}" srcOrd="0" destOrd="0" parTransId="{8B07597C-0406-411F-9D6B-E586B4910158}" sibTransId="{9B84ADA5-E0EA-4E2A-9A75-2F47D97A539F}"/>
    <dgm:cxn modelId="{DFE222C0-ACEF-437F-BF19-CDFCEEF0C0C6}" type="presOf" srcId="{C02E95CD-5F04-431B-BB43-07DDE967C8D8}" destId="{E7A72451-3225-43B9-92E0-64B162A529F5}" srcOrd="0" destOrd="0" presId="urn:microsoft.com/office/officeart/2008/layout/HorizontalMultiLevelHierarchy"/>
    <dgm:cxn modelId="{692AC8C0-F081-4A2C-A6A6-2C87C39BC6DF}" type="presOf" srcId="{1B97B1E1-1F67-45E1-AA76-1D6E4AB1DB2F}" destId="{6F81CDD1-0DB2-4563-81C4-BAA287E0ED46}" srcOrd="1" destOrd="0" presId="urn:microsoft.com/office/officeart/2008/layout/HorizontalMultiLevelHierarchy"/>
    <dgm:cxn modelId="{477924CA-F31A-4EC6-86BC-159EF3D3A19C}" srcId="{22593819-6F67-4C5C-A89F-B0F4D7B6DABA}" destId="{C02E95CD-5F04-431B-BB43-07DDE967C8D8}" srcOrd="4" destOrd="0" parTransId="{AFCF7EE1-3554-40BF-ADDE-DE8FD0D2EC05}" sibTransId="{77E16DF7-AE71-482B-B15E-689320BDEA82}"/>
    <dgm:cxn modelId="{55435CD3-1C18-468E-A59B-6D7E890D2D8D}" type="presOf" srcId="{6B49463A-47BC-4394-A5A5-507EC4FEEBB2}" destId="{2F1AADBC-3E2E-4541-8865-4B855E159DCD}" srcOrd="0" destOrd="0" presId="urn:microsoft.com/office/officeart/2008/layout/HorizontalMultiLevelHierarchy"/>
    <dgm:cxn modelId="{98E715D7-C0AE-4B07-825F-8347BE0D16CA}" type="presOf" srcId="{D29434B6-93C5-44AA-A3BD-0404766C267A}" destId="{EAE268AD-F4E4-44B0-AA32-9094BC033C0A}" srcOrd="0" destOrd="0" presId="urn:microsoft.com/office/officeart/2008/layout/HorizontalMultiLevelHierarchy"/>
    <dgm:cxn modelId="{7B5482D7-E9A8-4AFD-9E13-96575677D14A}" type="presOf" srcId="{83955E5F-915A-49E7-B020-D8CE3F8BAD84}" destId="{3B6C18D4-3539-4484-9FAB-E58580E54BA1}" srcOrd="0" destOrd="0" presId="urn:microsoft.com/office/officeart/2008/layout/HorizontalMultiLevelHierarchy"/>
    <dgm:cxn modelId="{8B7BB0EA-8D84-46B5-823D-D08C88258A38}" srcId="{22593819-6F67-4C5C-A89F-B0F4D7B6DABA}" destId="{29D09D1A-8456-474E-BB63-7D0EF628DDDE}" srcOrd="1" destOrd="0" parTransId="{83955E5F-915A-49E7-B020-D8CE3F8BAD84}" sibTransId="{52F0494B-DB84-4219-B345-4B471338D0BB}"/>
    <dgm:cxn modelId="{56A3E4F8-4726-4F37-9773-3078D38858C6}" type="presOf" srcId="{AA2505A1-F959-4FF9-BC3C-98592F0B8129}" destId="{BEDEE256-1B04-4E91-81F8-CCD03CD86CF2}" srcOrd="0" destOrd="0" presId="urn:microsoft.com/office/officeart/2008/layout/HorizontalMultiLevelHierarchy"/>
    <dgm:cxn modelId="{532A2AFC-4736-4AA8-8783-30260A5BD949}" type="presOf" srcId="{0FD76DBC-D0DE-4304-9321-156B19CD4B8A}" destId="{1ABFBA65-4AF1-484D-B48E-AC77D8C30850}" srcOrd="0" destOrd="0" presId="urn:microsoft.com/office/officeart/2008/layout/HorizontalMultiLevelHierarchy"/>
    <dgm:cxn modelId="{9ED9D3FC-FFE4-4A97-B436-B17BEC134E0A}" type="presOf" srcId="{C14B7A34-5320-4274-A561-C4E5A6C1F108}" destId="{09986CB8-7161-4897-9F01-B7164A5F453B}" srcOrd="0" destOrd="0" presId="urn:microsoft.com/office/officeart/2008/layout/HorizontalMultiLevelHierarchy"/>
    <dgm:cxn modelId="{36940AFE-4834-407D-A2F3-4D310DFFF268}" type="presOf" srcId="{1B97B1E1-1F67-45E1-AA76-1D6E4AB1DB2F}" destId="{BAB04DBC-6AD6-41F2-AE05-E0F3E235734E}" srcOrd="0" destOrd="0" presId="urn:microsoft.com/office/officeart/2008/layout/HorizontalMultiLevelHierarchy"/>
    <dgm:cxn modelId="{AFF5FDFF-3AEF-4FC8-A2F1-DB58FD3691F1}" srcId="{22593819-6F67-4C5C-A89F-B0F4D7B6DABA}" destId="{6B49463A-47BC-4394-A5A5-507EC4FEEBB2}" srcOrd="0" destOrd="0" parTransId="{239DA2BC-7CC1-4A23-8C08-EF26EFBF8A8C}" sibTransId="{9B837769-91BB-4CDB-AD0F-B68A99A14482}"/>
    <dgm:cxn modelId="{CF2E63A7-1FBF-4C12-AD95-3096A517BC72}" type="presParOf" srcId="{2E9D3665-AEF1-4B30-81D3-ECBC9CA897E9}" destId="{06F297B0-ABAE-43DA-994E-A08328DB4C86}" srcOrd="0" destOrd="0" presId="urn:microsoft.com/office/officeart/2008/layout/HorizontalMultiLevelHierarchy"/>
    <dgm:cxn modelId="{6B6CCF00-F188-4E64-83C2-F072718827A8}" type="presParOf" srcId="{06F297B0-ABAE-43DA-994E-A08328DB4C86}" destId="{1EFA3485-60AC-4828-9ECC-AFFD3ED15DBC}" srcOrd="0" destOrd="0" presId="urn:microsoft.com/office/officeart/2008/layout/HorizontalMultiLevelHierarchy"/>
    <dgm:cxn modelId="{E8C94DCE-BC7A-4D42-A1BA-35D74653DD63}" type="presParOf" srcId="{06F297B0-ABAE-43DA-994E-A08328DB4C86}" destId="{4BDCF87D-C3CC-4F46-84C2-5559D8634FDB}" srcOrd="1" destOrd="0" presId="urn:microsoft.com/office/officeart/2008/layout/HorizontalMultiLevelHierarchy"/>
    <dgm:cxn modelId="{AC4D1A2E-DA2A-464D-964F-26DF6BE9FA2C}" type="presParOf" srcId="{4BDCF87D-C3CC-4F46-84C2-5559D8634FDB}" destId="{AD480681-AB5D-47D2-A5D7-DE4699B49C87}" srcOrd="0" destOrd="0" presId="urn:microsoft.com/office/officeart/2008/layout/HorizontalMultiLevelHierarchy"/>
    <dgm:cxn modelId="{4BC31778-00AE-4BEC-ABD2-8F6011D7B237}" type="presParOf" srcId="{AD480681-AB5D-47D2-A5D7-DE4699B49C87}" destId="{AA27375F-E3B9-44BA-8CF3-9B24560EEB05}" srcOrd="0" destOrd="0" presId="urn:microsoft.com/office/officeart/2008/layout/HorizontalMultiLevelHierarchy"/>
    <dgm:cxn modelId="{41E82E96-ED08-4DC6-9F23-7586F35E4BBD}" type="presParOf" srcId="{4BDCF87D-C3CC-4F46-84C2-5559D8634FDB}" destId="{5348BE9D-6B0F-4467-A714-5F28AE327418}" srcOrd="1" destOrd="0" presId="urn:microsoft.com/office/officeart/2008/layout/HorizontalMultiLevelHierarchy"/>
    <dgm:cxn modelId="{AB81A52A-BBD1-42E7-BC28-EF48653AE209}" type="presParOf" srcId="{5348BE9D-6B0F-4467-A714-5F28AE327418}" destId="{2F1AADBC-3E2E-4541-8865-4B855E159DCD}" srcOrd="0" destOrd="0" presId="urn:microsoft.com/office/officeart/2008/layout/HorizontalMultiLevelHierarchy"/>
    <dgm:cxn modelId="{AB8149CB-1ECE-450B-AAD1-5C53F64F3A79}" type="presParOf" srcId="{5348BE9D-6B0F-4467-A714-5F28AE327418}" destId="{7E519CF8-8B87-4390-88B2-7E66111962D6}" srcOrd="1" destOrd="0" presId="urn:microsoft.com/office/officeart/2008/layout/HorizontalMultiLevelHierarchy"/>
    <dgm:cxn modelId="{F79BC000-CB73-4D8F-8D1A-7BE9861B6188}" type="presParOf" srcId="{4BDCF87D-C3CC-4F46-84C2-5559D8634FDB}" destId="{3B6C18D4-3539-4484-9FAB-E58580E54BA1}" srcOrd="2" destOrd="0" presId="urn:microsoft.com/office/officeart/2008/layout/HorizontalMultiLevelHierarchy"/>
    <dgm:cxn modelId="{0AE1A699-0E6A-47F1-BFA7-D1DA0709407D}" type="presParOf" srcId="{3B6C18D4-3539-4484-9FAB-E58580E54BA1}" destId="{1FED38AC-76E6-47AB-A2FF-499CD7B5F214}" srcOrd="0" destOrd="0" presId="urn:microsoft.com/office/officeart/2008/layout/HorizontalMultiLevelHierarchy"/>
    <dgm:cxn modelId="{6988DA73-EAED-4D6E-A837-FE8C4D9BB883}" type="presParOf" srcId="{4BDCF87D-C3CC-4F46-84C2-5559D8634FDB}" destId="{260DF330-2ABC-46F4-A988-36D26FBDD355}" srcOrd="3" destOrd="0" presId="urn:microsoft.com/office/officeart/2008/layout/HorizontalMultiLevelHierarchy"/>
    <dgm:cxn modelId="{D0E132E1-2EFB-485F-BCE9-2A2B3CA7E2C1}" type="presParOf" srcId="{260DF330-2ABC-46F4-A988-36D26FBDD355}" destId="{D39DE058-1B3B-47B8-8203-838E2EFF2582}" srcOrd="0" destOrd="0" presId="urn:microsoft.com/office/officeart/2008/layout/HorizontalMultiLevelHierarchy"/>
    <dgm:cxn modelId="{ADA35C76-5DC9-4EDD-BD8C-C7FB8160DFE6}" type="presParOf" srcId="{260DF330-2ABC-46F4-A988-36D26FBDD355}" destId="{4C136E3B-A332-4977-8C85-01F2CC01C9D7}" srcOrd="1" destOrd="0" presId="urn:microsoft.com/office/officeart/2008/layout/HorizontalMultiLevelHierarchy"/>
    <dgm:cxn modelId="{A2E3FB9B-CB3E-41CA-8A72-FFBFF327765D}" type="presParOf" srcId="{4BDCF87D-C3CC-4F46-84C2-5559D8634FDB}" destId="{BEDEE256-1B04-4E91-81F8-CCD03CD86CF2}" srcOrd="4" destOrd="0" presId="urn:microsoft.com/office/officeart/2008/layout/HorizontalMultiLevelHierarchy"/>
    <dgm:cxn modelId="{785BE431-945C-40D5-9D5E-E01CF37B3632}" type="presParOf" srcId="{BEDEE256-1B04-4E91-81F8-CCD03CD86CF2}" destId="{726C527E-2F94-42F1-8469-C097E307B740}" srcOrd="0" destOrd="0" presId="urn:microsoft.com/office/officeart/2008/layout/HorizontalMultiLevelHierarchy"/>
    <dgm:cxn modelId="{D207056B-BEFA-4E4A-BD89-8E55BAC8DEC7}" type="presParOf" srcId="{4BDCF87D-C3CC-4F46-84C2-5559D8634FDB}" destId="{0AC86FF2-57EB-4E5A-B1EF-A736A4F3E399}" srcOrd="5" destOrd="0" presId="urn:microsoft.com/office/officeart/2008/layout/HorizontalMultiLevelHierarchy"/>
    <dgm:cxn modelId="{7717F2B6-64FD-429B-B1EB-EF3B20F7FBEC}" type="presParOf" srcId="{0AC86FF2-57EB-4E5A-B1EF-A736A4F3E399}" destId="{94044AC7-2685-45BB-9E9A-6D84DFA5BB1A}" srcOrd="0" destOrd="0" presId="urn:microsoft.com/office/officeart/2008/layout/HorizontalMultiLevelHierarchy"/>
    <dgm:cxn modelId="{3AB06D38-AB4F-4194-8032-F418902AF1D4}" type="presParOf" srcId="{0AC86FF2-57EB-4E5A-B1EF-A736A4F3E399}" destId="{D7B93A3B-F7EF-4FB2-AFF1-398853EA9979}" srcOrd="1" destOrd="0" presId="urn:microsoft.com/office/officeart/2008/layout/HorizontalMultiLevelHierarchy"/>
    <dgm:cxn modelId="{F4B85D92-3E64-45FF-8495-D63F6A283636}" type="presParOf" srcId="{4BDCF87D-C3CC-4F46-84C2-5559D8634FDB}" destId="{2151A81A-5D9E-4206-91F5-4C5DE0419493}" srcOrd="6" destOrd="0" presId="urn:microsoft.com/office/officeart/2008/layout/HorizontalMultiLevelHierarchy"/>
    <dgm:cxn modelId="{4F640B18-A8D2-469E-BDB3-066B67F070D9}" type="presParOf" srcId="{2151A81A-5D9E-4206-91F5-4C5DE0419493}" destId="{9FE32DEE-2216-4309-8924-BB53E45EC9FE}" srcOrd="0" destOrd="0" presId="urn:microsoft.com/office/officeart/2008/layout/HorizontalMultiLevelHierarchy"/>
    <dgm:cxn modelId="{7256DE24-EDC3-426F-9FAC-149ABEC1F5D1}" type="presParOf" srcId="{4BDCF87D-C3CC-4F46-84C2-5559D8634FDB}" destId="{EFDF0CA0-FA3B-4E19-8293-8A7EC73354F7}" srcOrd="7" destOrd="0" presId="urn:microsoft.com/office/officeart/2008/layout/HorizontalMultiLevelHierarchy"/>
    <dgm:cxn modelId="{AD8ACD5F-2907-4735-9D95-D73FD85EA2D8}" type="presParOf" srcId="{EFDF0CA0-FA3B-4E19-8293-8A7EC73354F7}" destId="{09986CB8-7161-4897-9F01-B7164A5F453B}" srcOrd="0" destOrd="0" presId="urn:microsoft.com/office/officeart/2008/layout/HorizontalMultiLevelHierarchy"/>
    <dgm:cxn modelId="{7D8E1A94-EE69-4CB0-8546-C0DE888C86EA}" type="presParOf" srcId="{EFDF0CA0-FA3B-4E19-8293-8A7EC73354F7}" destId="{DF484371-5EDB-40B9-8EDE-1C24A3A23D9B}" srcOrd="1" destOrd="0" presId="urn:microsoft.com/office/officeart/2008/layout/HorizontalMultiLevelHierarchy"/>
    <dgm:cxn modelId="{8095220E-4055-4CFD-8CCD-151C89D5C316}" type="presParOf" srcId="{DF484371-5EDB-40B9-8EDE-1C24A3A23D9B}" destId="{BAB04DBC-6AD6-41F2-AE05-E0F3E235734E}" srcOrd="0" destOrd="0" presId="urn:microsoft.com/office/officeart/2008/layout/HorizontalMultiLevelHierarchy"/>
    <dgm:cxn modelId="{1EF5A2A0-B1D6-46C8-93B6-3B28EE1144A0}" type="presParOf" srcId="{BAB04DBC-6AD6-41F2-AE05-E0F3E235734E}" destId="{6F81CDD1-0DB2-4563-81C4-BAA287E0ED46}" srcOrd="0" destOrd="0" presId="urn:microsoft.com/office/officeart/2008/layout/HorizontalMultiLevelHierarchy"/>
    <dgm:cxn modelId="{C0E9F673-CF09-41A9-BC55-27C66C24A843}" type="presParOf" srcId="{DF484371-5EDB-40B9-8EDE-1C24A3A23D9B}" destId="{661669A2-F5AC-4C39-B84E-52533F70BE70}" srcOrd="1" destOrd="0" presId="urn:microsoft.com/office/officeart/2008/layout/HorizontalMultiLevelHierarchy"/>
    <dgm:cxn modelId="{C1CAC81A-9321-4557-99DB-17B0701BC027}" type="presParOf" srcId="{661669A2-F5AC-4C39-B84E-52533F70BE70}" destId="{EAE268AD-F4E4-44B0-AA32-9094BC033C0A}" srcOrd="0" destOrd="0" presId="urn:microsoft.com/office/officeart/2008/layout/HorizontalMultiLevelHierarchy"/>
    <dgm:cxn modelId="{0A03DCCC-19A4-494D-8AAD-9647DC6B38E8}" type="presParOf" srcId="{661669A2-F5AC-4C39-B84E-52533F70BE70}" destId="{84F9E7EE-CB88-40F8-B8E9-78E15B9C90C0}" srcOrd="1" destOrd="0" presId="urn:microsoft.com/office/officeart/2008/layout/HorizontalMultiLevelHierarchy"/>
    <dgm:cxn modelId="{96769209-038E-46D4-AA62-7FF13FA35082}" type="presParOf" srcId="{DF484371-5EDB-40B9-8EDE-1C24A3A23D9B}" destId="{1ABFBA65-4AF1-484D-B48E-AC77D8C30850}" srcOrd="2" destOrd="0" presId="urn:microsoft.com/office/officeart/2008/layout/HorizontalMultiLevelHierarchy"/>
    <dgm:cxn modelId="{328A4E6A-CA67-412D-B053-4D4986E15405}" type="presParOf" srcId="{1ABFBA65-4AF1-484D-B48E-AC77D8C30850}" destId="{2DA5DF73-2E86-41A4-87CB-B8B7CD0BFA45}" srcOrd="0" destOrd="0" presId="urn:microsoft.com/office/officeart/2008/layout/HorizontalMultiLevelHierarchy"/>
    <dgm:cxn modelId="{AE797062-18B3-4F39-A444-4545B0393D22}" type="presParOf" srcId="{DF484371-5EDB-40B9-8EDE-1C24A3A23D9B}" destId="{DFC5CDAA-10A0-46D1-ACB0-7FA51423E03B}" srcOrd="3" destOrd="0" presId="urn:microsoft.com/office/officeart/2008/layout/HorizontalMultiLevelHierarchy"/>
    <dgm:cxn modelId="{C193B32D-290E-4FEA-B230-23E6F7F529F8}" type="presParOf" srcId="{DFC5CDAA-10A0-46D1-ACB0-7FA51423E03B}" destId="{06FE405C-76AD-42AB-A10D-504A42675F8D}" srcOrd="0" destOrd="0" presId="urn:microsoft.com/office/officeart/2008/layout/HorizontalMultiLevelHierarchy"/>
    <dgm:cxn modelId="{7CA57BEE-CA0B-49B3-81B4-0AB188EA26DF}" type="presParOf" srcId="{DFC5CDAA-10A0-46D1-ACB0-7FA51423E03B}" destId="{4771DC8B-D8B2-4338-BDB7-12650BB411F2}" srcOrd="1" destOrd="0" presId="urn:microsoft.com/office/officeart/2008/layout/HorizontalMultiLevelHierarchy"/>
    <dgm:cxn modelId="{9498CB67-0742-4188-87F5-8173ED5E26A0}" type="presParOf" srcId="{4BDCF87D-C3CC-4F46-84C2-5559D8634FDB}" destId="{AFC18D72-27C4-429D-A49A-1759E116D7FC}" srcOrd="8" destOrd="0" presId="urn:microsoft.com/office/officeart/2008/layout/HorizontalMultiLevelHierarchy"/>
    <dgm:cxn modelId="{E895814E-8935-407A-993F-26EE25FB6FBB}" type="presParOf" srcId="{AFC18D72-27C4-429D-A49A-1759E116D7FC}" destId="{271EA5E0-DB8D-4450-9113-893B61A94962}" srcOrd="0" destOrd="0" presId="urn:microsoft.com/office/officeart/2008/layout/HorizontalMultiLevelHierarchy"/>
    <dgm:cxn modelId="{8D4B74CB-064E-470B-9772-86BF577F8830}" type="presParOf" srcId="{4BDCF87D-C3CC-4F46-84C2-5559D8634FDB}" destId="{2D6E8DC1-D244-4E5B-BB1F-B8FE2B58840C}" srcOrd="9" destOrd="0" presId="urn:microsoft.com/office/officeart/2008/layout/HorizontalMultiLevelHierarchy"/>
    <dgm:cxn modelId="{C5DD13A3-C208-4F10-B705-8AED730EB669}" type="presParOf" srcId="{2D6E8DC1-D244-4E5B-BB1F-B8FE2B58840C}" destId="{E7A72451-3225-43B9-92E0-64B162A529F5}" srcOrd="0" destOrd="0" presId="urn:microsoft.com/office/officeart/2008/layout/HorizontalMultiLevelHierarchy"/>
    <dgm:cxn modelId="{3E6FB2C0-168D-48A0-8521-B1FCC16788AE}" type="presParOf" srcId="{2D6E8DC1-D244-4E5B-BB1F-B8FE2B58840C}" destId="{F3F200A7-E813-442D-8CB2-DE15596CB6F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309623B-6E77-40E9-91C6-B03B91D384BE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018AE3F-3D73-4955-8764-F4A0EED4207A}">
      <dgm:prSet phldrT="[Text]" custT="1"/>
      <dgm:spPr/>
      <dgm:t>
        <a:bodyPr/>
        <a:lstStyle/>
        <a:p>
          <a:r>
            <a:rPr lang="es-MX" sz="1800" dirty="0"/>
            <a:t>Valores de Mercado</a:t>
          </a:r>
        </a:p>
        <a:p>
          <a:r>
            <a:rPr lang="es-MX" sz="1000" dirty="0"/>
            <a:t>LISR 27-XIII</a:t>
          </a:r>
        </a:p>
      </dgm:t>
    </dgm:pt>
    <dgm:pt modelId="{8872E8FB-38C6-4899-AD14-F172ACC830F3}" type="parTrans" cxnId="{87392F85-93B0-4A53-A572-94790DE4823F}">
      <dgm:prSet/>
      <dgm:spPr/>
      <dgm:t>
        <a:bodyPr/>
        <a:lstStyle/>
        <a:p>
          <a:endParaRPr lang="es-MX"/>
        </a:p>
      </dgm:t>
    </dgm:pt>
    <dgm:pt modelId="{DC79C75D-4E13-4FD6-BFF0-1AACBDB52556}" type="sibTrans" cxnId="{87392F85-93B0-4A53-A572-94790DE4823F}">
      <dgm:prSet/>
      <dgm:spPr/>
      <dgm:t>
        <a:bodyPr/>
        <a:lstStyle/>
        <a:p>
          <a:endParaRPr lang="es-MX"/>
        </a:p>
      </dgm:t>
    </dgm:pt>
    <dgm:pt modelId="{CCED8DE0-1D26-45BE-9DDF-C18999575492}">
      <dgm:prSet phldrT="[Text]" custT="1"/>
      <dgm:spPr/>
      <dgm:t>
        <a:bodyPr/>
        <a:lstStyle/>
        <a:p>
          <a:r>
            <a:rPr lang="es-MX" sz="1200" dirty="0"/>
            <a:t>Con REFIPRES</a:t>
          </a:r>
        </a:p>
        <a:p>
          <a:r>
            <a:rPr lang="es-MX" sz="1000" dirty="0"/>
            <a:t>LISR 28-XXIII</a:t>
          </a:r>
        </a:p>
      </dgm:t>
    </dgm:pt>
    <dgm:pt modelId="{BC291D56-4510-43E6-82A8-DB5FD40426C3}" type="parTrans" cxnId="{649B20B1-D7C1-4888-B4C2-137902DF2974}">
      <dgm:prSet/>
      <dgm:spPr/>
      <dgm:t>
        <a:bodyPr/>
        <a:lstStyle/>
        <a:p>
          <a:endParaRPr lang="es-MX"/>
        </a:p>
      </dgm:t>
    </dgm:pt>
    <dgm:pt modelId="{76360601-F482-4651-AE37-666C6170FA9E}" type="sibTrans" cxnId="{649B20B1-D7C1-4888-B4C2-137902DF2974}">
      <dgm:prSet/>
      <dgm:spPr/>
      <dgm:t>
        <a:bodyPr/>
        <a:lstStyle/>
        <a:p>
          <a:endParaRPr lang="es-MX"/>
        </a:p>
      </dgm:t>
    </dgm:pt>
    <dgm:pt modelId="{779392DB-57B6-4C0C-9367-D706661D2E79}">
      <dgm:prSet phldrT="[Text]"/>
      <dgm:spPr>
        <a:solidFill>
          <a:srgbClr val="FFC000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Con Estudio de Precios de Transferencia</a:t>
          </a:r>
        </a:p>
      </dgm:t>
    </dgm:pt>
    <dgm:pt modelId="{7FB238DB-69EA-448D-9783-F36A8B003875}" type="parTrans" cxnId="{36FC1FEF-4B61-4C98-96AF-1A49218D6278}">
      <dgm:prSet/>
      <dgm:spPr/>
      <dgm:t>
        <a:bodyPr/>
        <a:lstStyle/>
        <a:p>
          <a:endParaRPr lang="es-MX"/>
        </a:p>
      </dgm:t>
    </dgm:pt>
    <dgm:pt modelId="{D7330C53-B341-41EC-9490-C46E7A4A6140}" type="sibTrans" cxnId="{36FC1FEF-4B61-4C98-96AF-1A49218D6278}">
      <dgm:prSet/>
      <dgm:spPr/>
      <dgm:t>
        <a:bodyPr/>
        <a:lstStyle/>
        <a:p>
          <a:endParaRPr lang="es-MX"/>
        </a:p>
      </dgm:t>
    </dgm:pt>
    <dgm:pt modelId="{5297FB5B-5353-444A-84A5-C2EE38CB7036}">
      <dgm:prSet custT="1"/>
      <dgm:spPr/>
      <dgm:t>
        <a:bodyPr/>
        <a:lstStyle/>
        <a:p>
          <a:r>
            <a:rPr lang="es-MX" sz="1200" dirty="0"/>
            <a:t>Con Controladora o Controlada NO Residente</a:t>
          </a:r>
        </a:p>
        <a:p>
          <a:r>
            <a:rPr lang="es-MX" sz="1000" dirty="0"/>
            <a:t>LISR 28-XXXI</a:t>
          </a:r>
        </a:p>
      </dgm:t>
    </dgm:pt>
    <dgm:pt modelId="{98E53BCB-78F4-4079-A7A5-2EC3EC506D93}" type="parTrans" cxnId="{3EE8C43A-7A34-4190-9710-E6D6A3B5E3A6}">
      <dgm:prSet/>
      <dgm:spPr/>
      <dgm:t>
        <a:bodyPr/>
        <a:lstStyle/>
        <a:p>
          <a:endParaRPr lang="es-MX"/>
        </a:p>
      </dgm:t>
    </dgm:pt>
    <dgm:pt modelId="{2FE705FF-598C-4DF7-BC21-ADA1D3F90390}" type="sibTrans" cxnId="{3EE8C43A-7A34-4190-9710-E6D6A3B5E3A6}">
      <dgm:prSet/>
      <dgm:spPr/>
      <dgm:t>
        <a:bodyPr/>
        <a:lstStyle/>
        <a:p>
          <a:endParaRPr lang="es-MX"/>
        </a:p>
      </dgm:t>
    </dgm:pt>
    <dgm:pt modelId="{6CF8DE77-CE6E-470D-BE98-9FC19904653C}">
      <dgm:prSet/>
      <dgm:spPr/>
      <dgm:t>
        <a:bodyPr/>
        <a:lstStyle/>
        <a:p>
          <a:r>
            <a:rPr lang="es-MX" dirty="0"/>
            <a:t>Intereses, Regalías o Asistencia Técnica</a:t>
          </a:r>
        </a:p>
      </dgm:t>
    </dgm:pt>
    <dgm:pt modelId="{95485944-E281-43EB-AF9A-567D992DAF8F}" type="parTrans" cxnId="{2100CC46-FE46-4E8A-B508-4FEB45D9B2B7}">
      <dgm:prSet/>
      <dgm:spPr/>
      <dgm:t>
        <a:bodyPr/>
        <a:lstStyle/>
        <a:p>
          <a:endParaRPr lang="es-MX"/>
        </a:p>
      </dgm:t>
    </dgm:pt>
    <dgm:pt modelId="{CD29358B-439E-4949-B75C-2AC1AAADDF4F}" type="sibTrans" cxnId="{2100CC46-FE46-4E8A-B508-4FEB45D9B2B7}">
      <dgm:prSet/>
      <dgm:spPr/>
      <dgm:t>
        <a:bodyPr/>
        <a:lstStyle/>
        <a:p>
          <a:endParaRPr lang="es-MX"/>
        </a:p>
      </dgm:t>
    </dgm:pt>
    <dgm:pt modelId="{10443836-73E6-4BE1-BA02-D0C5A10CC5EE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Entidad Transparente</a:t>
          </a:r>
        </a:p>
      </dgm:t>
    </dgm:pt>
    <dgm:pt modelId="{0DC40FC3-B7EF-4CE4-AD3A-E41293E4174B}" type="parTrans" cxnId="{70956616-8237-405E-B858-1E1B593A38B5}">
      <dgm:prSet/>
      <dgm:spPr/>
      <dgm:t>
        <a:bodyPr/>
        <a:lstStyle/>
        <a:p>
          <a:endParaRPr lang="es-MX"/>
        </a:p>
      </dgm:t>
    </dgm:pt>
    <dgm:pt modelId="{8698F135-A1FF-43C2-B79E-12D966F7F4ED}" type="sibTrans" cxnId="{70956616-8237-405E-B858-1E1B593A38B5}">
      <dgm:prSet/>
      <dgm:spPr/>
      <dgm:t>
        <a:bodyPr/>
        <a:lstStyle/>
        <a:p>
          <a:endParaRPr lang="es-MX"/>
        </a:p>
      </dgm:t>
    </dgm:pt>
    <dgm:pt modelId="{666D87A5-5D37-4031-BF2B-4521FD006223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Pago inexistente fiscalmente</a:t>
          </a:r>
        </a:p>
      </dgm:t>
    </dgm:pt>
    <dgm:pt modelId="{2FD1D85C-364F-4E0F-A162-021ECCCCBA0B}" type="parTrans" cxnId="{5DDA3000-2634-4380-9DCA-03FC7FA244D0}">
      <dgm:prSet/>
      <dgm:spPr/>
      <dgm:t>
        <a:bodyPr/>
        <a:lstStyle/>
        <a:p>
          <a:endParaRPr lang="es-MX"/>
        </a:p>
      </dgm:t>
    </dgm:pt>
    <dgm:pt modelId="{C79CCD8F-9F87-4340-804E-622B4EBE7EC3}" type="sibTrans" cxnId="{5DDA3000-2634-4380-9DCA-03FC7FA244D0}">
      <dgm:prSet/>
      <dgm:spPr/>
      <dgm:t>
        <a:bodyPr/>
        <a:lstStyle/>
        <a:p>
          <a:endParaRPr lang="es-MX"/>
        </a:p>
      </dgm:t>
    </dgm:pt>
    <dgm:pt modelId="{A7EBA270-67E2-4948-9D9E-7A61BC0202CB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Ingreso no gravado</a:t>
          </a:r>
        </a:p>
      </dgm:t>
    </dgm:pt>
    <dgm:pt modelId="{204201FB-F2AD-4CF1-AD33-4A0211389326}" type="parTrans" cxnId="{9C2B974C-1F0B-4D30-A35B-E8BC112D94AF}">
      <dgm:prSet/>
      <dgm:spPr/>
      <dgm:t>
        <a:bodyPr/>
        <a:lstStyle/>
        <a:p>
          <a:endParaRPr lang="es-MX"/>
        </a:p>
      </dgm:t>
    </dgm:pt>
    <dgm:pt modelId="{3ACC0C66-9121-42BB-911C-E2648B35D554}" type="sibTrans" cxnId="{9C2B974C-1F0B-4D30-A35B-E8BC112D94AF}">
      <dgm:prSet/>
      <dgm:spPr/>
      <dgm:t>
        <a:bodyPr/>
        <a:lstStyle/>
        <a:p>
          <a:endParaRPr lang="es-MX"/>
        </a:p>
      </dgm:t>
    </dgm:pt>
    <dgm:pt modelId="{3CFE7C86-8FB8-4A66-B407-BBAF787D6633}">
      <dgm:prSet/>
      <dgm:spPr>
        <a:solidFill>
          <a:srgbClr val="FF0000"/>
        </a:solidFill>
      </dgm:spPr>
      <dgm:t>
        <a:bodyPr/>
        <a:lstStyle/>
        <a:p>
          <a:r>
            <a:rPr lang="en-US" dirty="0"/>
            <a:t>Sin </a:t>
          </a:r>
          <a:r>
            <a:rPr lang="en-US" dirty="0" err="1"/>
            <a:t>Estudio</a:t>
          </a:r>
          <a:r>
            <a:rPr lang="en-US" dirty="0"/>
            <a:t> de </a:t>
          </a:r>
          <a:r>
            <a:rPr lang="en-US" dirty="0" err="1"/>
            <a:t>Precios</a:t>
          </a:r>
          <a:r>
            <a:rPr lang="en-US" dirty="0"/>
            <a:t> de </a:t>
          </a:r>
          <a:r>
            <a:rPr lang="en-US" dirty="0" err="1"/>
            <a:t>Transferencia</a:t>
          </a:r>
          <a:endParaRPr lang="en-US" dirty="0"/>
        </a:p>
      </dgm:t>
    </dgm:pt>
    <dgm:pt modelId="{D82D01CD-8F3A-4339-A828-00E1507AB784}" type="parTrans" cxnId="{0D88CA51-0776-4903-8BB3-3B6D406534D9}">
      <dgm:prSet/>
      <dgm:spPr/>
      <dgm:t>
        <a:bodyPr/>
        <a:lstStyle/>
        <a:p>
          <a:endParaRPr lang="en-US"/>
        </a:p>
      </dgm:t>
    </dgm:pt>
    <dgm:pt modelId="{5FC06277-F656-4572-A728-11917FF62D0E}" type="sibTrans" cxnId="{0D88CA51-0776-4903-8BB3-3B6D406534D9}">
      <dgm:prSet/>
      <dgm:spPr/>
      <dgm:t>
        <a:bodyPr/>
        <a:lstStyle/>
        <a:p>
          <a:endParaRPr lang="en-US"/>
        </a:p>
      </dgm:t>
    </dgm:pt>
    <dgm:pt modelId="{8ED69DF7-6160-4C2A-AAAE-F4D31BABBCD4}">
      <dgm:prSet/>
      <dgm:spPr>
        <a:solidFill>
          <a:srgbClr val="92D050"/>
        </a:solidFill>
      </dgm:spPr>
      <dgm:t>
        <a:bodyPr/>
        <a:lstStyle/>
        <a:p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rango</a:t>
          </a:r>
          <a:endParaRPr lang="en-US" dirty="0"/>
        </a:p>
      </dgm:t>
    </dgm:pt>
    <dgm:pt modelId="{3CA6355E-120F-46FD-A06A-17E0A4057987}" type="parTrans" cxnId="{393B4AD2-C727-4E51-A93D-B03D96AC8454}">
      <dgm:prSet/>
      <dgm:spPr/>
      <dgm:t>
        <a:bodyPr/>
        <a:lstStyle/>
        <a:p>
          <a:endParaRPr lang="en-US"/>
        </a:p>
      </dgm:t>
    </dgm:pt>
    <dgm:pt modelId="{7E082DA0-ED1A-4F9C-820A-3CA37DAAFE0D}" type="sibTrans" cxnId="{393B4AD2-C727-4E51-A93D-B03D96AC8454}">
      <dgm:prSet/>
      <dgm:spPr/>
      <dgm:t>
        <a:bodyPr/>
        <a:lstStyle/>
        <a:p>
          <a:endParaRPr lang="en-US"/>
        </a:p>
      </dgm:t>
    </dgm:pt>
    <dgm:pt modelId="{5132335F-D5C7-479A-8791-7233D7B33951}">
      <dgm:prSet/>
      <dgm:spPr>
        <a:solidFill>
          <a:srgbClr val="FF0000"/>
        </a:solidFill>
      </dgm:spPr>
      <dgm:t>
        <a:bodyPr/>
        <a:lstStyle/>
        <a:p>
          <a:r>
            <a:rPr lang="en-US" dirty="0" err="1"/>
            <a:t>Fuera</a:t>
          </a:r>
          <a:r>
            <a:rPr lang="en-US" dirty="0"/>
            <a:t> de </a:t>
          </a:r>
          <a:r>
            <a:rPr lang="en-US" dirty="0" err="1"/>
            <a:t>Rango</a:t>
          </a:r>
          <a:endParaRPr lang="en-US" dirty="0"/>
        </a:p>
      </dgm:t>
    </dgm:pt>
    <dgm:pt modelId="{1D98D482-9AE3-436E-BAD6-59F178CAB9E8}" type="parTrans" cxnId="{F436E2EB-8D44-49B5-89FC-8A5A28AA3513}">
      <dgm:prSet/>
      <dgm:spPr/>
      <dgm:t>
        <a:bodyPr/>
        <a:lstStyle/>
        <a:p>
          <a:endParaRPr lang="en-US"/>
        </a:p>
      </dgm:t>
    </dgm:pt>
    <dgm:pt modelId="{F05A1DC8-C4BA-4401-8944-8AB4B10F424F}" type="sibTrans" cxnId="{F436E2EB-8D44-49B5-89FC-8A5A28AA3513}">
      <dgm:prSet/>
      <dgm:spPr/>
      <dgm:t>
        <a:bodyPr/>
        <a:lstStyle/>
        <a:p>
          <a:endParaRPr lang="en-US"/>
        </a:p>
      </dgm:t>
    </dgm:pt>
    <dgm:pt modelId="{92083721-5D7E-4320-AD32-911AC1418A2B}">
      <dgm:prSet custT="1"/>
      <dgm:spPr/>
      <dgm:t>
        <a:bodyPr/>
        <a:lstStyle/>
        <a:p>
          <a:r>
            <a:rPr lang="es-MX" sz="1100" dirty="0"/>
            <a:t>Con Partes Relacionadas</a:t>
          </a:r>
        </a:p>
        <a:p>
          <a:r>
            <a:rPr lang="es-MX" sz="1000" dirty="0"/>
            <a:t>LISR 76-IX y XII</a:t>
          </a:r>
        </a:p>
      </dgm:t>
    </dgm:pt>
    <dgm:pt modelId="{95DCF7A7-734F-48B1-B8A8-7F07C71712B1}" type="parTrans" cxnId="{050AE6AD-D748-4D89-A773-BA006ACCC8B4}">
      <dgm:prSet/>
      <dgm:spPr/>
      <dgm:t>
        <a:bodyPr/>
        <a:lstStyle/>
        <a:p>
          <a:endParaRPr lang="es-MX"/>
        </a:p>
      </dgm:t>
    </dgm:pt>
    <dgm:pt modelId="{B65EDAC3-2250-4AEE-B567-83E6DFBF8752}" type="sibTrans" cxnId="{050AE6AD-D748-4D89-A773-BA006ACCC8B4}">
      <dgm:prSet/>
      <dgm:spPr/>
      <dgm:t>
        <a:bodyPr/>
        <a:lstStyle/>
        <a:p>
          <a:endParaRPr lang="es-MX"/>
        </a:p>
      </dgm:t>
    </dgm:pt>
    <dgm:pt modelId="{673E2221-BAB0-45C2-86C3-A21BF3623A39}">
      <dgm:prSet/>
      <dgm:spPr>
        <a:solidFill>
          <a:srgbClr val="FFC000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Con Estudio de Precios de Transferencia</a:t>
          </a:r>
        </a:p>
      </dgm:t>
    </dgm:pt>
    <dgm:pt modelId="{E68957E4-08D7-477B-90FF-ABE55D5E2257}" type="parTrans" cxnId="{E24AC1EC-1C9D-4900-8412-9C56AB45EB60}">
      <dgm:prSet/>
      <dgm:spPr/>
      <dgm:t>
        <a:bodyPr/>
        <a:lstStyle/>
        <a:p>
          <a:endParaRPr lang="es-MX"/>
        </a:p>
      </dgm:t>
    </dgm:pt>
    <dgm:pt modelId="{5C158E8D-6D93-46A1-A8C4-B26F902A37B9}" type="sibTrans" cxnId="{E24AC1EC-1C9D-4900-8412-9C56AB45EB60}">
      <dgm:prSet/>
      <dgm:spPr/>
      <dgm:t>
        <a:bodyPr/>
        <a:lstStyle/>
        <a:p>
          <a:endParaRPr lang="es-MX"/>
        </a:p>
      </dgm:t>
    </dgm:pt>
    <dgm:pt modelId="{6DA311D3-FECD-4E72-AD8B-A998BF2115D1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Sin Estudio de Precios de Transferencia</a:t>
          </a:r>
        </a:p>
      </dgm:t>
    </dgm:pt>
    <dgm:pt modelId="{84FA14A9-4DA7-446A-817B-79EB8DEAAAB3}" type="parTrans" cxnId="{E023D54B-253B-4793-BBC6-1C39C1F8EF14}">
      <dgm:prSet/>
      <dgm:spPr/>
      <dgm:t>
        <a:bodyPr/>
        <a:lstStyle/>
        <a:p>
          <a:endParaRPr lang="es-MX"/>
        </a:p>
      </dgm:t>
    </dgm:pt>
    <dgm:pt modelId="{F1B3A5A0-4F6C-4890-9BCE-740D4441F4CB}" type="sibTrans" cxnId="{E023D54B-253B-4793-BBC6-1C39C1F8EF14}">
      <dgm:prSet/>
      <dgm:spPr/>
      <dgm:t>
        <a:bodyPr/>
        <a:lstStyle/>
        <a:p>
          <a:endParaRPr lang="es-MX"/>
        </a:p>
      </dgm:t>
    </dgm:pt>
    <dgm:pt modelId="{4839C77F-7E5D-4D05-ADB7-4EE3773189E8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En rango</a:t>
          </a:r>
        </a:p>
      </dgm:t>
    </dgm:pt>
    <dgm:pt modelId="{D225E4AC-0E61-48A0-A8C7-1F46D90A63D2}" type="parTrans" cxnId="{5617AD16-ABF1-47FF-BC7C-23670CF0F0E4}">
      <dgm:prSet/>
      <dgm:spPr/>
      <dgm:t>
        <a:bodyPr/>
        <a:lstStyle/>
        <a:p>
          <a:endParaRPr lang="es-MX"/>
        </a:p>
      </dgm:t>
    </dgm:pt>
    <dgm:pt modelId="{DC9F0C71-9813-417B-B28A-6FCD8D7EC943}" type="sibTrans" cxnId="{5617AD16-ABF1-47FF-BC7C-23670CF0F0E4}">
      <dgm:prSet/>
      <dgm:spPr/>
      <dgm:t>
        <a:bodyPr/>
        <a:lstStyle/>
        <a:p>
          <a:endParaRPr lang="es-MX"/>
        </a:p>
      </dgm:t>
    </dgm:pt>
    <dgm:pt modelId="{2BD74F57-134B-46B5-B637-AB5C98302A50}">
      <dgm:prSet/>
      <dgm:spPr/>
      <dgm:t>
        <a:bodyPr/>
        <a:lstStyle/>
        <a:p>
          <a:r>
            <a:rPr lang="es-MX" dirty="0"/>
            <a:t>Fuera de Rango</a:t>
          </a:r>
        </a:p>
      </dgm:t>
    </dgm:pt>
    <dgm:pt modelId="{AC7E928D-10CE-4385-92B4-70F0EB2E3DFC}" type="parTrans" cxnId="{BA43A327-A43E-4E1A-B8C2-46C1D51765C4}">
      <dgm:prSet/>
      <dgm:spPr/>
      <dgm:t>
        <a:bodyPr/>
        <a:lstStyle/>
        <a:p>
          <a:endParaRPr lang="es-MX"/>
        </a:p>
      </dgm:t>
    </dgm:pt>
    <dgm:pt modelId="{3477F8C1-E18C-4A6E-B2CE-93BFF8862A96}" type="sibTrans" cxnId="{BA43A327-A43E-4E1A-B8C2-46C1D51765C4}">
      <dgm:prSet/>
      <dgm:spPr/>
      <dgm:t>
        <a:bodyPr/>
        <a:lstStyle/>
        <a:p>
          <a:endParaRPr lang="es-MX"/>
        </a:p>
      </dgm:t>
    </dgm:pt>
    <dgm:pt modelId="{5A58BAAC-5541-4057-8524-7BFCBBB4E02C}">
      <dgm:prSet custT="1"/>
      <dgm:spPr>
        <a:solidFill>
          <a:srgbClr val="FF0000"/>
        </a:solidFill>
      </dgm:spPr>
      <dgm:t>
        <a:bodyPr/>
        <a:lstStyle/>
        <a:p>
          <a:r>
            <a:rPr lang="es-MX" sz="1000" dirty="0"/>
            <a:t>No deducible el Excedente</a:t>
          </a:r>
        </a:p>
        <a:p>
          <a:r>
            <a:rPr lang="es-MX" sz="1000" dirty="0"/>
            <a:t>LISR 27-XIII</a:t>
          </a:r>
        </a:p>
      </dgm:t>
    </dgm:pt>
    <dgm:pt modelId="{58DC3861-9DC6-41B4-8A0E-D2C65D686855}" type="parTrans" cxnId="{13DF4169-3CEB-4DE7-AD85-AF239A9581EC}">
      <dgm:prSet/>
      <dgm:spPr/>
      <dgm:t>
        <a:bodyPr/>
        <a:lstStyle/>
        <a:p>
          <a:endParaRPr lang="es-MX"/>
        </a:p>
      </dgm:t>
    </dgm:pt>
    <dgm:pt modelId="{C50E03F6-E5CF-4CC3-8BF2-687BC823C34B}" type="sibTrans" cxnId="{13DF4169-3CEB-4DE7-AD85-AF239A9581EC}">
      <dgm:prSet/>
      <dgm:spPr/>
      <dgm:t>
        <a:bodyPr/>
        <a:lstStyle/>
        <a:p>
          <a:endParaRPr lang="es-MX"/>
        </a:p>
      </dgm:t>
    </dgm:pt>
    <dgm:pt modelId="{E33411F5-B811-418F-B9B0-A5A886B5248A}" type="pres">
      <dgm:prSet presAssocID="{8309623B-6E77-40E9-91C6-B03B91D384B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83C2AAB-A126-4FB3-92A3-2EFF968B586A}" type="pres">
      <dgm:prSet presAssocID="{7018AE3F-3D73-4955-8764-F4A0EED4207A}" presName="root1" presStyleCnt="0"/>
      <dgm:spPr/>
    </dgm:pt>
    <dgm:pt modelId="{CC591316-8B2E-409F-A874-190895DC09CC}" type="pres">
      <dgm:prSet presAssocID="{7018AE3F-3D73-4955-8764-F4A0EED4207A}" presName="LevelOneTextNode" presStyleLbl="node0" presStyleIdx="0" presStyleCnt="1" custScaleX="144947">
        <dgm:presLayoutVars>
          <dgm:chPref val="3"/>
        </dgm:presLayoutVars>
      </dgm:prSet>
      <dgm:spPr/>
    </dgm:pt>
    <dgm:pt modelId="{8763C1F6-7519-487D-83AD-B95538742C93}" type="pres">
      <dgm:prSet presAssocID="{7018AE3F-3D73-4955-8764-F4A0EED4207A}" presName="level2hierChild" presStyleCnt="0"/>
      <dgm:spPr/>
    </dgm:pt>
    <dgm:pt modelId="{AA6BD481-2ADB-4F7C-A8D1-B804229FB7DE}" type="pres">
      <dgm:prSet presAssocID="{BC291D56-4510-43E6-82A8-DB5FD40426C3}" presName="conn2-1" presStyleLbl="parChTrans1D2" presStyleIdx="0" presStyleCnt="3"/>
      <dgm:spPr/>
    </dgm:pt>
    <dgm:pt modelId="{086BE265-E96E-47E9-BA2E-879C1A38D6EF}" type="pres">
      <dgm:prSet presAssocID="{BC291D56-4510-43E6-82A8-DB5FD40426C3}" presName="connTx" presStyleLbl="parChTrans1D2" presStyleIdx="0" presStyleCnt="3"/>
      <dgm:spPr/>
    </dgm:pt>
    <dgm:pt modelId="{5D808436-B7CD-46D1-952F-FC014F120B87}" type="pres">
      <dgm:prSet presAssocID="{CCED8DE0-1D26-45BE-9DDF-C18999575492}" presName="root2" presStyleCnt="0"/>
      <dgm:spPr/>
    </dgm:pt>
    <dgm:pt modelId="{2F999524-7C77-4166-8B47-E9FC2DD37D69}" type="pres">
      <dgm:prSet presAssocID="{CCED8DE0-1D26-45BE-9DDF-C18999575492}" presName="LevelTwoTextNode" presStyleLbl="node2" presStyleIdx="0" presStyleCnt="3">
        <dgm:presLayoutVars>
          <dgm:chPref val="3"/>
        </dgm:presLayoutVars>
      </dgm:prSet>
      <dgm:spPr/>
    </dgm:pt>
    <dgm:pt modelId="{0C487C1F-8A7E-4774-BB55-6CDE02E33F85}" type="pres">
      <dgm:prSet presAssocID="{CCED8DE0-1D26-45BE-9DDF-C18999575492}" presName="level3hierChild" presStyleCnt="0"/>
      <dgm:spPr/>
    </dgm:pt>
    <dgm:pt modelId="{C99B02FB-B8B8-496A-AEDB-936657C217B9}" type="pres">
      <dgm:prSet presAssocID="{7FB238DB-69EA-448D-9783-F36A8B003875}" presName="conn2-1" presStyleLbl="parChTrans1D3" presStyleIdx="0" presStyleCnt="5"/>
      <dgm:spPr/>
    </dgm:pt>
    <dgm:pt modelId="{76772DB8-4D3A-4CF3-A8F6-760EEC4C81D0}" type="pres">
      <dgm:prSet presAssocID="{7FB238DB-69EA-448D-9783-F36A8B003875}" presName="connTx" presStyleLbl="parChTrans1D3" presStyleIdx="0" presStyleCnt="5"/>
      <dgm:spPr/>
    </dgm:pt>
    <dgm:pt modelId="{0FBC6B37-D654-4F52-B4F1-7CBCC32FC3DD}" type="pres">
      <dgm:prSet presAssocID="{779392DB-57B6-4C0C-9367-D706661D2E79}" presName="root2" presStyleCnt="0"/>
      <dgm:spPr/>
    </dgm:pt>
    <dgm:pt modelId="{C08A0DD4-B011-4C57-9BA1-3C07097773F7}" type="pres">
      <dgm:prSet presAssocID="{779392DB-57B6-4C0C-9367-D706661D2E79}" presName="LevelTwoTextNode" presStyleLbl="node3" presStyleIdx="0" presStyleCnt="5">
        <dgm:presLayoutVars>
          <dgm:chPref val="3"/>
        </dgm:presLayoutVars>
      </dgm:prSet>
      <dgm:spPr/>
    </dgm:pt>
    <dgm:pt modelId="{A4F2EB7C-7619-4B3D-9AAD-A160BC4F1984}" type="pres">
      <dgm:prSet presAssocID="{779392DB-57B6-4C0C-9367-D706661D2E79}" presName="level3hierChild" presStyleCnt="0"/>
      <dgm:spPr/>
    </dgm:pt>
    <dgm:pt modelId="{48B789A4-A15A-479C-A0AD-8FFD69AFC280}" type="pres">
      <dgm:prSet presAssocID="{3CA6355E-120F-46FD-A06A-17E0A4057987}" presName="conn2-1" presStyleLbl="parChTrans1D4" presStyleIdx="0" presStyleCnt="8"/>
      <dgm:spPr/>
    </dgm:pt>
    <dgm:pt modelId="{4019DF3D-7B6F-4381-8302-310A823FDD76}" type="pres">
      <dgm:prSet presAssocID="{3CA6355E-120F-46FD-A06A-17E0A4057987}" presName="connTx" presStyleLbl="parChTrans1D4" presStyleIdx="0" presStyleCnt="8"/>
      <dgm:spPr/>
    </dgm:pt>
    <dgm:pt modelId="{8D1ABDC4-C333-494C-87CA-BBE90E1C9953}" type="pres">
      <dgm:prSet presAssocID="{8ED69DF7-6160-4C2A-AAAE-F4D31BABBCD4}" presName="root2" presStyleCnt="0"/>
      <dgm:spPr/>
    </dgm:pt>
    <dgm:pt modelId="{839D4C65-77B4-4A00-B810-F2FC483F8123}" type="pres">
      <dgm:prSet presAssocID="{8ED69DF7-6160-4C2A-AAAE-F4D31BABBCD4}" presName="LevelTwoTextNode" presStyleLbl="node4" presStyleIdx="0" presStyleCnt="8">
        <dgm:presLayoutVars>
          <dgm:chPref val="3"/>
        </dgm:presLayoutVars>
      </dgm:prSet>
      <dgm:spPr/>
    </dgm:pt>
    <dgm:pt modelId="{39E20CA6-3135-46AE-8553-852576914D37}" type="pres">
      <dgm:prSet presAssocID="{8ED69DF7-6160-4C2A-AAAE-F4D31BABBCD4}" presName="level3hierChild" presStyleCnt="0"/>
      <dgm:spPr/>
    </dgm:pt>
    <dgm:pt modelId="{F58AED50-7F32-4D69-A23C-8BE56A28DEFA}" type="pres">
      <dgm:prSet presAssocID="{1D98D482-9AE3-436E-BAD6-59F178CAB9E8}" presName="conn2-1" presStyleLbl="parChTrans1D4" presStyleIdx="1" presStyleCnt="8"/>
      <dgm:spPr/>
    </dgm:pt>
    <dgm:pt modelId="{3C55B485-8EBF-474B-B847-296A64A18878}" type="pres">
      <dgm:prSet presAssocID="{1D98D482-9AE3-436E-BAD6-59F178CAB9E8}" presName="connTx" presStyleLbl="parChTrans1D4" presStyleIdx="1" presStyleCnt="8"/>
      <dgm:spPr/>
    </dgm:pt>
    <dgm:pt modelId="{6742BE9A-8A8A-466F-9B13-44F2A4BEFF84}" type="pres">
      <dgm:prSet presAssocID="{5132335F-D5C7-479A-8791-7233D7B33951}" presName="root2" presStyleCnt="0"/>
      <dgm:spPr/>
    </dgm:pt>
    <dgm:pt modelId="{1F48218B-5A89-46CD-AA7B-54D41F04D0F1}" type="pres">
      <dgm:prSet presAssocID="{5132335F-D5C7-479A-8791-7233D7B33951}" presName="LevelTwoTextNode" presStyleLbl="node4" presStyleIdx="1" presStyleCnt="8">
        <dgm:presLayoutVars>
          <dgm:chPref val="3"/>
        </dgm:presLayoutVars>
      </dgm:prSet>
      <dgm:spPr/>
    </dgm:pt>
    <dgm:pt modelId="{D513C03D-AAB5-4995-B6A6-D97582A92E05}" type="pres">
      <dgm:prSet presAssocID="{5132335F-D5C7-479A-8791-7233D7B33951}" presName="level3hierChild" presStyleCnt="0"/>
      <dgm:spPr/>
    </dgm:pt>
    <dgm:pt modelId="{DB7B376D-7898-4EB3-A7CF-EEDCE56D329D}" type="pres">
      <dgm:prSet presAssocID="{D82D01CD-8F3A-4339-A828-00E1507AB784}" presName="conn2-1" presStyleLbl="parChTrans1D3" presStyleIdx="1" presStyleCnt="5"/>
      <dgm:spPr/>
    </dgm:pt>
    <dgm:pt modelId="{0C31FA2A-8C17-414A-BAD9-3BB8C2CB5C50}" type="pres">
      <dgm:prSet presAssocID="{D82D01CD-8F3A-4339-A828-00E1507AB784}" presName="connTx" presStyleLbl="parChTrans1D3" presStyleIdx="1" presStyleCnt="5"/>
      <dgm:spPr/>
    </dgm:pt>
    <dgm:pt modelId="{8CD58F7D-6F1C-4D21-A2B7-935611246A3A}" type="pres">
      <dgm:prSet presAssocID="{3CFE7C86-8FB8-4A66-B407-BBAF787D6633}" presName="root2" presStyleCnt="0"/>
      <dgm:spPr/>
    </dgm:pt>
    <dgm:pt modelId="{1A290415-E497-4DFB-9A50-A168E31F4774}" type="pres">
      <dgm:prSet presAssocID="{3CFE7C86-8FB8-4A66-B407-BBAF787D6633}" presName="LevelTwoTextNode" presStyleLbl="node3" presStyleIdx="1" presStyleCnt="5">
        <dgm:presLayoutVars>
          <dgm:chPref val="3"/>
        </dgm:presLayoutVars>
      </dgm:prSet>
      <dgm:spPr/>
    </dgm:pt>
    <dgm:pt modelId="{9BE8254B-56F2-4EBA-9D19-063CDAFC8E00}" type="pres">
      <dgm:prSet presAssocID="{3CFE7C86-8FB8-4A66-B407-BBAF787D6633}" presName="level3hierChild" presStyleCnt="0"/>
      <dgm:spPr/>
    </dgm:pt>
    <dgm:pt modelId="{5543D4D8-F7E0-4EA8-A791-D4586082B78D}" type="pres">
      <dgm:prSet presAssocID="{95DCF7A7-734F-48B1-B8A8-7F07C71712B1}" presName="conn2-1" presStyleLbl="parChTrans1D2" presStyleIdx="1" presStyleCnt="3"/>
      <dgm:spPr/>
    </dgm:pt>
    <dgm:pt modelId="{92AFE877-BB22-468C-AF46-2293DB06F945}" type="pres">
      <dgm:prSet presAssocID="{95DCF7A7-734F-48B1-B8A8-7F07C71712B1}" presName="connTx" presStyleLbl="parChTrans1D2" presStyleIdx="1" presStyleCnt="3"/>
      <dgm:spPr/>
    </dgm:pt>
    <dgm:pt modelId="{2BA8454B-E95A-4C97-A876-3B1941A2C3DC}" type="pres">
      <dgm:prSet presAssocID="{92083721-5D7E-4320-AD32-911AC1418A2B}" presName="root2" presStyleCnt="0"/>
      <dgm:spPr/>
    </dgm:pt>
    <dgm:pt modelId="{CC4F0220-885B-4744-802B-1D6C8AA6FDAD}" type="pres">
      <dgm:prSet presAssocID="{92083721-5D7E-4320-AD32-911AC1418A2B}" presName="LevelTwoTextNode" presStyleLbl="node2" presStyleIdx="1" presStyleCnt="3">
        <dgm:presLayoutVars>
          <dgm:chPref val="3"/>
        </dgm:presLayoutVars>
      </dgm:prSet>
      <dgm:spPr/>
    </dgm:pt>
    <dgm:pt modelId="{95E92479-0171-4D1B-8E99-C7F27FC917FB}" type="pres">
      <dgm:prSet presAssocID="{92083721-5D7E-4320-AD32-911AC1418A2B}" presName="level3hierChild" presStyleCnt="0"/>
      <dgm:spPr/>
    </dgm:pt>
    <dgm:pt modelId="{4E37D65D-1B7D-4200-AB5F-CB0790F229D5}" type="pres">
      <dgm:prSet presAssocID="{E68957E4-08D7-477B-90FF-ABE55D5E2257}" presName="conn2-1" presStyleLbl="parChTrans1D3" presStyleIdx="2" presStyleCnt="5"/>
      <dgm:spPr/>
    </dgm:pt>
    <dgm:pt modelId="{CE17276B-FA36-499A-834F-7A82E2A71530}" type="pres">
      <dgm:prSet presAssocID="{E68957E4-08D7-477B-90FF-ABE55D5E2257}" presName="connTx" presStyleLbl="parChTrans1D3" presStyleIdx="2" presStyleCnt="5"/>
      <dgm:spPr/>
    </dgm:pt>
    <dgm:pt modelId="{38939FCB-D3CA-446B-A693-CEB10BCFC36B}" type="pres">
      <dgm:prSet presAssocID="{673E2221-BAB0-45C2-86C3-A21BF3623A39}" presName="root2" presStyleCnt="0"/>
      <dgm:spPr/>
    </dgm:pt>
    <dgm:pt modelId="{6ADBFE87-F9E4-42CB-BEAB-53AE608F4CDC}" type="pres">
      <dgm:prSet presAssocID="{673E2221-BAB0-45C2-86C3-A21BF3623A39}" presName="LevelTwoTextNode" presStyleLbl="node3" presStyleIdx="2" presStyleCnt="5">
        <dgm:presLayoutVars>
          <dgm:chPref val="3"/>
        </dgm:presLayoutVars>
      </dgm:prSet>
      <dgm:spPr/>
    </dgm:pt>
    <dgm:pt modelId="{9A253C94-FB09-4BC7-8815-B8851405DF80}" type="pres">
      <dgm:prSet presAssocID="{673E2221-BAB0-45C2-86C3-A21BF3623A39}" presName="level3hierChild" presStyleCnt="0"/>
      <dgm:spPr/>
    </dgm:pt>
    <dgm:pt modelId="{5EAC026D-0D1E-4A75-AB3C-C68695CAB046}" type="pres">
      <dgm:prSet presAssocID="{D225E4AC-0E61-48A0-A8C7-1F46D90A63D2}" presName="conn2-1" presStyleLbl="parChTrans1D4" presStyleIdx="2" presStyleCnt="8"/>
      <dgm:spPr/>
    </dgm:pt>
    <dgm:pt modelId="{2282F0BF-C57E-4054-891B-7B79383F55D9}" type="pres">
      <dgm:prSet presAssocID="{D225E4AC-0E61-48A0-A8C7-1F46D90A63D2}" presName="connTx" presStyleLbl="parChTrans1D4" presStyleIdx="2" presStyleCnt="8"/>
      <dgm:spPr/>
    </dgm:pt>
    <dgm:pt modelId="{29CCC653-6AED-4C41-9956-78D26BE95806}" type="pres">
      <dgm:prSet presAssocID="{4839C77F-7E5D-4D05-ADB7-4EE3773189E8}" presName="root2" presStyleCnt="0"/>
      <dgm:spPr/>
    </dgm:pt>
    <dgm:pt modelId="{EB6E7B48-1F1A-4188-B5AA-08ECAAE3E7F4}" type="pres">
      <dgm:prSet presAssocID="{4839C77F-7E5D-4D05-ADB7-4EE3773189E8}" presName="LevelTwoTextNode" presStyleLbl="node4" presStyleIdx="2" presStyleCnt="8">
        <dgm:presLayoutVars>
          <dgm:chPref val="3"/>
        </dgm:presLayoutVars>
      </dgm:prSet>
      <dgm:spPr/>
    </dgm:pt>
    <dgm:pt modelId="{FC9B445D-759B-4B66-AF95-62EFE0E59931}" type="pres">
      <dgm:prSet presAssocID="{4839C77F-7E5D-4D05-ADB7-4EE3773189E8}" presName="level3hierChild" presStyleCnt="0"/>
      <dgm:spPr/>
    </dgm:pt>
    <dgm:pt modelId="{F8E93B5A-96FA-41CE-A758-16EFE93E75A9}" type="pres">
      <dgm:prSet presAssocID="{AC7E928D-10CE-4385-92B4-70F0EB2E3DFC}" presName="conn2-1" presStyleLbl="parChTrans1D4" presStyleIdx="3" presStyleCnt="8"/>
      <dgm:spPr/>
    </dgm:pt>
    <dgm:pt modelId="{D6939BCF-445F-4919-9FAA-B5CDEDE64EFA}" type="pres">
      <dgm:prSet presAssocID="{AC7E928D-10CE-4385-92B4-70F0EB2E3DFC}" presName="connTx" presStyleLbl="parChTrans1D4" presStyleIdx="3" presStyleCnt="8"/>
      <dgm:spPr/>
    </dgm:pt>
    <dgm:pt modelId="{8E204427-7A2F-41C5-81C5-AE766A74AC05}" type="pres">
      <dgm:prSet presAssocID="{2BD74F57-134B-46B5-B637-AB5C98302A50}" presName="root2" presStyleCnt="0"/>
      <dgm:spPr/>
    </dgm:pt>
    <dgm:pt modelId="{99BA189B-DC87-46E4-811C-7DDE2FF95749}" type="pres">
      <dgm:prSet presAssocID="{2BD74F57-134B-46B5-B637-AB5C98302A50}" presName="LevelTwoTextNode" presStyleLbl="node4" presStyleIdx="3" presStyleCnt="8">
        <dgm:presLayoutVars>
          <dgm:chPref val="3"/>
        </dgm:presLayoutVars>
      </dgm:prSet>
      <dgm:spPr/>
    </dgm:pt>
    <dgm:pt modelId="{42F77B4A-322F-43AD-BD44-572DE7CB8B0F}" type="pres">
      <dgm:prSet presAssocID="{2BD74F57-134B-46B5-B637-AB5C98302A50}" presName="level3hierChild" presStyleCnt="0"/>
      <dgm:spPr/>
    </dgm:pt>
    <dgm:pt modelId="{0B850697-F0FB-4FE0-B7BC-0C5A36AF9482}" type="pres">
      <dgm:prSet presAssocID="{58DC3861-9DC6-41B4-8A0E-D2C65D686855}" presName="conn2-1" presStyleLbl="parChTrans1D4" presStyleIdx="4" presStyleCnt="8"/>
      <dgm:spPr/>
    </dgm:pt>
    <dgm:pt modelId="{171E6E35-E671-4AA2-96EA-010384D72BAD}" type="pres">
      <dgm:prSet presAssocID="{58DC3861-9DC6-41B4-8A0E-D2C65D686855}" presName="connTx" presStyleLbl="parChTrans1D4" presStyleIdx="4" presStyleCnt="8"/>
      <dgm:spPr/>
    </dgm:pt>
    <dgm:pt modelId="{508F57BB-42BF-491B-9821-63265AD1512C}" type="pres">
      <dgm:prSet presAssocID="{5A58BAAC-5541-4057-8524-7BFCBBB4E02C}" presName="root2" presStyleCnt="0"/>
      <dgm:spPr/>
    </dgm:pt>
    <dgm:pt modelId="{2F9FC62E-D7DF-47FF-B05F-A250AAE64CE1}" type="pres">
      <dgm:prSet presAssocID="{5A58BAAC-5541-4057-8524-7BFCBBB4E02C}" presName="LevelTwoTextNode" presStyleLbl="node4" presStyleIdx="4" presStyleCnt="8">
        <dgm:presLayoutVars>
          <dgm:chPref val="3"/>
        </dgm:presLayoutVars>
      </dgm:prSet>
      <dgm:spPr/>
    </dgm:pt>
    <dgm:pt modelId="{EDA67802-5ABC-4CDA-9C66-DA3C7AF8DBCC}" type="pres">
      <dgm:prSet presAssocID="{5A58BAAC-5541-4057-8524-7BFCBBB4E02C}" presName="level3hierChild" presStyleCnt="0"/>
      <dgm:spPr/>
    </dgm:pt>
    <dgm:pt modelId="{90D59080-5FA9-4814-BF0D-4291A14CA7FC}" type="pres">
      <dgm:prSet presAssocID="{84FA14A9-4DA7-446A-817B-79EB8DEAAAB3}" presName="conn2-1" presStyleLbl="parChTrans1D3" presStyleIdx="3" presStyleCnt="5"/>
      <dgm:spPr/>
    </dgm:pt>
    <dgm:pt modelId="{55020C29-29ED-49AC-8562-802E3A9EAF75}" type="pres">
      <dgm:prSet presAssocID="{84FA14A9-4DA7-446A-817B-79EB8DEAAAB3}" presName="connTx" presStyleLbl="parChTrans1D3" presStyleIdx="3" presStyleCnt="5"/>
      <dgm:spPr/>
    </dgm:pt>
    <dgm:pt modelId="{961F5EBE-DE9D-433F-AE59-396BADE73BED}" type="pres">
      <dgm:prSet presAssocID="{6DA311D3-FECD-4E72-AD8B-A998BF2115D1}" presName="root2" presStyleCnt="0"/>
      <dgm:spPr/>
    </dgm:pt>
    <dgm:pt modelId="{7CF7526B-0976-4565-9C93-9053299448A7}" type="pres">
      <dgm:prSet presAssocID="{6DA311D3-FECD-4E72-AD8B-A998BF2115D1}" presName="LevelTwoTextNode" presStyleLbl="node3" presStyleIdx="3" presStyleCnt="5">
        <dgm:presLayoutVars>
          <dgm:chPref val="3"/>
        </dgm:presLayoutVars>
      </dgm:prSet>
      <dgm:spPr/>
    </dgm:pt>
    <dgm:pt modelId="{67161227-0125-4352-87A1-877B150CCF9B}" type="pres">
      <dgm:prSet presAssocID="{6DA311D3-FECD-4E72-AD8B-A998BF2115D1}" presName="level3hierChild" presStyleCnt="0"/>
      <dgm:spPr/>
    </dgm:pt>
    <dgm:pt modelId="{BF1ED447-AE6A-4269-A1A1-885C627817A1}" type="pres">
      <dgm:prSet presAssocID="{98E53BCB-78F4-4079-A7A5-2EC3EC506D93}" presName="conn2-1" presStyleLbl="parChTrans1D2" presStyleIdx="2" presStyleCnt="3"/>
      <dgm:spPr/>
    </dgm:pt>
    <dgm:pt modelId="{D623A97D-27F1-49DF-8C68-A97334E9ED20}" type="pres">
      <dgm:prSet presAssocID="{98E53BCB-78F4-4079-A7A5-2EC3EC506D93}" presName="connTx" presStyleLbl="parChTrans1D2" presStyleIdx="2" presStyleCnt="3"/>
      <dgm:spPr/>
    </dgm:pt>
    <dgm:pt modelId="{815FF5CF-949D-4B59-B985-DBD447583AD7}" type="pres">
      <dgm:prSet presAssocID="{5297FB5B-5353-444A-84A5-C2EE38CB7036}" presName="root2" presStyleCnt="0"/>
      <dgm:spPr/>
    </dgm:pt>
    <dgm:pt modelId="{70536E9F-1172-437D-BC3F-A819EEA7798B}" type="pres">
      <dgm:prSet presAssocID="{5297FB5B-5353-444A-84A5-C2EE38CB7036}" presName="LevelTwoTextNode" presStyleLbl="node2" presStyleIdx="2" presStyleCnt="3">
        <dgm:presLayoutVars>
          <dgm:chPref val="3"/>
        </dgm:presLayoutVars>
      </dgm:prSet>
      <dgm:spPr/>
    </dgm:pt>
    <dgm:pt modelId="{E908A135-CA3A-4634-B977-5932BE5DB52B}" type="pres">
      <dgm:prSet presAssocID="{5297FB5B-5353-444A-84A5-C2EE38CB7036}" presName="level3hierChild" presStyleCnt="0"/>
      <dgm:spPr/>
    </dgm:pt>
    <dgm:pt modelId="{151CC5D4-8E9C-4192-87D5-11FC5A26746A}" type="pres">
      <dgm:prSet presAssocID="{95485944-E281-43EB-AF9A-567D992DAF8F}" presName="conn2-1" presStyleLbl="parChTrans1D3" presStyleIdx="4" presStyleCnt="5"/>
      <dgm:spPr/>
    </dgm:pt>
    <dgm:pt modelId="{96A99D9F-5B9E-4FC2-8FCD-CCA7CD7AD8B4}" type="pres">
      <dgm:prSet presAssocID="{95485944-E281-43EB-AF9A-567D992DAF8F}" presName="connTx" presStyleLbl="parChTrans1D3" presStyleIdx="4" presStyleCnt="5"/>
      <dgm:spPr/>
    </dgm:pt>
    <dgm:pt modelId="{CC2756EB-81D4-4B22-AB90-F8A2F77DF089}" type="pres">
      <dgm:prSet presAssocID="{6CF8DE77-CE6E-470D-BE98-9FC19904653C}" presName="root2" presStyleCnt="0"/>
      <dgm:spPr/>
    </dgm:pt>
    <dgm:pt modelId="{6D34A05A-20A2-401B-8DB3-08301F21B8FC}" type="pres">
      <dgm:prSet presAssocID="{6CF8DE77-CE6E-470D-BE98-9FC19904653C}" presName="LevelTwoTextNode" presStyleLbl="node3" presStyleIdx="4" presStyleCnt="5">
        <dgm:presLayoutVars>
          <dgm:chPref val="3"/>
        </dgm:presLayoutVars>
      </dgm:prSet>
      <dgm:spPr/>
    </dgm:pt>
    <dgm:pt modelId="{F4618FC1-6FAD-4359-B258-9AC641A83529}" type="pres">
      <dgm:prSet presAssocID="{6CF8DE77-CE6E-470D-BE98-9FC19904653C}" presName="level3hierChild" presStyleCnt="0"/>
      <dgm:spPr/>
    </dgm:pt>
    <dgm:pt modelId="{B9FF6C35-595D-49F0-8273-E1619F598A0D}" type="pres">
      <dgm:prSet presAssocID="{0DC40FC3-B7EF-4CE4-AD3A-E41293E4174B}" presName="conn2-1" presStyleLbl="parChTrans1D4" presStyleIdx="5" presStyleCnt="8"/>
      <dgm:spPr/>
    </dgm:pt>
    <dgm:pt modelId="{433B6438-9A8D-4E41-9C01-B16A34F07A42}" type="pres">
      <dgm:prSet presAssocID="{0DC40FC3-B7EF-4CE4-AD3A-E41293E4174B}" presName="connTx" presStyleLbl="parChTrans1D4" presStyleIdx="5" presStyleCnt="8"/>
      <dgm:spPr/>
    </dgm:pt>
    <dgm:pt modelId="{F797CA7C-B26F-4A01-8CC3-0955577DAB3C}" type="pres">
      <dgm:prSet presAssocID="{10443836-73E6-4BE1-BA02-D0C5A10CC5EE}" presName="root2" presStyleCnt="0"/>
      <dgm:spPr/>
    </dgm:pt>
    <dgm:pt modelId="{2A71E051-644B-467F-9F8E-34DB5671A9BD}" type="pres">
      <dgm:prSet presAssocID="{10443836-73E6-4BE1-BA02-D0C5A10CC5EE}" presName="LevelTwoTextNode" presStyleLbl="node4" presStyleIdx="5" presStyleCnt="8">
        <dgm:presLayoutVars>
          <dgm:chPref val="3"/>
        </dgm:presLayoutVars>
      </dgm:prSet>
      <dgm:spPr/>
    </dgm:pt>
    <dgm:pt modelId="{C89B6520-F188-4592-890F-0ED42F63C414}" type="pres">
      <dgm:prSet presAssocID="{10443836-73E6-4BE1-BA02-D0C5A10CC5EE}" presName="level3hierChild" presStyleCnt="0"/>
      <dgm:spPr/>
    </dgm:pt>
    <dgm:pt modelId="{DE3CC1D2-3DF0-4E9B-8C43-4AF99E1A6613}" type="pres">
      <dgm:prSet presAssocID="{2FD1D85C-364F-4E0F-A162-021ECCCCBA0B}" presName="conn2-1" presStyleLbl="parChTrans1D4" presStyleIdx="6" presStyleCnt="8"/>
      <dgm:spPr/>
    </dgm:pt>
    <dgm:pt modelId="{5FD8EA4A-0964-4B64-AA3D-EB16417477AB}" type="pres">
      <dgm:prSet presAssocID="{2FD1D85C-364F-4E0F-A162-021ECCCCBA0B}" presName="connTx" presStyleLbl="parChTrans1D4" presStyleIdx="6" presStyleCnt="8"/>
      <dgm:spPr/>
    </dgm:pt>
    <dgm:pt modelId="{02D63B38-5567-4D34-82D3-C3CCCC3C90B6}" type="pres">
      <dgm:prSet presAssocID="{666D87A5-5D37-4031-BF2B-4521FD006223}" presName="root2" presStyleCnt="0"/>
      <dgm:spPr/>
    </dgm:pt>
    <dgm:pt modelId="{536B75A4-A3CE-49E6-A5EB-0154FBA2555F}" type="pres">
      <dgm:prSet presAssocID="{666D87A5-5D37-4031-BF2B-4521FD006223}" presName="LevelTwoTextNode" presStyleLbl="node4" presStyleIdx="6" presStyleCnt="8">
        <dgm:presLayoutVars>
          <dgm:chPref val="3"/>
        </dgm:presLayoutVars>
      </dgm:prSet>
      <dgm:spPr/>
    </dgm:pt>
    <dgm:pt modelId="{17BADEC3-41A6-4317-AE00-A5226DA0BED6}" type="pres">
      <dgm:prSet presAssocID="{666D87A5-5D37-4031-BF2B-4521FD006223}" presName="level3hierChild" presStyleCnt="0"/>
      <dgm:spPr/>
    </dgm:pt>
    <dgm:pt modelId="{359CC10D-45D2-4DDD-8AAE-2475FC323E1F}" type="pres">
      <dgm:prSet presAssocID="{204201FB-F2AD-4CF1-AD33-4A0211389326}" presName="conn2-1" presStyleLbl="parChTrans1D4" presStyleIdx="7" presStyleCnt="8"/>
      <dgm:spPr/>
    </dgm:pt>
    <dgm:pt modelId="{0A70BB4E-D152-4D45-933D-132723B5DFA2}" type="pres">
      <dgm:prSet presAssocID="{204201FB-F2AD-4CF1-AD33-4A0211389326}" presName="connTx" presStyleLbl="parChTrans1D4" presStyleIdx="7" presStyleCnt="8"/>
      <dgm:spPr/>
    </dgm:pt>
    <dgm:pt modelId="{C5DE8DE5-62AB-4516-B6EC-38AFF6BF0EE3}" type="pres">
      <dgm:prSet presAssocID="{A7EBA270-67E2-4948-9D9E-7A61BC0202CB}" presName="root2" presStyleCnt="0"/>
      <dgm:spPr/>
    </dgm:pt>
    <dgm:pt modelId="{A3322C06-C992-4BC9-B768-91AC3EE5D049}" type="pres">
      <dgm:prSet presAssocID="{A7EBA270-67E2-4948-9D9E-7A61BC0202CB}" presName="LevelTwoTextNode" presStyleLbl="node4" presStyleIdx="7" presStyleCnt="8">
        <dgm:presLayoutVars>
          <dgm:chPref val="3"/>
        </dgm:presLayoutVars>
      </dgm:prSet>
      <dgm:spPr/>
    </dgm:pt>
    <dgm:pt modelId="{EB61B05B-03C5-46F7-A4C9-EEA815230A01}" type="pres">
      <dgm:prSet presAssocID="{A7EBA270-67E2-4948-9D9E-7A61BC0202CB}" presName="level3hierChild" presStyleCnt="0"/>
      <dgm:spPr/>
    </dgm:pt>
  </dgm:ptLst>
  <dgm:cxnLst>
    <dgm:cxn modelId="{5DDA3000-2634-4380-9DCA-03FC7FA244D0}" srcId="{6CF8DE77-CE6E-470D-BE98-9FC19904653C}" destId="{666D87A5-5D37-4031-BF2B-4521FD006223}" srcOrd="1" destOrd="0" parTransId="{2FD1D85C-364F-4E0F-A162-021ECCCCBA0B}" sibTransId="{C79CCD8F-9F87-4340-804E-622B4EBE7EC3}"/>
    <dgm:cxn modelId="{A5EAB801-8C7A-4E82-A6C9-1D49A3CD68E1}" type="presOf" srcId="{AC7E928D-10CE-4385-92B4-70F0EB2E3DFC}" destId="{F8E93B5A-96FA-41CE-A758-16EFE93E75A9}" srcOrd="0" destOrd="0" presId="urn:microsoft.com/office/officeart/2008/layout/HorizontalMultiLevelHierarchy"/>
    <dgm:cxn modelId="{382F7303-DE42-4255-9DF8-790DB5E22DF6}" type="presOf" srcId="{3CA6355E-120F-46FD-A06A-17E0A4057987}" destId="{4019DF3D-7B6F-4381-8302-310A823FDD76}" srcOrd="1" destOrd="0" presId="urn:microsoft.com/office/officeart/2008/layout/HorizontalMultiLevelHierarchy"/>
    <dgm:cxn modelId="{39711608-A4A8-4AB3-A559-3696C2056E61}" type="presOf" srcId="{E68957E4-08D7-477B-90FF-ABE55D5E2257}" destId="{4E37D65D-1B7D-4200-AB5F-CB0790F229D5}" srcOrd="0" destOrd="0" presId="urn:microsoft.com/office/officeart/2008/layout/HorizontalMultiLevelHierarchy"/>
    <dgm:cxn modelId="{70956616-8237-405E-B858-1E1B593A38B5}" srcId="{6CF8DE77-CE6E-470D-BE98-9FC19904653C}" destId="{10443836-73E6-4BE1-BA02-D0C5A10CC5EE}" srcOrd="0" destOrd="0" parTransId="{0DC40FC3-B7EF-4CE4-AD3A-E41293E4174B}" sibTransId="{8698F135-A1FF-43C2-B79E-12D966F7F4ED}"/>
    <dgm:cxn modelId="{5617AD16-ABF1-47FF-BC7C-23670CF0F0E4}" srcId="{673E2221-BAB0-45C2-86C3-A21BF3623A39}" destId="{4839C77F-7E5D-4D05-ADB7-4EE3773189E8}" srcOrd="0" destOrd="0" parTransId="{D225E4AC-0E61-48A0-A8C7-1F46D90A63D2}" sibTransId="{DC9F0C71-9813-417B-B28A-6FCD8D7EC943}"/>
    <dgm:cxn modelId="{AE23CC19-6175-4342-9F20-C9CDBDE5F11F}" type="presOf" srcId="{7FB238DB-69EA-448D-9783-F36A8B003875}" destId="{C99B02FB-B8B8-496A-AEDB-936657C217B9}" srcOrd="0" destOrd="0" presId="urn:microsoft.com/office/officeart/2008/layout/HorizontalMultiLevelHierarchy"/>
    <dgm:cxn modelId="{A15B671F-0537-4987-9181-75A532FCCD37}" type="presOf" srcId="{5297FB5B-5353-444A-84A5-C2EE38CB7036}" destId="{70536E9F-1172-437D-BC3F-A819EEA7798B}" srcOrd="0" destOrd="0" presId="urn:microsoft.com/office/officeart/2008/layout/HorizontalMultiLevelHierarchy"/>
    <dgm:cxn modelId="{EFF4DF24-448D-4B1F-90F2-A81F89683253}" type="presOf" srcId="{0DC40FC3-B7EF-4CE4-AD3A-E41293E4174B}" destId="{433B6438-9A8D-4E41-9C01-B16A34F07A42}" srcOrd="1" destOrd="0" presId="urn:microsoft.com/office/officeart/2008/layout/HorizontalMultiLevelHierarchy"/>
    <dgm:cxn modelId="{BA43A327-A43E-4E1A-B8C2-46C1D51765C4}" srcId="{673E2221-BAB0-45C2-86C3-A21BF3623A39}" destId="{2BD74F57-134B-46B5-B637-AB5C98302A50}" srcOrd="1" destOrd="0" parTransId="{AC7E928D-10CE-4385-92B4-70F0EB2E3DFC}" sibTransId="{3477F8C1-E18C-4A6E-B2CE-93BFF8862A96}"/>
    <dgm:cxn modelId="{3EE8C43A-7A34-4190-9710-E6D6A3B5E3A6}" srcId="{7018AE3F-3D73-4955-8764-F4A0EED4207A}" destId="{5297FB5B-5353-444A-84A5-C2EE38CB7036}" srcOrd="2" destOrd="0" parTransId="{98E53BCB-78F4-4079-A7A5-2EC3EC506D93}" sibTransId="{2FE705FF-598C-4DF7-BC21-ADA1D3F90390}"/>
    <dgm:cxn modelId="{6150BB3C-8DDE-4F82-95D6-5328B774E43B}" type="presOf" srcId="{4839C77F-7E5D-4D05-ADB7-4EE3773189E8}" destId="{EB6E7B48-1F1A-4188-B5AA-08ECAAE3E7F4}" srcOrd="0" destOrd="0" presId="urn:microsoft.com/office/officeart/2008/layout/HorizontalMultiLevelHierarchy"/>
    <dgm:cxn modelId="{21692D40-F1BD-4A1A-BD19-C4C70933A245}" type="presOf" srcId="{58DC3861-9DC6-41B4-8A0E-D2C65D686855}" destId="{171E6E35-E671-4AA2-96EA-010384D72BAD}" srcOrd="1" destOrd="0" presId="urn:microsoft.com/office/officeart/2008/layout/HorizontalMultiLevelHierarchy"/>
    <dgm:cxn modelId="{2F0D3C5C-EAD3-40A4-BDC6-A34F8D4CD321}" type="presOf" srcId="{6CF8DE77-CE6E-470D-BE98-9FC19904653C}" destId="{6D34A05A-20A2-401B-8DB3-08301F21B8FC}" srcOrd="0" destOrd="0" presId="urn:microsoft.com/office/officeart/2008/layout/HorizontalMultiLevelHierarchy"/>
    <dgm:cxn modelId="{AA65945E-C14D-48DA-BC96-4DE742F2E720}" type="presOf" srcId="{5A58BAAC-5541-4057-8524-7BFCBBB4E02C}" destId="{2F9FC62E-D7DF-47FF-B05F-A250AAE64CE1}" srcOrd="0" destOrd="0" presId="urn:microsoft.com/office/officeart/2008/layout/HorizontalMultiLevelHierarchy"/>
    <dgm:cxn modelId="{95A8A360-9B31-4D65-AB52-E8D0E0425B1F}" type="presOf" srcId="{7018AE3F-3D73-4955-8764-F4A0EED4207A}" destId="{CC591316-8B2E-409F-A874-190895DC09CC}" srcOrd="0" destOrd="0" presId="urn:microsoft.com/office/officeart/2008/layout/HorizontalMultiLevelHierarchy"/>
    <dgm:cxn modelId="{CF6C1662-96AD-41E9-B554-B8F98FAEA4A8}" type="presOf" srcId="{D82D01CD-8F3A-4339-A828-00E1507AB784}" destId="{DB7B376D-7898-4EB3-A7CF-EEDCE56D329D}" srcOrd="0" destOrd="0" presId="urn:microsoft.com/office/officeart/2008/layout/HorizontalMultiLevelHierarchy"/>
    <dgm:cxn modelId="{95844E62-B46D-49D3-8E2B-55243DA5CFEA}" type="presOf" srcId="{D82D01CD-8F3A-4339-A828-00E1507AB784}" destId="{0C31FA2A-8C17-414A-BAD9-3BB8C2CB5C50}" srcOrd="1" destOrd="0" presId="urn:microsoft.com/office/officeart/2008/layout/HorizontalMultiLevelHierarchy"/>
    <dgm:cxn modelId="{2100CC46-FE46-4E8A-B508-4FEB45D9B2B7}" srcId="{5297FB5B-5353-444A-84A5-C2EE38CB7036}" destId="{6CF8DE77-CE6E-470D-BE98-9FC19904653C}" srcOrd="0" destOrd="0" parTransId="{95485944-E281-43EB-AF9A-567D992DAF8F}" sibTransId="{CD29358B-439E-4949-B75C-2AC1AAADDF4F}"/>
    <dgm:cxn modelId="{13DF4169-3CEB-4DE7-AD85-AF239A9581EC}" srcId="{2BD74F57-134B-46B5-B637-AB5C98302A50}" destId="{5A58BAAC-5541-4057-8524-7BFCBBB4E02C}" srcOrd="0" destOrd="0" parTransId="{58DC3861-9DC6-41B4-8A0E-D2C65D686855}" sibTransId="{C50E03F6-E5CF-4CC3-8BF2-687BC823C34B}"/>
    <dgm:cxn modelId="{E023D54B-253B-4793-BBC6-1C39C1F8EF14}" srcId="{92083721-5D7E-4320-AD32-911AC1418A2B}" destId="{6DA311D3-FECD-4E72-AD8B-A998BF2115D1}" srcOrd="1" destOrd="0" parTransId="{84FA14A9-4DA7-446A-817B-79EB8DEAAAB3}" sibTransId="{F1B3A5A0-4F6C-4890-9BCE-740D4441F4CB}"/>
    <dgm:cxn modelId="{9C2B974C-1F0B-4D30-A35B-E8BC112D94AF}" srcId="{6CF8DE77-CE6E-470D-BE98-9FC19904653C}" destId="{A7EBA270-67E2-4948-9D9E-7A61BC0202CB}" srcOrd="2" destOrd="0" parTransId="{204201FB-F2AD-4CF1-AD33-4A0211389326}" sibTransId="{3ACC0C66-9121-42BB-911C-E2648B35D554}"/>
    <dgm:cxn modelId="{1A3A476D-9C91-4513-8496-C5B8DF5074DA}" type="presOf" srcId="{0DC40FC3-B7EF-4CE4-AD3A-E41293E4174B}" destId="{B9FF6C35-595D-49F0-8273-E1619F598A0D}" srcOrd="0" destOrd="0" presId="urn:microsoft.com/office/officeart/2008/layout/HorizontalMultiLevelHierarchy"/>
    <dgm:cxn modelId="{0D88CA51-0776-4903-8BB3-3B6D406534D9}" srcId="{CCED8DE0-1D26-45BE-9DDF-C18999575492}" destId="{3CFE7C86-8FB8-4A66-B407-BBAF787D6633}" srcOrd="1" destOrd="0" parTransId="{D82D01CD-8F3A-4339-A828-00E1507AB784}" sibTransId="{5FC06277-F656-4572-A728-11917FF62D0E}"/>
    <dgm:cxn modelId="{C95F7557-6596-4832-9425-2B57826E7F66}" type="presOf" srcId="{2FD1D85C-364F-4E0F-A162-021ECCCCBA0B}" destId="{5FD8EA4A-0964-4B64-AA3D-EB16417477AB}" srcOrd="1" destOrd="0" presId="urn:microsoft.com/office/officeart/2008/layout/HorizontalMultiLevelHierarchy"/>
    <dgm:cxn modelId="{2B02E27D-C1A7-471D-8BF0-B06D4E30B65F}" type="presOf" srcId="{1D98D482-9AE3-436E-BAD6-59F178CAB9E8}" destId="{3C55B485-8EBF-474B-B847-296A64A18878}" srcOrd="1" destOrd="0" presId="urn:microsoft.com/office/officeart/2008/layout/HorizontalMultiLevelHierarchy"/>
    <dgm:cxn modelId="{FD1D6A7F-DAF5-404D-9C26-3BF1A0C6ADC4}" type="presOf" srcId="{6DA311D3-FECD-4E72-AD8B-A998BF2115D1}" destId="{7CF7526B-0976-4565-9C93-9053299448A7}" srcOrd="0" destOrd="0" presId="urn:microsoft.com/office/officeart/2008/layout/HorizontalMultiLevelHierarchy"/>
    <dgm:cxn modelId="{99E7C481-FAC3-4555-A9B4-7043CD2202F0}" type="presOf" srcId="{673E2221-BAB0-45C2-86C3-A21BF3623A39}" destId="{6ADBFE87-F9E4-42CB-BEAB-53AE608F4CDC}" srcOrd="0" destOrd="0" presId="urn:microsoft.com/office/officeart/2008/layout/HorizontalMultiLevelHierarchy"/>
    <dgm:cxn modelId="{A2A34883-B2A8-43F1-8786-5B718BB0C1D9}" type="presOf" srcId="{84FA14A9-4DA7-446A-817B-79EB8DEAAAB3}" destId="{55020C29-29ED-49AC-8562-802E3A9EAF75}" srcOrd="1" destOrd="0" presId="urn:microsoft.com/office/officeart/2008/layout/HorizontalMultiLevelHierarchy"/>
    <dgm:cxn modelId="{87392F85-93B0-4A53-A572-94790DE4823F}" srcId="{8309623B-6E77-40E9-91C6-B03B91D384BE}" destId="{7018AE3F-3D73-4955-8764-F4A0EED4207A}" srcOrd="0" destOrd="0" parTransId="{8872E8FB-38C6-4899-AD14-F172ACC830F3}" sibTransId="{DC79C75D-4E13-4FD6-BFF0-1AACBDB52556}"/>
    <dgm:cxn modelId="{4AD26D8A-C252-4AA3-A491-E6379BE5CF65}" type="presOf" srcId="{BC291D56-4510-43E6-82A8-DB5FD40426C3}" destId="{086BE265-E96E-47E9-BA2E-879C1A38D6EF}" srcOrd="1" destOrd="0" presId="urn:microsoft.com/office/officeart/2008/layout/HorizontalMultiLevelHierarchy"/>
    <dgm:cxn modelId="{3F4D7A97-7C4F-4A78-90DF-38D3B77533A9}" type="presOf" srcId="{95DCF7A7-734F-48B1-B8A8-7F07C71712B1}" destId="{5543D4D8-F7E0-4EA8-A791-D4586082B78D}" srcOrd="0" destOrd="0" presId="urn:microsoft.com/office/officeart/2008/layout/HorizontalMultiLevelHierarchy"/>
    <dgm:cxn modelId="{F9A89A98-B559-4E8F-B249-4CE0872E212F}" type="presOf" srcId="{779392DB-57B6-4C0C-9367-D706661D2E79}" destId="{C08A0DD4-B011-4C57-9BA1-3C07097773F7}" srcOrd="0" destOrd="0" presId="urn:microsoft.com/office/officeart/2008/layout/HorizontalMultiLevelHierarchy"/>
    <dgm:cxn modelId="{39F2C299-F1BA-4492-AD5D-5A6CFF7DBFF6}" type="presOf" srcId="{7FB238DB-69EA-448D-9783-F36A8B003875}" destId="{76772DB8-4D3A-4CF3-A8F6-760EEC4C81D0}" srcOrd="1" destOrd="0" presId="urn:microsoft.com/office/officeart/2008/layout/HorizontalMultiLevelHierarchy"/>
    <dgm:cxn modelId="{B7B2D79C-EABA-47A1-BD44-9F1FBD5A8443}" type="presOf" srcId="{204201FB-F2AD-4CF1-AD33-4A0211389326}" destId="{0A70BB4E-D152-4D45-933D-132723B5DFA2}" srcOrd="1" destOrd="0" presId="urn:microsoft.com/office/officeart/2008/layout/HorizontalMultiLevelHierarchy"/>
    <dgm:cxn modelId="{436C3A9D-AECD-41BF-B595-7DF0049E84A8}" type="presOf" srcId="{95DCF7A7-734F-48B1-B8A8-7F07C71712B1}" destId="{92AFE877-BB22-468C-AF46-2293DB06F945}" srcOrd="1" destOrd="0" presId="urn:microsoft.com/office/officeart/2008/layout/HorizontalMultiLevelHierarchy"/>
    <dgm:cxn modelId="{8E46A1A0-E530-4E67-8F02-BF19FFE2AE68}" type="presOf" srcId="{98E53BCB-78F4-4079-A7A5-2EC3EC506D93}" destId="{D623A97D-27F1-49DF-8C68-A97334E9ED20}" srcOrd="1" destOrd="0" presId="urn:microsoft.com/office/officeart/2008/layout/HorizontalMultiLevelHierarchy"/>
    <dgm:cxn modelId="{B41057A2-597A-465B-93E7-95F160CD3810}" type="presOf" srcId="{10443836-73E6-4BE1-BA02-D0C5A10CC5EE}" destId="{2A71E051-644B-467F-9F8E-34DB5671A9BD}" srcOrd="0" destOrd="0" presId="urn:microsoft.com/office/officeart/2008/layout/HorizontalMultiLevelHierarchy"/>
    <dgm:cxn modelId="{62C802A4-E5B2-42AA-A2C9-D710A6B56F2A}" type="presOf" srcId="{8ED69DF7-6160-4C2A-AAAE-F4D31BABBCD4}" destId="{839D4C65-77B4-4A00-B810-F2FC483F8123}" srcOrd="0" destOrd="0" presId="urn:microsoft.com/office/officeart/2008/layout/HorizontalMultiLevelHierarchy"/>
    <dgm:cxn modelId="{717E1AA4-4291-49A8-BEC6-6FA0B6D97C48}" type="presOf" srcId="{8309623B-6E77-40E9-91C6-B03B91D384BE}" destId="{E33411F5-B811-418F-B9B0-A5A886B5248A}" srcOrd="0" destOrd="0" presId="urn:microsoft.com/office/officeart/2008/layout/HorizontalMultiLevelHierarchy"/>
    <dgm:cxn modelId="{13886BA6-2511-4D0F-A49D-DCCC85F7C0C9}" type="presOf" srcId="{95485944-E281-43EB-AF9A-567D992DAF8F}" destId="{151CC5D4-8E9C-4192-87D5-11FC5A26746A}" srcOrd="0" destOrd="0" presId="urn:microsoft.com/office/officeart/2008/layout/HorizontalMultiLevelHierarchy"/>
    <dgm:cxn modelId="{18E385A6-4593-412A-AEF7-D8A912774ECD}" type="presOf" srcId="{84FA14A9-4DA7-446A-817B-79EB8DEAAAB3}" destId="{90D59080-5FA9-4814-BF0D-4291A14CA7FC}" srcOrd="0" destOrd="0" presId="urn:microsoft.com/office/officeart/2008/layout/HorizontalMultiLevelHierarchy"/>
    <dgm:cxn modelId="{AC6AC4A8-ED95-4F16-8465-804C96F7A541}" type="presOf" srcId="{204201FB-F2AD-4CF1-AD33-4A0211389326}" destId="{359CC10D-45D2-4DDD-8AAE-2475FC323E1F}" srcOrd="0" destOrd="0" presId="urn:microsoft.com/office/officeart/2008/layout/HorizontalMultiLevelHierarchy"/>
    <dgm:cxn modelId="{630869AB-1DFA-4BB3-AD7F-3B51153ACF6B}" type="presOf" srcId="{3CA6355E-120F-46FD-A06A-17E0A4057987}" destId="{48B789A4-A15A-479C-A0AD-8FFD69AFC280}" srcOrd="0" destOrd="0" presId="urn:microsoft.com/office/officeart/2008/layout/HorizontalMultiLevelHierarchy"/>
    <dgm:cxn modelId="{808F49AC-E8A2-4FFC-9FF1-C309E8BB262F}" type="presOf" srcId="{1D98D482-9AE3-436E-BAD6-59F178CAB9E8}" destId="{F58AED50-7F32-4D69-A23C-8BE56A28DEFA}" srcOrd="0" destOrd="0" presId="urn:microsoft.com/office/officeart/2008/layout/HorizontalMultiLevelHierarchy"/>
    <dgm:cxn modelId="{050AE6AD-D748-4D89-A773-BA006ACCC8B4}" srcId="{7018AE3F-3D73-4955-8764-F4A0EED4207A}" destId="{92083721-5D7E-4320-AD32-911AC1418A2B}" srcOrd="1" destOrd="0" parTransId="{95DCF7A7-734F-48B1-B8A8-7F07C71712B1}" sibTransId="{B65EDAC3-2250-4AEE-B567-83E6DFBF8752}"/>
    <dgm:cxn modelId="{649B20B1-D7C1-4888-B4C2-137902DF2974}" srcId="{7018AE3F-3D73-4955-8764-F4A0EED4207A}" destId="{CCED8DE0-1D26-45BE-9DDF-C18999575492}" srcOrd="0" destOrd="0" parTransId="{BC291D56-4510-43E6-82A8-DB5FD40426C3}" sibTransId="{76360601-F482-4651-AE37-666C6170FA9E}"/>
    <dgm:cxn modelId="{B1B71BB9-736A-442E-B55E-0635A9A32209}" type="presOf" srcId="{98E53BCB-78F4-4079-A7A5-2EC3EC506D93}" destId="{BF1ED447-AE6A-4269-A1A1-885C627817A1}" srcOrd="0" destOrd="0" presId="urn:microsoft.com/office/officeart/2008/layout/HorizontalMultiLevelHierarchy"/>
    <dgm:cxn modelId="{650E7FB9-FDF0-468B-91C1-2CDB4DF341A5}" type="presOf" srcId="{D225E4AC-0E61-48A0-A8C7-1F46D90A63D2}" destId="{2282F0BF-C57E-4054-891B-7B79383F55D9}" srcOrd="1" destOrd="0" presId="urn:microsoft.com/office/officeart/2008/layout/HorizontalMultiLevelHierarchy"/>
    <dgm:cxn modelId="{000BCEB9-EB1B-45DE-B5D1-4921FC7430CD}" type="presOf" srcId="{95485944-E281-43EB-AF9A-567D992DAF8F}" destId="{96A99D9F-5B9E-4FC2-8FCD-CCA7CD7AD8B4}" srcOrd="1" destOrd="0" presId="urn:microsoft.com/office/officeart/2008/layout/HorizontalMultiLevelHierarchy"/>
    <dgm:cxn modelId="{A16299BE-DC60-4155-856D-9E0964E37B4D}" type="presOf" srcId="{666D87A5-5D37-4031-BF2B-4521FD006223}" destId="{536B75A4-A3CE-49E6-A5EB-0154FBA2555F}" srcOrd="0" destOrd="0" presId="urn:microsoft.com/office/officeart/2008/layout/HorizontalMultiLevelHierarchy"/>
    <dgm:cxn modelId="{FE3DD5C2-AE8F-4C11-A99C-0FA6D96AC7EB}" type="presOf" srcId="{BC291D56-4510-43E6-82A8-DB5FD40426C3}" destId="{AA6BD481-2ADB-4F7C-A8D1-B804229FB7DE}" srcOrd="0" destOrd="0" presId="urn:microsoft.com/office/officeart/2008/layout/HorizontalMultiLevelHierarchy"/>
    <dgm:cxn modelId="{58536AC7-C680-4F8A-BCB7-9D2F50C0D5EC}" type="presOf" srcId="{5132335F-D5C7-479A-8791-7233D7B33951}" destId="{1F48218B-5A89-46CD-AA7B-54D41F04D0F1}" srcOrd="0" destOrd="0" presId="urn:microsoft.com/office/officeart/2008/layout/HorizontalMultiLevelHierarchy"/>
    <dgm:cxn modelId="{C0087ACA-A586-4E2B-BD87-B0E7E4476A98}" type="presOf" srcId="{2BD74F57-134B-46B5-B637-AB5C98302A50}" destId="{99BA189B-DC87-46E4-811C-7DDE2FF95749}" srcOrd="0" destOrd="0" presId="urn:microsoft.com/office/officeart/2008/layout/HorizontalMultiLevelHierarchy"/>
    <dgm:cxn modelId="{FCAF6CCF-F117-46F1-817B-D6E4D48A987C}" type="presOf" srcId="{D225E4AC-0E61-48A0-A8C7-1F46D90A63D2}" destId="{5EAC026D-0D1E-4A75-AB3C-C68695CAB046}" srcOrd="0" destOrd="0" presId="urn:microsoft.com/office/officeart/2008/layout/HorizontalMultiLevelHierarchy"/>
    <dgm:cxn modelId="{AA31ACD1-E38C-4D5D-B4F8-F5881CCBA7CB}" type="presOf" srcId="{92083721-5D7E-4320-AD32-911AC1418A2B}" destId="{CC4F0220-885B-4744-802B-1D6C8AA6FDAD}" srcOrd="0" destOrd="0" presId="urn:microsoft.com/office/officeart/2008/layout/HorizontalMultiLevelHierarchy"/>
    <dgm:cxn modelId="{393B4AD2-C727-4E51-A93D-B03D96AC8454}" srcId="{779392DB-57B6-4C0C-9367-D706661D2E79}" destId="{8ED69DF7-6160-4C2A-AAAE-F4D31BABBCD4}" srcOrd="0" destOrd="0" parTransId="{3CA6355E-120F-46FD-A06A-17E0A4057987}" sibTransId="{7E082DA0-ED1A-4F9C-820A-3CA37DAAFE0D}"/>
    <dgm:cxn modelId="{3419FFD5-CB67-4CF9-9621-68445B6B4501}" type="presOf" srcId="{CCED8DE0-1D26-45BE-9DDF-C18999575492}" destId="{2F999524-7C77-4166-8B47-E9FC2DD37D69}" srcOrd="0" destOrd="0" presId="urn:microsoft.com/office/officeart/2008/layout/HorizontalMultiLevelHierarchy"/>
    <dgm:cxn modelId="{9CAAAADC-A1A7-4D33-9BF0-8D69B294BD78}" type="presOf" srcId="{2FD1D85C-364F-4E0F-A162-021ECCCCBA0B}" destId="{DE3CC1D2-3DF0-4E9B-8C43-4AF99E1A6613}" srcOrd="0" destOrd="0" presId="urn:microsoft.com/office/officeart/2008/layout/HorizontalMultiLevelHierarchy"/>
    <dgm:cxn modelId="{C7C8E3E0-EF61-4641-B598-8E929692F8F1}" type="presOf" srcId="{58DC3861-9DC6-41B4-8A0E-D2C65D686855}" destId="{0B850697-F0FB-4FE0-B7BC-0C5A36AF9482}" srcOrd="0" destOrd="0" presId="urn:microsoft.com/office/officeart/2008/layout/HorizontalMultiLevelHierarchy"/>
    <dgm:cxn modelId="{B95E1FE2-36A3-45E6-ACB6-4265D600CBE0}" type="presOf" srcId="{E68957E4-08D7-477B-90FF-ABE55D5E2257}" destId="{CE17276B-FA36-499A-834F-7A82E2A71530}" srcOrd="1" destOrd="0" presId="urn:microsoft.com/office/officeart/2008/layout/HorizontalMultiLevelHierarchy"/>
    <dgm:cxn modelId="{F6186EE9-06FB-465A-AC79-F0EE1A907F11}" type="presOf" srcId="{A7EBA270-67E2-4948-9D9E-7A61BC0202CB}" destId="{A3322C06-C992-4BC9-B768-91AC3EE5D049}" srcOrd="0" destOrd="0" presId="urn:microsoft.com/office/officeart/2008/layout/HorizontalMultiLevelHierarchy"/>
    <dgm:cxn modelId="{684C8FEA-C271-431C-8D69-B0A43E64534B}" type="presOf" srcId="{3CFE7C86-8FB8-4A66-B407-BBAF787D6633}" destId="{1A290415-E497-4DFB-9A50-A168E31F4774}" srcOrd="0" destOrd="0" presId="urn:microsoft.com/office/officeart/2008/layout/HorizontalMultiLevelHierarchy"/>
    <dgm:cxn modelId="{F436E2EB-8D44-49B5-89FC-8A5A28AA3513}" srcId="{779392DB-57B6-4C0C-9367-D706661D2E79}" destId="{5132335F-D5C7-479A-8791-7233D7B33951}" srcOrd="1" destOrd="0" parTransId="{1D98D482-9AE3-436E-BAD6-59F178CAB9E8}" sibTransId="{F05A1DC8-C4BA-4401-8944-8AB4B10F424F}"/>
    <dgm:cxn modelId="{E24AC1EC-1C9D-4900-8412-9C56AB45EB60}" srcId="{92083721-5D7E-4320-AD32-911AC1418A2B}" destId="{673E2221-BAB0-45C2-86C3-A21BF3623A39}" srcOrd="0" destOrd="0" parTransId="{E68957E4-08D7-477B-90FF-ABE55D5E2257}" sibTransId="{5C158E8D-6D93-46A1-A8C4-B26F902A37B9}"/>
    <dgm:cxn modelId="{36FC1FEF-4B61-4C98-96AF-1A49218D6278}" srcId="{CCED8DE0-1D26-45BE-9DDF-C18999575492}" destId="{779392DB-57B6-4C0C-9367-D706661D2E79}" srcOrd="0" destOrd="0" parTransId="{7FB238DB-69EA-448D-9783-F36A8B003875}" sibTransId="{D7330C53-B341-41EC-9490-C46E7A4A6140}"/>
    <dgm:cxn modelId="{E2305BFD-CEBD-464D-9CEB-A0007B09B584}" type="presOf" srcId="{AC7E928D-10CE-4385-92B4-70F0EB2E3DFC}" destId="{D6939BCF-445F-4919-9FAA-B5CDEDE64EFA}" srcOrd="1" destOrd="0" presId="urn:microsoft.com/office/officeart/2008/layout/HorizontalMultiLevelHierarchy"/>
    <dgm:cxn modelId="{42374EF3-C9E3-4E9D-BB92-2AFFA8C5D77A}" type="presParOf" srcId="{E33411F5-B811-418F-B9B0-A5A886B5248A}" destId="{A83C2AAB-A126-4FB3-92A3-2EFF968B586A}" srcOrd="0" destOrd="0" presId="urn:microsoft.com/office/officeart/2008/layout/HorizontalMultiLevelHierarchy"/>
    <dgm:cxn modelId="{2E11C54F-9C95-4C71-8250-2264F67CDDE2}" type="presParOf" srcId="{A83C2AAB-A126-4FB3-92A3-2EFF968B586A}" destId="{CC591316-8B2E-409F-A874-190895DC09CC}" srcOrd="0" destOrd="0" presId="urn:microsoft.com/office/officeart/2008/layout/HorizontalMultiLevelHierarchy"/>
    <dgm:cxn modelId="{43D9A087-2528-484E-B390-529872915C19}" type="presParOf" srcId="{A83C2AAB-A126-4FB3-92A3-2EFF968B586A}" destId="{8763C1F6-7519-487D-83AD-B95538742C93}" srcOrd="1" destOrd="0" presId="urn:microsoft.com/office/officeart/2008/layout/HorizontalMultiLevelHierarchy"/>
    <dgm:cxn modelId="{BA6E2885-E334-4DCD-971B-6356D9AFB4E2}" type="presParOf" srcId="{8763C1F6-7519-487D-83AD-B95538742C93}" destId="{AA6BD481-2ADB-4F7C-A8D1-B804229FB7DE}" srcOrd="0" destOrd="0" presId="urn:microsoft.com/office/officeart/2008/layout/HorizontalMultiLevelHierarchy"/>
    <dgm:cxn modelId="{28D80861-F962-4B1A-B95E-4D9274B2D41B}" type="presParOf" srcId="{AA6BD481-2ADB-4F7C-A8D1-B804229FB7DE}" destId="{086BE265-E96E-47E9-BA2E-879C1A38D6EF}" srcOrd="0" destOrd="0" presId="urn:microsoft.com/office/officeart/2008/layout/HorizontalMultiLevelHierarchy"/>
    <dgm:cxn modelId="{53FB3B11-F412-40D2-8D06-EE605804FE13}" type="presParOf" srcId="{8763C1F6-7519-487D-83AD-B95538742C93}" destId="{5D808436-B7CD-46D1-952F-FC014F120B87}" srcOrd="1" destOrd="0" presId="urn:microsoft.com/office/officeart/2008/layout/HorizontalMultiLevelHierarchy"/>
    <dgm:cxn modelId="{EDBD822C-6E3D-40A4-9126-48B33102F949}" type="presParOf" srcId="{5D808436-B7CD-46D1-952F-FC014F120B87}" destId="{2F999524-7C77-4166-8B47-E9FC2DD37D69}" srcOrd="0" destOrd="0" presId="urn:microsoft.com/office/officeart/2008/layout/HorizontalMultiLevelHierarchy"/>
    <dgm:cxn modelId="{80A1153F-1E34-4AB7-A125-A24746F85516}" type="presParOf" srcId="{5D808436-B7CD-46D1-952F-FC014F120B87}" destId="{0C487C1F-8A7E-4774-BB55-6CDE02E33F85}" srcOrd="1" destOrd="0" presId="urn:microsoft.com/office/officeart/2008/layout/HorizontalMultiLevelHierarchy"/>
    <dgm:cxn modelId="{B78F6FB9-BBFC-4F54-8E57-C69B5008CB63}" type="presParOf" srcId="{0C487C1F-8A7E-4774-BB55-6CDE02E33F85}" destId="{C99B02FB-B8B8-496A-AEDB-936657C217B9}" srcOrd="0" destOrd="0" presId="urn:microsoft.com/office/officeart/2008/layout/HorizontalMultiLevelHierarchy"/>
    <dgm:cxn modelId="{234EDBAF-1872-4222-A33D-CDFF61E4086E}" type="presParOf" srcId="{C99B02FB-B8B8-496A-AEDB-936657C217B9}" destId="{76772DB8-4D3A-4CF3-A8F6-760EEC4C81D0}" srcOrd="0" destOrd="0" presId="urn:microsoft.com/office/officeart/2008/layout/HorizontalMultiLevelHierarchy"/>
    <dgm:cxn modelId="{FECE588E-2B26-4AF4-880E-509709D8EE44}" type="presParOf" srcId="{0C487C1F-8A7E-4774-BB55-6CDE02E33F85}" destId="{0FBC6B37-D654-4F52-B4F1-7CBCC32FC3DD}" srcOrd="1" destOrd="0" presId="urn:microsoft.com/office/officeart/2008/layout/HorizontalMultiLevelHierarchy"/>
    <dgm:cxn modelId="{93DA1C94-FF2A-4B5A-B937-BCF744D8CD1F}" type="presParOf" srcId="{0FBC6B37-D654-4F52-B4F1-7CBCC32FC3DD}" destId="{C08A0DD4-B011-4C57-9BA1-3C07097773F7}" srcOrd="0" destOrd="0" presId="urn:microsoft.com/office/officeart/2008/layout/HorizontalMultiLevelHierarchy"/>
    <dgm:cxn modelId="{77193201-121A-4A98-9A51-131A196B78D4}" type="presParOf" srcId="{0FBC6B37-D654-4F52-B4F1-7CBCC32FC3DD}" destId="{A4F2EB7C-7619-4B3D-9AAD-A160BC4F1984}" srcOrd="1" destOrd="0" presId="urn:microsoft.com/office/officeart/2008/layout/HorizontalMultiLevelHierarchy"/>
    <dgm:cxn modelId="{ABD55145-AA26-428F-841D-7D9E4A6B00D2}" type="presParOf" srcId="{A4F2EB7C-7619-4B3D-9AAD-A160BC4F1984}" destId="{48B789A4-A15A-479C-A0AD-8FFD69AFC280}" srcOrd="0" destOrd="0" presId="urn:microsoft.com/office/officeart/2008/layout/HorizontalMultiLevelHierarchy"/>
    <dgm:cxn modelId="{EA67A8EE-E412-41BA-9A9C-99D1806081CD}" type="presParOf" srcId="{48B789A4-A15A-479C-A0AD-8FFD69AFC280}" destId="{4019DF3D-7B6F-4381-8302-310A823FDD76}" srcOrd="0" destOrd="0" presId="urn:microsoft.com/office/officeart/2008/layout/HorizontalMultiLevelHierarchy"/>
    <dgm:cxn modelId="{E4F5869A-7ED9-43EB-8687-A719DF8E41CE}" type="presParOf" srcId="{A4F2EB7C-7619-4B3D-9AAD-A160BC4F1984}" destId="{8D1ABDC4-C333-494C-87CA-BBE90E1C9953}" srcOrd="1" destOrd="0" presId="urn:microsoft.com/office/officeart/2008/layout/HorizontalMultiLevelHierarchy"/>
    <dgm:cxn modelId="{33415A56-B32B-478C-85C9-E1E7E63A37DA}" type="presParOf" srcId="{8D1ABDC4-C333-494C-87CA-BBE90E1C9953}" destId="{839D4C65-77B4-4A00-B810-F2FC483F8123}" srcOrd="0" destOrd="0" presId="urn:microsoft.com/office/officeart/2008/layout/HorizontalMultiLevelHierarchy"/>
    <dgm:cxn modelId="{849329EB-90C4-459E-A5FB-DCC29A6035DD}" type="presParOf" srcId="{8D1ABDC4-C333-494C-87CA-BBE90E1C9953}" destId="{39E20CA6-3135-46AE-8553-852576914D37}" srcOrd="1" destOrd="0" presId="urn:microsoft.com/office/officeart/2008/layout/HorizontalMultiLevelHierarchy"/>
    <dgm:cxn modelId="{8A55248C-B54E-43CC-B379-B9859E7C8535}" type="presParOf" srcId="{A4F2EB7C-7619-4B3D-9AAD-A160BC4F1984}" destId="{F58AED50-7F32-4D69-A23C-8BE56A28DEFA}" srcOrd="2" destOrd="0" presId="urn:microsoft.com/office/officeart/2008/layout/HorizontalMultiLevelHierarchy"/>
    <dgm:cxn modelId="{1773529B-D479-4E6B-90A6-FE0666483821}" type="presParOf" srcId="{F58AED50-7F32-4D69-A23C-8BE56A28DEFA}" destId="{3C55B485-8EBF-474B-B847-296A64A18878}" srcOrd="0" destOrd="0" presId="urn:microsoft.com/office/officeart/2008/layout/HorizontalMultiLevelHierarchy"/>
    <dgm:cxn modelId="{66EF3F5C-270F-4EE5-B2A4-76A86D67B68D}" type="presParOf" srcId="{A4F2EB7C-7619-4B3D-9AAD-A160BC4F1984}" destId="{6742BE9A-8A8A-466F-9B13-44F2A4BEFF84}" srcOrd="3" destOrd="0" presId="urn:microsoft.com/office/officeart/2008/layout/HorizontalMultiLevelHierarchy"/>
    <dgm:cxn modelId="{9628A0FA-9B4A-4B73-98DE-B3277FBFD476}" type="presParOf" srcId="{6742BE9A-8A8A-466F-9B13-44F2A4BEFF84}" destId="{1F48218B-5A89-46CD-AA7B-54D41F04D0F1}" srcOrd="0" destOrd="0" presId="urn:microsoft.com/office/officeart/2008/layout/HorizontalMultiLevelHierarchy"/>
    <dgm:cxn modelId="{4D21412A-A0E8-4A3A-A45A-DA65AAAE4942}" type="presParOf" srcId="{6742BE9A-8A8A-466F-9B13-44F2A4BEFF84}" destId="{D513C03D-AAB5-4995-B6A6-D97582A92E05}" srcOrd="1" destOrd="0" presId="urn:microsoft.com/office/officeart/2008/layout/HorizontalMultiLevelHierarchy"/>
    <dgm:cxn modelId="{3E61D8B6-9AF2-4CCE-BB8D-A8A2A8BE6AAE}" type="presParOf" srcId="{0C487C1F-8A7E-4774-BB55-6CDE02E33F85}" destId="{DB7B376D-7898-4EB3-A7CF-EEDCE56D329D}" srcOrd="2" destOrd="0" presId="urn:microsoft.com/office/officeart/2008/layout/HorizontalMultiLevelHierarchy"/>
    <dgm:cxn modelId="{8D1A0508-ACA1-4492-850E-10CF58A68AB4}" type="presParOf" srcId="{DB7B376D-7898-4EB3-A7CF-EEDCE56D329D}" destId="{0C31FA2A-8C17-414A-BAD9-3BB8C2CB5C50}" srcOrd="0" destOrd="0" presId="urn:microsoft.com/office/officeart/2008/layout/HorizontalMultiLevelHierarchy"/>
    <dgm:cxn modelId="{54A7C9B7-2D12-47A7-B6F8-69BEC4FF4A6C}" type="presParOf" srcId="{0C487C1F-8A7E-4774-BB55-6CDE02E33F85}" destId="{8CD58F7D-6F1C-4D21-A2B7-935611246A3A}" srcOrd="3" destOrd="0" presId="urn:microsoft.com/office/officeart/2008/layout/HorizontalMultiLevelHierarchy"/>
    <dgm:cxn modelId="{734DF428-0F09-4114-9A68-4B220E9C4F83}" type="presParOf" srcId="{8CD58F7D-6F1C-4D21-A2B7-935611246A3A}" destId="{1A290415-E497-4DFB-9A50-A168E31F4774}" srcOrd="0" destOrd="0" presId="urn:microsoft.com/office/officeart/2008/layout/HorizontalMultiLevelHierarchy"/>
    <dgm:cxn modelId="{FC760E82-C8E6-49AF-988B-3FEBB16F46C0}" type="presParOf" srcId="{8CD58F7D-6F1C-4D21-A2B7-935611246A3A}" destId="{9BE8254B-56F2-4EBA-9D19-063CDAFC8E00}" srcOrd="1" destOrd="0" presId="urn:microsoft.com/office/officeart/2008/layout/HorizontalMultiLevelHierarchy"/>
    <dgm:cxn modelId="{5EDA236B-5BC7-4D6D-8E8D-5A98F44B949D}" type="presParOf" srcId="{8763C1F6-7519-487D-83AD-B95538742C93}" destId="{5543D4D8-F7E0-4EA8-A791-D4586082B78D}" srcOrd="2" destOrd="0" presId="urn:microsoft.com/office/officeart/2008/layout/HorizontalMultiLevelHierarchy"/>
    <dgm:cxn modelId="{320B5730-D13E-4EEF-9C46-D576DF8A5866}" type="presParOf" srcId="{5543D4D8-F7E0-4EA8-A791-D4586082B78D}" destId="{92AFE877-BB22-468C-AF46-2293DB06F945}" srcOrd="0" destOrd="0" presId="urn:microsoft.com/office/officeart/2008/layout/HorizontalMultiLevelHierarchy"/>
    <dgm:cxn modelId="{D370B1B8-64E6-4C9F-A675-3199D12ED59F}" type="presParOf" srcId="{8763C1F6-7519-487D-83AD-B95538742C93}" destId="{2BA8454B-E95A-4C97-A876-3B1941A2C3DC}" srcOrd="3" destOrd="0" presId="urn:microsoft.com/office/officeart/2008/layout/HorizontalMultiLevelHierarchy"/>
    <dgm:cxn modelId="{F61C78AD-2108-40EF-9FA3-CFD3FFEC4B84}" type="presParOf" srcId="{2BA8454B-E95A-4C97-A876-3B1941A2C3DC}" destId="{CC4F0220-885B-4744-802B-1D6C8AA6FDAD}" srcOrd="0" destOrd="0" presId="urn:microsoft.com/office/officeart/2008/layout/HorizontalMultiLevelHierarchy"/>
    <dgm:cxn modelId="{29B0272A-2770-4727-9978-04949CBD66B0}" type="presParOf" srcId="{2BA8454B-E95A-4C97-A876-3B1941A2C3DC}" destId="{95E92479-0171-4D1B-8E99-C7F27FC917FB}" srcOrd="1" destOrd="0" presId="urn:microsoft.com/office/officeart/2008/layout/HorizontalMultiLevelHierarchy"/>
    <dgm:cxn modelId="{3B568C88-665D-456F-A4CB-D1BF8AEEDDBF}" type="presParOf" srcId="{95E92479-0171-4D1B-8E99-C7F27FC917FB}" destId="{4E37D65D-1B7D-4200-AB5F-CB0790F229D5}" srcOrd="0" destOrd="0" presId="urn:microsoft.com/office/officeart/2008/layout/HorizontalMultiLevelHierarchy"/>
    <dgm:cxn modelId="{0A995BB8-A19A-4F79-A513-D5FC287A707A}" type="presParOf" srcId="{4E37D65D-1B7D-4200-AB5F-CB0790F229D5}" destId="{CE17276B-FA36-499A-834F-7A82E2A71530}" srcOrd="0" destOrd="0" presId="urn:microsoft.com/office/officeart/2008/layout/HorizontalMultiLevelHierarchy"/>
    <dgm:cxn modelId="{65AAA67D-0FC0-41D2-942E-F70F23EA0420}" type="presParOf" srcId="{95E92479-0171-4D1B-8E99-C7F27FC917FB}" destId="{38939FCB-D3CA-446B-A693-CEB10BCFC36B}" srcOrd="1" destOrd="0" presId="urn:microsoft.com/office/officeart/2008/layout/HorizontalMultiLevelHierarchy"/>
    <dgm:cxn modelId="{866AB2CA-DA3A-4F29-8709-8D0B0922D998}" type="presParOf" srcId="{38939FCB-D3CA-446B-A693-CEB10BCFC36B}" destId="{6ADBFE87-F9E4-42CB-BEAB-53AE608F4CDC}" srcOrd="0" destOrd="0" presId="urn:microsoft.com/office/officeart/2008/layout/HorizontalMultiLevelHierarchy"/>
    <dgm:cxn modelId="{847551C8-9459-47A2-9B46-4A5C04386E96}" type="presParOf" srcId="{38939FCB-D3CA-446B-A693-CEB10BCFC36B}" destId="{9A253C94-FB09-4BC7-8815-B8851405DF80}" srcOrd="1" destOrd="0" presId="urn:microsoft.com/office/officeart/2008/layout/HorizontalMultiLevelHierarchy"/>
    <dgm:cxn modelId="{A2A45D5D-ABD5-4556-95AA-F1D61658C7AA}" type="presParOf" srcId="{9A253C94-FB09-4BC7-8815-B8851405DF80}" destId="{5EAC026D-0D1E-4A75-AB3C-C68695CAB046}" srcOrd="0" destOrd="0" presId="urn:microsoft.com/office/officeart/2008/layout/HorizontalMultiLevelHierarchy"/>
    <dgm:cxn modelId="{C1530D64-C037-4226-9E47-CC7703F7FF04}" type="presParOf" srcId="{5EAC026D-0D1E-4A75-AB3C-C68695CAB046}" destId="{2282F0BF-C57E-4054-891B-7B79383F55D9}" srcOrd="0" destOrd="0" presId="urn:microsoft.com/office/officeart/2008/layout/HorizontalMultiLevelHierarchy"/>
    <dgm:cxn modelId="{857D2FE1-B2B3-4285-8FDF-FD01830E9B18}" type="presParOf" srcId="{9A253C94-FB09-4BC7-8815-B8851405DF80}" destId="{29CCC653-6AED-4C41-9956-78D26BE95806}" srcOrd="1" destOrd="0" presId="urn:microsoft.com/office/officeart/2008/layout/HorizontalMultiLevelHierarchy"/>
    <dgm:cxn modelId="{088C435F-FB08-419C-8E97-43200143C627}" type="presParOf" srcId="{29CCC653-6AED-4C41-9956-78D26BE95806}" destId="{EB6E7B48-1F1A-4188-B5AA-08ECAAE3E7F4}" srcOrd="0" destOrd="0" presId="urn:microsoft.com/office/officeart/2008/layout/HorizontalMultiLevelHierarchy"/>
    <dgm:cxn modelId="{D56054D5-2D27-4324-8DAE-A6FA486957CB}" type="presParOf" srcId="{29CCC653-6AED-4C41-9956-78D26BE95806}" destId="{FC9B445D-759B-4B66-AF95-62EFE0E59931}" srcOrd="1" destOrd="0" presId="urn:microsoft.com/office/officeart/2008/layout/HorizontalMultiLevelHierarchy"/>
    <dgm:cxn modelId="{A92495A0-69D0-4A3D-98E2-B377E87D3091}" type="presParOf" srcId="{9A253C94-FB09-4BC7-8815-B8851405DF80}" destId="{F8E93B5A-96FA-41CE-A758-16EFE93E75A9}" srcOrd="2" destOrd="0" presId="urn:microsoft.com/office/officeart/2008/layout/HorizontalMultiLevelHierarchy"/>
    <dgm:cxn modelId="{EE88468E-12DA-4D88-A4F9-D0A10FA1F9F7}" type="presParOf" srcId="{F8E93B5A-96FA-41CE-A758-16EFE93E75A9}" destId="{D6939BCF-445F-4919-9FAA-B5CDEDE64EFA}" srcOrd="0" destOrd="0" presId="urn:microsoft.com/office/officeart/2008/layout/HorizontalMultiLevelHierarchy"/>
    <dgm:cxn modelId="{7EE2D9A4-C6AD-4A28-A352-5F34F0B8A4D6}" type="presParOf" srcId="{9A253C94-FB09-4BC7-8815-B8851405DF80}" destId="{8E204427-7A2F-41C5-81C5-AE766A74AC05}" srcOrd="3" destOrd="0" presId="urn:microsoft.com/office/officeart/2008/layout/HorizontalMultiLevelHierarchy"/>
    <dgm:cxn modelId="{4A55B3CA-4F00-4F61-86CC-B2F48F8C7C1C}" type="presParOf" srcId="{8E204427-7A2F-41C5-81C5-AE766A74AC05}" destId="{99BA189B-DC87-46E4-811C-7DDE2FF95749}" srcOrd="0" destOrd="0" presId="urn:microsoft.com/office/officeart/2008/layout/HorizontalMultiLevelHierarchy"/>
    <dgm:cxn modelId="{5812BAC5-BBA2-41C7-972F-E330ADBCC8D0}" type="presParOf" srcId="{8E204427-7A2F-41C5-81C5-AE766A74AC05}" destId="{42F77B4A-322F-43AD-BD44-572DE7CB8B0F}" srcOrd="1" destOrd="0" presId="urn:microsoft.com/office/officeart/2008/layout/HorizontalMultiLevelHierarchy"/>
    <dgm:cxn modelId="{B1CCD57B-A6F1-412D-8CB2-A4303A7AB934}" type="presParOf" srcId="{42F77B4A-322F-43AD-BD44-572DE7CB8B0F}" destId="{0B850697-F0FB-4FE0-B7BC-0C5A36AF9482}" srcOrd="0" destOrd="0" presId="urn:microsoft.com/office/officeart/2008/layout/HorizontalMultiLevelHierarchy"/>
    <dgm:cxn modelId="{BD1DE3C6-F768-4749-A17A-95ED4048E2AB}" type="presParOf" srcId="{0B850697-F0FB-4FE0-B7BC-0C5A36AF9482}" destId="{171E6E35-E671-4AA2-96EA-010384D72BAD}" srcOrd="0" destOrd="0" presId="urn:microsoft.com/office/officeart/2008/layout/HorizontalMultiLevelHierarchy"/>
    <dgm:cxn modelId="{436105DE-1DE7-4850-8DE9-640CA88FB11E}" type="presParOf" srcId="{42F77B4A-322F-43AD-BD44-572DE7CB8B0F}" destId="{508F57BB-42BF-491B-9821-63265AD1512C}" srcOrd="1" destOrd="0" presId="urn:microsoft.com/office/officeart/2008/layout/HorizontalMultiLevelHierarchy"/>
    <dgm:cxn modelId="{585B7A0D-7608-4ED0-9882-DFBDD80F1B71}" type="presParOf" srcId="{508F57BB-42BF-491B-9821-63265AD1512C}" destId="{2F9FC62E-D7DF-47FF-B05F-A250AAE64CE1}" srcOrd="0" destOrd="0" presId="urn:microsoft.com/office/officeart/2008/layout/HorizontalMultiLevelHierarchy"/>
    <dgm:cxn modelId="{2807E87F-E22D-4C3D-9FA0-8AF0A9CC6911}" type="presParOf" srcId="{508F57BB-42BF-491B-9821-63265AD1512C}" destId="{EDA67802-5ABC-4CDA-9C66-DA3C7AF8DBCC}" srcOrd="1" destOrd="0" presId="urn:microsoft.com/office/officeart/2008/layout/HorizontalMultiLevelHierarchy"/>
    <dgm:cxn modelId="{697D2096-4856-47DD-954B-DC93A135B3DC}" type="presParOf" srcId="{95E92479-0171-4D1B-8E99-C7F27FC917FB}" destId="{90D59080-5FA9-4814-BF0D-4291A14CA7FC}" srcOrd="2" destOrd="0" presId="urn:microsoft.com/office/officeart/2008/layout/HorizontalMultiLevelHierarchy"/>
    <dgm:cxn modelId="{4148D998-50CD-4C19-9690-D38E24A64BAC}" type="presParOf" srcId="{90D59080-5FA9-4814-BF0D-4291A14CA7FC}" destId="{55020C29-29ED-49AC-8562-802E3A9EAF75}" srcOrd="0" destOrd="0" presId="urn:microsoft.com/office/officeart/2008/layout/HorizontalMultiLevelHierarchy"/>
    <dgm:cxn modelId="{494A8BA3-236F-4255-94C4-A69832AA0166}" type="presParOf" srcId="{95E92479-0171-4D1B-8E99-C7F27FC917FB}" destId="{961F5EBE-DE9D-433F-AE59-396BADE73BED}" srcOrd="3" destOrd="0" presId="urn:microsoft.com/office/officeart/2008/layout/HorizontalMultiLevelHierarchy"/>
    <dgm:cxn modelId="{EC0C0FC2-E064-4D5E-8CE1-346F0F7780B8}" type="presParOf" srcId="{961F5EBE-DE9D-433F-AE59-396BADE73BED}" destId="{7CF7526B-0976-4565-9C93-9053299448A7}" srcOrd="0" destOrd="0" presId="urn:microsoft.com/office/officeart/2008/layout/HorizontalMultiLevelHierarchy"/>
    <dgm:cxn modelId="{29A983F6-7F05-47C5-A9C5-81C0A10F2591}" type="presParOf" srcId="{961F5EBE-DE9D-433F-AE59-396BADE73BED}" destId="{67161227-0125-4352-87A1-877B150CCF9B}" srcOrd="1" destOrd="0" presId="urn:microsoft.com/office/officeart/2008/layout/HorizontalMultiLevelHierarchy"/>
    <dgm:cxn modelId="{C581695C-C790-4A0C-8083-1EB5A1724BFD}" type="presParOf" srcId="{8763C1F6-7519-487D-83AD-B95538742C93}" destId="{BF1ED447-AE6A-4269-A1A1-885C627817A1}" srcOrd="4" destOrd="0" presId="urn:microsoft.com/office/officeart/2008/layout/HorizontalMultiLevelHierarchy"/>
    <dgm:cxn modelId="{C021EA9F-92DE-4810-9FDC-C6FB1F42783B}" type="presParOf" srcId="{BF1ED447-AE6A-4269-A1A1-885C627817A1}" destId="{D623A97D-27F1-49DF-8C68-A97334E9ED20}" srcOrd="0" destOrd="0" presId="urn:microsoft.com/office/officeart/2008/layout/HorizontalMultiLevelHierarchy"/>
    <dgm:cxn modelId="{9F54142A-C9FF-4BC5-8415-412671889365}" type="presParOf" srcId="{8763C1F6-7519-487D-83AD-B95538742C93}" destId="{815FF5CF-949D-4B59-B985-DBD447583AD7}" srcOrd="5" destOrd="0" presId="urn:microsoft.com/office/officeart/2008/layout/HorizontalMultiLevelHierarchy"/>
    <dgm:cxn modelId="{F92627FE-AC93-4533-9A17-2B92F8C3E374}" type="presParOf" srcId="{815FF5CF-949D-4B59-B985-DBD447583AD7}" destId="{70536E9F-1172-437D-BC3F-A819EEA7798B}" srcOrd="0" destOrd="0" presId="urn:microsoft.com/office/officeart/2008/layout/HorizontalMultiLevelHierarchy"/>
    <dgm:cxn modelId="{E0E0AAAD-F19D-4F97-9620-4CF468073900}" type="presParOf" srcId="{815FF5CF-949D-4B59-B985-DBD447583AD7}" destId="{E908A135-CA3A-4634-B977-5932BE5DB52B}" srcOrd="1" destOrd="0" presId="urn:microsoft.com/office/officeart/2008/layout/HorizontalMultiLevelHierarchy"/>
    <dgm:cxn modelId="{5364CE99-4405-4429-BCE5-636C2A7CF94D}" type="presParOf" srcId="{E908A135-CA3A-4634-B977-5932BE5DB52B}" destId="{151CC5D4-8E9C-4192-87D5-11FC5A26746A}" srcOrd="0" destOrd="0" presId="urn:microsoft.com/office/officeart/2008/layout/HorizontalMultiLevelHierarchy"/>
    <dgm:cxn modelId="{D2A344BC-1533-4A31-B236-EACD23FD5047}" type="presParOf" srcId="{151CC5D4-8E9C-4192-87D5-11FC5A26746A}" destId="{96A99D9F-5B9E-4FC2-8FCD-CCA7CD7AD8B4}" srcOrd="0" destOrd="0" presId="urn:microsoft.com/office/officeart/2008/layout/HorizontalMultiLevelHierarchy"/>
    <dgm:cxn modelId="{099AAA9D-2263-4E48-967F-7CDC98DD953E}" type="presParOf" srcId="{E908A135-CA3A-4634-B977-5932BE5DB52B}" destId="{CC2756EB-81D4-4B22-AB90-F8A2F77DF089}" srcOrd="1" destOrd="0" presId="urn:microsoft.com/office/officeart/2008/layout/HorizontalMultiLevelHierarchy"/>
    <dgm:cxn modelId="{14106092-8F3A-4546-BDD3-0ADBD7B33647}" type="presParOf" srcId="{CC2756EB-81D4-4B22-AB90-F8A2F77DF089}" destId="{6D34A05A-20A2-401B-8DB3-08301F21B8FC}" srcOrd="0" destOrd="0" presId="urn:microsoft.com/office/officeart/2008/layout/HorizontalMultiLevelHierarchy"/>
    <dgm:cxn modelId="{4FAD2286-02F4-48C6-88F2-D75EAD3EB9BB}" type="presParOf" srcId="{CC2756EB-81D4-4B22-AB90-F8A2F77DF089}" destId="{F4618FC1-6FAD-4359-B258-9AC641A83529}" srcOrd="1" destOrd="0" presId="urn:microsoft.com/office/officeart/2008/layout/HorizontalMultiLevelHierarchy"/>
    <dgm:cxn modelId="{2FCF84D2-03C8-4359-B378-E99A3A34E846}" type="presParOf" srcId="{F4618FC1-6FAD-4359-B258-9AC641A83529}" destId="{B9FF6C35-595D-49F0-8273-E1619F598A0D}" srcOrd="0" destOrd="0" presId="urn:microsoft.com/office/officeart/2008/layout/HorizontalMultiLevelHierarchy"/>
    <dgm:cxn modelId="{B92F814B-D1C7-4BFF-BB1E-0F8F93AD937A}" type="presParOf" srcId="{B9FF6C35-595D-49F0-8273-E1619F598A0D}" destId="{433B6438-9A8D-4E41-9C01-B16A34F07A42}" srcOrd="0" destOrd="0" presId="urn:microsoft.com/office/officeart/2008/layout/HorizontalMultiLevelHierarchy"/>
    <dgm:cxn modelId="{B90A9937-CB26-4EDD-88A5-823F2C7FB482}" type="presParOf" srcId="{F4618FC1-6FAD-4359-B258-9AC641A83529}" destId="{F797CA7C-B26F-4A01-8CC3-0955577DAB3C}" srcOrd="1" destOrd="0" presId="urn:microsoft.com/office/officeart/2008/layout/HorizontalMultiLevelHierarchy"/>
    <dgm:cxn modelId="{95FDEAF0-A801-4023-9A16-BAB3AAD643C9}" type="presParOf" srcId="{F797CA7C-B26F-4A01-8CC3-0955577DAB3C}" destId="{2A71E051-644B-467F-9F8E-34DB5671A9BD}" srcOrd="0" destOrd="0" presId="urn:microsoft.com/office/officeart/2008/layout/HorizontalMultiLevelHierarchy"/>
    <dgm:cxn modelId="{8B4321BF-D854-4195-824E-5CB132465E88}" type="presParOf" srcId="{F797CA7C-B26F-4A01-8CC3-0955577DAB3C}" destId="{C89B6520-F188-4592-890F-0ED42F63C414}" srcOrd="1" destOrd="0" presId="urn:microsoft.com/office/officeart/2008/layout/HorizontalMultiLevelHierarchy"/>
    <dgm:cxn modelId="{4E94F33B-6D79-4ED5-9089-3D0359ABEACD}" type="presParOf" srcId="{F4618FC1-6FAD-4359-B258-9AC641A83529}" destId="{DE3CC1D2-3DF0-4E9B-8C43-4AF99E1A6613}" srcOrd="2" destOrd="0" presId="urn:microsoft.com/office/officeart/2008/layout/HorizontalMultiLevelHierarchy"/>
    <dgm:cxn modelId="{89E69845-B17B-4A81-89E6-40737C1B4C48}" type="presParOf" srcId="{DE3CC1D2-3DF0-4E9B-8C43-4AF99E1A6613}" destId="{5FD8EA4A-0964-4B64-AA3D-EB16417477AB}" srcOrd="0" destOrd="0" presId="urn:microsoft.com/office/officeart/2008/layout/HorizontalMultiLevelHierarchy"/>
    <dgm:cxn modelId="{DBE607D3-5491-48E4-803B-928879131165}" type="presParOf" srcId="{F4618FC1-6FAD-4359-B258-9AC641A83529}" destId="{02D63B38-5567-4D34-82D3-C3CCCC3C90B6}" srcOrd="3" destOrd="0" presId="urn:microsoft.com/office/officeart/2008/layout/HorizontalMultiLevelHierarchy"/>
    <dgm:cxn modelId="{D0A223DB-0D04-4D8A-A3B8-593DF9D8B11E}" type="presParOf" srcId="{02D63B38-5567-4D34-82D3-C3CCCC3C90B6}" destId="{536B75A4-A3CE-49E6-A5EB-0154FBA2555F}" srcOrd="0" destOrd="0" presId="urn:microsoft.com/office/officeart/2008/layout/HorizontalMultiLevelHierarchy"/>
    <dgm:cxn modelId="{A0AA9645-383C-46C7-AC95-EA9EBB5CD2AF}" type="presParOf" srcId="{02D63B38-5567-4D34-82D3-C3CCCC3C90B6}" destId="{17BADEC3-41A6-4317-AE00-A5226DA0BED6}" srcOrd="1" destOrd="0" presId="urn:microsoft.com/office/officeart/2008/layout/HorizontalMultiLevelHierarchy"/>
    <dgm:cxn modelId="{E69F1C15-669F-4776-BFE4-5946E23FC9CD}" type="presParOf" srcId="{F4618FC1-6FAD-4359-B258-9AC641A83529}" destId="{359CC10D-45D2-4DDD-8AAE-2475FC323E1F}" srcOrd="4" destOrd="0" presId="urn:microsoft.com/office/officeart/2008/layout/HorizontalMultiLevelHierarchy"/>
    <dgm:cxn modelId="{F992CA99-EB50-443C-AE14-C2A721E92033}" type="presParOf" srcId="{359CC10D-45D2-4DDD-8AAE-2475FC323E1F}" destId="{0A70BB4E-D152-4D45-933D-132723B5DFA2}" srcOrd="0" destOrd="0" presId="urn:microsoft.com/office/officeart/2008/layout/HorizontalMultiLevelHierarchy"/>
    <dgm:cxn modelId="{F71FBCF8-AD6F-4E9E-8814-629EF82AAE10}" type="presParOf" srcId="{F4618FC1-6FAD-4359-B258-9AC641A83529}" destId="{C5DE8DE5-62AB-4516-B6EC-38AFF6BF0EE3}" srcOrd="5" destOrd="0" presId="urn:microsoft.com/office/officeart/2008/layout/HorizontalMultiLevelHierarchy"/>
    <dgm:cxn modelId="{342F37F7-41B5-4683-84BD-AC9C32F08A40}" type="presParOf" srcId="{C5DE8DE5-62AB-4516-B6EC-38AFF6BF0EE3}" destId="{A3322C06-C992-4BC9-B768-91AC3EE5D049}" srcOrd="0" destOrd="0" presId="urn:microsoft.com/office/officeart/2008/layout/HorizontalMultiLevelHierarchy"/>
    <dgm:cxn modelId="{9B5467A9-69B9-480D-9086-5BBFA2677FED}" type="presParOf" srcId="{C5DE8DE5-62AB-4516-B6EC-38AFF6BF0EE3}" destId="{EB61B05B-03C5-46F7-A4C9-EEA815230A0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7D239E4-8A1F-4BAA-83E7-D7E97CB08125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6072BA0-1FCE-426E-86B2-334689B46F94}">
      <dgm:prSet phldrT="[Text]" custT="1"/>
      <dgm:spPr/>
      <dgm:t>
        <a:bodyPr/>
        <a:lstStyle/>
        <a:p>
          <a:r>
            <a:rPr lang="es-MX" sz="2800" dirty="0"/>
            <a:t>Legal Importación</a:t>
          </a:r>
        </a:p>
        <a:p>
          <a:r>
            <a:rPr lang="es-MX" sz="1000" dirty="0"/>
            <a:t>LISR 27-XIV</a:t>
          </a:r>
        </a:p>
      </dgm:t>
    </dgm:pt>
    <dgm:pt modelId="{947FE28C-39DF-45D5-8400-A8776DB0A074}" type="parTrans" cxnId="{EBDDD593-05E4-434C-A649-5F035BF107BC}">
      <dgm:prSet/>
      <dgm:spPr/>
      <dgm:t>
        <a:bodyPr/>
        <a:lstStyle/>
        <a:p>
          <a:endParaRPr lang="es-MX"/>
        </a:p>
      </dgm:t>
    </dgm:pt>
    <dgm:pt modelId="{6495253F-0311-4EBD-A3BD-1FFD34B3AB2C}" type="sibTrans" cxnId="{EBDDD593-05E4-434C-A649-5F035BF107BC}">
      <dgm:prSet/>
      <dgm:spPr/>
      <dgm:t>
        <a:bodyPr/>
        <a:lstStyle/>
        <a:p>
          <a:endParaRPr lang="es-MX"/>
        </a:p>
      </dgm:t>
    </dgm:pt>
    <dgm:pt modelId="{01A58FA5-8A9A-46F2-96A1-7FF113E55B08}">
      <dgm:prSet phldrT="[Text]"/>
      <dgm:spPr/>
      <dgm:t>
        <a:bodyPr/>
        <a:lstStyle/>
        <a:p>
          <a:r>
            <a:rPr lang="es-MX" dirty="0"/>
            <a:t>Hasta por el Valor Declarado</a:t>
          </a:r>
        </a:p>
      </dgm:t>
    </dgm:pt>
    <dgm:pt modelId="{5A02E710-9820-4144-A246-29EE466EECD0}" type="parTrans" cxnId="{AF69996B-E3DD-4D38-9CE6-96477DB41A39}">
      <dgm:prSet/>
      <dgm:spPr/>
      <dgm:t>
        <a:bodyPr/>
        <a:lstStyle/>
        <a:p>
          <a:endParaRPr lang="es-MX"/>
        </a:p>
      </dgm:t>
    </dgm:pt>
    <dgm:pt modelId="{5645C55F-5AB0-4E99-989A-70C155E851B1}" type="sibTrans" cxnId="{AF69996B-E3DD-4D38-9CE6-96477DB41A39}">
      <dgm:prSet/>
      <dgm:spPr/>
      <dgm:t>
        <a:bodyPr/>
        <a:lstStyle/>
        <a:p>
          <a:endParaRPr lang="es-MX"/>
        </a:p>
      </dgm:t>
    </dgm:pt>
    <dgm:pt modelId="{806D61B2-078E-4241-A101-047748AE7BBD}">
      <dgm:prSet phldrT="[Text]" custT="1"/>
      <dgm:spPr/>
      <dgm:t>
        <a:bodyPr/>
        <a:lstStyle/>
        <a:p>
          <a:r>
            <a:rPr lang="es-MX" sz="2600" dirty="0"/>
            <a:t>Servicios Aduaneros</a:t>
          </a:r>
        </a:p>
        <a:p>
          <a:r>
            <a:rPr lang="es-MX" sz="1000" dirty="0"/>
            <a:t>LISR 28-XXII</a:t>
          </a:r>
        </a:p>
      </dgm:t>
    </dgm:pt>
    <dgm:pt modelId="{6C7B5A2A-7D87-478F-AD78-25EF0449B118}" type="parTrans" cxnId="{07F01E01-582E-4E90-95EC-7EAF9B2D238B}">
      <dgm:prSet/>
      <dgm:spPr/>
      <dgm:t>
        <a:bodyPr/>
        <a:lstStyle/>
        <a:p>
          <a:endParaRPr lang="es-MX"/>
        </a:p>
      </dgm:t>
    </dgm:pt>
    <dgm:pt modelId="{605BB72D-F85D-42EB-815D-D06505A8C5F0}" type="sibTrans" cxnId="{07F01E01-582E-4E90-95EC-7EAF9B2D238B}">
      <dgm:prSet/>
      <dgm:spPr/>
      <dgm:t>
        <a:bodyPr/>
        <a:lstStyle/>
        <a:p>
          <a:endParaRPr lang="es-MX"/>
        </a:p>
      </dgm:t>
    </dgm:pt>
    <dgm:pt modelId="{8EF1573E-B9B9-467C-9E24-60C0D5DA99E8}">
      <dgm:prSet phldrT="[Text]"/>
      <dgm:spPr/>
      <dgm:t>
        <a:bodyPr/>
        <a:lstStyle/>
        <a:p>
          <a:r>
            <a:rPr lang="es-MX" dirty="0"/>
            <a:t>Honorarios</a:t>
          </a:r>
        </a:p>
      </dgm:t>
    </dgm:pt>
    <dgm:pt modelId="{50F670DB-64F1-4F58-826B-F72FB20C557A}" type="parTrans" cxnId="{FBCBDF68-FBC3-422A-B720-3BE8EBF7A93C}">
      <dgm:prSet/>
      <dgm:spPr/>
      <dgm:t>
        <a:bodyPr/>
        <a:lstStyle/>
        <a:p>
          <a:endParaRPr lang="es-MX"/>
        </a:p>
      </dgm:t>
    </dgm:pt>
    <dgm:pt modelId="{78037752-B9D1-4A84-BEA6-790449488264}" type="sibTrans" cxnId="{FBCBDF68-FBC3-422A-B720-3BE8EBF7A93C}">
      <dgm:prSet/>
      <dgm:spPr/>
      <dgm:t>
        <a:bodyPr/>
        <a:lstStyle/>
        <a:p>
          <a:endParaRPr lang="es-MX"/>
        </a:p>
      </dgm:t>
    </dgm:pt>
    <dgm:pt modelId="{C7217F5B-4496-46F5-B18E-E88E0CBB6B43}">
      <dgm:prSet/>
      <dgm:spPr/>
      <dgm:t>
        <a:bodyPr/>
        <a:lstStyle/>
        <a:p>
          <a:r>
            <a:rPr lang="es-MX" dirty="0"/>
            <a:t>Gastos del Agente</a:t>
          </a:r>
        </a:p>
      </dgm:t>
    </dgm:pt>
    <dgm:pt modelId="{F54E0A4E-EF30-4A73-84EF-C66E1A66F27E}" type="parTrans" cxnId="{448D532F-1004-4578-89FA-214625D23C4C}">
      <dgm:prSet/>
      <dgm:spPr/>
      <dgm:t>
        <a:bodyPr/>
        <a:lstStyle/>
        <a:p>
          <a:endParaRPr lang="es-MX"/>
        </a:p>
      </dgm:t>
    </dgm:pt>
    <dgm:pt modelId="{9F9E96A3-6587-4742-B9C7-609350C2560B}" type="sibTrans" cxnId="{448D532F-1004-4578-89FA-214625D23C4C}">
      <dgm:prSet/>
      <dgm:spPr/>
      <dgm:t>
        <a:bodyPr/>
        <a:lstStyle/>
        <a:p>
          <a:endParaRPr lang="es-MX"/>
        </a:p>
      </dgm:t>
    </dgm:pt>
    <dgm:pt modelId="{E08D75BE-20E6-4A8C-842C-0EAF4C03F7E6}" type="pres">
      <dgm:prSet presAssocID="{27D239E4-8A1F-4BAA-83E7-D7E97CB0812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2E19A43-0F15-496E-BE27-8EAA5F07B5DE}" type="pres">
      <dgm:prSet presAssocID="{C6072BA0-1FCE-426E-86B2-334689B46F94}" presName="root1" presStyleCnt="0"/>
      <dgm:spPr/>
    </dgm:pt>
    <dgm:pt modelId="{51E21568-6B54-4FE8-9E39-BE5F7B78AD11}" type="pres">
      <dgm:prSet presAssocID="{C6072BA0-1FCE-426E-86B2-334689B46F94}" presName="LevelOneTextNode" presStyleLbl="node0" presStyleIdx="0" presStyleCnt="1">
        <dgm:presLayoutVars>
          <dgm:chPref val="3"/>
        </dgm:presLayoutVars>
      </dgm:prSet>
      <dgm:spPr/>
    </dgm:pt>
    <dgm:pt modelId="{50ADD2F4-5F17-4942-8973-3F50BCA7EAFE}" type="pres">
      <dgm:prSet presAssocID="{C6072BA0-1FCE-426E-86B2-334689B46F94}" presName="level2hierChild" presStyleCnt="0"/>
      <dgm:spPr/>
    </dgm:pt>
    <dgm:pt modelId="{D2E93428-C9BB-4FEB-8D4E-AFCE488856B5}" type="pres">
      <dgm:prSet presAssocID="{5A02E710-9820-4144-A246-29EE466EECD0}" presName="conn2-1" presStyleLbl="parChTrans1D2" presStyleIdx="0" presStyleCnt="2"/>
      <dgm:spPr/>
    </dgm:pt>
    <dgm:pt modelId="{3913A847-E19D-4E5B-BF21-AD0B6FA1CD91}" type="pres">
      <dgm:prSet presAssocID="{5A02E710-9820-4144-A246-29EE466EECD0}" presName="connTx" presStyleLbl="parChTrans1D2" presStyleIdx="0" presStyleCnt="2"/>
      <dgm:spPr/>
    </dgm:pt>
    <dgm:pt modelId="{C76F8C95-3E7E-418E-AD3E-E848CDFCC1C8}" type="pres">
      <dgm:prSet presAssocID="{01A58FA5-8A9A-46F2-96A1-7FF113E55B08}" presName="root2" presStyleCnt="0"/>
      <dgm:spPr/>
    </dgm:pt>
    <dgm:pt modelId="{A55046B5-D825-4E57-BEE8-4CE70AD1EE49}" type="pres">
      <dgm:prSet presAssocID="{01A58FA5-8A9A-46F2-96A1-7FF113E55B08}" presName="LevelTwoTextNode" presStyleLbl="node2" presStyleIdx="0" presStyleCnt="2">
        <dgm:presLayoutVars>
          <dgm:chPref val="3"/>
        </dgm:presLayoutVars>
      </dgm:prSet>
      <dgm:spPr/>
    </dgm:pt>
    <dgm:pt modelId="{B63A9171-3989-4D56-9C7E-8C998AE46FF8}" type="pres">
      <dgm:prSet presAssocID="{01A58FA5-8A9A-46F2-96A1-7FF113E55B08}" presName="level3hierChild" presStyleCnt="0"/>
      <dgm:spPr/>
    </dgm:pt>
    <dgm:pt modelId="{7C4F2C80-8385-4625-9678-CB5725D1DA4B}" type="pres">
      <dgm:prSet presAssocID="{6C7B5A2A-7D87-478F-AD78-25EF0449B118}" presName="conn2-1" presStyleLbl="parChTrans1D2" presStyleIdx="1" presStyleCnt="2"/>
      <dgm:spPr/>
    </dgm:pt>
    <dgm:pt modelId="{4F09F5A3-8D15-4F5F-8125-FD8A616FF41A}" type="pres">
      <dgm:prSet presAssocID="{6C7B5A2A-7D87-478F-AD78-25EF0449B118}" presName="connTx" presStyleLbl="parChTrans1D2" presStyleIdx="1" presStyleCnt="2"/>
      <dgm:spPr/>
    </dgm:pt>
    <dgm:pt modelId="{E3835F03-7E97-4229-90AF-7052CA1322E4}" type="pres">
      <dgm:prSet presAssocID="{806D61B2-078E-4241-A101-047748AE7BBD}" presName="root2" presStyleCnt="0"/>
      <dgm:spPr/>
    </dgm:pt>
    <dgm:pt modelId="{86F4B34E-4C5A-4F69-B447-2779B9F6ED09}" type="pres">
      <dgm:prSet presAssocID="{806D61B2-078E-4241-A101-047748AE7BBD}" presName="LevelTwoTextNode" presStyleLbl="node2" presStyleIdx="1" presStyleCnt="2">
        <dgm:presLayoutVars>
          <dgm:chPref val="3"/>
        </dgm:presLayoutVars>
      </dgm:prSet>
      <dgm:spPr/>
    </dgm:pt>
    <dgm:pt modelId="{EF726292-5EE0-4C21-98D1-B99ABE6AA6BA}" type="pres">
      <dgm:prSet presAssocID="{806D61B2-078E-4241-A101-047748AE7BBD}" presName="level3hierChild" presStyleCnt="0"/>
      <dgm:spPr/>
    </dgm:pt>
    <dgm:pt modelId="{D00465F2-21CA-4F3B-8AD1-A20765160B2F}" type="pres">
      <dgm:prSet presAssocID="{50F670DB-64F1-4F58-826B-F72FB20C557A}" presName="conn2-1" presStyleLbl="parChTrans1D3" presStyleIdx="0" presStyleCnt="2"/>
      <dgm:spPr/>
    </dgm:pt>
    <dgm:pt modelId="{52DE2D97-4720-4372-8434-9D60BE293E26}" type="pres">
      <dgm:prSet presAssocID="{50F670DB-64F1-4F58-826B-F72FB20C557A}" presName="connTx" presStyleLbl="parChTrans1D3" presStyleIdx="0" presStyleCnt="2"/>
      <dgm:spPr/>
    </dgm:pt>
    <dgm:pt modelId="{B5CD9E8A-AF60-4913-A0D4-AAF877D6D4E3}" type="pres">
      <dgm:prSet presAssocID="{8EF1573E-B9B9-467C-9E24-60C0D5DA99E8}" presName="root2" presStyleCnt="0"/>
      <dgm:spPr/>
    </dgm:pt>
    <dgm:pt modelId="{DF4FD044-391B-4968-A45C-3B37A0EC8268}" type="pres">
      <dgm:prSet presAssocID="{8EF1573E-B9B9-467C-9E24-60C0D5DA99E8}" presName="LevelTwoTextNode" presStyleLbl="node3" presStyleIdx="0" presStyleCnt="2">
        <dgm:presLayoutVars>
          <dgm:chPref val="3"/>
        </dgm:presLayoutVars>
      </dgm:prSet>
      <dgm:spPr/>
    </dgm:pt>
    <dgm:pt modelId="{1E9FF4AC-8AFA-451C-9D94-DEC73F8E6377}" type="pres">
      <dgm:prSet presAssocID="{8EF1573E-B9B9-467C-9E24-60C0D5DA99E8}" presName="level3hierChild" presStyleCnt="0"/>
      <dgm:spPr/>
    </dgm:pt>
    <dgm:pt modelId="{A9BB30AB-658E-4907-951A-38C60F1AF898}" type="pres">
      <dgm:prSet presAssocID="{F54E0A4E-EF30-4A73-84EF-C66E1A66F27E}" presName="conn2-1" presStyleLbl="parChTrans1D3" presStyleIdx="1" presStyleCnt="2"/>
      <dgm:spPr/>
    </dgm:pt>
    <dgm:pt modelId="{CC15CD6F-A58A-472A-9418-6A27E6B303D1}" type="pres">
      <dgm:prSet presAssocID="{F54E0A4E-EF30-4A73-84EF-C66E1A66F27E}" presName="connTx" presStyleLbl="parChTrans1D3" presStyleIdx="1" presStyleCnt="2"/>
      <dgm:spPr/>
    </dgm:pt>
    <dgm:pt modelId="{075F2284-A8FF-4DB7-B9E5-EF33FD1635D7}" type="pres">
      <dgm:prSet presAssocID="{C7217F5B-4496-46F5-B18E-E88E0CBB6B43}" presName="root2" presStyleCnt="0"/>
      <dgm:spPr/>
    </dgm:pt>
    <dgm:pt modelId="{40813B51-FFE6-469D-AEDC-CDF96504393A}" type="pres">
      <dgm:prSet presAssocID="{C7217F5B-4496-46F5-B18E-E88E0CBB6B43}" presName="LevelTwoTextNode" presStyleLbl="node3" presStyleIdx="1" presStyleCnt="2">
        <dgm:presLayoutVars>
          <dgm:chPref val="3"/>
        </dgm:presLayoutVars>
      </dgm:prSet>
      <dgm:spPr/>
    </dgm:pt>
    <dgm:pt modelId="{C117C3E4-D79A-4307-B69E-B3CB32DFC0FC}" type="pres">
      <dgm:prSet presAssocID="{C7217F5B-4496-46F5-B18E-E88E0CBB6B43}" presName="level3hierChild" presStyleCnt="0"/>
      <dgm:spPr/>
    </dgm:pt>
  </dgm:ptLst>
  <dgm:cxnLst>
    <dgm:cxn modelId="{07F01E01-582E-4E90-95EC-7EAF9B2D238B}" srcId="{C6072BA0-1FCE-426E-86B2-334689B46F94}" destId="{806D61B2-078E-4241-A101-047748AE7BBD}" srcOrd="1" destOrd="0" parTransId="{6C7B5A2A-7D87-478F-AD78-25EF0449B118}" sibTransId="{605BB72D-F85D-42EB-815D-D06505A8C5F0}"/>
    <dgm:cxn modelId="{C5CB612F-578F-364B-900F-05773CB38924}" type="presOf" srcId="{F54E0A4E-EF30-4A73-84EF-C66E1A66F27E}" destId="{A9BB30AB-658E-4907-951A-38C60F1AF898}" srcOrd="0" destOrd="0" presId="urn:microsoft.com/office/officeart/2005/8/layout/hierarchy2"/>
    <dgm:cxn modelId="{448D532F-1004-4578-89FA-214625D23C4C}" srcId="{806D61B2-078E-4241-A101-047748AE7BBD}" destId="{C7217F5B-4496-46F5-B18E-E88E0CBB6B43}" srcOrd="1" destOrd="0" parTransId="{F54E0A4E-EF30-4A73-84EF-C66E1A66F27E}" sibTransId="{9F9E96A3-6587-4742-B9C7-609350C2560B}"/>
    <dgm:cxn modelId="{DED94844-145F-DB49-A2E3-F0633ED9CD60}" type="presOf" srcId="{01A58FA5-8A9A-46F2-96A1-7FF113E55B08}" destId="{A55046B5-D825-4E57-BEE8-4CE70AD1EE49}" srcOrd="0" destOrd="0" presId="urn:microsoft.com/office/officeart/2005/8/layout/hierarchy2"/>
    <dgm:cxn modelId="{FBCBDF68-FBC3-422A-B720-3BE8EBF7A93C}" srcId="{806D61B2-078E-4241-A101-047748AE7BBD}" destId="{8EF1573E-B9B9-467C-9E24-60C0D5DA99E8}" srcOrd="0" destOrd="0" parTransId="{50F670DB-64F1-4F58-826B-F72FB20C557A}" sibTransId="{78037752-B9D1-4A84-BEA6-790449488264}"/>
    <dgm:cxn modelId="{AF69996B-E3DD-4D38-9CE6-96477DB41A39}" srcId="{C6072BA0-1FCE-426E-86B2-334689B46F94}" destId="{01A58FA5-8A9A-46F2-96A1-7FF113E55B08}" srcOrd="0" destOrd="0" parTransId="{5A02E710-9820-4144-A246-29EE466EECD0}" sibTransId="{5645C55F-5AB0-4E99-989A-70C155E851B1}"/>
    <dgm:cxn modelId="{634B814E-A1E6-A54A-9FA7-83EB1AC43EBB}" type="presOf" srcId="{50F670DB-64F1-4F58-826B-F72FB20C557A}" destId="{D00465F2-21CA-4F3B-8AD1-A20765160B2F}" srcOrd="0" destOrd="0" presId="urn:microsoft.com/office/officeart/2005/8/layout/hierarchy2"/>
    <dgm:cxn modelId="{A022B678-2BBC-E747-A9DC-D7E6550EB430}" type="presOf" srcId="{C6072BA0-1FCE-426E-86B2-334689B46F94}" destId="{51E21568-6B54-4FE8-9E39-BE5F7B78AD11}" srcOrd="0" destOrd="0" presId="urn:microsoft.com/office/officeart/2005/8/layout/hierarchy2"/>
    <dgm:cxn modelId="{F6FC0579-BE76-C546-AEA1-60E75A190361}" type="presOf" srcId="{8EF1573E-B9B9-467C-9E24-60C0D5DA99E8}" destId="{DF4FD044-391B-4968-A45C-3B37A0EC8268}" srcOrd="0" destOrd="0" presId="urn:microsoft.com/office/officeart/2005/8/layout/hierarchy2"/>
    <dgm:cxn modelId="{D23E6881-6CBA-C942-9A6D-F9FCC43BCC65}" type="presOf" srcId="{806D61B2-078E-4241-A101-047748AE7BBD}" destId="{86F4B34E-4C5A-4F69-B447-2779B9F6ED09}" srcOrd="0" destOrd="0" presId="urn:microsoft.com/office/officeart/2005/8/layout/hierarchy2"/>
    <dgm:cxn modelId="{EBDDD593-05E4-434C-A649-5F035BF107BC}" srcId="{27D239E4-8A1F-4BAA-83E7-D7E97CB08125}" destId="{C6072BA0-1FCE-426E-86B2-334689B46F94}" srcOrd="0" destOrd="0" parTransId="{947FE28C-39DF-45D5-8400-A8776DB0A074}" sibTransId="{6495253F-0311-4EBD-A3BD-1FFD34B3AB2C}"/>
    <dgm:cxn modelId="{F3D4FD9B-A185-5F4E-B5EB-03FA3D483C7E}" type="presOf" srcId="{5A02E710-9820-4144-A246-29EE466EECD0}" destId="{3913A847-E19D-4E5B-BF21-AD0B6FA1CD91}" srcOrd="1" destOrd="0" presId="urn:microsoft.com/office/officeart/2005/8/layout/hierarchy2"/>
    <dgm:cxn modelId="{6AB92EB0-02FB-0D46-848C-3E807DB21386}" type="presOf" srcId="{6C7B5A2A-7D87-478F-AD78-25EF0449B118}" destId="{7C4F2C80-8385-4625-9678-CB5725D1DA4B}" srcOrd="0" destOrd="0" presId="urn:microsoft.com/office/officeart/2005/8/layout/hierarchy2"/>
    <dgm:cxn modelId="{4C8117C0-493A-E34C-B4E0-2C7D3C0103C1}" type="presOf" srcId="{F54E0A4E-EF30-4A73-84EF-C66E1A66F27E}" destId="{CC15CD6F-A58A-472A-9418-6A27E6B303D1}" srcOrd="1" destOrd="0" presId="urn:microsoft.com/office/officeart/2005/8/layout/hierarchy2"/>
    <dgm:cxn modelId="{6440CEE2-863A-E346-816F-604610045EB2}" type="presOf" srcId="{6C7B5A2A-7D87-478F-AD78-25EF0449B118}" destId="{4F09F5A3-8D15-4F5F-8125-FD8A616FF41A}" srcOrd="1" destOrd="0" presId="urn:microsoft.com/office/officeart/2005/8/layout/hierarchy2"/>
    <dgm:cxn modelId="{8453E7E3-F3C8-1846-A39E-A30A2737D187}" type="presOf" srcId="{50F670DB-64F1-4F58-826B-F72FB20C557A}" destId="{52DE2D97-4720-4372-8434-9D60BE293E26}" srcOrd="1" destOrd="0" presId="urn:microsoft.com/office/officeart/2005/8/layout/hierarchy2"/>
    <dgm:cxn modelId="{FABADFEB-CDE2-FB4F-ADD2-75E63A1011A9}" type="presOf" srcId="{C7217F5B-4496-46F5-B18E-E88E0CBB6B43}" destId="{40813B51-FFE6-469D-AEDC-CDF96504393A}" srcOrd="0" destOrd="0" presId="urn:microsoft.com/office/officeart/2005/8/layout/hierarchy2"/>
    <dgm:cxn modelId="{CD18F3FC-7D17-634A-B81A-8121C9301A1B}" type="presOf" srcId="{5A02E710-9820-4144-A246-29EE466EECD0}" destId="{D2E93428-C9BB-4FEB-8D4E-AFCE488856B5}" srcOrd="0" destOrd="0" presId="urn:microsoft.com/office/officeart/2005/8/layout/hierarchy2"/>
    <dgm:cxn modelId="{5BDC8DFF-927C-AE45-A6C7-5C0DACFDCE8C}" type="presOf" srcId="{27D239E4-8A1F-4BAA-83E7-D7E97CB08125}" destId="{E08D75BE-20E6-4A8C-842C-0EAF4C03F7E6}" srcOrd="0" destOrd="0" presId="urn:microsoft.com/office/officeart/2005/8/layout/hierarchy2"/>
    <dgm:cxn modelId="{CA38033E-19D2-9F42-82E1-DA5C385C48B0}" type="presParOf" srcId="{E08D75BE-20E6-4A8C-842C-0EAF4C03F7E6}" destId="{72E19A43-0F15-496E-BE27-8EAA5F07B5DE}" srcOrd="0" destOrd="0" presId="urn:microsoft.com/office/officeart/2005/8/layout/hierarchy2"/>
    <dgm:cxn modelId="{3E693075-2999-6A46-8E98-8FA8879C2B8B}" type="presParOf" srcId="{72E19A43-0F15-496E-BE27-8EAA5F07B5DE}" destId="{51E21568-6B54-4FE8-9E39-BE5F7B78AD11}" srcOrd="0" destOrd="0" presId="urn:microsoft.com/office/officeart/2005/8/layout/hierarchy2"/>
    <dgm:cxn modelId="{8B4C4F39-591B-684E-83E5-A13843E12900}" type="presParOf" srcId="{72E19A43-0F15-496E-BE27-8EAA5F07B5DE}" destId="{50ADD2F4-5F17-4942-8973-3F50BCA7EAFE}" srcOrd="1" destOrd="0" presId="urn:microsoft.com/office/officeart/2005/8/layout/hierarchy2"/>
    <dgm:cxn modelId="{84207233-6C52-BF4A-9BA4-0AC27B5E54E6}" type="presParOf" srcId="{50ADD2F4-5F17-4942-8973-3F50BCA7EAFE}" destId="{D2E93428-C9BB-4FEB-8D4E-AFCE488856B5}" srcOrd="0" destOrd="0" presId="urn:microsoft.com/office/officeart/2005/8/layout/hierarchy2"/>
    <dgm:cxn modelId="{BD9BD880-313F-3146-A2AA-3EDB2DD61123}" type="presParOf" srcId="{D2E93428-C9BB-4FEB-8D4E-AFCE488856B5}" destId="{3913A847-E19D-4E5B-BF21-AD0B6FA1CD91}" srcOrd="0" destOrd="0" presId="urn:microsoft.com/office/officeart/2005/8/layout/hierarchy2"/>
    <dgm:cxn modelId="{E5B21DD1-6250-944F-B649-5CC70A9FBF06}" type="presParOf" srcId="{50ADD2F4-5F17-4942-8973-3F50BCA7EAFE}" destId="{C76F8C95-3E7E-418E-AD3E-E848CDFCC1C8}" srcOrd="1" destOrd="0" presId="urn:microsoft.com/office/officeart/2005/8/layout/hierarchy2"/>
    <dgm:cxn modelId="{ED959A86-13B7-8940-A961-BE4B03AC8B76}" type="presParOf" srcId="{C76F8C95-3E7E-418E-AD3E-E848CDFCC1C8}" destId="{A55046B5-D825-4E57-BEE8-4CE70AD1EE49}" srcOrd="0" destOrd="0" presId="urn:microsoft.com/office/officeart/2005/8/layout/hierarchy2"/>
    <dgm:cxn modelId="{27598B91-EA33-C242-BE13-042819F2356B}" type="presParOf" srcId="{C76F8C95-3E7E-418E-AD3E-E848CDFCC1C8}" destId="{B63A9171-3989-4D56-9C7E-8C998AE46FF8}" srcOrd="1" destOrd="0" presId="urn:microsoft.com/office/officeart/2005/8/layout/hierarchy2"/>
    <dgm:cxn modelId="{682B8D47-740E-6847-8A80-CB381B37AAC1}" type="presParOf" srcId="{50ADD2F4-5F17-4942-8973-3F50BCA7EAFE}" destId="{7C4F2C80-8385-4625-9678-CB5725D1DA4B}" srcOrd="2" destOrd="0" presId="urn:microsoft.com/office/officeart/2005/8/layout/hierarchy2"/>
    <dgm:cxn modelId="{1123DD45-5E4D-4345-AAD4-5D1A7CF3FBED}" type="presParOf" srcId="{7C4F2C80-8385-4625-9678-CB5725D1DA4B}" destId="{4F09F5A3-8D15-4F5F-8125-FD8A616FF41A}" srcOrd="0" destOrd="0" presId="urn:microsoft.com/office/officeart/2005/8/layout/hierarchy2"/>
    <dgm:cxn modelId="{B0138725-4055-2340-A948-7143FB165BAA}" type="presParOf" srcId="{50ADD2F4-5F17-4942-8973-3F50BCA7EAFE}" destId="{E3835F03-7E97-4229-90AF-7052CA1322E4}" srcOrd="3" destOrd="0" presId="urn:microsoft.com/office/officeart/2005/8/layout/hierarchy2"/>
    <dgm:cxn modelId="{C7699C31-F7E0-1444-BFA5-EEE8DEBDD397}" type="presParOf" srcId="{E3835F03-7E97-4229-90AF-7052CA1322E4}" destId="{86F4B34E-4C5A-4F69-B447-2779B9F6ED09}" srcOrd="0" destOrd="0" presId="urn:microsoft.com/office/officeart/2005/8/layout/hierarchy2"/>
    <dgm:cxn modelId="{16E7EE58-DD0C-DA42-9498-9C80BB79E99D}" type="presParOf" srcId="{E3835F03-7E97-4229-90AF-7052CA1322E4}" destId="{EF726292-5EE0-4C21-98D1-B99ABE6AA6BA}" srcOrd="1" destOrd="0" presId="urn:microsoft.com/office/officeart/2005/8/layout/hierarchy2"/>
    <dgm:cxn modelId="{F88B84E7-5D88-DA47-BFA6-3C9A7A81BB5C}" type="presParOf" srcId="{EF726292-5EE0-4C21-98D1-B99ABE6AA6BA}" destId="{D00465F2-21CA-4F3B-8AD1-A20765160B2F}" srcOrd="0" destOrd="0" presId="urn:microsoft.com/office/officeart/2005/8/layout/hierarchy2"/>
    <dgm:cxn modelId="{E4E622B5-5568-5942-B9E0-E53E16C8C032}" type="presParOf" srcId="{D00465F2-21CA-4F3B-8AD1-A20765160B2F}" destId="{52DE2D97-4720-4372-8434-9D60BE293E26}" srcOrd="0" destOrd="0" presId="urn:microsoft.com/office/officeart/2005/8/layout/hierarchy2"/>
    <dgm:cxn modelId="{FD1274EB-5A3D-7948-9BE9-B61EFF618DB3}" type="presParOf" srcId="{EF726292-5EE0-4C21-98D1-B99ABE6AA6BA}" destId="{B5CD9E8A-AF60-4913-A0D4-AAF877D6D4E3}" srcOrd="1" destOrd="0" presId="urn:microsoft.com/office/officeart/2005/8/layout/hierarchy2"/>
    <dgm:cxn modelId="{86A40827-6008-FA4E-9807-AA986B26F73E}" type="presParOf" srcId="{B5CD9E8A-AF60-4913-A0D4-AAF877D6D4E3}" destId="{DF4FD044-391B-4968-A45C-3B37A0EC8268}" srcOrd="0" destOrd="0" presId="urn:microsoft.com/office/officeart/2005/8/layout/hierarchy2"/>
    <dgm:cxn modelId="{152896B0-391A-E841-A41F-0B65BF0A15F9}" type="presParOf" srcId="{B5CD9E8A-AF60-4913-A0D4-AAF877D6D4E3}" destId="{1E9FF4AC-8AFA-451C-9D94-DEC73F8E6377}" srcOrd="1" destOrd="0" presId="urn:microsoft.com/office/officeart/2005/8/layout/hierarchy2"/>
    <dgm:cxn modelId="{1B1AD17C-D42A-CA4F-86E8-07A8ECDE2E99}" type="presParOf" srcId="{EF726292-5EE0-4C21-98D1-B99ABE6AA6BA}" destId="{A9BB30AB-658E-4907-951A-38C60F1AF898}" srcOrd="2" destOrd="0" presId="urn:microsoft.com/office/officeart/2005/8/layout/hierarchy2"/>
    <dgm:cxn modelId="{33F4DF1F-843C-7047-A4C9-1E9DB7A53626}" type="presParOf" srcId="{A9BB30AB-658E-4907-951A-38C60F1AF898}" destId="{CC15CD6F-A58A-472A-9418-6A27E6B303D1}" srcOrd="0" destOrd="0" presId="urn:microsoft.com/office/officeart/2005/8/layout/hierarchy2"/>
    <dgm:cxn modelId="{D11D6F78-2AA8-AB4E-9658-25366173FFB4}" type="presParOf" srcId="{EF726292-5EE0-4C21-98D1-B99ABE6AA6BA}" destId="{075F2284-A8FF-4DB7-B9E5-EF33FD1635D7}" srcOrd="3" destOrd="0" presId="urn:microsoft.com/office/officeart/2005/8/layout/hierarchy2"/>
    <dgm:cxn modelId="{7BDAEBE6-9DCF-F147-AC0E-11E8E00C5F1E}" type="presParOf" srcId="{075F2284-A8FF-4DB7-B9E5-EF33FD1635D7}" destId="{40813B51-FFE6-469D-AEDC-CDF96504393A}" srcOrd="0" destOrd="0" presId="urn:microsoft.com/office/officeart/2005/8/layout/hierarchy2"/>
    <dgm:cxn modelId="{9E4A0C87-7E47-114C-A5BD-91647C2B6E9F}" type="presParOf" srcId="{075F2284-A8FF-4DB7-B9E5-EF33FD1635D7}" destId="{C117C3E4-D79A-4307-B69E-B3CB32DFC0F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428F298-108A-408B-8C3A-CA71CA9C5110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0114C8B-5352-4DB3-AAE3-B01872837444}">
      <dgm:prSet phldrT="[Text]"/>
      <dgm:spPr/>
      <dgm:t>
        <a:bodyPr/>
        <a:lstStyle/>
        <a:p>
          <a:r>
            <a:rPr lang="es-MX" dirty="0"/>
            <a:t>Provisiones</a:t>
          </a:r>
        </a:p>
      </dgm:t>
    </dgm:pt>
    <dgm:pt modelId="{0E746BA7-2F2C-449A-AFC0-B5A21DD49962}" type="parTrans" cxnId="{CC9421DA-A6E6-4612-9E82-9E59208189CE}">
      <dgm:prSet/>
      <dgm:spPr/>
      <dgm:t>
        <a:bodyPr/>
        <a:lstStyle/>
        <a:p>
          <a:endParaRPr lang="es-MX"/>
        </a:p>
      </dgm:t>
    </dgm:pt>
    <dgm:pt modelId="{0D0259E6-ED7B-46A9-B925-ED16E7D3BBB5}" type="sibTrans" cxnId="{CC9421DA-A6E6-4612-9E82-9E59208189CE}">
      <dgm:prSet/>
      <dgm:spPr/>
      <dgm:t>
        <a:bodyPr/>
        <a:lstStyle/>
        <a:p>
          <a:endParaRPr lang="es-MX"/>
        </a:p>
      </dgm:t>
    </dgm:pt>
    <dgm:pt modelId="{B9C4E31B-DBA0-4BBA-89E5-E30581EB55A1}">
      <dgm:prSet phldrT="[Text]" custT="1"/>
      <dgm:spPr>
        <a:solidFill>
          <a:srgbClr val="92D050"/>
        </a:solidFill>
      </dgm:spPr>
      <dgm:t>
        <a:bodyPr/>
        <a:lstStyle/>
        <a:p>
          <a:r>
            <a:rPr lang="es-MX" sz="2500" dirty="0"/>
            <a:t>Gratificaciones al Personal</a:t>
          </a:r>
        </a:p>
        <a:p>
          <a:r>
            <a:rPr lang="es-MX" sz="1000" dirty="0"/>
            <a:t>LISR 28-VIII</a:t>
          </a:r>
        </a:p>
      </dgm:t>
    </dgm:pt>
    <dgm:pt modelId="{BF6CBEC3-EC79-41FA-A0F9-CBE056EF1B67}" type="parTrans" cxnId="{862588D7-C2CC-43DC-A0EE-2596DFB98D66}">
      <dgm:prSet/>
      <dgm:spPr/>
      <dgm:t>
        <a:bodyPr/>
        <a:lstStyle/>
        <a:p>
          <a:endParaRPr lang="es-MX"/>
        </a:p>
      </dgm:t>
    </dgm:pt>
    <dgm:pt modelId="{11FD04A5-41EA-4C1F-BA1B-17284494C0A8}" type="sibTrans" cxnId="{862588D7-C2CC-43DC-A0EE-2596DFB98D66}">
      <dgm:prSet/>
      <dgm:spPr/>
      <dgm:t>
        <a:bodyPr/>
        <a:lstStyle/>
        <a:p>
          <a:endParaRPr lang="es-MX"/>
        </a:p>
      </dgm:t>
    </dgm:pt>
    <dgm:pt modelId="{DEFD18AE-B7FB-411D-B9A6-3A89914852A4}">
      <dgm:prSet phldrT="[Text]" custT="1"/>
      <dgm:spPr>
        <a:solidFill>
          <a:srgbClr val="92D050"/>
        </a:solidFill>
      </dgm:spPr>
      <dgm:t>
        <a:bodyPr/>
        <a:lstStyle/>
        <a:p>
          <a:r>
            <a:rPr lang="es-MX" sz="2500" dirty="0"/>
            <a:t>Indemnizaciones al Personal</a:t>
          </a:r>
        </a:p>
        <a:p>
          <a:r>
            <a:rPr lang="es-MX" sz="1000" dirty="0"/>
            <a:t>LISR 28-IX</a:t>
          </a:r>
        </a:p>
      </dgm:t>
    </dgm:pt>
    <dgm:pt modelId="{74363615-C1DB-4CE8-8A73-7F6A0FD831C0}" type="parTrans" cxnId="{FC5BB936-B0CD-49B8-8D86-635970E85B74}">
      <dgm:prSet/>
      <dgm:spPr/>
      <dgm:t>
        <a:bodyPr/>
        <a:lstStyle/>
        <a:p>
          <a:endParaRPr lang="es-MX"/>
        </a:p>
      </dgm:t>
    </dgm:pt>
    <dgm:pt modelId="{B94F5999-A41C-42FD-83C0-BED39F2DB954}" type="sibTrans" cxnId="{FC5BB936-B0CD-49B8-8D86-635970E85B74}">
      <dgm:prSet/>
      <dgm:spPr/>
      <dgm:t>
        <a:bodyPr/>
        <a:lstStyle/>
        <a:p>
          <a:endParaRPr lang="es-MX"/>
        </a:p>
      </dgm:t>
    </dgm:pt>
    <dgm:pt modelId="{5308CC42-53CC-41CD-9FE9-546A25656456}">
      <dgm:prSet phldrT="[Text]" custT="1"/>
      <dgm:spPr/>
      <dgm:t>
        <a:bodyPr/>
        <a:lstStyle/>
        <a:p>
          <a:r>
            <a:rPr lang="es-MX" sz="3500" dirty="0"/>
            <a:t>Requisitos</a:t>
          </a:r>
        </a:p>
        <a:p>
          <a:r>
            <a:rPr lang="es-MX" sz="1000" dirty="0"/>
            <a:t>LISR 29</a:t>
          </a:r>
        </a:p>
      </dgm:t>
    </dgm:pt>
    <dgm:pt modelId="{0E372C86-227D-43BB-BBEC-06F00315ABB2}" type="parTrans" cxnId="{651F9ABB-DE71-44FA-82DD-01A00CCD749B}">
      <dgm:prSet/>
      <dgm:spPr/>
      <dgm:t>
        <a:bodyPr/>
        <a:lstStyle/>
        <a:p>
          <a:endParaRPr lang="es-MX"/>
        </a:p>
      </dgm:t>
    </dgm:pt>
    <dgm:pt modelId="{254BFCFA-3DC4-4C9F-A5EC-5192927B63AF}" type="sibTrans" cxnId="{651F9ABB-DE71-44FA-82DD-01A00CCD749B}">
      <dgm:prSet/>
      <dgm:spPr/>
      <dgm:t>
        <a:bodyPr/>
        <a:lstStyle/>
        <a:p>
          <a:endParaRPr lang="es-MX"/>
        </a:p>
      </dgm:t>
    </dgm:pt>
    <dgm:pt modelId="{1DC39F1A-77FF-470C-8C38-E4B3E0ED9C16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Otras</a:t>
          </a:r>
        </a:p>
      </dgm:t>
    </dgm:pt>
    <dgm:pt modelId="{05AADAAA-20DD-49B8-8D73-360A2B17A5BB}" type="parTrans" cxnId="{2F2C870F-72A1-4F29-BEBE-B83934BD4600}">
      <dgm:prSet/>
      <dgm:spPr/>
      <dgm:t>
        <a:bodyPr/>
        <a:lstStyle/>
        <a:p>
          <a:endParaRPr lang="es-MX"/>
        </a:p>
      </dgm:t>
    </dgm:pt>
    <dgm:pt modelId="{A2A3A7D0-65D3-4009-A216-F557C3A17751}" type="sibTrans" cxnId="{2F2C870F-72A1-4F29-BEBE-B83934BD4600}">
      <dgm:prSet/>
      <dgm:spPr/>
      <dgm:t>
        <a:bodyPr/>
        <a:lstStyle/>
        <a:p>
          <a:endParaRPr lang="es-MX"/>
        </a:p>
      </dgm:t>
    </dgm:pt>
    <dgm:pt modelId="{DF7D5270-0320-4277-8A1D-5572AC7B6B2D}" type="pres">
      <dgm:prSet presAssocID="{8428F298-108A-408B-8C3A-CA71CA9C511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CE3AA49-667B-4E61-ADEE-A10704132670}" type="pres">
      <dgm:prSet presAssocID="{E0114C8B-5352-4DB3-AAE3-B01872837444}" presName="root1" presStyleCnt="0"/>
      <dgm:spPr/>
    </dgm:pt>
    <dgm:pt modelId="{6A2FF522-13C5-43EE-AF57-0CD5CF528ECB}" type="pres">
      <dgm:prSet presAssocID="{E0114C8B-5352-4DB3-AAE3-B01872837444}" presName="LevelOneTextNode" presStyleLbl="node0" presStyleIdx="0" presStyleCnt="1">
        <dgm:presLayoutVars>
          <dgm:chPref val="3"/>
        </dgm:presLayoutVars>
      </dgm:prSet>
      <dgm:spPr/>
    </dgm:pt>
    <dgm:pt modelId="{FD2F3279-19B8-4E39-8D31-2C43617D8B3D}" type="pres">
      <dgm:prSet presAssocID="{E0114C8B-5352-4DB3-AAE3-B01872837444}" presName="level2hierChild" presStyleCnt="0"/>
      <dgm:spPr/>
    </dgm:pt>
    <dgm:pt modelId="{7B32F6C4-5275-470F-A4AA-AA854ECF10FC}" type="pres">
      <dgm:prSet presAssocID="{BF6CBEC3-EC79-41FA-A0F9-CBE056EF1B67}" presName="conn2-1" presStyleLbl="parChTrans1D2" presStyleIdx="0" presStyleCnt="3"/>
      <dgm:spPr/>
    </dgm:pt>
    <dgm:pt modelId="{DB828D59-23E3-4378-B0AC-2C58F2E33C73}" type="pres">
      <dgm:prSet presAssocID="{BF6CBEC3-EC79-41FA-A0F9-CBE056EF1B67}" presName="connTx" presStyleLbl="parChTrans1D2" presStyleIdx="0" presStyleCnt="3"/>
      <dgm:spPr/>
    </dgm:pt>
    <dgm:pt modelId="{DCB51803-2142-48F3-A04F-265609C95138}" type="pres">
      <dgm:prSet presAssocID="{B9C4E31B-DBA0-4BBA-89E5-E30581EB55A1}" presName="root2" presStyleCnt="0"/>
      <dgm:spPr/>
    </dgm:pt>
    <dgm:pt modelId="{F9E6FCAE-D786-4D0E-B483-B184AB61B398}" type="pres">
      <dgm:prSet presAssocID="{B9C4E31B-DBA0-4BBA-89E5-E30581EB55A1}" presName="LevelTwoTextNode" presStyleLbl="node2" presStyleIdx="0" presStyleCnt="3">
        <dgm:presLayoutVars>
          <dgm:chPref val="3"/>
        </dgm:presLayoutVars>
      </dgm:prSet>
      <dgm:spPr/>
    </dgm:pt>
    <dgm:pt modelId="{08237094-AE8A-4185-AB6A-6A05D82F5E6E}" type="pres">
      <dgm:prSet presAssocID="{B9C4E31B-DBA0-4BBA-89E5-E30581EB55A1}" presName="level3hierChild" presStyleCnt="0"/>
      <dgm:spPr/>
    </dgm:pt>
    <dgm:pt modelId="{D2179D95-2268-467A-BD6F-4238492CF36F}" type="pres">
      <dgm:prSet presAssocID="{74363615-C1DB-4CE8-8A73-7F6A0FD831C0}" presName="conn2-1" presStyleLbl="parChTrans1D2" presStyleIdx="1" presStyleCnt="3"/>
      <dgm:spPr/>
    </dgm:pt>
    <dgm:pt modelId="{932F412A-9719-4962-A16F-8E37D3FC8DCC}" type="pres">
      <dgm:prSet presAssocID="{74363615-C1DB-4CE8-8A73-7F6A0FD831C0}" presName="connTx" presStyleLbl="parChTrans1D2" presStyleIdx="1" presStyleCnt="3"/>
      <dgm:spPr/>
    </dgm:pt>
    <dgm:pt modelId="{8CC0493D-F264-4564-82DD-E20D46C2ED32}" type="pres">
      <dgm:prSet presAssocID="{DEFD18AE-B7FB-411D-B9A6-3A89914852A4}" presName="root2" presStyleCnt="0"/>
      <dgm:spPr/>
    </dgm:pt>
    <dgm:pt modelId="{DED36DF9-D56E-4C07-BEC2-E8049AB563E0}" type="pres">
      <dgm:prSet presAssocID="{DEFD18AE-B7FB-411D-B9A6-3A89914852A4}" presName="LevelTwoTextNode" presStyleLbl="node2" presStyleIdx="1" presStyleCnt="3">
        <dgm:presLayoutVars>
          <dgm:chPref val="3"/>
        </dgm:presLayoutVars>
      </dgm:prSet>
      <dgm:spPr/>
    </dgm:pt>
    <dgm:pt modelId="{F0BD4073-7EA9-4898-9A86-54B33E6942CB}" type="pres">
      <dgm:prSet presAssocID="{DEFD18AE-B7FB-411D-B9A6-3A89914852A4}" presName="level3hierChild" presStyleCnt="0"/>
      <dgm:spPr/>
    </dgm:pt>
    <dgm:pt modelId="{BCC5DAC5-8BE2-48B6-B436-BF0C514FA92E}" type="pres">
      <dgm:prSet presAssocID="{0E372C86-227D-43BB-BBEC-06F00315ABB2}" presName="conn2-1" presStyleLbl="parChTrans1D3" presStyleIdx="0" presStyleCnt="1"/>
      <dgm:spPr/>
    </dgm:pt>
    <dgm:pt modelId="{6F5CFF76-80BD-493E-8FAB-2CADBA85DA17}" type="pres">
      <dgm:prSet presAssocID="{0E372C86-227D-43BB-BBEC-06F00315ABB2}" presName="connTx" presStyleLbl="parChTrans1D3" presStyleIdx="0" presStyleCnt="1"/>
      <dgm:spPr/>
    </dgm:pt>
    <dgm:pt modelId="{33E8F024-4D79-4C4F-9D8A-708CD53FE4FF}" type="pres">
      <dgm:prSet presAssocID="{5308CC42-53CC-41CD-9FE9-546A25656456}" presName="root2" presStyleCnt="0"/>
      <dgm:spPr/>
    </dgm:pt>
    <dgm:pt modelId="{18A0948F-9D81-4E24-A2E4-382687FCEBF6}" type="pres">
      <dgm:prSet presAssocID="{5308CC42-53CC-41CD-9FE9-546A25656456}" presName="LevelTwoTextNode" presStyleLbl="node3" presStyleIdx="0" presStyleCnt="1">
        <dgm:presLayoutVars>
          <dgm:chPref val="3"/>
        </dgm:presLayoutVars>
      </dgm:prSet>
      <dgm:spPr/>
    </dgm:pt>
    <dgm:pt modelId="{390E6731-F479-445D-8213-67C117A84DD4}" type="pres">
      <dgm:prSet presAssocID="{5308CC42-53CC-41CD-9FE9-546A25656456}" presName="level3hierChild" presStyleCnt="0"/>
      <dgm:spPr/>
    </dgm:pt>
    <dgm:pt modelId="{2253FC4D-5C08-42E0-992E-CFCE5F2E8E79}" type="pres">
      <dgm:prSet presAssocID="{05AADAAA-20DD-49B8-8D73-360A2B17A5BB}" presName="conn2-1" presStyleLbl="parChTrans1D2" presStyleIdx="2" presStyleCnt="3"/>
      <dgm:spPr/>
    </dgm:pt>
    <dgm:pt modelId="{12C084B3-0B26-4293-8639-8A7D8CB9F79C}" type="pres">
      <dgm:prSet presAssocID="{05AADAAA-20DD-49B8-8D73-360A2B17A5BB}" presName="connTx" presStyleLbl="parChTrans1D2" presStyleIdx="2" presStyleCnt="3"/>
      <dgm:spPr/>
    </dgm:pt>
    <dgm:pt modelId="{74AA6742-D196-4D38-99E4-E649E922E720}" type="pres">
      <dgm:prSet presAssocID="{1DC39F1A-77FF-470C-8C38-E4B3E0ED9C16}" presName="root2" presStyleCnt="0"/>
      <dgm:spPr/>
    </dgm:pt>
    <dgm:pt modelId="{14EB7ACF-A4D5-4A69-BCCF-37D4A4636C53}" type="pres">
      <dgm:prSet presAssocID="{1DC39F1A-77FF-470C-8C38-E4B3E0ED9C16}" presName="LevelTwoTextNode" presStyleLbl="node2" presStyleIdx="2" presStyleCnt="3">
        <dgm:presLayoutVars>
          <dgm:chPref val="3"/>
        </dgm:presLayoutVars>
      </dgm:prSet>
      <dgm:spPr/>
    </dgm:pt>
    <dgm:pt modelId="{4C6C11A2-F74D-49CC-8F65-88154EE44EAC}" type="pres">
      <dgm:prSet presAssocID="{1DC39F1A-77FF-470C-8C38-E4B3E0ED9C16}" presName="level3hierChild" presStyleCnt="0"/>
      <dgm:spPr/>
    </dgm:pt>
  </dgm:ptLst>
  <dgm:cxnLst>
    <dgm:cxn modelId="{2F2C870F-72A1-4F29-BEBE-B83934BD4600}" srcId="{E0114C8B-5352-4DB3-AAE3-B01872837444}" destId="{1DC39F1A-77FF-470C-8C38-E4B3E0ED9C16}" srcOrd="2" destOrd="0" parTransId="{05AADAAA-20DD-49B8-8D73-360A2B17A5BB}" sibTransId="{A2A3A7D0-65D3-4009-A216-F557C3A17751}"/>
    <dgm:cxn modelId="{68657730-C13E-694E-BEB2-61D7D1F3FBAB}" type="presOf" srcId="{05AADAAA-20DD-49B8-8D73-360A2B17A5BB}" destId="{12C084B3-0B26-4293-8639-8A7D8CB9F79C}" srcOrd="1" destOrd="0" presId="urn:microsoft.com/office/officeart/2005/8/layout/hierarchy2"/>
    <dgm:cxn modelId="{FC5BB936-B0CD-49B8-8D86-635970E85B74}" srcId="{E0114C8B-5352-4DB3-AAE3-B01872837444}" destId="{DEFD18AE-B7FB-411D-B9A6-3A89914852A4}" srcOrd="1" destOrd="0" parTransId="{74363615-C1DB-4CE8-8A73-7F6A0FD831C0}" sibTransId="{B94F5999-A41C-42FD-83C0-BED39F2DB954}"/>
    <dgm:cxn modelId="{FA8FF55F-FE80-6A47-8480-8CB9FDC1B62B}" type="presOf" srcId="{5308CC42-53CC-41CD-9FE9-546A25656456}" destId="{18A0948F-9D81-4E24-A2E4-382687FCEBF6}" srcOrd="0" destOrd="0" presId="urn:microsoft.com/office/officeart/2005/8/layout/hierarchy2"/>
    <dgm:cxn modelId="{7B699A4A-BF5C-5F4D-BB69-426B50933433}" type="presOf" srcId="{0E372C86-227D-43BB-BBEC-06F00315ABB2}" destId="{6F5CFF76-80BD-493E-8FAB-2CADBA85DA17}" srcOrd="1" destOrd="0" presId="urn:microsoft.com/office/officeart/2005/8/layout/hierarchy2"/>
    <dgm:cxn modelId="{99949952-4EB6-FD48-B795-68CBEBB65730}" type="presOf" srcId="{1DC39F1A-77FF-470C-8C38-E4B3E0ED9C16}" destId="{14EB7ACF-A4D5-4A69-BCCF-37D4A4636C53}" srcOrd="0" destOrd="0" presId="urn:microsoft.com/office/officeart/2005/8/layout/hierarchy2"/>
    <dgm:cxn modelId="{9BC53181-3E53-B34E-8AB4-B19B65C7C9D7}" type="presOf" srcId="{74363615-C1DB-4CE8-8A73-7F6A0FD831C0}" destId="{D2179D95-2268-467A-BD6F-4238492CF36F}" srcOrd="0" destOrd="0" presId="urn:microsoft.com/office/officeart/2005/8/layout/hierarchy2"/>
    <dgm:cxn modelId="{03C53589-D240-A64C-B512-58840456AFAA}" type="presOf" srcId="{05AADAAA-20DD-49B8-8D73-360A2B17A5BB}" destId="{2253FC4D-5C08-42E0-992E-CFCE5F2E8E79}" srcOrd="0" destOrd="0" presId="urn:microsoft.com/office/officeart/2005/8/layout/hierarchy2"/>
    <dgm:cxn modelId="{4EF59F8D-5475-8D40-8DB8-080DCE77874D}" type="presOf" srcId="{E0114C8B-5352-4DB3-AAE3-B01872837444}" destId="{6A2FF522-13C5-43EE-AF57-0CD5CF528ECB}" srcOrd="0" destOrd="0" presId="urn:microsoft.com/office/officeart/2005/8/layout/hierarchy2"/>
    <dgm:cxn modelId="{C0696C93-4714-1241-A852-A609BAC01E47}" type="presOf" srcId="{BF6CBEC3-EC79-41FA-A0F9-CBE056EF1B67}" destId="{DB828D59-23E3-4378-B0AC-2C58F2E33C73}" srcOrd="1" destOrd="0" presId="urn:microsoft.com/office/officeart/2005/8/layout/hierarchy2"/>
    <dgm:cxn modelId="{51B0139E-50D7-4B4E-A515-258BC8A724F2}" type="presOf" srcId="{74363615-C1DB-4CE8-8A73-7F6A0FD831C0}" destId="{932F412A-9719-4962-A16F-8E37D3FC8DCC}" srcOrd="1" destOrd="0" presId="urn:microsoft.com/office/officeart/2005/8/layout/hierarchy2"/>
    <dgm:cxn modelId="{20703BB0-24C7-EA49-8853-48F75BF4B038}" type="presOf" srcId="{BF6CBEC3-EC79-41FA-A0F9-CBE056EF1B67}" destId="{7B32F6C4-5275-470F-A4AA-AA854ECF10FC}" srcOrd="0" destOrd="0" presId="urn:microsoft.com/office/officeart/2005/8/layout/hierarchy2"/>
    <dgm:cxn modelId="{651F9ABB-DE71-44FA-82DD-01A00CCD749B}" srcId="{DEFD18AE-B7FB-411D-B9A6-3A89914852A4}" destId="{5308CC42-53CC-41CD-9FE9-546A25656456}" srcOrd="0" destOrd="0" parTransId="{0E372C86-227D-43BB-BBEC-06F00315ABB2}" sibTransId="{254BFCFA-3DC4-4C9F-A5EC-5192927B63AF}"/>
    <dgm:cxn modelId="{575F53D0-7341-BE49-B85F-D35107F66E69}" type="presOf" srcId="{0E372C86-227D-43BB-BBEC-06F00315ABB2}" destId="{BCC5DAC5-8BE2-48B6-B436-BF0C514FA92E}" srcOrd="0" destOrd="0" presId="urn:microsoft.com/office/officeart/2005/8/layout/hierarchy2"/>
    <dgm:cxn modelId="{997A26D7-F6DB-744C-9D31-5AB0D9E25099}" type="presOf" srcId="{B9C4E31B-DBA0-4BBA-89E5-E30581EB55A1}" destId="{F9E6FCAE-D786-4D0E-B483-B184AB61B398}" srcOrd="0" destOrd="0" presId="urn:microsoft.com/office/officeart/2005/8/layout/hierarchy2"/>
    <dgm:cxn modelId="{862588D7-C2CC-43DC-A0EE-2596DFB98D66}" srcId="{E0114C8B-5352-4DB3-AAE3-B01872837444}" destId="{B9C4E31B-DBA0-4BBA-89E5-E30581EB55A1}" srcOrd="0" destOrd="0" parTransId="{BF6CBEC3-EC79-41FA-A0F9-CBE056EF1B67}" sibTransId="{11FD04A5-41EA-4C1F-BA1B-17284494C0A8}"/>
    <dgm:cxn modelId="{0355BED7-45B0-2145-B871-72B5398239AD}" type="presOf" srcId="{DEFD18AE-B7FB-411D-B9A6-3A89914852A4}" destId="{DED36DF9-D56E-4C07-BEC2-E8049AB563E0}" srcOrd="0" destOrd="0" presId="urn:microsoft.com/office/officeart/2005/8/layout/hierarchy2"/>
    <dgm:cxn modelId="{CC9421DA-A6E6-4612-9E82-9E59208189CE}" srcId="{8428F298-108A-408B-8C3A-CA71CA9C5110}" destId="{E0114C8B-5352-4DB3-AAE3-B01872837444}" srcOrd="0" destOrd="0" parTransId="{0E746BA7-2F2C-449A-AFC0-B5A21DD49962}" sibTransId="{0D0259E6-ED7B-46A9-B925-ED16E7D3BBB5}"/>
    <dgm:cxn modelId="{560761F5-B14E-744D-9AF8-50B45E74C767}" type="presOf" srcId="{8428F298-108A-408B-8C3A-CA71CA9C5110}" destId="{DF7D5270-0320-4277-8A1D-5572AC7B6B2D}" srcOrd="0" destOrd="0" presId="urn:microsoft.com/office/officeart/2005/8/layout/hierarchy2"/>
    <dgm:cxn modelId="{8FC6C18C-C2BF-AB40-8E70-D6F9EE68A9F3}" type="presParOf" srcId="{DF7D5270-0320-4277-8A1D-5572AC7B6B2D}" destId="{4CE3AA49-667B-4E61-ADEE-A10704132670}" srcOrd="0" destOrd="0" presId="urn:microsoft.com/office/officeart/2005/8/layout/hierarchy2"/>
    <dgm:cxn modelId="{9E0009AD-3378-EF41-A43C-A9462A6671C8}" type="presParOf" srcId="{4CE3AA49-667B-4E61-ADEE-A10704132670}" destId="{6A2FF522-13C5-43EE-AF57-0CD5CF528ECB}" srcOrd="0" destOrd="0" presId="urn:microsoft.com/office/officeart/2005/8/layout/hierarchy2"/>
    <dgm:cxn modelId="{07C9EEA7-0DFD-DD4A-AE0F-2C5ADBB19AAD}" type="presParOf" srcId="{4CE3AA49-667B-4E61-ADEE-A10704132670}" destId="{FD2F3279-19B8-4E39-8D31-2C43617D8B3D}" srcOrd="1" destOrd="0" presId="urn:microsoft.com/office/officeart/2005/8/layout/hierarchy2"/>
    <dgm:cxn modelId="{6F3B44BF-FB85-9B4F-AD7D-43CDAA2F4319}" type="presParOf" srcId="{FD2F3279-19B8-4E39-8D31-2C43617D8B3D}" destId="{7B32F6C4-5275-470F-A4AA-AA854ECF10FC}" srcOrd="0" destOrd="0" presId="urn:microsoft.com/office/officeart/2005/8/layout/hierarchy2"/>
    <dgm:cxn modelId="{C6939CAF-1A4F-5B4D-BA48-B5BF76837030}" type="presParOf" srcId="{7B32F6C4-5275-470F-A4AA-AA854ECF10FC}" destId="{DB828D59-23E3-4378-B0AC-2C58F2E33C73}" srcOrd="0" destOrd="0" presId="urn:microsoft.com/office/officeart/2005/8/layout/hierarchy2"/>
    <dgm:cxn modelId="{62D6A903-ACB9-CE4C-804B-6BE9D255F103}" type="presParOf" srcId="{FD2F3279-19B8-4E39-8D31-2C43617D8B3D}" destId="{DCB51803-2142-48F3-A04F-265609C95138}" srcOrd="1" destOrd="0" presId="urn:microsoft.com/office/officeart/2005/8/layout/hierarchy2"/>
    <dgm:cxn modelId="{2BF89F6E-7097-5A42-8ACA-B412DEF1B41E}" type="presParOf" srcId="{DCB51803-2142-48F3-A04F-265609C95138}" destId="{F9E6FCAE-D786-4D0E-B483-B184AB61B398}" srcOrd="0" destOrd="0" presId="urn:microsoft.com/office/officeart/2005/8/layout/hierarchy2"/>
    <dgm:cxn modelId="{5C40314B-1E58-6645-995B-0C213A0792F3}" type="presParOf" srcId="{DCB51803-2142-48F3-A04F-265609C95138}" destId="{08237094-AE8A-4185-AB6A-6A05D82F5E6E}" srcOrd="1" destOrd="0" presId="urn:microsoft.com/office/officeart/2005/8/layout/hierarchy2"/>
    <dgm:cxn modelId="{EC08AC0B-9B4C-E244-81D4-206BA26DAF1D}" type="presParOf" srcId="{FD2F3279-19B8-4E39-8D31-2C43617D8B3D}" destId="{D2179D95-2268-467A-BD6F-4238492CF36F}" srcOrd="2" destOrd="0" presId="urn:microsoft.com/office/officeart/2005/8/layout/hierarchy2"/>
    <dgm:cxn modelId="{7DE7F731-884A-E843-93E4-EFFFDC1E6B96}" type="presParOf" srcId="{D2179D95-2268-467A-BD6F-4238492CF36F}" destId="{932F412A-9719-4962-A16F-8E37D3FC8DCC}" srcOrd="0" destOrd="0" presId="urn:microsoft.com/office/officeart/2005/8/layout/hierarchy2"/>
    <dgm:cxn modelId="{197C7BC2-AE41-7D4B-8A35-0AFD60E580E8}" type="presParOf" srcId="{FD2F3279-19B8-4E39-8D31-2C43617D8B3D}" destId="{8CC0493D-F264-4564-82DD-E20D46C2ED32}" srcOrd="3" destOrd="0" presId="urn:microsoft.com/office/officeart/2005/8/layout/hierarchy2"/>
    <dgm:cxn modelId="{F51EED0B-DAEF-C745-B37A-9E2F39D743F8}" type="presParOf" srcId="{8CC0493D-F264-4564-82DD-E20D46C2ED32}" destId="{DED36DF9-D56E-4C07-BEC2-E8049AB563E0}" srcOrd="0" destOrd="0" presId="urn:microsoft.com/office/officeart/2005/8/layout/hierarchy2"/>
    <dgm:cxn modelId="{F245350E-E69E-3646-9DBC-228D0ADA100C}" type="presParOf" srcId="{8CC0493D-F264-4564-82DD-E20D46C2ED32}" destId="{F0BD4073-7EA9-4898-9A86-54B33E6942CB}" srcOrd="1" destOrd="0" presId="urn:microsoft.com/office/officeart/2005/8/layout/hierarchy2"/>
    <dgm:cxn modelId="{B74D5971-E16F-CC4F-92CB-1BD65B5E5D0A}" type="presParOf" srcId="{F0BD4073-7EA9-4898-9A86-54B33E6942CB}" destId="{BCC5DAC5-8BE2-48B6-B436-BF0C514FA92E}" srcOrd="0" destOrd="0" presId="urn:microsoft.com/office/officeart/2005/8/layout/hierarchy2"/>
    <dgm:cxn modelId="{AD9C2DD9-AA00-4949-A9F7-28DE151B6BA1}" type="presParOf" srcId="{BCC5DAC5-8BE2-48B6-B436-BF0C514FA92E}" destId="{6F5CFF76-80BD-493E-8FAB-2CADBA85DA17}" srcOrd="0" destOrd="0" presId="urn:microsoft.com/office/officeart/2005/8/layout/hierarchy2"/>
    <dgm:cxn modelId="{5B26748C-5A90-F549-8C9F-5FCA32A6B2D1}" type="presParOf" srcId="{F0BD4073-7EA9-4898-9A86-54B33E6942CB}" destId="{33E8F024-4D79-4C4F-9D8A-708CD53FE4FF}" srcOrd="1" destOrd="0" presId="urn:microsoft.com/office/officeart/2005/8/layout/hierarchy2"/>
    <dgm:cxn modelId="{7E2D2A49-62CA-D949-A659-E836871728CE}" type="presParOf" srcId="{33E8F024-4D79-4C4F-9D8A-708CD53FE4FF}" destId="{18A0948F-9D81-4E24-A2E4-382687FCEBF6}" srcOrd="0" destOrd="0" presId="urn:microsoft.com/office/officeart/2005/8/layout/hierarchy2"/>
    <dgm:cxn modelId="{4432DCD5-2FB4-DA48-85F6-D68C41E50B1D}" type="presParOf" srcId="{33E8F024-4D79-4C4F-9D8A-708CD53FE4FF}" destId="{390E6731-F479-445D-8213-67C117A84DD4}" srcOrd="1" destOrd="0" presId="urn:microsoft.com/office/officeart/2005/8/layout/hierarchy2"/>
    <dgm:cxn modelId="{D161F779-F87C-3043-9D22-43ED3DAB3E08}" type="presParOf" srcId="{FD2F3279-19B8-4E39-8D31-2C43617D8B3D}" destId="{2253FC4D-5C08-42E0-992E-CFCE5F2E8E79}" srcOrd="4" destOrd="0" presId="urn:microsoft.com/office/officeart/2005/8/layout/hierarchy2"/>
    <dgm:cxn modelId="{A29FB934-0D67-BD42-89AE-F2813DFAA855}" type="presParOf" srcId="{2253FC4D-5C08-42E0-992E-CFCE5F2E8E79}" destId="{12C084B3-0B26-4293-8639-8A7D8CB9F79C}" srcOrd="0" destOrd="0" presId="urn:microsoft.com/office/officeart/2005/8/layout/hierarchy2"/>
    <dgm:cxn modelId="{EF3BE532-1DE2-3F42-B5AD-CBE723960B68}" type="presParOf" srcId="{FD2F3279-19B8-4E39-8D31-2C43617D8B3D}" destId="{74AA6742-D196-4D38-99E4-E649E922E720}" srcOrd="5" destOrd="0" presId="urn:microsoft.com/office/officeart/2005/8/layout/hierarchy2"/>
    <dgm:cxn modelId="{68F0822B-C420-C14B-B465-6B940385D402}" type="presParOf" srcId="{74AA6742-D196-4D38-99E4-E649E922E720}" destId="{14EB7ACF-A4D5-4A69-BCCF-37D4A4636C53}" srcOrd="0" destOrd="0" presId="urn:microsoft.com/office/officeart/2005/8/layout/hierarchy2"/>
    <dgm:cxn modelId="{39F9C8DB-0DC5-B645-95D6-5E984F9424FC}" type="presParOf" srcId="{74AA6742-D196-4D38-99E4-E649E922E720}" destId="{4C6C11A2-F74D-49CC-8F65-88154EE44EA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5416C45-F14B-47AE-A8C4-9892C5A3E54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9396C207-402A-4780-82FE-4B6B82DDE95A}">
      <dgm:prSet phldrT="[Text]" custT="1"/>
      <dgm:spPr/>
      <dgm:t>
        <a:bodyPr/>
        <a:lstStyle/>
        <a:p>
          <a:r>
            <a:rPr lang="es-MX" sz="5500" dirty="0"/>
            <a:t>Prorrata</a:t>
          </a:r>
        </a:p>
        <a:p>
          <a:r>
            <a:rPr lang="es-MX" sz="1000" dirty="0"/>
            <a:t>LISR 28-XVIII</a:t>
          </a:r>
        </a:p>
      </dgm:t>
    </dgm:pt>
    <dgm:pt modelId="{AA44C519-D111-4D09-A221-83036CB7BD1A}" type="parTrans" cxnId="{CBA568ED-E286-4964-9B1D-03E0A560EF6D}">
      <dgm:prSet/>
      <dgm:spPr/>
      <dgm:t>
        <a:bodyPr/>
        <a:lstStyle/>
        <a:p>
          <a:endParaRPr lang="es-MX"/>
        </a:p>
      </dgm:t>
    </dgm:pt>
    <dgm:pt modelId="{6046190C-7A1C-4E3B-8DBF-CC45431AE09E}" type="sibTrans" cxnId="{CBA568ED-E286-4964-9B1D-03E0A560EF6D}">
      <dgm:prSet/>
      <dgm:spPr/>
      <dgm:t>
        <a:bodyPr/>
        <a:lstStyle/>
        <a:p>
          <a:endParaRPr lang="es-MX"/>
        </a:p>
      </dgm:t>
    </dgm:pt>
    <dgm:pt modelId="{6BCF5E43-F634-4546-A784-38E98A628DC9}">
      <dgm:prSet phldrT="[Text]"/>
      <dgm:spPr>
        <a:solidFill>
          <a:srgbClr val="FF0000"/>
        </a:solidFill>
      </dgm:spPr>
      <dgm:t>
        <a:bodyPr/>
        <a:lstStyle/>
        <a:p>
          <a:r>
            <a:rPr lang="es-MX" dirty="0"/>
            <a:t>No Residentes</a:t>
          </a:r>
        </a:p>
      </dgm:t>
    </dgm:pt>
    <dgm:pt modelId="{4A7217EF-0393-4129-ABAA-98560005D88C}" type="parTrans" cxnId="{CFC1C1C2-5C3D-4607-B57E-D0CB66CF8EE7}">
      <dgm:prSet/>
      <dgm:spPr/>
      <dgm:t>
        <a:bodyPr/>
        <a:lstStyle/>
        <a:p>
          <a:endParaRPr lang="es-MX"/>
        </a:p>
      </dgm:t>
    </dgm:pt>
    <dgm:pt modelId="{ED9A8BFC-6BEE-43C1-AEE9-11914E41AC99}" type="sibTrans" cxnId="{CFC1C1C2-5C3D-4607-B57E-D0CB66CF8EE7}">
      <dgm:prSet/>
      <dgm:spPr/>
      <dgm:t>
        <a:bodyPr/>
        <a:lstStyle/>
        <a:p>
          <a:endParaRPr lang="es-MX"/>
        </a:p>
      </dgm:t>
    </dgm:pt>
    <dgm:pt modelId="{6CA932BB-0B9C-4CCC-8044-6421815B01A1}">
      <dgm:prSet phldrT="[Text]"/>
      <dgm:spPr>
        <a:solidFill>
          <a:srgbClr val="92D050"/>
        </a:solidFill>
      </dgm:spPr>
      <dgm:t>
        <a:bodyPr/>
        <a:lstStyle/>
        <a:p>
          <a:r>
            <a:rPr lang="es-MX" dirty="0"/>
            <a:t>Residentes</a:t>
          </a:r>
        </a:p>
      </dgm:t>
    </dgm:pt>
    <dgm:pt modelId="{D8882919-562E-4E3C-9FA4-18AC80B7AAE4}" type="parTrans" cxnId="{B46718E7-75F7-40AA-AD1F-0F9D2C5AE560}">
      <dgm:prSet/>
      <dgm:spPr/>
      <dgm:t>
        <a:bodyPr/>
        <a:lstStyle/>
        <a:p>
          <a:endParaRPr lang="es-MX"/>
        </a:p>
      </dgm:t>
    </dgm:pt>
    <dgm:pt modelId="{B596B537-31A9-42F1-ADB4-33F6B78BCC6E}" type="sibTrans" cxnId="{B46718E7-75F7-40AA-AD1F-0F9D2C5AE560}">
      <dgm:prSet/>
      <dgm:spPr/>
      <dgm:t>
        <a:bodyPr/>
        <a:lstStyle/>
        <a:p>
          <a:endParaRPr lang="es-MX"/>
        </a:p>
      </dgm:t>
    </dgm:pt>
    <dgm:pt modelId="{73ADC8FF-F46A-4C4C-801A-6714E9A00CC3}" type="pres">
      <dgm:prSet presAssocID="{F5416C45-F14B-47AE-A8C4-9892C5A3E54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F0C1994-622A-47AC-9C4F-609BF76194A7}" type="pres">
      <dgm:prSet presAssocID="{9396C207-402A-4780-82FE-4B6B82DDE95A}" presName="root1" presStyleCnt="0"/>
      <dgm:spPr/>
    </dgm:pt>
    <dgm:pt modelId="{9D140B60-B966-4963-BF69-59AC92BE9068}" type="pres">
      <dgm:prSet presAssocID="{9396C207-402A-4780-82FE-4B6B82DDE95A}" presName="LevelOneTextNode" presStyleLbl="node0" presStyleIdx="0" presStyleCnt="1">
        <dgm:presLayoutVars>
          <dgm:chPref val="3"/>
        </dgm:presLayoutVars>
      </dgm:prSet>
      <dgm:spPr/>
    </dgm:pt>
    <dgm:pt modelId="{DD3D7487-7C83-43D8-BEAD-EEBD2E3ACC45}" type="pres">
      <dgm:prSet presAssocID="{9396C207-402A-4780-82FE-4B6B82DDE95A}" presName="level2hierChild" presStyleCnt="0"/>
      <dgm:spPr/>
    </dgm:pt>
    <dgm:pt modelId="{0ECF1442-1B59-4CCF-BEE8-CB87A6F1D9CD}" type="pres">
      <dgm:prSet presAssocID="{4A7217EF-0393-4129-ABAA-98560005D88C}" presName="conn2-1" presStyleLbl="parChTrans1D2" presStyleIdx="0" presStyleCnt="2"/>
      <dgm:spPr/>
    </dgm:pt>
    <dgm:pt modelId="{49436831-DD4A-41A4-9579-B29591D2E847}" type="pres">
      <dgm:prSet presAssocID="{4A7217EF-0393-4129-ABAA-98560005D88C}" presName="connTx" presStyleLbl="parChTrans1D2" presStyleIdx="0" presStyleCnt="2"/>
      <dgm:spPr/>
    </dgm:pt>
    <dgm:pt modelId="{F73AEE65-EBAE-4200-AFAE-648B5837D54A}" type="pres">
      <dgm:prSet presAssocID="{6BCF5E43-F634-4546-A784-38E98A628DC9}" presName="root2" presStyleCnt="0"/>
      <dgm:spPr/>
    </dgm:pt>
    <dgm:pt modelId="{C1B15660-5FAD-4A8A-95B0-A4120F75D444}" type="pres">
      <dgm:prSet presAssocID="{6BCF5E43-F634-4546-A784-38E98A628DC9}" presName="LevelTwoTextNode" presStyleLbl="node2" presStyleIdx="0" presStyleCnt="2">
        <dgm:presLayoutVars>
          <dgm:chPref val="3"/>
        </dgm:presLayoutVars>
      </dgm:prSet>
      <dgm:spPr/>
    </dgm:pt>
    <dgm:pt modelId="{6152984E-493A-4200-829F-855E3FB5A1B1}" type="pres">
      <dgm:prSet presAssocID="{6BCF5E43-F634-4546-A784-38E98A628DC9}" presName="level3hierChild" presStyleCnt="0"/>
      <dgm:spPr/>
    </dgm:pt>
    <dgm:pt modelId="{B7DF9745-F1C7-4B2A-B2CD-C0FC93A1A8B2}" type="pres">
      <dgm:prSet presAssocID="{D8882919-562E-4E3C-9FA4-18AC80B7AAE4}" presName="conn2-1" presStyleLbl="parChTrans1D2" presStyleIdx="1" presStyleCnt="2"/>
      <dgm:spPr/>
    </dgm:pt>
    <dgm:pt modelId="{DAB53BF5-ABF7-4DCA-8DC9-FDC273A5C320}" type="pres">
      <dgm:prSet presAssocID="{D8882919-562E-4E3C-9FA4-18AC80B7AAE4}" presName="connTx" presStyleLbl="parChTrans1D2" presStyleIdx="1" presStyleCnt="2"/>
      <dgm:spPr/>
    </dgm:pt>
    <dgm:pt modelId="{FC53F79D-14CC-44E7-9C1C-78332D35E005}" type="pres">
      <dgm:prSet presAssocID="{6CA932BB-0B9C-4CCC-8044-6421815B01A1}" presName="root2" presStyleCnt="0"/>
      <dgm:spPr/>
    </dgm:pt>
    <dgm:pt modelId="{1BB53080-3C4D-4975-A04D-45B7AF83B7F7}" type="pres">
      <dgm:prSet presAssocID="{6CA932BB-0B9C-4CCC-8044-6421815B01A1}" presName="LevelTwoTextNode" presStyleLbl="node2" presStyleIdx="1" presStyleCnt="2">
        <dgm:presLayoutVars>
          <dgm:chPref val="3"/>
        </dgm:presLayoutVars>
      </dgm:prSet>
      <dgm:spPr/>
    </dgm:pt>
    <dgm:pt modelId="{13EE43D6-FF74-4982-BC8A-AD2D8F565DCA}" type="pres">
      <dgm:prSet presAssocID="{6CA932BB-0B9C-4CCC-8044-6421815B01A1}" presName="level3hierChild" presStyleCnt="0"/>
      <dgm:spPr/>
    </dgm:pt>
  </dgm:ptLst>
  <dgm:cxnLst>
    <dgm:cxn modelId="{C319C113-3789-994A-A0B3-E3DC1489FAE2}" type="presOf" srcId="{4A7217EF-0393-4129-ABAA-98560005D88C}" destId="{49436831-DD4A-41A4-9579-B29591D2E847}" srcOrd="1" destOrd="0" presId="urn:microsoft.com/office/officeart/2005/8/layout/hierarchy2"/>
    <dgm:cxn modelId="{1863153A-4E9B-DE44-8BD5-65A78B3753B8}" type="presOf" srcId="{D8882919-562E-4E3C-9FA4-18AC80B7AAE4}" destId="{B7DF9745-F1C7-4B2A-B2CD-C0FC93A1A8B2}" srcOrd="0" destOrd="0" presId="urn:microsoft.com/office/officeart/2005/8/layout/hierarchy2"/>
    <dgm:cxn modelId="{9B02333F-53D3-2C4C-AB38-FF22D7B1588E}" type="presOf" srcId="{F5416C45-F14B-47AE-A8C4-9892C5A3E547}" destId="{73ADC8FF-F46A-4C4C-801A-6714E9A00CC3}" srcOrd="0" destOrd="0" presId="urn:microsoft.com/office/officeart/2005/8/layout/hierarchy2"/>
    <dgm:cxn modelId="{312B3165-CE2A-464A-A8DF-FBBE68C94249}" type="presOf" srcId="{6CA932BB-0B9C-4CCC-8044-6421815B01A1}" destId="{1BB53080-3C4D-4975-A04D-45B7AF83B7F7}" srcOrd="0" destOrd="0" presId="urn:microsoft.com/office/officeart/2005/8/layout/hierarchy2"/>
    <dgm:cxn modelId="{C601556B-6298-BE47-B1F9-4FDEB94341BF}" type="presOf" srcId="{9396C207-402A-4780-82FE-4B6B82DDE95A}" destId="{9D140B60-B966-4963-BF69-59AC92BE9068}" srcOrd="0" destOrd="0" presId="urn:microsoft.com/office/officeart/2005/8/layout/hierarchy2"/>
    <dgm:cxn modelId="{9898F68D-F16C-3245-97E9-57E7B6D39DCC}" type="presOf" srcId="{D8882919-562E-4E3C-9FA4-18AC80B7AAE4}" destId="{DAB53BF5-ABF7-4DCA-8DC9-FDC273A5C320}" srcOrd="1" destOrd="0" presId="urn:microsoft.com/office/officeart/2005/8/layout/hierarchy2"/>
    <dgm:cxn modelId="{A1C70AB5-FA56-6C4E-9D87-8A080D5FB3DA}" type="presOf" srcId="{4A7217EF-0393-4129-ABAA-98560005D88C}" destId="{0ECF1442-1B59-4CCF-BEE8-CB87A6F1D9CD}" srcOrd="0" destOrd="0" presId="urn:microsoft.com/office/officeart/2005/8/layout/hierarchy2"/>
    <dgm:cxn modelId="{CFC1C1C2-5C3D-4607-B57E-D0CB66CF8EE7}" srcId="{9396C207-402A-4780-82FE-4B6B82DDE95A}" destId="{6BCF5E43-F634-4546-A784-38E98A628DC9}" srcOrd="0" destOrd="0" parTransId="{4A7217EF-0393-4129-ABAA-98560005D88C}" sibTransId="{ED9A8BFC-6BEE-43C1-AEE9-11914E41AC99}"/>
    <dgm:cxn modelId="{B46718E7-75F7-40AA-AD1F-0F9D2C5AE560}" srcId="{9396C207-402A-4780-82FE-4B6B82DDE95A}" destId="{6CA932BB-0B9C-4CCC-8044-6421815B01A1}" srcOrd="1" destOrd="0" parTransId="{D8882919-562E-4E3C-9FA4-18AC80B7AAE4}" sibTransId="{B596B537-31A9-42F1-ADB4-33F6B78BCC6E}"/>
    <dgm:cxn modelId="{CBA568ED-E286-4964-9B1D-03E0A560EF6D}" srcId="{F5416C45-F14B-47AE-A8C4-9892C5A3E547}" destId="{9396C207-402A-4780-82FE-4B6B82DDE95A}" srcOrd="0" destOrd="0" parTransId="{AA44C519-D111-4D09-A221-83036CB7BD1A}" sibTransId="{6046190C-7A1C-4E3B-8DBF-CC45431AE09E}"/>
    <dgm:cxn modelId="{5E817CF2-40DF-0743-B154-8F048289AECF}" type="presOf" srcId="{6BCF5E43-F634-4546-A784-38E98A628DC9}" destId="{C1B15660-5FAD-4A8A-95B0-A4120F75D444}" srcOrd="0" destOrd="0" presId="urn:microsoft.com/office/officeart/2005/8/layout/hierarchy2"/>
    <dgm:cxn modelId="{0F0A031E-43CF-5740-A06F-D3F539E2AA31}" type="presParOf" srcId="{73ADC8FF-F46A-4C4C-801A-6714E9A00CC3}" destId="{0F0C1994-622A-47AC-9C4F-609BF76194A7}" srcOrd="0" destOrd="0" presId="urn:microsoft.com/office/officeart/2005/8/layout/hierarchy2"/>
    <dgm:cxn modelId="{1974C3ED-C726-3148-8B34-4345E26F6150}" type="presParOf" srcId="{0F0C1994-622A-47AC-9C4F-609BF76194A7}" destId="{9D140B60-B966-4963-BF69-59AC92BE9068}" srcOrd="0" destOrd="0" presId="urn:microsoft.com/office/officeart/2005/8/layout/hierarchy2"/>
    <dgm:cxn modelId="{4D3C8032-C99F-044D-A4E8-3CB8DE3AC3F3}" type="presParOf" srcId="{0F0C1994-622A-47AC-9C4F-609BF76194A7}" destId="{DD3D7487-7C83-43D8-BEAD-EEBD2E3ACC45}" srcOrd="1" destOrd="0" presId="urn:microsoft.com/office/officeart/2005/8/layout/hierarchy2"/>
    <dgm:cxn modelId="{08B700A4-A05C-C743-8CE4-FBE33E0FC6E0}" type="presParOf" srcId="{DD3D7487-7C83-43D8-BEAD-EEBD2E3ACC45}" destId="{0ECF1442-1B59-4CCF-BEE8-CB87A6F1D9CD}" srcOrd="0" destOrd="0" presId="urn:microsoft.com/office/officeart/2005/8/layout/hierarchy2"/>
    <dgm:cxn modelId="{19927131-B24F-5141-8DF9-531A3B3040CB}" type="presParOf" srcId="{0ECF1442-1B59-4CCF-BEE8-CB87A6F1D9CD}" destId="{49436831-DD4A-41A4-9579-B29591D2E847}" srcOrd="0" destOrd="0" presId="urn:microsoft.com/office/officeart/2005/8/layout/hierarchy2"/>
    <dgm:cxn modelId="{08CB2B74-8193-A14A-9277-3437148DC5D3}" type="presParOf" srcId="{DD3D7487-7C83-43D8-BEAD-EEBD2E3ACC45}" destId="{F73AEE65-EBAE-4200-AFAE-648B5837D54A}" srcOrd="1" destOrd="0" presId="urn:microsoft.com/office/officeart/2005/8/layout/hierarchy2"/>
    <dgm:cxn modelId="{8D53ED1A-5FE2-C047-847E-BE69F693B4A6}" type="presParOf" srcId="{F73AEE65-EBAE-4200-AFAE-648B5837D54A}" destId="{C1B15660-5FAD-4A8A-95B0-A4120F75D444}" srcOrd="0" destOrd="0" presId="urn:microsoft.com/office/officeart/2005/8/layout/hierarchy2"/>
    <dgm:cxn modelId="{ABAAC8E6-D5FF-8644-8CA9-3AB07209D682}" type="presParOf" srcId="{F73AEE65-EBAE-4200-AFAE-648B5837D54A}" destId="{6152984E-493A-4200-829F-855E3FB5A1B1}" srcOrd="1" destOrd="0" presId="urn:microsoft.com/office/officeart/2005/8/layout/hierarchy2"/>
    <dgm:cxn modelId="{25EB1529-C1DC-7B48-A1B4-F67EA74126B8}" type="presParOf" srcId="{DD3D7487-7C83-43D8-BEAD-EEBD2E3ACC45}" destId="{B7DF9745-F1C7-4B2A-B2CD-C0FC93A1A8B2}" srcOrd="2" destOrd="0" presId="urn:microsoft.com/office/officeart/2005/8/layout/hierarchy2"/>
    <dgm:cxn modelId="{70C2DD52-4D52-9B43-99FC-657130CECCC5}" type="presParOf" srcId="{B7DF9745-F1C7-4B2A-B2CD-C0FC93A1A8B2}" destId="{DAB53BF5-ABF7-4DCA-8DC9-FDC273A5C320}" srcOrd="0" destOrd="0" presId="urn:microsoft.com/office/officeart/2005/8/layout/hierarchy2"/>
    <dgm:cxn modelId="{40296F19-618E-3C45-B719-610849E4CE25}" type="presParOf" srcId="{DD3D7487-7C83-43D8-BEAD-EEBD2E3ACC45}" destId="{FC53F79D-14CC-44E7-9C1C-78332D35E005}" srcOrd="3" destOrd="0" presId="urn:microsoft.com/office/officeart/2005/8/layout/hierarchy2"/>
    <dgm:cxn modelId="{041D8568-FC31-574B-AD4C-DFF0463476D7}" type="presParOf" srcId="{FC53F79D-14CC-44E7-9C1C-78332D35E005}" destId="{1BB53080-3C4D-4975-A04D-45B7AF83B7F7}" srcOrd="0" destOrd="0" presId="urn:microsoft.com/office/officeart/2005/8/layout/hierarchy2"/>
    <dgm:cxn modelId="{8F47B7E0-18ED-A441-B618-06E8B2AD3A47}" type="presParOf" srcId="{FC53F79D-14CC-44E7-9C1C-78332D35E005}" destId="{13EE43D6-FF74-4982-BC8A-AD2D8F565DC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07BEB74-20CA-4FA5-AFB2-CBEE1117950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958BF7C5-7912-4F91-B18E-F6BF90C17013}">
      <dgm:prSet phldrT="[Text]" custT="1"/>
      <dgm:spPr/>
      <dgm:t>
        <a:bodyPr/>
        <a:lstStyle/>
        <a:p>
          <a:r>
            <a:rPr lang="es-MX" sz="1400" dirty="0"/>
            <a:t>Plazos</a:t>
          </a:r>
        </a:p>
        <a:p>
          <a:r>
            <a:rPr lang="es-MX" sz="1000" dirty="0"/>
            <a:t>LISR 27-XVIII</a:t>
          </a:r>
        </a:p>
      </dgm:t>
    </dgm:pt>
    <dgm:pt modelId="{50A7C3FD-DDB6-481C-81FF-DB148AE5EEDA}" type="parTrans" cxnId="{C2F31686-F03C-40EE-83B8-58F7BCACA504}">
      <dgm:prSet/>
      <dgm:spPr/>
      <dgm:t>
        <a:bodyPr/>
        <a:lstStyle/>
        <a:p>
          <a:endParaRPr lang="es-MX"/>
        </a:p>
      </dgm:t>
    </dgm:pt>
    <dgm:pt modelId="{81F2D226-F128-4DA4-B4E6-C13E64AE1B59}" type="sibTrans" cxnId="{C2F31686-F03C-40EE-83B8-58F7BCACA504}">
      <dgm:prSet/>
      <dgm:spPr/>
      <dgm:t>
        <a:bodyPr/>
        <a:lstStyle/>
        <a:p>
          <a:endParaRPr lang="es-MX"/>
        </a:p>
      </dgm:t>
    </dgm:pt>
    <dgm:pt modelId="{B3256A8C-F5A7-4783-91E4-1D59049E23C1}">
      <dgm:prSet phldrT="[Text]"/>
      <dgm:spPr/>
      <dgm:t>
        <a:bodyPr/>
        <a:lstStyle/>
        <a:p>
          <a:r>
            <a:rPr lang="es-MX" dirty="0"/>
            <a:t>Requisitos Particulares</a:t>
          </a:r>
        </a:p>
      </dgm:t>
    </dgm:pt>
    <dgm:pt modelId="{3B7EC81C-CC32-4891-A0C7-7E1FF09E928B}" type="parTrans" cxnId="{A9E5E525-1C7B-485D-BA06-D90F4A26F5B1}">
      <dgm:prSet/>
      <dgm:spPr/>
      <dgm:t>
        <a:bodyPr/>
        <a:lstStyle/>
        <a:p>
          <a:endParaRPr lang="es-MX"/>
        </a:p>
      </dgm:t>
    </dgm:pt>
    <dgm:pt modelId="{87239D2C-98FE-4A50-AF04-F30777F555F9}" type="sibTrans" cxnId="{A9E5E525-1C7B-485D-BA06-D90F4A26F5B1}">
      <dgm:prSet/>
      <dgm:spPr/>
      <dgm:t>
        <a:bodyPr/>
        <a:lstStyle/>
        <a:p>
          <a:endParaRPr lang="es-MX"/>
        </a:p>
      </dgm:t>
    </dgm:pt>
    <dgm:pt modelId="{10231CC7-6100-4DA6-9B49-25B8804B8E65}">
      <dgm:prSet phldrT="[Text]"/>
      <dgm:spPr/>
      <dgm:t>
        <a:bodyPr/>
        <a:lstStyle/>
        <a:p>
          <a:r>
            <a:rPr lang="es-MX" dirty="0"/>
            <a:t>Según el caso</a:t>
          </a:r>
        </a:p>
      </dgm:t>
    </dgm:pt>
    <dgm:pt modelId="{0997F347-222E-4DEB-83C4-D3EBA6C9B916}" type="parTrans" cxnId="{829EB4B8-BD29-46CF-A78A-4EB64AE1BB18}">
      <dgm:prSet/>
      <dgm:spPr/>
      <dgm:t>
        <a:bodyPr/>
        <a:lstStyle/>
        <a:p>
          <a:endParaRPr lang="es-MX"/>
        </a:p>
      </dgm:t>
    </dgm:pt>
    <dgm:pt modelId="{BD497DBF-5475-4AAC-A752-BCA1D95966BA}" type="sibTrans" cxnId="{829EB4B8-BD29-46CF-A78A-4EB64AE1BB18}">
      <dgm:prSet/>
      <dgm:spPr/>
      <dgm:t>
        <a:bodyPr/>
        <a:lstStyle/>
        <a:p>
          <a:endParaRPr lang="es-MX"/>
        </a:p>
      </dgm:t>
    </dgm:pt>
    <dgm:pt modelId="{B7B82DD0-BA03-4D3F-9E57-BADC07B2BE1D}">
      <dgm:prSet phldrT="[Text]"/>
      <dgm:spPr/>
      <dgm:t>
        <a:bodyPr/>
        <a:lstStyle/>
        <a:p>
          <a:r>
            <a:rPr lang="es-MX" dirty="0"/>
            <a:t>Comprobantes Fiscales</a:t>
          </a:r>
        </a:p>
      </dgm:t>
    </dgm:pt>
    <dgm:pt modelId="{308FF4E7-6881-4875-AD88-1E68301ADFD9}" type="parTrans" cxnId="{47D8EBDA-8AC8-4BA5-B01D-595AC4B0FE21}">
      <dgm:prSet/>
      <dgm:spPr/>
      <dgm:t>
        <a:bodyPr/>
        <a:lstStyle/>
        <a:p>
          <a:endParaRPr lang="es-MX"/>
        </a:p>
      </dgm:t>
    </dgm:pt>
    <dgm:pt modelId="{4C5F2400-69EA-47ED-9B30-78FA4F0C5526}" type="sibTrans" cxnId="{47D8EBDA-8AC8-4BA5-B01D-595AC4B0FE21}">
      <dgm:prSet/>
      <dgm:spPr/>
      <dgm:t>
        <a:bodyPr/>
        <a:lstStyle/>
        <a:p>
          <a:endParaRPr lang="es-MX"/>
        </a:p>
      </dgm:t>
    </dgm:pt>
    <dgm:pt modelId="{F09D5E3C-94DE-4222-9234-4818439B9F9F}">
      <dgm:prSet phldrT="[Text]"/>
      <dgm:spPr/>
      <dgm:t>
        <a:bodyPr/>
        <a:lstStyle/>
        <a:p>
          <a:r>
            <a:rPr lang="es-MX" dirty="0"/>
            <a:t>Fecha de Declaración Anual</a:t>
          </a:r>
        </a:p>
      </dgm:t>
    </dgm:pt>
    <dgm:pt modelId="{4137F140-3299-4418-A4E3-1EE864A03AA1}" type="parTrans" cxnId="{06FDC99D-5E50-4560-A8A9-62286E650D92}">
      <dgm:prSet/>
      <dgm:spPr/>
      <dgm:t>
        <a:bodyPr/>
        <a:lstStyle/>
        <a:p>
          <a:endParaRPr lang="es-MX"/>
        </a:p>
      </dgm:t>
    </dgm:pt>
    <dgm:pt modelId="{AA188E9E-8EF5-43A8-B0CF-BEC8055CD1EE}" type="sibTrans" cxnId="{06FDC99D-5E50-4560-A8A9-62286E650D92}">
      <dgm:prSet/>
      <dgm:spPr/>
      <dgm:t>
        <a:bodyPr/>
        <a:lstStyle/>
        <a:p>
          <a:endParaRPr lang="es-MX"/>
        </a:p>
      </dgm:t>
    </dgm:pt>
    <dgm:pt modelId="{3C1B3F5B-2EC8-43A0-B18F-2DC39A382415}">
      <dgm:prSet/>
      <dgm:spPr/>
      <dgm:t>
        <a:bodyPr/>
        <a:lstStyle/>
        <a:p>
          <a:r>
            <a:rPr lang="es-MX" dirty="0"/>
            <a:t>Retenciones y pagos</a:t>
          </a:r>
        </a:p>
      </dgm:t>
    </dgm:pt>
    <dgm:pt modelId="{062FA14D-8F5B-4EA9-8F39-EE6C424764AB}" type="parTrans" cxnId="{A87CA144-F1FE-4EC4-8517-74AAF11EA555}">
      <dgm:prSet/>
      <dgm:spPr/>
      <dgm:t>
        <a:bodyPr/>
        <a:lstStyle/>
        <a:p>
          <a:endParaRPr lang="es-MX"/>
        </a:p>
      </dgm:t>
    </dgm:pt>
    <dgm:pt modelId="{7A5A963C-1463-4279-9CA5-2F33B8D730F3}" type="sibTrans" cxnId="{A87CA144-F1FE-4EC4-8517-74AAF11EA555}">
      <dgm:prSet/>
      <dgm:spPr/>
      <dgm:t>
        <a:bodyPr/>
        <a:lstStyle/>
        <a:p>
          <a:endParaRPr lang="es-MX"/>
        </a:p>
      </dgm:t>
    </dgm:pt>
    <dgm:pt modelId="{3C8C2023-5D64-4ACF-B263-8FD878D0E1CD}">
      <dgm:prSet/>
      <dgm:spPr/>
      <dgm:t>
        <a:bodyPr/>
        <a:lstStyle/>
        <a:p>
          <a:r>
            <a:rPr lang="es-MX" dirty="0"/>
            <a:t>Declaraciones Informativas</a:t>
          </a:r>
        </a:p>
      </dgm:t>
    </dgm:pt>
    <dgm:pt modelId="{D92C6176-C860-4A19-BD21-7EEC004D3B96}" type="parTrans" cxnId="{7B62DBB3-32AB-4E46-9EC7-B11380055180}">
      <dgm:prSet/>
      <dgm:spPr/>
      <dgm:t>
        <a:bodyPr/>
        <a:lstStyle/>
        <a:p>
          <a:endParaRPr lang="es-MX"/>
        </a:p>
      </dgm:t>
    </dgm:pt>
    <dgm:pt modelId="{A29657B1-1B7C-411B-9E27-8501673444C8}" type="sibTrans" cxnId="{7B62DBB3-32AB-4E46-9EC7-B11380055180}">
      <dgm:prSet/>
      <dgm:spPr/>
      <dgm:t>
        <a:bodyPr/>
        <a:lstStyle/>
        <a:p>
          <a:endParaRPr lang="es-MX"/>
        </a:p>
      </dgm:t>
    </dgm:pt>
    <dgm:pt modelId="{FFF9901C-0D21-4061-B003-3537D18F104A}">
      <dgm:prSet/>
      <dgm:spPr/>
      <dgm:t>
        <a:bodyPr/>
        <a:lstStyle/>
        <a:p>
          <a:r>
            <a:rPr lang="es-MX" dirty="0"/>
            <a:t>Anticipos</a:t>
          </a:r>
        </a:p>
      </dgm:t>
    </dgm:pt>
    <dgm:pt modelId="{296DA887-F437-430B-A5C8-694A19CC6478}" type="parTrans" cxnId="{9B75E14C-9788-4E54-8C0A-C329D82EFDBA}">
      <dgm:prSet/>
      <dgm:spPr/>
      <dgm:t>
        <a:bodyPr/>
        <a:lstStyle/>
        <a:p>
          <a:endParaRPr lang="es-MX"/>
        </a:p>
      </dgm:t>
    </dgm:pt>
    <dgm:pt modelId="{086147B6-83A8-4469-968D-E30762A41A9D}" type="sibTrans" cxnId="{9B75E14C-9788-4E54-8C0A-C329D82EFDBA}">
      <dgm:prSet/>
      <dgm:spPr/>
      <dgm:t>
        <a:bodyPr/>
        <a:lstStyle/>
        <a:p>
          <a:endParaRPr lang="es-MX"/>
        </a:p>
      </dgm:t>
    </dgm:pt>
    <dgm:pt modelId="{A06D031C-7EE3-45C5-AB7E-C38C48CC6DF7}">
      <dgm:prSet/>
      <dgm:spPr/>
      <dgm:t>
        <a:bodyPr/>
        <a:lstStyle/>
        <a:p>
          <a:r>
            <a:rPr lang="es-MX" dirty="0"/>
            <a:t>Fecha de Expedición</a:t>
          </a:r>
        </a:p>
      </dgm:t>
    </dgm:pt>
    <dgm:pt modelId="{320C3333-8395-4E04-A02B-03998D5EBB95}" type="parTrans" cxnId="{FFF2C603-311F-46C7-A4CD-3FC8929D58F7}">
      <dgm:prSet/>
      <dgm:spPr/>
      <dgm:t>
        <a:bodyPr/>
        <a:lstStyle/>
        <a:p>
          <a:endParaRPr lang="es-MX"/>
        </a:p>
      </dgm:t>
    </dgm:pt>
    <dgm:pt modelId="{6DEB0B2A-F048-4962-B03C-BBBA2E334957}" type="sibTrans" cxnId="{FFF2C603-311F-46C7-A4CD-3FC8929D58F7}">
      <dgm:prSet/>
      <dgm:spPr/>
      <dgm:t>
        <a:bodyPr/>
        <a:lstStyle/>
        <a:p>
          <a:endParaRPr lang="es-MX"/>
        </a:p>
      </dgm:t>
    </dgm:pt>
    <dgm:pt modelId="{AC9193B4-F347-42E0-8EB6-ACDEBAD23B5E}">
      <dgm:prSet/>
      <dgm:spPr/>
      <dgm:t>
        <a:bodyPr/>
        <a:lstStyle/>
        <a:p>
          <a:r>
            <a:rPr lang="es-MX" dirty="0"/>
            <a:t>En el Ejercicio de deducción</a:t>
          </a:r>
        </a:p>
      </dgm:t>
    </dgm:pt>
    <dgm:pt modelId="{5CB2838E-3822-4375-AE30-1FD45F173BAB}" type="parTrans" cxnId="{93B24531-C235-4410-99BC-FD543EF07F9E}">
      <dgm:prSet/>
      <dgm:spPr/>
      <dgm:t>
        <a:bodyPr/>
        <a:lstStyle/>
        <a:p>
          <a:endParaRPr lang="es-MX"/>
        </a:p>
      </dgm:t>
    </dgm:pt>
    <dgm:pt modelId="{BFE74939-C030-4833-A7FA-736208108A98}" type="sibTrans" cxnId="{93B24531-C235-4410-99BC-FD543EF07F9E}">
      <dgm:prSet/>
      <dgm:spPr/>
      <dgm:t>
        <a:bodyPr/>
        <a:lstStyle/>
        <a:p>
          <a:endParaRPr lang="es-MX"/>
        </a:p>
      </dgm:t>
    </dgm:pt>
    <dgm:pt modelId="{80554831-3CF7-4991-B181-D4F8BCDF3BED}">
      <dgm:prSet/>
      <dgm:spPr/>
      <dgm:t>
        <a:bodyPr/>
        <a:lstStyle/>
        <a:p>
          <a:r>
            <a:rPr lang="es-MX" dirty="0"/>
            <a:t>Operación</a:t>
          </a:r>
        </a:p>
      </dgm:t>
    </dgm:pt>
    <dgm:pt modelId="{DAF6C454-E8F5-445A-9579-56F6693AA66E}" type="parTrans" cxnId="{3DCA16E7-BCCE-4656-ACB9-A1FDD28BB704}">
      <dgm:prSet/>
      <dgm:spPr/>
      <dgm:t>
        <a:bodyPr/>
        <a:lstStyle/>
        <a:p>
          <a:endParaRPr lang="es-MX"/>
        </a:p>
      </dgm:t>
    </dgm:pt>
    <dgm:pt modelId="{A96140BB-7DAF-4526-9D36-46B2B53DF7C6}" type="sibTrans" cxnId="{3DCA16E7-BCCE-4656-ACB9-A1FDD28BB704}">
      <dgm:prSet/>
      <dgm:spPr/>
      <dgm:t>
        <a:bodyPr/>
        <a:lstStyle/>
        <a:p>
          <a:endParaRPr lang="es-MX"/>
        </a:p>
      </dgm:t>
    </dgm:pt>
    <dgm:pt modelId="{C374EC00-E4DE-4C33-B030-C0361542B357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Expedición</a:t>
          </a:r>
        </a:p>
      </dgm:t>
    </dgm:pt>
    <dgm:pt modelId="{E9290509-6993-44B1-A640-E3EA8739BD4F}" type="parTrans" cxnId="{DDAD8486-8A54-4E1E-B63F-8F8987405D8F}">
      <dgm:prSet/>
      <dgm:spPr/>
      <dgm:t>
        <a:bodyPr/>
        <a:lstStyle/>
        <a:p>
          <a:endParaRPr lang="es-MX"/>
        </a:p>
      </dgm:t>
    </dgm:pt>
    <dgm:pt modelId="{A5FAA3E9-319C-475D-9F76-5F830493509C}" type="sibTrans" cxnId="{DDAD8486-8A54-4E1E-B63F-8F8987405D8F}">
      <dgm:prSet/>
      <dgm:spPr/>
      <dgm:t>
        <a:bodyPr/>
        <a:lstStyle/>
        <a:p>
          <a:endParaRPr lang="es-MX"/>
        </a:p>
      </dgm:t>
    </dgm:pt>
    <dgm:pt modelId="{F203094A-D3E8-4C3D-85C5-FC796D99C8D1}">
      <dgm:prSet/>
      <dgm:spPr/>
      <dgm:t>
        <a:bodyPr/>
        <a:lstStyle/>
        <a:p>
          <a:r>
            <a:rPr lang="es-MX" dirty="0"/>
            <a:t>En los plazos establecidos</a:t>
          </a:r>
        </a:p>
      </dgm:t>
    </dgm:pt>
    <dgm:pt modelId="{F06250EE-7CA9-4106-9BDF-F6E602FBF2B7}" type="parTrans" cxnId="{D8DE292C-D9B3-41F6-91E4-FFC3C8FA01BA}">
      <dgm:prSet/>
      <dgm:spPr/>
      <dgm:t>
        <a:bodyPr/>
        <a:lstStyle/>
        <a:p>
          <a:endParaRPr lang="es-MX"/>
        </a:p>
      </dgm:t>
    </dgm:pt>
    <dgm:pt modelId="{99C91435-265B-4191-96DA-7FA36A249099}" type="sibTrans" cxnId="{D8DE292C-D9B3-41F6-91E4-FFC3C8FA01BA}">
      <dgm:prSet/>
      <dgm:spPr/>
      <dgm:t>
        <a:bodyPr/>
        <a:lstStyle/>
        <a:p>
          <a:endParaRPr lang="es-MX"/>
        </a:p>
      </dgm:t>
    </dgm:pt>
    <dgm:pt modelId="{88ED1CC0-1787-4462-A7D8-DB7277AA7ED8}">
      <dgm:prSet/>
      <dgm:spPr/>
      <dgm:t>
        <a:bodyPr/>
        <a:lstStyle/>
        <a:p>
          <a:r>
            <a:rPr lang="es-MX" dirty="0"/>
            <a:t>60 días al requerimiento</a:t>
          </a:r>
        </a:p>
      </dgm:t>
    </dgm:pt>
    <dgm:pt modelId="{E143C49D-DCBC-49D6-B52D-E7C80FA79717}" type="parTrans" cxnId="{6380A83D-BD6F-4127-B4CC-90D932776F50}">
      <dgm:prSet/>
      <dgm:spPr/>
      <dgm:t>
        <a:bodyPr/>
        <a:lstStyle/>
        <a:p>
          <a:endParaRPr lang="es-MX"/>
        </a:p>
      </dgm:t>
    </dgm:pt>
    <dgm:pt modelId="{3639ABED-4CB1-4B0D-B7CB-C56A963C84D7}" type="sibTrans" cxnId="{6380A83D-BD6F-4127-B4CC-90D932776F50}">
      <dgm:prSet/>
      <dgm:spPr/>
      <dgm:t>
        <a:bodyPr/>
        <a:lstStyle/>
        <a:p>
          <a:endParaRPr lang="es-MX"/>
        </a:p>
      </dgm:t>
    </dgm:pt>
    <dgm:pt modelId="{1E0417A9-A1BB-408B-914B-2DA5F9A6B4F8}">
      <dgm:prSet/>
      <dgm:spPr/>
      <dgm:t>
        <a:bodyPr/>
        <a:lstStyle/>
        <a:p>
          <a:r>
            <a:rPr lang="es-MX" dirty="0"/>
            <a:t>En el Ejercicio en que se efectúa</a:t>
          </a:r>
        </a:p>
      </dgm:t>
    </dgm:pt>
    <dgm:pt modelId="{169AE037-B4B7-4497-B9EA-0C958F52C5FB}" type="parTrans" cxnId="{5D969CAC-CF69-4490-8A61-D8CC9FBFC594}">
      <dgm:prSet/>
      <dgm:spPr/>
      <dgm:t>
        <a:bodyPr/>
        <a:lstStyle/>
        <a:p>
          <a:endParaRPr lang="es-MX"/>
        </a:p>
      </dgm:t>
    </dgm:pt>
    <dgm:pt modelId="{C9519FE9-18F6-412E-A868-B8D290BACEDE}" type="sibTrans" cxnId="{5D969CAC-CF69-4490-8A61-D8CC9FBFC594}">
      <dgm:prSet/>
      <dgm:spPr/>
      <dgm:t>
        <a:bodyPr/>
        <a:lstStyle/>
        <a:p>
          <a:endParaRPr lang="es-MX"/>
        </a:p>
      </dgm:t>
    </dgm:pt>
    <dgm:pt modelId="{6B095028-497A-4E5C-ACD5-68D9F639FEAC}">
      <dgm:prSet/>
      <dgm:spPr/>
      <dgm:t>
        <a:bodyPr/>
        <a:lstStyle/>
        <a:p>
          <a:r>
            <a:rPr lang="es-MX" dirty="0"/>
            <a:t>Comprobante en el Ejercicio</a:t>
          </a:r>
        </a:p>
      </dgm:t>
    </dgm:pt>
    <dgm:pt modelId="{7E5899C9-ED29-4171-8082-DD60B0C36387}" type="parTrans" cxnId="{B600FB31-ABC8-44D6-8BAA-64B91C3F15F0}">
      <dgm:prSet/>
      <dgm:spPr/>
      <dgm:t>
        <a:bodyPr/>
        <a:lstStyle/>
        <a:p>
          <a:endParaRPr lang="es-MX"/>
        </a:p>
      </dgm:t>
    </dgm:pt>
    <dgm:pt modelId="{85C5B848-E46B-4F35-AEC7-FB09564A46AC}" type="sibTrans" cxnId="{B600FB31-ABC8-44D6-8BAA-64B91C3F15F0}">
      <dgm:prSet/>
      <dgm:spPr/>
      <dgm:t>
        <a:bodyPr/>
        <a:lstStyle/>
        <a:p>
          <a:endParaRPr lang="es-MX"/>
        </a:p>
      </dgm:t>
    </dgm:pt>
    <dgm:pt modelId="{E9BB00E7-2BB3-494E-BBB7-38590DCFDC90}">
      <dgm:prSet/>
      <dgm:spPr/>
      <dgm:t>
        <a:bodyPr/>
        <a:lstStyle/>
        <a:p>
          <a:r>
            <a:rPr lang="es-MX" dirty="0"/>
            <a:t>Comprobante final en el siguiente Ejercicio</a:t>
          </a:r>
        </a:p>
      </dgm:t>
    </dgm:pt>
    <dgm:pt modelId="{5BFB2C9A-2278-43C8-97BE-FC97F2725D2D}" type="parTrans" cxnId="{BFFCEFEB-9817-4EEA-B9BB-7A57BDC33F14}">
      <dgm:prSet/>
      <dgm:spPr/>
      <dgm:t>
        <a:bodyPr/>
        <a:lstStyle/>
        <a:p>
          <a:endParaRPr lang="es-MX"/>
        </a:p>
      </dgm:t>
    </dgm:pt>
    <dgm:pt modelId="{E0F7718B-E25D-45EE-89A5-F77A8BDDAC4C}" type="sibTrans" cxnId="{BFFCEFEB-9817-4EEA-B9BB-7A57BDC33F14}">
      <dgm:prSet/>
      <dgm:spPr/>
      <dgm:t>
        <a:bodyPr/>
        <a:lstStyle/>
        <a:p>
          <a:endParaRPr lang="es-MX"/>
        </a:p>
      </dgm:t>
    </dgm:pt>
    <dgm:pt modelId="{0C3DB210-E562-4582-A0AA-46379AA6F910}" type="pres">
      <dgm:prSet presAssocID="{A07BEB74-20CA-4FA5-AFB2-CBEE1117950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D10442B-2F17-4019-8802-50BA26715F0B}" type="pres">
      <dgm:prSet presAssocID="{958BF7C5-7912-4F91-B18E-F6BF90C17013}" presName="root1" presStyleCnt="0"/>
      <dgm:spPr/>
    </dgm:pt>
    <dgm:pt modelId="{574F023D-7304-4FA7-928F-5E765D3947C2}" type="pres">
      <dgm:prSet presAssocID="{958BF7C5-7912-4F91-B18E-F6BF90C17013}" presName="LevelOneTextNode" presStyleLbl="node0" presStyleIdx="0" presStyleCnt="1">
        <dgm:presLayoutVars>
          <dgm:chPref val="3"/>
        </dgm:presLayoutVars>
      </dgm:prSet>
      <dgm:spPr/>
    </dgm:pt>
    <dgm:pt modelId="{373FA861-DE83-4C88-A587-97402EA1DD3A}" type="pres">
      <dgm:prSet presAssocID="{958BF7C5-7912-4F91-B18E-F6BF90C17013}" presName="level2hierChild" presStyleCnt="0"/>
      <dgm:spPr/>
    </dgm:pt>
    <dgm:pt modelId="{2BD05804-9995-40BA-85F0-2B2BE4C810CF}" type="pres">
      <dgm:prSet presAssocID="{3B7EC81C-CC32-4891-A0C7-7E1FF09E928B}" presName="conn2-1" presStyleLbl="parChTrans1D2" presStyleIdx="0" presStyleCnt="5"/>
      <dgm:spPr/>
    </dgm:pt>
    <dgm:pt modelId="{32AD06AF-3E8E-4947-A523-3417397D41BE}" type="pres">
      <dgm:prSet presAssocID="{3B7EC81C-CC32-4891-A0C7-7E1FF09E928B}" presName="connTx" presStyleLbl="parChTrans1D2" presStyleIdx="0" presStyleCnt="5"/>
      <dgm:spPr/>
    </dgm:pt>
    <dgm:pt modelId="{A259DD57-433A-4F6B-B335-2B5B5F994B05}" type="pres">
      <dgm:prSet presAssocID="{B3256A8C-F5A7-4783-91E4-1D59049E23C1}" presName="root2" presStyleCnt="0"/>
      <dgm:spPr/>
    </dgm:pt>
    <dgm:pt modelId="{1AFBD72E-1B56-4EED-8898-CD4E64AD8FE4}" type="pres">
      <dgm:prSet presAssocID="{B3256A8C-F5A7-4783-91E4-1D59049E23C1}" presName="LevelTwoTextNode" presStyleLbl="node2" presStyleIdx="0" presStyleCnt="5">
        <dgm:presLayoutVars>
          <dgm:chPref val="3"/>
        </dgm:presLayoutVars>
      </dgm:prSet>
      <dgm:spPr/>
    </dgm:pt>
    <dgm:pt modelId="{3A8BA039-3EE9-430A-BB41-84710781170B}" type="pres">
      <dgm:prSet presAssocID="{B3256A8C-F5A7-4783-91E4-1D59049E23C1}" presName="level3hierChild" presStyleCnt="0"/>
      <dgm:spPr/>
    </dgm:pt>
    <dgm:pt modelId="{005D03FB-04DE-4D2F-8C51-F1A03E25F847}" type="pres">
      <dgm:prSet presAssocID="{0997F347-222E-4DEB-83C4-D3EBA6C9B916}" presName="conn2-1" presStyleLbl="parChTrans1D3" presStyleIdx="0" presStyleCnt="6"/>
      <dgm:spPr/>
    </dgm:pt>
    <dgm:pt modelId="{B16D64B9-1EBC-4FAD-A9F3-082F1AB17958}" type="pres">
      <dgm:prSet presAssocID="{0997F347-222E-4DEB-83C4-D3EBA6C9B916}" presName="connTx" presStyleLbl="parChTrans1D3" presStyleIdx="0" presStyleCnt="6"/>
      <dgm:spPr/>
    </dgm:pt>
    <dgm:pt modelId="{26C95EB8-DD84-40DD-A346-3528B8048A57}" type="pres">
      <dgm:prSet presAssocID="{10231CC7-6100-4DA6-9B49-25B8804B8E65}" presName="root2" presStyleCnt="0"/>
      <dgm:spPr/>
    </dgm:pt>
    <dgm:pt modelId="{28C9EB2A-E24B-428D-9551-FCCD09B350C7}" type="pres">
      <dgm:prSet presAssocID="{10231CC7-6100-4DA6-9B49-25B8804B8E65}" presName="LevelTwoTextNode" presStyleLbl="node3" presStyleIdx="0" presStyleCnt="6">
        <dgm:presLayoutVars>
          <dgm:chPref val="3"/>
        </dgm:presLayoutVars>
      </dgm:prSet>
      <dgm:spPr/>
    </dgm:pt>
    <dgm:pt modelId="{79EA9291-4B78-4D0F-9547-A0933CB31ABB}" type="pres">
      <dgm:prSet presAssocID="{10231CC7-6100-4DA6-9B49-25B8804B8E65}" presName="level3hierChild" presStyleCnt="0"/>
      <dgm:spPr/>
    </dgm:pt>
    <dgm:pt modelId="{2752DD7F-2517-4BC3-B5F2-5B983FED302D}" type="pres">
      <dgm:prSet presAssocID="{308FF4E7-6881-4875-AD88-1E68301ADFD9}" presName="conn2-1" presStyleLbl="parChTrans1D2" presStyleIdx="1" presStyleCnt="5"/>
      <dgm:spPr/>
    </dgm:pt>
    <dgm:pt modelId="{DC451985-07C4-44D8-916E-7F9B596188F4}" type="pres">
      <dgm:prSet presAssocID="{308FF4E7-6881-4875-AD88-1E68301ADFD9}" presName="connTx" presStyleLbl="parChTrans1D2" presStyleIdx="1" presStyleCnt="5"/>
      <dgm:spPr/>
    </dgm:pt>
    <dgm:pt modelId="{4ED1AF48-056D-4947-95D4-6C474FA9C5DA}" type="pres">
      <dgm:prSet presAssocID="{B7B82DD0-BA03-4D3F-9E57-BADC07B2BE1D}" presName="root2" presStyleCnt="0"/>
      <dgm:spPr/>
    </dgm:pt>
    <dgm:pt modelId="{C480F608-E7C8-4945-BFFA-26881BE5A07F}" type="pres">
      <dgm:prSet presAssocID="{B7B82DD0-BA03-4D3F-9E57-BADC07B2BE1D}" presName="LevelTwoTextNode" presStyleLbl="node2" presStyleIdx="1" presStyleCnt="5">
        <dgm:presLayoutVars>
          <dgm:chPref val="3"/>
        </dgm:presLayoutVars>
      </dgm:prSet>
      <dgm:spPr/>
    </dgm:pt>
    <dgm:pt modelId="{C1212B59-22E9-449E-B83F-4FCD14B3A4C6}" type="pres">
      <dgm:prSet presAssocID="{B7B82DD0-BA03-4D3F-9E57-BADC07B2BE1D}" presName="level3hierChild" presStyleCnt="0"/>
      <dgm:spPr/>
    </dgm:pt>
    <dgm:pt modelId="{118265EA-6CA3-4BC4-AC2F-98E8A30B57DD}" type="pres">
      <dgm:prSet presAssocID="{4137F140-3299-4418-A4E3-1EE864A03AA1}" presName="conn2-1" presStyleLbl="parChTrans1D3" presStyleIdx="1" presStyleCnt="6"/>
      <dgm:spPr/>
    </dgm:pt>
    <dgm:pt modelId="{EC4C40A5-5DE1-426E-B7E2-6C61634CC294}" type="pres">
      <dgm:prSet presAssocID="{4137F140-3299-4418-A4E3-1EE864A03AA1}" presName="connTx" presStyleLbl="parChTrans1D3" presStyleIdx="1" presStyleCnt="6"/>
      <dgm:spPr/>
    </dgm:pt>
    <dgm:pt modelId="{9ADEE319-3E8B-4E8D-B2AF-38D29012D951}" type="pres">
      <dgm:prSet presAssocID="{F09D5E3C-94DE-4222-9234-4818439B9F9F}" presName="root2" presStyleCnt="0"/>
      <dgm:spPr/>
    </dgm:pt>
    <dgm:pt modelId="{BF282468-9673-4A24-B5A3-EC4487B68A8E}" type="pres">
      <dgm:prSet presAssocID="{F09D5E3C-94DE-4222-9234-4818439B9F9F}" presName="LevelTwoTextNode" presStyleLbl="node3" presStyleIdx="1" presStyleCnt="6">
        <dgm:presLayoutVars>
          <dgm:chPref val="3"/>
        </dgm:presLayoutVars>
      </dgm:prSet>
      <dgm:spPr/>
    </dgm:pt>
    <dgm:pt modelId="{88DDF640-B14D-43C2-8C08-2968C2106130}" type="pres">
      <dgm:prSet presAssocID="{F09D5E3C-94DE-4222-9234-4818439B9F9F}" presName="level3hierChild" presStyleCnt="0"/>
      <dgm:spPr/>
    </dgm:pt>
    <dgm:pt modelId="{2E770EF0-90D4-4CA8-9115-0D348C0BCCBA}" type="pres">
      <dgm:prSet presAssocID="{320C3333-8395-4E04-A02B-03998D5EBB95}" presName="conn2-1" presStyleLbl="parChTrans1D3" presStyleIdx="2" presStyleCnt="6"/>
      <dgm:spPr/>
    </dgm:pt>
    <dgm:pt modelId="{5B7496CB-B597-48DD-BB26-DCBC351C7644}" type="pres">
      <dgm:prSet presAssocID="{320C3333-8395-4E04-A02B-03998D5EBB95}" presName="connTx" presStyleLbl="parChTrans1D3" presStyleIdx="2" presStyleCnt="6"/>
      <dgm:spPr/>
    </dgm:pt>
    <dgm:pt modelId="{5A84E396-830A-4C64-BCC5-15A33BBA482D}" type="pres">
      <dgm:prSet presAssocID="{A06D031C-7EE3-45C5-AB7E-C38C48CC6DF7}" presName="root2" presStyleCnt="0"/>
      <dgm:spPr/>
    </dgm:pt>
    <dgm:pt modelId="{D1BF5D92-80B5-4896-9833-E019F8B84AD0}" type="pres">
      <dgm:prSet presAssocID="{A06D031C-7EE3-45C5-AB7E-C38C48CC6DF7}" presName="LevelTwoTextNode" presStyleLbl="node3" presStyleIdx="2" presStyleCnt="6">
        <dgm:presLayoutVars>
          <dgm:chPref val="3"/>
        </dgm:presLayoutVars>
      </dgm:prSet>
      <dgm:spPr/>
    </dgm:pt>
    <dgm:pt modelId="{C056A963-61D4-4C82-B71A-815DC2CF51F1}" type="pres">
      <dgm:prSet presAssocID="{A06D031C-7EE3-45C5-AB7E-C38C48CC6DF7}" presName="level3hierChild" presStyleCnt="0"/>
      <dgm:spPr/>
    </dgm:pt>
    <dgm:pt modelId="{174CD767-57D3-4490-BDC8-786803748C18}" type="pres">
      <dgm:prSet presAssocID="{5CB2838E-3822-4375-AE30-1FD45F173BAB}" presName="conn2-1" presStyleLbl="parChTrans1D4" presStyleIdx="0" presStyleCnt="5"/>
      <dgm:spPr/>
    </dgm:pt>
    <dgm:pt modelId="{91F97565-FBA7-402E-9992-F6665C9BE76F}" type="pres">
      <dgm:prSet presAssocID="{5CB2838E-3822-4375-AE30-1FD45F173BAB}" presName="connTx" presStyleLbl="parChTrans1D4" presStyleIdx="0" presStyleCnt="5"/>
      <dgm:spPr/>
    </dgm:pt>
    <dgm:pt modelId="{FE98D311-5B88-40AB-BED8-5288369D78F5}" type="pres">
      <dgm:prSet presAssocID="{AC9193B4-F347-42E0-8EB6-ACDEBAD23B5E}" presName="root2" presStyleCnt="0"/>
      <dgm:spPr/>
    </dgm:pt>
    <dgm:pt modelId="{8C5A3C91-1097-4135-86CC-0722E17D09B3}" type="pres">
      <dgm:prSet presAssocID="{AC9193B4-F347-42E0-8EB6-ACDEBAD23B5E}" presName="LevelTwoTextNode" presStyleLbl="node4" presStyleIdx="0" presStyleCnt="5">
        <dgm:presLayoutVars>
          <dgm:chPref val="3"/>
        </dgm:presLayoutVars>
      </dgm:prSet>
      <dgm:spPr/>
    </dgm:pt>
    <dgm:pt modelId="{80C09693-E86E-42AB-8582-A88802F373FB}" type="pres">
      <dgm:prSet presAssocID="{AC9193B4-F347-42E0-8EB6-ACDEBAD23B5E}" presName="level3hierChild" presStyleCnt="0"/>
      <dgm:spPr/>
    </dgm:pt>
    <dgm:pt modelId="{CAF82E34-67CF-4F63-8C0C-C3F11D72CA7A}" type="pres">
      <dgm:prSet presAssocID="{DAF6C454-E8F5-445A-9579-56F6693AA66E}" presName="conn2-1" presStyleLbl="parChTrans1D4" presStyleIdx="1" presStyleCnt="5"/>
      <dgm:spPr/>
    </dgm:pt>
    <dgm:pt modelId="{87683763-5088-45BF-851D-489DEDAFD27E}" type="pres">
      <dgm:prSet presAssocID="{DAF6C454-E8F5-445A-9579-56F6693AA66E}" presName="connTx" presStyleLbl="parChTrans1D4" presStyleIdx="1" presStyleCnt="5"/>
      <dgm:spPr/>
    </dgm:pt>
    <dgm:pt modelId="{9C0D8137-F392-460B-AAE2-70059B2B2181}" type="pres">
      <dgm:prSet presAssocID="{80554831-3CF7-4991-B181-D4F8BCDF3BED}" presName="root2" presStyleCnt="0"/>
      <dgm:spPr/>
    </dgm:pt>
    <dgm:pt modelId="{D72A9442-9A13-4DB0-A957-F89D53AAED5D}" type="pres">
      <dgm:prSet presAssocID="{80554831-3CF7-4991-B181-D4F8BCDF3BED}" presName="LevelTwoTextNode" presStyleLbl="node4" presStyleIdx="1" presStyleCnt="5">
        <dgm:presLayoutVars>
          <dgm:chPref val="3"/>
        </dgm:presLayoutVars>
      </dgm:prSet>
      <dgm:spPr/>
    </dgm:pt>
    <dgm:pt modelId="{857EDC8C-96D9-4A79-B803-DB20FF99EBCE}" type="pres">
      <dgm:prSet presAssocID="{80554831-3CF7-4991-B181-D4F8BCDF3BED}" presName="level3hierChild" presStyleCnt="0"/>
      <dgm:spPr/>
    </dgm:pt>
    <dgm:pt modelId="{9018C097-DF1D-476D-AD1F-B35049963F2E}" type="pres">
      <dgm:prSet presAssocID="{E9290509-6993-44B1-A640-E3EA8739BD4F}" presName="conn2-1" presStyleLbl="parChTrans1D4" presStyleIdx="2" presStyleCnt="5"/>
      <dgm:spPr/>
    </dgm:pt>
    <dgm:pt modelId="{E6F7C1AD-5721-4420-83B4-701559D99D08}" type="pres">
      <dgm:prSet presAssocID="{E9290509-6993-44B1-A640-E3EA8739BD4F}" presName="connTx" presStyleLbl="parChTrans1D4" presStyleIdx="2" presStyleCnt="5"/>
      <dgm:spPr/>
    </dgm:pt>
    <dgm:pt modelId="{52D38C11-2B3C-48F1-85D2-BB5909910E5E}" type="pres">
      <dgm:prSet presAssocID="{C374EC00-E4DE-4C33-B030-C0361542B357}" presName="root2" presStyleCnt="0"/>
      <dgm:spPr/>
    </dgm:pt>
    <dgm:pt modelId="{D9B72231-559A-4953-A441-8ECEB2DF96F1}" type="pres">
      <dgm:prSet presAssocID="{C374EC00-E4DE-4C33-B030-C0361542B357}" presName="LevelTwoTextNode" presStyleLbl="node4" presStyleIdx="2" presStyleCnt="5">
        <dgm:presLayoutVars>
          <dgm:chPref val="3"/>
        </dgm:presLayoutVars>
      </dgm:prSet>
      <dgm:spPr/>
    </dgm:pt>
    <dgm:pt modelId="{C6F9604C-F333-4F7E-8F83-A7AE110322EF}" type="pres">
      <dgm:prSet presAssocID="{C374EC00-E4DE-4C33-B030-C0361542B357}" presName="level3hierChild" presStyleCnt="0"/>
      <dgm:spPr/>
    </dgm:pt>
    <dgm:pt modelId="{32F29C24-2F90-4E88-A0A4-E6422C071F7E}" type="pres">
      <dgm:prSet presAssocID="{062FA14D-8F5B-4EA9-8F39-EE6C424764AB}" presName="conn2-1" presStyleLbl="parChTrans1D2" presStyleIdx="2" presStyleCnt="5"/>
      <dgm:spPr/>
    </dgm:pt>
    <dgm:pt modelId="{427723D1-8B2B-489A-A8F1-BDFA2D985098}" type="pres">
      <dgm:prSet presAssocID="{062FA14D-8F5B-4EA9-8F39-EE6C424764AB}" presName="connTx" presStyleLbl="parChTrans1D2" presStyleIdx="2" presStyleCnt="5"/>
      <dgm:spPr/>
    </dgm:pt>
    <dgm:pt modelId="{E5D16997-A7F6-413C-860D-75B77721A284}" type="pres">
      <dgm:prSet presAssocID="{3C1B3F5B-2EC8-43A0-B18F-2DC39A382415}" presName="root2" presStyleCnt="0"/>
      <dgm:spPr/>
    </dgm:pt>
    <dgm:pt modelId="{74640D85-4679-4A97-9687-6C7E665B3E05}" type="pres">
      <dgm:prSet presAssocID="{3C1B3F5B-2EC8-43A0-B18F-2DC39A382415}" presName="LevelTwoTextNode" presStyleLbl="node2" presStyleIdx="2" presStyleCnt="5">
        <dgm:presLayoutVars>
          <dgm:chPref val="3"/>
        </dgm:presLayoutVars>
      </dgm:prSet>
      <dgm:spPr/>
    </dgm:pt>
    <dgm:pt modelId="{805E1C14-199D-455B-8562-534F3D688BE7}" type="pres">
      <dgm:prSet presAssocID="{3C1B3F5B-2EC8-43A0-B18F-2DC39A382415}" presName="level3hierChild" presStyleCnt="0"/>
      <dgm:spPr/>
    </dgm:pt>
    <dgm:pt modelId="{ACBADD5B-4D3C-4B6C-A8AA-0C4D07071E61}" type="pres">
      <dgm:prSet presAssocID="{D92C6176-C860-4A19-BD21-7EEC004D3B96}" presName="conn2-1" presStyleLbl="parChTrans1D2" presStyleIdx="3" presStyleCnt="5"/>
      <dgm:spPr/>
    </dgm:pt>
    <dgm:pt modelId="{721D1C2D-A6BA-41A8-B1D3-098062EED5B1}" type="pres">
      <dgm:prSet presAssocID="{D92C6176-C860-4A19-BD21-7EEC004D3B96}" presName="connTx" presStyleLbl="parChTrans1D2" presStyleIdx="3" presStyleCnt="5"/>
      <dgm:spPr/>
    </dgm:pt>
    <dgm:pt modelId="{04D743A4-778B-4697-85EB-BC44B83FC390}" type="pres">
      <dgm:prSet presAssocID="{3C8C2023-5D64-4ACF-B263-8FD878D0E1CD}" presName="root2" presStyleCnt="0"/>
      <dgm:spPr/>
    </dgm:pt>
    <dgm:pt modelId="{CF7EC3B3-1D7D-4F9E-8679-771948894442}" type="pres">
      <dgm:prSet presAssocID="{3C8C2023-5D64-4ACF-B263-8FD878D0E1CD}" presName="LevelTwoTextNode" presStyleLbl="node2" presStyleIdx="3" presStyleCnt="5">
        <dgm:presLayoutVars>
          <dgm:chPref val="3"/>
        </dgm:presLayoutVars>
      </dgm:prSet>
      <dgm:spPr/>
    </dgm:pt>
    <dgm:pt modelId="{863CF261-3BDD-4E63-9996-77979DFA5A6F}" type="pres">
      <dgm:prSet presAssocID="{3C8C2023-5D64-4ACF-B263-8FD878D0E1CD}" presName="level3hierChild" presStyleCnt="0"/>
      <dgm:spPr/>
    </dgm:pt>
    <dgm:pt modelId="{5FAE0879-779E-4E71-ABBC-22412B479E56}" type="pres">
      <dgm:prSet presAssocID="{F06250EE-7CA9-4106-9BDF-F6E602FBF2B7}" presName="conn2-1" presStyleLbl="parChTrans1D3" presStyleIdx="3" presStyleCnt="6"/>
      <dgm:spPr/>
    </dgm:pt>
    <dgm:pt modelId="{0F413B92-6537-4FB2-8999-89E17B011CB8}" type="pres">
      <dgm:prSet presAssocID="{F06250EE-7CA9-4106-9BDF-F6E602FBF2B7}" presName="connTx" presStyleLbl="parChTrans1D3" presStyleIdx="3" presStyleCnt="6"/>
      <dgm:spPr/>
    </dgm:pt>
    <dgm:pt modelId="{1B48477D-FE9A-4C9E-B236-F91130B0C71F}" type="pres">
      <dgm:prSet presAssocID="{F203094A-D3E8-4C3D-85C5-FC796D99C8D1}" presName="root2" presStyleCnt="0"/>
      <dgm:spPr/>
    </dgm:pt>
    <dgm:pt modelId="{991AA0F9-115C-4438-9D1C-53B631FB46F0}" type="pres">
      <dgm:prSet presAssocID="{F203094A-D3E8-4C3D-85C5-FC796D99C8D1}" presName="LevelTwoTextNode" presStyleLbl="node3" presStyleIdx="3" presStyleCnt="6">
        <dgm:presLayoutVars>
          <dgm:chPref val="3"/>
        </dgm:presLayoutVars>
      </dgm:prSet>
      <dgm:spPr/>
    </dgm:pt>
    <dgm:pt modelId="{9E8686FC-B1F9-4C30-8C05-22F374A41A64}" type="pres">
      <dgm:prSet presAssocID="{F203094A-D3E8-4C3D-85C5-FC796D99C8D1}" presName="level3hierChild" presStyleCnt="0"/>
      <dgm:spPr/>
    </dgm:pt>
    <dgm:pt modelId="{7B31E049-F9F5-4D23-9E59-8C9CFFB35894}" type="pres">
      <dgm:prSet presAssocID="{E143C49D-DCBC-49D6-B52D-E7C80FA79717}" presName="conn2-1" presStyleLbl="parChTrans1D3" presStyleIdx="4" presStyleCnt="6"/>
      <dgm:spPr/>
    </dgm:pt>
    <dgm:pt modelId="{270BAD4D-57FE-4A70-A580-C56A9F549AE7}" type="pres">
      <dgm:prSet presAssocID="{E143C49D-DCBC-49D6-B52D-E7C80FA79717}" presName="connTx" presStyleLbl="parChTrans1D3" presStyleIdx="4" presStyleCnt="6"/>
      <dgm:spPr/>
    </dgm:pt>
    <dgm:pt modelId="{27FF7070-1660-4B85-8C8E-4B95E53C1BE9}" type="pres">
      <dgm:prSet presAssocID="{88ED1CC0-1787-4462-A7D8-DB7277AA7ED8}" presName="root2" presStyleCnt="0"/>
      <dgm:spPr/>
    </dgm:pt>
    <dgm:pt modelId="{D4B01E22-081B-4F4B-997C-D0FF90A806DE}" type="pres">
      <dgm:prSet presAssocID="{88ED1CC0-1787-4462-A7D8-DB7277AA7ED8}" presName="LevelTwoTextNode" presStyleLbl="node3" presStyleIdx="4" presStyleCnt="6">
        <dgm:presLayoutVars>
          <dgm:chPref val="3"/>
        </dgm:presLayoutVars>
      </dgm:prSet>
      <dgm:spPr/>
    </dgm:pt>
    <dgm:pt modelId="{DA03CD23-F005-46C1-B775-D41779E3CFA7}" type="pres">
      <dgm:prSet presAssocID="{88ED1CC0-1787-4462-A7D8-DB7277AA7ED8}" presName="level3hierChild" presStyleCnt="0"/>
      <dgm:spPr/>
    </dgm:pt>
    <dgm:pt modelId="{5308DBA2-7CA1-48E7-A13F-ED0DB02C3941}" type="pres">
      <dgm:prSet presAssocID="{296DA887-F437-430B-A5C8-694A19CC6478}" presName="conn2-1" presStyleLbl="parChTrans1D2" presStyleIdx="4" presStyleCnt="5"/>
      <dgm:spPr/>
    </dgm:pt>
    <dgm:pt modelId="{15EFA0A8-EB85-4776-9A20-2BB5A95DC9CA}" type="pres">
      <dgm:prSet presAssocID="{296DA887-F437-430B-A5C8-694A19CC6478}" presName="connTx" presStyleLbl="parChTrans1D2" presStyleIdx="4" presStyleCnt="5"/>
      <dgm:spPr/>
    </dgm:pt>
    <dgm:pt modelId="{A4903329-D914-4400-9387-0418667C0982}" type="pres">
      <dgm:prSet presAssocID="{FFF9901C-0D21-4061-B003-3537D18F104A}" presName="root2" presStyleCnt="0"/>
      <dgm:spPr/>
    </dgm:pt>
    <dgm:pt modelId="{A50B2C61-C414-4AD8-A20C-E258A84A1449}" type="pres">
      <dgm:prSet presAssocID="{FFF9901C-0D21-4061-B003-3537D18F104A}" presName="LevelTwoTextNode" presStyleLbl="node2" presStyleIdx="4" presStyleCnt="5">
        <dgm:presLayoutVars>
          <dgm:chPref val="3"/>
        </dgm:presLayoutVars>
      </dgm:prSet>
      <dgm:spPr/>
    </dgm:pt>
    <dgm:pt modelId="{A3BD5D80-3F82-40FF-9A3C-709D4AAF4CE3}" type="pres">
      <dgm:prSet presAssocID="{FFF9901C-0D21-4061-B003-3537D18F104A}" presName="level3hierChild" presStyleCnt="0"/>
      <dgm:spPr/>
    </dgm:pt>
    <dgm:pt modelId="{EED6D895-B842-4090-9D2C-C7F05CEC095B}" type="pres">
      <dgm:prSet presAssocID="{169AE037-B4B7-4497-B9EA-0C958F52C5FB}" presName="conn2-1" presStyleLbl="parChTrans1D3" presStyleIdx="5" presStyleCnt="6"/>
      <dgm:spPr/>
    </dgm:pt>
    <dgm:pt modelId="{D1C69832-909E-4924-BF4E-287C90B8AC42}" type="pres">
      <dgm:prSet presAssocID="{169AE037-B4B7-4497-B9EA-0C958F52C5FB}" presName="connTx" presStyleLbl="parChTrans1D3" presStyleIdx="5" presStyleCnt="6"/>
      <dgm:spPr/>
    </dgm:pt>
    <dgm:pt modelId="{0D983837-446F-4A14-BB64-D023A719D0C0}" type="pres">
      <dgm:prSet presAssocID="{1E0417A9-A1BB-408B-914B-2DA5F9A6B4F8}" presName="root2" presStyleCnt="0"/>
      <dgm:spPr/>
    </dgm:pt>
    <dgm:pt modelId="{A8177D1C-FD92-4668-9632-0E269573DE08}" type="pres">
      <dgm:prSet presAssocID="{1E0417A9-A1BB-408B-914B-2DA5F9A6B4F8}" presName="LevelTwoTextNode" presStyleLbl="node3" presStyleIdx="5" presStyleCnt="6">
        <dgm:presLayoutVars>
          <dgm:chPref val="3"/>
        </dgm:presLayoutVars>
      </dgm:prSet>
      <dgm:spPr/>
    </dgm:pt>
    <dgm:pt modelId="{6562AB30-ED36-46F7-A0D5-184869908EDE}" type="pres">
      <dgm:prSet presAssocID="{1E0417A9-A1BB-408B-914B-2DA5F9A6B4F8}" presName="level3hierChild" presStyleCnt="0"/>
      <dgm:spPr/>
    </dgm:pt>
    <dgm:pt modelId="{93A23D04-863F-41ED-8842-FF45118224DF}" type="pres">
      <dgm:prSet presAssocID="{7E5899C9-ED29-4171-8082-DD60B0C36387}" presName="conn2-1" presStyleLbl="parChTrans1D4" presStyleIdx="3" presStyleCnt="5"/>
      <dgm:spPr/>
    </dgm:pt>
    <dgm:pt modelId="{6037498A-5A60-4B3B-8A12-F29517AC0FE7}" type="pres">
      <dgm:prSet presAssocID="{7E5899C9-ED29-4171-8082-DD60B0C36387}" presName="connTx" presStyleLbl="parChTrans1D4" presStyleIdx="3" presStyleCnt="5"/>
      <dgm:spPr/>
    </dgm:pt>
    <dgm:pt modelId="{A452508C-8CA8-40B5-9105-8ECE090DF326}" type="pres">
      <dgm:prSet presAssocID="{6B095028-497A-4E5C-ACD5-68D9F639FEAC}" presName="root2" presStyleCnt="0"/>
      <dgm:spPr/>
    </dgm:pt>
    <dgm:pt modelId="{12E9F049-0B3F-4F35-9CF7-AF35FB3D313C}" type="pres">
      <dgm:prSet presAssocID="{6B095028-497A-4E5C-ACD5-68D9F639FEAC}" presName="LevelTwoTextNode" presStyleLbl="node4" presStyleIdx="3" presStyleCnt="5">
        <dgm:presLayoutVars>
          <dgm:chPref val="3"/>
        </dgm:presLayoutVars>
      </dgm:prSet>
      <dgm:spPr/>
    </dgm:pt>
    <dgm:pt modelId="{9FA72E20-B7EF-443E-B647-3CFD117622E3}" type="pres">
      <dgm:prSet presAssocID="{6B095028-497A-4E5C-ACD5-68D9F639FEAC}" presName="level3hierChild" presStyleCnt="0"/>
      <dgm:spPr/>
    </dgm:pt>
    <dgm:pt modelId="{C89AFB24-25F3-4756-B553-AA23D7D72E84}" type="pres">
      <dgm:prSet presAssocID="{5BFB2C9A-2278-43C8-97BE-FC97F2725D2D}" presName="conn2-1" presStyleLbl="parChTrans1D4" presStyleIdx="4" presStyleCnt="5"/>
      <dgm:spPr/>
    </dgm:pt>
    <dgm:pt modelId="{5CBF91AC-30EE-4772-B42E-ED5DCE887691}" type="pres">
      <dgm:prSet presAssocID="{5BFB2C9A-2278-43C8-97BE-FC97F2725D2D}" presName="connTx" presStyleLbl="parChTrans1D4" presStyleIdx="4" presStyleCnt="5"/>
      <dgm:spPr/>
    </dgm:pt>
    <dgm:pt modelId="{EA6321CA-1033-4C44-A42C-3BE21B6C4F0A}" type="pres">
      <dgm:prSet presAssocID="{E9BB00E7-2BB3-494E-BBB7-38590DCFDC90}" presName="root2" presStyleCnt="0"/>
      <dgm:spPr/>
    </dgm:pt>
    <dgm:pt modelId="{105FA589-A711-4495-A185-9E07A6387873}" type="pres">
      <dgm:prSet presAssocID="{E9BB00E7-2BB3-494E-BBB7-38590DCFDC90}" presName="LevelTwoTextNode" presStyleLbl="node4" presStyleIdx="4" presStyleCnt="5">
        <dgm:presLayoutVars>
          <dgm:chPref val="3"/>
        </dgm:presLayoutVars>
      </dgm:prSet>
      <dgm:spPr/>
    </dgm:pt>
    <dgm:pt modelId="{7BE50204-4D6C-402E-B1D6-C191CEE02C88}" type="pres">
      <dgm:prSet presAssocID="{E9BB00E7-2BB3-494E-BBB7-38590DCFDC90}" presName="level3hierChild" presStyleCnt="0"/>
      <dgm:spPr/>
    </dgm:pt>
  </dgm:ptLst>
  <dgm:cxnLst>
    <dgm:cxn modelId="{05DBB601-B1BF-49F4-B6E0-B6EF8FB0CB1D}" type="presOf" srcId="{308FF4E7-6881-4875-AD88-1E68301ADFD9}" destId="{DC451985-07C4-44D8-916E-7F9B596188F4}" srcOrd="1" destOrd="0" presId="urn:microsoft.com/office/officeart/2008/layout/HorizontalMultiLevelHierarchy"/>
    <dgm:cxn modelId="{FFF2C603-311F-46C7-A4CD-3FC8929D58F7}" srcId="{B7B82DD0-BA03-4D3F-9E57-BADC07B2BE1D}" destId="{A06D031C-7EE3-45C5-AB7E-C38C48CC6DF7}" srcOrd="1" destOrd="0" parTransId="{320C3333-8395-4E04-A02B-03998D5EBB95}" sibTransId="{6DEB0B2A-F048-4962-B03C-BBBA2E334957}"/>
    <dgm:cxn modelId="{57E3560B-D7B8-4AAD-8146-1DC54B2082BC}" type="presOf" srcId="{C374EC00-E4DE-4C33-B030-C0361542B357}" destId="{D9B72231-559A-4953-A441-8ECEB2DF96F1}" srcOrd="0" destOrd="0" presId="urn:microsoft.com/office/officeart/2008/layout/HorizontalMultiLevelHierarchy"/>
    <dgm:cxn modelId="{AD593E0D-9740-4977-B8C3-7C18BD70A8DD}" type="presOf" srcId="{169AE037-B4B7-4497-B9EA-0C958F52C5FB}" destId="{EED6D895-B842-4090-9D2C-C7F05CEC095B}" srcOrd="0" destOrd="0" presId="urn:microsoft.com/office/officeart/2008/layout/HorizontalMultiLevelHierarchy"/>
    <dgm:cxn modelId="{F94E6113-01C9-48BB-89CA-5333910295A2}" type="presOf" srcId="{F06250EE-7CA9-4106-9BDF-F6E602FBF2B7}" destId="{5FAE0879-779E-4E71-ABBC-22412B479E56}" srcOrd="0" destOrd="0" presId="urn:microsoft.com/office/officeart/2008/layout/HorizontalMultiLevelHierarchy"/>
    <dgm:cxn modelId="{79553F18-6BC2-4ED2-8104-C864909E3542}" type="presOf" srcId="{E143C49D-DCBC-49D6-B52D-E7C80FA79717}" destId="{270BAD4D-57FE-4A70-A580-C56A9F549AE7}" srcOrd="1" destOrd="0" presId="urn:microsoft.com/office/officeart/2008/layout/HorizontalMultiLevelHierarchy"/>
    <dgm:cxn modelId="{14CC101C-EDD3-4697-A814-896F9B006744}" type="presOf" srcId="{296DA887-F437-430B-A5C8-694A19CC6478}" destId="{5308DBA2-7CA1-48E7-A13F-ED0DB02C3941}" srcOrd="0" destOrd="0" presId="urn:microsoft.com/office/officeart/2008/layout/HorizontalMultiLevelHierarchy"/>
    <dgm:cxn modelId="{C3DF0C23-71A2-4060-B620-5A85182B875A}" type="presOf" srcId="{7E5899C9-ED29-4171-8082-DD60B0C36387}" destId="{6037498A-5A60-4B3B-8A12-F29517AC0FE7}" srcOrd="1" destOrd="0" presId="urn:microsoft.com/office/officeart/2008/layout/HorizontalMultiLevelHierarchy"/>
    <dgm:cxn modelId="{A9E5E525-1C7B-485D-BA06-D90F4A26F5B1}" srcId="{958BF7C5-7912-4F91-B18E-F6BF90C17013}" destId="{B3256A8C-F5A7-4783-91E4-1D59049E23C1}" srcOrd="0" destOrd="0" parTransId="{3B7EC81C-CC32-4891-A0C7-7E1FF09E928B}" sibTransId="{87239D2C-98FE-4A50-AF04-F30777F555F9}"/>
    <dgm:cxn modelId="{A7448A26-7F9B-42E8-8B26-F8AE4E5BE724}" type="presOf" srcId="{320C3333-8395-4E04-A02B-03998D5EBB95}" destId="{2E770EF0-90D4-4CA8-9115-0D348C0BCCBA}" srcOrd="0" destOrd="0" presId="urn:microsoft.com/office/officeart/2008/layout/HorizontalMultiLevelHierarchy"/>
    <dgm:cxn modelId="{F0EBD828-26F2-45B5-ADF0-3EE72C5254B0}" type="presOf" srcId="{AC9193B4-F347-42E0-8EB6-ACDEBAD23B5E}" destId="{8C5A3C91-1097-4135-86CC-0722E17D09B3}" srcOrd="0" destOrd="0" presId="urn:microsoft.com/office/officeart/2008/layout/HorizontalMultiLevelHierarchy"/>
    <dgm:cxn modelId="{0073C929-4C2D-4BDF-8167-368B4A637087}" type="presOf" srcId="{A06D031C-7EE3-45C5-AB7E-C38C48CC6DF7}" destId="{D1BF5D92-80B5-4896-9833-E019F8B84AD0}" srcOrd="0" destOrd="0" presId="urn:microsoft.com/office/officeart/2008/layout/HorizontalMultiLevelHierarchy"/>
    <dgm:cxn modelId="{481CE929-C042-46FE-9084-DC89D9F59202}" type="presOf" srcId="{D92C6176-C860-4A19-BD21-7EEC004D3B96}" destId="{ACBADD5B-4D3C-4B6C-A8AA-0C4D07071E61}" srcOrd="0" destOrd="0" presId="urn:microsoft.com/office/officeart/2008/layout/HorizontalMultiLevelHierarchy"/>
    <dgm:cxn modelId="{D8DE292C-D9B3-41F6-91E4-FFC3C8FA01BA}" srcId="{3C8C2023-5D64-4ACF-B263-8FD878D0E1CD}" destId="{F203094A-D3E8-4C3D-85C5-FC796D99C8D1}" srcOrd="0" destOrd="0" parTransId="{F06250EE-7CA9-4106-9BDF-F6E602FBF2B7}" sibTransId="{99C91435-265B-4191-96DA-7FA36A249099}"/>
    <dgm:cxn modelId="{4716282D-E999-41B9-BBBB-A1D72B817ACF}" type="presOf" srcId="{958BF7C5-7912-4F91-B18E-F6BF90C17013}" destId="{574F023D-7304-4FA7-928F-5E765D3947C2}" srcOrd="0" destOrd="0" presId="urn:microsoft.com/office/officeart/2008/layout/HorizontalMultiLevelHierarchy"/>
    <dgm:cxn modelId="{2E682731-3201-4E7C-AC01-08DB2795BE2F}" type="presOf" srcId="{DAF6C454-E8F5-445A-9579-56F6693AA66E}" destId="{87683763-5088-45BF-851D-489DEDAFD27E}" srcOrd="1" destOrd="0" presId="urn:microsoft.com/office/officeart/2008/layout/HorizontalMultiLevelHierarchy"/>
    <dgm:cxn modelId="{20582C31-B973-4A58-8472-8E47E4BB5669}" type="presOf" srcId="{3C1B3F5B-2EC8-43A0-B18F-2DC39A382415}" destId="{74640D85-4679-4A97-9687-6C7E665B3E05}" srcOrd="0" destOrd="0" presId="urn:microsoft.com/office/officeart/2008/layout/HorizontalMultiLevelHierarchy"/>
    <dgm:cxn modelId="{93B24531-C235-4410-99BC-FD543EF07F9E}" srcId="{A06D031C-7EE3-45C5-AB7E-C38C48CC6DF7}" destId="{AC9193B4-F347-42E0-8EB6-ACDEBAD23B5E}" srcOrd="0" destOrd="0" parTransId="{5CB2838E-3822-4375-AE30-1FD45F173BAB}" sibTransId="{BFE74939-C030-4833-A7FA-736208108A98}"/>
    <dgm:cxn modelId="{B600FB31-ABC8-44D6-8BAA-64B91C3F15F0}" srcId="{1E0417A9-A1BB-408B-914B-2DA5F9A6B4F8}" destId="{6B095028-497A-4E5C-ACD5-68D9F639FEAC}" srcOrd="0" destOrd="0" parTransId="{7E5899C9-ED29-4171-8082-DD60B0C36387}" sibTransId="{85C5B848-E46B-4F35-AEC7-FB09564A46AC}"/>
    <dgm:cxn modelId="{ACCE113B-61F8-489A-80D1-D1671DE80D03}" type="presOf" srcId="{062FA14D-8F5B-4EA9-8F39-EE6C424764AB}" destId="{32F29C24-2F90-4E88-A0A4-E6422C071F7E}" srcOrd="0" destOrd="0" presId="urn:microsoft.com/office/officeart/2008/layout/HorizontalMultiLevelHierarchy"/>
    <dgm:cxn modelId="{6380A83D-BD6F-4127-B4CC-90D932776F50}" srcId="{3C8C2023-5D64-4ACF-B263-8FD878D0E1CD}" destId="{88ED1CC0-1787-4462-A7D8-DB7277AA7ED8}" srcOrd="1" destOrd="0" parTransId="{E143C49D-DCBC-49D6-B52D-E7C80FA79717}" sibTransId="{3639ABED-4CB1-4B0D-B7CB-C56A963C84D7}"/>
    <dgm:cxn modelId="{01A5EF5C-FA2D-4284-8367-A66600EF53E8}" type="presOf" srcId="{88ED1CC0-1787-4462-A7D8-DB7277AA7ED8}" destId="{D4B01E22-081B-4F4B-997C-D0FF90A806DE}" srcOrd="0" destOrd="0" presId="urn:microsoft.com/office/officeart/2008/layout/HorizontalMultiLevelHierarchy"/>
    <dgm:cxn modelId="{DB32E641-5A14-493A-AB2F-680FBB5B5382}" type="presOf" srcId="{E143C49D-DCBC-49D6-B52D-E7C80FA79717}" destId="{7B31E049-F9F5-4D23-9E59-8C9CFFB35894}" srcOrd="0" destOrd="0" presId="urn:microsoft.com/office/officeart/2008/layout/HorizontalMultiLevelHierarchy"/>
    <dgm:cxn modelId="{A87CA144-F1FE-4EC4-8517-74AAF11EA555}" srcId="{958BF7C5-7912-4F91-B18E-F6BF90C17013}" destId="{3C1B3F5B-2EC8-43A0-B18F-2DC39A382415}" srcOrd="2" destOrd="0" parTransId="{062FA14D-8F5B-4EA9-8F39-EE6C424764AB}" sibTransId="{7A5A963C-1463-4279-9CA5-2F33B8D730F3}"/>
    <dgm:cxn modelId="{11B7D646-4E7D-4D97-A24A-057BB4DC49DE}" type="presOf" srcId="{E9290509-6993-44B1-A640-E3EA8739BD4F}" destId="{E6F7C1AD-5721-4420-83B4-701559D99D08}" srcOrd="1" destOrd="0" presId="urn:microsoft.com/office/officeart/2008/layout/HorizontalMultiLevelHierarchy"/>
    <dgm:cxn modelId="{3B999C47-33ED-4D98-92D2-AB5F2FB191BD}" type="presOf" srcId="{E9BB00E7-2BB3-494E-BBB7-38590DCFDC90}" destId="{105FA589-A711-4495-A185-9E07A6387873}" srcOrd="0" destOrd="0" presId="urn:microsoft.com/office/officeart/2008/layout/HorizontalMultiLevelHierarchy"/>
    <dgm:cxn modelId="{3AB5304A-FA92-459D-A196-AFEEE5E2D5C9}" type="presOf" srcId="{D92C6176-C860-4A19-BD21-7EEC004D3B96}" destId="{721D1C2D-A6BA-41A8-B1D3-098062EED5B1}" srcOrd="1" destOrd="0" presId="urn:microsoft.com/office/officeart/2008/layout/HorizontalMultiLevelHierarchy"/>
    <dgm:cxn modelId="{33B7814A-9F38-4FC9-B0FC-DAA5E01876C2}" type="presOf" srcId="{308FF4E7-6881-4875-AD88-1E68301ADFD9}" destId="{2752DD7F-2517-4BC3-B5F2-5B983FED302D}" srcOrd="0" destOrd="0" presId="urn:microsoft.com/office/officeart/2008/layout/HorizontalMultiLevelHierarchy"/>
    <dgm:cxn modelId="{9B75E14C-9788-4E54-8C0A-C329D82EFDBA}" srcId="{958BF7C5-7912-4F91-B18E-F6BF90C17013}" destId="{FFF9901C-0D21-4061-B003-3537D18F104A}" srcOrd="4" destOrd="0" parTransId="{296DA887-F437-430B-A5C8-694A19CC6478}" sibTransId="{086147B6-83A8-4469-968D-E30762A41A9D}"/>
    <dgm:cxn modelId="{07080A50-5066-46C7-BBFC-07632E97F19B}" type="presOf" srcId="{6B095028-497A-4E5C-ACD5-68D9F639FEAC}" destId="{12E9F049-0B3F-4F35-9CF7-AF35FB3D313C}" srcOrd="0" destOrd="0" presId="urn:microsoft.com/office/officeart/2008/layout/HorizontalMultiLevelHierarchy"/>
    <dgm:cxn modelId="{E273F753-3F25-48FD-A0D1-2C97597B8C54}" type="presOf" srcId="{5CB2838E-3822-4375-AE30-1FD45F173BAB}" destId="{174CD767-57D3-4490-BDC8-786803748C18}" srcOrd="0" destOrd="0" presId="urn:microsoft.com/office/officeart/2008/layout/HorizontalMultiLevelHierarchy"/>
    <dgm:cxn modelId="{412BF853-C5AA-4354-8DD5-C5B8EF956E8C}" type="presOf" srcId="{5CB2838E-3822-4375-AE30-1FD45F173BAB}" destId="{91F97565-FBA7-402E-9992-F6665C9BE76F}" srcOrd="1" destOrd="0" presId="urn:microsoft.com/office/officeart/2008/layout/HorizontalMultiLevelHierarchy"/>
    <dgm:cxn modelId="{C1987874-0C94-42F9-B666-4FF8657F6AAB}" type="presOf" srcId="{5BFB2C9A-2278-43C8-97BE-FC97F2725D2D}" destId="{5CBF91AC-30EE-4772-B42E-ED5DCE887691}" srcOrd="1" destOrd="0" presId="urn:microsoft.com/office/officeart/2008/layout/HorizontalMultiLevelHierarchy"/>
    <dgm:cxn modelId="{3D0DEE56-A62F-40E7-A3B1-4CC7AFD6E5D2}" type="presOf" srcId="{F09D5E3C-94DE-4222-9234-4818439B9F9F}" destId="{BF282468-9673-4A24-B5A3-EC4487B68A8E}" srcOrd="0" destOrd="0" presId="urn:microsoft.com/office/officeart/2008/layout/HorizontalMultiLevelHierarchy"/>
    <dgm:cxn modelId="{0C7A9157-B6DF-4CFB-A8DD-35B51E042F68}" type="presOf" srcId="{5BFB2C9A-2278-43C8-97BE-FC97F2725D2D}" destId="{C89AFB24-25F3-4756-B553-AA23D7D72E84}" srcOrd="0" destOrd="0" presId="urn:microsoft.com/office/officeart/2008/layout/HorizontalMultiLevelHierarchy"/>
    <dgm:cxn modelId="{D753F657-30BC-4092-B995-D141754B39CC}" type="presOf" srcId="{E9290509-6993-44B1-A640-E3EA8739BD4F}" destId="{9018C097-DF1D-476D-AD1F-B35049963F2E}" srcOrd="0" destOrd="0" presId="urn:microsoft.com/office/officeart/2008/layout/HorizontalMultiLevelHierarchy"/>
    <dgm:cxn modelId="{E6241D5A-8830-4EB5-94CA-01D0501AEC0A}" type="presOf" srcId="{80554831-3CF7-4991-B181-D4F8BCDF3BED}" destId="{D72A9442-9A13-4DB0-A957-F89D53AAED5D}" srcOrd="0" destOrd="0" presId="urn:microsoft.com/office/officeart/2008/layout/HorizontalMultiLevelHierarchy"/>
    <dgm:cxn modelId="{DF0EA183-67EC-4289-98E0-664359A381B6}" type="presOf" srcId="{3C8C2023-5D64-4ACF-B263-8FD878D0E1CD}" destId="{CF7EC3B3-1D7D-4F9E-8679-771948894442}" srcOrd="0" destOrd="0" presId="urn:microsoft.com/office/officeart/2008/layout/HorizontalMultiLevelHierarchy"/>
    <dgm:cxn modelId="{C2F31686-F03C-40EE-83B8-58F7BCACA504}" srcId="{A07BEB74-20CA-4FA5-AFB2-CBEE1117950F}" destId="{958BF7C5-7912-4F91-B18E-F6BF90C17013}" srcOrd="0" destOrd="0" parTransId="{50A7C3FD-DDB6-481C-81FF-DB148AE5EEDA}" sibTransId="{81F2D226-F128-4DA4-B4E6-C13E64AE1B59}"/>
    <dgm:cxn modelId="{DDAD8486-8A54-4E1E-B63F-8F8987405D8F}" srcId="{AC9193B4-F347-42E0-8EB6-ACDEBAD23B5E}" destId="{C374EC00-E4DE-4C33-B030-C0361542B357}" srcOrd="1" destOrd="0" parTransId="{E9290509-6993-44B1-A640-E3EA8739BD4F}" sibTransId="{A5FAA3E9-319C-475D-9F76-5F830493509C}"/>
    <dgm:cxn modelId="{E8388297-0579-4529-8079-CFEB5254708E}" type="presOf" srcId="{169AE037-B4B7-4497-B9EA-0C958F52C5FB}" destId="{D1C69832-909E-4924-BF4E-287C90B8AC42}" srcOrd="1" destOrd="0" presId="urn:microsoft.com/office/officeart/2008/layout/HorizontalMultiLevelHierarchy"/>
    <dgm:cxn modelId="{06FDC99D-5E50-4560-A8A9-62286E650D92}" srcId="{B7B82DD0-BA03-4D3F-9E57-BADC07B2BE1D}" destId="{F09D5E3C-94DE-4222-9234-4818439B9F9F}" srcOrd="0" destOrd="0" parTransId="{4137F140-3299-4418-A4E3-1EE864A03AA1}" sibTransId="{AA188E9E-8EF5-43A8-B0CF-BEC8055CD1EE}"/>
    <dgm:cxn modelId="{06A893A2-00C9-46E2-AD19-2507C9396C1D}" type="presOf" srcId="{DAF6C454-E8F5-445A-9579-56F6693AA66E}" destId="{CAF82E34-67CF-4F63-8C0C-C3F11D72CA7A}" srcOrd="0" destOrd="0" presId="urn:microsoft.com/office/officeart/2008/layout/HorizontalMultiLevelHierarchy"/>
    <dgm:cxn modelId="{FB85DDA4-63A4-4DFD-9589-F399C6858D2D}" type="presOf" srcId="{7E5899C9-ED29-4171-8082-DD60B0C36387}" destId="{93A23D04-863F-41ED-8842-FF45118224DF}" srcOrd="0" destOrd="0" presId="urn:microsoft.com/office/officeart/2008/layout/HorizontalMultiLevelHierarchy"/>
    <dgm:cxn modelId="{5D969CAC-CF69-4490-8A61-D8CC9FBFC594}" srcId="{FFF9901C-0D21-4061-B003-3537D18F104A}" destId="{1E0417A9-A1BB-408B-914B-2DA5F9A6B4F8}" srcOrd="0" destOrd="0" parTransId="{169AE037-B4B7-4497-B9EA-0C958F52C5FB}" sibTransId="{C9519FE9-18F6-412E-A868-B8D290BACEDE}"/>
    <dgm:cxn modelId="{A578A9AC-226D-4928-BD1C-DE5141CD9B12}" type="presOf" srcId="{3B7EC81C-CC32-4891-A0C7-7E1FF09E928B}" destId="{2BD05804-9995-40BA-85F0-2B2BE4C810CF}" srcOrd="0" destOrd="0" presId="urn:microsoft.com/office/officeart/2008/layout/HorizontalMultiLevelHierarchy"/>
    <dgm:cxn modelId="{7B62DBB3-32AB-4E46-9EC7-B11380055180}" srcId="{958BF7C5-7912-4F91-B18E-F6BF90C17013}" destId="{3C8C2023-5D64-4ACF-B263-8FD878D0E1CD}" srcOrd="3" destOrd="0" parTransId="{D92C6176-C860-4A19-BD21-7EEC004D3B96}" sibTransId="{A29657B1-1B7C-411B-9E27-8501673444C8}"/>
    <dgm:cxn modelId="{3D9A79B4-B90E-490D-B18D-0072FCAA7732}" type="presOf" srcId="{3B7EC81C-CC32-4891-A0C7-7E1FF09E928B}" destId="{32AD06AF-3E8E-4947-A523-3417397D41BE}" srcOrd="1" destOrd="0" presId="urn:microsoft.com/office/officeart/2008/layout/HorizontalMultiLevelHierarchy"/>
    <dgm:cxn modelId="{829EB4B8-BD29-46CF-A78A-4EB64AE1BB18}" srcId="{B3256A8C-F5A7-4783-91E4-1D59049E23C1}" destId="{10231CC7-6100-4DA6-9B49-25B8804B8E65}" srcOrd="0" destOrd="0" parTransId="{0997F347-222E-4DEB-83C4-D3EBA6C9B916}" sibTransId="{BD497DBF-5475-4AAC-A752-BCA1D95966BA}"/>
    <dgm:cxn modelId="{E19392BE-BCA5-42AB-830F-11AB4F33D721}" type="presOf" srcId="{062FA14D-8F5B-4EA9-8F39-EE6C424764AB}" destId="{427723D1-8B2B-489A-A8F1-BDFA2D985098}" srcOrd="1" destOrd="0" presId="urn:microsoft.com/office/officeart/2008/layout/HorizontalMultiLevelHierarchy"/>
    <dgm:cxn modelId="{B61E42CE-9FC8-48E3-A953-AF76D7C88080}" type="presOf" srcId="{0997F347-222E-4DEB-83C4-D3EBA6C9B916}" destId="{005D03FB-04DE-4D2F-8C51-F1A03E25F847}" srcOrd="0" destOrd="0" presId="urn:microsoft.com/office/officeart/2008/layout/HorizontalMultiLevelHierarchy"/>
    <dgm:cxn modelId="{4F1386D5-9574-4438-8F73-D335BCA997D3}" type="presOf" srcId="{F06250EE-7CA9-4106-9BDF-F6E602FBF2B7}" destId="{0F413B92-6537-4FB2-8999-89E17B011CB8}" srcOrd="1" destOrd="0" presId="urn:microsoft.com/office/officeart/2008/layout/HorizontalMultiLevelHierarchy"/>
    <dgm:cxn modelId="{47D8EBDA-8AC8-4BA5-B01D-595AC4B0FE21}" srcId="{958BF7C5-7912-4F91-B18E-F6BF90C17013}" destId="{B7B82DD0-BA03-4D3F-9E57-BADC07B2BE1D}" srcOrd="1" destOrd="0" parTransId="{308FF4E7-6881-4875-AD88-1E68301ADFD9}" sibTransId="{4C5F2400-69EA-47ED-9B30-78FA4F0C5526}"/>
    <dgm:cxn modelId="{F739E6DE-1ACA-4324-B4C3-182BE700A5E2}" type="presOf" srcId="{10231CC7-6100-4DA6-9B49-25B8804B8E65}" destId="{28C9EB2A-E24B-428D-9551-FCCD09B350C7}" srcOrd="0" destOrd="0" presId="urn:microsoft.com/office/officeart/2008/layout/HorizontalMultiLevelHierarchy"/>
    <dgm:cxn modelId="{E44B40DF-7EBB-4496-B8F1-20C4C6FC1AAA}" type="presOf" srcId="{296DA887-F437-430B-A5C8-694A19CC6478}" destId="{15EFA0A8-EB85-4776-9A20-2BB5A95DC9CA}" srcOrd="1" destOrd="0" presId="urn:microsoft.com/office/officeart/2008/layout/HorizontalMultiLevelHierarchy"/>
    <dgm:cxn modelId="{7EFDB6E4-632E-4FB5-9E77-9AD78E408686}" type="presOf" srcId="{4137F140-3299-4418-A4E3-1EE864A03AA1}" destId="{EC4C40A5-5DE1-426E-B7E2-6C61634CC294}" srcOrd="1" destOrd="0" presId="urn:microsoft.com/office/officeart/2008/layout/HorizontalMultiLevelHierarchy"/>
    <dgm:cxn modelId="{CFFCF5E5-3920-40D3-AAFD-09A14242C630}" type="presOf" srcId="{B3256A8C-F5A7-4783-91E4-1D59049E23C1}" destId="{1AFBD72E-1B56-4EED-8898-CD4E64AD8FE4}" srcOrd="0" destOrd="0" presId="urn:microsoft.com/office/officeart/2008/layout/HorizontalMultiLevelHierarchy"/>
    <dgm:cxn modelId="{3DCA16E7-BCCE-4656-ACB9-A1FDD28BB704}" srcId="{AC9193B4-F347-42E0-8EB6-ACDEBAD23B5E}" destId="{80554831-3CF7-4991-B181-D4F8BCDF3BED}" srcOrd="0" destOrd="0" parTransId="{DAF6C454-E8F5-445A-9579-56F6693AA66E}" sibTransId="{A96140BB-7DAF-4526-9D36-46B2B53DF7C6}"/>
    <dgm:cxn modelId="{1C9218E7-CB16-414C-9809-228C75260A09}" type="presOf" srcId="{A07BEB74-20CA-4FA5-AFB2-CBEE1117950F}" destId="{0C3DB210-E562-4582-A0AA-46379AA6F910}" srcOrd="0" destOrd="0" presId="urn:microsoft.com/office/officeart/2008/layout/HorizontalMultiLevelHierarchy"/>
    <dgm:cxn modelId="{BFFCEFEB-9817-4EEA-B9BB-7A57BDC33F14}" srcId="{1E0417A9-A1BB-408B-914B-2DA5F9A6B4F8}" destId="{E9BB00E7-2BB3-494E-BBB7-38590DCFDC90}" srcOrd="1" destOrd="0" parTransId="{5BFB2C9A-2278-43C8-97BE-FC97F2725D2D}" sibTransId="{E0F7718B-E25D-45EE-89A5-F77A8BDDAC4C}"/>
    <dgm:cxn modelId="{59B219EC-B734-491A-8D70-8C8EAB88624B}" type="presOf" srcId="{0997F347-222E-4DEB-83C4-D3EBA6C9B916}" destId="{B16D64B9-1EBC-4FAD-A9F3-082F1AB17958}" srcOrd="1" destOrd="0" presId="urn:microsoft.com/office/officeart/2008/layout/HorizontalMultiLevelHierarchy"/>
    <dgm:cxn modelId="{AB8A39F0-4ECB-438E-A215-403861BAF714}" type="presOf" srcId="{F203094A-D3E8-4C3D-85C5-FC796D99C8D1}" destId="{991AA0F9-115C-4438-9D1C-53B631FB46F0}" srcOrd="0" destOrd="0" presId="urn:microsoft.com/office/officeart/2008/layout/HorizontalMultiLevelHierarchy"/>
    <dgm:cxn modelId="{8DF54FF0-F5C0-4BB2-92A8-1F7BC8CF954B}" type="presOf" srcId="{FFF9901C-0D21-4061-B003-3537D18F104A}" destId="{A50B2C61-C414-4AD8-A20C-E258A84A1449}" srcOrd="0" destOrd="0" presId="urn:microsoft.com/office/officeart/2008/layout/HorizontalMultiLevelHierarchy"/>
    <dgm:cxn modelId="{5CF02BF4-56E4-4782-9BD4-FA2DDC29778C}" type="presOf" srcId="{4137F140-3299-4418-A4E3-1EE864A03AA1}" destId="{118265EA-6CA3-4BC4-AC2F-98E8A30B57DD}" srcOrd="0" destOrd="0" presId="urn:microsoft.com/office/officeart/2008/layout/HorizontalMultiLevelHierarchy"/>
    <dgm:cxn modelId="{626F27F9-F713-40D2-9C98-5F2DEEA25E9D}" type="presOf" srcId="{B7B82DD0-BA03-4D3F-9E57-BADC07B2BE1D}" destId="{C480F608-E7C8-4945-BFFA-26881BE5A07F}" srcOrd="0" destOrd="0" presId="urn:microsoft.com/office/officeart/2008/layout/HorizontalMultiLevelHierarchy"/>
    <dgm:cxn modelId="{36256BFA-64E9-4650-A338-176B4A886142}" type="presOf" srcId="{1E0417A9-A1BB-408B-914B-2DA5F9A6B4F8}" destId="{A8177D1C-FD92-4668-9632-0E269573DE08}" srcOrd="0" destOrd="0" presId="urn:microsoft.com/office/officeart/2008/layout/HorizontalMultiLevelHierarchy"/>
    <dgm:cxn modelId="{CC1D48FD-314C-4AE1-8167-B4E1FE11985A}" type="presOf" srcId="{320C3333-8395-4E04-A02B-03998D5EBB95}" destId="{5B7496CB-B597-48DD-BB26-DCBC351C7644}" srcOrd="1" destOrd="0" presId="urn:microsoft.com/office/officeart/2008/layout/HorizontalMultiLevelHierarchy"/>
    <dgm:cxn modelId="{66C04CC4-810B-4476-9DFA-9B372FCADE7C}" type="presParOf" srcId="{0C3DB210-E562-4582-A0AA-46379AA6F910}" destId="{DD10442B-2F17-4019-8802-50BA26715F0B}" srcOrd="0" destOrd="0" presId="urn:microsoft.com/office/officeart/2008/layout/HorizontalMultiLevelHierarchy"/>
    <dgm:cxn modelId="{5C34CFA3-31AB-4F94-A44B-117A3DE59383}" type="presParOf" srcId="{DD10442B-2F17-4019-8802-50BA26715F0B}" destId="{574F023D-7304-4FA7-928F-5E765D3947C2}" srcOrd="0" destOrd="0" presId="urn:microsoft.com/office/officeart/2008/layout/HorizontalMultiLevelHierarchy"/>
    <dgm:cxn modelId="{A7F3EF46-01F8-4DD5-92C1-21C4FB7AC413}" type="presParOf" srcId="{DD10442B-2F17-4019-8802-50BA26715F0B}" destId="{373FA861-DE83-4C88-A587-97402EA1DD3A}" srcOrd="1" destOrd="0" presId="urn:microsoft.com/office/officeart/2008/layout/HorizontalMultiLevelHierarchy"/>
    <dgm:cxn modelId="{6F3B1A9A-B50F-4032-8467-50A1B7665B87}" type="presParOf" srcId="{373FA861-DE83-4C88-A587-97402EA1DD3A}" destId="{2BD05804-9995-40BA-85F0-2B2BE4C810CF}" srcOrd="0" destOrd="0" presId="urn:microsoft.com/office/officeart/2008/layout/HorizontalMultiLevelHierarchy"/>
    <dgm:cxn modelId="{ADDC1603-4862-4C12-B7E8-69C658A9E352}" type="presParOf" srcId="{2BD05804-9995-40BA-85F0-2B2BE4C810CF}" destId="{32AD06AF-3E8E-4947-A523-3417397D41BE}" srcOrd="0" destOrd="0" presId="urn:microsoft.com/office/officeart/2008/layout/HorizontalMultiLevelHierarchy"/>
    <dgm:cxn modelId="{E53045D2-A4AF-42E5-B780-AD8F4024E8B7}" type="presParOf" srcId="{373FA861-DE83-4C88-A587-97402EA1DD3A}" destId="{A259DD57-433A-4F6B-B335-2B5B5F994B05}" srcOrd="1" destOrd="0" presId="urn:microsoft.com/office/officeart/2008/layout/HorizontalMultiLevelHierarchy"/>
    <dgm:cxn modelId="{B3A6AFEC-7EFE-4EAF-AF71-63CFA411AAD0}" type="presParOf" srcId="{A259DD57-433A-4F6B-B335-2B5B5F994B05}" destId="{1AFBD72E-1B56-4EED-8898-CD4E64AD8FE4}" srcOrd="0" destOrd="0" presId="urn:microsoft.com/office/officeart/2008/layout/HorizontalMultiLevelHierarchy"/>
    <dgm:cxn modelId="{287CECDC-3389-461B-AF52-3298BE30E015}" type="presParOf" srcId="{A259DD57-433A-4F6B-B335-2B5B5F994B05}" destId="{3A8BA039-3EE9-430A-BB41-84710781170B}" srcOrd="1" destOrd="0" presId="urn:microsoft.com/office/officeart/2008/layout/HorizontalMultiLevelHierarchy"/>
    <dgm:cxn modelId="{A2E6B906-1CA4-4611-A825-BB8252BC17F2}" type="presParOf" srcId="{3A8BA039-3EE9-430A-BB41-84710781170B}" destId="{005D03FB-04DE-4D2F-8C51-F1A03E25F847}" srcOrd="0" destOrd="0" presId="urn:microsoft.com/office/officeart/2008/layout/HorizontalMultiLevelHierarchy"/>
    <dgm:cxn modelId="{695C4D0C-B9B2-4180-BE20-553F28377954}" type="presParOf" srcId="{005D03FB-04DE-4D2F-8C51-F1A03E25F847}" destId="{B16D64B9-1EBC-4FAD-A9F3-082F1AB17958}" srcOrd="0" destOrd="0" presId="urn:microsoft.com/office/officeart/2008/layout/HorizontalMultiLevelHierarchy"/>
    <dgm:cxn modelId="{6F0DAF0E-CDEC-457D-9361-F90CD38DCDC2}" type="presParOf" srcId="{3A8BA039-3EE9-430A-BB41-84710781170B}" destId="{26C95EB8-DD84-40DD-A346-3528B8048A57}" srcOrd="1" destOrd="0" presId="urn:microsoft.com/office/officeart/2008/layout/HorizontalMultiLevelHierarchy"/>
    <dgm:cxn modelId="{3C467313-D8EE-43F6-A23B-B7AB3770E2E1}" type="presParOf" srcId="{26C95EB8-DD84-40DD-A346-3528B8048A57}" destId="{28C9EB2A-E24B-428D-9551-FCCD09B350C7}" srcOrd="0" destOrd="0" presId="urn:microsoft.com/office/officeart/2008/layout/HorizontalMultiLevelHierarchy"/>
    <dgm:cxn modelId="{BCCC84AA-6648-4579-AF36-B31D1E41ED64}" type="presParOf" srcId="{26C95EB8-DD84-40DD-A346-3528B8048A57}" destId="{79EA9291-4B78-4D0F-9547-A0933CB31ABB}" srcOrd="1" destOrd="0" presId="urn:microsoft.com/office/officeart/2008/layout/HorizontalMultiLevelHierarchy"/>
    <dgm:cxn modelId="{9E6BE567-42AC-435F-A081-053A8C59718C}" type="presParOf" srcId="{373FA861-DE83-4C88-A587-97402EA1DD3A}" destId="{2752DD7F-2517-4BC3-B5F2-5B983FED302D}" srcOrd="2" destOrd="0" presId="urn:microsoft.com/office/officeart/2008/layout/HorizontalMultiLevelHierarchy"/>
    <dgm:cxn modelId="{9BD47B5C-BD72-4909-B603-A1B74F3E2FB0}" type="presParOf" srcId="{2752DD7F-2517-4BC3-B5F2-5B983FED302D}" destId="{DC451985-07C4-44D8-916E-7F9B596188F4}" srcOrd="0" destOrd="0" presId="urn:microsoft.com/office/officeart/2008/layout/HorizontalMultiLevelHierarchy"/>
    <dgm:cxn modelId="{C0FBE828-7F7D-424A-A33A-D29D34E0F33E}" type="presParOf" srcId="{373FA861-DE83-4C88-A587-97402EA1DD3A}" destId="{4ED1AF48-056D-4947-95D4-6C474FA9C5DA}" srcOrd="3" destOrd="0" presId="urn:microsoft.com/office/officeart/2008/layout/HorizontalMultiLevelHierarchy"/>
    <dgm:cxn modelId="{11243809-A1D6-43FB-AF1F-7C11943617AD}" type="presParOf" srcId="{4ED1AF48-056D-4947-95D4-6C474FA9C5DA}" destId="{C480F608-E7C8-4945-BFFA-26881BE5A07F}" srcOrd="0" destOrd="0" presId="urn:microsoft.com/office/officeart/2008/layout/HorizontalMultiLevelHierarchy"/>
    <dgm:cxn modelId="{48AF05B3-0D65-4D92-BD51-7C6BA38DCDF8}" type="presParOf" srcId="{4ED1AF48-056D-4947-95D4-6C474FA9C5DA}" destId="{C1212B59-22E9-449E-B83F-4FCD14B3A4C6}" srcOrd="1" destOrd="0" presId="urn:microsoft.com/office/officeart/2008/layout/HorizontalMultiLevelHierarchy"/>
    <dgm:cxn modelId="{D711FC73-DD77-47DB-9A36-510BE130F7AF}" type="presParOf" srcId="{C1212B59-22E9-449E-B83F-4FCD14B3A4C6}" destId="{118265EA-6CA3-4BC4-AC2F-98E8A30B57DD}" srcOrd="0" destOrd="0" presId="urn:microsoft.com/office/officeart/2008/layout/HorizontalMultiLevelHierarchy"/>
    <dgm:cxn modelId="{6BA7C6B3-4BEE-4D62-9626-04786FB08255}" type="presParOf" srcId="{118265EA-6CA3-4BC4-AC2F-98E8A30B57DD}" destId="{EC4C40A5-5DE1-426E-B7E2-6C61634CC294}" srcOrd="0" destOrd="0" presId="urn:microsoft.com/office/officeart/2008/layout/HorizontalMultiLevelHierarchy"/>
    <dgm:cxn modelId="{B7122F64-2965-4335-ABE0-BDB717F7FC7A}" type="presParOf" srcId="{C1212B59-22E9-449E-B83F-4FCD14B3A4C6}" destId="{9ADEE319-3E8B-4E8D-B2AF-38D29012D951}" srcOrd="1" destOrd="0" presId="urn:microsoft.com/office/officeart/2008/layout/HorizontalMultiLevelHierarchy"/>
    <dgm:cxn modelId="{5743F8D9-B052-4348-BA5C-ABEB7849CC64}" type="presParOf" srcId="{9ADEE319-3E8B-4E8D-B2AF-38D29012D951}" destId="{BF282468-9673-4A24-B5A3-EC4487B68A8E}" srcOrd="0" destOrd="0" presId="urn:microsoft.com/office/officeart/2008/layout/HorizontalMultiLevelHierarchy"/>
    <dgm:cxn modelId="{CD16EE50-21B5-43C5-97EF-74D5AEBFFFAC}" type="presParOf" srcId="{9ADEE319-3E8B-4E8D-B2AF-38D29012D951}" destId="{88DDF640-B14D-43C2-8C08-2968C2106130}" srcOrd="1" destOrd="0" presId="urn:microsoft.com/office/officeart/2008/layout/HorizontalMultiLevelHierarchy"/>
    <dgm:cxn modelId="{A479433D-AF92-4964-B4DA-0B2C5C96CCCE}" type="presParOf" srcId="{C1212B59-22E9-449E-B83F-4FCD14B3A4C6}" destId="{2E770EF0-90D4-4CA8-9115-0D348C0BCCBA}" srcOrd="2" destOrd="0" presId="urn:microsoft.com/office/officeart/2008/layout/HorizontalMultiLevelHierarchy"/>
    <dgm:cxn modelId="{ADBC7E40-3D50-4B79-AA9A-44A8977D6217}" type="presParOf" srcId="{2E770EF0-90D4-4CA8-9115-0D348C0BCCBA}" destId="{5B7496CB-B597-48DD-BB26-DCBC351C7644}" srcOrd="0" destOrd="0" presId="urn:microsoft.com/office/officeart/2008/layout/HorizontalMultiLevelHierarchy"/>
    <dgm:cxn modelId="{C47C8B0F-C933-462A-99E0-52D46C59B4F1}" type="presParOf" srcId="{C1212B59-22E9-449E-B83F-4FCD14B3A4C6}" destId="{5A84E396-830A-4C64-BCC5-15A33BBA482D}" srcOrd="3" destOrd="0" presId="urn:microsoft.com/office/officeart/2008/layout/HorizontalMultiLevelHierarchy"/>
    <dgm:cxn modelId="{FBE588A3-C4D6-47E0-9071-ECBE675BDBD1}" type="presParOf" srcId="{5A84E396-830A-4C64-BCC5-15A33BBA482D}" destId="{D1BF5D92-80B5-4896-9833-E019F8B84AD0}" srcOrd="0" destOrd="0" presId="urn:microsoft.com/office/officeart/2008/layout/HorizontalMultiLevelHierarchy"/>
    <dgm:cxn modelId="{8C327D8C-4A40-4EC3-943B-56A079611A69}" type="presParOf" srcId="{5A84E396-830A-4C64-BCC5-15A33BBA482D}" destId="{C056A963-61D4-4C82-B71A-815DC2CF51F1}" srcOrd="1" destOrd="0" presId="urn:microsoft.com/office/officeart/2008/layout/HorizontalMultiLevelHierarchy"/>
    <dgm:cxn modelId="{CE9AB467-8753-4A25-AF76-38C67F0EA56C}" type="presParOf" srcId="{C056A963-61D4-4C82-B71A-815DC2CF51F1}" destId="{174CD767-57D3-4490-BDC8-786803748C18}" srcOrd="0" destOrd="0" presId="urn:microsoft.com/office/officeart/2008/layout/HorizontalMultiLevelHierarchy"/>
    <dgm:cxn modelId="{13A4ADA9-CFC0-40BC-A1FB-8F0F622F6085}" type="presParOf" srcId="{174CD767-57D3-4490-BDC8-786803748C18}" destId="{91F97565-FBA7-402E-9992-F6665C9BE76F}" srcOrd="0" destOrd="0" presId="urn:microsoft.com/office/officeart/2008/layout/HorizontalMultiLevelHierarchy"/>
    <dgm:cxn modelId="{27D76F1A-7971-4E1D-BE34-3D6334D9A92B}" type="presParOf" srcId="{C056A963-61D4-4C82-B71A-815DC2CF51F1}" destId="{FE98D311-5B88-40AB-BED8-5288369D78F5}" srcOrd="1" destOrd="0" presId="urn:microsoft.com/office/officeart/2008/layout/HorizontalMultiLevelHierarchy"/>
    <dgm:cxn modelId="{1CBA5E43-B1DE-429A-8E17-69D95BFEE538}" type="presParOf" srcId="{FE98D311-5B88-40AB-BED8-5288369D78F5}" destId="{8C5A3C91-1097-4135-86CC-0722E17D09B3}" srcOrd="0" destOrd="0" presId="urn:microsoft.com/office/officeart/2008/layout/HorizontalMultiLevelHierarchy"/>
    <dgm:cxn modelId="{ABE9E4E6-4C1B-4552-A8CF-60442B525B37}" type="presParOf" srcId="{FE98D311-5B88-40AB-BED8-5288369D78F5}" destId="{80C09693-E86E-42AB-8582-A88802F373FB}" srcOrd="1" destOrd="0" presId="urn:microsoft.com/office/officeart/2008/layout/HorizontalMultiLevelHierarchy"/>
    <dgm:cxn modelId="{C7D1C995-20DB-4BAA-A791-6186D587DED7}" type="presParOf" srcId="{80C09693-E86E-42AB-8582-A88802F373FB}" destId="{CAF82E34-67CF-4F63-8C0C-C3F11D72CA7A}" srcOrd="0" destOrd="0" presId="urn:microsoft.com/office/officeart/2008/layout/HorizontalMultiLevelHierarchy"/>
    <dgm:cxn modelId="{75ADA060-C95A-4EEA-833E-432D7B70D782}" type="presParOf" srcId="{CAF82E34-67CF-4F63-8C0C-C3F11D72CA7A}" destId="{87683763-5088-45BF-851D-489DEDAFD27E}" srcOrd="0" destOrd="0" presId="urn:microsoft.com/office/officeart/2008/layout/HorizontalMultiLevelHierarchy"/>
    <dgm:cxn modelId="{87146A36-AA96-4C1A-905A-698A425CEBCC}" type="presParOf" srcId="{80C09693-E86E-42AB-8582-A88802F373FB}" destId="{9C0D8137-F392-460B-AAE2-70059B2B2181}" srcOrd="1" destOrd="0" presId="urn:microsoft.com/office/officeart/2008/layout/HorizontalMultiLevelHierarchy"/>
    <dgm:cxn modelId="{5F938BC3-48E1-4577-9677-E98E663CE7EF}" type="presParOf" srcId="{9C0D8137-F392-460B-AAE2-70059B2B2181}" destId="{D72A9442-9A13-4DB0-A957-F89D53AAED5D}" srcOrd="0" destOrd="0" presId="urn:microsoft.com/office/officeart/2008/layout/HorizontalMultiLevelHierarchy"/>
    <dgm:cxn modelId="{820E4A35-8E3D-4893-906D-B132A05F928B}" type="presParOf" srcId="{9C0D8137-F392-460B-AAE2-70059B2B2181}" destId="{857EDC8C-96D9-4A79-B803-DB20FF99EBCE}" srcOrd="1" destOrd="0" presId="urn:microsoft.com/office/officeart/2008/layout/HorizontalMultiLevelHierarchy"/>
    <dgm:cxn modelId="{A79B0F7E-C53D-4144-B541-5AA871AA65A5}" type="presParOf" srcId="{80C09693-E86E-42AB-8582-A88802F373FB}" destId="{9018C097-DF1D-476D-AD1F-B35049963F2E}" srcOrd="2" destOrd="0" presId="urn:microsoft.com/office/officeart/2008/layout/HorizontalMultiLevelHierarchy"/>
    <dgm:cxn modelId="{D8E1D7D7-3841-481A-A511-9E865CA7AFEC}" type="presParOf" srcId="{9018C097-DF1D-476D-AD1F-B35049963F2E}" destId="{E6F7C1AD-5721-4420-83B4-701559D99D08}" srcOrd="0" destOrd="0" presId="urn:microsoft.com/office/officeart/2008/layout/HorizontalMultiLevelHierarchy"/>
    <dgm:cxn modelId="{46D6028C-321C-4A8F-ADEC-968C4EC7FF1E}" type="presParOf" srcId="{80C09693-E86E-42AB-8582-A88802F373FB}" destId="{52D38C11-2B3C-48F1-85D2-BB5909910E5E}" srcOrd="3" destOrd="0" presId="urn:microsoft.com/office/officeart/2008/layout/HorizontalMultiLevelHierarchy"/>
    <dgm:cxn modelId="{33B83BA7-93A2-4E49-908C-D3E1C2D1BDFC}" type="presParOf" srcId="{52D38C11-2B3C-48F1-85D2-BB5909910E5E}" destId="{D9B72231-559A-4953-A441-8ECEB2DF96F1}" srcOrd="0" destOrd="0" presId="urn:microsoft.com/office/officeart/2008/layout/HorizontalMultiLevelHierarchy"/>
    <dgm:cxn modelId="{07C83153-C194-4CDB-9529-F67AEC4EE860}" type="presParOf" srcId="{52D38C11-2B3C-48F1-85D2-BB5909910E5E}" destId="{C6F9604C-F333-4F7E-8F83-A7AE110322EF}" srcOrd="1" destOrd="0" presId="urn:microsoft.com/office/officeart/2008/layout/HorizontalMultiLevelHierarchy"/>
    <dgm:cxn modelId="{2EA0E0F0-11C7-4A8B-B73F-F164A8F776C1}" type="presParOf" srcId="{373FA861-DE83-4C88-A587-97402EA1DD3A}" destId="{32F29C24-2F90-4E88-A0A4-E6422C071F7E}" srcOrd="4" destOrd="0" presId="urn:microsoft.com/office/officeart/2008/layout/HorizontalMultiLevelHierarchy"/>
    <dgm:cxn modelId="{F80F52F0-E4FD-4767-94B8-84CFFDAD0000}" type="presParOf" srcId="{32F29C24-2F90-4E88-A0A4-E6422C071F7E}" destId="{427723D1-8B2B-489A-A8F1-BDFA2D985098}" srcOrd="0" destOrd="0" presId="urn:microsoft.com/office/officeart/2008/layout/HorizontalMultiLevelHierarchy"/>
    <dgm:cxn modelId="{964C3D37-149F-46FF-AF4D-AC1661072B73}" type="presParOf" srcId="{373FA861-DE83-4C88-A587-97402EA1DD3A}" destId="{E5D16997-A7F6-413C-860D-75B77721A284}" srcOrd="5" destOrd="0" presId="urn:microsoft.com/office/officeart/2008/layout/HorizontalMultiLevelHierarchy"/>
    <dgm:cxn modelId="{1DA10931-6155-49CC-91C3-535AC2D159A1}" type="presParOf" srcId="{E5D16997-A7F6-413C-860D-75B77721A284}" destId="{74640D85-4679-4A97-9687-6C7E665B3E05}" srcOrd="0" destOrd="0" presId="urn:microsoft.com/office/officeart/2008/layout/HorizontalMultiLevelHierarchy"/>
    <dgm:cxn modelId="{63AF254C-1817-481B-A1B3-19BE4C822D70}" type="presParOf" srcId="{E5D16997-A7F6-413C-860D-75B77721A284}" destId="{805E1C14-199D-455B-8562-534F3D688BE7}" srcOrd="1" destOrd="0" presId="urn:microsoft.com/office/officeart/2008/layout/HorizontalMultiLevelHierarchy"/>
    <dgm:cxn modelId="{C7308B61-C0B5-49D4-90E4-5A9149AF3D1E}" type="presParOf" srcId="{373FA861-DE83-4C88-A587-97402EA1DD3A}" destId="{ACBADD5B-4D3C-4B6C-A8AA-0C4D07071E61}" srcOrd="6" destOrd="0" presId="urn:microsoft.com/office/officeart/2008/layout/HorizontalMultiLevelHierarchy"/>
    <dgm:cxn modelId="{5878FB58-60E1-40FC-9C5C-CA1E9A186517}" type="presParOf" srcId="{ACBADD5B-4D3C-4B6C-A8AA-0C4D07071E61}" destId="{721D1C2D-A6BA-41A8-B1D3-098062EED5B1}" srcOrd="0" destOrd="0" presId="urn:microsoft.com/office/officeart/2008/layout/HorizontalMultiLevelHierarchy"/>
    <dgm:cxn modelId="{C9030EB4-8A03-465E-83B2-6363CEB54857}" type="presParOf" srcId="{373FA861-DE83-4C88-A587-97402EA1DD3A}" destId="{04D743A4-778B-4697-85EB-BC44B83FC390}" srcOrd="7" destOrd="0" presId="urn:microsoft.com/office/officeart/2008/layout/HorizontalMultiLevelHierarchy"/>
    <dgm:cxn modelId="{F7BBF754-7249-46A6-9932-5CC50C21251E}" type="presParOf" srcId="{04D743A4-778B-4697-85EB-BC44B83FC390}" destId="{CF7EC3B3-1D7D-4F9E-8679-771948894442}" srcOrd="0" destOrd="0" presId="urn:microsoft.com/office/officeart/2008/layout/HorizontalMultiLevelHierarchy"/>
    <dgm:cxn modelId="{3998EAF7-D177-4032-A129-875CBAEF6F55}" type="presParOf" srcId="{04D743A4-778B-4697-85EB-BC44B83FC390}" destId="{863CF261-3BDD-4E63-9996-77979DFA5A6F}" srcOrd="1" destOrd="0" presId="urn:microsoft.com/office/officeart/2008/layout/HorizontalMultiLevelHierarchy"/>
    <dgm:cxn modelId="{FAD76157-5DAB-4271-8223-658316313D35}" type="presParOf" srcId="{863CF261-3BDD-4E63-9996-77979DFA5A6F}" destId="{5FAE0879-779E-4E71-ABBC-22412B479E56}" srcOrd="0" destOrd="0" presId="urn:microsoft.com/office/officeart/2008/layout/HorizontalMultiLevelHierarchy"/>
    <dgm:cxn modelId="{8E882554-480F-4598-8C09-F0C4FDD38F3C}" type="presParOf" srcId="{5FAE0879-779E-4E71-ABBC-22412B479E56}" destId="{0F413B92-6537-4FB2-8999-89E17B011CB8}" srcOrd="0" destOrd="0" presId="urn:microsoft.com/office/officeart/2008/layout/HorizontalMultiLevelHierarchy"/>
    <dgm:cxn modelId="{A4982483-481B-41E5-806F-DE6640C0925A}" type="presParOf" srcId="{863CF261-3BDD-4E63-9996-77979DFA5A6F}" destId="{1B48477D-FE9A-4C9E-B236-F91130B0C71F}" srcOrd="1" destOrd="0" presId="urn:microsoft.com/office/officeart/2008/layout/HorizontalMultiLevelHierarchy"/>
    <dgm:cxn modelId="{A09AE424-E2CC-47E9-8BBF-792D82F6D4A6}" type="presParOf" srcId="{1B48477D-FE9A-4C9E-B236-F91130B0C71F}" destId="{991AA0F9-115C-4438-9D1C-53B631FB46F0}" srcOrd="0" destOrd="0" presId="urn:microsoft.com/office/officeart/2008/layout/HorizontalMultiLevelHierarchy"/>
    <dgm:cxn modelId="{A08E27E2-FE09-451F-AC90-7910C69EAAFF}" type="presParOf" srcId="{1B48477D-FE9A-4C9E-B236-F91130B0C71F}" destId="{9E8686FC-B1F9-4C30-8C05-22F374A41A64}" srcOrd="1" destOrd="0" presId="urn:microsoft.com/office/officeart/2008/layout/HorizontalMultiLevelHierarchy"/>
    <dgm:cxn modelId="{1F5B5B70-84F1-4D23-AC47-5FD67DE403A7}" type="presParOf" srcId="{863CF261-3BDD-4E63-9996-77979DFA5A6F}" destId="{7B31E049-F9F5-4D23-9E59-8C9CFFB35894}" srcOrd="2" destOrd="0" presId="urn:microsoft.com/office/officeart/2008/layout/HorizontalMultiLevelHierarchy"/>
    <dgm:cxn modelId="{19332B05-C15C-4AA4-9B9A-6A1DDA51245F}" type="presParOf" srcId="{7B31E049-F9F5-4D23-9E59-8C9CFFB35894}" destId="{270BAD4D-57FE-4A70-A580-C56A9F549AE7}" srcOrd="0" destOrd="0" presId="urn:microsoft.com/office/officeart/2008/layout/HorizontalMultiLevelHierarchy"/>
    <dgm:cxn modelId="{F4993A18-F1B2-4F36-8D3F-1E7D84E24C39}" type="presParOf" srcId="{863CF261-3BDD-4E63-9996-77979DFA5A6F}" destId="{27FF7070-1660-4B85-8C8E-4B95E53C1BE9}" srcOrd="3" destOrd="0" presId="urn:microsoft.com/office/officeart/2008/layout/HorizontalMultiLevelHierarchy"/>
    <dgm:cxn modelId="{DA890F20-4D30-43D2-AE3A-F3AC1CADE743}" type="presParOf" srcId="{27FF7070-1660-4B85-8C8E-4B95E53C1BE9}" destId="{D4B01E22-081B-4F4B-997C-D0FF90A806DE}" srcOrd="0" destOrd="0" presId="urn:microsoft.com/office/officeart/2008/layout/HorizontalMultiLevelHierarchy"/>
    <dgm:cxn modelId="{A0980E45-D169-451A-963D-E0AF13E96E8A}" type="presParOf" srcId="{27FF7070-1660-4B85-8C8E-4B95E53C1BE9}" destId="{DA03CD23-F005-46C1-B775-D41779E3CFA7}" srcOrd="1" destOrd="0" presId="urn:microsoft.com/office/officeart/2008/layout/HorizontalMultiLevelHierarchy"/>
    <dgm:cxn modelId="{18602573-BAB2-4617-BFE2-99945C66FA96}" type="presParOf" srcId="{373FA861-DE83-4C88-A587-97402EA1DD3A}" destId="{5308DBA2-7CA1-48E7-A13F-ED0DB02C3941}" srcOrd="8" destOrd="0" presId="urn:microsoft.com/office/officeart/2008/layout/HorizontalMultiLevelHierarchy"/>
    <dgm:cxn modelId="{951A57C7-4158-4F3F-8A16-C6ABC879CCF6}" type="presParOf" srcId="{5308DBA2-7CA1-48E7-A13F-ED0DB02C3941}" destId="{15EFA0A8-EB85-4776-9A20-2BB5A95DC9CA}" srcOrd="0" destOrd="0" presId="urn:microsoft.com/office/officeart/2008/layout/HorizontalMultiLevelHierarchy"/>
    <dgm:cxn modelId="{3A67F8EE-51D8-45A4-9833-A81CD5FF4A4C}" type="presParOf" srcId="{373FA861-DE83-4C88-A587-97402EA1DD3A}" destId="{A4903329-D914-4400-9387-0418667C0982}" srcOrd="9" destOrd="0" presId="urn:microsoft.com/office/officeart/2008/layout/HorizontalMultiLevelHierarchy"/>
    <dgm:cxn modelId="{DD8FF10D-7D2C-48F3-ABEB-FB235FFAA4B6}" type="presParOf" srcId="{A4903329-D914-4400-9387-0418667C0982}" destId="{A50B2C61-C414-4AD8-A20C-E258A84A1449}" srcOrd="0" destOrd="0" presId="urn:microsoft.com/office/officeart/2008/layout/HorizontalMultiLevelHierarchy"/>
    <dgm:cxn modelId="{141640C4-55D6-49F0-9C7B-D9145FE39608}" type="presParOf" srcId="{A4903329-D914-4400-9387-0418667C0982}" destId="{A3BD5D80-3F82-40FF-9A3C-709D4AAF4CE3}" srcOrd="1" destOrd="0" presId="urn:microsoft.com/office/officeart/2008/layout/HorizontalMultiLevelHierarchy"/>
    <dgm:cxn modelId="{55A03906-C016-4C21-BDAD-49E6ED176B75}" type="presParOf" srcId="{A3BD5D80-3F82-40FF-9A3C-709D4AAF4CE3}" destId="{EED6D895-B842-4090-9D2C-C7F05CEC095B}" srcOrd="0" destOrd="0" presId="urn:microsoft.com/office/officeart/2008/layout/HorizontalMultiLevelHierarchy"/>
    <dgm:cxn modelId="{02F2A11F-1E80-4C65-BA8D-944ED5204397}" type="presParOf" srcId="{EED6D895-B842-4090-9D2C-C7F05CEC095B}" destId="{D1C69832-909E-4924-BF4E-287C90B8AC42}" srcOrd="0" destOrd="0" presId="urn:microsoft.com/office/officeart/2008/layout/HorizontalMultiLevelHierarchy"/>
    <dgm:cxn modelId="{4C1A6694-3445-4316-BF46-7BEC6FC29C4C}" type="presParOf" srcId="{A3BD5D80-3F82-40FF-9A3C-709D4AAF4CE3}" destId="{0D983837-446F-4A14-BB64-D023A719D0C0}" srcOrd="1" destOrd="0" presId="urn:microsoft.com/office/officeart/2008/layout/HorizontalMultiLevelHierarchy"/>
    <dgm:cxn modelId="{5185F01F-E37E-4602-AE41-D706A54C9246}" type="presParOf" srcId="{0D983837-446F-4A14-BB64-D023A719D0C0}" destId="{A8177D1C-FD92-4668-9632-0E269573DE08}" srcOrd="0" destOrd="0" presId="urn:microsoft.com/office/officeart/2008/layout/HorizontalMultiLevelHierarchy"/>
    <dgm:cxn modelId="{FA012E4F-FF25-4163-8FFE-7680460502D3}" type="presParOf" srcId="{0D983837-446F-4A14-BB64-D023A719D0C0}" destId="{6562AB30-ED36-46F7-A0D5-184869908EDE}" srcOrd="1" destOrd="0" presId="urn:microsoft.com/office/officeart/2008/layout/HorizontalMultiLevelHierarchy"/>
    <dgm:cxn modelId="{7D3B2B10-A0D2-484E-B73C-E940230CF9AF}" type="presParOf" srcId="{6562AB30-ED36-46F7-A0D5-184869908EDE}" destId="{93A23D04-863F-41ED-8842-FF45118224DF}" srcOrd="0" destOrd="0" presId="urn:microsoft.com/office/officeart/2008/layout/HorizontalMultiLevelHierarchy"/>
    <dgm:cxn modelId="{23AB887C-A525-4E3F-B242-00E7AABCE318}" type="presParOf" srcId="{93A23D04-863F-41ED-8842-FF45118224DF}" destId="{6037498A-5A60-4B3B-8A12-F29517AC0FE7}" srcOrd="0" destOrd="0" presId="urn:microsoft.com/office/officeart/2008/layout/HorizontalMultiLevelHierarchy"/>
    <dgm:cxn modelId="{15A94DEC-C8EE-42D1-8DC8-2D360AEFF1A4}" type="presParOf" srcId="{6562AB30-ED36-46F7-A0D5-184869908EDE}" destId="{A452508C-8CA8-40B5-9105-8ECE090DF326}" srcOrd="1" destOrd="0" presId="urn:microsoft.com/office/officeart/2008/layout/HorizontalMultiLevelHierarchy"/>
    <dgm:cxn modelId="{CCA4DF24-27E1-4040-B39E-2642B860FA8B}" type="presParOf" srcId="{A452508C-8CA8-40B5-9105-8ECE090DF326}" destId="{12E9F049-0B3F-4F35-9CF7-AF35FB3D313C}" srcOrd="0" destOrd="0" presId="urn:microsoft.com/office/officeart/2008/layout/HorizontalMultiLevelHierarchy"/>
    <dgm:cxn modelId="{95FFCD4A-FF59-4AFD-95BB-270C55847F15}" type="presParOf" srcId="{A452508C-8CA8-40B5-9105-8ECE090DF326}" destId="{9FA72E20-B7EF-443E-B647-3CFD117622E3}" srcOrd="1" destOrd="0" presId="urn:microsoft.com/office/officeart/2008/layout/HorizontalMultiLevelHierarchy"/>
    <dgm:cxn modelId="{5795542D-7EC1-42A6-B93F-26F16611DCF5}" type="presParOf" srcId="{6562AB30-ED36-46F7-A0D5-184869908EDE}" destId="{C89AFB24-25F3-4756-B553-AA23D7D72E84}" srcOrd="2" destOrd="0" presId="urn:microsoft.com/office/officeart/2008/layout/HorizontalMultiLevelHierarchy"/>
    <dgm:cxn modelId="{19B1DDD0-9211-4D25-A3EF-5A735B5CDC24}" type="presParOf" srcId="{C89AFB24-25F3-4756-B553-AA23D7D72E84}" destId="{5CBF91AC-30EE-4772-B42E-ED5DCE887691}" srcOrd="0" destOrd="0" presId="urn:microsoft.com/office/officeart/2008/layout/HorizontalMultiLevelHierarchy"/>
    <dgm:cxn modelId="{151A9BAF-EEAB-4070-83B8-A88F118AA328}" type="presParOf" srcId="{6562AB30-ED36-46F7-A0D5-184869908EDE}" destId="{EA6321CA-1033-4C44-A42C-3BE21B6C4F0A}" srcOrd="3" destOrd="0" presId="urn:microsoft.com/office/officeart/2008/layout/HorizontalMultiLevelHierarchy"/>
    <dgm:cxn modelId="{96191BA6-5DE2-4C3D-8402-BA514E8108F3}" type="presParOf" srcId="{EA6321CA-1033-4C44-A42C-3BE21B6C4F0A}" destId="{105FA589-A711-4495-A185-9E07A6387873}" srcOrd="0" destOrd="0" presId="urn:microsoft.com/office/officeart/2008/layout/HorizontalMultiLevelHierarchy"/>
    <dgm:cxn modelId="{A0DEB802-CA21-4CF2-B6AF-AC3D1EC8518A}" type="presParOf" srcId="{EA6321CA-1033-4C44-A42C-3BE21B6C4F0A}" destId="{7BE50204-4D6C-402E-B1D6-C191CEE02C8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2D22A44-709C-4F3B-A370-A14C1B7F1B13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5F128A5-3F14-427F-B7FC-382C15E04599}">
      <dgm:prSet phldrT="[Text]"/>
      <dgm:spPr/>
      <dgm:t>
        <a:bodyPr/>
        <a:lstStyle/>
        <a:p>
          <a:r>
            <a:rPr lang="es-MX" dirty="0"/>
            <a:t>Hospedaje, alimentación, etc.</a:t>
          </a:r>
        </a:p>
      </dgm:t>
    </dgm:pt>
    <dgm:pt modelId="{9AD6EA14-C89E-40F8-A83D-B1C1336303D8}" type="parTrans" cxnId="{1E1AAB76-685B-4095-9EA7-4A35BD37DE4E}">
      <dgm:prSet/>
      <dgm:spPr/>
      <dgm:t>
        <a:bodyPr/>
        <a:lstStyle/>
        <a:p>
          <a:endParaRPr lang="es-MX"/>
        </a:p>
      </dgm:t>
    </dgm:pt>
    <dgm:pt modelId="{9FD06882-212B-4E97-A6B2-4BD2F846A5DB}" type="sibTrans" cxnId="{1E1AAB76-685B-4095-9EA7-4A35BD37DE4E}">
      <dgm:prSet/>
      <dgm:spPr/>
      <dgm:t>
        <a:bodyPr/>
        <a:lstStyle/>
        <a:p>
          <a:endParaRPr lang="es-MX"/>
        </a:p>
      </dgm:t>
    </dgm:pt>
    <dgm:pt modelId="{B4AFD970-CDD6-4210-9D8C-54025FD03EFE}">
      <dgm:prSet phldrT="[Text]" custT="1"/>
      <dgm:spPr/>
      <dgm:t>
        <a:bodyPr/>
        <a:lstStyle/>
        <a:p>
          <a:r>
            <a:rPr lang="es-MX" sz="2300" dirty="0"/>
            <a:t>Viajes y Viáticos</a:t>
          </a:r>
        </a:p>
        <a:p>
          <a:r>
            <a:rPr lang="es-MX" sz="1000" dirty="0"/>
            <a:t>LISR 28-V</a:t>
          </a:r>
        </a:p>
      </dgm:t>
    </dgm:pt>
    <dgm:pt modelId="{C842BF10-5C88-484D-864F-B105B20E552C}" type="parTrans" cxnId="{E1762F63-61C1-453F-A3A9-939BA6BF160E}">
      <dgm:prSet/>
      <dgm:spPr/>
      <dgm:t>
        <a:bodyPr/>
        <a:lstStyle/>
        <a:p>
          <a:endParaRPr lang="es-MX"/>
        </a:p>
      </dgm:t>
    </dgm:pt>
    <dgm:pt modelId="{8BD5B8BF-42CE-42E5-9024-2D4E2F3630CF}" type="sibTrans" cxnId="{E1762F63-61C1-453F-A3A9-939BA6BF160E}">
      <dgm:prSet/>
      <dgm:spPr/>
      <dgm:t>
        <a:bodyPr/>
        <a:lstStyle/>
        <a:p>
          <a:endParaRPr lang="es-MX"/>
        </a:p>
      </dgm:t>
    </dgm:pt>
    <dgm:pt modelId="{A7D661F4-0875-4392-A924-E34FBC77DBD6}">
      <dgm:prSet phldrT="[Text]"/>
      <dgm:spPr/>
      <dgm:t>
        <a:bodyPr/>
        <a:lstStyle/>
        <a:p>
          <a:r>
            <a:rPr lang="es-MX" dirty="0"/>
            <a:t>Gastos Locales</a:t>
          </a:r>
        </a:p>
      </dgm:t>
    </dgm:pt>
    <dgm:pt modelId="{4C330C82-C4BA-4F46-9D29-1A8A5122440E}" type="parTrans" cxnId="{FA0F40DF-D3D3-4DD9-8959-415038EAEC14}">
      <dgm:prSet/>
      <dgm:spPr/>
      <dgm:t>
        <a:bodyPr/>
        <a:lstStyle/>
        <a:p>
          <a:endParaRPr lang="es-MX"/>
        </a:p>
      </dgm:t>
    </dgm:pt>
    <dgm:pt modelId="{CA87C2DA-213C-4187-AB87-4DBA7F12787B}" type="sibTrans" cxnId="{FA0F40DF-D3D3-4DD9-8959-415038EAEC14}">
      <dgm:prSet/>
      <dgm:spPr/>
      <dgm:t>
        <a:bodyPr/>
        <a:lstStyle/>
        <a:p>
          <a:endParaRPr lang="es-MX"/>
        </a:p>
      </dgm:t>
    </dgm:pt>
    <dgm:pt modelId="{6A35CF30-F9E0-49C4-9C90-DB9E5DCA6666}">
      <dgm:prSet/>
      <dgm:spPr/>
      <dgm:t>
        <a:bodyPr/>
        <a:lstStyle/>
        <a:p>
          <a:r>
            <a:rPr lang="es-MX" dirty="0"/>
            <a:t>Faja mayor a 50 km</a:t>
          </a:r>
        </a:p>
      </dgm:t>
    </dgm:pt>
    <dgm:pt modelId="{6489CBFD-D440-4083-84A7-11B970CDAFC3}" type="parTrans" cxnId="{9618D681-83EB-425B-B36E-3CDD88D301D5}">
      <dgm:prSet/>
      <dgm:spPr/>
      <dgm:t>
        <a:bodyPr/>
        <a:lstStyle/>
        <a:p>
          <a:endParaRPr lang="es-MX"/>
        </a:p>
      </dgm:t>
    </dgm:pt>
    <dgm:pt modelId="{EAED2DC3-A000-4FEE-985E-D2F4C3610FBE}" type="sibTrans" cxnId="{9618D681-83EB-425B-B36E-3CDD88D301D5}">
      <dgm:prSet/>
      <dgm:spPr/>
      <dgm:t>
        <a:bodyPr/>
        <a:lstStyle/>
        <a:p>
          <a:endParaRPr lang="es-MX"/>
        </a:p>
      </dgm:t>
    </dgm:pt>
    <dgm:pt modelId="{DEDF3D85-3D85-4B1A-BDF8-F34912F0D95F}" type="pres">
      <dgm:prSet presAssocID="{32D22A44-709C-4F3B-A370-A14C1B7F1B13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7A08D37-9603-4048-BD63-7F0492431582}" type="pres">
      <dgm:prSet presAssocID="{75F128A5-3F14-427F-B7FC-382C15E04599}" presName="root1" presStyleCnt="0"/>
      <dgm:spPr/>
    </dgm:pt>
    <dgm:pt modelId="{234993EC-15DD-4431-85A1-2B9DBA24A21F}" type="pres">
      <dgm:prSet presAssocID="{75F128A5-3F14-427F-B7FC-382C15E04599}" presName="LevelOneTextNode" presStyleLbl="node0" presStyleIdx="0" presStyleCnt="1">
        <dgm:presLayoutVars>
          <dgm:chPref val="3"/>
        </dgm:presLayoutVars>
      </dgm:prSet>
      <dgm:spPr/>
    </dgm:pt>
    <dgm:pt modelId="{5E5382B3-9CED-4CB1-BEAC-1D050D9AB6EC}" type="pres">
      <dgm:prSet presAssocID="{75F128A5-3F14-427F-B7FC-382C15E04599}" presName="level2hierChild" presStyleCnt="0"/>
      <dgm:spPr/>
    </dgm:pt>
    <dgm:pt modelId="{6720F437-BB02-45AA-841A-CF516800E2F6}" type="pres">
      <dgm:prSet presAssocID="{C842BF10-5C88-484D-864F-B105B20E552C}" presName="conn2-1" presStyleLbl="parChTrans1D2" presStyleIdx="0" presStyleCnt="2"/>
      <dgm:spPr/>
    </dgm:pt>
    <dgm:pt modelId="{2C296A98-5328-40ED-B805-2A89EA3F2401}" type="pres">
      <dgm:prSet presAssocID="{C842BF10-5C88-484D-864F-B105B20E552C}" presName="connTx" presStyleLbl="parChTrans1D2" presStyleIdx="0" presStyleCnt="2"/>
      <dgm:spPr/>
    </dgm:pt>
    <dgm:pt modelId="{3BFB11CD-EFE7-4B75-A676-F5D6E2223B5D}" type="pres">
      <dgm:prSet presAssocID="{B4AFD970-CDD6-4210-9D8C-54025FD03EFE}" presName="root2" presStyleCnt="0"/>
      <dgm:spPr/>
    </dgm:pt>
    <dgm:pt modelId="{5B4EAE11-5268-4F86-9249-6E2D786306F8}" type="pres">
      <dgm:prSet presAssocID="{B4AFD970-CDD6-4210-9D8C-54025FD03EFE}" presName="LevelTwoTextNode" presStyleLbl="node2" presStyleIdx="0" presStyleCnt="2">
        <dgm:presLayoutVars>
          <dgm:chPref val="3"/>
        </dgm:presLayoutVars>
      </dgm:prSet>
      <dgm:spPr/>
    </dgm:pt>
    <dgm:pt modelId="{95E34006-714B-44FB-B139-4FEB342041F8}" type="pres">
      <dgm:prSet presAssocID="{B4AFD970-CDD6-4210-9D8C-54025FD03EFE}" presName="level3hierChild" presStyleCnt="0"/>
      <dgm:spPr/>
    </dgm:pt>
    <dgm:pt modelId="{9791333C-D930-42FC-8E03-0CCA1246934E}" type="pres">
      <dgm:prSet presAssocID="{6489CBFD-D440-4083-84A7-11B970CDAFC3}" presName="conn2-1" presStyleLbl="parChTrans1D3" presStyleIdx="0" presStyleCnt="1"/>
      <dgm:spPr/>
    </dgm:pt>
    <dgm:pt modelId="{D3124677-FB31-401A-A360-9B46F294C56E}" type="pres">
      <dgm:prSet presAssocID="{6489CBFD-D440-4083-84A7-11B970CDAFC3}" presName="connTx" presStyleLbl="parChTrans1D3" presStyleIdx="0" presStyleCnt="1"/>
      <dgm:spPr/>
    </dgm:pt>
    <dgm:pt modelId="{ACEE3446-2018-45D7-AA94-7DAD4BCA7429}" type="pres">
      <dgm:prSet presAssocID="{6A35CF30-F9E0-49C4-9C90-DB9E5DCA6666}" presName="root2" presStyleCnt="0"/>
      <dgm:spPr/>
    </dgm:pt>
    <dgm:pt modelId="{CAB1C53C-7EDA-4BA9-86CE-74D78538D80B}" type="pres">
      <dgm:prSet presAssocID="{6A35CF30-F9E0-49C4-9C90-DB9E5DCA6666}" presName="LevelTwoTextNode" presStyleLbl="node3" presStyleIdx="0" presStyleCnt="1">
        <dgm:presLayoutVars>
          <dgm:chPref val="3"/>
        </dgm:presLayoutVars>
      </dgm:prSet>
      <dgm:spPr/>
    </dgm:pt>
    <dgm:pt modelId="{7E245D7A-0A18-413B-9C71-E4EFF32F90A8}" type="pres">
      <dgm:prSet presAssocID="{6A35CF30-F9E0-49C4-9C90-DB9E5DCA6666}" presName="level3hierChild" presStyleCnt="0"/>
      <dgm:spPr/>
    </dgm:pt>
    <dgm:pt modelId="{2DDBF681-C8B3-403A-AEA8-09232CBCC3D5}" type="pres">
      <dgm:prSet presAssocID="{4C330C82-C4BA-4F46-9D29-1A8A5122440E}" presName="conn2-1" presStyleLbl="parChTrans1D2" presStyleIdx="1" presStyleCnt="2"/>
      <dgm:spPr/>
    </dgm:pt>
    <dgm:pt modelId="{F2E3A19D-6796-438F-A637-6BCD416C9BC7}" type="pres">
      <dgm:prSet presAssocID="{4C330C82-C4BA-4F46-9D29-1A8A5122440E}" presName="connTx" presStyleLbl="parChTrans1D2" presStyleIdx="1" presStyleCnt="2"/>
      <dgm:spPr/>
    </dgm:pt>
    <dgm:pt modelId="{978051B7-8D4D-4E41-8969-2673A7C3DF15}" type="pres">
      <dgm:prSet presAssocID="{A7D661F4-0875-4392-A924-E34FBC77DBD6}" presName="root2" presStyleCnt="0"/>
      <dgm:spPr/>
    </dgm:pt>
    <dgm:pt modelId="{D94A2879-DBEC-40BC-84BF-1675011AD14A}" type="pres">
      <dgm:prSet presAssocID="{A7D661F4-0875-4392-A924-E34FBC77DBD6}" presName="LevelTwoTextNode" presStyleLbl="node2" presStyleIdx="1" presStyleCnt="2">
        <dgm:presLayoutVars>
          <dgm:chPref val="3"/>
        </dgm:presLayoutVars>
      </dgm:prSet>
      <dgm:spPr/>
    </dgm:pt>
    <dgm:pt modelId="{1762E8F3-6ABD-4E3A-A0AD-2C1AB5450003}" type="pres">
      <dgm:prSet presAssocID="{A7D661F4-0875-4392-A924-E34FBC77DBD6}" presName="level3hierChild" presStyleCnt="0"/>
      <dgm:spPr/>
    </dgm:pt>
  </dgm:ptLst>
  <dgm:cxnLst>
    <dgm:cxn modelId="{63343B15-2ED7-44BD-A3BC-347FFF4856DF}" type="presOf" srcId="{6A35CF30-F9E0-49C4-9C90-DB9E5DCA6666}" destId="{CAB1C53C-7EDA-4BA9-86CE-74D78538D80B}" srcOrd="0" destOrd="0" presId="urn:microsoft.com/office/officeart/2008/layout/HorizontalMultiLevelHierarchy"/>
    <dgm:cxn modelId="{53ADE724-875A-4109-9CA2-1D8AEB66889A}" type="presOf" srcId="{4C330C82-C4BA-4F46-9D29-1A8A5122440E}" destId="{F2E3A19D-6796-438F-A637-6BCD416C9BC7}" srcOrd="1" destOrd="0" presId="urn:microsoft.com/office/officeart/2008/layout/HorizontalMultiLevelHierarchy"/>
    <dgm:cxn modelId="{F59CB03C-DC68-4D4D-B1A2-147F129BE962}" type="presOf" srcId="{75F128A5-3F14-427F-B7FC-382C15E04599}" destId="{234993EC-15DD-4431-85A1-2B9DBA24A21F}" srcOrd="0" destOrd="0" presId="urn:microsoft.com/office/officeart/2008/layout/HorizontalMultiLevelHierarchy"/>
    <dgm:cxn modelId="{20AC235F-FE21-47CE-ACF0-BAC5B2D50A14}" type="presOf" srcId="{A7D661F4-0875-4392-A924-E34FBC77DBD6}" destId="{D94A2879-DBEC-40BC-84BF-1675011AD14A}" srcOrd="0" destOrd="0" presId="urn:microsoft.com/office/officeart/2008/layout/HorizontalMultiLevelHierarchy"/>
    <dgm:cxn modelId="{E1762F63-61C1-453F-A3A9-939BA6BF160E}" srcId="{75F128A5-3F14-427F-B7FC-382C15E04599}" destId="{B4AFD970-CDD6-4210-9D8C-54025FD03EFE}" srcOrd="0" destOrd="0" parTransId="{C842BF10-5C88-484D-864F-B105B20E552C}" sibTransId="{8BD5B8BF-42CE-42E5-9024-2D4E2F3630CF}"/>
    <dgm:cxn modelId="{1E1AAB76-685B-4095-9EA7-4A35BD37DE4E}" srcId="{32D22A44-709C-4F3B-A370-A14C1B7F1B13}" destId="{75F128A5-3F14-427F-B7FC-382C15E04599}" srcOrd="0" destOrd="0" parTransId="{9AD6EA14-C89E-40F8-A83D-B1C1336303D8}" sibTransId="{9FD06882-212B-4E97-A6B2-4BD2F846A5DB}"/>
    <dgm:cxn modelId="{9618D681-83EB-425B-B36E-3CDD88D301D5}" srcId="{B4AFD970-CDD6-4210-9D8C-54025FD03EFE}" destId="{6A35CF30-F9E0-49C4-9C90-DB9E5DCA6666}" srcOrd="0" destOrd="0" parTransId="{6489CBFD-D440-4083-84A7-11B970CDAFC3}" sibTransId="{EAED2DC3-A000-4FEE-985E-D2F4C3610FBE}"/>
    <dgm:cxn modelId="{4D336A93-5743-4340-AE5E-FC1B44FA8B0E}" type="presOf" srcId="{4C330C82-C4BA-4F46-9D29-1A8A5122440E}" destId="{2DDBF681-C8B3-403A-AEA8-09232CBCC3D5}" srcOrd="0" destOrd="0" presId="urn:microsoft.com/office/officeart/2008/layout/HorizontalMultiLevelHierarchy"/>
    <dgm:cxn modelId="{C245AC93-DF13-4CB1-A6F0-B5FBDF9AD6A5}" type="presOf" srcId="{6489CBFD-D440-4083-84A7-11B970CDAFC3}" destId="{9791333C-D930-42FC-8E03-0CCA1246934E}" srcOrd="0" destOrd="0" presId="urn:microsoft.com/office/officeart/2008/layout/HorizontalMultiLevelHierarchy"/>
    <dgm:cxn modelId="{8189E6D1-CF29-4236-8508-C9103D15DD45}" type="presOf" srcId="{C842BF10-5C88-484D-864F-B105B20E552C}" destId="{2C296A98-5328-40ED-B805-2A89EA3F2401}" srcOrd="1" destOrd="0" presId="urn:microsoft.com/office/officeart/2008/layout/HorizontalMultiLevelHierarchy"/>
    <dgm:cxn modelId="{FA0F40DF-D3D3-4DD9-8959-415038EAEC14}" srcId="{75F128A5-3F14-427F-B7FC-382C15E04599}" destId="{A7D661F4-0875-4392-A924-E34FBC77DBD6}" srcOrd="1" destOrd="0" parTransId="{4C330C82-C4BA-4F46-9D29-1A8A5122440E}" sibTransId="{CA87C2DA-213C-4187-AB87-4DBA7F12787B}"/>
    <dgm:cxn modelId="{23020DF0-18C7-445D-BDD1-36716432B74B}" type="presOf" srcId="{B4AFD970-CDD6-4210-9D8C-54025FD03EFE}" destId="{5B4EAE11-5268-4F86-9249-6E2D786306F8}" srcOrd="0" destOrd="0" presId="urn:microsoft.com/office/officeart/2008/layout/HorizontalMultiLevelHierarchy"/>
    <dgm:cxn modelId="{C34D29F1-E59F-4A73-BB8B-701A99FDF0BC}" type="presOf" srcId="{C842BF10-5C88-484D-864F-B105B20E552C}" destId="{6720F437-BB02-45AA-841A-CF516800E2F6}" srcOrd="0" destOrd="0" presId="urn:microsoft.com/office/officeart/2008/layout/HorizontalMultiLevelHierarchy"/>
    <dgm:cxn modelId="{405C24F5-4729-45C9-BA35-2F881A191CED}" type="presOf" srcId="{6489CBFD-D440-4083-84A7-11B970CDAFC3}" destId="{D3124677-FB31-401A-A360-9B46F294C56E}" srcOrd="1" destOrd="0" presId="urn:microsoft.com/office/officeart/2008/layout/HorizontalMultiLevelHierarchy"/>
    <dgm:cxn modelId="{4E5FFEF9-EE0C-40C0-8076-84EA5CF20DF3}" type="presOf" srcId="{32D22A44-709C-4F3B-A370-A14C1B7F1B13}" destId="{DEDF3D85-3D85-4B1A-BDF8-F34912F0D95F}" srcOrd="0" destOrd="0" presId="urn:microsoft.com/office/officeart/2008/layout/HorizontalMultiLevelHierarchy"/>
    <dgm:cxn modelId="{B1A7793C-1364-41C8-B90C-20D7B9508EBB}" type="presParOf" srcId="{DEDF3D85-3D85-4B1A-BDF8-F34912F0D95F}" destId="{77A08D37-9603-4048-BD63-7F0492431582}" srcOrd="0" destOrd="0" presId="urn:microsoft.com/office/officeart/2008/layout/HorizontalMultiLevelHierarchy"/>
    <dgm:cxn modelId="{6A344BA0-C6CF-4B5B-BC0B-255BD27A3AD8}" type="presParOf" srcId="{77A08D37-9603-4048-BD63-7F0492431582}" destId="{234993EC-15DD-4431-85A1-2B9DBA24A21F}" srcOrd="0" destOrd="0" presId="urn:microsoft.com/office/officeart/2008/layout/HorizontalMultiLevelHierarchy"/>
    <dgm:cxn modelId="{D8973758-97C2-429F-A639-9AEE9F488D91}" type="presParOf" srcId="{77A08D37-9603-4048-BD63-7F0492431582}" destId="{5E5382B3-9CED-4CB1-BEAC-1D050D9AB6EC}" srcOrd="1" destOrd="0" presId="urn:microsoft.com/office/officeart/2008/layout/HorizontalMultiLevelHierarchy"/>
    <dgm:cxn modelId="{0B9AD7AC-FEEC-4A73-B72B-85561B1F94DE}" type="presParOf" srcId="{5E5382B3-9CED-4CB1-BEAC-1D050D9AB6EC}" destId="{6720F437-BB02-45AA-841A-CF516800E2F6}" srcOrd="0" destOrd="0" presId="urn:microsoft.com/office/officeart/2008/layout/HorizontalMultiLevelHierarchy"/>
    <dgm:cxn modelId="{E29E69BD-A41B-4E49-B691-16BAFC5E9881}" type="presParOf" srcId="{6720F437-BB02-45AA-841A-CF516800E2F6}" destId="{2C296A98-5328-40ED-B805-2A89EA3F2401}" srcOrd="0" destOrd="0" presId="urn:microsoft.com/office/officeart/2008/layout/HorizontalMultiLevelHierarchy"/>
    <dgm:cxn modelId="{73B399BE-9B1D-47EC-87AB-1784521E9EA1}" type="presParOf" srcId="{5E5382B3-9CED-4CB1-BEAC-1D050D9AB6EC}" destId="{3BFB11CD-EFE7-4B75-A676-F5D6E2223B5D}" srcOrd="1" destOrd="0" presId="urn:microsoft.com/office/officeart/2008/layout/HorizontalMultiLevelHierarchy"/>
    <dgm:cxn modelId="{CBE01654-9FCC-4A98-BEE5-DB810E1DBE52}" type="presParOf" srcId="{3BFB11CD-EFE7-4B75-A676-F5D6E2223B5D}" destId="{5B4EAE11-5268-4F86-9249-6E2D786306F8}" srcOrd="0" destOrd="0" presId="urn:microsoft.com/office/officeart/2008/layout/HorizontalMultiLevelHierarchy"/>
    <dgm:cxn modelId="{390FE7C1-C053-4AB3-BD9D-7B2EEC0C692D}" type="presParOf" srcId="{3BFB11CD-EFE7-4B75-A676-F5D6E2223B5D}" destId="{95E34006-714B-44FB-B139-4FEB342041F8}" srcOrd="1" destOrd="0" presId="urn:microsoft.com/office/officeart/2008/layout/HorizontalMultiLevelHierarchy"/>
    <dgm:cxn modelId="{20EA52CC-4774-40D7-B769-632347811D77}" type="presParOf" srcId="{95E34006-714B-44FB-B139-4FEB342041F8}" destId="{9791333C-D930-42FC-8E03-0CCA1246934E}" srcOrd="0" destOrd="0" presId="urn:microsoft.com/office/officeart/2008/layout/HorizontalMultiLevelHierarchy"/>
    <dgm:cxn modelId="{D40392E8-B7EB-477E-991B-02EB162E5524}" type="presParOf" srcId="{9791333C-D930-42FC-8E03-0CCA1246934E}" destId="{D3124677-FB31-401A-A360-9B46F294C56E}" srcOrd="0" destOrd="0" presId="urn:microsoft.com/office/officeart/2008/layout/HorizontalMultiLevelHierarchy"/>
    <dgm:cxn modelId="{A5964ADF-2A4B-4CE3-AEF0-BFC40AC232A8}" type="presParOf" srcId="{95E34006-714B-44FB-B139-4FEB342041F8}" destId="{ACEE3446-2018-45D7-AA94-7DAD4BCA7429}" srcOrd="1" destOrd="0" presId="urn:microsoft.com/office/officeart/2008/layout/HorizontalMultiLevelHierarchy"/>
    <dgm:cxn modelId="{816851B1-68EF-41BA-8207-40395EFA6305}" type="presParOf" srcId="{ACEE3446-2018-45D7-AA94-7DAD4BCA7429}" destId="{CAB1C53C-7EDA-4BA9-86CE-74D78538D80B}" srcOrd="0" destOrd="0" presId="urn:microsoft.com/office/officeart/2008/layout/HorizontalMultiLevelHierarchy"/>
    <dgm:cxn modelId="{77974B37-FA89-4E13-B835-278AFA88A2CC}" type="presParOf" srcId="{ACEE3446-2018-45D7-AA94-7DAD4BCA7429}" destId="{7E245D7A-0A18-413B-9C71-E4EFF32F90A8}" srcOrd="1" destOrd="0" presId="urn:microsoft.com/office/officeart/2008/layout/HorizontalMultiLevelHierarchy"/>
    <dgm:cxn modelId="{7A7FE8B0-E3F8-46DA-A478-0309D3BA50AB}" type="presParOf" srcId="{5E5382B3-9CED-4CB1-BEAC-1D050D9AB6EC}" destId="{2DDBF681-C8B3-403A-AEA8-09232CBCC3D5}" srcOrd="2" destOrd="0" presId="urn:microsoft.com/office/officeart/2008/layout/HorizontalMultiLevelHierarchy"/>
    <dgm:cxn modelId="{BBD6C4F0-8BBC-4ECC-AF81-0F43DCF1D6D8}" type="presParOf" srcId="{2DDBF681-C8B3-403A-AEA8-09232CBCC3D5}" destId="{F2E3A19D-6796-438F-A637-6BCD416C9BC7}" srcOrd="0" destOrd="0" presId="urn:microsoft.com/office/officeart/2008/layout/HorizontalMultiLevelHierarchy"/>
    <dgm:cxn modelId="{E1EA392F-F016-43BD-86E4-76458A618776}" type="presParOf" srcId="{5E5382B3-9CED-4CB1-BEAC-1D050D9AB6EC}" destId="{978051B7-8D4D-4E41-8969-2673A7C3DF15}" srcOrd="3" destOrd="0" presId="urn:microsoft.com/office/officeart/2008/layout/HorizontalMultiLevelHierarchy"/>
    <dgm:cxn modelId="{69B8180A-B128-4C5D-BBCC-8E3258162909}" type="presParOf" srcId="{978051B7-8D4D-4E41-8969-2673A7C3DF15}" destId="{D94A2879-DBEC-40BC-84BF-1675011AD14A}" srcOrd="0" destOrd="0" presId="urn:microsoft.com/office/officeart/2008/layout/HorizontalMultiLevelHierarchy"/>
    <dgm:cxn modelId="{ECBDB63C-1FAB-4C70-BD91-9FC00290840D}" type="presParOf" srcId="{978051B7-8D4D-4E41-8969-2673A7C3DF15}" destId="{1762E8F3-6ABD-4E3A-A0AD-2C1AB5450003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0A29980-0D6B-4CBC-92A4-6A5DCEABF2F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36F181B-E00B-4516-AAB9-6A194756D5BF}">
      <dgm:prSet phldrT="[Text]" custT="1"/>
      <dgm:spPr/>
      <dgm:t>
        <a:bodyPr/>
        <a:lstStyle/>
        <a:p>
          <a:r>
            <a:rPr lang="es-MX" sz="1400" dirty="0"/>
            <a:t>Viajes y Viáticos</a:t>
          </a:r>
        </a:p>
        <a:p>
          <a:r>
            <a:rPr lang="es-MX" sz="1000" dirty="0"/>
            <a:t>LISR 28-V</a:t>
          </a:r>
        </a:p>
      </dgm:t>
    </dgm:pt>
    <dgm:pt modelId="{CA38E3B8-354B-475A-99C4-F5D138EAA4FD}" type="parTrans" cxnId="{CC71B66A-EE86-405D-A4C7-58AA6A6E03C1}">
      <dgm:prSet/>
      <dgm:spPr/>
      <dgm:t>
        <a:bodyPr/>
        <a:lstStyle/>
        <a:p>
          <a:endParaRPr lang="es-MX"/>
        </a:p>
      </dgm:t>
    </dgm:pt>
    <dgm:pt modelId="{38C4EC27-38FE-48BA-B4EE-4CBBCD24418E}" type="sibTrans" cxnId="{CC71B66A-EE86-405D-A4C7-58AA6A6E03C1}">
      <dgm:prSet/>
      <dgm:spPr/>
      <dgm:t>
        <a:bodyPr/>
        <a:lstStyle/>
        <a:p>
          <a:endParaRPr lang="es-MX"/>
        </a:p>
      </dgm:t>
    </dgm:pt>
    <dgm:pt modelId="{9C542813-7157-4CEB-B391-D529FF0B77F5}">
      <dgm:prSet phldrT="[Text]"/>
      <dgm:spPr/>
      <dgm:t>
        <a:bodyPr/>
        <a:lstStyle/>
        <a:p>
          <a:r>
            <a:rPr lang="es-MX" dirty="0"/>
            <a:t>Faja mayor a 50 km</a:t>
          </a:r>
        </a:p>
      </dgm:t>
    </dgm:pt>
    <dgm:pt modelId="{3A7D01F7-6F87-4D94-AF3D-1C42248F4D4F}" type="parTrans" cxnId="{5B56A5F9-06CA-4EBC-93E6-1409ACED919F}">
      <dgm:prSet/>
      <dgm:spPr/>
      <dgm:t>
        <a:bodyPr/>
        <a:lstStyle/>
        <a:p>
          <a:endParaRPr lang="es-MX"/>
        </a:p>
      </dgm:t>
    </dgm:pt>
    <dgm:pt modelId="{74D6874A-1CA7-418D-BF3A-60257097E642}" type="sibTrans" cxnId="{5B56A5F9-06CA-4EBC-93E6-1409ACED919F}">
      <dgm:prSet/>
      <dgm:spPr/>
      <dgm:t>
        <a:bodyPr/>
        <a:lstStyle/>
        <a:p>
          <a:endParaRPr lang="es-MX"/>
        </a:p>
      </dgm:t>
    </dgm:pt>
    <dgm:pt modelId="{4F3848EE-EF18-4D6B-BCAC-C0EBEF427B09}">
      <dgm:prSet phldrT="[Text]"/>
      <dgm:spPr/>
      <dgm:t>
        <a:bodyPr/>
        <a:lstStyle/>
        <a:p>
          <a:r>
            <a:rPr lang="es-MX" dirty="0"/>
            <a:t>Relación Laboral</a:t>
          </a:r>
        </a:p>
      </dgm:t>
    </dgm:pt>
    <dgm:pt modelId="{7373119B-735F-44F5-B206-C618CA3DCBFC}" type="parTrans" cxnId="{C65268FF-3389-4BC5-9606-5EBC0D43EAB9}">
      <dgm:prSet/>
      <dgm:spPr/>
      <dgm:t>
        <a:bodyPr/>
        <a:lstStyle/>
        <a:p>
          <a:endParaRPr lang="es-MX"/>
        </a:p>
      </dgm:t>
    </dgm:pt>
    <dgm:pt modelId="{AF9EA491-0C71-4324-AE69-E185D1BA5164}" type="sibTrans" cxnId="{C65268FF-3389-4BC5-9606-5EBC0D43EAB9}">
      <dgm:prSet/>
      <dgm:spPr/>
      <dgm:t>
        <a:bodyPr/>
        <a:lstStyle/>
        <a:p>
          <a:endParaRPr lang="es-MX"/>
        </a:p>
      </dgm:t>
    </dgm:pt>
    <dgm:pt modelId="{021FC967-6AD2-453E-AE28-64DF26759716}">
      <dgm:prSet phldrT="[Text]"/>
      <dgm:spPr/>
      <dgm:t>
        <a:bodyPr/>
        <a:lstStyle/>
        <a:p>
          <a:r>
            <a:rPr lang="es-MX" dirty="0"/>
            <a:t>Servicios Independientes</a:t>
          </a:r>
        </a:p>
      </dgm:t>
    </dgm:pt>
    <dgm:pt modelId="{68C5262D-8FF0-46EC-885A-9414F139237D}" type="parTrans" cxnId="{DD88989C-6318-442A-ABAF-E75ADD3BCCCC}">
      <dgm:prSet/>
      <dgm:spPr/>
      <dgm:t>
        <a:bodyPr/>
        <a:lstStyle/>
        <a:p>
          <a:endParaRPr lang="es-MX"/>
        </a:p>
      </dgm:t>
    </dgm:pt>
    <dgm:pt modelId="{E9B28CC6-60A9-4F20-8158-D01B071CE920}" type="sibTrans" cxnId="{DD88989C-6318-442A-ABAF-E75ADD3BCCCC}">
      <dgm:prSet/>
      <dgm:spPr/>
      <dgm:t>
        <a:bodyPr/>
        <a:lstStyle/>
        <a:p>
          <a:endParaRPr lang="es-MX"/>
        </a:p>
      </dgm:t>
    </dgm:pt>
    <dgm:pt modelId="{8827F4FC-3DA3-4740-9F93-11EBFFDB8BA5}">
      <dgm:prSet/>
      <dgm:spPr/>
      <dgm:t>
        <a:bodyPr/>
        <a:lstStyle/>
        <a:p>
          <a:r>
            <a:rPr lang="es-MX" dirty="0"/>
            <a:t>Hospedaje</a:t>
          </a:r>
        </a:p>
      </dgm:t>
    </dgm:pt>
    <dgm:pt modelId="{EEFD2A1F-A937-4556-8F54-0D68DE13CEE9}" type="parTrans" cxnId="{D891D312-A465-4B33-B46D-175CDFB71459}">
      <dgm:prSet/>
      <dgm:spPr/>
      <dgm:t>
        <a:bodyPr/>
        <a:lstStyle/>
        <a:p>
          <a:endParaRPr lang="es-MX"/>
        </a:p>
      </dgm:t>
    </dgm:pt>
    <dgm:pt modelId="{EAB68828-C60A-4157-8338-101867F639B0}" type="sibTrans" cxnId="{D891D312-A465-4B33-B46D-175CDFB71459}">
      <dgm:prSet/>
      <dgm:spPr/>
      <dgm:t>
        <a:bodyPr/>
        <a:lstStyle/>
        <a:p>
          <a:endParaRPr lang="es-MX"/>
        </a:p>
      </dgm:t>
    </dgm:pt>
    <dgm:pt modelId="{B6DA8380-CE42-4BDF-A528-F8452E7F7095}">
      <dgm:prSet/>
      <dgm:spPr/>
      <dgm:t>
        <a:bodyPr/>
        <a:lstStyle/>
        <a:p>
          <a:r>
            <a:rPr lang="es-MX" dirty="0"/>
            <a:t>Alimentación</a:t>
          </a:r>
        </a:p>
      </dgm:t>
    </dgm:pt>
    <dgm:pt modelId="{2613D1E3-5981-4151-A438-77F52C7F7CF6}" type="parTrans" cxnId="{8E686F81-D3C2-4B5E-9D2B-85452EB4873D}">
      <dgm:prSet/>
      <dgm:spPr/>
      <dgm:t>
        <a:bodyPr/>
        <a:lstStyle/>
        <a:p>
          <a:endParaRPr lang="es-MX"/>
        </a:p>
      </dgm:t>
    </dgm:pt>
    <dgm:pt modelId="{57112096-89CC-4B82-AA07-B30B9CA09313}" type="sibTrans" cxnId="{8E686F81-D3C2-4B5E-9D2B-85452EB4873D}">
      <dgm:prSet/>
      <dgm:spPr/>
      <dgm:t>
        <a:bodyPr/>
        <a:lstStyle/>
        <a:p>
          <a:endParaRPr lang="es-MX"/>
        </a:p>
      </dgm:t>
    </dgm:pt>
    <dgm:pt modelId="{EE376D43-9587-4EFF-B933-D68D55B6CD59}">
      <dgm:prSet/>
      <dgm:spPr/>
      <dgm:t>
        <a:bodyPr/>
        <a:lstStyle/>
        <a:p>
          <a:r>
            <a:rPr lang="es-MX" dirty="0"/>
            <a:t>Transporte</a:t>
          </a:r>
        </a:p>
      </dgm:t>
    </dgm:pt>
    <dgm:pt modelId="{0AEA354B-CFD7-439B-9432-AAA23C92319E}" type="parTrans" cxnId="{0AA31040-BCD9-466B-A259-B869623B5CF7}">
      <dgm:prSet/>
      <dgm:spPr/>
      <dgm:t>
        <a:bodyPr/>
        <a:lstStyle/>
        <a:p>
          <a:endParaRPr lang="es-MX"/>
        </a:p>
      </dgm:t>
    </dgm:pt>
    <dgm:pt modelId="{99CE8EDE-F337-4C00-AD21-2273798AAB6B}" type="sibTrans" cxnId="{0AA31040-BCD9-466B-A259-B869623B5CF7}">
      <dgm:prSet/>
      <dgm:spPr/>
      <dgm:t>
        <a:bodyPr/>
        <a:lstStyle/>
        <a:p>
          <a:endParaRPr lang="es-MX"/>
        </a:p>
      </dgm:t>
    </dgm:pt>
    <dgm:pt modelId="{B7220A72-2C0B-41F4-9BE9-4C88C402A570}">
      <dgm:prSet/>
      <dgm:spPr/>
      <dgm:t>
        <a:bodyPr/>
        <a:lstStyle/>
        <a:p>
          <a:r>
            <a:rPr lang="es-MX" dirty="0"/>
            <a:t>Renta de Autos</a:t>
          </a:r>
        </a:p>
      </dgm:t>
    </dgm:pt>
    <dgm:pt modelId="{3B629ED4-708C-4119-A58D-A4E13C0B4F31}" type="parTrans" cxnId="{55FD1F40-0B3E-477A-8DD1-C479EC2079FB}">
      <dgm:prSet/>
      <dgm:spPr/>
      <dgm:t>
        <a:bodyPr/>
        <a:lstStyle/>
        <a:p>
          <a:endParaRPr lang="es-MX"/>
        </a:p>
      </dgm:t>
    </dgm:pt>
    <dgm:pt modelId="{5F108F0C-3C38-4743-9826-87F99383CA3F}" type="sibTrans" cxnId="{55FD1F40-0B3E-477A-8DD1-C479EC2079FB}">
      <dgm:prSet/>
      <dgm:spPr/>
      <dgm:t>
        <a:bodyPr/>
        <a:lstStyle/>
        <a:p>
          <a:endParaRPr lang="es-MX"/>
        </a:p>
      </dgm:t>
    </dgm:pt>
    <dgm:pt modelId="{D316218F-470D-4694-B5EE-8B3A709E04DC}">
      <dgm:prSet custT="1"/>
      <dgm:spPr/>
      <dgm:t>
        <a:bodyPr/>
        <a:lstStyle/>
        <a:p>
          <a:r>
            <a:rPr lang="es-MX" sz="1300" dirty="0"/>
            <a:t>Autos de Empleados</a:t>
          </a:r>
        </a:p>
        <a:p>
          <a:r>
            <a:rPr lang="es-MX" sz="1000" dirty="0"/>
            <a:t>RLISR 58</a:t>
          </a:r>
        </a:p>
      </dgm:t>
    </dgm:pt>
    <dgm:pt modelId="{5C9A0B69-EF5B-4E4F-8DE6-0EACDACEA222}" type="parTrans" cxnId="{6DDF67FC-F645-4F1B-A2C9-10FE6CA29C66}">
      <dgm:prSet/>
      <dgm:spPr/>
      <dgm:t>
        <a:bodyPr/>
        <a:lstStyle/>
        <a:p>
          <a:endParaRPr lang="es-MX"/>
        </a:p>
      </dgm:t>
    </dgm:pt>
    <dgm:pt modelId="{1502EA5A-7E55-451B-8B28-03CFAA74B217}" type="sibTrans" cxnId="{6DDF67FC-F645-4F1B-A2C9-10FE6CA29C66}">
      <dgm:prSet/>
      <dgm:spPr/>
      <dgm:t>
        <a:bodyPr/>
        <a:lstStyle/>
        <a:p>
          <a:endParaRPr lang="es-MX"/>
        </a:p>
      </dgm:t>
    </dgm:pt>
    <dgm:pt modelId="{43090E44-0407-48FC-A39C-E84690DD81FE}">
      <dgm:prSet/>
      <dgm:spPr/>
      <dgm:t>
        <a:bodyPr/>
        <a:lstStyle/>
        <a:p>
          <a:r>
            <a:rPr lang="es-MX" dirty="0"/>
            <a:t>Seminarios y Convenciones</a:t>
          </a:r>
        </a:p>
      </dgm:t>
    </dgm:pt>
    <dgm:pt modelId="{957CBD0A-59DE-40ED-967B-BAC78BF0A97A}" type="parTrans" cxnId="{2161BDD3-F591-4F91-AA4D-2B15CF0C6910}">
      <dgm:prSet/>
      <dgm:spPr/>
      <dgm:t>
        <a:bodyPr/>
        <a:lstStyle/>
        <a:p>
          <a:endParaRPr lang="es-MX"/>
        </a:p>
      </dgm:t>
    </dgm:pt>
    <dgm:pt modelId="{95D76DAA-1483-4C84-922E-F94618BD3794}" type="sibTrans" cxnId="{2161BDD3-F591-4F91-AA4D-2B15CF0C6910}">
      <dgm:prSet/>
      <dgm:spPr/>
      <dgm:t>
        <a:bodyPr/>
        <a:lstStyle/>
        <a:p>
          <a:endParaRPr lang="es-MX"/>
        </a:p>
      </dgm:t>
    </dgm:pt>
    <dgm:pt modelId="{6C79DDCF-841B-4E39-910A-7D1E92935990}">
      <dgm:prSet custT="1"/>
      <dgm:spPr>
        <a:solidFill>
          <a:srgbClr val="FF0000"/>
        </a:solidFill>
      </dgm:spPr>
      <dgm:t>
        <a:bodyPr/>
        <a:lstStyle/>
        <a:p>
          <a:r>
            <a:rPr lang="es-MX" sz="1300" dirty="0"/>
            <a:t>Bares</a:t>
          </a:r>
        </a:p>
        <a:p>
          <a:r>
            <a:rPr lang="es-MX" sz="1000" dirty="0"/>
            <a:t>LISR 28-XX</a:t>
          </a:r>
        </a:p>
      </dgm:t>
    </dgm:pt>
    <dgm:pt modelId="{3ADBDF71-C21D-446C-BFDA-6ACFE2213218}" type="parTrans" cxnId="{57304A2F-31B1-4C67-B712-4AC718962EDC}">
      <dgm:prSet/>
      <dgm:spPr/>
      <dgm:t>
        <a:bodyPr/>
        <a:lstStyle/>
        <a:p>
          <a:endParaRPr lang="es-MX"/>
        </a:p>
      </dgm:t>
    </dgm:pt>
    <dgm:pt modelId="{8AB2702C-6DD7-4B49-9F3C-74402928E6BB}" type="sibTrans" cxnId="{57304A2F-31B1-4C67-B712-4AC718962EDC}">
      <dgm:prSet/>
      <dgm:spPr/>
      <dgm:t>
        <a:bodyPr/>
        <a:lstStyle/>
        <a:p>
          <a:endParaRPr lang="es-MX"/>
        </a:p>
      </dgm:t>
    </dgm:pt>
    <dgm:pt modelId="{EAB21DE2-460D-4839-912D-0E1CDC867FCF}">
      <dgm:prSet/>
      <dgm:spPr/>
      <dgm:t>
        <a:bodyPr/>
        <a:lstStyle/>
        <a:p>
          <a:r>
            <a:rPr lang="es-MX" dirty="0"/>
            <a:t>México</a:t>
          </a:r>
        </a:p>
      </dgm:t>
    </dgm:pt>
    <dgm:pt modelId="{7E50FB4A-DEC9-4286-828F-87455E9DC344}" type="parTrans" cxnId="{3EE5929F-F790-4EAD-AF8A-B25AEA4904E2}">
      <dgm:prSet/>
      <dgm:spPr/>
      <dgm:t>
        <a:bodyPr/>
        <a:lstStyle/>
        <a:p>
          <a:endParaRPr lang="es-MX"/>
        </a:p>
      </dgm:t>
    </dgm:pt>
    <dgm:pt modelId="{DC5AFAAA-71BE-4292-984B-3AD398DBB085}" type="sibTrans" cxnId="{3EE5929F-F790-4EAD-AF8A-B25AEA4904E2}">
      <dgm:prSet/>
      <dgm:spPr/>
      <dgm:t>
        <a:bodyPr/>
        <a:lstStyle/>
        <a:p>
          <a:endParaRPr lang="es-MX"/>
        </a:p>
      </dgm:t>
    </dgm:pt>
    <dgm:pt modelId="{9A08A288-B436-4D81-9956-B072F8AC25E4}">
      <dgm:prSet/>
      <dgm:spPr/>
      <dgm:t>
        <a:bodyPr/>
        <a:lstStyle/>
        <a:p>
          <a:r>
            <a:rPr lang="es-MX" dirty="0"/>
            <a:t>Extranjero</a:t>
          </a:r>
        </a:p>
      </dgm:t>
    </dgm:pt>
    <dgm:pt modelId="{87D26014-5BA3-4373-ABAA-CDE3A81F453A}" type="parTrans" cxnId="{80569235-F00E-45E4-B214-8893E0A92179}">
      <dgm:prSet/>
      <dgm:spPr/>
      <dgm:t>
        <a:bodyPr/>
        <a:lstStyle/>
        <a:p>
          <a:endParaRPr lang="es-MX"/>
        </a:p>
      </dgm:t>
    </dgm:pt>
    <dgm:pt modelId="{B1F097C7-6454-4349-B057-A0C1947493B0}" type="sibTrans" cxnId="{80569235-F00E-45E4-B214-8893E0A92179}">
      <dgm:prSet/>
      <dgm:spPr/>
      <dgm:t>
        <a:bodyPr/>
        <a:lstStyle/>
        <a:p>
          <a:endParaRPr lang="es-MX"/>
        </a:p>
      </dgm:t>
    </dgm:pt>
    <dgm:pt modelId="{29A0BC7F-9EA7-4FA7-BCF1-214D86300234}">
      <dgm:prSet/>
      <dgm:spPr/>
      <dgm:t>
        <a:bodyPr/>
        <a:lstStyle/>
        <a:p>
          <a:r>
            <a:rPr lang="es-MX" dirty="0"/>
            <a:t>México</a:t>
          </a:r>
        </a:p>
      </dgm:t>
    </dgm:pt>
    <dgm:pt modelId="{0CEA3950-17A9-492A-9771-7B4EFBDFE8B8}" type="parTrans" cxnId="{E1A499E5-C62F-4100-BE24-D2CA809C059A}">
      <dgm:prSet/>
      <dgm:spPr/>
      <dgm:t>
        <a:bodyPr/>
        <a:lstStyle/>
        <a:p>
          <a:endParaRPr lang="es-MX"/>
        </a:p>
      </dgm:t>
    </dgm:pt>
    <dgm:pt modelId="{2B7056C0-210F-4A3D-879D-930F73466714}" type="sibTrans" cxnId="{E1A499E5-C62F-4100-BE24-D2CA809C059A}">
      <dgm:prSet/>
      <dgm:spPr/>
      <dgm:t>
        <a:bodyPr/>
        <a:lstStyle/>
        <a:p>
          <a:endParaRPr lang="es-MX"/>
        </a:p>
      </dgm:t>
    </dgm:pt>
    <dgm:pt modelId="{FAAA9BE1-9F52-4392-8A4D-3348937F46AE}">
      <dgm:prSet/>
      <dgm:spPr/>
      <dgm:t>
        <a:bodyPr/>
        <a:lstStyle/>
        <a:p>
          <a:r>
            <a:rPr lang="es-MX" dirty="0"/>
            <a:t>Extranjero</a:t>
          </a:r>
        </a:p>
      </dgm:t>
    </dgm:pt>
    <dgm:pt modelId="{BAB69679-E857-4BE5-8455-A328A42E50BB}" type="parTrans" cxnId="{EF7D58EA-BA32-427F-A388-D8B3CDD6DFD8}">
      <dgm:prSet/>
      <dgm:spPr/>
      <dgm:t>
        <a:bodyPr/>
        <a:lstStyle/>
        <a:p>
          <a:endParaRPr lang="es-MX"/>
        </a:p>
      </dgm:t>
    </dgm:pt>
    <dgm:pt modelId="{593CA09D-D5EE-4975-AADB-A111108B93BB}" type="sibTrans" cxnId="{EF7D58EA-BA32-427F-A388-D8B3CDD6DFD8}">
      <dgm:prSet/>
      <dgm:spPr/>
      <dgm:t>
        <a:bodyPr/>
        <a:lstStyle/>
        <a:p>
          <a:endParaRPr lang="es-MX"/>
        </a:p>
      </dgm:t>
    </dgm:pt>
    <dgm:pt modelId="{E33BAF69-28B0-47B0-AE2B-6D2D72DDAEEE}">
      <dgm:prSet/>
      <dgm:spPr/>
      <dgm:t>
        <a:bodyPr/>
        <a:lstStyle/>
        <a:p>
          <a:r>
            <a:rPr lang="es-MX" dirty="0"/>
            <a:t>Cuota desglosada</a:t>
          </a:r>
        </a:p>
      </dgm:t>
    </dgm:pt>
    <dgm:pt modelId="{CDBDE363-12CC-4B5B-BA74-B6A4941061C2}" type="parTrans" cxnId="{8BBEB629-1CFA-4224-8460-0B01DCF1EBD3}">
      <dgm:prSet/>
      <dgm:spPr/>
      <dgm:t>
        <a:bodyPr/>
        <a:lstStyle/>
        <a:p>
          <a:endParaRPr lang="es-MX"/>
        </a:p>
      </dgm:t>
    </dgm:pt>
    <dgm:pt modelId="{3EEAA2FE-5A36-41FB-A267-A7DB971EEF09}" type="sibTrans" cxnId="{8BBEB629-1CFA-4224-8460-0B01DCF1EBD3}">
      <dgm:prSet/>
      <dgm:spPr/>
      <dgm:t>
        <a:bodyPr/>
        <a:lstStyle/>
        <a:p>
          <a:endParaRPr lang="es-MX"/>
        </a:p>
      </dgm:t>
    </dgm:pt>
    <dgm:pt modelId="{6E680DD3-63F4-4D9B-B54F-B823152B3A51}">
      <dgm:prSet/>
      <dgm:spPr/>
      <dgm:t>
        <a:bodyPr/>
        <a:lstStyle/>
        <a:p>
          <a:r>
            <a:rPr lang="es-MX" dirty="0"/>
            <a:t>Cuota no desglosada</a:t>
          </a:r>
        </a:p>
      </dgm:t>
    </dgm:pt>
    <dgm:pt modelId="{DEEEB9E4-DB61-453D-B79A-7D33D5C4741B}" type="parTrans" cxnId="{97B86CD3-DFDE-49F7-BFA5-8194F26FB793}">
      <dgm:prSet/>
      <dgm:spPr/>
      <dgm:t>
        <a:bodyPr/>
        <a:lstStyle/>
        <a:p>
          <a:endParaRPr lang="es-MX"/>
        </a:p>
      </dgm:t>
    </dgm:pt>
    <dgm:pt modelId="{F9649166-7250-4606-B913-22288AF08855}" type="sibTrans" cxnId="{97B86CD3-DFDE-49F7-BFA5-8194F26FB793}">
      <dgm:prSet/>
      <dgm:spPr/>
      <dgm:t>
        <a:bodyPr/>
        <a:lstStyle/>
        <a:p>
          <a:endParaRPr lang="es-MX"/>
        </a:p>
      </dgm:t>
    </dgm:pt>
    <dgm:pt modelId="{C2502A85-90A1-45CD-AAC6-F70619F8B789}">
      <dgm:prSet/>
      <dgm:spPr/>
      <dgm:t>
        <a:bodyPr/>
        <a:lstStyle/>
        <a:p>
          <a:r>
            <a:rPr lang="es-MX" dirty="0"/>
            <a:t>$3,850 diarios</a:t>
          </a:r>
        </a:p>
      </dgm:t>
    </dgm:pt>
    <dgm:pt modelId="{CD153BED-8DC2-41FE-BD15-0446EF0B079F}" type="parTrans" cxnId="{3568E950-9D4B-4E7C-8630-7A17F40DE3F0}">
      <dgm:prSet/>
      <dgm:spPr/>
      <dgm:t>
        <a:bodyPr/>
        <a:lstStyle/>
        <a:p>
          <a:endParaRPr lang="es-MX"/>
        </a:p>
      </dgm:t>
    </dgm:pt>
    <dgm:pt modelId="{C834983F-F2BA-4801-96F9-3FD77524E8CB}" type="sibTrans" cxnId="{3568E950-9D4B-4E7C-8630-7A17F40DE3F0}">
      <dgm:prSet/>
      <dgm:spPr/>
      <dgm:t>
        <a:bodyPr/>
        <a:lstStyle/>
        <a:p>
          <a:endParaRPr lang="es-MX"/>
        </a:p>
      </dgm:t>
    </dgm:pt>
    <dgm:pt modelId="{7B4564E8-94C1-4C99-9DC9-CCB17B7EF8D6}">
      <dgm:prSet/>
      <dgm:spPr/>
      <dgm:t>
        <a:bodyPr/>
        <a:lstStyle/>
        <a:p>
          <a:r>
            <a:rPr lang="es-MX" dirty="0"/>
            <a:t>$750 diarios</a:t>
          </a:r>
        </a:p>
      </dgm:t>
    </dgm:pt>
    <dgm:pt modelId="{BE3F792F-E551-4D5E-A4E6-5DF0F18F2D57}" type="parTrans" cxnId="{4A8CE347-3B8D-456D-96A2-A2AAAC2DF8D0}">
      <dgm:prSet/>
      <dgm:spPr/>
      <dgm:t>
        <a:bodyPr/>
        <a:lstStyle/>
        <a:p>
          <a:endParaRPr lang="es-MX"/>
        </a:p>
      </dgm:t>
    </dgm:pt>
    <dgm:pt modelId="{4CE28A85-028A-4AD5-96F8-6A6BAE586CAE}" type="sibTrans" cxnId="{4A8CE347-3B8D-456D-96A2-A2AAAC2DF8D0}">
      <dgm:prSet/>
      <dgm:spPr/>
      <dgm:t>
        <a:bodyPr/>
        <a:lstStyle/>
        <a:p>
          <a:endParaRPr lang="es-MX"/>
        </a:p>
      </dgm:t>
    </dgm:pt>
    <dgm:pt modelId="{D8F8CDBE-F083-450D-9276-1628A569C466}">
      <dgm:prSet/>
      <dgm:spPr/>
      <dgm:t>
        <a:bodyPr/>
        <a:lstStyle/>
        <a:p>
          <a:r>
            <a:rPr lang="es-MX" dirty="0"/>
            <a:t>$1,500</a:t>
          </a:r>
        </a:p>
      </dgm:t>
    </dgm:pt>
    <dgm:pt modelId="{CB6AFC11-F3CA-44DC-8233-943E677A3B4A}" type="parTrans" cxnId="{5FF44837-AF2F-45FC-BF7E-3E8BAE00006E}">
      <dgm:prSet/>
      <dgm:spPr/>
      <dgm:t>
        <a:bodyPr/>
        <a:lstStyle/>
        <a:p>
          <a:endParaRPr lang="es-MX"/>
        </a:p>
      </dgm:t>
    </dgm:pt>
    <dgm:pt modelId="{B9B16161-99FA-4FB1-BAA1-4933DEB30875}" type="sibTrans" cxnId="{5FF44837-AF2F-45FC-BF7E-3E8BAE00006E}">
      <dgm:prSet/>
      <dgm:spPr/>
      <dgm:t>
        <a:bodyPr/>
        <a:lstStyle/>
        <a:p>
          <a:endParaRPr lang="es-MX"/>
        </a:p>
      </dgm:t>
    </dgm:pt>
    <dgm:pt modelId="{AD4297EA-ADC9-47A8-A8D5-843FEA9E6012}">
      <dgm:prSet/>
      <dgm:spPr/>
      <dgm:t>
        <a:bodyPr/>
        <a:lstStyle/>
        <a:p>
          <a:r>
            <a:rPr lang="es-MX" dirty="0"/>
            <a:t>$850 diarios</a:t>
          </a:r>
        </a:p>
      </dgm:t>
    </dgm:pt>
    <dgm:pt modelId="{AF7FB3AF-F7F3-4B32-A624-FBAC3D388400}" type="parTrans" cxnId="{2153D125-00B7-46DB-B0B6-8E58F9BEC3C2}">
      <dgm:prSet/>
      <dgm:spPr/>
      <dgm:t>
        <a:bodyPr/>
        <a:lstStyle/>
        <a:p>
          <a:endParaRPr lang="es-MX"/>
        </a:p>
      </dgm:t>
    </dgm:pt>
    <dgm:pt modelId="{F04D3F9B-45D1-498C-A09E-DF5D80C773AC}" type="sibTrans" cxnId="{2153D125-00B7-46DB-B0B6-8E58F9BEC3C2}">
      <dgm:prSet/>
      <dgm:spPr/>
      <dgm:t>
        <a:bodyPr/>
        <a:lstStyle/>
        <a:p>
          <a:endParaRPr lang="es-MX"/>
        </a:p>
      </dgm:t>
    </dgm:pt>
    <dgm:pt modelId="{EA5A99D3-5923-4364-8830-9EF58A6CE0D8}">
      <dgm:prSet/>
      <dgm:spPr/>
      <dgm:t>
        <a:bodyPr/>
        <a:lstStyle/>
        <a:p>
          <a:r>
            <a:rPr lang="es-MX" dirty="0"/>
            <a:t>Documentación</a:t>
          </a:r>
        </a:p>
      </dgm:t>
    </dgm:pt>
    <dgm:pt modelId="{49BE13F9-26E7-485D-B38F-94C2B98445C3}" type="parTrans" cxnId="{08F2BD43-6B7A-433E-A5D9-A74F6E4523E2}">
      <dgm:prSet/>
      <dgm:spPr/>
      <dgm:t>
        <a:bodyPr/>
        <a:lstStyle/>
        <a:p>
          <a:endParaRPr lang="es-MX"/>
        </a:p>
      </dgm:t>
    </dgm:pt>
    <dgm:pt modelId="{3E50BA09-1689-4121-B862-72F3A86C3E4A}" type="sibTrans" cxnId="{08F2BD43-6B7A-433E-A5D9-A74F6E4523E2}">
      <dgm:prSet/>
      <dgm:spPr/>
      <dgm:t>
        <a:bodyPr/>
        <a:lstStyle/>
        <a:p>
          <a:endParaRPr lang="es-MX"/>
        </a:p>
      </dgm:t>
    </dgm:pt>
    <dgm:pt modelId="{4AC27174-FAB3-472A-95DB-7EE2D3769577}">
      <dgm:prSet/>
      <dgm:spPr/>
      <dgm:t>
        <a:bodyPr/>
        <a:lstStyle/>
        <a:p>
          <a:r>
            <a:rPr lang="es-MX" dirty="0"/>
            <a:t>Acompañar hospedaje o transportación</a:t>
          </a:r>
        </a:p>
      </dgm:t>
    </dgm:pt>
    <dgm:pt modelId="{D16029D9-5A75-433B-B4EA-B5B63FED45A3}" type="parTrans" cxnId="{0744D5CE-8345-45CF-B1C9-D1A18A82A0A8}">
      <dgm:prSet/>
      <dgm:spPr/>
      <dgm:t>
        <a:bodyPr/>
        <a:lstStyle/>
        <a:p>
          <a:endParaRPr lang="es-MX"/>
        </a:p>
      </dgm:t>
    </dgm:pt>
    <dgm:pt modelId="{D46B78AD-EE27-4D91-A9D7-B7896B0B53E3}" type="sibTrans" cxnId="{0744D5CE-8345-45CF-B1C9-D1A18A82A0A8}">
      <dgm:prSet/>
      <dgm:spPr/>
      <dgm:t>
        <a:bodyPr/>
        <a:lstStyle/>
        <a:p>
          <a:endParaRPr lang="es-MX"/>
        </a:p>
      </dgm:t>
    </dgm:pt>
    <dgm:pt modelId="{3CC5E166-A66B-4302-AFA2-9B2ABE48F7F3}">
      <dgm:prSet/>
      <dgm:spPr/>
      <dgm:t>
        <a:bodyPr/>
        <a:lstStyle/>
        <a:p>
          <a:r>
            <a:rPr lang="es-MX" dirty="0"/>
            <a:t>Pago tarjeta personal si solo hay transportación</a:t>
          </a:r>
        </a:p>
      </dgm:t>
    </dgm:pt>
    <dgm:pt modelId="{2E6DF439-9272-43F8-AB15-0B9BA098CAB0}" type="parTrans" cxnId="{C260819A-374B-440D-BF2E-CE60BB55DA8D}">
      <dgm:prSet/>
      <dgm:spPr/>
      <dgm:t>
        <a:bodyPr/>
        <a:lstStyle/>
        <a:p>
          <a:endParaRPr lang="es-MX"/>
        </a:p>
      </dgm:t>
    </dgm:pt>
    <dgm:pt modelId="{150F643B-5DFD-49CC-B16E-003C9F5A83FF}" type="sibTrans" cxnId="{C260819A-374B-440D-BF2E-CE60BB55DA8D}">
      <dgm:prSet/>
      <dgm:spPr/>
      <dgm:t>
        <a:bodyPr/>
        <a:lstStyle/>
        <a:p>
          <a:endParaRPr lang="es-MX"/>
        </a:p>
      </dgm:t>
    </dgm:pt>
    <dgm:pt modelId="{10A4C188-0FD5-48A3-8240-A51FFE249BD7}">
      <dgm:prSet/>
      <dgm:spPr/>
      <dgm:t>
        <a:bodyPr/>
        <a:lstStyle/>
        <a:p>
          <a:r>
            <a:rPr lang="es-MX" dirty="0"/>
            <a:t>Documentación</a:t>
          </a:r>
        </a:p>
      </dgm:t>
    </dgm:pt>
    <dgm:pt modelId="{25820CB6-75B6-413C-A194-A94FF7EE2F9C}" type="parTrans" cxnId="{A93EFDED-85B7-4391-8A88-B7A0779A14BD}">
      <dgm:prSet/>
      <dgm:spPr/>
      <dgm:t>
        <a:bodyPr/>
        <a:lstStyle/>
        <a:p>
          <a:endParaRPr lang="es-MX"/>
        </a:p>
      </dgm:t>
    </dgm:pt>
    <dgm:pt modelId="{6DB31B40-FC24-401E-8ECE-1A28F32A35BD}" type="sibTrans" cxnId="{A93EFDED-85B7-4391-8A88-B7A0779A14BD}">
      <dgm:prSet/>
      <dgm:spPr/>
      <dgm:t>
        <a:bodyPr/>
        <a:lstStyle/>
        <a:p>
          <a:endParaRPr lang="es-MX"/>
        </a:p>
      </dgm:t>
    </dgm:pt>
    <dgm:pt modelId="{14655F8B-AC6E-4C9C-84A7-4F61F6075D9D}">
      <dgm:prSet/>
      <dgm:spPr/>
      <dgm:t>
        <a:bodyPr/>
        <a:lstStyle/>
        <a:p>
          <a:r>
            <a:rPr lang="es-MX" dirty="0"/>
            <a:t>Acompañar hospedaje o transportación</a:t>
          </a:r>
        </a:p>
      </dgm:t>
    </dgm:pt>
    <dgm:pt modelId="{1657A25B-FC2F-48F2-904A-63795DA383A1}" type="parTrans" cxnId="{807BFE80-D8E6-4865-BFCD-5B6D5B4712ED}">
      <dgm:prSet/>
      <dgm:spPr/>
      <dgm:t>
        <a:bodyPr/>
        <a:lstStyle/>
        <a:p>
          <a:endParaRPr lang="es-MX"/>
        </a:p>
      </dgm:t>
    </dgm:pt>
    <dgm:pt modelId="{DFA524E7-782E-4A94-84F7-F25A1D722143}" type="sibTrans" cxnId="{807BFE80-D8E6-4865-BFCD-5B6D5B4712ED}">
      <dgm:prSet/>
      <dgm:spPr/>
      <dgm:t>
        <a:bodyPr/>
        <a:lstStyle/>
        <a:p>
          <a:endParaRPr lang="es-MX"/>
        </a:p>
      </dgm:t>
    </dgm:pt>
    <dgm:pt modelId="{B7A9BBFE-6384-45ED-B87F-63A8DC6A01D5}">
      <dgm:prSet/>
      <dgm:spPr/>
      <dgm:t>
        <a:bodyPr/>
        <a:lstStyle/>
        <a:p>
          <a:r>
            <a:rPr lang="es-MX" dirty="0"/>
            <a:t>Límites por concepto</a:t>
          </a:r>
        </a:p>
      </dgm:t>
    </dgm:pt>
    <dgm:pt modelId="{5A3F6282-9656-4B76-AD1C-92ABA905111F}" type="parTrans" cxnId="{5AE302BE-11AC-4B87-8F91-DAC65933CE79}">
      <dgm:prSet/>
      <dgm:spPr/>
      <dgm:t>
        <a:bodyPr/>
        <a:lstStyle/>
        <a:p>
          <a:endParaRPr lang="es-MX"/>
        </a:p>
      </dgm:t>
    </dgm:pt>
    <dgm:pt modelId="{EEEB79DF-8608-46FA-AD40-AF20DC0D3D0A}" type="sibTrans" cxnId="{5AE302BE-11AC-4B87-8F91-DAC65933CE79}">
      <dgm:prSet/>
      <dgm:spPr/>
      <dgm:t>
        <a:bodyPr/>
        <a:lstStyle/>
        <a:p>
          <a:endParaRPr lang="es-MX"/>
        </a:p>
      </dgm:t>
    </dgm:pt>
    <dgm:pt modelId="{25F89DFB-10F7-418A-AFBE-9BF48D92CA01}">
      <dgm:prSet/>
      <dgm:spPr/>
      <dgm:t>
        <a:bodyPr/>
        <a:lstStyle/>
        <a:p>
          <a:r>
            <a:rPr lang="es-MX" dirty="0"/>
            <a:t>Límites de Alimentación</a:t>
          </a:r>
        </a:p>
      </dgm:t>
    </dgm:pt>
    <dgm:pt modelId="{0B10CA7C-A5C0-4865-9EB5-5D1F52D7865A}" type="parTrans" cxnId="{DDFF45CA-3EEB-4F15-916D-9C08959E9B55}">
      <dgm:prSet/>
      <dgm:spPr/>
      <dgm:t>
        <a:bodyPr/>
        <a:lstStyle/>
        <a:p>
          <a:endParaRPr lang="es-MX"/>
        </a:p>
      </dgm:t>
    </dgm:pt>
    <dgm:pt modelId="{B7F81F5E-EBC2-4C74-ACFB-664071DC9143}" type="sibTrans" cxnId="{DDFF45CA-3EEB-4F15-916D-9C08959E9B55}">
      <dgm:prSet/>
      <dgm:spPr/>
      <dgm:t>
        <a:bodyPr/>
        <a:lstStyle/>
        <a:p>
          <a:endParaRPr lang="es-MX"/>
        </a:p>
      </dgm:t>
    </dgm:pt>
    <dgm:pt modelId="{218FC189-5620-4D4D-BF28-1F9D036B5F5A}" type="pres">
      <dgm:prSet presAssocID="{20A29980-0D6B-4CBC-92A4-6A5DCEABF2F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8EE6A1F-F3C0-402E-9993-8A0A04F850EF}" type="pres">
      <dgm:prSet presAssocID="{E36F181B-E00B-4516-AAB9-6A194756D5BF}" presName="root1" presStyleCnt="0"/>
      <dgm:spPr/>
    </dgm:pt>
    <dgm:pt modelId="{4EF99D55-7292-4C79-A165-C0FBEEF3C6A0}" type="pres">
      <dgm:prSet presAssocID="{E36F181B-E00B-4516-AAB9-6A194756D5BF}" presName="LevelOneTextNode" presStyleLbl="node0" presStyleIdx="0" presStyleCnt="1">
        <dgm:presLayoutVars>
          <dgm:chPref val="3"/>
        </dgm:presLayoutVars>
      </dgm:prSet>
      <dgm:spPr/>
    </dgm:pt>
    <dgm:pt modelId="{38CB657A-BE85-496E-9420-315594977C38}" type="pres">
      <dgm:prSet presAssocID="{E36F181B-E00B-4516-AAB9-6A194756D5BF}" presName="level2hierChild" presStyleCnt="0"/>
      <dgm:spPr/>
    </dgm:pt>
    <dgm:pt modelId="{959A348E-4682-458E-9A4C-BFF4D40B371C}" type="pres">
      <dgm:prSet presAssocID="{3A7D01F7-6F87-4D94-AF3D-1C42248F4D4F}" presName="conn2-1" presStyleLbl="parChTrans1D2" presStyleIdx="0" presStyleCnt="3"/>
      <dgm:spPr/>
    </dgm:pt>
    <dgm:pt modelId="{D5091C38-6E71-4184-894F-157ACAC2F80B}" type="pres">
      <dgm:prSet presAssocID="{3A7D01F7-6F87-4D94-AF3D-1C42248F4D4F}" presName="connTx" presStyleLbl="parChTrans1D2" presStyleIdx="0" presStyleCnt="3"/>
      <dgm:spPr/>
    </dgm:pt>
    <dgm:pt modelId="{3F77E7A4-0501-4C3A-9180-1FFE66013B9A}" type="pres">
      <dgm:prSet presAssocID="{9C542813-7157-4CEB-B391-D529FF0B77F5}" presName="root2" presStyleCnt="0"/>
      <dgm:spPr/>
    </dgm:pt>
    <dgm:pt modelId="{584C7F3D-CBF8-452D-9E4E-B55F4C153055}" type="pres">
      <dgm:prSet presAssocID="{9C542813-7157-4CEB-B391-D529FF0B77F5}" presName="LevelTwoTextNode" presStyleLbl="node2" presStyleIdx="0" presStyleCnt="3">
        <dgm:presLayoutVars>
          <dgm:chPref val="3"/>
        </dgm:presLayoutVars>
      </dgm:prSet>
      <dgm:spPr/>
    </dgm:pt>
    <dgm:pt modelId="{DE58458F-2799-4EFA-8780-00212602C999}" type="pres">
      <dgm:prSet presAssocID="{9C542813-7157-4CEB-B391-D529FF0B77F5}" presName="level3hierChild" presStyleCnt="0"/>
      <dgm:spPr/>
    </dgm:pt>
    <dgm:pt modelId="{191C93BA-73A7-4760-B66A-6DFF6EF2B752}" type="pres">
      <dgm:prSet presAssocID="{EEFD2A1F-A937-4556-8F54-0D68DE13CEE9}" presName="conn2-1" presStyleLbl="parChTrans1D3" presStyleIdx="0" presStyleCnt="7"/>
      <dgm:spPr/>
    </dgm:pt>
    <dgm:pt modelId="{A037771D-BBBD-4AD2-A42B-0B04257376A4}" type="pres">
      <dgm:prSet presAssocID="{EEFD2A1F-A937-4556-8F54-0D68DE13CEE9}" presName="connTx" presStyleLbl="parChTrans1D3" presStyleIdx="0" presStyleCnt="7"/>
      <dgm:spPr/>
    </dgm:pt>
    <dgm:pt modelId="{C35CA9BC-5C33-427E-89AC-14EAAA195742}" type="pres">
      <dgm:prSet presAssocID="{8827F4FC-3DA3-4740-9F93-11EBFFDB8BA5}" presName="root2" presStyleCnt="0"/>
      <dgm:spPr/>
    </dgm:pt>
    <dgm:pt modelId="{BACDAF55-47B8-4329-AB4B-76375B751EF6}" type="pres">
      <dgm:prSet presAssocID="{8827F4FC-3DA3-4740-9F93-11EBFFDB8BA5}" presName="LevelTwoTextNode" presStyleLbl="node3" presStyleIdx="0" presStyleCnt="7">
        <dgm:presLayoutVars>
          <dgm:chPref val="3"/>
        </dgm:presLayoutVars>
      </dgm:prSet>
      <dgm:spPr/>
    </dgm:pt>
    <dgm:pt modelId="{95F985B5-9E63-410E-B164-7EFF6150F12F}" type="pres">
      <dgm:prSet presAssocID="{8827F4FC-3DA3-4740-9F93-11EBFFDB8BA5}" presName="level3hierChild" presStyleCnt="0"/>
      <dgm:spPr/>
    </dgm:pt>
    <dgm:pt modelId="{EF86D741-6276-4C96-BE51-F4B0552B0FBC}" type="pres">
      <dgm:prSet presAssocID="{7E50FB4A-DEC9-4286-828F-87455E9DC344}" presName="conn2-1" presStyleLbl="parChTrans1D4" presStyleIdx="0" presStyleCnt="17"/>
      <dgm:spPr/>
    </dgm:pt>
    <dgm:pt modelId="{BE7E7906-EEBE-4771-8D7A-2AC52E9EE87E}" type="pres">
      <dgm:prSet presAssocID="{7E50FB4A-DEC9-4286-828F-87455E9DC344}" presName="connTx" presStyleLbl="parChTrans1D4" presStyleIdx="0" presStyleCnt="17"/>
      <dgm:spPr/>
    </dgm:pt>
    <dgm:pt modelId="{97A8EAA7-5269-4D1C-BEFF-A723699BA96B}" type="pres">
      <dgm:prSet presAssocID="{EAB21DE2-460D-4839-912D-0E1CDC867FCF}" presName="root2" presStyleCnt="0"/>
      <dgm:spPr/>
    </dgm:pt>
    <dgm:pt modelId="{EF0877AB-6EAB-45B2-A434-77BBE9A1AAF5}" type="pres">
      <dgm:prSet presAssocID="{EAB21DE2-460D-4839-912D-0E1CDC867FCF}" presName="LevelTwoTextNode" presStyleLbl="node4" presStyleIdx="0" presStyleCnt="17">
        <dgm:presLayoutVars>
          <dgm:chPref val="3"/>
        </dgm:presLayoutVars>
      </dgm:prSet>
      <dgm:spPr/>
    </dgm:pt>
    <dgm:pt modelId="{50770764-D1E7-4DB6-80B9-6704B787EF63}" type="pres">
      <dgm:prSet presAssocID="{EAB21DE2-460D-4839-912D-0E1CDC867FCF}" presName="level3hierChild" presStyleCnt="0"/>
      <dgm:spPr/>
    </dgm:pt>
    <dgm:pt modelId="{FC6AE720-D739-4E3D-84FA-9DDC8B5559CE}" type="pres">
      <dgm:prSet presAssocID="{87D26014-5BA3-4373-ABAA-CDE3A81F453A}" presName="conn2-1" presStyleLbl="parChTrans1D4" presStyleIdx="1" presStyleCnt="17"/>
      <dgm:spPr/>
    </dgm:pt>
    <dgm:pt modelId="{8B0EEE02-5847-49C5-9C21-B6E4DBAA144C}" type="pres">
      <dgm:prSet presAssocID="{87D26014-5BA3-4373-ABAA-CDE3A81F453A}" presName="connTx" presStyleLbl="parChTrans1D4" presStyleIdx="1" presStyleCnt="17"/>
      <dgm:spPr/>
    </dgm:pt>
    <dgm:pt modelId="{2E79522E-8641-41B3-8938-3D3FD5077CE3}" type="pres">
      <dgm:prSet presAssocID="{9A08A288-B436-4D81-9956-B072F8AC25E4}" presName="root2" presStyleCnt="0"/>
      <dgm:spPr/>
    </dgm:pt>
    <dgm:pt modelId="{D6B7E650-E0A8-4D16-8CA6-44821E4D81A1}" type="pres">
      <dgm:prSet presAssocID="{9A08A288-B436-4D81-9956-B072F8AC25E4}" presName="LevelTwoTextNode" presStyleLbl="node4" presStyleIdx="1" presStyleCnt="17">
        <dgm:presLayoutVars>
          <dgm:chPref val="3"/>
        </dgm:presLayoutVars>
      </dgm:prSet>
      <dgm:spPr/>
    </dgm:pt>
    <dgm:pt modelId="{C298C5AB-D036-4F60-821F-17EAF6B8A80C}" type="pres">
      <dgm:prSet presAssocID="{9A08A288-B436-4D81-9956-B072F8AC25E4}" presName="level3hierChild" presStyleCnt="0"/>
      <dgm:spPr/>
    </dgm:pt>
    <dgm:pt modelId="{443DB235-054C-45E3-B3CD-4F8E984FAFCC}" type="pres">
      <dgm:prSet presAssocID="{CD153BED-8DC2-41FE-BD15-0446EF0B079F}" presName="conn2-1" presStyleLbl="parChTrans1D4" presStyleIdx="2" presStyleCnt="17"/>
      <dgm:spPr/>
    </dgm:pt>
    <dgm:pt modelId="{DAB6448F-611C-47A5-B621-DA714E209D70}" type="pres">
      <dgm:prSet presAssocID="{CD153BED-8DC2-41FE-BD15-0446EF0B079F}" presName="connTx" presStyleLbl="parChTrans1D4" presStyleIdx="2" presStyleCnt="17"/>
      <dgm:spPr/>
    </dgm:pt>
    <dgm:pt modelId="{8D332EED-A18A-4C1D-877F-67C263195BEC}" type="pres">
      <dgm:prSet presAssocID="{C2502A85-90A1-45CD-AAC6-F70619F8B789}" presName="root2" presStyleCnt="0"/>
      <dgm:spPr/>
    </dgm:pt>
    <dgm:pt modelId="{46DB634A-570B-427C-B52E-69D22CE18C82}" type="pres">
      <dgm:prSet presAssocID="{C2502A85-90A1-45CD-AAC6-F70619F8B789}" presName="LevelTwoTextNode" presStyleLbl="node4" presStyleIdx="2" presStyleCnt="17">
        <dgm:presLayoutVars>
          <dgm:chPref val="3"/>
        </dgm:presLayoutVars>
      </dgm:prSet>
      <dgm:spPr/>
    </dgm:pt>
    <dgm:pt modelId="{A0C1B4A7-1B04-4C80-B388-F7F667935DCE}" type="pres">
      <dgm:prSet presAssocID="{C2502A85-90A1-45CD-AAC6-F70619F8B789}" presName="level3hierChild" presStyleCnt="0"/>
      <dgm:spPr/>
    </dgm:pt>
    <dgm:pt modelId="{108A11E4-8993-4034-8010-F09B920AFB2A}" type="pres">
      <dgm:prSet presAssocID="{2613D1E3-5981-4151-A438-77F52C7F7CF6}" presName="conn2-1" presStyleLbl="parChTrans1D3" presStyleIdx="1" presStyleCnt="7"/>
      <dgm:spPr/>
    </dgm:pt>
    <dgm:pt modelId="{DE731549-EBA3-4A1D-98A1-C6517FC88D92}" type="pres">
      <dgm:prSet presAssocID="{2613D1E3-5981-4151-A438-77F52C7F7CF6}" presName="connTx" presStyleLbl="parChTrans1D3" presStyleIdx="1" presStyleCnt="7"/>
      <dgm:spPr/>
    </dgm:pt>
    <dgm:pt modelId="{AEDBE497-AA86-48E4-AD28-6727FCF9DD47}" type="pres">
      <dgm:prSet presAssocID="{B6DA8380-CE42-4BDF-A528-F8452E7F7095}" presName="root2" presStyleCnt="0"/>
      <dgm:spPr/>
    </dgm:pt>
    <dgm:pt modelId="{F7639075-7D85-4A2A-9DF1-1CBFB70F4B05}" type="pres">
      <dgm:prSet presAssocID="{B6DA8380-CE42-4BDF-A528-F8452E7F7095}" presName="LevelTwoTextNode" presStyleLbl="node3" presStyleIdx="1" presStyleCnt="7">
        <dgm:presLayoutVars>
          <dgm:chPref val="3"/>
        </dgm:presLayoutVars>
      </dgm:prSet>
      <dgm:spPr/>
    </dgm:pt>
    <dgm:pt modelId="{207A7388-B05A-472C-8681-DF33A6E33B83}" type="pres">
      <dgm:prSet presAssocID="{B6DA8380-CE42-4BDF-A528-F8452E7F7095}" presName="level3hierChild" presStyleCnt="0"/>
      <dgm:spPr/>
    </dgm:pt>
    <dgm:pt modelId="{2CC65795-DA22-4335-98B1-7BB146E19E35}" type="pres">
      <dgm:prSet presAssocID="{0CEA3950-17A9-492A-9771-7B4EFBDFE8B8}" presName="conn2-1" presStyleLbl="parChTrans1D4" presStyleIdx="3" presStyleCnt="17"/>
      <dgm:spPr/>
    </dgm:pt>
    <dgm:pt modelId="{133ABA23-8876-45A7-97E2-756A5A24A670}" type="pres">
      <dgm:prSet presAssocID="{0CEA3950-17A9-492A-9771-7B4EFBDFE8B8}" presName="connTx" presStyleLbl="parChTrans1D4" presStyleIdx="3" presStyleCnt="17"/>
      <dgm:spPr/>
    </dgm:pt>
    <dgm:pt modelId="{6EC96017-5DC9-45EF-A619-19729A26AE74}" type="pres">
      <dgm:prSet presAssocID="{29A0BC7F-9EA7-4FA7-BCF1-214D86300234}" presName="root2" presStyleCnt="0"/>
      <dgm:spPr/>
    </dgm:pt>
    <dgm:pt modelId="{CC34D396-BB74-4A2E-AC0A-68E5B2D10304}" type="pres">
      <dgm:prSet presAssocID="{29A0BC7F-9EA7-4FA7-BCF1-214D86300234}" presName="LevelTwoTextNode" presStyleLbl="node4" presStyleIdx="3" presStyleCnt="17">
        <dgm:presLayoutVars>
          <dgm:chPref val="3"/>
        </dgm:presLayoutVars>
      </dgm:prSet>
      <dgm:spPr/>
    </dgm:pt>
    <dgm:pt modelId="{333B7A76-43B2-4F97-9C02-DF2E1238944A}" type="pres">
      <dgm:prSet presAssocID="{29A0BC7F-9EA7-4FA7-BCF1-214D86300234}" presName="level3hierChild" presStyleCnt="0"/>
      <dgm:spPr/>
    </dgm:pt>
    <dgm:pt modelId="{0E8B67DC-FDF1-4C6B-B6D8-C33881865AE4}" type="pres">
      <dgm:prSet presAssocID="{BE3F792F-E551-4D5E-A4E6-5DF0F18F2D57}" presName="conn2-1" presStyleLbl="parChTrans1D4" presStyleIdx="4" presStyleCnt="17"/>
      <dgm:spPr/>
    </dgm:pt>
    <dgm:pt modelId="{6584CD63-C85B-4DCA-8E14-700D8FDC9809}" type="pres">
      <dgm:prSet presAssocID="{BE3F792F-E551-4D5E-A4E6-5DF0F18F2D57}" presName="connTx" presStyleLbl="parChTrans1D4" presStyleIdx="4" presStyleCnt="17"/>
      <dgm:spPr/>
    </dgm:pt>
    <dgm:pt modelId="{A7F768C3-1CE7-462F-A81E-F90CA6E16B2B}" type="pres">
      <dgm:prSet presAssocID="{7B4564E8-94C1-4C99-9DC9-CCB17B7EF8D6}" presName="root2" presStyleCnt="0"/>
      <dgm:spPr/>
    </dgm:pt>
    <dgm:pt modelId="{BFD6C910-A4D9-442F-BEDF-0C2F7A1119F4}" type="pres">
      <dgm:prSet presAssocID="{7B4564E8-94C1-4C99-9DC9-CCB17B7EF8D6}" presName="LevelTwoTextNode" presStyleLbl="node4" presStyleIdx="4" presStyleCnt="17">
        <dgm:presLayoutVars>
          <dgm:chPref val="3"/>
        </dgm:presLayoutVars>
      </dgm:prSet>
      <dgm:spPr/>
    </dgm:pt>
    <dgm:pt modelId="{C9EF7365-412C-4EF1-BE9C-5727EADD8EFE}" type="pres">
      <dgm:prSet presAssocID="{7B4564E8-94C1-4C99-9DC9-CCB17B7EF8D6}" presName="level3hierChild" presStyleCnt="0"/>
      <dgm:spPr/>
    </dgm:pt>
    <dgm:pt modelId="{49B1ECDE-FEF2-4B9B-B70F-E12E4B9A9955}" type="pres">
      <dgm:prSet presAssocID="{BAB69679-E857-4BE5-8455-A328A42E50BB}" presName="conn2-1" presStyleLbl="parChTrans1D4" presStyleIdx="5" presStyleCnt="17"/>
      <dgm:spPr/>
    </dgm:pt>
    <dgm:pt modelId="{4DA3C02A-87C7-4D07-B807-7EB0F95D4478}" type="pres">
      <dgm:prSet presAssocID="{BAB69679-E857-4BE5-8455-A328A42E50BB}" presName="connTx" presStyleLbl="parChTrans1D4" presStyleIdx="5" presStyleCnt="17"/>
      <dgm:spPr/>
    </dgm:pt>
    <dgm:pt modelId="{F53F6E38-9E3F-4573-9BAF-28E0DF2A6694}" type="pres">
      <dgm:prSet presAssocID="{FAAA9BE1-9F52-4392-8A4D-3348937F46AE}" presName="root2" presStyleCnt="0"/>
      <dgm:spPr/>
    </dgm:pt>
    <dgm:pt modelId="{A613927A-3150-441E-A1EF-6D74D6471404}" type="pres">
      <dgm:prSet presAssocID="{FAAA9BE1-9F52-4392-8A4D-3348937F46AE}" presName="LevelTwoTextNode" presStyleLbl="node4" presStyleIdx="5" presStyleCnt="17">
        <dgm:presLayoutVars>
          <dgm:chPref val="3"/>
        </dgm:presLayoutVars>
      </dgm:prSet>
      <dgm:spPr/>
    </dgm:pt>
    <dgm:pt modelId="{0E4F01F0-4D24-44C4-8964-B5471B6C6A7B}" type="pres">
      <dgm:prSet presAssocID="{FAAA9BE1-9F52-4392-8A4D-3348937F46AE}" presName="level3hierChild" presStyleCnt="0"/>
      <dgm:spPr/>
    </dgm:pt>
    <dgm:pt modelId="{37F98FBC-896B-4BE2-8E1C-E0DB22AD86E3}" type="pres">
      <dgm:prSet presAssocID="{CB6AFC11-F3CA-44DC-8233-943E677A3B4A}" presName="conn2-1" presStyleLbl="parChTrans1D4" presStyleIdx="6" presStyleCnt="17"/>
      <dgm:spPr/>
    </dgm:pt>
    <dgm:pt modelId="{105AA896-5A0A-4424-850D-B6A80FF0523B}" type="pres">
      <dgm:prSet presAssocID="{CB6AFC11-F3CA-44DC-8233-943E677A3B4A}" presName="connTx" presStyleLbl="parChTrans1D4" presStyleIdx="6" presStyleCnt="17"/>
      <dgm:spPr/>
    </dgm:pt>
    <dgm:pt modelId="{CE71CC58-62D0-45F9-8349-194E79D2D0D2}" type="pres">
      <dgm:prSet presAssocID="{D8F8CDBE-F083-450D-9276-1628A569C466}" presName="root2" presStyleCnt="0"/>
      <dgm:spPr/>
    </dgm:pt>
    <dgm:pt modelId="{30EE1D30-2042-49D3-B893-1D913D11F7E6}" type="pres">
      <dgm:prSet presAssocID="{D8F8CDBE-F083-450D-9276-1628A569C466}" presName="LevelTwoTextNode" presStyleLbl="node4" presStyleIdx="6" presStyleCnt="17">
        <dgm:presLayoutVars>
          <dgm:chPref val="3"/>
        </dgm:presLayoutVars>
      </dgm:prSet>
      <dgm:spPr/>
    </dgm:pt>
    <dgm:pt modelId="{9A51A47F-5AD0-4E46-ACAE-2E6FA9C386A1}" type="pres">
      <dgm:prSet presAssocID="{D8F8CDBE-F083-450D-9276-1628A569C466}" presName="level3hierChild" presStyleCnt="0"/>
      <dgm:spPr/>
    </dgm:pt>
    <dgm:pt modelId="{82B14C8B-BD17-4888-8A31-785D68C5DA73}" type="pres">
      <dgm:prSet presAssocID="{49BE13F9-26E7-485D-B38F-94C2B98445C3}" presName="conn2-1" presStyleLbl="parChTrans1D4" presStyleIdx="7" presStyleCnt="17"/>
      <dgm:spPr/>
    </dgm:pt>
    <dgm:pt modelId="{B3C09FC1-57CF-4BA8-9D91-FAC71162F0B3}" type="pres">
      <dgm:prSet presAssocID="{49BE13F9-26E7-485D-B38F-94C2B98445C3}" presName="connTx" presStyleLbl="parChTrans1D4" presStyleIdx="7" presStyleCnt="17"/>
      <dgm:spPr/>
    </dgm:pt>
    <dgm:pt modelId="{26F28745-59B4-48F2-A092-A4056C0B80D2}" type="pres">
      <dgm:prSet presAssocID="{EA5A99D3-5923-4364-8830-9EF58A6CE0D8}" presName="root2" presStyleCnt="0"/>
      <dgm:spPr/>
    </dgm:pt>
    <dgm:pt modelId="{91A4084A-AD2A-46A6-9C9B-4F97DC8E9BE4}" type="pres">
      <dgm:prSet presAssocID="{EA5A99D3-5923-4364-8830-9EF58A6CE0D8}" presName="LevelTwoTextNode" presStyleLbl="node4" presStyleIdx="7" presStyleCnt="17">
        <dgm:presLayoutVars>
          <dgm:chPref val="3"/>
        </dgm:presLayoutVars>
      </dgm:prSet>
      <dgm:spPr/>
    </dgm:pt>
    <dgm:pt modelId="{C1E6C49C-83CF-4E1C-B999-E448BA0C07DC}" type="pres">
      <dgm:prSet presAssocID="{EA5A99D3-5923-4364-8830-9EF58A6CE0D8}" presName="level3hierChild" presStyleCnt="0"/>
      <dgm:spPr/>
    </dgm:pt>
    <dgm:pt modelId="{B6D86504-F4CE-4114-B495-4AD37D34C06C}" type="pres">
      <dgm:prSet presAssocID="{D16029D9-5A75-433B-B4EA-B5B63FED45A3}" presName="conn2-1" presStyleLbl="parChTrans1D4" presStyleIdx="8" presStyleCnt="17"/>
      <dgm:spPr/>
    </dgm:pt>
    <dgm:pt modelId="{5E4BB563-7EEC-47A8-91C8-9A5E4EFADF33}" type="pres">
      <dgm:prSet presAssocID="{D16029D9-5A75-433B-B4EA-B5B63FED45A3}" presName="connTx" presStyleLbl="parChTrans1D4" presStyleIdx="8" presStyleCnt="17"/>
      <dgm:spPr/>
    </dgm:pt>
    <dgm:pt modelId="{6ED88D63-C1C9-4B8B-A46F-4FBE17D6C0DD}" type="pres">
      <dgm:prSet presAssocID="{4AC27174-FAB3-472A-95DB-7EE2D3769577}" presName="root2" presStyleCnt="0"/>
      <dgm:spPr/>
    </dgm:pt>
    <dgm:pt modelId="{062A2557-14EB-450B-80D1-7E4EFC29F81A}" type="pres">
      <dgm:prSet presAssocID="{4AC27174-FAB3-472A-95DB-7EE2D3769577}" presName="LevelTwoTextNode" presStyleLbl="node4" presStyleIdx="8" presStyleCnt="17">
        <dgm:presLayoutVars>
          <dgm:chPref val="3"/>
        </dgm:presLayoutVars>
      </dgm:prSet>
      <dgm:spPr/>
    </dgm:pt>
    <dgm:pt modelId="{C982FE75-A73E-4094-850B-A9B234D31718}" type="pres">
      <dgm:prSet presAssocID="{4AC27174-FAB3-472A-95DB-7EE2D3769577}" presName="level3hierChild" presStyleCnt="0"/>
      <dgm:spPr/>
    </dgm:pt>
    <dgm:pt modelId="{6D50EB19-522F-41A8-B3FD-BBD27EE1F0CE}" type="pres">
      <dgm:prSet presAssocID="{2E6DF439-9272-43F8-AB15-0B9BA098CAB0}" presName="conn2-1" presStyleLbl="parChTrans1D4" presStyleIdx="9" presStyleCnt="17"/>
      <dgm:spPr/>
    </dgm:pt>
    <dgm:pt modelId="{C829D10C-4D9B-4635-A22F-C93E8F5D4BAF}" type="pres">
      <dgm:prSet presAssocID="{2E6DF439-9272-43F8-AB15-0B9BA098CAB0}" presName="connTx" presStyleLbl="parChTrans1D4" presStyleIdx="9" presStyleCnt="17"/>
      <dgm:spPr/>
    </dgm:pt>
    <dgm:pt modelId="{5D214931-7AF0-46EB-A711-57BB7979FB4A}" type="pres">
      <dgm:prSet presAssocID="{3CC5E166-A66B-4302-AFA2-9B2ABE48F7F3}" presName="root2" presStyleCnt="0"/>
      <dgm:spPr/>
    </dgm:pt>
    <dgm:pt modelId="{0BB7778E-A308-433A-9DBD-73826C793A8B}" type="pres">
      <dgm:prSet presAssocID="{3CC5E166-A66B-4302-AFA2-9B2ABE48F7F3}" presName="LevelTwoTextNode" presStyleLbl="node4" presStyleIdx="9" presStyleCnt="17">
        <dgm:presLayoutVars>
          <dgm:chPref val="3"/>
        </dgm:presLayoutVars>
      </dgm:prSet>
      <dgm:spPr/>
    </dgm:pt>
    <dgm:pt modelId="{0B46C614-D1EA-4156-8434-27BABD66BEFE}" type="pres">
      <dgm:prSet presAssocID="{3CC5E166-A66B-4302-AFA2-9B2ABE48F7F3}" presName="level3hierChild" presStyleCnt="0"/>
      <dgm:spPr/>
    </dgm:pt>
    <dgm:pt modelId="{52D27A3B-7471-433C-8F60-BEC60E12D1B9}" type="pres">
      <dgm:prSet presAssocID="{0AEA354B-CFD7-439B-9432-AAA23C92319E}" presName="conn2-1" presStyleLbl="parChTrans1D3" presStyleIdx="2" presStyleCnt="7"/>
      <dgm:spPr/>
    </dgm:pt>
    <dgm:pt modelId="{E859ABE3-E84C-4E22-ACEB-0609A6C7958B}" type="pres">
      <dgm:prSet presAssocID="{0AEA354B-CFD7-439B-9432-AAA23C92319E}" presName="connTx" presStyleLbl="parChTrans1D3" presStyleIdx="2" presStyleCnt="7"/>
      <dgm:spPr/>
    </dgm:pt>
    <dgm:pt modelId="{9C417709-EC6F-4AA8-99AF-66DF0813EB47}" type="pres">
      <dgm:prSet presAssocID="{EE376D43-9587-4EFF-B933-D68D55B6CD59}" presName="root2" presStyleCnt="0"/>
      <dgm:spPr/>
    </dgm:pt>
    <dgm:pt modelId="{D4AC65C6-9769-4DC0-95BC-0E6578A7FEC4}" type="pres">
      <dgm:prSet presAssocID="{EE376D43-9587-4EFF-B933-D68D55B6CD59}" presName="LevelTwoTextNode" presStyleLbl="node3" presStyleIdx="2" presStyleCnt="7">
        <dgm:presLayoutVars>
          <dgm:chPref val="3"/>
        </dgm:presLayoutVars>
      </dgm:prSet>
      <dgm:spPr/>
    </dgm:pt>
    <dgm:pt modelId="{991496FE-9B7C-4C60-B3F3-9F3E269D10F2}" type="pres">
      <dgm:prSet presAssocID="{EE376D43-9587-4EFF-B933-D68D55B6CD59}" presName="level3hierChild" presStyleCnt="0"/>
      <dgm:spPr/>
    </dgm:pt>
    <dgm:pt modelId="{F19EBE58-EC45-4AAE-8152-69F49EF32C1A}" type="pres">
      <dgm:prSet presAssocID="{3B629ED4-708C-4119-A58D-A4E13C0B4F31}" presName="conn2-1" presStyleLbl="parChTrans1D3" presStyleIdx="3" presStyleCnt="7"/>
      <dgm:spPr/>
    </dgm:pt>
    <dgm:pt modelId="{D04C0596-730D-4B98-965A-E1B3AB4C3F74}" type="pres">
      <dgm:prSet presAssocID="{3B629ED4-708C-4119-A58D-A4E13C0B4F31}" presName="connTx" presStyleLbl="parChTrans1D3" presStyleIdx="3" presStyleCnt="7"/>
      <dgm:spPr/>
    </dgm:pt>
    <dgm:pt modelId="{52AC5060-EE3C-4751-A348-BC1665C1C0AB}" type="pres">
      <dgm:prSet presAssocID="{B7220A72-2C0B-41F4-9BE9-4C88C402A570}" presName="root2" presStyleCnt="0"/>
      <dgm:spPr/>
    </dgm:pt>
    <dgm:pt modelId="{BF9457E7-158B-4205-BDA9-24FF28170F55}" type="pres">
      <dgm:prSet presAssocID="{B7220A72-2C0B-41F4-9BE9-4C88C402A570}" presName="LevelTwoTextNode" presStyleLbl="node3" presStyleIdx="3" presStyleCnt="7">
        <dgm:presLayoutVars>
          <dgm:chPref val="3"/>
        </dgm:presLayoutVars>
      </dgm:prSet>
      <dgm:spPr/>
    </dgm:pt>
    <dgm:pt modelId="{46FB3F51-6177-4028-BF38-811F415839FE}" type="pres">
      <dgm:prSet presAssocID="{B7220A72-2C0B-41F4-9BE9-4C88C402A570}" presName="level3hierChild" presStyleCnt="0"/>
      <dgm:spPr/>
    </dgm:pt>
    <dgm:pt modelId="{7F823384-CDFC-4093-ADC0-F35BCC26A858}" type="pres">
      <dgm:prSet presAssocID="{AF7FB3AF-F7F3-4B32-A624-FBAC3D388400}" presName="conn2-1" presStyleLbl="parChTrans1D4" presStyleIdx="10" presStyleCnt="17"/>
      <dgm:spPr/>
    </dgm:pt>
    <dgm:pt modelId="{A9B0D38E-6599-41EE-92B5-3437E69ABB0E}" type="pres">
      <dgm:prSet presAssocID="{AF7FB3AF-F7F3-4B32-A624-FBAC3D388400}" presName="connTx" presStyleLbl="parChTrans1D4" presStyleIdx="10" presStyleCnt="17"/>
      <dgm:spPr/>
    </dgm:pt>
    <dgm:pt modelId="{9538DE8F-4C72-4641-AC37-D36700BE85BE}" type="pres">
      <dgm:prSet presAssocID="{AD4297EA-ADC9-47A8-A8D5-843FEA9E6012}" presName="root2" presStyleCnt="0"/>
      <dgm:spPr/>
    </dgm:pt>
    <dgm:pt modelId="{D8DA4D8F-C589-48E0-9A49-280A56096395}" type="pres">
      <dgm:prSet presAssocID="{AD4297EA-ADC9-47A8-A8D5-843FEA9E6012}" presName="LevelTwoTextNode" presStyleLbl="node4" presStyleIdx="10" presStyleCnt="17">
        <dgm:presLayoutVars>
          <dgm:chPref val="3"/>
        </dgm:presLayoutVars>
      </dgm:prSet>
      <dgm:spPr/>
    </dgm:pt>
    <dgm:pt modelId="{21961A46-7E7A-4645-A2DD-62910F936A8E}" type="pres">
      <dgm:prSet presAssocID="{AD4297EA-ADC9-47A8-A8D5-843FEA9E6012}" presName="level3hierChild" presStyleCnt="0"/>
      <dgm:spPr/>
    </dgm:pt>
    <dgm:pt modelId="{C27DAB4B-D8BC-41B0-8CF0-274BF896C9A1}" type="pres">
      <dgm:prSet presAssocID="{25820CB6-75B6-413C-A194-A94FF7EE2F9C}" presName="conn2-1" presStyleLbl="parChTrans1D4" presStyleIdx="11" presStyleCnt="17"/>
      <dgm:spPr/>
    </dgm:pt>
    <dgm:pt modelId="{C4FD09EC-9B4A-45A3-A553-4D8BEA635345}" type="pres">
      <dgm:prSet presAssocID="{25820CB6-75B6-413C-A194-A94FF7EE2F9C}" presName="connTx" presStyleLbl="parChTrans1D4" presStyleIdx="11" presStyleCnt="17"/>
      <dgm:spPr/>
    </dgm:pt>
    <dgm:pt modelId="{621CC39D-267A-45A3-BAFF-7453B185F8C4}" type="pres">
      <dgm:prSet presAssocID="{10A4C188-0FD5-48A3-8240-A51FFE249BD7}" presName="root2" presStyleCnt="0"/>
      <dgm:spPr/>
    </dgm:pt>
    <dgm:pt modelId="{CE8921FC-A490-4075-8383-2928868A6257}" type="pres">
      <dgm:prSet presAssocID="{10A4C188-0FD5-48A3-8240-A51FFE249BD7}" presName="LevelTwoTextNode" presStyleLbl="node4" presStyleIdx="11" presStyleCnt="17">
        <dgm:presLayoutVars>
          <dgm:chPref val="3"/>
        </dgm:presLayoutVars>
      </dgm:prSet>
      <dgm:spPr/>
    </dgm:pt>
    <dgm:pt modelId="{EB51195C-95EE-43F6-AEFD-6A52939FE72D}" type="pres">
      <dgm:prSet presAssocID="{10A4C188-0FD5-48A3-8240-A51FFE249BD7}" presName="level3hierChild" presStyleCnt="0"/>
      <dgm:spPr/>
    </dgm:pt>
    <dgm:pt modelId="{E007051F-53B4-4ACA-BDBC-9F2C4C7EC001}" type="pres">
      <dgm:prSet presAssocID="{1657A25B-FC2F-48F2-904A-63795DA383A1}" presName="conn2-1" presStyleLbl="parChTrans1D4" presStyleIdx="12" presStyleCnt="17"/>
      <dgm:spPr/>
    </dgm:pt>
    <dgm:pt modelId="{1E674C02-CC28-41A3-ADB5-64454508A437}" type="pres">
      <dgm:prSet presAssocID="{1657A25B-FC2F-48F2-904A-63795DA383A1}" presName="connTx" presStyleLbl="parChTrans1D4" presStyleIdx="12" presStyleCnt="17"/>
      <dgm:spPr/>
    </dgm:pt>
    <dgm:pt modelId="{BE98527C-A26B-42D6-A3C2-AC0A1D4692D3}" type="pres">
      <dgm:prSet presAssocID="{14655F8B-AC6E-4C9C-84A7-4F61F6075D9D}" presName="root2" presStyleCnt="0"/>
      <dgm:spPr/>
    </dgm:pt>
    <dgm:pt modelId="{62F6E572-5E74-4BC5-87F9-99E2B88ABB6B}" type="pres">
      <dgm:prSet presAssocID="{14655F8B-AC6E-4C9C-84A7-4F61F6075D9D}" presName="LevelTwoTextNode" presStyleLbl="node4" presStyleIdx="12" presStyleCnt="17">
        <dgm:presLayoutVars>
          <dgm:chPref val="3"/>
        </dgm:presLayoutVars>
      </dgm:prSet>
      <dgm:spPr/>
    </dgm:pt>
    <dgm:pt modelId="{6E99F0A2-C1DA-47D8-9063-317428AC0560}" type="pres">
      <dgm:prSet presAssocID="{14655F8B-AC6E-4C9C-84A7-4F61F6075D9D}" presName="level3hierChild" presStyleCnt="0"/>
      <dgm:spPr/>
    </dgm:pt>
    <dgm:pt modelId="{82E3D863-7E1D-42C2-992E-19C395376F84}" type="pres">
      <dgm:prSet presAssocID="{5C9A0B69-EF5B-4E4F-8DE6-0EACDACEA222}" presName="conn2-1" presStyleLbl="parChTrans1D3" presStyleIdx="4" presStyleCnt="7"/>
      <dgm:spPr/>
    </dgm:pt>
    <dgm:pt modelId="{B06C1520-951F-4314-8773-D5B84EA16B24}" type="pres">
      <dgm:prSet presAssocID="{5C9A0B69-EF5B-4E4F-8DE6-0EACDACEA222}" presName="connTx" presStyleLbl="parChTrans1D3" presStyleIdx="4" presStyleCnt="7"/>
      <dgm:spPr/>
    </dgm:pt>
    <dgm:pt modelId="{CF6A2672-FD5B-4CF6-91DE-53BDD273947A}" type="pres">
      <dgm:prSet presAssocID="{D316218F-470D-4694-B5EE-8B3A709E04DC}" presName="root2" presStyleCnt="0"/>
      <dgm:spPr/>
    </dgm:pt>
    <dgm:pt modelId="{9DC67E14-49E6-45A5-B672-F703BC6C9264}" type="pres">
      <dgm:prSet presAssocID="{D316218F-470D-4694-B5EE-8B3A709E04DC}" presName="LevelTwoTextNode" presStyleLbl="node3" presStyleIdx="4" presStyleCnt="7">
        <dgm:presLayoutVars>
          <dgm:chPref val="3"/>
        </dgm:presLayoutVars>
      </dgm:prSet>
      <dgm:spPr/>
    </dgm:pt>
    <dgm:pt modelId="{03418FF8-7A48-4F96-96CA-FA959BE3459F}" type="pres">
      <dgm:prSet presAssocID="{D316218F-470D-4694-B5EE-8B3A709E04DC}" presName="level3hierChild" presStyleCnt="0"/>
      <dgm:spPr/>
    </dgm:pt>
    <dgm:pt modelId="{1EA81994-87E5-449E-9036-14A37798ADCF}" type="pres">
      <dgm:prSet presAssocID="{957CBD0A-59DE-40ED-967B-BAC78BF0A97A}" presName="conn2-1" presStyleLbl="parChTrans1D3" presStyleIdx="5" presStyleCnt="7"/>
      <dgm:spPr/>
    </dgm:pt>
    <dgm:pt modelId="{84A61504-CDD8-4EB0-83C6-FC03E6246427}" type="pres">
      <dgm:prSet presAssocID="{957CBD0A-59DE-40ED-967B-BAC78BF0A97A}" presName="connTx" presStyleLbl="parChTrans1D3" presStyleIdx="5" presStyleCnt="7"/>
      <dgm:spPr/>
    </dgm:pt>
    <dgm:pt modelId="{FCD2D274-D932-4CA0-9DA7-B265110210C6}" type="pres">
      <dgm:prSet presAssocID="{43090E44-0407-48FC-A39C-E84690DD81FE}" presName="root2" presStyleCnt="0"/>
      <dgm:spPr/>
    </dgm:pt>
    <dgm:pt modelId="{4B8FA5F0-45CC-42F6-9E52-686EA38B00AE}" type="pres">
      <dgm:prSet presAssocID="{43090E44-0407-48FC-A39C-E84690DD81FE}" presName="LevelTwoTextNode" presStyleLbl="node3" presStyleIdx="5" presStyleCnt="7">
        <dgm:presLayoutVars>
          <dgm:chPref val="3"/>
        </dgm:presLayoutVars>
      </dgm:prSet>
      <dgm:spPr/>
    </dgm:pt>
    <dgm:pt modelId="{43B250A0-8F54-4AE4-B948-BC3DCCB68B8A}" type="pres">
      <dgm:prSet presAssocID="{43090E44-0407-48FC-A39C-E84690DD81FE}" presName="level3hierChild" presStyleCnt="0"/>
      <dgm:spPr/>
    </dgm:pt>
    <dgm:pt modelId="{609F2009-82C6-4437-8488-3A995B47CAB0}" type="pres">
      <dgm:prSet presAssocID="{CDBDE363-12CC-4B5B-BA74-B6A4941061C2}" presName="conn2-1" presStyleLbl="parChTrans1D4" presStyleIdx="13" presStyleCnt="17"/>
      <dgm:spPr/>
    </dgm:pt>
    <dgm:pt modelId="{05486C6C-DCB0-4BB0-8D76-7B90F3869F0F}" type="pres">
      <dgm:prSet presAssocID="{CDBDE363-12CC-4B5B-BA74-B6A4941061C2}" presName="connTx" presStyleLbl="parChTrans1D4" presStyleIdx="13" presStyleCnt="17"/>
      <dgm:spPr/>
    </dgm:pt>
    <dgm:pt modelId="{1CDDBAA5-CA02-468E-9735-C2B79B549EF5}" type="pres">
      <dgm:prSet presAssocID="{E33BAF69-28B0-47B0-AE2B-6D2D72DDAEEE}" presName="root2" presStyleCnt="0"/>
      <dgm:spPr/>
    </dgm:pt>
    <dgm:pt modelId="{64A40FE5-8129-43E9-9A75-C0C669D7D742}" type="pres">
      <dgm:prSet presAssocID="{E33BAF69-28B0-47B0-AE2B-6D2D72DDAEEE}" presName="LevelTwoTextNode" presStyleLbl="node4" presStyleIdx="13" presStyleCnt="17">
        <dgm:presLayoutVars>
          <dgm:chPref val="3"/>
        </dgm:presLayoutVars>
      </dgm:prSet>
      <dgm:spPr/>
    </dgm:pt>
    <dgm:pt modelId="{3B729A51-07E8-4C20-B2B5-5A436BF69412}" type="pres">
      <dgm:prSet presAssocID="{E33BAF69-28B0-47B0-AE2B-6D2D72DDAEEE}" presName="level3hierChild" presStyleCnt="0"/>
      <dgm:spPr/>
    </dgm:pt>
    <dgm:pt modelId="{58070B23-7B70-48DB-A48F-A8FD1C4E068B}" type="pres">
      <dgm:prSet presAssocID="{5A3F6282-9656-4B76-AD1C-92ABA905111F}" presName="conn2-1" presStyleLbl="parChTrans1D4" presStyleIdx="14" presStyleCnt="17"/>
      <dgm:spPr/>
    </dgm:pt>
    <dgm:pt modelId="{9DB4C23A-0DFB-4363-952E-1AF9875E9081}" type="pres">
      <dgm:prSet presAssocID="{5A3F6282-9656-4B76-AD1C-92ABA905111F}" presName="connTx" presStyleLbl="parChTrans1D4" presStyleIdx="14" presStyleCnt="17"/>
      <dgm:spPr/>
    </dgm:pt>
    <dgm:pt modelId="{B81D8B4A-4BD7-4A3D-8D1A-053C67E4D654}" type="pres">
      <dgm:prSet presAssocID="{B7A9BBFE-6384-45ED-B87F-63A8DC6A01D5}" presName="root2" presStyleCnt="0"/>
      <dgm:spPr/>
    </dgm:pt>
    <dgm:pt modelId="{73F1D649-5D94-4697-AA74-9815392B2F67}" type="pres">
      <dgm:prSet presAssocID="{B7A9BBFE-6384-45ED-B87F-63A8DC6A01D5}" presName="LevelTwoTextNode" presStyleLbl="node4" presStyleIdx="14" presStyleCnt="17">
        <dgm:presLayoutVars>
          <dgm:chPref val="3"/>
        </dgm:presLayoutVars>
      </dgm:prSet>
      <dgm:spPr/>
    </dgm:pt>
    <dgm:pt modelId="{65C1985B-688B-42C0-B050-A8DC91E9B53A}" type="pres">
      <dgm:prSet presAssocID="{B7A9BBFE-6384-45ED-B87F-63A8DC6A01D5}" presName="level3hierChild" presStyleCnt="0"/>
      <dgm:spPr/>
    </dgm:pt>
    <dgm:pt modelId="{EE0BE73F-E8A1-4611-8AF0-BD78A28BD8A3}" type="pres">
      <dgm:prSet presAssocID="{DEEEB9E4-DB61-453D-B79A-7D33D5C4741B}" presName="conn2-1" presStyleLbl="parChTrans1D4" presStyleIdx="15" presStyleCnt="17"/>
      <dgm:spPr/>
    </dgm:pt>
    <dgm:pt modelId="{62C2CAF2-AA11-455F-9807-91ECEBFBC511}" type="pres">
      <dgm:prSet presAssocID="{DEEEB9E4-DB61-453D-B79A-7D33D5C4741B}" presName="connTx" presStyleLbl="parChTrans1D4" presStyleIdx="15" presStyleCnt="17"/>
      <dgm:spPr/>
    </dgm:pt>
    <dgm:pt modelId="{0EACF5CD-E4F7-431D-B7EB-04E008B45BBC}" type="pres">
      <dgm:prSet presAssocID="{6E680DD3-63F4-4D9B-B54F-B823152B3A51}" presName="root2" presStyleCnt="0"/>
      <dgm:spPr/>
    </dgm:pt>
    <dgm:pt modelId="{192C5F08-FFDA-48D1-972D-92220FA5BD37}" type="pres">
      <dgm:prSet presAssocID="{6E680DD3-63F4-4D9B-B54F-B823152B3A51}" presName="LevelTwoTextNode" presStyleLbl="node4" presStyleIdx="15" presStyleCnt="17">
        <dgm:presLayoutVars>
          <dgm:chPref val="3"/>
        </dgm:presLayoutVars>
      </dgm:prSet>
      <dgm:spPr/>
    </dgm:pt>
    <dgm:pt modelId="{205D6D55-E9B2-46F0-AD6E-99EF6E15ADC7}" type="pres">
      <dgm:prSet presAssocID="{6E680DD3-63F4-4D9B-B54F-B823152B3A51}" presName="level3hierChild" presStyleCnt="0"/>
      <dgm:spPr/>
    </dgm:pt>
    <dgm:pt modelId="{D467ECE9-8583-4DF7-AF44-F1E936223E8D}" type="pres">
      <dgm:prSet presAssocID="{0B10CA7C-A5C0-4865-9EB5-5D1F52D7865A}" presName="conn2-1" presStyleLbl="parChTrans1D4" presStyleIdx="16" presStyleCnt="17"/>
      <dgm:spPr/>
    </dgm:pt>
    <dgm:pt modelId="{46E9A1AE-C8F0-41BB-BB22-868CB89FBFDA}" type="pres">
      <dgm:prSet presAssocID="{0B10CA7C-A5C0-4865-9EB5-5D1F52D7865A}" presName="connTx" presStyleLbl="parChTrans1D4" presStyleIdx="16" presStyleCnt="17"/>
      <dgm:spPr/>
    </dgm:pt>
    <dgm:pt modelId="{2E28C77E-1197-4E38-A752-9CBBBC42A61D}" type="pres">
      <dgm:prSet presAssocID="{25F89DFB-10F7-418A-AFBE-9BF48D92CA01}" presName="root2" presStyleCnt="0"/>
      <dgm:spPr/>
    </dgm:pt>
    <dgm:pt modelId="{2B59CBE0-8B81-4540-8759-92815E99DF3E}" type="pres">
      <dgm:prSet presAssocID="{25F89DFB-10F7-418A-AFBE-9BF48D92CA01}" presName="LevelTwoTextNode" presStyleLbl="node4" presStyleIdx="16" presStyleCnt="17">
        <dgm:presLayoutVars>
          <dgm:chPref val="3"/>
        </dgm:presLayoutVars>
      </dgm:prSet>
      <dgm:spPr/>
    </dgm:pt>
    <dgm:pt modelId="{D4A0785B-5991-48E0-8A07-73965877091B}" type="pres">
      <dgm:prSet presAssocID="{25F89DFB-10F7-418A-AFBE-9BF48D92CA01}" presName="level3hierChild" presStyleCnt="0"/>
      <dgm:spPr/>
    </dgm:pt>
    <dgm:pt modelId="{9A911F7B-3911-46A0-B631-34D2FB01D055}" type="pres">
      <dgm:prSet presAssocID="{3ADBDF71-C21D-446C-BFDA-6ACFE2213218}" presName="conn2-1" presStyleLbl="parChTrans1D3" presStyleIdx="6" presStyleCnt="7"/>
      <dgm:spPr/>
    </dgm:pt>
    <dgm:pt modelId="{20EAA6C1-9D5E-4EEC-8FF2-B2CA601BA5C5}" type="pres">
      <dgm:prSet presAssocID="{3ADBDF71-C21D-446C-BFDA-6ACFE2213218}" presName="connTx" presStyleLbl="parChTrans1D3" presStyleIdx="6" presStyleCnt="7"/>
      <dgm:spPr/>
    </dgm:pt>
    <dgm:pt modelId="{AA4559D2-CEE4-452D-A4E5-129C8C752265}" type="pres">
      <dgm:prSet presAssocID="{6C79DDCF-841B-4E39-910A-7D1E92935990}" presName="root2" presStyleCnt="0"/>
      <dgm:spPr/>
    </dgm:pt>
    <dgm:pt modelId="{0FF1DF2B-0EA2-4E49-BB55-D89B1380BC6D}" type="pres">
      <dgm:prSet presAssocID="{6C79DDCF-841B-4E39-910A-7D1E92935990}" presName="LevelTwoTextNode" presStyleLbl="node3" presStyleIdx="6" presStyleCnt="7">
        <dgm:presLayoutVars>
          <dgm:chPref val="3"/>
        </dgm:presLayoutVars>
      </dgm:prSet>
      <dgm:spPr/>
    </dgm:pt>
    <dgm:pt modelId="{ACF1887C-627E-4A05-AF48-4AFA49489670}" type="pres">
      <dgm:prSet presAssocID="{6C79DDCF-841B-4E39-910A-7D1E92935990}" presName="level3hierChild" presStyleCnt="0"/>
      <dgm:spPr/>
    </dgm:pt>
    <dgm:pt modelId="{6706F55C-1B84-4681-90EC-2270F9347957}" type="pres">
      <dgm:prSet presAssocID="{7373119B-735F-44F5-B206-C618CA3DCBFC}" presName="conn2-1" presStyleLbl="parChTrans1D2" presStyleIdx="1" presStyleCnt="3"/>
      <dgm:spPr/>
    </dgm:pt>
    <dgm:pt modelId="{CFDCFB1E-B6E5-4C48-817A-7A3DF1550FFC}" type="pres">
      <dgm:prSet presAssocID="{7373119B-735F-44F5-B206-C618CA3DCBFC}" presName="connTx" presStyleLbl="parChTrans1D2" presStyleIdx="1" presStyleCnt="3"/>
      <dgm:spPr/>
    </dgm:pt>
    <dgm:pt modelId="{52030960-0F4C-43DC-9548-232657331377}" type="pres">
      <dgm:prSet presAssocID="{4F3848EE-EF18-4D6B-BCAC-C0EBEF427B09}" presName="root2" presStyleCnt="0"/>
      <dgm:spPr/>
    </dgm:pt>
    <dgm:pt modelId="{063A904C-A704-4433-B6BB-AB42F6B12325}" type="pres">
      <dgm:prSet presAssocID="{4F3848EE-EF18-4D6B-BCAC-C0EBEF427B09}" presName="LevelTwoTextNode" presStyleLbl="node2" presStyleIdx="1" presStyleCnt="3">
        <dgm:presLayoutVars>
          <dgm:chPref val="3"/>
        </dgm:presLayoutVars>
      </dgm:prSet>
      <dgm:spPr/>
    </dgm:pt>
    <dgm:pt modelId="{EB93DE88-3B09-4075-8E05-7F03CD6D9CB1}" type="pres">
      <dgm:prSet presAssocID="{4F3848EE-EF18-4D6B-BCAC-C0EBEF427B09}" presName="level3hierChild" presStyleCnt="0"/>
      <dgm:spPr/>
    </dgm:pt>
    <dgm:pt modelId="{586485CC-8547-42F8-B59A-821D5568C7B6}" type="pres">
      <dgm:prSet presAssocID="{68C5262D-8FF0-46EC-885A-9414F139237D}" presName="conn2-1" presStyleLbl="parChTrans1D2" presStyleIdx="2" presStyleCnt="3"/>
      <dgm:spPr/>
    </dgm:pt>
    <dgm:pt modelId="{61841A9E-4703-403E-AEF1-FA9E540820D4}" type="pres">
      <dgm:prSet presAssocID="{68C5262D-8FF0-46EC-885A-9414F139237D}" presName="connTx" presStyleLbl="parChTrans1D2" presStyleIdx="2" presStyleCnt="3"/>
      <dgm:spPr/>
    </dgm:pt>
    <dgm:pt modelId="{244F939D-D567-464F-86E4-CFA0B8AF2083}" type="pres">
      <dgm:prSet presAssocID="{021FC967-6AD2-453E-AE28-64DF26759716}" presName="root2" presStyleCnt="0"/>
      <dgm:spPr/>
    </dgm:pt>
    <dgm:pt modelId="{9E9DBD87-1C17-44E4-BD36-D0FE77671F0B}" type="pres">
      <dgm:prSet presAssocID="{021FC967-6AD2-453E-AE28-64DF26759716}" presName="LevelTwoTextNode" presStyleLbl="node2" presStyleIdx="2" presStyleCnt="3">
        <dgm:presLayoutVars>
          <dgm:chPref val="3"/>
        </dgm:presLayoutVars>
      </dgm:prSet>
      <dgm:spPr/>
    </dgm:pt>
    <dgm:pt modelId="{CD51AE3E-0627-43A2-B0C8-3FBD1219E650}" type="pres">
      <dgm:prSet presAssocID="{021FC967-6AD2-453E-AE28-64DF26759716}" presName="level3hierChild" presStyleCnt="0"/>
      <dgm:spPr/>
    </dgm:pt>
  </dgm:ptLst>
  <dgm:cxnLst>
    <dgm:cxn modelId="{9F7BCA01-1BF7-5643-82F1-C81B6F94D229}" type="presOf" srcId="{3A7D01F7-6F87-4D94-AF3D-1C42248F4D4F}" destId="{959A348E-4682-458E-9A4C-BFF4D40B371C}" srcOrd="0" destOrd="0" presId="urn:microsoft.com/office/officeart/2008/layout/HorizontalMultiLevelHierarchy"/>
    <dgm:cxn modelId="{D99C170A-7DFC-754A-A585-D29BD76E4D82}" type="presOf" srcId="{B6DA8380-CE42-4BDF-A528-F8452E7F7095}" destId="{F7639075-7D85-4A2A-9DF1-1CBFB70F4B05}" srcOrd="0" destOrd="0" presId="urn:microsoft.com/office/officeart/2008/layout/HorizontalMultiLevelHierarchy"/>
    <dgm:cxn modelId="{928F090C-4037-FA4C-B44B-E8286B585FD7}" type="presOf" srcId="{CB6AFC11-F3CA-44DC-8233-943E677A3B4A}" destId="{105AA896-5A0A-4424-850D-B6A80FF0523B}" srcOrd="1" destOrd="0" presId="urn:microsoft.com/office/officeart/2008/layout/HorizontalMultiLevelHierarchy"/>
    <dgm:cxn modelId="{F2F36312-CCC6-9849-98F7-6D4D120A9DAD}" type="presOf" srcId="{D16029D9-5A75-433B-B4EA-B5B63FED45A3}" destId="{B6D86504-F4CE-4114-B495-4AD37D34C06C}" srcOrd="0" destOrd="0" presId="urn:microsoft.com/office/officeart/2008/layout/HorizontalMultiLevelHierarchy"/>
    <dgm:cxn modelId="{D891D312-A465-4B33-B46D-175CDFB71459}" srcId="{9C542813-7157-4CEB-B391-D529FF0B77F5}" destId="{8827F4FC-3DA3-4740-9F93-11EBFFDB8BA5}" srcOrd="0" destOrd="0" parTransId="{EEFD2A1F-A937-4556-8F54-0D68DE13CEE9}" sibTransId="{EAB68828-C60A-4157-8338-101867F639B0}"/>
    <dgm:cxn modelId="{288F1B17-59E8-DC41-BA31-129D2CB94E7D}" type="presOf" srcId="{8827F4FC-3DA3-4740-9F93-11EBFFDB8BA5}" destId="{BACDAF55-47B8-4329-AB4B-76375B751EF6}" srcOrd="0" destOrd="0" presId="urn:microsoft.com/office/officeart/2008/layout/HorizontalMultiLevelHierarchy"/>
    <dgm:cxn modelId="{0C62F11A-E91E-B743-B554-C8B23092A194}" type="presOf" srcId="{EEFD2A1F-A937-4556-8F54-0D68DE13CEE9}" destId="{191C93BA-73A7-4760-B66A-6DFF6EF2B752}" srcOrd="0" destOrd="0" presId="urn:microsoft.com/office/officeart/2008/layout/HorizontalMultiLevelHierarchy"/>
    <dgm:cxn modelId="{C7CE8E1D-37D7-B944-B62F-DD37F97B627A}" type="presOf" srcId="{5A3F6282-9656-4B76-AD1C-92ABA905111F}" destId="{58070B23-7B70-48DB-A48F-A8FD1C4E068B}" srcOrd="0" destOrd="0" presId="urn:microsoft.com/office/officeart/2008/layout/HorizontalMultiLevelHierarchy"/>
    <dgm:cxn modelId="{86555F21-8FA2-4F47-BC52-78D72A2F2AD3}" type="presOf" srcId="{87D26014-5BA3-4373-ABAA-CDE3A81F453A}" destId="{FC6AE720-D739-4E3D-84FA-9DDC8B5559CE}" srcOrd="0" destOrd="0" presId="urn:microsoft.com/office/officeart/2008/layout/HorizontalMultiLevelHierarchy"/>
    <dgm:cxn modelId="{C2475A22-E7F7-F247-88D4-1785A01C420F}" type="presOf" srcId="{2E6DF439-9272-43F8-AB15-0B9BA098CAB0}" destId="{C829D10C-4D9B-4635-A22F-C93E8F5D4BAF}" srcOrd="1" destOrd="0" presId="urn:microsoft.com/office/officeart/2008/layout/HorizontalMultiLevelHierarchy"/>
    <dgm:cxn modelId="{2153D125-00B7-46DB-B0B6-8E58F9BEC3C2}" srcId="{B7220A72-2C0B-41F4-9BE9-4C88C402A570}" destId="{AD4297EA-ADC9-47A8-A8D5-843FEA9E6012}" srcOrd="0" destOrd="0" parTransId="{AF7FB3AF-F7F3-4B32-A624-FBAC3D388400}" sibTransId="{F04D3F9B-45D1-498C-A09E-DF5D80C773AC}"/>
    <dgm:cxn modelId="{9D486226-C816-504B-8A34-F4AEA19E8BE9}" type="presOf" srcId="{AF7FB3AF-F7F3-4B32-A624-FBAC3D388400}" destId="{A9B0D38E-6599-41EE-92B5-3437E69ABB0E}" srcOrd="1" destOrd="0" presId="urn:microsoft.com/office/officeart/2008/layout/HorizontalMultiLevelHierarchy"/>
    <dgm:cxn modelId="{8BBEB629-1CFA-4224-8460-0B01DCF1EBD3}" srcId="{43090E44-0407-48FC-A39C-E84690DD81FE}" destId="{E33BAF69-28B0-47B0-AE2B-6D2D72DDAEEE}" srcOrd="0" destOrd="0" parTransId="{CDBDE363-12CC-4B5B-BA74-B6A4941061C2}" sibTransId="{3EEAA2FE-5A36-41FB-A267-A7DB971EEF09}"/>
    <dgm:cxn modelId="{22D97C2B-4AAA-C649-B35D-3698EC1956DB}" type="presOf" srcId="{C2502A85-90A1-45CD-AAC6-F70619F8B789}" destId="{46DB634A-570B-427C-B52E-69D22CE18C82}" srcOrd="0" destOrd="0" presId="urn:microsoft.com/office/officeart/2008/layout/HorizontalMultiLevelHierarchy"/>
    <dgm:cxn modelId="{67EB262C-36D6-F641-97D3-46FB94B1486F}" type="presOf" srcId="{43090E44-0407-48FC-A39C-E84690DD81FE}" destId="{4B8FA5F0-45CC-42F6-9E52-686EA38B00AE}" srcOrd="0" destOrd="0" presId="urn:microsoft.com/office/officeart/2008/layout/HorizontalMultiLevelHierarchy"/>
    <dgm:cxn modelId="{A1C1452F-7C94-CE4F-8A9E-6931580FC3CA}" type="presOf" srcId="{D16029D9-5A75-433B-B4EA-B5B63FED45A3}" destId="{5E4BB563-7EEC-47A8-91C8-9A5E4EFADF33}" srcOrd="1" destOrd="0" presId="urn:microsoft.com/office/officeart/2008/layout/HorizontalMultiLevelHierarchy"/>
    <dgm:cxn modelId="{57304A2F-31B1-4C67-B712-4AC718962EDC}" srcId="{9C542813-7157-4CEB-B391-D529FF0B77F5}" destId="{6C79DDCF-841B-4E39-910A-7D1E92935990}" srcOrd="6" destOrd="0" parTransId="{3ADBDF71-C21D-446C-BFDA-6ACFE2213218}" sibTransId="{8AB2702C-6DD7-4B49-9F3C-74402928E6BB}"/>
    <dgm:cxn modelId="{38A95D31-0941-294D-B3EA-4BC408D7E9DA}" type="presOf" srcId="{9C542813-7157-4CEB-B391-D529FF0B77F5}" destId="{584C7F3D-CBF8-452D-9E4E-B55F4C153055}" srcOrd="0" destOrd="0" presId="urn:microsoft.com/office/officeart/2008/layout/HorizontalMultiLevelHierarchy"/>
    <dgm:cxn modelId="{914BAB34-A769-704F-90ED-9A11015BD2DC}" type="presOf" srcId="{CDBDE363-12CC-4B5B-BA74-B6A4941061C2}" destId="{05486C6C-DCB0-4BB0-8D76-7B90F3869F0F}" srcOrd="1" destOrd="0" presId="urn:microsoft.com/office/officeart/2008/layout/HorizontalMultiLevelHierarchy"/>
    <dgm:cxn modelId="{AF419135-3D91-4D44-A053-32E255657767}" type="presOf" srcId="{EAB21DE2-460D-4839-912D-0E1CDC867FCF}" destId="{EF0877AB-6EAB-45B2-A434-77BBE9A1AAF5}" srcOrd="0" destOrd="0" presId="urn:microsoft.com/office/officeart/2008/layout/HorizontalMultiLevelHierarchy"/>
    <dgm:cxn modelId="{80569235-F00E-45E4-B214-8893E0A92179}" srcId="{8827F4FC-3DA3-4740-9F93-11EBFFDB8BA5}" destId="{9A08A288-B436-4D81-9956-B072F8AC25E4}" srcOrd="1" destOrd="0" parTransId="{87D26014-5BA3-4373-ABAA-CDE3A81F453A}" sibTransId="{B1F097C7-6454-4349-B057-A0C1947493B0}"/>
    <dgm:cxn modelId="{5FF44837-AF2F-45FC-BF7E-3E8BAE00006E}" srcId="{FAAA9BE1-9F52-4392-8A4D-3348937F46AE}" destId="{D8F8CDBE-F083-450D-9276-1628A569C466}" srcOrd="0" destOrd="0" parTransId="{CB6AFC11-F3CA-44DC-8233-943E677A3B4A}" sibTransId="{B9B16161-99FA-4FB1-BAA1-4933DEB30875}"/>
    <dgm:cxn modelId="{2CE0613B-BF08-EC4B-9C10-3474971B3A07}" type="presOf" srcId="{7B4564E8-94C1-4C99-9DC9-CCB17B7EF8D6}" destId="{BFD6C910-A4D9-442F-BEDF-0C2F7A1119F4}" srcOrd="0" destOrd="0" presId="urn:microsoft.com/office/officeart/2008/layout/HorizontalMultiLevelHierarchy"/>
    <dgm:cxn modelId="{4AB8E73C-5209-3748-BE47-172E0C066E47}" type="presOf" srcId="{25820CB6-75B6-413C-A194-A94FF7EE2F9C}" destId="{C4FD09EC-9B4A-45A3-A553-4D8BEA635345}" srcOrd="1" destOrd="0" presId="urn:microsoft.com/office/officeart/2008/layout/HorizontalMultiLevelHierarchy"/>
    <dgm:cxn modelId="{0AA31040-BCD9-466B-A259-B869623B5CF7}" srcId="{9C542813-7157-4CEB-B391-D529FF0B77F5}" destId="{EE376D43-9587-4EFF-B933-D68D55B6CD59}" srcOrd="2" destOrd="0" parTransId="{0AEA354B-CFD7-439B-9432-AAA23C92319E}" sibTransId="{99CE8EDE-F337-4C00-AD21-2273798AAB6B}"/>
    <dgm:cxn modelId="{55FD1F40-0B3E-477A-8DD1-C479EC2079FB}" srcId="{9C542813-7157-4CEB-B391-D529FF0B77F5}" destId="{B7220A72-2C0B-41F4-9BE9-4C88C402A570}" srcOrd="3" destOrd="0" parTransId="{3B629ED4-708C-4119-A58D-A4E13C0B4F31}" sibTransId="{5F108F0C-3C38-4743-9826-87F99383CA3F}"/>
    <dgm:cxn modelId="{5371AC40-DD92-D941-AD8D-642BE60297AB}" type="presOf" srcId="{7373119B-735F-44F5-B206-C618CA3DCBFC}" destId="{CFDCFB1E-B6E5-4C48-817A-7A3DF1550FFC}" srcOrd="1" destOrd="0" presId="urn:microsoft.com/office/officeart/2008/layout/HorizontalMultiLevelHierarchy"/>
    <dgm:cxn modelId="{C4C1D45F-ED82-064A-A8E8-AAC87977C5D7}" type="presOf" srcId="{CB6AFC11-F3CA-44DC-8233-943E677A3B4A}" destId="{37F98FBC-896B-4BE2-8E1C-E0DB22AD86E3}" srcOrd="0" destOrd="0" presId="urn:microsoft.com/office/officeart/2008/layout/HorizontalMultiLevelHierarchy"/>
    <dgm:cxn modelId="{B8BACC60-D69E-D046-8929-17CA9C5BAE55}" type="presOf" srcId="{3CC5E166-A66B-4302-AFA2-9B2ABE48F7F3}" destId="{0BB7778E-A308-433A-9DBD-73826C793A8B}" srcOrd="0" destOrd="0" presId="urn:microsoft.com/office/officeart/2008/layout/HorizontalMultiLevelHierarchy"/>
    <dgm:cxn modelId="{A0B48D62-92F3-EE44-BC3F-086F9E528220}" type="presOf" srcId="{29A0BC7F-9EA7-4FA7-BCF1-214D86300234}" destId="{CC34D396-BB74-4A2E-AC0A-68E5B2D10304}" srcOrd="0" destOrd="0" presId="urn:microsoft.com/office/officeart/2008/layout/HorizontalMultiLevelHierarchy"/>
    <dgm:cxn modelId="{08F2BD43-6B7A-433E-A5D9-A74F6E4523E2}" srcId="{B6DA8380-CE42-4BDF-A528-F8452E7F7095}" destId="{EA5A99D3-5923-4364-8830-9EF58A6CE0D8}" srcOrd="2" destOrd="0" parTransId="{49BE13F9-26E7-485D-B38F-94C2B98445C3}" sibTransId="{3E50BA09-1689-4121-B862-72F3A86C3E4A}"/>
    <dgm:cxn modelId="{2FE60E45-3590-A14B-BDDA-3662576B67F1}" type="presOf" srcId="{5A3F6282-9656-4B76-AD1C-92ABA905111F}" destId="{9DB4C23A-0DFB-4363-952E-1AF9875E9081}" srcOrd="1" destOrd="0" presId="urn:microsoft.com/office/officeart/2008/layout/HorizontalMultiLevelHierarchy"/>
    <dgm:cxn modelId="{F6FBCF45-C571-A741-B6AA-671D20F3BAEB}" type="presOf" srcId="{3B629ED4-708C-4119-A58D-A4E13C0B4F31}" destId="{D04C0596-730D-4B98-965A-E1B3AB4C3F74}" srcOrd="1" destOrd="0" presId="urn:microsoft.com/office/officeart/2008/layout/HorizontalMultiLevelHierarchy"/>
    <dgm:cxn modelId="{5AAFB947-A674-5C4D-91D2-38D9BD358166}" type="presOf" srcId="{3ADBDF71-C21D-446C-BFDA-6ACFE2213218}" destId="{20EAA6C1-9D5E-4EEC-8FF2-B2CA601BA5C5}" srcOrd="1" destOrd="0" presId="urn:microsoft.com/office/officeart/2008/layout/HorizontalMultiLevelHierarchy"/>
    <dgm:cxn modelId="{3D9CC367-933A-DC4D-B702-6A388036908C}" type="presOf" srcId="{7E50FB4A-DEC9-4286-828F-87455E9DC344}" destId="{BE7E7906-EEBE-4771-8D7A-2AC52E9EE87E}" srcOrd="1" destOrd="0" presId="urn:microsoft.com/office/officeart/2008/layout/HorizontalMultiLevelHierarchy"/>
    <dgm:cxn modelId="{4A8CE347-3B8D-456D-96A2-A2AAAC2DF8D0}" srcId="{29A0BC7F-9EA7-4FA7-BCF1-214D86300234}" destId="{7B4564E8-94C1-4C99-9DC9-CCB17B7EF8D6}" srcOrd="0" destOrd="0" parTransId="{BE3F792F-E551-4D5E-A4E6-5DF0F18F2D57}" sibTransId="{4CE28A85-028A-4AD5-96F8-6A6BAE586CAE}"/>
    <dgm:cxn modelId="{2D22A749-3558-F848-B1BF-A3EACB26A177}" type="presOf" srcId="{0CEA3950-17A9-492A-9771-7B4EFBDFE8B8}" destId="{133ABA23-8876-45A7-97E2-756A5A24A670}" srcOrd="1" destOrd="0" presId="urn:microsoft.com/office/officeart/2008/layout/HorizontalMultiLevelHierarchy"/>
    <dgm:cxn modelId="{CC71B66A-EE86-405D-A4C7-58AA6A6E03C1}" srcId="{20A29980-0D6B-4CBC-92A4-6A5DCEABF2FF}" destId="{E36F181B-E00B-4516-AAB9-6A194756D5BF}" srcOrd="0" destOrd="0" parTransId="{CA38E3B8-354B-475A-99C4-F5D138EAA4FD}" sibTransId="{38C4EC27-38FE-48BA-B4EE-4CBBCD24418E}"/>
    <dgm:cxn modelId="{D93F6F4C-6803-874D-A232-3124E86213F7}" type="presOf" srcId="{D316218F-470D-4694-B5EE-8B3A709E04DC}" destId="{9DC67E14-49E6-45A5-B672-F703BC6C9264}" srcOrd="0" destOrd="0" presId="urn:microsoft.com/office/officeart/2008/layout/HorizontalMultiLevelHierarchy"/>
    <dgm:cxn modelId="{306CD64F-DA0A-BD47-8F79-6A7322431025}" type="presOf" srcId="{0B10CA7C-A5C0-4865-9EB5-5D1F52D7865A}" destId="{D467ECE9-8583-4DF7-AF44-F1E936223E8D}" srcOrd="0" destOrd="0" presId="urn:microsoft.com/office/officeart/2008/layout/HorizontalMultiLevelHierarchy"/>
    <dgm:cxn modelId="{33F8AC50-E780-4644-B25D-624D9B044965}" type="presOf" srcId="{E33BAF69-28B0-47B0-AE2B-6D2D72DDAEEE}" destId="{64A40FE5-8129-43E9-9A75-C0C669D7D742}" srcOrd="0" destOrd="0" presId="urn:microsoft.com/office/officeart/2008/layout/HorizontalMultiLevelHierarchy"/>
    <dgm:cxn modelId="{3568E950-9D4B-4E7C-8630-7A17F40DE3F0}" srcId="{9A08A288-B436-4D81-9956-B072F8AC25E4}" destId="{C2502A85-90A1-45CD-AAC6-F70619F8B789}" srcOrd="0" destOrd="0" parTransId="{CD153BED-8DC2-41FE-BD15-0446EF0B079F}" sibTransId="{C834983F-F2BA-4801-96F9-3FD77524E8CB}"/>
    <dgm:cxn modelId="{325EE951-600E-DE44-926D-D0689274CA6F}" type="presOf" srcId="{14655F8B-AC6E-4C9C-84A7-4F61F6075D9D}" destId="{62F6E572-5E74-4BC5-87F9-99E2B88ABB6B}" srcOrd="0" destOrd="0" presId="urn:microsoft.com/office/officeart/2008/layout/HorizontalMultiLevelHierarchy"/>
    <dgm:cxn modelId="{A280F473-FB31-7848-B927-ED09D7EDEDFE}" type="presOf" srcId="{021FC967-6AD2-453E-AE28-64DF26759716}" destId="{9E9DBD87-1C17-44E4-BD36-D0FE77671F0B}" srcOrd="0" destOrd="0" presId="urn:microsoft.com/office/officeart/2008/layout/HorizontalMultiLevelHierarchy"/>
    <dgm:cxn modelId="{E94DC155-3DCB-994A-BD36-0006ECAC3DCF}" type="presOf" srcId="{0B10CA7C-A5C0-4865-9EB5-5D1F52D7865A}" destId="{46E9A1AE-C8F0-41BB-BB22-868CB89FBFDA}" srcOrd="1" destOrd="0" presId="urn:microsoft.com/office/officeart/2008/layout/HorizontalMultiLevelHierarchy"/>
    <dgm:cxn modelId="{8C347957-C219-4C43-8981-B5CD1FDF88CB}" type="presOf" srcId="{10A4C188-0FD5-48A3-8240-A51FFE249BD7}" destId="{CE8921FC-A490-4075-8383-2928868A6257}" srcOrd="0" destOrd="0" presId="urn:microsoft.com/office/officeart/2008/layout/HorizontalMultiLevelHierarchy"/>
    <dgm:cxn modelId="{5FF75E79-D5AC-6E47-85BA-9E5F38448B67}" type="presOf" srcId="{B7A9BBFE-6384-45ED-B87F-63A8DC6A01D5}" destId="{73F1D649-5D94-4697-AA74-9815392B2F67}" srcOrd="0" destOrd="0" presId="urn:microsoft.com/office/officeart/2008/layout/HorizontalMultiLevelHierarchy"/>
    <dgm:cxn modelId="{4C99387B-0776-8749-9E53-44BA585AD739}" type="presOf" srcId="{49BE13F9-26E7-485D-B38F-94C2B98445C3}" destId="{B3C09FC1-57CF-4BA8-9D91-FAC71162F0B3}" srcOrd="1" destOrd="0" presId="urn:microsoft.com/office/officeart/2008/layout/HorizontalMultiLevelHierarchy"/>
    <dgm:cxn modelId="{BAD64E7B-FD0E-2A49-AE30-02755BBE4DC1}" type="presOf" srcId="{0AEA354B-CFD7-439B-9432-AAA23C92319E}" destId="{52D27A3B-7471-433C-8F60-BEC60E12D1B9}" srcOrd="0" destOrd="0" presId="urn:microsoft.com/office/officeart/2008/layout/HorizontalMultiLevelHierarchy"/>
    <dgm:cxn modelId="{BF84287D-4762-FE49-8374-10905B16AF57}" type="presOf" srcId="{25F89DFB-10F7-418A-AFBE-9BF48D92CA01}" destId="{2B59CBE0-8B81-4540-8759-92815E99DF3E}" srcOrd="0" destOrd="0" presId="urn:microsoft.com/office/officeart/2008/layout/HorizontalMultiLevelHierarchy"/>
    <dgm:cxn modelId="{37C7D47D-DB45-9340-8D10-1E35B9EE08ED}" type="presOf" srcId="{CDBDE363-12CC-4B5B-BA74-B6A4941061C2}" destId="{609F2009-82C6-4437-8488-3A995B47CAB0}" srcOrd="0" destOrd="0" presId="urn:microsoft.com/office/officeart/2008/layout/HorizontalMultiLevelHierarchy"/>
    <dgm:cxn modelId="{1D93AF7E-E9E5-BD4B-BED0-C3F367DF1431}" type="presOf" srcId="{B7220A72-2C0B-41F4-9BE9-4C88C402A570}" destId="{BF9457E7-158B-4205-BDA9-24FF28170F55}" srcOrd="0" destOrd="0" presId="urn:microsoft.com/office/officeart/2008/layout/HorizontalMultiLevelHierarchy"/>
    <dgm:cxn modelId="{FEB3C47F-DACC-4543-A228-EE1388648AB5}" type="presOf" srcId="{AF7FB3AF-F7F3-4B32-A624-FBAC3D388400}" destId="{7F823384-CDFC-4093-ADC0-F35BCC26A858}" srcOrd="0" destOrd="0" presId="urn:microsoft.com/office/officeart/2008/layout/HorizontalMultiLevelHierarchy"/>
    <dgm:cxn modelId="{1AA30980-6E58-174A-88E0-4A2467F27510}" type="presOf" srcId="{EEFD2A1F-A937-4556-8F54-0D68DE13CEE9}" destId="{A037771D-BBBD-4AD2-A42B-0B04257376A4}" srcOrd="1" destOrd="0" presId="urn:microsoft.com/office/officeart/2008/layout/HorizontalMultiLevelHierarchy"/>
    <dgm:cxn modelId="{11512E80-E461-624B-9E86-96E8812683B6}" type="presOf" srcId="{CD153BED-8DC2-41FE-BD15-0446EF0B079F}" destId="{DAB6448F-611C-47A5-B621-DA714E209D70}" srcOrd="1" destOrd="0" presId="urn:microsoft.com/office/officeart/2008/layout/HorizontalMultiLevelHierarchy"/>
    <dgm:cxn modelId="{807BFE80-D8E6-4865-BFCD-5B6D5B4712ED}" srcId="{10A4C188-0FD5-48A3-8240-A51FFE249BD7}" destId="{14655F8B-AC6E-4C9C-84A7-4F61F6075D9D}" srcOrd="0" destOrd="0" parTransId="{1657A25B-FC2F-48F2-904A-63795DA383A1}" sibTransId="{DFA524E7-782E-4A94-84F7-F25A1D722143}"/>
    <dgm:cxn modelId="{8E686F81-D3C2-4B5E-9D2B-85452EB4873D}" srcId="{9C542813-7157-4CEB-B391-D529FF0B77F5}" destId="{B6DA8380-CE42-4BDF-A528-F8452E7F7095}" srcOrd="1" destOrd="0" parTransId="{2613D1E3-5981-4151-A438-77F52C7F7CF6}" sibTransId="{57112096-89CC-4B82-AA07-B30B9CA09313}"/>
    <dgm:cxn modelId="{E2826F87-95BD-7C4C-B484-6046FE752B42}" type="presOf" srcId="{7E50FB4A-DEC9-4286-828F-87455E9DC344}" destId="{EF86D741-6276-4C96-BE51-F4B0552B0FBC}" srcOrd="0" destOrd="0" presId="urn:microsoft.com/office/officeart/2008/layout/HorizontalMultiLevelHierarchy"/>
    <dgm:cxn modelId="{A923AE87-BA4E-0640-821C-EA8D773DE826}" type="presOf" srcId="{9A08A288-B436-4D81-9956-B072F8AC25E4}" destId="{D6B7E650-E0A8-4D16-8CA6-44821E4D81A1}" srcOrd="0" destOrd="0" presId="urn:microsoft.com/office/officeart/2008/layout/HorizontalMultiLevelHierarchy"/>
    <dgm:cxn modelId="{2260228B-D4FA-DC4D-BE88-1E33B0303712}" type="presOf" srcId="{3A7D01F7-6F87-4D94-AF3D-1C42248F4D4F}" destId="{D5091C38-6E71-4184-894F-157ACAC2F80B}" srcOrd="1" destOrd="0" presId="urn:microsoft.com/office/officeart/2008/layout/HorizontalMultiLevelHierarchy"/>
    <dgm:cxn modelId="{A7E1C58E-4A9D-1748-A58B-2D764FA1FEEC}" type="presOf" srcId="{68C5262D-8FF0-46EC-885A-9414F139237D}" destId="{586485CC-8547-42F8-B59A-821D5568C7B6}" srcOrd="0" destOrd="0" presId="urn:microsoft.com/office/officeart/2008/layout/HorizontalMultiLevelHierarchy"/>
    <dgm:cxn modelId="{C6B4CE8F-D027-0649-95C4-1B3D15552341}" type="presOf" srcId="{5C9A0B69-EF5B-4E4F-8DE6-0EACDACEA222}" destId="{82E3D863-7E1D-42C2-992E-19C395376F84}" srcOrd="0" destOrd="0" presId="urn:microsoft.com/office/officeart/2008/layout/HorizontalMultiLevelHierarchy"/>
    <dgm:cxn modelId="{72FBE991-1AC8-DE4A-9AA8-AED5D24BBFB2}" type="presOf" srcId="{957CBD0A-59DE-40ED-967B-BAC78BF0A97A}" destId="{1EA81994-87E5-449E-9036-14A37798ADCF}" srcOrd="0" destOrd="0" presId="urn:microsoft.com/office/officeart/2008/layout/HorizontalMultiLevelHierarchy"/>
    <dgm:cxn modelId="{944C5999-500E-B342-A545-62D593DB345F}" type="presOf" srcId="{BE3F792F-E551-4D5E-A4E6-5DF0F18F2D57}" destId="{6584CD63-C85B-4DCA-8E14-700D8FDC9809}" srcOrd="1" destOrd="0" presId="urn:microsoft.com/office/officeart/2008/layout/HorizontalMultiLevelHierarchy"/>
    <dgm:cxn modelId="{C260819A-374B-440D-BF2E-CE60BB55DA8D}" srcId="{EA5A99D3-5923-4364-8830-9EF58A6CE0D8}" destId="{3CC5E166-A66B-4302-AFA2-9B2ABE48F7F3}" srcOrd="1" destOrd="0" parTransId="{2E6DF439-9272-43F8-AB15-0B9BA098CAB0}" sibTransId="{150F643B-5DFD-49CC-B16E-003C9F5A83FF}"/>
    <dgm:cxn modelId="{DD88989C-6318-442A-ABAF-E75ADD3BCCCC}" srcId="{E36F181B-E00B-4516-AAB9-6A194756D5BF}" destId="{021FC967-6AD2-453E-AE28-64DF26759716}" srcOrd="2" destOrd="0" parTransId="{68C5262D-8FF0-46EC-885A-9414F139237D}" sibTransId="{E9B28CC6-60A9-4F20-8158-D01B071CE920}"/>
    <dgm:cxn modelId="{8AB4089F-468A-B946-827F-312072E377BB}" type="presOf" srcId="{0AEA354B-CFD7-439B-9432-AAA23C92319E}" destId="{E859ABE3-E84C-4E22-ACEB-0609A6C7958B}" srcOrd="1" destOrd="0" presId="urn:microsoft.com/office/officeart/2008/layout/HorizontalMultiLevelHierarchy"/>
    <dgm:cxn modelId="{3EE5929F-F790-4EAD-AF8A-B25AEA4904E2}" srcId="{8827F4FC-3DA3-4740-9F93-11EBFFDB8BA5}" destId="{EAB21DE2-460D-4839-912D-0E1CDC867FCF}" srcOrd="0" destOrd="0" parTransId="{7E50FB4A-DEC9-4286-828F-87455E9DC344}" sibTransId="{DC5AFAAA-71BE-4292-984B-3AD398DBB085}"/>
    <dgm:cxn modelId="{D8E7A2A1-0E7E-5A43-904B-212B60AE8714}" type="presOf" srcId="{BAB69679-E857-4BE5-8455-A328A42E50BB}" destId="{49B1ECDE-FEF2-4B9B-B70F-E12E4B9A9955}" srcOrd="0" destOrd="0" presId="urn:microsoft.com/office/officeart/2008/layout/HorizontalMultiLevelHierarchy"/>
    <dgm:cxn modelId="{EF34BDA9-E2BF-7246-8579-F951D4C4A003}" type="presOf" srcId="{25820CB6-75B6-413C-A194-A94FF7EE2F9C}" destId="{C27DAB4B-D8BC-41B0-8CF0-274BF896C9A1}" srcOrd="0" destOrd="0" presId="urn:microsoft.com/office/officeart/2008/layout/HorizontalMultiLevelHierarchy"/>
    <dgm:cxn modelId="{E263D8AA-0467-9246-89FA-487AFAB60FC5}" type="presOf" srcId="{CD153BED-8DC2-41FE-BD15-0446EF0B079F}" destId="{443DB235-054C-45E3-B3CD-4F8E984FAFCC}" srcOrd="0" destOrd="0" presId="urn:microsoft.com/office/officeart/2008/layout/HorizontalMultiLevelHierarchy"/>
    <dgm:cxn modelId="{EC97D7AC-B35C-E749-A769-A0D909DB39C7}" type="presOf" srcId="{1657A25B-FC2F-48F2-904A-63795DA383A1}" destId="{1E674C02-CC28-41A3-ADB5-64454508A437}" srcOrd="1" destOrd="0" presId="urn:microsoft.com/office/officeart/2008/layout/HorizontalMultiLevelHierarchy"/>
    <dgm:cxn modelId="{139D09AD-7BF0-9A4D-BE6E-82E19AAF6DB9}" type="presOf" srcId="{2E6DF439-9272-43F8-AB15-0B9BA098CAB0}" destId="{6D50EB19-522F-41A8-B3FD-BBD27EE1F0CE}" srcOrd="0" destOrd="0" presId="urn:microsoft.com/office/officeart/2008/layout/HorizontalMultiLevelHierarchy"/>
    <dgm:cxn modelId="{DE78F6B0-09FE-EA42-8288-3C5639B248FF}" type="presOf" srcId="{FAAA9BE1-9F52-4392-8A4D-3348937F46AE}" destId="{A613927A-3150-441E-A1EF-6D74D6471404}" srcOrd="0" destOrd="0" presId="urn:microsoft.com/office/officeart/2008/layout/HorizontalMultiLevelHierarchy"/>
    <dgm:cxn modelId="{88C95AB1-5109-334A-96A6-6B07280531C3}" type="presOf" srcId="{20A29980-0D6B-4CBC-92A4-6A5DCEABF2FF}" destId="{218FC189-5620-4D4D-BF28-1F9D036B5F5A}" srcOrd="0" destOrd="0" presId="urn:microsoft.com/office/officeart/2008/layout/HorizontalMultiLevelHierarchy"/>
    <dgm:cxn modelId="{84A4C4B6-371F-4F40-943F-D1C5DF9368D3}" type="presOf" srcId="{6E680DD3-63F4-4D9B-B54F-B823152B3A51}" destId="{192C5F08-FFDA-48D1-972D-92220FA5BD37}" srcOrd="0" destOrd="0" presId="urn:microsoft.com/office/officeart/2008/layout/HorizontalMultiLevelHierarchy"/>
    <dgm:cxn modelId="{56FDF1B6-14B6-E944-BE05-D9199E12A676}" type="presOf" srcId="{957CBD0A-59DE-40ED-967B-BAC78BF0A97A}" destId="{84A61504-CDD8-4EB0-83C6-FC03E6246427}" srcOrd="1" destOrd="0" presId="urn:microsoft.com/office/officeart/2008/layout/HorizontalMultiLevelHierarchy"/>
    <dgm:cxn modelId="{A7B6F1B8-B066-3E44-8525-A749C28A7EDD}" type="presOf" srcId="{2613D1E3-5981-4151-A438-77F52C7F7CF6}" destId="{DE731549-EBA3-4A1D-98A1-C6517FC88D92}" srcOrd="1" destOrd="0" presId="urn:microsoft.com/office/officeart/2008/layout/HorizontalMultiLevelHierarchy"/>
    <dgm:cxn modelId="{EB92FCBD-DCE9-B94E-A8EA-B9E31CAD7898}" type="presOf" srcId="{DEEEB9E4-DB61-453D-B79A-7D33D5C4741B}" destId="{EE0BE73F-E8A1-4611-8AF0-BD78A28BD8A3}" srcOrd="0" destOrd="0" presId="urn:microsoft.com/office/officeart/2008/layout/HorizontalMultiLevelHierarchy"/>
    <dgm:cxn modelId="{5AE302BE-11AC-4B87-8F91-DAC65933CE79}" srcId="{E33BAF69-28B0-47B0-AE2B-6D2D72DDAEEE}" destId="{B7A9BBFE-6384-45ED-B87F-63A8DC6A01D5}" srcOrd="0" destOrd="0" parTransId="{5A3F6282-9656-4B76-AD1C-92ABA905111F}" sibTransId="{EEEB79DF-8608-46FA-AD40-AF20DC0D3D0A}"/>
    <dgm:cxn modelId="{6A36A4C0-AF13-DE4E-8CE4-C16FD0DB72DE}" type="presOf" srcId="{BE3F792F-E551-4D5E-A4E6-5DF0F18F2D57}" destId="{0E8B67DC-FDF1-4C6B-B6D8-C33881865AE4}" srcOrd="0" destOrd="0" presId="urn:microsoft.com/office/officeart/2008/layout/HorizontalMultiLevelHierarchy"/>
    <dgm:cxn modelId="{B90F4FC7-2969-9944-B457-970652D394DE}" type="presOf" srcId="{D8F8CDBE-F083-450D-9276-1628A569C466}" destId="{30EE1D30-2042-49D3-B893-1D913D11F7E6}" srcOrd="0" destOrd="0" presId="urn:microsoft.com/office/officeart/2008/layout/HorizontalMultiLevelHierarchy"/>
    <dgm:cxn modelId="{DDFF45CA-3EEB-4F15-916D-9C08959E9B55}" srcId="{6E680DD3-63F4-4D9B-B54F-B823152B3A51}" destId="{25F89DFB-10F7-418A-AFBE-9BF48D92CA01}" srcOrd="0" destOrd="0" parTransId="{0B10CA7C-A5C0-4865-9EB5-5D1F52D7865A}" sibTransId="{B7F81F5E-EBC2-4C74-ACFB-664071DC9143}"/>
    <dgm:cxn modelId="{EC14EACC-1A1E-6D41-8DCE-84AD3E3B7AFC}" type="presOf" srcId="{1657A25B-FC2F-48F2-904A-63795DA383A1}" destId="{E007051F-53B4-4ACA-BDBC-9F2C4C7EC001}" srcOrd="0" destOrd="0" presId="urn:microsoft.com/office/officeart/2008/layout/HorizontalMultiLevelHierarchy"/>
    <dgm:cxn modelId="{FE4210CE-F54F-F044-A9FA-47FC61F80C33}" type="presOf" srcId="{4AC27174-FAB3-472A-95DB-7EE2D3769577}" destId="{062A2557-14EB-450B-80D1-7E4EFC29F81A}" srcOrd="0" destOrd="0" presId="urn:microsoft.com/office/officeart/2008/layout/HorizontalMultiLevelHierarchy"/>
    <dgm:cxn modelId="{0744D5CE-8345-45CF-B1C9-D1A18A82A0A8}" srcId="{EA5A99D3-5923-4364-8830-9EF58A6CE0D8}" destId="{4AC27174-FAB3-472A-95DB-7EE2D3769577}" srcOrd="0" destOrd="0" parTransId="{D16029D9-5A75-433B-B4EA-B5B63FED45A3}" sibTransId="{D46B78AD-EE27-4D91-A9D7-B7896B0B53E3}"/>
    <dgm:cxn modelId="{55AB7CCF-34B2-814A-9B3B-CF796A974371}" type="presOf" srcId="{4F3848EE-EF18-4D6B-BCAC-C0EBEF427B09}" destId="{063A904C-A704-4433-B6BB-AB42F6B12325}" srcOrd="0" destOrd="0" presId="urn:microsoft.com/office/officeart/2008/layout/HorizontalMultiLevelHierarchy"/>
    <dgm:cxn modelId="{C53E1ED1-F77D-0247-9C43-426B5261DB9C}" type="presOf" srcId="{EA5A99D3-5923-4364-8830-9EF58A6CE0D8}" destId="{91A4084A-AD2A-46A6-9C9B-4F97DC8E9BE4}" srcOrd="0" destOrd="0" presId="urn:microsoft.com/office/officeart/2008/layout/HorizontalMultiLevelHierarchy"/>
    <dgm:cxn modelId="{97B86CD3-DFDE-49F7-BFA5-8194F26FB793}" srcId="{43090E44-0407-48FC-A39C-E84690DD81FE}" destId="{6E680DD3-63F4-4D9B-B54F-B823152B3A51}" srcOrd="1" destOrd="0" parTransId="{DEEEB9E4-DB61-453D-B79A-7D33D5C4741B}" sibTransId="{F9649166-7250-4606-B913-22288AF08855}"/>
    <dgm:cxn modelId="{2161BDD3-F591-4F91-AA4D-2B15CF0C6910}" srcId="{9C542813-7157-4CEB-B391-D529FF0B77F5}" destId="{43090E44-0407-48FC-A39C-E84690DD81FE}" srcOrd="5" destOrd="0" parTransId="{957CBD0A-59DE-40ED-967B-BAC78BF0A97A}" sibTransId="{95D76DAA-1483-4C84-922E-F94618BD3794}"/>
    <dgm:cxn modelId="{2D50C5D4-E5DB-6E46-8F98-5C20270CCECA}" type="presOf" srcId="{BAB69679-E857-4BE5-8455-A328A42E50BB}" destId="{4DA3C02A-87C7-4D07-B807-7EB0F95D4478}" srcOrd="1" destOrd="0" presId="urn:microsoft.com/office/officeart/2008/layout/HorizontalMultiLevelHierarchy"/>
    <dgm:cxn modelId="{415BD1D7-24AC-C549-8515-3595CD14EB98}" type="presOf" srcId="{0CEA3950-17A9-492A-9771-7B4EFBDFE8B8}" destId="{2CC65795-DA22-4335-98B1-7BB146E19E35}" srcOrd="0" destOrd="0" presId="urn:microsoft.com/office/officeart/2008/layout/HorizontalMultiLevelHierarchy"/>
    <dgm:cxn modelId="{AEBBFED9-8F7B-F04A-BEEB-56DFF436EB0B}" type="presOf" srcId="{2613D1E3-5981-4151-A438-77F52C7F7CF6}" destId="{108A11E4-8993-4034-8010-F09B920AFB2A}" srcOrd="0" destOrd="0" presId="urn:microsoft.com/office/officeart/2008/layout/HorizontalMultiLevelHierarchy"/>
    <dgm:cxn modelId="{54012FDA-CFA7-624E-A152-0FCF1B16D986}" type="presOf" srcId="{6C79DDCF-841B-4E39-910A-7D1E92935990}" destId="{0FF1DF2B-0EA2-4E49-BB55-D89B1380BC6D}" srcOrd="0" destOrd="0" presId="urn:microsoft.com/office/officeart/2008/layout/HorizontalMultiLevelHierarchy"/>
    <dgm:cxn modelId="{6919DFDB-2FC7-A649-84F5-A4241CB7D4A9}" type="presOf" srcId="{3ADBDF71-C21D-446C-BFDA-6ACFE2213218}" destId="{9A911F7B-3911-46A0-B631-34D2FB01D055}" srcOrd="0" destOrd="0" presId="urn:microsoft.com/office/officeart/2008/layout/HorizontalMultiLevelHierarchy"/>
    <dgm:cxn modelId="{9784F4DF-3F26-A543-A1EC-2804767EC457}" type="presOf" srcId="{7373119B-735F-44F5-B206-C618CA3DCBFC}" destId="{6706F55C-1B84-4681-90EC-2270F9347957}" srcOrd="0" destOrd="0" presId="urn:microsoft.com/office/officeart/2008/layout/HorizontalMultiLevelHierarchy"/>
    <dgm:cxn modelId="{B09BCAE3-8341-734B-A73F-0EDB1C8D049C}" type="presOf" srcId="{68C5262D-8FF0-46EC-885A-9414F139237D}" destId="{61841A9E-4703-403E-AEF1-FA9E540820D4}" srcOrd="1" destOrd="0" presId="urn:microsoft.com/office/officeart/2008/layout/HorizontalMultiLevelHierarchy"/>
    <dgm:cxn modelId="{E1A499E5-C62F-4100-BE24-D2CA809C059A}" srcId="{B6DA8380-CE42-4BDF-A528-F8452E7F7095}" destId="{29A0BC7F-9EA7-4FA7-BCF1-214D86300234}" srcOrd="0" destOrd="0" parTransId="{0CEA3950-17A9-492A-9771-7B4EFBDFE8B8}" sibTransId="{2B7056C0-210F-4A3D-879D-930F73466714}"/>
    <dgm:cxn modelId="{17C57AE8-0D4E-AF48-9BEC-B21FC663DD91}" type="presOf" srcId="{E36F181B-E00B-4516-AAB9-6A194756D5BF}" destId="{4EF99D55-7292-4C79-A165-C0FBEEF3C6A0}" srcOrd="0" destOrd="0" presId="urn:microsoft.com/office/officeart/2008/layout/HorizontalMultiLevelHierarchy"/>
    <dgm:cxn modelId="{EF7D58EA-BA32-427F-A388-D8B3CDD6DFD8}" srcId="{B6DA8380-CE42-4BDF-A528-F8452E7F7095}" destId="{FAAA9BE1-9F52-4392-8A4D-3348937F46AE}" srcOrd="1" destOrd="0" parTransId="{BAB69679-E857-4BE5-8455-A328A42E50BB}" sibTransId="{593CA09D-D5EE-4975-AADB-A111108B93BB}"/>
    <dgm:cxn modelId="{358E14EB-B758-154B-BF34-B7DD0933BFD2}" type="presOf" srcId="{5C9A0B69-EF5B-4E4F-8DE6-0EACDACEA222}" destId="{B06C1520-951F-4314-8773-D5B84EA16B24}" srcOrd="1" destOrd="0" presId="urn:microsoft.com/office/officeart/2008/layout/HorizontalMultiLevelHierarchy"/>
    <dgm:cxn modelId="{A93EFDED-85B7-4391-8A88-B7A0779A14BD}" srcId="{B7220A72-2C0B-41F4-9BE9-4C88C402A570}" destId="{10A4C188-0FD5-48A3-8240-A51FFE249BD7}" srcOrd="1" destOrd="0" parTransId="{25820CB6-75B6-413C-A194-A94FF7EE2F9C}" sibTransId="{6DB31B40-FC24-401E-8ECE-1A28F32A35BD}"/>
    <dgm:cxn modelId="{4D5F36F2-886B-FA42-BACF-6C64D9F17FB7}" type="presOf" srcId="{AD4297EA-ADC9-47A8-A8D5-843FEA9E6012}" destId="{D8DA4D8F-C589-48E0-9A49-280A56096395}" srcOrd="0" destOrd="0" presId="urn:microsoft.com/office/officeart/2008/layout/HorizontalMultiLevelHierarchy"/>
    <dgm:cxn modelId="{024E97F3-85A4-6049-B0A8-CA21C477A196}" type="presOf" srcId="{EE376D43-9587-4EFF-B933-D68D55B6CD59}" destId="{D4AC65C6-9769-4DC0-95BC-0E6578A7FEC4}" srcOrd="0" destOrd="0" presId="urn:microsoft.com/office/officeart/2008/layout/HorizontalMultiLevelHierarchy"/>
    <dgm:cxn modelId="{1767ECF3-E5F2-A14A-A99A-0474D3851938}" type="presOf" srcId="{DEEEB9E4-DB61-453D-B79A-7D33D5C4741B}" destId="{62C2CAF2-AA11-455F-9807-91ECEBFBC511}" srcOrd="1" destOrd="0" presId="urn:microsoft.com/office/officeart/2008/layout/HorizontalMultiLevelHierarchy"/>
    <dgm:cxn modelId="{6C1722F5-F324-2C47-A535-C8A17D169D05}" type="presOf" srcId="{87D26014-5BA3-4373-ABAA-CDE3A81F453A}" destId="{8B0EEE02-5847-49C5-9C21-B6E4DBAA144C}" srcOrd="1" destOrd="0" presId="urn:microsoft.com/office/officeart/2008/layout/HorizontalMultiLevelHierarchy"/>
    <dgm:cxn modelId="{5B56A5F9-06CA-4EBC-93E6-1409ACED919F}" srcId="{E36F181B-E00B-4516-AAB9-6A194756D5BF}" destId="{9C542813-7157-4CEB-B391-D529FF0B77F5}" srcOrd="0" destOrd="0" parTransId="{3A7D01F7-6F87-4D94-AF3D-1C42248F4D4F}" sibTransId="{74D6874A-1CA7-418D-BF3A-60257097E642}"/>
    <dgm:cxn modelId="{A9B14BFA-2A2C-364F-83F2-549EDFECCF76}" type="presOf" srcId="{49BE13F9-26E7-485D-B38F-94C2B98445C3}" destId="{82B14C8B-BD17-4888-8A31-785D68C5DA73}" srcOrd="0" destOrd="0" presId="urn:microsoft.com/office/officeart/2008/layout/HorizontalMultiLevelHierarchy"/>
    <dgm:cxn modelId="{52D55FFB-AEAA-9642-924D-2C0AFC5FA365}" type="presOf" srcId="{3B629ED4-708C-4119-A58D-A4E13C0B4F31}" destId="{F19EBE58-EC45-4AAE-8152-69F49EF32C1A}" srcOrd="0" destOrd="0" presId="urn:microsoft.com/office/officeart/2008/layout/HorizontalMultiLevelHierarchy"/>
    <dgm:cxn modelId="{6DDF67FC-F645-4F1B-A2C9-10FE6CA29C66}" srcId="{9C542813-7157-4CEB-B391-D529FF0B77F5}" destId="{D316218F-470D-4694-B5EE-8B3A709E04DC}" srcOrd="4" destOrd="0" parTransId="{5C9A0B69-EF5B-4E4F-8DE6-0EACDACEA222}" sibTransId="{1502EA5A-7E55-451B-8B28-03CFAA74B217}"/>
    <dgm:cxn modelId="{C65268FF-3389-4BC5-9606-5EBC0D43EAB9}" srcId="{E36F181B-E00B-4516-AAB9-6A194756D5BF}" destId="{4F3848EE-EF18-4D6B-BCAC-C0EBEF427B09}" srcOrd="1" destOrd="0" parTransId="{7373119B-735F-44F5-B206-C618CA3DCBFC}" sibTransId="{AF9EA491-0C71-4324-AE69-E185D1BA5164}"/>
    <dgm:cxn modelId="{39A2CC39-80B8-A146-B155-5A23F5C47556}" type="presParOf" srcId="{218FC189-5620-4D4D-BF28-1F9D036B5F5A}" destId="{C8EE6A1F-F3C0-402E-9993-8A0A04F850EF}" srcOrd="0" destOrd="0" presId="urn:microsoft.com/office/officeart/2008/layout/HorizontalMultiLevelHierarchy"/>
    <dgm:cxn modelId="{D2A7D789-2176-BB4F-80FE-A28A74311C31}" type="presParOf" srcId="{C8EE6A1F-F3C0-402E-9993-8A0A04F850EF}" destId="{4EF99D55-7292-4C79-A165-C0FBEEF3C6A0}" srcOrd="0" destOrd="0" presId="urn:microsoft.com/office/officeart/2008/layout/HorizontalMultiLevelHierarchy"/>
    <dgm:cxn modelId="{D80E5E23-E0FA-224E-9271-6A2F1DF51547}" type="presParOf" srcId="{C8EE6A1F-F3C0-402E-9993-8A0A04F850EF}" destId="{38CB657A-BE85-496E-9420-315594977C38}" srcOrd="1" destOrd="0" presId="urn:microsoft.com/office/officeart/2008/layout/HorizontalMultiLevelHierarchy"/>
    <dgm:cxn modelId="{0160EB0B-DD79-A34F-9242-DBDBFABAEEEB}" type="presParOf" srcId="{38CB657A-BE85-496E-9420-315594977C38}" destId="{959A348E-4682-458E-9A4C-BFF4D40B371C}" srcOrd="0" destOrd="0" presId="urn:microsoft.com/office/officeart/2008/layout/HorizontalMultiLevelHierarchy"/>
    <dgm:cxn modelId="{014F11BB-DC52-4741-A290-0E646DDF2D3C}" type="presParOf" srcId="{959A348E-4682-458E-9A4C-BFF4D40B371C}" destId="{D5091C38-6E71-4184-894F-157ACAC2F80B}" srcOrd="0" destOrd="0" presId="urn:microsoft.com/office/officeart/2008/layout/HorizontalMultiLevelHierarchy"/>
    <dgm:cxn modelId="{37473DFF-1B12-AF47-9A6E-76AD21AD96CD}" type="presParOf" srcId="{38CB657A-BE85-496E-9420-315594977C38}" destId="{3F77E7A4-0501-4C3A-9180-1FFE66013B9A}" srcOrd="1" destOrd="0" presId="urn:microsoft.com/office/officeart/2008/layout/HorizontalMultiLevelHierarchy"/>
    <dgm:cxn modelId="{302ED6FE-D00A-8F45-AF50-87ED7BF8BBE6}" type="presParOf" srcId="{3F77E7A4-0501-4C3A-9180-1FFE66013B9A}" destId="{584C7F3D-CBF8-452D-9E4E-B55F4C153055}" srcOrd="0" destOrd="0" presId="urn:microsoft.com/office/officeart/2008/layout/HorizontalMultiLevelHierarchy"/>
    <dgm:cxn modelId="{EB9C4A3B-D0C3-EF4A-B2EE-69D6FED333FB}" type="presParOf" srcId="{3F77E7A4-0501-4C3A-9180-1FFE66013B9A}" destId="{DE58458F-2799-4EFA-8780-00212602C999}" srcOrd="1" destOrd="0" presId="urn:microsoft.com/office/officeart/2008/layout/HorizontalMultiLevelHierarchy"/>
    <dgm:cxn modelId="{93820692-48CC-E247-B100-3B5B0E9706DC}" type="presParOf" srcId="{DE58458F-2799-4EFA-8780-00212602C999}" destId="{191C93BA-73A7-4760-B66A-6DFF6EF2B752}" srcOrd="0" destOrd="0" presId="urn:microsoft.com/office/officeart/2008/layout/HorizontalMultiLevelHierarchy"/>
    <dgm:cxn modelId="{11483835-80A7-4549-B968-D89B4C491AD4}" type="presParOf" srcId="{191C93BA-73A7-4760-B66A-6DFF6EF2B752}" destId="{A037771D-BBBD-4AD2-A42B-0B04257376A4}" srcOrd="0" destOrd="0" presId="urn:microsoft.com/office/officeart/2008/layout/HorizontalMultiLevelHierarchy"/>
    <dgm:cxn modelId="{B779DA74-E300-8945-95F6-737B3A41CFD1}" type="presParOf" srcId="{DE58458F-2799-4EFA-8780-00212602C999}" destId="{C35CA9BC-5C33-427E-89AC-14EAAA195742}" srcOrd="1" destOrd="0" presId="urn:microsoft.com/office/officeart/2008/layout/HorizontalMultiLevelHierarchy"/>
    <dgm:cxn modelId="{32B823FD-E01C-CA45-A4D3-0BFC85D3E3AA}" type="presParOf" srcId="{C35CA9BC-5C33-427E-89AC-14EAAA195742}" destId="{BACDAF55-47B8-4329-AB4B-76375B751EF6}" srcOrd="0" destOrd="0" presId="urn:microsoft.com/office/officeart/2008/layout/HorizontalMultiLevelHierarchy"/>
    <dgm:cxn modelId="{8EFAE807-D6B1-EA46-AA83-F90F4A68E6CD}" type="presParOf" srcId="{C35CA9BC-5C33-427E-89AC-14EAAA195742}" destId="{95F985B5-9E63-410E-B164-7EFF6150F12F}" srcOrd="1" destOrd="0" presId="urn:microsoft.com/office/officeart/2008/layout/HorizontalMultiLevelHierarchy"/>
    <dgm:cxn modelId="{2AF38D0C-0CB5-3143-91FE-C374D0ECF9B4}" type="presParOf" srcId="{95F985B5-9E63-410E-B164-7EFF6150F12F}" destId="{EF86D741-6276-4C96-BE51-F4B0552B0FBC}" srcOrd="0" destOrd="0" presId="urn:microsoft.com/office/officeart/2008/layout/HorizontalMultiLevelHierarchy"/>
    <dgm:cxn modelId="{63F8742D-C76E-0349-B5CB-925130AE23CF}" type="presParOf" srcId="{EF86D741-6276-4C96-BE51-F4B0552B0FBC}" destId="{BE7E7906-EEBE-4771-8D7A-2AC52E9EE87E}" srcOrd="0" destOrd="0" presId="urn:microsoft.com/office/officeart/2008/layout/HorizontalMultiLevelHierarchy"/>
    <dgm:cxn modelId="{EB8940C7-C87A-5746-86CE-AC7CE592071A}" type="presParOf" srcId="{95F985B5-9E63-410E-B164-7EFF6150F12F}" destId="{97A8EAA7-5269-4D1C-BEFF-A723699BA96B}" srcOrd="1" destOrd="0" presId="urn:microsoft.com/office/officeart/2008/layout/HorizontalMultiLevelHierarchy"/>
    <dgm:cxn modelId="{B0B40E06-833B-6B46-BD4F-22D96114138B}" type="presParOf" srcId="{97A8EAA7-5269-4D1C-BEFF-A723699BA96B}" destId="{EF0877AB-6EAB-45B2-A434-77BBE9A1AAF5}" srcOrd="0" destOrd="0" presId="urn:microsoft.com/office/officeart/2008/layout/HorizontalMultiLevelHierarchy"/>
    <dgm:cxn modelId="{B59E05EC-E7A9-6148-9860-30FEA9FE3CE0}" type="presParOf" srcId="{97A8EAA7-5269-4D1C-BEFF-A723699BA96B}" destId="{50770764-D1E7-4DB6-80B9-6704B787EF63}" srcOrd="1" destOrd="0" presId="urn:microsoft.com/office/officeart/2008/layout/HorizontalMultiLevelHierarchy"/>
    <dgm:cxn modelId="{5F96B3EA-9DDF-474C-AF66-6FD8FE442940}" type="presParOf" srcId="{95F985B5-9E63-410E-B164-7EFF6150F12F}" destId="{FC6AE720-D739-4E3D-84FA-9DDC8B5559CE}" srcOrd="2" destOrd="0" presId="urn:microsoft.com/office/officeart/2008/layout/HorizontalMultiLevelHierarchy"/>
    <dgm:cxn modelId="{A846EC27-035C-E342-A585-77E744EE7FD1}" type="presParOf" srcId="{FC6AE720-D739-4E3D-84FA-9DDC8B5559CE}" destId="{8B0EEE02-5847-49C5-9C21-B6E4DBAA144C}" srcOrd="0" destOrd="0" presId="urn:microsoft.com/office/officeart/2008/layout/HorizontalMultiLevelHierarchy"/>
    <dgm:cxn modelId="{53549D7B-A538-7548-AD96-1CE434C10709}" type="presParOf" srcId="{95F985B5-9E63-410E-B164-7EFF6150F12F}" destId="{2E79522E-8641-41B3-8938-3D3FD5077CE3}" srcOrd="3" destOrd="0" presId="urn:microsoft.com/office/officeart/2008/layout/HorizontalMultiLevelHierarchy"/>
    <dgm:cxn modelId="{004EFCA7-E8DD-974E-934C-C3E72087F3C6}" type="presParOf" srcId="{2E79522E-8641-41B3-8938-3D3FD5077CE3}" destId="{D6B7E650-E0A8-4D16-8CA6-44821E4D81A1}" srcOrd="0" destOrd="0" presId="urn:microsoft.com/office/officeart/2008/layout/HorizontalMultiLevelHierarchy"/>
    <dgm:cxn modelId="{F7BD0096-8BE5-CA46-8B32-9A1C624CFA34}" type="presParOf" srcId="{2E79522E-8641-41B3-8938-3D3FD5077CE3}" destId="{C298C5AB-D036-4F60-821F-17EAF6B8A80C}" srcOrd="1" destOrd="0" presId="urn:microsoft.com/office/officeart/2008/layout/HorizontalMultiLevelHierarchy"/>
    <dgm:cxn modelId="{C95334E4-52F2-5A4B-93BD-7292BFD466DC}" type="presParOf" srcId="{C298C5AB-D036-4F60-821F-17EAF6B8A80C}" destId="{443DB235-054C-45E3-B3CD-4F8E984FAFCC}" srcOrd="0" destOrd="0" presId="urn:microsoft.com/office/officeart/2008/layout/HorizontalMultiLevelHierarchy"/>
    <dgm:cxn modelId="{346A2D7C-F1D3-204D-8136-FFE7745D51D6}" type="presParOf" srcId="{443DB235-054C-45E3-B3CD-4F8E984FAFCC}" destId="{DAB6448F-611C-47A5-B621-DA714E209D70}" srcOrd="0" destOrd="0" presId="urn:microsoft.com/office/officeart/2008/layout/HorizontalMultiLevelHierarchy"/>
    <dgm:cxn modelId="{8BA32459-C6F7-C44B-B964-43514B809A23}" type="presParOf" srcId="{C298C5AB-D036-4F60-821F-17EAF6B8A80C}" destId="{8D332EED-A18A-4C1D-877F-67C263195BEC}" srcOrd="1" destOrd="0" presId="urn:microsoft.com/office/officeart/2008/layout/HorizontalMultiLevelHierarchy"/>
    <dgm:cxn modelId="{CAB58D67-F0A5-7949-A322-0A12062AFE14}" type="presParOf" srcId="{8D332EED-A18A-4C1D-877F-67C263195BEC}" destId="{46DB634A-570B-427C-B52E-69D22CE18C82}" srcOrd="0" destOrd="0" presId="urn:microsoft.com/office/officeart/2008/layout/HorizontalMultiLevelHierarchy"/>
    <dgm:cxn modelId="{2A7F7A8E-FA42-FD44-84B2-A1926A8B8B92}" type="presParOf" srcId="{8D332EED-A18A-4C1D-877F-67C263195BEC}" destId="{A0C1B4A7-1B04-4C80-B388-F7F667935DCE}" srcOrd="1" destOrd="0" presId="urn:microsoft.com/office/officeart/2008/layout/HorizontalMultiLevelHierarchy"/>
    <dgm:cxn modelId="{D279B0F9-54D9-8148-8E1A-05BD3DAF9E12}" type="presParOf" srcId="{DE58458F-2799-4EFA-8780-00212602C999}" destId="{108A11E4-8993-4034-8010-F09B920AFB2A}" srcOrd="2" destOrd="0" presId="urn:microsoft.com/office/officeart/2008/layout/HorizontalMultiLevelHierarchy"/>
    <dgm:cxn modelId="{06001E46-5F4E-BC4D-A8DE-68144DEE68E2}" type="presParOf" srcId="{108A11E4-8993-4034-8010-F09B920AFB2A}" destId="{DE731549-EBA3-4A1D-98A1-C6517FC88D92}" srcOrd="0" destOrd="0" presId="urn:microsoft.com/office/officeart/2008/layout/HorizontalMultiLevelHierarchy"/>
    <dgm:cxn modelId="{2655C6F9-7E36-9142-A584-A0B3CC3EDBCF}" type="presParOf" srcId="{DE58458F-2799-4EFA-8780-00212602C999}" destId="{AEDBE497-AA86-48E4-AD28-6727FCF9DD47}" srcOrd="3" destOrd="0" presId="urn:microsoft.com/office/officeart/2008/layout/HorizontalMultiLevelHierarchy"/>
    <dgm:cxn modelId="{134FDFE0-0858-AF4F-99C4-171B2EEA5C78}" type="presParOf" srcId="{AEDBE497-AA86-48E4-AD28-6727FCF9DD47}" destId="{F7639075-7D85-4A2A-9DF1-1CBFB70F4B05}" srcOrd="0" destOrd="0" presId="urn:microsoft.com/office/officeart/2008/layout/HorizontalMultiLevelHierarchy"/>
    <dgm:cxn modelId="{34BD477A-FBF6-4944-949D-F3A6F3550BD9}" type="presParOf" srcId="{AEDBE497-AA86-48E4-AD28-6727FCF9DD47}" destId="{207A7388-B05A-472C-8681-DF33A6E33B83}" srcOrd="1" destOrd="0" presId="urn:microsoft.com/office/officeart/2008/layout/HorizontalMultiLevelHierarchy"/>
    <dgm:cxn modelId="{26ABAFCE-342F-3D42-B5C9-220776AEE617}" type="presParOf" srcId="{207A7388-B05A-472C-8681-DF33A6E33B83}" destId="{2CC65795-DA22-4335-98B1-7BB146E19E35}" srcOrd="0" destOrd="0" presId="urn:microsoft.com/office/officeart/2008/layout/HorizontalMultiLevelHierarchy"/>
    <dgm:cxn modelId="{CC7876F9-C176-024B-8EC8-FAE90D2A8487}" type="presParOf" srcId="{2CC65795-DA22-4335-98B1-7BB146E19E35}" destId="{133ABA23-8876-45A7-97E2-756A5A24A670}" srcOrd="0" destOrd="0" presId="urn:microsoft.com/office/officeart/2008/layout/HorizontalMultiLevelHierarchy"/>
    <dgm:cxn modelId="{E253B0D7-6E75-4F4D-B657-D83E64740B45}" type="presParOf" srcId="{207A7388-B05A-472C-8681-DF33A6E33B83}" destId="{6EC96017-5DC9-45EF-A619-19729A26AE74}" srcOrd="1" destOrd="0" presId="urn:microsoft.com/office/officeart/2008/layout/HorizontalMultiLevelHierarchy"/>
    <dgm:cxn modelId="{B95FAEC6-C72E-5A49-B0F5-6A2B7B4F394A}" type="presParOf" srcId="{6EC96017-5DC9-45EF-A619-19729A26AE74}" destId="{CC34D396-BB74-4A2E-AC0A-68E5B2D10304}" srcOrd="0" destOrd="0" presId="urn:microsoft.com/office/officeart/2008/layout/HorizontalMultiLevelHierarchy"/>
    <dgm:cxn modelId="{136DC666-BF10-7F47-9734-61DC4C5617DC}" type="presParOf" srcId="{6EC96017-5DC9-45EF-A619-19729A26AE74}" destId="{333B7A76-43B2-4F97-9C02-DF2E1238944A}" srcOrd="1" destOrd="0" presId="urn:microsoft.com/office/officeart/2008/layout/HorizontalMultiLevelHierarchy"/>
    <dgm:cxn modelId="{A6929D33-8B09-A94C-B8FF-170A1628EF12}" type="presParOf" srcId="{333B7A76-43B2-4F97-9C02-DF2E1238944A}" destId="{0E8B67DC-FDF1-4C6B-B6D8-C33881865AE4}" srcOrd="0" destOrd="0" presId="urn:microsoft.com/office/officeart/2008/layout/HorizontalMultiLevelHierarchy"/>
    <dgm:cxn modelId="{C6BB3447-DF05-644D-B6DC-6EE7301A6A7F}" type="presParOf" srcId="{0E8B67DC-FDF1-4C6B-B6D8-C33881865AE4}" destId="{6584CD63-C85B-4DCA-8E14-700D8FDC9809}" srcOrd="0" destOrd="0" presId="urn:microsoft.com/office/officeart/2008/layout/HorizontalMultiLevelHierarchy"/>
    <dgm:cxn modelId="{B5612D64-5121-0348-9721-2FD0E85AF011}" type="presParOf" srcId="{333B7A76-43B2-4F97-9C02-DF2E1238944A}" destId="{A7F768C3-1CE7-462F-A81E-F90CA6E16B2B}" srcOrd="1" destOrd="0" presId="urn:microsoft.com/office/officeart/2008/layout/HorizontalMultiLevelHierarchy"/>
    <dgm:cxn modelId="{60F1EEA1-EF83-C342-B820-3F6C29253153}" type="presParOf" srcId="{A7F768C3-1CE7-462F-A81E-F90CA6E16B2B}" destId="{BFD6C910-A4D9-442F-BEDF-0C2F7A1119F4}" srcOrd="0" destOrd="0" presId="urn:microsoft.com/office/officeart/2008/layout/HorizontalMultiLevelHierarchy"/>
    <dgm:cxn modelId="{35E213C5-3997-EA4F-84AE-B5A94D6A5C1F}" type="presParOf" srcId="{A7F768C3-1CE7-462F-A81E-F90CA6E16B2B}" destId="{C9EF7365-412C-4EF1-BE9C-5727EADD8EFE}" srcOrd="1" destOrd="0" presId="urn:microsoft.com/office/officeart/2008/layout/HorizontalMultiLevelHierarchy"/>
    <dgm:cxn modelId="{69E9BB7B-093B-BB48-AD76-AD462F2827D0}" type="presParOf" srcId="{207A7388-B05A-472C-8681-DF33A6E33B83}" destId="{49B1ECDE-FEF2-4B9B-B70F-E12E4B9A9955}" srcOrd="2" destOrd="0" presId="urn:microsoft.com/office/officeart/2008/layout/HorizontalMultiLevelHierarchy"/>
    <dgm:cxn modelId="{945AAFAA-7430-FD4F-94DC-528B9421950F}" type="presParOf" srcId="{49B1ECDE-FEF2-4B9B-B70F-E12E4B9A9955}" destId="{4DA3C02A-87C7-4D07-B807-7EB0F95D4478}" srcOrd="0" destOrd="0" presId="urn:microsoft.com/office/officeart/2008/layout/HorizontalMultiLevelHierarchy"/>
    <dgm:cxn modelId="{82F92EC8-D4A1-7049-8D63-F93E7FC96843}" type="presParOf" srcId="{207A7388-B05A-472C-8681-DF33A6E33B83}" destId="{F53F6E38-9E3F-4573-9BAF-28E0DF2A6694}" srcOrd="3" destOrd="0" presId="urn:microsoft.com/office/officeart/2008/layout/HorizontalMultiLevelHierarchy"/>
    <dgm:cxn modelId="{97459B5B-372E-4A4B-B554-1949BD5CB461}" type="presParOf" srcId="{F53F6E38-9E3F-4573-9BAF-28E0DF2A6694}" destId="{A613927A-3150-441E-A1EF-6D74D6471404}" srcOrd="0" destOrd="0" presId="urn:microsoft.com/office/officeart/2008/layout/HorizontalMultiLevelHierarchy"/>
    <dgm:cxn modelId="{E386B301-1225-D246-89FD-C4B3919B9753}" type="presParOf" srcId="{F53F6E38-9E3F-4573-9BAF-28E0DF2A6694}" destId="{0E4F01F0-4D24-44C4-8964-B5471B6C6A7B}" srcOrd="1" destOrd="0" presId="urn:microsoft.com/office/officeart/2008/layout/HorizontalMultiLevelHierarchy"/>
    <dgm:cxn modelId="{9E303B52-937D-6D44-AAEE-EBA364BB049A}" type="presParOf" srcId="{0E4F01F0-4D24-44C4-8964-B5471B6C6A7B}" destId="{37F98FBC-896B-4BE2-8E1C-E0DB22AD86E3}" srcOrd="0" destOrd="0" presId="urn:microsoft.com/office/officeart/2008/layout/HorizontalMultiLevelHierarchy"/>
    <dgm:cxn modelId="{43D42DCC-6B72-F644-A8EF-0E2D39AF824A}" type="presParOf" srcId="{37F98FBC-896B-4BE2-8E1C-E0DB22AD86E3}" destId="{105AA896-5A0A-4424-850D-B6A80FF0523B}" srcOrd="0" destOrd="0" presId="urn:microsoft.com/office/officeart/2008/layout/HorizontalMultiLevelHierarchy"/>
    <dgm:cxn modelId="{E9CD7B26-F55C-8047-8463-B1FDB1C2A7E1}" type="presParOf" srcId="{0E4F01F0-4D24-44C4-8964-B5471B6C6A7B}" destId="{CE71CC58-62D0-45F9-8349-194E79D2D0D2}" srcOrd="1" destOrd="0" presId="urn:microsoft.com/office/officeart/2008/layout/HorizontalMultiLevelHierarchy"/>
    <dgm:cxn modelId="{E92ADBB3-550A-1B47-98F2-2FAB4C433EAB}" type="presParOf" srcId="{CE71CC58-62D0-45F9-8349-194E79D2D0D2}" destId="{30EE1D30-2042-49D3-B893-1D913D11F7E6}" srcOrd="0" destOrd="0" presId="urn:microsoft.com/office/officeart/2008/layout/HorizontalMultiLevelHierarchy"/>
    <dgm:cxn modelId="{3D011151-58A2-7645-A494-3181FDE1CAC8}" type="presParOf" srcId="{CE71CC58-62D0-45F9-8349-194E79D2D0D2}" destId="{9A51A47F-5AD0-4E46-ACAE-2E6FA9C386A1}" srcOrd="1" destOrd="0" presId="urn:microsoft.com/office/officeart/2008/layout/HorizontalMultiLevelHierarchy"/>
    <dgm:cxn modelId="{2B7B0A2A-26ED-EC4D-8C78-0EF58FBFF884}" type="presParOf" srcId="{207A7388-B05A-472C-8681-DF33A6E33B83}" destId="{82B14C8B-BD17-4888-8A31-785D68C5DA73}" srcOrd="4" destOrd="0" presId="urn:microsoft.com/office/officeart/2008/layout/HorizontalMultiLevelHierarchy"/>
    <dgm:cxn modelId="{412C2F56-CF42-F24F-9B1A-9DAAC2C43E8F}" type="presParOf" srcId="{82B14C8B-BD17-4888-8A31-785D68C5DA73}" destId="{B3C09FC1-57CF-4BA8-9D91-FAC71162F0B3}" srcOrd="0" destOrd="0" presId="urn:microsoft.com/office/officeart/2008/layout/HorizontalMultiLevelHierarchy"/>
    <dgm:cxn modelId="{A96A155F-B12C-7746-9146-2EB905723046}" type="presParOf" srcId="{207A7388-B05A-472C-8681-DF33A6E33B83}" destId="{26F28745-59B4-48F2-A092-A4056C0B80D2}" srcOrd="5" destOrd="0" presId="urn:microsoft.com/office/officeart/2008/layout/HorizontalMultiLevelHierarchy"/>
    <dgm:cxn modelId="{6750C856-AD2B-AF49-A2E7-197AD268895A}" type="presParOf" srcId="{26F28745-59B4-48F2-A092-A4056C0B80D2}" destId="{91A4084A-AD2A-46A6-9C9B-4F97DC8E9BE4}" srcOrd="0" destOrd="0" presId="urn:microsoft.com/office/officeart/2008/layout/HorizontalMultiLevelHierarchy"/>
    <dgm:cxn modelId="{FB66FAED-6503-CF4C-9DDF-AAF2029D8158}" type="presParOf" srcId="{26F28745-59B4-48F2-A092-A4056C0B80D2}" destId="{C1E6C49C-83CF-4E1C-B999-E448BA0C07DC}" srcOrd="1" destOrd="0" presId="urn:microsoft.com/office/officeart/2008/layout/HorizontalMultiLevelHierarchy"/>
    <dgm:cxn modelId="{F64BA07A-C07C-E247-BF0E-C7B4EE6D3E98}" type="presParOf" srcId="{C1E6C49C-83CF-4E1C-B999-E448BA0C07DC}" destId="{B6D86504-F4CE-4114-B495-4AD37D34C06C}" srcOrd="0" destOrd="0" presId="urn:microsoft.com/office/officeart/2008/layout/HorizontalMultiLevelHierarchy"/>
    <dgm:cxn modelId="{96E2559F-921C-1B41-B586-D2CEC85FF537}" type="presParOf" srcId="{B6D86504-F4CE-4114-B495-4AD37D34C06C}" destId="{5E4BB563-7EEC-47A8-91C8-9A5E4EFADF33}" srcOrd="0" destOrd="0" presId="urn:microsoft.com/office/officeart/2008/layout/HorizontalMultiLevelHierarchy"/>
    <dgm:cxn modelId="{98A6E388-B820-8949-AF33-EB2AB964AA75}" type="presParOf" srcId="{C1E6C49C-83CF-4E1C-B999-E448BA0C07DC}" destId="{6ED88D63-C1C9-4B8B-A46F-4FBE17D6C0DD}" srcOrd="1" destOrd="0" presId="urn:microsoft.com/office/officeart/2008/layout/HorizontalMultiLevelHierarchy"/>
    <dgm:cxn modelId="{0DB2D03C-120F-4147-9351-A5629DF61DB4}" type="presParOf" srcId="{6ED88D63-C1C9-4B8B-A46F-4FBE17D6C0DD}" destId="{062A2557-14EB-450B-80D1-7E4EFC29F81A}" srcOrd="0" destOrd="0" presId="urn:microsoft.com/office/officeart/2008/layout/HorizontalMultiLevelHierarchy"/>
    <dgm:cxn modelId="{638D96B7-D49D-C542-BAA2-C002DEFEE1E2}" type="presParOf" srcId="{6ED88D63-C1C9-4B8B-A46F-4FBE17D6C0DD}" destId="{C982FE75-A73E-4094-850B-A9B234D31718}" srcOrd="1" destOrd="0" presId="urn:microsoft.com/office/officeart/2008/layout/HorizontalMultiLevelHierarchy"/>
    <dgm:cxn modelId="{984A2220-3928-E247-8B98-67DBFF9A827A}" type="presParOf" srcId="{C1E6C49C-83CF-4E1C-B999-E448BA0C07DC}" destId="{6D50EB19-522F-41A8-B3FD-BBD27EE1F0CE}" srcOrd="2" destOrd="0" presId="urn:microsoft.com/office/officeart/2008/layout/HorizontalMultiLevelHierarchy"/>
    <dgm:cxn modelId="{C1961313-CD64-6E43-BDB4-1ED2A8CF80D4}" type="presParOf" srcId="{6D50EB19-522F-41A8-B3FD-BBD27EE1F0CE}" destId="{C829D10C-4D9B-4635-A22F-C93E8F5D4BAF}" srcOrd="0" destOrd="0" presId="urn:microsoft.com/office/officeart/2008/layout/HorizontalMultiLevelHierarchy"/>
    <dgm:cxn modelId="{11DDB6FF-E6C4-4443-8C69-FDEC9851D6CC}" type="presParOf" srcId="{C1E6C49C-83CF-4E1C-B999-E448BA0C07DC}" destId="{5D214931-7AF0-46EB-A711-57BB7979FB4A}" srcOrd="3" destOrd="0" presId="urn:microsoft.com/office/officeart/2008/layout/HorizontalMultiLevelHierarchy"/>
    <dgm:cxn modelId="{AE31005E-4B64-0C41-8288-36622C1293E4}" type="presParOf" srcId="{5D214931-7AF0-46EB-A711-57BB7979FB4A}" destId="{0BB7778E-A308-433A-9DBD-73826C793A8B}" srcOrd="0" destOrd="0" presId="urn:microsoft.com/office/officeart/2008/layout/HorizontalMultiLevelHierarchy"/>
    <dgm:cxn modelId="{79B48682-9B92-4E4F-80A4-73FC07C15953}" type="presParOf" srcId="{5D214931-7AF0-46EB-A711-57BB7979FB4A}" destId="{0B46C614-D1EA-4156-8434-27BABD66BEFE}" srcOrd="1" destOrd="0" presId="urn:microsoft.com/office/officeart/2008/layout/HorizontalMultiLevelHierarchy"/>
    <dgm:cxn modelId="{BEC90EDF-0D05-9648-9E43-05FB30814D0D}" type="presParOf" srcId="{DE58458F-2799-4EFA-8780-00212602C999}" destId="{52D27A3B-7471-433C-8F60-BEC60E12D1B9}" srcOrd="4" destOrd="0" presId="urn:microsoft.com/office/officeart/2008/layout/HorizontalMultiLevelHierarchy"/>
    <dgm:cxn modelId="{828F7704-2140-0E4D-B787-4C26BA292D26}" type="presParOf" srcId="{52D27A3B-7471-433C-8F60-BEC60E12D1B9}" destId="{E859ABE3-E84C-4E22-ACEB-0609A6C7958B}" srcOrd="0" destOrd="0" presId="urn:microsoft.com/office/officeart/2008/layout/HorizontalMultiLevelHierarchy"/>
    <dgm:cxn modelId="{19FA88AB-F6B6-2C44-A042-F47D93757977}" type="presParOf" srcId="{DE58458F-2799-4EFA-8780-00212602C999}" destId="{9C417709-EC6F-4AA8-99AF-66DF0813EB47}" srcOrd="5" destOrd="0" presId="urn:microsoft.com/office/officeart/2008/layout/HorizontalMultiLevelHierarchy"/>
    <dgm:cxn modelId="{0086D57A-DF09-C24C-BD40-2C1DD50AECA7}" type="presParOf" srcId="{9C417709-EC6F-4AA8-99AF-66DF0813EB47}" destId="{D4AC65C6-9769-4DC0-95BC-0E6578A7FEC4}" srcOrd="0" destOrd="0" presId="urn:microsoft.com/office/officeart/2008/layout/HorizontalMultiLevelHierarchy"/>
    <dgm:cxn modelId="{F58E60A0-6055-0042-A93F-07F6F01C2479}" type="presParOf" srcId="{9C417709-EC6F-4AA8-99AF-66DF0813EB47}" destId="{991496FE-9B7C-4C60-B3F3-9F3E269D10F2}" srcOrd="1" destOrd="0" presId="urn:microsoft.com/office/officeart/2008/layout/HorizontalMultiLevelHierarchy"/>
    <dgm:cxn modelId="{138D9968-C051-914C-AE33-26B6885E989C}" type="presParOf" srcId="{DE58458F-2799-4EFA-8780-00212602C999}" destId="{F19EBE58-EC45-4AAE-8152-69F49EF32C1A}" srcOrd="6" destOrd="0" presId="urn:microsoft.com/office/officeart/2008/layout/HorizontalMultiLevelHierarchy"/>
    <dgm:cxn modelId="{7CA3FF2A-FC0A-8642-B1A9-62B1B8B5D9C8}" type="presParOf" srcId="{F19EBE58-EC45-4AAE-8152-69F49EF32C1A}" destId="{D04C0596-730D-4B98-965A-E1B3AB4C3F74}" srcOrd="0" destOrd="0" presId="urn:microsoft.com/office/officeart/2008/layout/HorizontalMultiLevelHierarchy"/>
    <dgm:cxn modelId="{14354086-098E-5B40-B41F-DC092098967F}" type="presParOf" srcId="{DE58458F-2799-4EFA-8780-00212602C999}" destId="{52AC5060-EE3C-4751-A348-BC1665C1C0AB}" srcOrd="7" destOrd="0" presId="urn:microsoft.com/office/officeart/2008/layout/HorizontalMultiLevelHierarchy"/>
    <dgm:cxn modelId="{D803434B-031E-084E-9902-47E11D9CD5F7}" type="presParOf" srcId="{52AC5060-EE3C-4751-A348-BC1665C1C0AB}" destId="{BF9457E7-158B-4205-BDA9-24FF28170F55}" srcOrd="0" destOrd="0" presId="urn:microsoft.com/office/officeart/2008/layout/HorizontalMultiLevelHierarchy"/>
    <dgm:cxn modelId="{658831D8-E49B-5847-AE3E-071477DAE1E1}" type="presParOf" srcId="{52AC5060-EE3C-4751-A348-BC1665C1C0AB}" destId="{46FB3F51-6177-4028-BF38-811F415839FE}" srcOrd="1" destOrd="0" presId="urn:microsoft.com/office/officeart/2008/layout/HorizontalMultiLevelHierarchy"/>
    <dgm:cxn modelId="{EB42EE78-B7FD-304C-B9B1-7353E68016AC}" type="presParOf" srcId="{46FB3F51-6177-4028-BF38-811F415839FE}" destId="{7F823384-CDFC-4093-ADC0-F35BCC26A858}" srcOrd="0" destOrd="0" presId="urn:microsoft.com/office/officeart/2008/layout/HorizontalMultiLevelHierarchy"/>
    <dgm:cxn modelId="{39919FC0-70C9-4D47-A1EA-ECE477C931ED}" type="presParOf" srcId="{7F823384-CDFC-4093-ADC0-F35BCC26A858}" destId="{A9B0D38E-6599-41EE-92B5-3437E69ABB0E}" srcOrd="0" destOrd="0" presId="urn:microsoft.com/office/officeart/2008/layout/HorizontalMultiLevelHierarchy"/>
    <dgm:cxn modelId="{872431F8-B99C-944D-8E25-DE040C83B699}" type="presParOf" srcId="{46FB3F51-6177-4028-BF38-811F415839FE}" destId="{9538DE8F-4C72-4641-AC37-D36700BE85BE}" srcOrd="1" destOrd="0" presId="urn:microsoft.com/office/officeart/2008/layout/HorizontalMultiLevelHierarchy"/>
    <dgm:cxn modelId="{D308AC16-84C2-684B-B453-9F63CC6B6BE1}" type="presParOf" srcId="{9538DE8F-4C72-4641-AC37-D36700BE85BE}" destId="{D8DA4D8F-C589-48E0-9A49-280A56096395}" srcOrd="0" destOrd="0" presId="urn:microsoft.com/office/officeart/2008/layout/HorizontalMultiLevelHierarchy"/>
    <dgm:cxn modelId="{7B95CB67-4C28-9F4C-9841-A0A2B7DAFAAE}" type="presParOf" srcId="{9538DE8F-4C72-4641-AC37-D36700BE85BE}" destId="{21961A46-7E7A-4645-A2DD-62910F936A8E}" srcOrd="1" destOrd="0" presId="urn:microsoft.com/office/officeart/2008/layout/HorizontalMultiLevelHierarchy"/>
    <dgm:cxn modelId="{52175CAB-00C6-7C4B-875F-F5D2BFEE29EB}" type="presParOf" srcId="{46FB3F51-6177-4028-BF38-811F415839FE}" destId="{C27DAB4B-D8BC-41B0-8CF0-274BF896C9A1}" srcOrd="2" destOrd="0" presId="urn:microsoft.com/office/officeart/2008/layout/HorizontalMultiLevelHierarchy"/>
    <dgm:cxn modelId="{B01A9EA0-97C9-914A-9C18-A01B771FA236}" type="presParOf" srcId="{C27DAB4B-D8BC-41B0-8CF0-274BF896C9A1}" destId="{C4FD09EC-9B4A-45A3-A553-4D8BEA635345}" srcOrd="0" destOrd="0" presId="urn:microsoft.com/office/officeart/2008/layout/HorizontalMultiLevelHierarchy"/>
    <dgm:cxn modelId="{B61EC6D2-81B7-244A-ADB5-FEC2CFD21B01}" type="presParOf" srcId="{46FB3F51-6177-4028-BF38-811F415839FE}" destId="{621CC39D-267A-45A3-BAFF-7453B185F8C4}" srcOrd="3" destOrd="0" presId="urn:microsoft.com/office/officeart/2008/layout/HorizontalMultiLevelHierarchy"/>
    <dgm:cxn modelId="{6369F7F2-B0D0-4348-BA42-2DFE5D29B822}" type="presParOf" srcId="{621CC39D-267A-45A3-BAFF-7453B185F8C4}" destId="{CE8921FC-A490-4075-8383-2928868A6257}" srcOrd="0" destOrd="0" presId="urn:microsoft.com/office/officeart/2008/layout/HorizontalMultiLevelHierarchy"/>
    <dgm:cxn modelId="{BC79826F-CE6D-F949-ABD2-DBAAD15BE659}" type="presParOf" srcId="{621CC39D-267A-45A3-BAFF-7453B185F8C4}" destId="{EB51195C-95EE-43F6-AEFD-6A52939FE72D}" srcOrd="1" destOrd="0" presId="urn:microsoft.com/office/officeart/2008/layout/HorizontalMultiLevelHierarchy"/>
    <dgm:cxn modelId="{6F3584C6-AF9C-AC4A-A087-07E23A601562}" type="presParOf" srcId="{EB51195C-95EE-43F6-AEFD-6A52939FE72D}" destId="{E007051F-53B4-4ACA-BDBC-9F2C4C7EC001}" srcOrd="0" destOrd="0" presId="urn:microsoft.com/office/officeart/2008/layout/HorizontalMultiLevelHierarchy"/>
    <dgm:cxn modelId="{0519D811-94AA-C548-9A93-0FD90C1A9C0A}" type="presParOf" srcId="{E007051F-53B4-4ACA-BDBC-9F2C4C7EC001}" destId="{1E674C02-CC28-41A3-ADB5-64454508A437}" srcOrd="0" destOrd="0" presId="urn:microsoft.com/office/officeart/2008/layout/HorizontalMultiLevelHierarchy"/>
    <dgm:cxn modelId="{4A9345BA-96CF-F64B-9427-7488D7B25FE5}" type="presParOf" srcId="{EB51195C-95EE-43F6-AEFD-6A52939FE72D}" destId="{BE98527C-A26B-42D6-A3C2-AC0A1D4692D3}" srcOrd="1" destOrd="0" presId="urn:microsoft.com/office/officeart/2008/layout/HorizontalMultiLevelHierarchy"/>
    <dgm:cxn modelId="{7A4E7F8D-5C95-6845-B8D2-A968FFD4BC8F}" type="presParOf" srcId="{BE98527C-A26B-42D6-A3C2-AC0A1D4692D3}" destId="{62F6E572-5E74-4BC5-87F9-99E2B88ABB6B}" srcOrd="0" destOrd="0" presId="urn:microsoft.com/office/officeart/2008/layout/HorizontalMultiLevelHierarchy"/>
    <dgm:cxn modelId="{C5435405-2252-364B-95A3-BCA455A222B4}" type="presParOf" srcId="{BE98527C-A26B-42D6-A3C2-AC0A1D4692D3}" destId="{6E99F0A2-C1DA-47D8-9063-317428AC0560}" srcOrd="1" destOrd="0" presId="urn:microsoft.com/office/officeart/2008/layout/HorizontalMultiLevelHierarchy"/>
    <dgm:cxn modelId="{B738E0A5-3796-8346-AA4C-8A2618B9B32D}" type="presParOf" srcId="{DE58458F-2799-4EFA-8780-00212602C999}" destId="{82E3D863-7E1D-42C2-992E-19C395376F84}" srcOrd="8" destOrd="0" presId="urn:microsoft.com/office/officeart/2008/layout/HorizontalMultiLevelHierarchy"/>
    <dgm:cxn modelId="{090F8E21-FA0F-4542-83CC-995CA1645427}" type="presParOf" srcId="{82E3D863-7E1D-42C2-992E-19C395376F84}" destId="{B06C1520-951F-4314-8773-D5B84EA16B24}" srcOrd="0" destOrd="0" presId="urn:microsoft.com/office/officeart/2008/layout/HorizontalMultiLevelHierarchy"/>
    <dgm:cxn modelId="{4BECF61B-86AB-0E4E-8B63-79359C1969B0}" type="presParOf" srcId="{DE58458F-2799-4EFA-8780-00212602C999}" destId="{CF6A2672-FD5B-4CF6-91DE-53BDD273947A}" srcOrd="9" destOrd="0" presId="urn:microsoft.com/office/officeart/2008/layout/HorizontalMultiLevelHierarchy"/>
    <dgm:cxn modelId="{03C097FE-B9F8-A148-BAE8-1577C9C7CF2D}" type="presParOf" srcId="{CF6A2672-FD5B-4CF6-91DE-53BDD273947A}" destId="{9DC67E14-49E6-45A5-B672-F703BC6C9264}" srcOrd="0" destOrd="0" presId="urn:microsoft.com/office/officeart/2008/layout/HorizontalMultiLevelHierarchy"/>
    <dgm:cxn modelId="{779C0E17-3EA2-FB4B-9830-8BA2580E354C}" type="presParOf" srcId="{CF6A2672-FD5B-4CF6-91DE-53BDD273947A}" destId="{03418FF8-7A48-4F96-96CA-FA959BE3459F}" srcOrd="1" destOrd="0" presId="urn:microsoft.com/office/officeart/2008/layout/HorizontalMultiLevelHierarchy"/>
    <dgm:cxn modelId="{02B4045F-37D0-CA4E-ACD0-BD71CBE867E0}" type="presParOf" srcId="{DE58458F-2799-4EFA-8780-00212602C999}" destId="{1EA81994-87E5-449E-9036-14A37798ADCF}" srcOrd="10" destOrd="0" presId="urn:microsoft.com/office/officeart/2008/layout/HorizontalMultiLevelHierarchy"/>
    <dgm:cxn modelId="{77D4FBEA-A8D8-B142-84E7-2C781BEC7D90}" type="presParOf" srcId="{1EA81994-87E5-449E-9036-14A37798ADCF}" destId="{84A61504-CDD8-4EB0-83C6-FC03E6246427}" srcOrd="0" destOrd="0" presId="urn:microsoft.com/office/officeart/2008/layout/HorizontalMultiLevelHierarchy"/>
    <dgm:cxn modelId="{2D066107-C38D-E148-82F8-FCC0A220BD8D}" type="presParOf" srcId="{DE58458F-2799-4EFA-8780-00212602C999}" destId="{FCD2D274-D932-4CA0-9DA7-B265110210C6}" srcOrd="11" destOrd="0" presId="urn:microsoft.com/office/officeart/2008/layout/HorizontalMultiLevelHierarchy"/>
    <dgm:cxn modelId="{1E76BCD4-3484-5443-B708-CDDF39F6A1E4}" type="presParOf" srcId="{FCD2D274-D932-4CA0-9DA7-B265110210C6}" destId="{4B8FA5F0-45CC-42F6-9E52-686EA38B00AE}" srcOrd="0" destOrd="0" presId="urn:microsoft.com/office/officeart/2008/layout/HorizontalMultiLevelHierarchy"/>
    <dgm:cxn modelId="{246B08FE-B12E-2B42-A1C6-C333C4E8DB58}" type="presParOf" srcId="{FCD2D274-D932-4CA0-9DA7-B265110210C6}" destId="{43B250A0-8F54-4AE4-B948-BC3DCCB68B8A}" srcOrd="1" destOrd="0" presId="urn:microsoft.com/office/officeart/2008/layout/HorizontalMultiLevelHierarchy"/>
    <dgm:cxn modelId="{A24483F5-FB0E-9240-9BC4-5548701DABFF}" type="presParOf" srcId="{43B250A0-8F54-4AE4-B948-BC3DCCB68B8A}" destId="{609F2009-82C6-4437-8488-3A995B47CAB0}" srcOrd="0" destOrd="0" presId="urn:microsoft.com/office/officeart/2008/layout/HorizontalMultiLevelHierarchy"/>
    <dgm:cxn modelId="{327C40B8-E7C5-7A48-A236-884A725CB847}" type="presParOf" srcId="{609F2009-82C6-4437-8488-3A995B47CAB0}" destId="{05486C6C-DCB0-4BB0-8D76-7B90F3869F0F}" srcOrd="0" destOrd="0" presId="urn:microsoft.com/office/officeart/2008/layout/HorizontalMultiLevelHierarchy"/>
    <dgm:cxn modelId="{82B7CC88-EA98-644E-9ABA-ED8C7CF99504}" type="presParOf" srcId="{43B250A0-8F54-4AE4-B948-BC3DCCB68B8A}" destId="{1CDDBAA5-CA02-468E-9735-C2B79B549EF5}" srcOrd="1" destOrd="0" presId="urn:microsoft.com/office/officeart/2008/layout/HorizontalMultiLevelHierarchy"/>
    <dgm:cxn modelId="{CCD5D768-196B-7F43-99DC-9278D0C567D7}" type="presParOf" srcId="{1CDDBAA5-CA02-468E-9735-C2B79B549EF5}" destId="{64A40FE5-8129-43E9-9A75-C0C669D7D742}" srcOrd="0" destOrd="0" presId="urn:microsoft.com/office/officeart/2008/layout/HorizontalMultiLevelHierarchy"/>
    <dgm:cxn modelId="{F45493F3-BDB6-E144-A326-EFA57BC56F45}" type="presParOf" srcId="{1CDDBAA5-CA02-468E-9735-C2B79B549EF5}" destId="{3B729A51-07E8-4C20-B2B5-5A436BF69412}" srcOrd="1" destOrd="0" presId="urn:microsoft.com/office/officeart/2008/layout/HorizontalMultiLevelHierarchy"/>
    <dgm:cxn modelId="{FC3CCFD2-9476-8149-B77A-F82244E1F7FA}" type="presParOf" srcId="{3B729A51-07E8-4C20-B2B5-5A436BF69412}" destId="{58070B23-7B70-48DB-A48F-A8FD1C4E068B}" srcOrd="0" destOrd="0" presId="urn:microsoft.com/office/officeart/2008/layout/HorizontalMultiLevelHierarchy"/>
    <dgm:cxn modelId="{C26A67EB-DEC3-4943-9453-F63EEC8C2F99}" type="presParOf" srcId="{58070B23-7B70-48DB-A48F-A8FD1C4E068B}" destId="{9DB4C23A-0DFB-4363-952E-1AF9875E9081}" srcOrd="0" destOrd="0" presId="urn:microsoft.com/office/officeart/2008/layout/HorizontalMultiLevelHierarchy"/>
    <dgm:cxn modelId="{4D2B02F2-ED0E-9D43-8E4F-41B803C2A463}" type="presParOf" srcId="{3B729A51-07E8-4C20-B2B5-5A436BF69412}" destId="{B81D8B4A-4BD7-4A3D-8D1A-053C67E4D654}" srcOrd="1" destOrd="0" presId="urn:microsoft.com/office/officeart/2008/layout/HorizontalMultiLevelHierarchy"/>
    <dgm:cxn modelId="{233E0650-0693-C841-A623-924A70A46618}" type="presParOf" srcId="{B81D8B4A-4BD7-4A3D-8D1A-053C67E4D654}" destId="{73F1D649-5D94-4697-AA74-9815392B2F67}" srcOrd="0" destOrd="0" presId="urn:microsoft.com/office/officeart/2008/layout/HorizontalMultiLevelHierarchy"/>
    <dgm:cxn modelId="{0667FE69-F6AF-8742-BA8D-C2AC70E52F1E}" type="presParOf" srcId="{B81D8B4A-4BD7-4A3D-8D1A-053C67E4D654}" destId="{65C1985B-688B-42C0-B050-A8DC91E9B53A}" srcOrd="1" destOrd="0" presId="urn:microsoft.com/office/officeart/2008/layout/HorizontalMultiLevelHierarchy"/>
    <dgm:cxn modelId="{F1AD30CE-AFC2-4745-9254-B7673BE448CF}" type="presParOf" srcId="{43B250A0-8F54-4AE4-B948-BC3DCCB68B8A}" destId="{EE0BE73F-E8A1-4611-8AF0-BD78A28BD8A3}" srcOrd="2" destOrd="0" presId="urn:microsoft.com/office/officeart/2008/layout/HorizontalMultiLevelHierarchy"/>
    <dgm:cxn modelId="{18B740F5-F21F-C64D-A715-B35EB49276BB}" type="presParOf" srcId="{EE0BE73F-E8A1-4611-8AF0-BD78A28BD8A3}" destId="{62C2CAF2-AA11-455F-9807-91ECEBFBC511}" srcOrd="0" destOrd="0" presId="urn:microsoft.com/office/officeart/2008/layout/HorizontalMultiLevelHierarchy"/>
    <dgm:cxn modelId="{277012EB-F586-A543-9366-7AF176B68843}" type="presParOf" srcId="{43B250A0-8F54-4AE4-B948-BC3DCCB68B8A}" destId="{0EACF5CD-E4F7-431D-B7EB-04E008B45BBC}" srcOrd="3" destOrd="0" presId="urn:microsoft.com/office/officeart/2008/layout/HorizontalMultiLevelHierarchy"/>
    <dgm:cxn modelId="{CB9BD88E-EAEA-1E45-8095-B15219EDFA91}" type="presParOf" srcId="{0EACF5CD-E4F7-431D-B7EB-04E008B45BBC}" destId="{192C5F08-FFDA-48D1-972D-92220FA5BD37}" srcOrd="0" destOrd="0" presId="urn:microsoft.com/office/officeart/2008/layout/HorizontalMultiLevelHierarchy"/>
    <dgm:cxn modelId="{37F0EDD9-B7D9-6448-A0F8-3F69C6C85121}" type="presParOf" srcId="{0EACF5CD-E4F7-431D-B7EB-04E008B45BBC}" destId="{205D6D55-E9B2-46F0-AD6E-99EF6E15ADC7}" srcOrd="1" destOrd="0" presId="urn:microsoft.com/office/officeart/2008/layout/HorizontalMultiLevelHierarchy"/>
    <dgm:cxn modelId="{E0D14BDE-7007-FF47-B174-1DAD1395ADE1}" type="presParOf" srcId="{205D6D55-E9B2-46F0-AD6E-99EF6E15ADC7}" destId="{D467ECE9-8583-4DF7-AF44-F1E936223E8D}" srcOrd="0" destOrd="0" presId="urn:microsoft.com/office/officeart/2008/layout/HorizontalMultiLevelHierarchy"/>
    <dgm:cxn modelId="{DF5CEC37-9BBA-2849-9688-9957AD39AC39}" type="presParOf" srcId="{D467ECE9-8583-4DF7-AF44-F1E936223E8D}" destId="{46E9A1AE-C8F0-41BB-BB22-868CB89FBFDA}" srcOrd="0" destOrd="0" presId="urn:microsoft.com/office/officeart/2008/layout/HorizontalMultiLevelHierarchy"/>
    <dgm:cxn modelId="{9D095964-D5BC-CC47-BDC7-197BC8BAFA55}" type="presParOf" srcId="{205D6D55-E9B2-46F0-AD6E-99EF6E15ADC7}" destId="{2E28C77E-1197-4E38-A752-9CBBBC42A61D}" srcOrd="1" destOrd="0" presId="urn:microsoft.com/office/officeart/2008/layout/HorizontalMultiLevelHierarchy"/>
    <dgm:cxn modelId="{55F02F73-1411-0A49-9F28-6E963ABF7100}" type="presParOf" srcId="{2E28C77E-1197-4E38-A752-9CBBBC42A61D}" destId="{2B59CBE0-8B81-4540-8759-92815E99DF3E}" srcOrd="0" destOrd="0" presId="urn:microsoft.com/office/officeart/2008/layout/HorizontalMultiLevelHierarchy"/>
    <dgm:cxn modelId="{173E74B6-8C3B-8D48-B577-5FC8498FD951}" type="presParOf" srcId="{2E28C77E-1197-4E38-A752-9CBBBC42A61D}" destId="{D4A0785B-5991-48E0-8A07-73965877091B}" srcOrd="1" destOrd="0" presId="urn:microsoft.com/office/officeart/2008/layout/HorizontalMultiLevelHierarchy"/>
    <dgm:cxn modelId="{1E57409D-74CB-B846-8120-9AB9F35626CA}" type="presParOf" srcId="{DE58458F-2799-4EFA-8780-00212602C999}" destId="{9A911F7B-3911-46A0-B631-34D2FB01D055}" srcOrd="12" destOrd="0" presId="urn:microsoft.com/office/officeart/2008/layout/HorizontalMultiLevelHierarchy"/>
    <dgm:cxn modelId="{71FEC202-4E75-3949-9B25-AB86341C802C}" type="presParOf" srcId="{9A911F7B-3911-46A0-B631-34D2FB01D055}" destId="{20EAA6C1-9D5E-4EEC-8FF2-B2CA601BA5C5}" srcOrd="0" destOrd="0" presId="urn:microsoft.com/office/officeart/2008/layout/HorizontalMultiLevelHierarchy"/>
    <dgm:cxn modelId="{564150CD-42A8-2840-9719-B9022469E32E}" type="presParOf" srcId="{DE58458F-2799-4EFA-8780-00212602C999}" destId="{AA4559D2-CEE4-452D-A4E5-129C8C752265}" srcOrd="13" destOrd="0" presId="urn:microsoft.com/office/officeart/2008/layout/HorizontalMultiLevelHierarchy"/>
    <dgm:cxn modelId="{6406888D-67C3-FF41-A9B0-787ADC29E9A3}" type="presParOf" srcId="{AA4559D2-CEE4-452D-A4E5-129C8C752265}" destId="{0FF1DF2B-0EA2-4E49-BB55-D89B1380BC6D}" srcOrd="0" destOrd="0" presId="urn:microsoft.com/office/officeart/2008/layout/HorizontalMultiLevelHierarchy"/>
    <dgm:cxn modelId="{3A58F845-0BCA-B149-9374-ACFDA253E823}" type="presParOf" srcId="{AA4559D2-CEE4-452D-A4E5-129C8C752265}" destId="{ACF1887C-627E-4A05-AF48-4AFA49489670}" srcOrd="1" destOrd="0" presId="urn:microsoft.com/office/officeart/2008/layout/HorizontalMultiLevelHierarchy"/>
    <dgm:cxn modelId="{2C35FAB4-D4D3-2547-B27B-C66E9E08B7DA}" type="presParOf" srcId="{38CB657A-BE85-496E-9420-315594977C38}" destId="{6706F55C-1B84-4681-90EC-2270F9347957}" srcOrd="2" destOrd="0" presId="urn:microsoft.com/office/officeart/2008/layout/HorizontalMultiLevelHierarchy"/>
    <dgm:cxn modelId="{A340FDFA-CD81-664E-9D33-E9BDA2214784}" type="presParOf" srcId="{6706F55C-1B84-4681-90EC-2270F9347957}" destId="{CFDCFB1E-B6E5-4C48-817A-7A3DF1550FFC}" srcOrd="0" destOrd="0" presId="urn:microsoft.com/office/officeart/2008/layout/HorizontalMultiLevelHierarchy"/>
    <dgm:cxn modelId="{444C80CC-5F55-A94F-A0B8-34BA17187D4E}" type="presParOf" srcId="{38CB657A-BE85-496E-9420-315594977C38}" destId="{52030960-0F4C-43DC-9548-232657331377}" srcOrd="3" destOrd="0" presId="urn:microsoft.com/office/officeart/2008/layout/HorizontalMultiLevelHierarchy"/>
    <dgm:cxn modelId="{31A933A2-A7CF-8743-AA3B-BE8B3E93C781}" type="presParOf" srcId="{52030960-0F4C-43DC-9548-232657331377}" destId="{063A904C-A704-4433-B6BB-AB42F6B12325}" srcOrd="0" destOrd="0" presId="urn:microsoft.com/office/officeart/2008/layout/HorizontalMultiLevelHierarchy"/>
    <dgm:cxn modelId="{9D1BDBEC-1FB2-BF42-AA4B-7CF23CDB9B16}" type="presParOf" srcId="{52030960-0F4C-43DC-9548-232657331377}" destId="{EB93DE88-3B09-4075-8E05-7F03CD6D9CB1}" srcOrd="1" destOrd="0" presId="urn:microsoft.com/office/officeart/2008/layout/HorizontalMultiLevelHierarchy"/>
    <dgm:cxn modelId="{97E00B37-330E-E34C-A8DC-6C087F93C217}" type="presParOf" srcId="{38CB657A-BE85-496E-9420-315594977C38}" destId="{586485CC-8547-42F8-B59A-821D5568C7B6}" srcOrd="4" destOrd="0" presId="urn:microsoft.com/office/officeart/2008/layout/HorizontalMultiLevelHierarchy"/>
    <dgm:cxn modelId="{F45833BC-8EE9-8444-BC5E-17DEFF0C3A2C}" type="presParOf" srcId="{586485CC-8547-42F8-B59A-821D5568C7B6}" destId="{61841A9E-4703-403E-AEF1-FA9E540820D4}" srcOrd="0" destOrd="0" presId="urn:microsoft.com/office/officeart/2008/layout/HorizontalMultiLevelHierarchy"/>
    <dgm:cxn modelId="{E2AA9D2F-CCDF-5C48-8E35-BB3FB325A717}" type="presParOf" srcId="{38CB657A-BE85-496E-9420-315594977C38}" destId="{244F939D-D567-464F-86E4-CFA0B8AF2083}" srcOrd="5" destOrd="0" presId="urn:microsoft.com/office/officeart/2008/layout/HorizontalMultiLevelHierarchy"/>
    <dgm:cxn modelId="{9CF0B40E-2552-8340-AEB4-C74BB1C6B75F}" type="presParOf" srcId="{244F939D-D567-464F-86E4-CFA0B8AF2083}" destId="{9E9DBD87-1C17-44E4-BD36-D0FE77671F0B}" srcOrd="0" destOrd="0" presId="urn:microsoft.com/office/officeart/2008/layout/HorizontalMultiLevelHierarchy"/>
    <dgm:cxn modelId="{4698CA2E-78DC-2C42-AE1E-8523018B451E}" type="presParOf" srcId="{244F939D-D567-464F-86E4-CFA0B8AF2083}" destId="{CD51AE3E-0627-43A2-B0C8-3FBD1219E65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1065F56-39EA-4AF0-87A8-BB5FADE75789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1F987E5-4511-4BB1-ADE6-3E82C094445A}">
      <dgm:prSet phldrT="[Text]"/>
      <dgm:spPr/>
      <dgm:t>
        <a:bodyPr/>
        <a:lstStyle/>
        <a:p>
          <a:r>
            <a:rPr lang="es-MX" dirty="0"/>
            <a:t>Gastos Locales</a:t>
          </a:r>
        </a:p>
      </dgm:t>
    </dgm:pt>
    <dgm:pt modelId="{1FF46CAD-0D65-4C44-BCCF-BBD2C43276F5}" type="parTrans" cxnId="{30C94BA2-AF36-489B-A5BA-719ECA17C899}">
      <dgm:prSet/>
      <dgm:spPr/>
      <dgm:t>
        <a:bodyPr/>
        <a:lstStyle/>
        <a:p>
          <a:endParaRPr lang="es-MX"/>
        </a:p>
      </dgm:t>
    </dgm:pt>
    <dgm:pt modelId="{96010EA0-BA61-4797-8528-130103DFE5DB}" type="sibTrans" cxnId="{30C94BA2-AF36-489B-A5BA-719ECA17C899}">
      <dgm:prSet/>
      <dgm:spPr/>
      <dgm:t>
        <a:bodyPr/>
        <a:lstStyle/>
        <a:p>
          <a:endParaRPr lang="es-MX"/>
        </a:p>
      </dgm:t>
    </dgm:pt>
    <dgm:pt modelId="{BB9F8901-61E5-42C9-AB1A-FBA7B9BAAC6B}">
      <dgm:prSet phldrT="[Text]" custT="1"/>
      <dgm:spPr/>
      <dgm:t>
        <a:bodyPr/>
        <a:lstStyle/>
        <a:p>
          <a:r>
            <a:rPr lang="es-MX" sz="1800" dirty="0"/>
            <a:t>Restaurantes</a:t>
          </a:r>
        </a:p>
        <a:p>
          <a:r>
            <a:rPr lang="es-MX" sz="1000" dirty="0"/>
            <a:t>LISR 28-XX</a:t>
          </a:r>
        </a:p>
      </dgm:t>
    </dgm:pt>
    <dgm:pt modelId="{BEF0AF05-2CD3-41A9-B426-AC9E92AF66C6}" type="parTrans" cxnId="{98E727A3-DAF4-4A64-B567-46B39EE8BB10}">
      <dgm:prSet/>
      <dgm:spPr/>
      <dgm:t>
        <a:bodyPr/>
        <a:lstStyle/>
        <a:p>
          <a:endParaRPr lang="es-MX"/>
        </a:p>
      </dgm:t>
    </dgm:pt>
    <dgm:pt modelId="{7315DC75-FB89-41A6-9865-0D54033A757F}" type="sibTrans" cxnId="{98E727A3-DAF4-4A64-B567-46B39EE8BB10}">
      <dgm:prSet/>
      <dgm:spPr/>
      <dgm:t>
        <a:bodyPr/>
        <a:lstStyle/>
        <a:p>
          <a:endParaRPr lang="es-MX"/>
        </a:p>
      </dgm:t>
    </dgm:pt>
    <dgm:pt modelId="{8095B973-4E0F-4308-9E51-F936A3752BD6}">
      <dgm:prSet phldrT="[Text]" custT="1"/>
      <dgm:spPr>
        <a:solidFill>
          <a:srgbClr val="FF0000"/>
        </a:solidFill>
      </dgm:spPr>
      <dgm:t>
        <a:bodyPr/>
        <a:lstStyle/>
        <a:p>
          <a:r>
            <a:rPr lang="es-MX" sz="1800" dirty="0"/>
            <a:t>Bares</a:t>
          </a:r>
        </a:p>
        <a:p>
          <a:r>
            <a:rPr lang="es-MX" sz="1000" dirty="0"/>
            <a:t>LISR 28-XX</a:t>
          </a:r>
        </a:p>
      </dgm:t>
    </dgm:pt>
    <dgm:pt modelId="{707DBD08-5379-42DE-8BB4-AE6DB8D8F231}" type="parTrans" cxnId="{8917D864-EDE8-4286-833F-AF5812D0B14E}">
      <dgm:prSet/>
      <dgm:spPr/>
      <dgm:t>
        <a:bodyPr/>
        <a:lstStyle/>
        <a:p>
          <a:endParaRPr lang="es-MX"/>
        </a:p>
      </dgm:t>
    </dgm:pt>
    <dgm:pt modelId="{3B932A12-0AA5-4EF7-B554-11D7578D861C}" type="sibTrans" cxnId="{8917D864-EDE8-4286-833F-AF5812D0B14E}">
      <dgm:prSet/>
      <dgm:spPr/>
      <dgm:t>
        <a:bodyPr/>
        <a:lstStyle/>
        <a:p>
          <a:endParaRPr lang="es-MX"/>
        </a:p>
      </dgm:t>
    </dgm:pt>
    <dgm:pt modelId="{CD3BC402-4404-4C9E-803B-207088B8C75A}">
      <dgm:prSet phldrT="[Text]" custT="1"/>
      <dgm:spPr/>
      <dgm:t>
        <a:bodyPr/>
        <a:lstStyle/>
        <a:p>
          <a:r>
            <a:rPr lang="es-MX" sz="1800" dirty="0"/>
            <a:t>Renta de Autos</a:t>
          </a:r>
        </a:p>
        <a:p>
          <a:r>
            <a:rPr lang="es-MX" sz="1000" dirty="0"/>
            <a:t>28-XIII</a:t>
          </a:r>
        </a:p>
      </dgm:t>
    </dgm:pt>
    <dgm:pt modelId="{EE95F818-C098-477C-A640-4FB7429AEE43}" type="parTrans" cxnId="{865C42BD-5E67-4506-A8BD-426EBA078B26}">
      <dgm:prSet/>
      <dgm:spPr/>
      <dgm:t>
        <a:bodyPr/>
        <a:lstStyle/>
        <a:p>
          <a:endParaRPr lang="es-MX"/>
        </a:p>
      </dgm:t>
    </dgm:pt>
    <dgm:pt modelId="{3A004586-E92B-4D37-AE8F-3C14E8318A27}" type="sibTrans" cxnId="{865C42BD-5E67-4506-A8BD-426EBA078B26}">
      <dgm:prSet/>
      <dgm:spPr/>
      <dgm:t>
        <a:bodyPr/>
        <a:lstStyle/>
        <a:p>
          <a:endParaRPr lang="es-MX"/>
        </a:p>
      </dgm:t>
    </dgm:pt>
    <dgm:pt modelId="{1EC234EB-A800-4F17-AB2A-6EEB7A7219B1}">
      <dgm:prSet/>
      <dgm:spPr/>
      <dgm:t>
        <a:bodyPr/>
        <a:lstStyle/>
        <a:p>
          <a:r>
            <a:rPr lang="es-MX" dirty="0"/>
            <a:t>8.5% del Consumo</a:t>
          </a:r>
        </a:p>
      </dgm:t>
    </dgm:pt>
    <dgm:pt modelId="{7107198C-77C1-457E-B7C2-6446F401BDC4}" type="parTrans" cxnId="{30C44AC5-7914-4C06-AE46-7D9856B191CD}">
      <dgm:prSet/>
      <dgm:spPr/>
      <dgm:t>
        <a:bodyPr/>
        <a:lstStyle/>
        <a:p>
          <a:endParaRPr lang="es-MX"/>
        </a:p>
      </dgm:t>
    </dgm:pt>
    <dgm:pt modelId="{31E3C474-53AD-4782-926A-17470E80B0DA}" type="sibTrans" cxnId="{30C44AC5-7914-4C06-AE46-7D9856B191CD}">
      <dgm:prSet/>
      <dgm:spPr/>
      <dgm:t>
        <a:bodyPr/>
        <a:lstStyle/>
        <a:p>
          <a:endParaRPr lang="es-MX"/>
        </a:p>
      </dgm:t>
    </dgm:pt>
    <dgm:pt modelId="{169AD8B1-B635-49D0-A2F0-F96E540F7FBD}">
      <dgm:prSet/>
      <dgm:spPr/>
      <dgm:t>
        <a:bodyPr/>
        <a:lstStyle/>
        <a:p>
          <a:r>
            <a:rPr lang="es-MX" dirty="0"/>
            <a:t>$200 diarios</a:t>
          </a:r>
        </a:p>
      </dgm:t>
    </dgm:pt>
    <dgm:pt modelId="{E1ABB49E-43CD-484F-9710-3E685D835F7E}" type="parTrans" cxnId="{4860D26E-B0D3-487C-AF59-4D0E6745DFE5}">
      <dgm:prSet/>
      <dgm:spPr/>
      <dgm:t>
        <a:bodyPr/>
        <a:lstStyle/>
        <a:p>
          <a:endParaRPr lang="es-MX"/>
        </a:p>
      </dgm:t>
    </dgm:pt>
    <dgm:pt modelId="{5FC54791-27FA-423D-AEA5-F1C555B04241}" type="sibTrans" cxnId="{4860D26E-B0D3-487C-AF59-4D0E6745DFE5}">
      <dgm:prSet/>
      <dgm:spPr/>
      <dgm:t>
        <a:bodyPr/>
        <a:lstStyle/>
        <a:p>
          <a:endParaRPr lang="es-MX"/>
        </a:p>
      </dgm:t>
    </dgm:pt>
    <dgm:pt modelId="{775F559F-593A-487B-A54C-C72A6707A5B8}">
      <dgm:prSet custT="1"/>
      <dgm:spPr/>
      <dgm:t>
        <a:bodyPr/>
        <a:lstStyle/>
        <a:p>
          <a:r>
            <a:rPr lang="es-MX" sz="1800" dirty="0"/>
            <a:t>Comedores</a:t>
          </a:r>
        </a:p>
        <a:p>
          <a:r>
            <a:rPr lang="es-MX" sz="1000" dirty="0"/>
            <a:t>LISR 28-XXI</a:t>
          </a:r>
        </a:p>
      </dgm:t>
    </dgm:pt>
    <dgm:pt modelId="{DA813A2E-78BB-4459-8194-803C1A4182BB}" type="parTrans" cxnId="{ECAE1085-B9FA-4FAD-BB96-F87F935BB45F}">
      <dgm:prSet/>
      <dgm:spPr/>
      <dgm:t>
        <a:bodyPr/>
        <a:lstStyle/>
        <a:p>
          <a:endParaRPr lang="es-MX"/>
        </a:p>
      </dgm:t>
    </dgm:pt>
    <dgm:pt modelId="{BC5EB0BC-9899-4A68-8E1A-F5C923F04F2B}" type="sibTrans" cxnId="{ECAE1085-B9FA-4FAD-BB96-F87F935BB45F}">
      <dgm:prSet/>
      <dgm:spPr/>
      <dgm:t>
        <a:bodyPr/>
        <a:lstStyle/>
        <a:p>
          <a:endParaRPr lang="es-MX"/>
        </a:p>
      </dgm:t>
    </dgm:pt>
    <dgm:pt modelId="{83C3D929-4C7C-41FC-9E7F-8A189482D85D}">
      <dgm:prSet/>
      <dgm:spPr/>
      <dgm:t>
        <a:bodyPr/>
        <a:lstStyle/>
        <a:p>
          <a:r>
            <a:rPr lang="es-MX" dirty="0"/>
            <a:t>A disposición de todos los trabajadores</a:t>
          </a:r>
        </a:p>
      </dgm:t>
    </dgm:pt>
    <dgm:pt modelId="{DA1177F4-CE41-47A5-B390-713220C47AAF}" type="parTrans" cxnId="{1FF5A691-3E35-40E0-A28D-2F8959CE4D29}">
      <dgm:prSet/>
      <dgm:spPr/>
      <dgm:t>
        <a:bodyPr/>
        <a:lstStyle/>
        <a:p>
          <a:endParaRPr lang="es-MX"/>
        </a:p>
      </dgm:t>
    </dgm:pt>
    <dgm:pt modelId="{4CFBE3A4-D26C-4B1A-BED7-801E58A23E81}" type="sibTrans" cxnId="{1FF5A691-3E35-40E0-A28D-2F8959CE4D29}">
      <dgm:prSet/>
      <dgm:spPr/>
      <dgm:t>
        <a:bodyPr/>
        <a:lstStyle/>
        <a:p>
          <a:endParaRPr lang="es-MX"/>
        </a:p>
      </dgm:t>
    </dgm:pt>
    <dgm:pt modelId="{2D289082-2B1C-4363-ABFE-B6BBF6BFFB49}">
      <dgm:prSet custT="1"/>
      <dgm:spPr/>
      <dgm:t>
        <a:bodyPr/>
        <a:lstStyle/>
        <a:p>
          <a:r>
            <a:rPr lang="es-MX" sz="1800" dirty="0"/>
            <a:t>Automóviles</a:t>
          </a:r>
        </a:p>
        <a:p>
          <a:r>
            <a:rPr lang="es-MX" sz="1000" dirty="0"/>
            <a:t>LISR 36-II</a:t>
          </a:r>
        </a:p>
      </dgm:t>
    </dgm:pt>
    <dgm:pt modelId="{3F178C4A-9E99-4DB5-A6D2-8F1D33C07547}" type="parTrans" cxnId="{A01530C7-7C6C-47FD-B517-3151ACD940AE}">
      <dgm:prSet/>
      <dgm:spPr/>
      <dgm:t>
        <a:bodyPr/>
        <a:lstStyle/>
        <a:p>
          <a:endParaRPr lang="es-MX"/>
        </a:p>
      </dgm:t>
    </dgm:pt>
    <dgm:pt modelId="{DE31D244-513D-4FAD-B28C-D73069982831}" type="sibTrans" cxnId="{A01530C7-7C6C-47FD-B517-3151ACD940AE}">
      <dgm:prSet/>
      <dgm:spPr/>
      <dgm:t>
        <a:bodyPr/>
        <a:lstStyle/>
        <a:p>
          <a:endParaRPr lang="es-MX"/>
        </a:p>
      </dgm:t>
    </dgm:pt>
    <dgm:pt modelId="{60CADF92-93A8-4311-B0BF-C8E0C5A2EDD5}">
      <dgm:prSet/>
      <dgm:spPr/>
      <dgm:t>
        <a:bodyPr/>
        <a:lstStyle/>
        <a:p>
          <a:r>
            <a:rPr lang="es-MX" dirty="0"/>
            <a:t>Hasta $175,000</a:t>
          </a:r>
        </a:p>
      </dgm:t>
    </dgm:pt>
    <dgm:pt modelId="{DFBB4162-D60A-43B0-9A84-4A2544547292}" type="parTrans" cxnId="{861A5DDF-2E40-4168-A514-83DC1E60183F}">
      <dgm:prSet/>
      <dgm:spPr/>
      <dgm:t>
        <a:bodyPr/>
        <a:lstStyle/>
        <a:p>
          <a:endParaRPr lang="es-MX"/>
        </a:p>
      </dgm:t>
    </dgm:pt>
    <dgm:pt modelId="{92409239-C111-449B-AEAD-D17149A20FCA}" type="sibTrans" cxnId="{861A5DDF-2E40-4168-A514-83DC1E60183F}">
      <dgm:prSet/>
      <dgm:spPr/>
      <dgm:t>
        <a:bodyPr/>
        <a:lstStyle/>
        <a:p>
          <a:endParaRPr lang="es-MX"/>
        </a:p>
      </dgm:t>
    </dgm:pt>
    <dgm:pt modelId="{7CE86449-F923-45D7-BBCC-8F3756CB202A}">
      <dgm:prSet/>
      <dgm:spPr/>
      <dgm:t>
        <a:bodyPr/>
        <a:lstStyle/>
        <a:p>
          <a:r>
            <a:rPr lang="es-MX" dirty="0"/>
            <a:t>Gastos limitados a 1 SM por día por trabajador</a:t>
          </a:r>
        </a:p>
      </dgm:t>
    </dgm:pt>
    <dgm:pt modelId="{F0C1F041-44CB-43B7-88CA-0F892ACB19B0}" type="parTrans" cxnId="{B8178758-7787-451E-8274-0FEE6294CB17}">
      <dgm:prSet/>
      <dgm:spPr/>
      <dgm:t>
        <a:bodyPr/>
        <a:lstStyle/>
        <a:p>
          <a:endParaRPr lang="es-MX"/>
        </a:p>
      </dgm:t>
    </dgm:pt>
    <dgm:pt modelId="{19193E25-8C94-4461-963C-34B520AC035D}" type="sibTrans" cxnId="{B8178758-7787-451E-8274-0FEE6294CB17}">
      <dgm:prSet/>
      <dgm:spPr/>
      <dgm:t>
        <a:bodyPr/>
        <a:lstStyle/>
        <a:p>
          <a:endParaRPr lang="es-MX"/>
        </a:p>
      </dgm:t>
    </dgm:pt>
    <dgm:pt modelId="{6B6004F6-D6A6-45E1-AFA4-9F44D2C3ED00}">
      <dgm:prSet custT="1"/>
      <dgm:spPr>
        <a:solidFill>
          <a:srgbClr val="FF0000"/>
        </a:solidFill>
      </dgm:spPr>
      <dgm:t>
        <a:bodyPr/>
        <a:lstStyle/>
        <a:p>
          <a:r>
            <a:rPr lang="es-MX" sz="1800" dirty="0"/>
            <a:t>Casas de Recreo</a:t>
          </a:r>
        </a:p>
        <a:p>
          <a:r>
            <a:rPr lang="es-MX" sz="1000"/>
            <a:t>LISR 28-XIII</a:t>
          </a:r>
          <a:endParaRPr lang="es-MX" sz="1000" dirty="0"/>
        </a:p>
      </dgm:t>
    </dgm:pt>
    <dgm:pt modelId="{66C94664-446C-4352-A970-E288C925F300}" type="parTrans" cxnId="{6B5DA608-2E15-401F-991D-DD7A654A5290}">
      <dgm:prSet/>
      <dgm:spPr/>
      <dgm:t>
        <a:bodyPr/>
        <a:lstStyle/>
        <a:p>
          <a:endParaRPr lang="es-MX"/>
        </a:p>
      </dgm:t>
    </dgm:pt>
    <dgm:pt modelId="{2A4FB064-1D70-4452-B665-EF64C6BD91EF}" type="sibTrans" cxnId="{6B5DA608-2E15-401F-991D-DD7A654A5290}">
      <dgm:prSet/>
      <dgm:spPr/>
      <dgm:t>
        <a:bodyPr/>
        <a:lstStyle/>
        <a:p>
          <a:endParaRPr lang="es-MX"/>
        </a:p>
      </dgm:t>
    </dgm:pt>
    <dgm:pt modelId="{96BBB93C-075B-4050-A018-24CFB41FB17E}">
      <dgm:prSet/>
      <dgm:spPr/>
      <dgm:t>
        <a:bodyPr/>
        <a:lstStyle/>
        <a:p>
          <a:r>
            <a:rPr lang="es-MX" dirty="0"/>
            <a:t>Pago con tarjeta o monedero</a:t>
          </a:r>
        </a:p>
      </dgm:t>
    </dgm:pt>
    <dgm:pt modelId="{7B0424AC-AE7F-464B-B75D-51E00CAF380D}" type="parTrans" cxnId="{0FF4BFCC-A286-4C8C-B09D-2DF40E495CC2}">
      <dgm:prSet/>
      <dgm:spPr/>
      <dgm:t>
        <a:bodyPr/>
        <a:lstStyle/>
        <a:p>
          <a:endParaRPr lang="es-MX"/>
        </a:p>
      </dgm:t>
    </dgm:pt>
    <dgm:pt modelId="{14BE5E50-9B29-485F-9244-2D69BE11494C}" type="sibTrans" cxnId="{0FF4BFCC-A286-4C8C-B09D-2DF40E495CC2}">
      <dgm:prSet/>
      <dgm:spPr/>
      <dgm:t>
        <a:bodyPr/>
        <a:lstStyle/>
        <a:p>
          <a:endParaRPr lang="es-MX"/>
        </a:p>
      </dgm:t>
    </dgm:pt>
    <dgm:pt modelId="{C1B4B269-D187-4135-8106-038FF75EADEC}">
      <dgm:prSet/>
      <dgm:spPr/>
      <dgm:t>
        <a:bodyPr/>
        <a:lstStyle/>
        <a:p>
          <a:r>
            <a:rPr lang="en-US" dirty="0"/>
            <a:t>$285 </a:t>
          </a:r>
          <a:r>
            <a:rPr lang="en-US" dirty="0" err="1"/>
            <a:t>diarios</a:t>
          </a:r>
          <a:r>
            <a:rPr lang="en-US" dirty="0"/>
            <a:t> </a:t>
          </a:r>
        </a:p>
        <a:p>
          <a:r>
            <a:rPr lang="en-US" dirty="0"/>
            <a:t>(</a:t>
          </a:r>
          <a:r>
            <a:rPr lang="en-US" dirty="0" err="1"/>
            <a:t>eléctricos</a:t>
          </a:r>
          <a:r>
            <a:rPr lang="en-US" dirty="0"/>
            <a:t> o </a:t>
          </a:r>
          <a:r>
            <a:rPr lang="en-US" dirty="0" err="1"/>
            <a:t>híbridos</a:t>
          </a:r>
          <a:r>
            <a:rPr lang="en-US" dirty="0"/>
            <a:t>)</a:t>
          </a:r>
        </a:p>
      </dgm:t>
    </dgm:pt>
    <dgm:pt modelId="{ED1880F1-67B6-4D5D-A0A4-56E3A5BD6AB2}" type="parTrans" cxnId="{6E3F732D-982C-432D-9590-A737EBB1F67E}">
      <dgm:prSet/>
      <dgm:spPr/>
      <dgm:t>
        <a:bodyPr/>
        <a:lstStyle/>
        <a:p>
          <a:endParaRPr lang="en-US"/>
        </a:p>
      </dgm:t>
    </dgm:pt>
    <dgm:pt modelId="{761161BB-C679-42B4-BE50-756F8A824D0E}" type="sibTrans" cxnId="{6E3F732D-982C-432D-9590-A737EBB1F67E}">
      <dgm:prSet/>
      <dgm:spPr/>
      <dgm:t>
        <a:bodyPr/>
        <a:lstStyle/>
        <a:p>
          <a:endParaRPr lang="en-US"/>
        </a:p>
      </dgm:t>
    </dgm:pt>
    <dgm:pt modelId="{BBAC1364-A7F0-4966-8677-D921FBA924AF}">
      <dgm:prSet/>
      <dgm:spPr/>
      <dgm:t>
        <a:bodyPr/>
        <a:lstStyle/>
        <a:p>
          <a:r>
            <a:rPr lang="en-US" dirty="0"/>
            <a:t>Hasta $250,000 </a:t>
          </a:r>
          <a:r>
            <a:rPr lang="en-US" dirty="0" err="1"/>
            <a:t>si</a:t>
          </a:r>
          <a:r>
            <a:rPr lang="en-US" dirty="0"/>
            <a:t> son </a:t>
          </a:r>
          <a:r>
            <a:rPr lang="en-US" dirty="0" err="1"/>
            <a:t>eléctricos</a:t>
          </a:r>
          <a:r>
            <a:rPr lang="en-US" dirty="0"/>
            <a:t> o </a:t>
          </a:r>
          <a:r>
            <a:rPr lang="en-US" dirty="0" err="1"/>
            <a:t>híbridos</a:t>
          </a:r>
          <a:endParaRPr lang="en-US" dirty="0"/>
        </a:p>
      </dgm:t>
    </dgm:pt>
    <dgm:pt modelId="{AD1CBCA1-9227-4DE4-A372-32A2B900A397}" type="parTrans" cxnId="{5E59FD14-FEF6-4B54-868E-3C0CBBC98324}">
      <dgm:prSet/>
      <dgm:spPr/>
      <dgm:t>
        <a:bodyPr/>
        <a:lstStyle/>
        <a:p>
          <a:endParaRPr lang="en-US"/>
        </a:p>
      </dgm:t>
    </dgm:pt>
    <dgm:pt modelId="{B881CA43-DD9E-4BFD-9DB6-6F849FA7B2EB}" type="sibTrans" cxnId="{5E59FD14-FEF6-4B54-868E-3C0CBBC98324}">
      <dgm:prSet/>
      <dgm:spPr/>
      <dgm:t>
        <a:bodyPr/>
        <a:lstStyle/>
        <a:p>
          <a:endParaRPr lang="en-US"/>
        </a:p>
      </dgm:t>
    </dgm:pt>
    <dgm:pt modelId="{5CEEA6A5-44F1-41A2-B50C-69FE328A1696}" type="pres">
      <dgm:prSet presAssocID="{A1065F56-39EA-4AF0-87A8-BB5FADE75789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057631F-3EC1-473B-9C40-65F1C24A882B}" type="pres">
      <dgm:prSet presAssocID="{71F987E5-4511-4BB1-ADE6-3E82C094445A}" presName="root1" presStyleCnt="0"/>
      <dgm:spPr/>
    </dgm:pt>
    <dgm:pt modelId="{A9AA72A2-5EDB-4AEC-8C44-65F0B6BC9AFA}" type="pres">
      <dgm:prSet presAssocID="{71F987E5-4511-4BB1-ADE6-3E82C094445A}" presName="LevelOneTextNode" presStyleLbl="node0" presStyleIdx="0" presStyleCnt="1">
        <dgm:presLayoutVars>
          <dgm:chPref val="3"/>
        </dgm:presLayoutVars>
      </dgm:prSet>
      <dgm:spPr/>
    </dgm:pt>
    <dgm:pt modelId="{12757558-A214-4503-B938-BA14F75552DD}" type="pres">
      <dgm:prSet presAssocID="{71F987E5-4511-4BB1-ADE6-3E82C094445A}" presName="level2hierChild" presStyleCnt="0"/>
      <dgm:spPr/>
    </dgm:pt>
    <dgm:pt modelId="{5A8A1969-9826-4034-A90C-62A3D031711D}" type="pres">
      <dgm:prSet presAssocID="{BEF0AF05-2CD3-41A9-B426-AC9E92AF66C6}" presName="conn2-1" presStyleLbl="parChTrans1D2" presStyleIdx="0" presStyleCnt="6"/>
      <dgm:spPr/>
    </dgm:pt>
    <dgm:pt modelId="{A48953F4-643A-42CC-9834-BCF4189AC19D}" type="pres">
      <dgm:prSet presAssocID="{BEF0AF05-2CD3-41A9-B426-AC9E92AF66C6}" presName="connTx" presStyleLbl="parChTrans1D2" presStyleIdx="0" presStyleCnt="6"/>
      <dgm:spPr/>
    </dgm:pt>
    <dgm:pt modelId="{9F39EEA7-F609-45BF-BE1E-9EEB44765C90}" type="pres">
      <dgm:prSet presAssocID="{BB9F8901-61E5-42C9-AB1A-FBA7B9BAAC6B}" presName="root2" presStyleCnt="0"/>
      <dgm:spPr/>
    </dgm:pt>
    <dgm:pt modelId="{17C4A40E-ADCE-4D00-94C1-CAA081CE04ED}" type="pres">
      <dgm:prSet presAssocID="{BB9F8901-61E5-42C9-AB1A-FBA7B9BAAC6B}" presName="LevelTwoTextNode" presStyleLbl="node2" presStyleIdx="0" presStyleCnt="6">
        <dgm:presLayoutVars>
          <dgm:chPref val="3"/>
        </dgm:presLayoutVars>
      </dgm:prSet>
      <dgm:spPr/>
    </dgm:pt>
    <dgm:pt modelId="{04A55628-070D-41AA-B23D-9C9EC426155F}" type="pres">
      <dgm:prSet presAssocID="{BB9F8901-61E5-42C9-AB1A-FBA7B9BAAC6B}" presName="level3hierChild" presStyleCnt="0"/>
      <dgm:spPr/>
    </dgm:pt>
    <dgm:pt modelId="{A288E9FC-CEB3-4405-ADCD-785D219B62BF}" type="pres">
      <dgm:prSet presAssocID="{7107198C-77C1-457E-B7C2-6446F401BDC4}" presName="conn2-1" presStyleLbl="parChTrans1D3" presStyleIdx="0" presStyleCnt="7"/>
      <dgm:spPr/>
    </dgm:pt>
    <dgm:pt modelId="{2701F539-8ABF-4F2F-979F-55487D8D5A95}" type="pres">
      <dgm:prSet presAssocID="{7107198C-77C1-457E-B7C2-6446F401BDC4}" presName="connTx" presStyleLbl="parChTrans1D3" presStyleIdx="0" presStyleCnt="7"/>
      <dgm:spPr/>
    </dgm:pt>
    <dgm:pt modelId="{95E481CE-CE7D-4603-9DAA-CF30B25FE479}" type="pres">
      <dgm:prSet presAssocID="{1EC234EB-A800-4F17-AB2A-6EEB7A7219B1}" presName="root2" presStyleCnt="0"/>
      <dgm:spPr/>
    </dgm:pt>
    <dgm:pt modelId="{49B33DAE-DC14-49BA-92B2-9BF15B0D25AF}" type="pres">
      <dgm:prSet presAssocID="{1EC234EB-A800-4F17-AB2A-6EEB7A7219B1}" presName="LevelTwoTextNode" presStyleLbl="node3" presStyleIdx="0" presStyleCnt="7">
        <dgm:presLayoutVars>
          <dgm:chPref val="3"/>
        </dgm:presLayoutVars>
      </dgm:prSet>
      <dgm:spPr/>
    </dgm:pt>
    <dgm:pt modelId="{0D9E2AA4-EFF6-4C1E-8702-FDD500BCEEEE}" type="pres">
      <dgm:prSet presAssocID="{1EC234EB-A800-4F17-AB2A-6EEB7A7219B1}" presName="level3hierChild" presStyleCnt="0"/>
      <dgm:spPr/>
    </dgm:pt>
    <dgm:pt modelId="{81A44CCE-6C6C-4C19-8DDC-62B37DC58BD3}" type="pres">
      <dgm:prSet presAssocID="{7B0424AC-AE7F-464B-B75D-51E00CAF380D}" presName="conn2-1" presStyleLbl="parChTrans1D3" presStyleIdx="1" presStyleCnt="7"/>
      <dgm:spPr/>
    </dgm:pt>
    <dgm:pt modelId="{247C3B7B-9FAF-43C2-92FD-8BF3EADDCFCB}" type="pres">
      <dgm:prSet presAssocID="{7B0424AC-AE7F-464B-B75D-51E00CAF380D}" presName="connTx" presStyleLbl="parChTrans1D3" presStyleIdx="1" presStyleCnt="7"/>
      <dgm:spPr/>
    </dgm:pt>
    <dgm:pt modelId="{3F1DBAF2-9449-4B0B-A2C4-93E23786910F}" type="pres">
      <dgm:prSet presAssocID="{96BBB93C-075B-4050-A018-24CFB41FB17E}" presName="root2" presStyleCnt="0"/>
      <dgm:spPr/>
    </dgm:pt>
    <dgm:pt modelId="{39A56E30-F472-4991-BA54-96A318E364AA}" type="pres">
      <dgm:prSet presAssocID="{96BBB93C-075B-4050-A018-24CFB41FB17E}" presName="LevelTwoTextNode" presStyleLbl="node3" presStyleIdx="1" presStyleCnt="7">
        <dgm:presLayoutVars>
          <dgm:chPref val="3"/>
        </dgm:presLayoutVars>
      </dgm:prSet>
      <dgm:spPr/>
    </dgm:pt>
    <dgm:pt modelId="{F9D8CF30-E79D-4559-A054-C424566C536F}" type="pres">
      <dgm:prSet presAssocID="{96BBB93C-075B-4050-A018-24CFB41FB17E}" presName="level3hierChild" presStyleCnt="0"/>
      <dgm:spPr/>
    </dgm:pt>
    <dgm:pt modelId="{7D011F53-C5E0-4E78-BD5F-25CB9E825A1D}" type="pres">
      <dgm:prSet presAssocID="{707DBD08-5379-42DE-8BB4-AE6DB8D8F231}" presName="conn2-1" presStyleLbl="parChTrans1D2" presStyleIdx="1" presStyleCnt="6"/>
      <dgm:spPr/>
    </dgm:pt>
    <dgm:pt modelId="{7A988527-7C06-46E4-B805-1F9DCAB2064C}" type="pres">
      <dgm:prSet presAssocID="{707DBD08-5379-42DE-8BB4-AE6DB8D8F231}" presName="connTx" presStyleLbl="parChTrans1D2" presStyleIdx="1" presStyleCnt="6"/>
      <dgm:spPr/>
    </dgm:pt>
    <dgm:pt modelId="{140F8572-FAF6-4BA0-BD9C-EE21D247607C}" type="pres">
      <dgm:prSet presAssocID="{8095B973-4E0F-4308-9E51-F936A3752BD6}" presName="root2" presStyleCnt="0"/>
      <dgm:spPr/>
    </dgm:pt>
    <dgm:pt modelId="{016F5DFB-8202-43BB-8D08-54659CB6A845}" type="pres">
      <dgm:prSet presAssocID="{8095B973-4E0F-4308-9E51-F936A3752BD6}" presName="LevelTwoTextNode" presStyleLbl="node2" presStyleIdx="1" presStyleCnt="6">
        <dgm:presLayoutVars>
          <dgm:chPref val="3"/>
        </dgm:presLayoutVars>
      </dgm:prSet>
      <dgm:spPr/>
    </dgm:pt>
    <dgm:pt modelId="{7C54ECE6-8983-4A81-A417-D6D454526328}" type="pres">
      <dgm:prSet presAssocID="{8095B973-4E0F-4308-9E51-F936A3752BD6}" presName="level3hierChild" presStyleCnt="0"/>
      <dgm:spPr/>
    </dgm:pt>
    <dgm:pt modelId="{54235042-A2FD-4FF8-809C-B60A87658072}" type="pres">
      <dgm:prSet presAssocID="{EE95F818-C098-477C-A640-4FB7429AEE43}" presName="conn2-1" presStyleLbl="parChTrans1D2" presStyleIdx="2" presStyleCnt="6"/>
      <dgm:spPr/>
    </dgm:pt>
    <dgm:pt modelId="{268F6D2E-842F-4208-9AD9-4F7B7B51C969}" type="pres">
      <dgm:prSet presAssocID="{EE95F818-C098-477C-A640-4FB7429AEE43}" presName="connTx" presStyleLbl="parChTrans1D2" presStyleIdx="2" presStyleCnt="6"/>
      <dgm:spPr/>
    </dgm:pt>
    <dgm:pt modelId="{02BB78BC-097B-4382-8DC4-19CED7BCABE1}" type="pres">
      <dgm:prSet presAssocID="{CD3BC402-4404-4C9E-803B-207088B8C75A}" presName="root2" presStyleCnt="0"/>
      <dgm:spPr/>
    </dgm:pt>
    <dgm:pt modelId="{42F47DD4-6157-41A3-A34E-64FD844F9F2A}" type="pres">
      <dgm:prSet presAssocID="{CD3BC402-4404-4C9E-803B-207088B8C75A}" presName="LevelTwoTextNode" presStyleLbl="node2" presStyleIdx="2" presStyleCnt="6">
        <dgm:presLayoutVars>
          <dgm:chPref val="3"/>
        </dgm:presLayoutVars>
      </dgm:prSet>
      <dgm:spPr/>
    </dgm:pt>
    <dgm:pt modelId="{E0C17765-A05D-421C-813D-0E0C86C4EAD6}" type="pres">
      <dgm:prSet presAssocID="{CD3BC402-4404-4C9E-803B-207088B8C75A}" presName="level3hierChild" presStyleCnt="0"/>
      <dgm:spPr/>
    </dgm:pt>
    <dgm:pt modelId="{02A64D6C-940E-44A7-91A5-86A4BC99E2E5}" type="pres">
      <dgm:prSet presAssocID="{E1ABB49E-43CD-484F-9710-3E685D835F7E}" presName="conn2-1" presStyleLbl="parChTrans1D3" presStyleIdx="2" presStyleCnt="7"/>
      <dgm:spPr/>
    </dgm:pt>
    <dgm:pt modelId="{37599766-10B8-47E5-8C73-A802C9B7DDA4}" type="pres">
      <dgm:prSet presAssocID="{E1ABB49E-43CD-484F-9710-3E685D835F7E}" presName="connTx" presStyleLbl="parChTrans1D3" presStyleIdx="2" presStyleCnt="7"/>
      <dgm:spPr/>
    </dgm:pt>
    <dgm:pt modelId="{C299B791-3FF5-487E-89D3-ADD904EACFD2}" type="pres">
      <dgm:prSet presAssocID="{169AD8B1-B635-49D0-A2F0-F96E540F7FBD}" presName="root2" presStyleCnt="0"/>
      <dgm:spPr/>
    </dgm:pt>
    <dgm:pt modelId="{26B82B11-0151-48EB-92A7-D6E3D545D027}" type="pres">
      <dgm:prSet presAssocID="{169AD8B1-B635-49D0-A2F0-F96E540F7FBD}" presName="LevelTwoTextNode" presStyleLbl="node3" presStyleIdx="2" presStyleCnt="7">
        <dgm:presLayoutVars>
          <dgm:chPref val="3"/>
        </dgm:presLayoutVars>
      </dgm:prSet>
      <dgm:spPr/>
    </dgm:pt>
    <dgm:pt modelId="{A8B595BF-E469-4AA9-A913-5FBC6CD1EFC9}" type="pres">
      <dgm:prSet presAssocID="{169AD8B1-B635-49D0-A2F0-F96E540F7FBD}" presName="level3hierChild" presStyleCnt="0"/>
      <dgm:spPr/>
    </dgm:pt>
    <dgm:pt modelId="{A02BAF34-7D2F-41DC-AAB0-991F97F2CD19}" type="pres">
      <dgm:prSet presAssocID="{ED1880F1-67B6-4D5D-A0A4-56E3A5BD6AB2}" presName="conn2-1" presStyleLbl="parChTrans1D3" presStyleIdx="3" presStyleCnt="7"/>
      <dgm:spPr/>
    </dgm:pt>
    <dgm:pt modelId="{ED3F5528-A0A0-43DA-995E-A294BDEFC84A}" type="pres">
      <dgm:prSet presAssocID="{ED1880F1-67B6-4D5D-A0A4-56E3A5BD6AB2}" presName="connTx" presStyleLbl="parChTrans1D3" presStyleIdx="3" presStyleCnt="7"/>
      <dgm:spPr/>
    </dgm:pt>
    <dgm:pt modelId="{57E4ADC6-1ABA-4973-97EC-149F7F8B770F}" type="pres">
      <dgm:prSet presAssocID="{C1B4B269-D187-4135-8106-038FF75EADEC}" presName="root2" presStyleCnt="0"/>
      <dgm:spPr/>
    </dgm:pt>
    <dgm:pt modelId="{1E371167-1205-4196-AFE5-01909AC0074D}" type="pres">
      <dgm:prSet presAssocID="{C1B4B269-D187-4135-8106-038FF75EADEC}" presName="LevelTwoTextNode" presStyleLbl="node3" presStyleIdx="3" presStyleCnt="7">
        <dgm:presLayoutVars>
          <dgm:chPref val="3"/>
        </dgm:presLayoutVars>
      </dgm:prSet>
      <dgm:spPr/>
    </dgm:pt>
    <dgm:pt modelId="{B75590DC-31EC-4AB7-8263-D129A35BE09D}" type="pres">
      <dgm:prSet presAssocID="{C1B4B269-D187-4135-8106-038FF75EADEC}" presName="level3hierChild" presStyleCnt="0"/>
      <dgm:spPr/>
    </dgm:pt>
    <dgm:pt modelId="{3025BC53-6786-49D2-A423-0A23317DA508}" type="pres">
      <dgm:prSet presAssocID="{DA813A2E-78BB-4459-8194-803C1A4182BB}" presName="conn2-1" presStyleLbl="parChTrans1D2" presStyleIdx="3" presStyleCnt="6"/>
      <dgm:spPr/>
    </dgm:pt>
    <dgm:pt modelId="{4206A8A1-3DC6-400F-941F-E26576BD57C1}" type="pres">
      <dgm:prSet presAssocID="{DA813A2E-78BB-4459-8194-803C1A4182BB}" presName="connTx" presStyleLbl="parChTrans1D2" presStyleIdx="3" presStyleCnt="6"/>
      <dgm:spPr/>
    </dgm:pt>
    <dgm:pt modelId="{BB217DA7-99AA-4F55-9F24-6FB0942F828E}" type="pres">
      <dgm:prSet presAssocID="{775F559F-593A-487B-A54C-C72A6707A5B8}" presName="root2" presStyleCnt="0"/>
      <dgm:spPr/>
    </dgm:pt>
    <dgm:pt modelId="{22EA56AA-C579-4617-818F-E0E1CFB138F3}" type="pres">
      <dgm:prSet presAssocID="{775F559F-593A-487B-A54C-C72A6707A5B8}" presName="LevelTwoTextNode" presStyleLbl="node2" presStyleIdx="3" presStyleCnt="6">
        <dgm:presLayoutVars>
          <dgm:chPref val="3"/>
        </dgm:presLayoutVars>
      </dgm:prSet>
      <dgm:spPr/>
    </dgm:pt>
    <dgm:pt modelId="{37F5C2AD-5550-4F33-8D2C-C296AC36591C}" type="pres">
      <dgm:prSet presAssocID="{775F559F-593A-487B-A54C-C72A6707A5B8}" presName="level3hierChild" presStyleCnt="0"/>
      <dgm:spPr/>
    </dgm:pt>
    <dgm:pt modelId="{73114E23-9689-4EEA-A535-19A2C0F2DC4A}" type="pres">
      <dgm:prSet presAssocID="{DA1177F4-CE41-47A5-B390-713220C47AAF}" presName="conn2-1" presStyleLbl="parChTrans1D3" presStyleIdx="4" presStyleCnt="7"/>
      <dgm:spPr/>
    </dgm:pt>
    <dgm:pt modelId="{A6D89A6E-AB62-4A41-B111-414E6BB5200C}" type="pres">
      <dgm:prSet presAssocID="{DA1177F4-CE41-47A5-B390-713220C47AAF}" presName="connTx" presStyleLbl="parChTrans1D3" presStyleIdx="4" presStyleCnt="7"/>
      <dgm:spPr/>
    </dgm:pt>
    <dgm:pt modelId="{0FF9AF0C-43F0-4587-9EF4-C0376E18B1E8}" type="pres">
      <dgm:prSet presAssocID="{83C3D929-4C7C-41FC-9E7F-8A189482D85D}" presName="root2" presStyleCnt="0"/>
      <dgm:spPr/>
    </dgm:pt>
    <dgm:pt modelId="{C2B620F3-2730-4E4E-BD46-90335D2D454A}" type="pres">
      <dgm:prSet presAssocID="{83C3D929-4C7C-41FC-9E7F-8A189482D85D}" presName="LevelTwoTextNode" presStyleLbl="node3" presStyleIdx="4" presStyleCnt="7">
        <dgm:presLayoutVars>
          <dgm:chPref val="3"/>
        </dgm:presLayoutVars>
      </dgm:prSet>
      <dgm:spPr/>
    </dgm:pt>
    <dgm:pt modelId="{E3059D84-2B4A-4210-BF45-A616D4BE9B97}" type="pres">
      <dgm:prSet presAssocID="{83C3D929-4C7C-41FC-9E7F-8A189482D85D}" presName="level3hierChild" presStyleCnt="0"/>
      <dgm:spPr/>
    </dgm:pt>
    <dgm:pt modelId="{94276C73-08DA-4396-A8B5-4FD2DAA2F6E4}" type="pres">
      <dgm:prSet presAssocID="{F0C1F041-44CB-43B7-88CA-0F892ACB19B0}" presName="conn2-1" presStyleLbl="parChTrans1D4" presStyleIdx="0" presStyleCnt="1"/>
      <dgm:spPr/>
    </dgm:pt>
    <dgm:pt modelId="{09749C6E-861F-41F9-A2DA-7C02902F419F}" type="pres">
      <dgm:prSet presAssocID="{F0C1F041-44CB-43B7-88CA-0F892ACB19B0}" presName="connTx" presStyleLbl="parChTrans1D4" presStyleIdx="0" presStyleCnt="1"/>
      <dgm:spPr/>
    </dgm:pt>
    <dgm:pt modelId="{B9AD9D04-2A61-4199-95C3-D51921B8AB0B}" type="pres">
      <dgm:prSet presAssocID="{7CE86449-F923-45D7-BBCC-8F3756CB202A}" presName="root2" presStyleCnt="0"/>
      <dgm:spPr/>
    </dgm:pt>
    <dgm:pt modelId="{BD318386-84F4-4AF9-A7BA-D9F97DB930D8}" type="pres">
      <dgm:prSet presAssocID="{7CE86449-F923-45D7-BBCC-8F3756CB202A}" presName="LevelTwoTextNode" presStyleLbl="node4" presStyleIdx="0" presStyleCnt="1">
        <dgm:presLayoutVars>
          <dgm:chPref val="3"/>
        </dgm:presLayoutVars>
      </dgm:prSet>
      <dgm:spPr/>
    </dgm:pt>
    <dgm:pt modelId="{C3870C2D-6FB2-415F-AF62-86B733F689C2}" type="pres">
      <dgm:prSet presAssocID="{7CE86449-F923-45D7-BBCC-8F3756CB202A}" presName="level3hierChild" presStyleCnt="0"/>
      <dgm:spPr/>
    </dgm:pt>
    <dgm:pt modelId="{285C5F79-BB5D-454D-A731-EC27098F2701}" type="pres">
      <dgm:prSet presAssocID="{3F178C4A-9E99-4DB5-A6D2-8F1D33C07547}" presName="conn2-1" presStyleLbl="parChTrans1D2" presStyleIdx="4" presStyleCnt="6"/>
      <dgm:spPr/>
    </dgm:pt>
    <dgm:pt modelId="{420A622C-EF9B-40C8-BC54-6601E4FACEBD}" type="pres">
      <dgm:prSet presAssocID="{3F178C4A-9E99-4DB5-A6D2-8F1D33C07547}" presName="connTx" presStyleLbl="parChTrans1D2" presStyleIdx="4" presStyleCnt="6"/>
      <dgm:spPr/>
    </dgm:pt>
    <dgm:pt modelId="{91F91EE5-79E3-4060-94AF-5D6E98E41AAF}" type="pres">
      <dgm:prSet presAssocID="{2D289082-2B1C-4363-ABFE-B6BBF6BFFB49}" presName="root2" presStyleCnt="0"/>
      <dgm:spPr/>
    </dgm:pt>
    <dgm:pt modelId="{D880B222-457F-45F2-96F1-A8EF9F73F5A8}" type="pres">
      <dgm:prSet presAssocID="{2D289082-2B1C-4363-ABFE-B6BBF6BFFB49}" presName="LevelTwoTextNode" presStyleLbl="node2" presStyleIdx="4" presStyleCnt="6">
        <dgm:presLayoutVars>
          <dgm:chPref val="3"/>
        </dgm:presLayoutVars>
      </dgm:prSet>
      <dgm:spPr/>
    </dgm:pt>
    <dgm:pt modelId="{0FF37EE6-C2A4-4770-9DCE-BC01C9CAD15E}" type="pres">
      <dgm:prSet presAssocID="{2D289082-2B1C-4363-ABFE-B6BBF6BFFB49}" presName="level3hierChild" presStyleCnt="0"/>
      <dgm:spPr/>
    </dgm:pt>
    <dgm:pt modelId="{755099F6-2E99-442D-8986-D411BA7642C1}" type="pres">
      <dgm:prSet presAssocID="{DFBB4162-D60A-43B0-9A84-4A2544547292}" presName="conn2-1" presStyleLbl="parChTrans1D3" presStyleIdx="5" presStyleCnt="7"/>
      <dgm:spPr/>
    </dgm:pt>
    <dgm:pt modelId="{198D30E0-4832-4644-BC0F-019B75E7CFDE}" type="pres">
      <dgm:prSet presAssocID="{DFBB4162-D60A-43B0-9A84-4A2544547292}" presName="connTx" presStyleLbl="parChTrans1D3" presStyleIdx="5" presStyleCnt="7"/>
      <dgm:spPr/>
    </dgm:pt>
    <dgm:pt modelId="{CAD5D06B-061C-49EA-B56E-66E23FCC2825}" type="pres">
      <dgm:prSet presAssocID="{60CADF92-93A8-4311-B0BF-C8E0C5A2EDD5}" presName="root2" presStyleCnt="0"/>
      <dgm:spPr/>
    </dgm:pt>
    <dgm:pt modelId="{15C12DD6-887A-4987-9F14-712F5D6A96B4}" type="pres">
      <dgm:prSet presAssocID="{60CADF92-93A8-4311-B0BF-C8E0C5A2EDD5}" presName="LevelTwoTextNode" presStyleLbl="node3" presStyleIdx="5" presStyleCnt="7">
        <dgm:presLayoutVars>
          <dgm:chPref val="3"/>
        </dgm:presLayoutVars>
      </dgm:prSet>
      <dgm:spPr/>
    </dgm:pt>
    <dgm:pt modelId="{C3CBF390-89FF-4376-B93A-7375A8E79714}" type="pres">
      <dgm:prSet presAssocID="{60CADF92-93A8-4311-B0BF-C8E0C5A2EDD5}" presName="level3hierChild" presStyleCnt="0"/>
      <dgm:spPr/>
    </dgm:pt>
    <dgm:pt modelId="{4ABE7369-9C80-4895-A77F-530947B4EA4B}" type="pres">
      <dgm:prSet presAssocID="{AD1CBCA1-9227-4DE4-A372-32A2B900A397}" presName="conn2-1" presStyleLbl="parChTrans1D3" presStyleIdx="6" presStyleCnt="7"/>
      <dgm:spPr/>
    </dgm:pt>
    <dgm:pt modelId="{FCA9B0F0-99E3-48E2-9F0E-A149641BAF20}" type="pres">
      <dgm:prSet presAssocID="{AD1CBCA1-9227-4DE4-A372-32A2B900A397}" presName="connTx" presStyleLbl="parChTrans1D3" presStyleIdx="6" presStyleCnt="7"/>
      <dgm:spPr/>
    </dgm:pt>
    <dgm:pt modelId="{5CC8F23A-0A91-4256-81D1-4DFC8AFCDFF2}" type="pres">
      <dgm:prSet presAssocID="{BBAC1364-A7F0-4966-8677-D921FBA924AF}" presName="root2" presStyleCnt="0"/>
      <dgm:spPr/>
    </dgm:pt>
    <dgm:pt modelId="{CEF93867-2A93-48EF-9648-F57A83EFB145}" type="pres">
      <dgm:prSet presAssocID="{BBAC1364-A7F0-4966-8677-D921FBA924AF}" presName="LevelTwoTextNode" presStyleLbl="node3" presStyleIdx="6" presStyleCnt="7">
        <dgm:presLayoutVars>
          <dgm:chPref val="3"/>
        </dgm:presLayoutVars>
      </dgm:prSet>
      <dgm:spPr/>
    </dgm:pt>
    <dgm:pt modelId="{77B0BADF-C45C-4588-85E0-0B4D7E3BB3DD}" type="pres">
      <dgm:prSet presAssocID="{BBAC1364-A7F0-4966-8677-D921FBA924AF}" presName="level3hierChild" presStyleCnt="0"/>
      <dgm:spPr/>
    </dgm:pt>
    <dgm:pt modelId="{5F21C6B0-12F2-4902-B91E-5793D6007960}" type="pres">
      <dgm:prSet presAssocID="{66C94664-446C-4352-A970-E288C925F300}" presName="conn2-1" presStyleLbl="parChTrans1D2" presStyleIdx="5" presStyleCnt="6"/>
      <dgm:spPr/>
    </dgm:pt>
    <dgm:pt modelId="{63F22023-EAB6-4C86-AE77-27F4DDCA847F}" type="pres">
      <dgm:prSet presAssocID="{66C94664-446C-4352-A970-E288C925F300}" presName="connTx" presStyleLbl="parChTrans1D2" presStyleIdx="5" presStyleCnt="6"/>
      <dgm:spPr/>
    </dgm:pt>
    <dgm:pt modelId="{8577CB47-CEA3-45E2-A715-DFC67E1D8716}" type="pres">
      <dgm:prSet presAssocID="{6B6004F6-D6A6-45E1-AFA4-9F44D2C3ED00}" presName="root2" presStyleCnt="0"/>
      <dgm:spPr/>
    </dgm:pt>
    <dgm:pt modelId="{2B13997F-E73E-4F44-AECC-E52F2D8B7F3A}" type="pres">
      <dgm:prSet presAssocID="{6B6004F6-D6A6-45E1-AFA4-9F44D2C3ED00}" presName="LevelTwoTextNode" presStyleLbl="node2" presStyleIdx="5" presStyleCnt="6">
        <dgm:presLayoutVars>
          <dgm:chPref val="3"/>
        </dgm:presLayoutVars>
      </dgm:prSet>
      <dgm:spPr/>
    </dgm:pt>
    <dgm:pt modelId="{4F77F983-5A3B-41D7-B19D-F9100D0956CC}" type="pres">
      <dgm:prSet presAssocID="{6B6004F6-D6A6-45E1-AFA4-9F44D2C3ED00}" presName="level3hierChild" presStyleCnt="0"/>
      <dgm:spPr/>
    </dgm:pt>
  </dgm:ptLst>
  <dgm:cxnLst>
    <dgm:cxn modelId="{209FA900-78EB-42E5-A0FD-202C1844B57E}" type="presOf" srcId="{AD1CBCA1-9227-4DE4-A372-32A2B900A397}" destId="{FCA9B0F0-99E3-48E2-9F0E-A149641BAF20}" srcOrd="1" destOrd="0" presId="urn:microsoft.com/office/officeart/2008/layout/HorizontalMultiLevelHierarchy"/>
    <dgm:cxn modelId="{7AF81705-9DAD-4C70-A0C2-6D6114C8F396}" type="presOf" srcId="{707DBD08-5379-42DE-8BB4-AE6DB8D8F231}" destId="{7A988527-7C06-46E4-B805-1F9DCAB2064C}" srcOrd="1" destOrd="0" presId="urn:microsoft.com/office/officeart/2008/layout/HorizontalMultiLevelHierarchy"/>
    <dgm:cxn modelId="{F2C0D407-E0A6-4507-91F6-391263C1B38F}" type="presOf" srcId="{7B0424AC-AE7F-464B-B75D-51E00CAF380D}" destId="{81A44CCE-6C6C-4C19-8DDC-62B37DC58BD3}" srcOrd="0" destOrd="0" presId="urn:microsoft.com/office/officeart/2008/layout/HorizontalMultiLevelHierarchy"/>
    <dgm:cxn modelId="{6B5DA608-2E15-401F-991D-DD7A654A5290}" srcId="{71F987E5-4511-4BB1-ADE6-3E82C094445A}" destId="{6B6004F6-D6A6-45E1-AFA4-9F44D2C3ED00}" srcOrd="5" destOrd="0" parTransId="{66C94664-446C-4352-A970-E288C925F300}" sibTransId="{2A4FB064-1D70-4452-B665-EF64C6BD91EF}"/>
    <dgm:cxn modelId="{5E59FD14-FEF6-4B54-868E-3C0CBBC98324}" srcId="{2D289082-2B1C-4363-ABFE-B6BBF6BFFB49}" destId="{BBAC1364-A7F0-4966-8677-D921FBA924AF}" srcOrd="1" destOrd="0" parTransId="{AD1CBCA1-9227-4DE4-A372-32A2B900A397}" sibTransId="{B881CA43-DD9E-4BFD-9DB6-6F849FA7B2EB}"/>
    <dgm:cxn modelId="{7D850615-FDDA-4105-AF80-EFCE04A772F6}" type="presOf" srcId="{ED1880F1-67B6-4D5D-A0A4-56E3A5BD6AB2}" destId="{ED3F5528-A0A0-43DA-995E-A294BDEFC84A}" srcOrd="1" destOrd="0" presId="urn:microsoft.com/office/officeart/2008/layout/HorizontalMultiLevelHierarchy"/>
    <dgm:cxn modelId="{0BD8A91B-D30C-451A-9673-793E82B00073}" type="presOf" srcId="{6B6004F6-D6A6-45E1-AFA4-9F44D2C3ED00}" destId="{2B13997F-E73E-4F44-AECC-E52F2D8B7F3A}" srcOrd="0" destOrd="0" presId="urn:microsoft.com/office/officeart/2008/layout/HorizontalMultiLevelHierarchy"/>
    <dgm:cxn modelId="{509C6727-91E1-430A-9BED-E8C497D63839}" type="presOf" srcId="{AD1CBCA1-9227-4DE4-A372-32A2B900A397}" destId="{4ABE7369-9C80-4895-A77F-530947B4EA4B}" srcOrd="0" destOrd="0" presId="urn:microsoft.com/office/officeart/2008/layout/HorizontalMultiLevelHierarchy"/>
    <dgm:cxn modelId="{6B7CF928-C0BD-4A88-886F-8CB4BDAA579C}" type="presOf" srcId="{E1ABB49E-43CD-484F-9710-3E685D835F7E}" destId="{02A64D6C-940E-44A7-91A5-86A4BC99E2E5}" srcOrd="0" destOrd="0" presId="urn:microsoft.com/office/officeart/2008/layout/HorizontalMultiLevelHierarchy"/>
    <dgm:cxn modelId="{6E3F732D-982C-432D-9590-A737EBB1F67E}" srcId="{CD3BC402-4404-4C9E-803B-207088B8C75A}" destId="{C1B4B269-D187-4135-8106-038FF75EADEC}" srcOrd="1" destOrd="0" parTransId="{ED1880F1-67B6-4D5D-A0A4-56E3A5BD6AB2}" sibTransId="{761161BB-C679-42B4-BE50-756F8A824D0E}"/>
    <dgm:cxn modelId="{1874D82D-9A52-4005-95A4-C6619119CCFE}" type="presOf" srcId="{ED1880F1-67B6-4D5D-A0A4-56E3A5BD6AB2}" destId="{A02BAF34-7D2F-41DC-AAB0-991F97F2CD19}" srcOrd="0" destOrd="0" presId="urn:microsoft.com/office/officeart/2008/layout/HorizontalMultiLevelHierarchy"/>
    <dgm:cxn modelId="{BFD18D3C-9025-431C-8635-7E9B2DBBA9A9}" type="presOf" srcId="{7B0424AC-AE7F-464B-B75D-51E00CAF380D}" destId="{247C3B7B-9FAF-43C2-92FD-8BF3EADDCFCB}" srcOrd="1" destOrd="0" presId="urn:microsoft.com/office/officeart/2008/layout/HorizontalMultiLevelHierarchy"/>
    <dgm:cxn modelId="{CFE4CE3C-E75F-4198-8CF5-76D8E6765678}" type="presOf" srcId="{F0C1F041-44CB-43B7-88CA-0F892ACB19B0}" destId="{94276C73-08DA-4396-A8B5-4FD2DAA2F6E4}" srcOrd="0" destOrd="0" presId="urn:microsoft.com/office/officeart/2008/layout/HorizontalMultiLevelHierarchy"/>
    <dgm:cxn modelId="{B521393F-6CAD-4D55-B5E2-C3662343EEB5}" type="presOf" srcId="{169AD8B1-B635-49D0-A2F0-F96E540F7FBD}" destId="{26B82B11-0151-48EB-92A7-D6E3D545D027}" srcOrd="0" destOrd="0" presId="urn:microsoft.com/office/officeart/2008/layout/HorizontalMultiLevelHierarchy"/>
    <dgm:cxn modelId="{D3C1765F-D5E9-408F-BC78-BCDF59E498BD}" type="presOf" srcId="{EE95F818-C098-477C-A640-4FB7429AEE43}" destId="{54235042-A2FD-4FF8-809C-B60A87658072}" srcOrd="0" destOrd="0" presId="urn:microsoft.com/office/officeart/2008/layout/HorizontalMultiLevelHierarchy"/>
    <dgm:cxn modelId="{AC5DCB43-E413-44AB-9BCB-5F4FAF4A2432}" type="presOf" srcId="{A1065F56-39EA-4AF0-87A8-BB5FADE75789}" destId="{5CEEA6A5-44F1-41A2-B50C-69FE328A1696}" srcOrd="0" destOrd="0" presId="urn:microsoft.com/office/officeart/2008/layout/HorizontalMultiLevelHierarchy"/>
    <dgm:cxn modelId="{8917D864-EDE8-4286-833F-AF5812D0B14E}" srcId="{71F987E5-4511-4BB1-ADE6-3E82C094445A}" destId="{8095B973-4E0F-4308-9E51-F936A3752BD6}" srcOrd="1" destOrd="0" parTransId="{707DBD08-5379-42DE-8BB4-AE6DB8D8F231}" sibTransId="{3B932A12-0AA5-4EF7-B554-11D7578D861C}"/>
    <dgm:cxn modelId="{64AC5048-2596-45C4-9D81-3DE7303A5EEE}" type="presOf" srcId="{1EC234EB-A800-4F17-AB2A-6EEB7A7219B1}" destId="{49B33DAE-DC14-49BA-92B2-9BF15B0D25AF}" srcOrd="0" destOrd="0" presId="urn:microsoft.com/office/officeart/2008/layout/HorizontalMultiLevelHierarchy"/>
    <dgm:cxn modelId="{BDDB1249-120C-4DF5-9A85-4D112C386D59}" type="presOf" srcId="{E1ABB49E-43CD-484F-9710-3E685D835F7E}" destId="{37599766-10B8-47E5-8C73-A802C9B7DDA4}" srcOrd="1" destOrd="0" presId="urn:microsoft.com/office/officeart/2008/layout/HorizontalMultiLevelHierarchy"/>
    <dgm:cxn modelId="{6332D74B-1275-4374-A1F4-07689EA31BE8}" type="presOf" srcId="{7107198C-77C1-457E-B7C2-6446F401BDC4}" destId="{2701F539-8ABF-4F2F-979F-55487D8D5A95}" srcOrd="1" destOrd="0" presId="urn:microsoft.com/office/officeart/2008/layout/HorizontalMultiLevelHierarchy"/>
    <dgm:cxn modelId="{4860D26E-B0D3-487C-AF59-4D0E6745DFE5}" srcId="{CD3BC402-4404-4C9E-803B-207088B8C75A}" destId="{169AD8B1-B635-49D0-A2F0-F96E540F7FBD}" srcOrd="0" destOrd="0" parTransId="{E1ABB49E-43CD-484F-9710-3E685D835F7E}" sibTransId="{5FC54791-27FA-423D-AEA5-F1C555B04241}"/>
    <dgm:cxn modelId="{B2B11072-3926-4E6A-9CA9-5DAFCCD630F1}" type="presOf" srcId="{DA813A2E-78BB-4459-8194-803C1A4182BB}" destId="{3025BC53-6786-49D2-A423-0A23317DA508}" srcOrd="0" destOrd="0" presId="urn:microsoft.com/office/officeart/2008/layout/HorizontalMultiLevelHierarchy"/>
    <dgm:cxn modelId="{248C6876-7E97-4C2A-909D-89D7B9FC5D37}" type="presOf" srcId="{DA1177F4-CE41-47A5-B390-713220C47AAF}" destId="{73114E23-9689-4EEA-A535-19A2C0F2DC4A}" srcOrd="0" destOrd="0" presId="urn:microsoft.com/office/officeart/2008/layout/HorizontalMultiLevelHierarchy"/>
    <dgm:cxn modelId="{6150DA56-D3B4-4DAA-AA78-A343ECCF12D6}" type="presOf" srcId="{3F178C4A-9E99-4DB5-A6D2-8F1D33C07547}" destId="{420A622C-EF9B-40C8-BC54-6601E4FACEBD}" srcOrd="1" destOrd="0" presId="urn:microsoft.com/office/officeart/2008/layout/HorizontalMultiLevelHierarchy"/>
    <dgm:cxn modelId="{DBBD7E77-E556-44D2-B5FA-214C6BF536BF}" type="presOf" srcId="{66C94664-446C-4352-A970-E288C925F300}" destId="{63F22023-EAB6-4C86-AE77-27F4DDCA847F}" srcOrd="1" destOrd="0" presId="urn:microsoft.com/office/officeart/2008/layout/HorizontalMultiLevelHierarchy"/>
    <dgm:cxn modelId="{70043478-3CD6-4778-B6FE-6E42E828C37A}" type="presOf" srcId="{EE95F818-C098-477C-A640-4FB7429AEE43}" destId="{268F6D2E-842F-4208-9AD9-4F7B7B51C969}" srcOrd="1" destOrd="0" presId="urn:microsoft.com/office/officeart/2008/layout/HorizontalMultiLevelHierarchy"/>
    <dgm:cxn modelId="{B8178758-7787-451E-8274-0FEE6294CB17}" srcId="{83C3D929-4C7C-41FC-9E7F-8A189482D85D}" destId="{7CE86449-F923-45D7-BBCC-8F3756CB202A}" srcOrd="0" destOrd="0" parTransId="{F0C1F041-44CB-43B7-88CA-0F892ACB19B0}" sibTransId="{19193E25-8C94-4461-963C-34B520AC035D}"/>
    <dgm:cxn modelId="{D77CCF5A-1EA5-41C6-AE0D-FB85107048F9}" type="presOf" srcId="{96BBB93C-075B-4050-A018-24CFB41FB17E}" destId="{39A56E30-F472-4991-BA54-96A318E364AA}" srcOrd="0" destOrd="0" presId="urn:microsoft.com/office/officeart/2008/layout/HorizontalMultiLevelHierarchy"/>
    <dgm:cxn modelId="{BC7AD87F-6984-4C04-80BD-BB6D7ADE6B19}" type="presOf" srcId="{3F178C4A-9E99-4DB5-A6D2-8F1D33C07547}" destId="{285C5F79-BB5D-454D-A731-EC27098F2701}" srcOrd="0" destOrd="0" presId="urn:microsoft.com/office/officeart/2008/layout/HorizontalMultiLevelHierarchy"/>
    <dgm:cxn modelId="{ECAE1085-B9FA-4FAD-BB96-F87F935BB45F}" srcId="{71F987E5-4511-4BB1-ADE6-3E82C094445A}" destId="{775F559F-593A-487B-A54C-C72A6707A5B8}" srcOrd="3" destOrd="0" parTransId="{DA813A2E-78BB-4459-8194-803C1A4182BB}" sibTransId="{BC5EB0BC-9899-4A68-8E1A-F5C923F04F2B}"/>
    <dgm:cxn modelId="{D0AF5485-4F17-47FA-9FA5-3EB1953E89C2}" type="presOf" srcId="{BB9F8901-61E5-42C9-AB1A-FBA7B9BAAC6B}" destId="{17C4A40E-ADCE-4D00-94C1-CAA081CE04ED}" srcOrd="0" destOrd="0" presId="urn:microsoft.com/office/officeart/2008/layout/HorizontalMultiLevelHierarchy"/>
    <dgm:cxn modelId="{AE5FF185-351F-42F8-B3A0-0D761F316509}" type="presOf" srcId="{C1B4B269-D187-4135-8106-038FF75EADEC}" destId="{1E371167-1205-4196-AFE5-01909AC0074D}" srcOrd="0" destOrd="0" presId="urn:microsoft.com/office/officeart/2008/layout/HorizontalMultiLevelHierarchy"/>
    <dgm:cxn modelId="{BF30E486-D98A-4A35-8A13-201A752403B6}" type="presOf" srcId="{707DBD08-5379-42DE-8BB4-AE6DB8D8F231}" destId="{7D011F53-C5E0-4E78-BD5F-25CB9E825A1D}" srcOrd="0" destOrd="0" presId="urn:microsoft.com/office/officeart/2008/layout/HorizontalMultiLevelHierarchy"/>
    <dgm:cxn modelId="{253A1990-ED5F-44DE-A5E7-189E44285AED}" type="presOf" srcId="{BEF0AF05-2CD3-41A9-B426-AC9E92AF66C6}" destId="{A48953F4-643A-42CC-9834-BCF4189AC19D}" srcOrd="1" destOrd="0" presId="urn:microsoft.com/office/officeart/2008/layout/HorizontalMultiLevelHierarchy"/>
    <dgm:cxn modelId="{1FF5A691-3E35-40E0-A28D-2F8959CE4D29}" srcId="{775F559F-593A-487B-A54C-C72A6707A5B8}" destId="{83C3D929-4C7C-41FC-9E7F-8A189482D85D}" srcOrd="0" destOrd="0" parTransId="{DA1177F4-CE41-47A5-B390-713220C47AAF}" sibTransId="{4CFBE3A4-D26C-4B1A-BED7-801E58A23E81}"/>
    <dgm:cxn modelId="{0B988D95-C0D8-4DD9-B942-70E9A860F4BD}" type="presOf" srcId="{7107198C-77C1-457E-B7C2-6446F401BDC4}" destId="{A288E9FC-CEB3-4405-ADCD-785D219B62BF}" srcOrd="0" destOrd="0" presId="urn:microsoft.com/office/officeart/2008/layout/HorizontalMultiLevelHierarchy"/>
    <dgm:cxn modelId="{208D989B-E708-484E-BE57-5944E9B5F2BF}" type="presOf" srcId="{8095B973-4E0F-4308-9E51-F936A3752BD6}" destId="{016F5DFB-8202-43BB-8D08-54659CB6A845}" srcOrd="0" destOrd="0" presId="urn:microsoft.com/office/officeart/2008/layout/HorizontalMultiLevelHierarchy"/>
    <dgm:cxn modelId="{30C94BA2-AF36-489B-A5BA-719ECA17C899}" srcId="{A1065F56-39EA-4AF0-87A8-BB5FADE75789}" destId="{71F987E5-4511-4BB1-ADE6-3E82C094445A}" srcOrd="0" destOrd="0" parTransId="{1FF46CAD-0D65-4C44-BCCF-BBD2C43276F5}" sibTransId="{96010EA0-BA61-4797-8528-130103DFE5DB}"/>
    <dgm:cxn modelId="{216372A2-7756-4AAC-B9B8-48E5E002C1CA}" type="presOf" srcId="{60CADF92-93A8-4311-B0BF-C8E0C5A2EDD5}" destId="{15C12DD6-887A-4987-9F14-712F5D6A96B4}" srcOrd="0" destOrd="0" presId="urn:microsoft.com/office/officeart/2008/layout/HorizontalMultiLevelHierarchy"/>
    <dgm:cxn modelId="{98E727A3-DAF4-4A64-B567-46B39EE8BB10}" srcId="{71F987E5-4511-4BB1-ADE6-3E82C094445A}" destId="{BB9F8901-61E5-42C9-AB1A-FBA7B9BAAC6B}" srcOrd="0" destOrd="0" parTransId="{BEF0AF05-2CD3-41A9-B426-AC9E92AF66C6}" sibTransId="{7315DC75-FB89-41A6-9865-0D54033A757F}"/>
    <dgm:cxn modelId="{6B139CA4-B303-4057-8D3A-43E27D4FA2A2}" type="presOf" srcId="{CD3BC402-4404-4C9E-803B-207088B8C75A}" destId="{42F47DD4-6157-41A3-A34E-64FD844F9F2A}" srcOrd="0" destOrd="0" presId="urn:microsoft.com/office/officeart/2008/layout/HorizontalMultiLevelHierarchy"/>
    <dgm:cxn modelId="{A072ACA6-12F8-4E85-99F5-2B2B25BA7BA3}" type="presOf" srcId="{BEF0AF05-2CD3-41A9-B426-AC9E92AF66C6}" destId="{5A8A1969-9826-4034-A90C-62A3D031711D}" srcOrd="0" destOrd="0" presId="urn:microsoft.com/office/officeart/2008/layout/HorizontalMultiLevelHierarchy"/>
    <dgm:cxn modelId="{8876C5A6-B295-4D12-8D6E-8F6ED2620B32}" type="presOf" srcId="{66C94664-446C-4352-A970-E288C925F300}" destId="{5F21C6B0-12F2-4902-B91E-5793D6007960}" srcOrd="0" destOrd="0" presId="urn:microsoft.com/office/officeart/2008/layout/HorizontalMultiLevelHierarchy"/>
    <dgm:cxn modelId="{81D43DA9-7560-4368-891F-51D4792CC1D9}" type="presOf" srcId="{83C3D929-4C7C-41FC-9E7F-8A189482D85D}" destId="{C2B620F3-2730-4E4E-BD46-90335D2D454A}" srcOrd="0" destOrd="0" presId="urn:microsoft.com/office/officeart/2008/layout/HorizontalMultiLevelHierarchy"/>
    <dgm:cxn modelId="{692DA3BB-271A-4A1F-BAA9-D191F219A4DC}" type="presOf" srcId="{F0C1F041-44CB-43B7-88CA-0F892ACB19B0}" destId="{09749C6E-861F-41F9-A2DA-7C02902F419F}" srcOrd="1" destOrd="0" presId="urn:microsoft.com/office/officeart/2008/layout/HorizontalMultiLevelHierarchy"/>
    <dgm:cxn modelId="{865C42BD-5E67-4506-A8BD-426EBA078B26}" srcId="{71F987E5-4511-4BB1-ADE6-3E82C094445A}" destId="{CD3BC402-4404-4C9E-803B-207088B8C75A}" srcOrd="2" destOrd="0" parTransId="{EE95F818-C098-477C-A640-4FB7429AEE43}" sibTransId="{3A004586-E92B-4D37-AE8F-3C14E8318A27}"/>
    <dgm:cxn modelId="{8455DEBE-0B69-4378-A065-4DB5C9799EFE}" type="presOf" srcId="{2D289082-2B1C-4363-ABFE-B6BBF6BFFB49}" destId="{D880B222-457F-45F2-96F1-A8EF9F73F5A8}" srcOrd="0" destOrd="0" presId="urn:microsoft.com/office/officeart/2008/layout/HorizontalMultiLevelHierarchy"/>
    <dgm:cxn modelId="{30C44AC5-7914-4C06-AE46-7D9856B191CD}" srcId="{BB9F8901-61E5-42C9-AB1A-FBA7B9BAAC6B}" destId="{1EC234EB-A800-4F17-AB2A-6EEB7A7219B1}" srcOrd="0" destOrd="0" parTransId="{7107198C-77C1-457E-B7C2-6446F401BDC4}" sibTransId="{31E3C474-53AD-4782-926A-17470E80B0DA}"/>
    <dgm:cxn modelId="{A01530C7-7C6C-47FD-B517-3151ACD940AE}" srcId="{71F987E5-4511-4BB1-ADE6-3E82C094445A}" destId="{2D289082-2B1C-4363-ABFE-B6BBF6BFFB49}" srcOrd="4" destOrd="0" parTransId="{3F178C4A-9E99-4DB5-A6D2-8F1D33C07547}" sibTransId="{DE31D244-513D-4FAD-B28C-D73069982831}"/>
    <dgm:cxn modelId="{D31EE4C8-0D11-42BB-8F27-2C6485186FA6}" type="presOf" srcId="{DFBB4162-D60A-43B0-9A84-4A2544547292}" destId="{755099F6-2E99-442D-8986-D411BA7642C1}" srcOrd="0" destOrd="0" presId="urn:microsoft.com/office/officeart/2008/layout/HorizontalMultiLevelHierarchy"/>
    <dgm:cxn modelId="{0FF4BFCC-A286-4C8C-B09D-2DF40E495CC2}" srcId="{BB9F8901-61E5-42C9-AB1A-FBA7B9BAAC6B}" destId="{96BBB93C-075B-4050-A018-24CFB41FB17E}" srcOrd="1" destOrd="0" parTransId="{7B0424AC-AE7F-464B-B75D-51E00CAF380D}" sibTransId="{14BE5E50-9B29-485F-9244-2D69BE11494C}"/>
    <dgm:cxn modelId="{DC0B7ED1-49EE-4763-A2AB-A31951E362B3}" type="presOf" srcId="{DA1177F4-CE41-47A5-B390-713220C47AAF}" destId="{A6D89A6E-AB62-4A41-B111-414E6BB5200C}" srcOrd="1" destOrd="0" presId="urn:microsoft.com/office/officeart/2008/layout/HorizontalMultiLevelHierarchy"/>
    <dgm:cxn modelId="{0EDA56D4-BED2-4DA0-B429-31EB41A29D77}" type="presOf" srcId="{DFBB4162-D60A-43B0-9A84-4A2544547292}" destId="{198D30E0-4832-4644-BC0F-019B75E7CFDE}" srcOrd="1" destOrd="0" presId="urn:microsoft.com/office/officeart/2008/layout/HorizontalMultiLevelHierarchy"/>
    <dgm:cxn modelId="{54024EDC-B62B-41C0-989E-AB60D3352536}" type="presOf" srcId="{BBAC1364-A7F0-4966-8677-D921FBA924AF}" destId="{CEF93867-2A93-48EF-9648-F57A83EFB145}" srcOrd="0" destOrd="0" presId="urn:microsoft.com/office/officeart/2008/layout/HorizontalMultiLevelHierarchy"/>
    <dgm:cxn modelId="{861A5DDF-2E40-4168-A514-83DC1E60183F}" srcId="{2D289082-2B1C-4363-ABFE-B6BBF6BFFB49}" destId="{60CADF92-93A8-4311-B0BF-C8E0C5A2EDD5}" srcOrd="0" destOrd="0" parTransId="{DFBB4162-D60A-43B0-9A84-4A2544547292}" sibTransId="{92409239-C111-449B-AEAD-D17149A20FCA}"/>
    <dgm:cxn modelId="{3A486FE7-524F-4547-AA64-76EF7F88C874}" type="presOf" srcId="{7CE86449-F923-45D7-BBCC-8F3756CB202A}" destId="{BD318386-84F4-4AF9-A7BA-D9F97DB930D8}" srcOrd="0" destOrd="0" presId="urn:microsoft.com/office/officeart/2008/layout/HorizontalMultiLevelHierarchy"/>
    <dgm:cxn modelId="{8A4101F3-0A7E-4444-94E9-6AE744438229}" type="presOf" srcId="{DA813A2E-78BB-4459-8194-803C1A4182BB}" destId="{4206A8A1-3DC6-400F-941F-E26576BD57C1}" srcOrd="1" destOrd="0" presId="urn:microsoft.com/office/officeart/2008/layout/HorizontalMultiLevelHierarchy"/>
    <dgm:cxn modelId="{623BE6F7-0185-42B9-9787-9B0012D6C7B1}" type="presOf" srcId="{775F559F-593A-487B-A54C-C72A6707A5B8}" destId="{22EA56AA-C579-4617-818F-E0E1CFB138F3}" srcOrd="0" destOrd="0" presId="urn:microsoft.com/office/officeart/2008/layout/HorizontalMultiLevelHierarchy"/>
    <dgm:cxn modelId="{D0CF63FA-A9A7-4102-A29D-D5DB366F3207}" type="presOf" srcId="{71F987E5-4511-4BB1-ADE6-3E82C094445A}" destId="{A9AA72A2-5EDB-4AEC-8C44-65F0B6BC9AFA}" srcOrd="0" destOrd="0" presId="urn:microsoft.com/office/officeart/2008/layout/HorizontalMultiLevelHierarchy"/>
    <dgm:cxn modelId="{26613E3F-FE0D-48CE-B653-7CFAB1554C4A}" type="presParOf" srcId="{5CEEA6A5-44F1-41A2-B50C-69FE328A1696}" destId="{9057631F-3EC1-473B-9C40-65F1C24A882B}" srcOrd="0" destOrd="0" presId="urn:microsoft.com/office/officeart/2008/layout/HorizontalMultiLevelHierarchy"/>
    <dgm:cxn modelId="{79AE888F-B2B1-4CFF-B464-3921E0356246}" type="presParOf" srcId="{9057631F-3EC1-473B-9C40-65F1C24A882B}" destId="{A9AA72A2-5EDB-4AEC-8C44-65F0B6BC9AFA}" srcOrd="0" destOrd="0" presId="urn:microsoft.com/office/officeart/2008/layout/HorizontalMultiLevelHierarchy"/>
    <dgm:cxn modelId="{A1C6E015-406E-4D78-9ECA-05E52929F254}" type="presParOf" srcId="{9057631F-3EC1-473B-9C40-65F1C24A882B}" destId="{12757558-A214-4503-B938-BA14F75552DD}" srcOrd="1" destOrd="0" presId="urn:microsoft.com/office/officeart/2008/layout/HorizontalMultiLevelHierarchy"/>
    <dgm:cxn modelId="{EB751C85-3FEE-4AAF-B0EF-428CEEB40257}" type="presParOf" srcId="{12757558-A214-4503-B938-BA14F75552DD}" destId="{5A8A1969-9826-4034-A90C-62A3D031711D}" srcOrd="0" destOrd="0" presId="urn:microsoft.com/office/officeart/2008/layout/HorizontalMultiLevelHierarchy"/>
    <dgm:cxn modelId="{104542A3-EA6E-4DEA-B545-2A8FD014F3E2}" type="presParOf" srcId="{5A8A1969-9826-4034-A90C-62A3D031711D}" destId="{A48953F4-643A-42CC-9834-BCF4189AC19D}" srcOrd="0" destOrd="0" presId="urn:microsoft.com/office/officeart/2008/layout/HorizontalMultiLevelHierarchy"/>
    <dgm:cxn modelId="{2FB6A6C8-5B1D-4159-9A63-7455EC8E8848}" type="presParOf" srcId="{12757558-A214-4503-B938-BA14F75552DD}" destId="{9F39EEA7-F609-45BF-BE1E-9EEB44765C90}" srcOrd="1" destOrd="0" presId="urn:microsoft.com/office/officeart/2008/layout/HorizontalMultiLevelHierarchy"/>
    <dgm:cxn modelId="{1C65F59D-790D-41EF-834F-8EBA13BD7837}" type="presParOf" srcId="{9F39EEA7-F609-45BF-BE1E-9EEB44765C90}" destId="{17C4A40E-ADCE-4D00-94C1-CAA081CE04ED}" srcOrd="0" destOrd="0" presId="urn:microsoft.com/office/officeart/2008/layout/HorizontalMultiLevelHierarchy"/>
    <dgm:cxn modelId="{75F2D0D3-F2DF-4CAD-8F67-2D12D618AF73}" type="presParOf" srcId="{9F39EEA7-F609-45BF-BE1E-9EEB44765C90}" destId="{04A55628-070D-41AA-B23D-9C9EC426155F}" srcOrd="1" destOrd="0" presId="urn:microsoft.com/office/officeart/2008/layout/HorizontalMultiLevelHierarchy"/>
    <dgm:cxn modelId="{5A1788E0-E39F-4EF1-BEA9-50642939F398}" type="presParOf" srcId="{04A55628-070D-41AA-B23D-9C9EC426155F}" destId="{A288E9FC-CEB3-4405-ADCD-785D219B62BF}" srcOrd="0" destOrd="0" presId="urn:microsoft.com/office/officeart/2008/layout/HorizontalMultiLevelHierarchy"/>
    <dgm:cxn modelId="{75E6E0E8-95F6-4999-8C2F-557BA684F5B5}" type="presParOf" srcId="{A288E9FC-CEB3-4405-ADCD-785D219B62BF}" destId="{2701F539-8ABF-4F2F-979F-55487D8D5A95}" srcOrd="0" destOrd="0" presId="urn:microsoft.com/office/officeart/2008/layout/HorizontalMultiLevelHierarchy"/>
    <dgm:cxn modelId="{D4E72CF9-6D61-4725-AA07-A48772F54013}" type="presParOf" srcId="{04A55628-070D-41AA-B23D-9C9EC426155F}" destId="{95E481CE-CE7D-4603-9DAA-CF30B25FE479}" srcOrd="1" destOrd="0" presId="urn:microsoft.com/office/officeart/2008/layout/HorizontalMultiLevelHierarchy"/>
    <dgm:cxn modelId="{5F96CF76-DC8D-47D2-AF9E-316B15730D42}" type="presParOf" srcId="{95E481CE-CE7D-4603-9DAA-CF30B25FE479}" destId="{49B33DAE-DC14-49BA-92B2-9BF15B0D25AF}" srcOrd="0" destOrd="0" presId="urn:microsoft.com/office/officeart/2008/layout/HorizontalMultiLevelHierarchy"/>
    <dgm:cxn modelId="{6609904F-A4A0-4E79-A68A-9C125254E708}" type="presParOf" srcId="{95E481CE-CE7D-4603-9DAA-CF30B25FE479}" destId="{0D9E2AA4-EFF6-4C1E-8702-FDD500BCEEEE}" srcOrd="1" destOrd="0" presId="urn:microsoft.com/office/officeart/2008/layout/HorizontalMultiLevelHierarchy"/>
    <dgm:cxn modelId="{EAD2AED8-96B0-4254-BA2A-B706CEBEC28C}" type="presParOf" srcId="{04A55628-070D-41AA-B23D-9C9EC426155F}" destId="{81A44CCE-6C6C-4C19-8DDC-62B37DC58BD3}" srcOrd="2" destOrd="0" presId="urn:microsoft.com/office/officeart/2008/layout/HorizontalMultiLevelHierarchy"/>
    <dgm:cxn modelId="{829D4E66-9703-459C-AB55-EF3CA8D15778}" type="presParOf" srcId="{81A44CCE-6C6C-4C19-8DDC-62B37DC58BD3}" destId="{247C3B7B-9FAF-43C2-92FD-8BF3EADDCFCB}" srcOrd="0" destOrd="0" presId="urn:microsoft.com/office/officeart/2008/layout/HorizontalMultiLevelHierarchy"/>
    <dgm:cxn modelId="{EC5AC7EC-F47F-4DDA-A39A-3D4C499F9635}" type="presParOf" srcId="{04A55628-070D-41AA-B23D-9C9EC426155F}" destId="{3F1DBAF2-9449-4B0B-A2C4-93E23786910F}" srcOrd="3" destOrd="0" presId="urn:microsoft.com/office/officeart/2008/layout/HorizontalMultiLevelHierarchy"/>
    <dgm:cxn modelId="{326C7BDF-A936-4169-9FDB-45405C1D30CB}" type="presParOf" srcId="{3F1DBAF2-9449-4B0B-A2C4-93E23786910F}" destId="{39A56E30-F472-4991-BA54-96A318E364AA}" srcOrd="0" destOrd="0" presId="urn:microsoft.com/office/officeart/2008/layout/HorizontalMultiLevelHierarchy"/>
    <dgm:cxn modelId="{68697807-6EC3-4320-A5FB-B3CB51D4E481}" type="presParOf" srcId="{3F1DBAF2-9449-4B0B-A2C4-93E23786910F}" destId="{F9D8CF30-E79D-4559-A054-C424566C536F}" srcOrd="1" destOrd="0" presId="urn:microsoft.com/office/officeart/2008/layout/HorizontalMultiLevelHierarchy"/>
    <dgm:cxn modelId="{1078DCA1-5983-4E64-B92E-32C7143040CE}" type="presParOf" srcId="{12757558-A214-4503-B938-BA14F75552DD}" destId="{7D011F53-C5E0-4E78-BD5F-25CB9E825A1D}" srcOrd="2" destOrd="0" presId="urn:microsoft.com/office/officeart/2008/layout/HorizontalMultiLevelHierarchy"/>
    <dgm:cxn modelId="{AF2AB6CD-D455-428F-B5D9-C9ACAD04A11B}" type="presParOf" srcId="{7D011F53-C5E0-4E78-BD5F-25CB9E825A1D}" destId="{7A988527-7C06-46E4-B805-1F9DCAB2064C}" srcOrd="0" destOrd="0" presId="urn:microsoft.com/office/officeart/2008/layout/HorizontalMultiLevelHierarchy"/>
    <dgm:cxn modelId="{391FA1EE-F67D-46B3-83EF-5D653EA7F436}" type="presParOf" srcId="{12757558-A214-4503-B938-BA14F75552DD}" destId="{140F8572-FAF6-4BA0-BD9C-EE21D247607C}" srcOrd="3" destOrd="0" presId="urn:microsoft.com/office/officeart/2008/layout/HorizontalMultiLevelHierarchy"/>
    <dgm:cxn modelId="{344F90BC-E91F-4768-BBB0-5F8F68F2C02C}" type="presParOf" srcId="{140F8572-FAF6-4BA0-BD9C-EE21D247607C}" destId="{016F5DFB-8202-43BB-8D08-54659CB6A845}" srcOrd="0" destOrd="0" presId="urn:microsoft.com/office/officeart/2008/layout/HorizontalMultiLevelHierarchy"/>
    <dgm:cxn modelId="{6CFDCE50-4EA1-4E8B-8004-3CAC560E0190}" type="presParOf" srcId="{140F8572-FAF6-4BA0-BD9C-EE21D247607C}" destId="{7C54ECE6-8983-4A81-A417-D6D454526328}" srcOrd="1" destOrd="0" presId="urn:microsoft.com/office/officeart/2008/layout/HorizontalMultiLevelHierarchy"/>
    <dgm:cxn modelId="{99C3F7E8-ADF3-45AE-AD78-C4F21281D621}" type="presParOf" srcId="{12757558-A214-4503-B938-BA14F75552DD}" destId="{54235042-A2FD-4FF8-809C-B60A87658072}" srcOrd="4" destOrd="0" presId="urn:microsoft.com/office/officeart/2008/layout/HorizontalMultiLevelHierarchy"/>
    <dgm:cxn modelId="{614CD87F-BD67-477C-872F-AB1AF33F11CF}" type="presParOf" srcId="{54235042-A2FD-4FF8-809C-B60A87658072}" destId="{268F6D2E-842F-4208-9AD9-4F7B7B51C969}" srcOrd="0" destOrd="0" presId="urn:microsoft.com/office/officeart/2008/layout/HorizontalMultiLevelHierarchy"/>
    <dgm:cxn modelId="{A50B39E8-50EE-4AE3-A5D1-FC4C732D868A}" type="presParOf" srcId="{12757558-A214-4503-B938-BA14F75552DD}" destId="{02BB78BC-097B-4382-8DC4-19CED7BCABE1}" srcOrd="5" destOrd="0" presId="urn:microsoft.com/office/officeart/2008/layout/HorizontalMultiLevelHierarchy"/>
    <dgm:cxn modelId="{76A16074-6DEA-4E70-9AA6-25EF9462A7F1}" type="presParOf" srcId="{02BB78BC-097B-4382-8DC4-19CED7BCABE1}" destId="{42F47DD4-6157-41A3-A34E-64FD844F9F2A}" srcOrd="0" destOrd="0" presId="urn:microsoft.com/office/officeart/2008/layout/HorizontalMultiLevelHierarchy"/>
    <dgm:cxn modelId="{CC2B0F87-2E92-4CB6-9460-21D84F595477}" type="presParOf" srcId="{02BB78BC-097B-4382-8DC4-19CED7BCABE1}" destId="{E0C17765-A05D-421C-813D-0E0C86C4EAD6}" srcOrd="1" destOrd="0" presId="urn:microsoft.com/office/officeart/2008/layout/HorizontalMultiLevelHierarchy"/>
    <dgm:cxn modelId="{76174F37-1E95-41E6-9AD6-3D5B190BA8B4}" type="presParOf" srcId="{E0C17765-A05D-421C-813D-0E0C86C4EAD6}" destId="{02A64D6C-940E-44A7-91A5-86A4BC99E2E5}" srcOrd="0" destOrd="0" presId="urn:microsoft.com/office/officeart/2008/layout/HorizontalMultiLevelHierarchy"/>
    <dgm:cxn modelId="{620F5FB9-F8B8-44CD-8CAD-3F69B006596D}" type="presParOf" srcId="{02A64D6C-940E-44A7-91A5-86A4BC99E2E5}" destId="{37599766-10B8-47E5-8C73-A802C9B7DDA4}" srcOrd="0" destOrd="0" presId="urn:microsoft.com/office/officeart/2008/layout/HorizontalMultiLevelHierarchy"/>
    <dgm:cxn modelId="{F9323A0F-B546-4EDF-8C57-36531418B14B}" type="presParOf" srcId="{E0C17765-A05D-421C-813D-0E0C86C4EAD6}" destId="{C299B791-3FF5-487E-89D3-ADD904EACFD2}" srcOrd="1" destOrd="0" presId="urn:microsoft.com/office/officeart/2008/layout/HorizontalMultiLevelHierarchy"/>
    <dgm:cxn modelId="{8392EFE0-6ED0-4527-BED5-02D168540AD0}" type="presParOf" srcId="{C299B791-3FF5-487E-89D3-ADD904EACFD2}" destId="{26B82B11-0151-48EB-92A7-D6E3D545D027}" srcOrd="0" destOrd="0" presId="urn:microsoft.com/office/officeart/2008/layout/HorizontalMultiLevelHierarchy"/>
    <dgm:cxn modelId="{B3BBFF78-4E2D-4728-BDB4-D51F40052714}" type="presParOf" srcId="{C299B791-3FF5-487E-89D3-ADD904EACFD2}" destId="{A8B595BF-E469-4AA9-A913-5FBC6CD1EFC9}" srcOrd="1" destOrd="0" presId="urn:microsoft.com/office/officeart/2008/layout/HorizontalMultiLevelHierarchy"/>
    <dgm:cxn modelId="{1032D48D-2276-47FD-8B75-51E34616CA09}" type="presParOf" srcId="{E0C17765-A05D-421C-813D-0E0C86C4EAD6}" destId="{A02BAF34-7D2F-41DC-AAB0-991F97F2CD19}" srcOrd="2" destOrd="0" presId="urn:microsoft.com/office/officeart/2008/layout/HorizontalMultiLevelHierarchy"/>
    <dgm:cxn modelId="{F6E89A21-9D59-4141-A1A2-3E8839CB046B}" type="presParOf" srcId="{A02BAF34-7D2F-41DC-AAB0-991F97F2CD19}" destId="{ED3F5528-A0A0-43DA-995E-A294BDEFC84A}" srcOrd="0" destOrd="0" presId="urn:microsoft.com/office/officeart/2008/layout/HorizontalMultiLevelHierarchy"/>
    <dgm:cxn modelId="{D4C9EFA5-F171-46DC-9123-73446EFD25B8}" type="presParOf" srcId="{E0C17765-A05D-421C-813D-0E0C86C4EAD6}" destId="{57E4ADC6-1ABA-4973-97EC-149F7F8B770F}" srcOrd="3" destOrd="0" presId="urn:microsoft.com/office/officeart/2008/layout/HorizontalMultiLevelHierarchy"/>
    <dgm:cxn modelId="{0E98D159-9D22-4A58-BD79-48109384A020}" type="presParOf" srcId="{57E4ADC6-1ABA-4973-97EC-149F7F8B770F}" destId="{1E371167-1205-4196-AFE5-01909AC0074D}" srcOrd="0" destOrd="0" presId="urn:microsoft.com/office/officeart/2008/layout/HorizontalMultiLevelHierarchy"/>
    <dgm:cxn modelId="{626E7471-F5FE-461E-8CF4-3A725A022B78}" type="presParOf" srcId="{57E4ADC6-1ABA-4973-97EC-149F7F8B770F}" destId="{B75590DC-31EC-4AB7-8263-D129A35BE09D}" srcOrd="1" destOrd="0" presId="urn:microsoft.com/office/officeart/2008/layout/HorizontalMultiLevelHierarchy"/>
    <dgm:cxn modelId="{3474DD4C-DAF2-4AFD-AEC4-4540B44559CE}" type="presParOf" srcId="{12757558-A214-4503-B938-BA14F75552DD}" destId="{3025BC53-6786-49D2-A423-0A23317DA508}" srcOrd="6" destOrd="0" presId="urn:microsoft.com/office/officeart/2008/layout/HorizontalMultiLevelHierarchy"/>
    <dgm:cxn modelId="{01842D5B-81D5-440F-96FA-F5BB80B16378}" type="presParOf" srcId="{3025BC53-6786-49D2-A423-0A23317DA508}" destId="{4206A8A1-3DC6-400F-941F-E26576BD57C1}" srcOrd="0" destOrd="0" presId="urn:microsoft.com/office/officeart/2008/layout/HorizontalMultiLevelHierarchy"/>
    <dgm:cxn modelId="{51036C69-99E3-4EB2-9384-477F702391BF}" type="presParOf" srcId="{12757558-A214-4503-B938-BA14F75552DD}" destId="{BB217DA7-99AA-4F55-9F24-6FB0942F828E}" srcOrd="7" destOrd="0" presId="urn:microsoft.com/office/officeart/2008/layout/HorizontalMultiLevelHierarchy"/>
    <dgm:cxn modelId="{D488F8C1-E262-412D-8EF7-3CB5C3E2F318}" type="presParOf" srcId="{BB217DA7-99AA-4F55-9F24-6FB0942F828E}" destId="{22EA56AA-C579-4617-818F-E0E1CFB138F3}" srcOrd="0" destOrd="0" presId="urn:microsoft.com/office/officeart/2008/layout/HorizontalMultiLevelHierarchy"/>
    <dgm:cxn modelId="{04556F0B-28B7-4C4B-AEF5-0624632BDECF}" type="presParOf" srcId="{BB217DA7-99AA-4F55-9F24-6FB0942F828E}" destId="{37F5C2AD-5550-4F33-8D2C-C296AC36591C}" srcOrd="1" destOrd="0" presId="urn:microsoft.com/office/officeart/2008/layout/HorizontalMultiLevelHierarchy"/>
    <dgm:cxn modelId="{E46AEE94-4976-417C-B910-028399F095AD}" type="presParOf" srcId="{37F5C2AD-5550-4F33-8D2C-C296AC36591C}" destId="{73114E23-9689-4EEA-A535-19A2C0F2DC4A}" srcOrd="0" destOrd="0" presId="urn:microsoft.com/office/officeart/2008/layout/HorizontalMultiLevelHierarchy"/>
    <dgm:cxn modelId="{B0931D34-BFC0-447B-9AC9-1EF1C8A0CFE9}" type="presParOf" srcId="{73114E23-9689-4EEA-A535-19A2C0F2DC4A}" destId="{A6D89A6E-AB62-4A41-B111-414E6BB5200C}" srcOrd="0" destOrd="0" presId="urn:microsoft.com/office/officeart/2008/layout/HorizontalMultiLevelHierarchy"/>
    <dgm:cxn modelId="{8674D3CA-16BA-4D38-A6C2-92FCB4AD0E3B}" type="presParOf" srcId="{37F5C2AD-5550-4F33-8D2C-C296AC36591C}" destId="{0FF9AF0C-43F0-4587-9EF4-C0376E18B1E8}" srcOrd="1" destOrd="0" presId="urn:microsoft.com/office/officeart/2008/layout/HorizontalMultiLevelHierarchy"/>
    <dgm:cxn modelId="{6E222F31-C3A8-4F3B-A43F-9EAEB663B6C1}" type="presParOf" srcId="{0FF9AF0C-43F0-4587-9EF4-C0376E18B1E8}" destId="{C2B620F3-2730-4E4E-BD46-90335D2D454A}" srcOrd="0" destOrd="0" presId="urn:microsoft.com/office/officeart/2008/layout/HorizontalMultiLevelHierarchy"/>
    <dgm:cxn modelId="{BE6CF08B-1C20-4270-9E6A-F2FC323A1BF7}" type="presParOf" srcId="{0FF9AF0C-43F0-4587-9EF4-C0376E18B1E8}" destId="{E3059D84-2B4A-4210-BF45-A616D4BE9B97}" srcOrd="1" destOrd="0" presId="urn:microsoft.com/office/officeart/2008/layout/HorizontalMultiLevelHierarchy"/>
    <dgm:cxn modelId="{50407444-6081-4CAC-84E1-8B3A70AB065B}" type="presParOf" srcId="{E3059D84-2B4A-4210-BF45-A616D4BE9B97}" destId="{94276C73-08DA-4396-A8B5-4FD2DAA2F6E4}" srcOrd="0" destOrd="0" presId="urn:microsoft.com/office/officeart/2008/layout/HorizontalMultiLevelHierarchy"/>
    <dgm:cxn modelId="{633EBF05-A711-448A-823E-B40B03D84D3F}" type="presParOf" srcId="{94276C73-08DA-4396-A8B5-4FD2DAA2F6E4}" destId="{09749C6E-861F-41F9-A2DA-7C02902F419F}" srcOrd="0" destOrd="0" presId="urn:microsoft.com/office/officeart/2008/layout/HorizontalMultiLevelHierarchy"/>
    <dgm:cxn modelId="{25B9B2BB-0726-4CB4-B9C4-5C0F1AADC296}" type="presParOf" srcId="{E3059D84-2B4A-4210-BF45-A616D4BE9B97}" destId="{B9AD9D04-2A61-4199-95C3-D51921B8AB0B}" srcOrd="1" destOrd="0" presId="urn:microsoft.com/office/officeart/2008/layout/HorizontalMultiLevelHierarchy"/>
    <dgm:cxn modelId="{3FE4F66C-987B-4BF1-8D33-3290078C5552}" type="presParOf" srcId="{B9AD9D04-2A61-4199-95C3-D51921B8AB0B}" destId="{BD318386-84F4-4AF9-A7BA-D9F97DB930D8}" srcOrd="0" destOrd="0" presId="urn:microsoft.com/office/officeart/2008/layout/HorizontalMultiLevelHierarchy"/>
    <dgm:cxn modelId="{917B8210-517A-4888-9826-36D58B467609}" type="presParOf" srcId="{B9AD9D04-2A61-4199-95C3-D51921B8AB0B}" destId="{C3870C2D-6FB2-415F-AF62-86B733F689C2}" srcOrd="1" destOrd="0" presId="urn:microsoft.com/office/officeart/2008/layout/HorizontalMultiLevelHierarchy"/>
    <dgm:cxn modelId="{8F69B410-10AB-45C5-883F-AB636EBF1C05}" type="presParOf" srcId="{12757558-A214-4503-B938-BA14F75552DD}" destId="{285C5F79-BB5D-454D-A731-EC27098F2701}" srcOrd="8" destOrd="0" presId="urn:microsoft.com/office/officeart/2008/layout/HorizontalMultiLevelHierarchy"/>
    <dgm:cxn modelId="{EBC2676B-3529-4BB6-844C-B4D8C3B374BB}" type="presParOf" srcId="{285C5F79-BB5D-454D-A731-EC27098F2701}" destId="{420A622C-EF9B-40C8-BC54-6601E4FACEBD}" srcOrd="0" destOrd="0" presId="urn:microsoft.com/office/officeart/2008/layout/HorizontalMultiLevelHierarchy"/>
    <dgm:cxn modelId="{6AF91B99-2C61-47D4-A390-B8E9ADEACC53}" type="presParOf" srcId="{12757558-A214-4503-B938-BA14F75552DD}" destId="{91F91EE5-79E3-4060-94AF-5D6E98E41AAF}" srcOrd="9" destOrd="0" presId="urn:microsoft.com/office/officeart/2008/layout/HorizontalMultiLevelHierarchy"/>
    <dgm:cxn modelId="{1F6D3676-A876-4C20-A36C-E9064B257F83}" type="presParOf" srcId="{91F91EE5-79E3-4060-94AF-5D6E98E41AAF}" destId="{D880B222-457F-45F2-96F1-A8EF9F73F5A8}" srcOrd="0" destOrd="0" presId="urn:microsoft.com/office/officeart/2008/layout/HorizontalMultiLevelHierarchy"/>
    <dgm:cxn modelId="{94E85F78-F4F3-4667-B868-7F2F22AEE96D}" type="presParOf" srcId="{91F91EE5-79E3-4060-94AF-5D6E98E41AAF}" destId="{0FF37EE6-C2A4-4770-9DCE-BC01C9CAD15E}" srcOrd="1" destOrd="0" presId="urn:microsoft.com/office/officeart/2008/layout/HorizontalMultiLevelHierarchy"/>
    <dgm:cxn modelId="{98DF2BE7-D004-4164-A067-6D72D6E1BB43}" type="presParOf" srcId="{0FF37EE6-C2A4-4770-9DCE-BC01C9CAD15E}" destId="{755099F6-2E99-442D-8986-D411BA7642C1}" srcOrd="0" destOrd="0" presId="urn:microsoft.com/office/officeart/2008/layout/HorizontalMultiLevelHierarchy"/>
    <dgm:cxn modelId="{9B888C28-3590-4D47-91CE-DEBF25676008}" type="presParOf" srcId="{755099F6-2E99-442D-8986-D411BA7642C1}" destId="{198D30E0-4832-4644-BC0F-019B75E7CFDE}" srcOrd="0" destOrd="0" presId="urn:microsoft.com/office/officeart/2008/layout/HorizontalMultiLevelHierarchy"/>
    <dgm:cxn modelId="{C7098ABA-D599-4472-9797-754192670232}" type="presParOf" srcId="{0FF37EE6-C2A4-4770-9DCE-BC01C9CAD15E}" destId="{CAD5D06B-061C-49EA-B56E-66E23FCC2825}" srcOrd="1" destOrd="0" presId="urn:microsoft.com/office/officeart/2008/layout/HorizontalMultiLevelHierarchy"/>
    <dgm:cxn modelId="{87524F61-73BC-4BC0-BB0E-578F5923C4C0}" type="presParOf" srcId="{CAD5D06B-061C-49EA-B56E-66E23FCC2825}" destId="{15C12DD6-887A-4987-9F14-712F5D6A96B4}" srcOrd="0" destOrd="0" presId="urn:microsoft.com/office/officeart/2008/layout/HorizontalMultiLevelHierarchy"/>
    <dgm:cxn modelId="{9BFE2FEB-748E-43B1-BDF9-825C95663830}" type="presParOf" srcId="{CAD5D06B-061C-49EA-B56E-66E23FCC2825}" destId="{C3CBF390-89FF-4376-B93A-7375A8E79714}" srcOrd="1" destOrd="0" presId="urn:microsoft.com/office/officeart/2008/layout/HorizontalMultiLevelHierarchy"/>
    <dgm:cxn modelId="{5D53BD0A-B216-4DB4-9634-EAD8B4A0790C}" type="presParOf" srcId="{0FF37EE6-C2A4-4770-9DCE-BC01C9CAD15E}" destId="{4ABE7369-9C80-4895-A77F-530947B4EA4B}" srcOrd="2" destOrd="0" presId="urn:microsoft.com/office/officeart/2008/layout/HorizontalMultiLevelHierarchy"/>
    <dgm:cxn modelId="{DFF00F07-0D98-494B-930B-D14620440F3C}" type="presParOf" srcId="{4ABE7369-9C80-4895-A77F-530947B4EA4B}" destId="{FCA9B0F0-99E3-48E2-9F0E-A149641BAF20}" srcOrd="0" destOrd="0" presId="urn:microsoft.com/office/officeart/2008/layout/HorizontalMultiLevelHierarchy"/>
    <dgm:cxn modelId="{FC2D02A7-DB4A-482C-8DB9-1C8156F54434}" type="presParOf" srcId="{0FF37EE6-C2A4-4770-9DCE-BC01C9CAD15E}" destId="{5CC8F23A-0A91-4256-81D1-4DFC8AFCDFF2}" srcOrd="3" destOrd="0" presId="urn:microsoft.com/office/officeart/2008/layout/HorizontalMultiLevelHierarchy"/>
    <dgm:cxn modelId="{E130319D-91F5-499A-9080-56A84EF2053F}" type="presParOf" srcId="{5CC8F23A-0A91-4256-81D1-4DFC8AFCDFF2}" destId="{CEF93867-2A93-48EF-9648-F57A83EFB145}" srcOrd="0" destOrd="0" presId="urn:microsoft.com/office/officeart/2008/layout/HorizontalMultiLevelHierarchy"/>
    <dgm:cxn modelId="{4392D9C0-B56C-4D70-BFEC-808D286B7A3A}" type="presParOf" srcId="{5CC8F23A-0A91-4256-81D1-4DFC8AFCDFF2}" destId="{77B0BADF-C45C-4588-85E0-0B4D7E3BB3DD}" srcOrd="1" destOrd="0" presId="urn:microsoft.com/office/officeart/2008/layout/HorizontalMultiLevelHierarchy"/>
    <dgm:cxn modelId="{C45F7EEF-088B-40A4-8CE8-1AEEB9B9667F}" type="presParOf" srcId="{12757558-A214-4503-B938-BA14F75552DD}" destId="{5F21C6B0-12F2-4902-B91E-5793D6007960}" srcOrd="10" destOrd="0" presId="urn:microsoft.com/office/officeart/2008/layout/HorizontalMultiLevelHierarchy"/>
    <dgm:cxn modelId="{57DDF28B-0E3E-41C1-A123-49FB94B24689}" type="presParOf" srcId="{5F21C6B0-12F2-4902-B91E-5793D6007960}" destId="{63F22023-EAB6-4C86-AE77-27F4DDCA847F}" srcOrd="0" destOrd="0" presId="urn:microsoft.com/office/officeart/2008/layout/HorizontalMultiLevelHierarchy"/>
    <dgm:cxn modelId="{7845DF3E-62AC-47C9-AE0B-43FC3D1B8CBA}" type="presParOf" srcId="{12757558-A214-4503-B938-BA14F75552DD}" destId="{8577CB47-CEA3-45E2-A715-DFC67E1D8716}" srcOrd="11" destOrd="0" presId="urn:microsoft.com/office/officeart/2008/layout/HorizontalMultiLevelHierarchy"/>
    <dgm:cxn modelId="{E7FC18EE-0CE5-4789-857C-B62904D11FDC}" type="presParOf" srcId="{8577CB47-CEA3-45E2-A715-DFC67E1D8716}" destId="{2B13997F-E73E-4F44-AECC-E52F2D8B7F3A}" srcOrd="0" destOrd="0" presId="urn:microsoft.com/office/officeart/2008/layout/HorizontalMultiLevelHierarchy"/>
    <dgm:cxn modelId="{4AEFF862-F404-4F29-B433-B3317C953C9A}" type="presParOf" srcId="{8577CB47-CEA3-45E2-A715-DFC67E1D8716}" destId="{4F77F983-5A3B-41D7-B19D-F9100D0956CC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D4FB530-878E-40C5-BE20-0CEA845DDBDE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9DFBAC3-9A46-4131-80D4-144C2898197D}">
      <dgm:prSet phldrT="[Text]"/>
      <dgm:spPr/>
      <dgm:t>
        <a:bodyPr/>
        <a:lstStyle/>
        <a:p>
          <a:r>
            <a:rPr lang="es-MX" dirty="0"/>
            <a:t>Remuneración al Personal</a:t>
          </a:r>
        </a:p>
      </dgm:t>
    </dgm:pt>
    <dgm:pt modelId="{55E17901-86BF-4C0F-87F0-DD21F9D874F6}" type="parTrans" cxnId="{E8E6BB8A-16A5-4286-9B85-40E920DB84B4}">
      <dgm:prSet/>
      <dgm:spPr/>
      <dgm:t>
        <a:bodyPr/>
        <a:lstStyle/>
        <a:p>
          <a:endParaRPr lang="es-MX"/>
        </a:p>
      </dgm:t>
    </dgm:pt>
    <dgm:pt modelId="{75C10D92-EB84-4389-9B32-2F9B92F9D20E}" type="sibTrans" cxnId="{E8E6BB8A-16A5-4286-9B85-40E920DB84B4}">
      <dgm:prSet/>
      <dgm:spPr/>
      <dgm:t>
        <a:bodyPr/>
        <a:lstStyle/>
        <a:p>
          <a:endParaRPr lang="es-MX"/>
        </a:p>
      </dgm:t>
    </dgm:pt>
    <dgm:pt modelId="{EE25A2D2-BE9E-4C09-8AAC-5D63E53359C7}">
      <dgm:prSet phldrT="[Text]"/>
      <dgm:spPr/>
      <dgm:t>
        <a:bodyPr/>
        <a:lstStyle/>
        <a:p>
          <a:r>
            <a:rPr lang="es-MX" dirty="0"/>
            <a:t>Sueldos y Salarios</a:t>
          </a:r>
        </a:p>
      </dgm:t>
    </dgm:pt>
    <dgm:pt modelId="{D5C45FEC-CA74-4751-B326-B38151F3D57E}" type="parTrans" cxnId="{6B3C0543-308E-4208-8635-ABE9BF89BD1B}">
      <dgm:prSet/>
      <dgm:spPr/>
      <dgm:t>
        <a:bodyPr/>
        <a:lstStyle/>
        <a:p>
          <a:endParaRPr lang="es-MX"/>
        </a:p>
      </dgm:t>
    </dgm:pt>
    <dgm:pt modelId="{ED871FC2-7425-421D-8ABF-33009476C9A3}" type="sibTrans" cxnId="{6B3C0543-308E-4208-8635-ABE9BF89BD1B}">
      <dgm:prSet/>
      <dgm:spPr/>
      <dgm:t>
        <a:bodyPr/>
        <a:lstStyle/>
        <a:p>
          <a:endParaRPr lang="es-MX"/>
        </a:p>
      </dgm:t>
    </dgm:pt>
    <dgm:pt modelId="{7B781311-E358-42D7-B91A-99C163391DED}">
      <dgm:prSet phldrT="[Text]"/>
      <dgm:spPr/>
      <dgm:t>
        <a:bodyPr/>
        <a:lstStyle/>
        <a:p>
          <a:r>
            <a:rPr lang="es-MX" dirty="0"/>
            <a:t>Previsión Social</a:t>
          </a:r>
        </a:p>
      </dgm:t>
    </dgm:pt>
    <dgm:pt modelId="{EE98FC37-8708-4C84-9F9E-8E04961B6BF3}" type="parTrans" cxnId="{DAC7D8A5-610C-4E85-B858-00C6CCAF3B1D}">
      <dgm:prSet/>
      <dgm:spPr/>
      <dgm:t>
        <a:bodyPr/>
        <a:lstStyle/>
        <a:p>
          <a:endParaRPr lang="es-MX"/>
        </a:p>
      </dgm:t>
    </dgm:pt>
    <dgm:pt modelId="{2268DAD7-100D-4BD1-ACA8-398E23A948B1}" type="sibTrans" cxnId="{DAC7D8A5-610C-4E85-B858-00C6CCAF3B1D}">
      <dgm:prSet/>
      <dgm:spPr/>
      <dgm:t>
        <a:bodyPr/>
        <a:lstStyle/>
        <a:p>
          <a:endParaRPr lang="es-MX"/>
        </a:p>
      </dgm:t>
    </dgm:pt>
    <dgm:pt modelId="{6170A3E5-6FD3-4AE9-A580-4F769969D012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Gravado</a:t>
          </a:r>
        </a:p>
      </dgm:t>
    </dgm:pt>
    <dgm:pt modelId="{9F4E6E41-71E5-4C58-AE36-698A223787DD}" type="parTrans" cxnId="{DEAE78DD-BCE3-4A9D-9D97-B77E02B81005}">
      <dgm:prSet/>
      <dgm:spPr/>
      <dgm:t>
        <a:bodyPr/>
        <a:lstStyle/>
        <a:p>
          <a:endParaRPr lang="es-MX"/>
        </a:p>
      </dgm:t>
    </dgm:pt>
    <dgm:pt modelId="{87F0B20D-0488-44E0-B294-ED75C6FB8296}" type="sibTrans" cxnId="{DEAE78DD-BCE3-4A9D-9D97-B77E02B81005}">
      <dgm:prSet/>
      <dgm:spPr/>
      <dgm:t>
        <a:bodyPr/>
        <a:lstStyle/>
        <a:p>
          <a:endParaRPr lang="es-MX"/>
        </a:p>
      </dgm:t>
    </dgm:pt>
    <dgm:pt modelId="{28E96990-7184-47D5-A879-BA27219162BC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Exento</a:t>
          </a:r>
        </a:p>
      </dgm:t>
    </dgm:pt>
    <dgm:pt modelId="{DAADBB10-B8A8-4E35-93C3-4D09E83441D0}" type="parTrans" cxnId="{4F1A9298-8D2B-412E-BF17-30D1515FCAF0}">
      <dgm:prSet/>
      <dgm:spPr/>
      <dgm:t>
        <a:bodyPr/>
        <a:lstStyle/>
        <a:p>
          <a:endParaRPr lang="es-MX"/>
        </a:p>
      </dgm:t>
    </dgm:pt>
    <dgm:pt modelId="{5AB5E75D-0A72-4375-800E-B3118BD7F60F}" type="sibTrans" cxnId="{4F1A9298-8D2B-412E-BF17-30D1515FCAF0}">
      <dgm:prSet/>
      <dgm:spPr/>
      <dgm:t>
        <a:bodyPr/>
        <a:lstStyle/>
        <a:p>
          <a:endParaRPr lang="es-MX"/>
        </a:p>
      </dgm:t>
    </dgm:pt>
    <dgm:pt modelId="{62EB68B9-1FCA-4D33-9FFF-8FFB086F1812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Gravado</a:t>
          </a:r>
        </a:p>
      </dgm:t>
    </dgm:pt>
    <dgm:pt modelId="{45F5E9EA-1A19-4E81-9AE0-736EA1660240}" type="parTrans" cxnId="{C602CB8B-CB53-4F6A-938D-FA85E5EE6290}">
      <dgm:prSet/>
      <dgm:spPr/>
      <dgm:t>
        <a:bodyPr/>
        <a:lstStyle/>
        <a:p>
          <a:endParaRPr lang="es-MX"/>
        </a:p>
      </dgm:t>
    </dgm:pt>
    <dgm:pt modelId="{B20EFFFD-9D64-4FEA-B94C-1C19EFF49839}" type="sibTrans" cxnId="{C602CB8B-CB53-4F6A-938D-FA85E5EE6290}">
      <dgm:prSet/>
      <dgm:spPr/>
      <dgm:t>
        <a:bodyPr/>
        <a:lstStyle/>
        <a:p>
          <a:endParaRPr lang="es-MX"/>
        </a:p>
      </dgm:t>
    </dgm:pt>
    <dgm:pt modelId="{FD4D658F-2326-48B1-9358-8354D775C80F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Exento</a:t>
          </a:r>
        </a:p>
      </dgm:t>
    </dgm:pt>
    <dgm:pt modelId="{AA983C7F-6C72-4DF6-9A14-2BB9C711C3F0}" type="parTrans" cxnId="{8C3F56FE-1FA9-4518-BFB8-EBEDAC926827}">
      <dgm:prSet/>
      <dgm:spPr/>
      <dgm:t>
        <a:bodyPr/>
        <a:lstStyle/>
        <a:p>
          <a:endParaRPr lang="es-MX"/>
        </a:p>
      </dgm:t>
    </dgm:pt>
    <dgm:pt modelId="{6725E0F8-24BD-447F-B02D-B2BFB5DC15BE}" type="sibTrans" cxnId="{8C3F56FE-1FA9-4518-BFB8-EBEDAC926827}">
      <dgm:prSet/>
      <dgm:spPr/>
      <dgm:t>
        <a:bodyPr/>
        <a:lstStyle/>
        <a:p>
          <a:endParaRPr lang="es-MX"/>
        </a:p>
      </dgm:t>
    </dgm:pt>
    <dgm:pt modelId="{1565C85E-6465-413D-ABD6-4737F8544446}" type="pres">
      <dgm:prSet presAssocID="{4D4FB530-878E-40C5-BE20-0CEA845DDBD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83FCE3C-2A4F-4DA5-A1FF-4795D1B58E32}" type="pres">
      <dgm:prSet presAssocID="{B9DFBAC3-9A46-4131-80D4-144C2898197D}" presName="root1" presStyleCnt="0"/>
      <dgm:spPr/>
    </dgm:pt>
    <dgm:pt modelId="{ABB86CFE-0B46-41B9-970C-C233C3B44DD3}" type="pres">
      <dgm:prSet presAssocID="{B9DFBAC3-9A46-4131-80D4-144C2898197D}" presName="LevelOneTextNode" presStyleLbl="node0" presStyleIdx="0" presStyleCnt="1">
        <dgm:presLayoutVars>
          <dgm:chPref val="3"/>
        </dgm:presLayoutVars>
      </dgm:prSet>
      <dgm:spPr/>
    </dgm:pt>
    <dgm:pt modelId="{3091C383-97F0-40B0-9E2F-E76ADF4A1CF2}" type="pres">
      <dgm:prSet presAssocID="{B9DFBAC3-9A46-4131-80D4-144C2898197D}" presName="level2hierChild" presStyleCnt="0"/>
      <dgm:spPr/>
    </dgm:pt>
    <dgm:pt modelId="{5737AC7B-8D0D-46EA-93C9-2FCD99C4A1B8}" type="pres">
      <dgm:prSet presAssocID="{D5C45FEC-CA74-4751-B326-B38151F3D57E}" presName="conn2-1" presStyleLbl="parChTrans1D2" presStyleIdx="0" presStyleCnt="2"/>
      <dgm:spPr/>
    </dgm:pt>
    <dgm:pt modelId="{B9426FC6-5C04-4DB9-B6B4-D4C629934AA7}" type="pres">
      <dgm:prSet presAssocID="{D5C45FEC-CA74-4751-B326-B38151F3D57E}" presName="connTx" presStyleLbl="parChTrans1D2" presStyleIdx="0" presStyleCnt="2"/>
      <dgm:spPr/>
    </dgm:pt>
    <dgm:pt modelId="{12E395E6-2EF0-4C14-AB9F-A423D925CDBD}" type="pres">
      <dgm:prSet presAssocID="{EE25A2D2-BE9E-4C09-8AAC-5D63E53359C7}" presName="root2" presStyleCnt="0"/>
      <dgm:spPr/>
    </dgm:pt>
    <dgm:pt modelId="{FE37A762-C5A9-4066-8186-F7B5C666C6D2}" type="pres">
      <dgm:prSet presAssocID="{EE25A2D2-BE9E-4C09-8AAC-5D63E53359C7}" presName="LevelTwoTextNode" presStyleLbl="node2" presStyleIdx="0" presStyleCnt="2">
        <dgm:presLayoutVars>
          <dgm:chPref val="3"/>
        </dgm:presLayoutVars>
      </dgm:prSet>
      <dgm:spPr/>
    </dgm:pt>
    <dgm:pt modelId="{BF798F0A-B9BE-4B8E-8CF8-887DDE8BE249}" type="pres">
      <dgm:prSet presAssocID="{EE25A2D2-BE9E-4C09-8AAC-5D63E53359C7}" presName="level3hierChild" presStyleCnt="0"/>
      <dgm:spPr/>
    </dgm:pt>
    <dgm:pt modelId="{D850621C-95BC-412C-9022-2C9F4FB9C349}" type="pres">
      <dgm:prSet presAssocID="{9F4E6E41-71E5-4C58-AE36-698A223787DD}" presName="conn2-1" presStyleLbl="parChTrans1D3" presStyleIdx="0" presStyleCnt="4"/>
      <dgm:spPr/>
    </dgm:pt>
    <dgm:pt modelId="{CB3CEB0E-A83A-4FF7-BF05-073AD0E97C7C}" type="pres">
      <dgm:prSet presAssocID="{9F4E6E41-71E5-4C58-AE36-698A223787DD}" presName="connTx" presStyleLbl="parChTrans1D3" presStyleIdx="0" presStyleCnt="4"/>
      <dgm:spPr/>
    </dgm:pt>
    <dgm:pt modelId="{2D2EA642-D50C-40FA-84E8-D0646634D71D}" type="pres">
      <dgm:prSet presAssocID="{6170A3E5-6FD3-4AE9-A580-4F769969D012}" presName="root2" presStyleCnt="0"/>
      <dgm:spPr/>
    </dgm:pt>
    <dgm:pt modelId="{19F96155-789F-4E9A-AE68-47BDE031C6B9}" type="pres">
      <dgm:prSet presAssocID="{6170A3E5-6FD3-4AE9-A580-4F769969D012}" presName="LevelTwoTextNode" presStyleLbl="node3" presStyleIdx="0" presStyleCnt="4">
        <dgm:presLayoutVars>
          <dgm:chPref val="3"/>
        </dgm:presLayoutVars>
      </dgm:prSet>
      <dgm:spPr/>
    </dgm:pt>
    <dgm:pt modelId="{C08751B6-FA58-4D1F-AB75-426746DDF666}" type="pres">
      <dgm:prSet presAssocID="{6170A3E5-6FD3-4AE9-A580-4F769969D012}" presName="level3hierChild" presStyleCnt="0"/>
      <dgm:spPr/>
    </dgm:pt>
    <dgm:pt modelId="{9CA12748-45A7-4E1B-A63D-896AA834B414}" type="pres">
      <dgm:prSet presAssocID="{DAADBB10-B8A8-4E35-93C3-4D09E83441D0}" presName="conn2-1" presStyleLbl="parChTrans1D3" presStyleIdx="1" presStyleCnt="4"/>
      <dgm:spPr/>
    </dgm:pt>
    <dgm:pt modelId="{202BFCA2-E0DE-48EB-839C-BC590CCA375C}" type="pres">
      <dgm:prSet presAssocID="{DAADBB10-B8A8-4E35-93C3-4D09E83441D0}" presName="connTx" presStyleLbl="parChTrans1D3" presStyleIdx="1" presStyleCnt="4"/>
      <dgm:spPr/>
    </dgm:pt>
    <dgm:pt modelId="{F56B1E87-ABBE-4C64-A7D9-1513949AA653}" type="pres">
      <dgm:prSet presAssocID="{28E96990-7184-47D5-A879-BA27219162BC}" presName="root2" presStyleCnt="0"/>
      <dgm:spPr/>
    </dgm:pt>
    <dgm:pt modelId="{733A7B17-375A-4707-9821-060F1CF90120}" type="pres">
      <dgm:prSet presAssocID="{28E96990-7184-47D5-A879-BA27219162BC}" presName="LevelTwoTextNode" presStyleLbl="node3" presStyleIdx="1" presStyleCnt="4">
        <dgm:presLayoutVars>
          <dgm:chPref val="3"/>
        </dgm:presLayoutVars>
      </dgm:prSet>
      <dgm:spPr/>
    </dgm:pt>
    <dgm:pt modelId="{76ED75E9-9A69-457D-88D0-5D7D33887801}" type="pres">
      <dgm:prSet presAssocID="{28E96990-7184-47D5-A879-BA27219162BC}" presName="level3hierChild" presStyleCnt="0"/>
      <dgm:spPr/>
    </dgm:pt>
    <dgm:pt modelId="{0C829D6D-B7AA-4267-A55D-AF53AFEACB1A}" type="pres">
      <dgm:prSet presAssocID="{EE98FC37-8708-4C84-9F9E-8E04961B6BF3}" presName="conn2-1" presStyleLbl="parChTrans1D2" presStyleIdx="1" presStyleCnt="2"/>
      <dgm:spPr/>
    </dgm:pt>
    <dgm:pt modelId="{D0FB2815-5A71-4885-B320-F8AB8CEC8F6C}" type="pres">
      <dgm:prSet presAssocID="{EE98FC37-8708-4C84-9F9E-8E04961B6BF3}" presName="connTx" presStyleLbl="parChTrans1D2" presStyleIdx="1" presStyleCnt="2"/>
      <dgm:spPr/>
    </dgm:pt>
    <dgm:pt modelId="{A0926F2E-EA2C-4C05-98CD-B3B249D6E019}" type="pres">
      <dgm:prSet presAssocID="{7B781311-E358-42D7-B91A-99C163391DED}" presName="root2" presStyleCnt="0"/>
      <dgm:spPr/>
    </dgm:pt>
    <dgm:pt modelId="{FDE1F1F0-A301-46D6-B027-B50C8AB8D727}" type="pres">
      <dgm:prSet presAssocID="{7B781311-E358-42D7-B91A-99C163391DED}" presName="LevelTwoTextNode" presStyleLbl="node2" presStyleIdx="1" presStyleCnt="2">
        <dgm:presLayoutVars>
          <dgm:chPref val="3"/>
        </dgm:presLayoutVars>
      </dgm:prSet>
      <dgm:spPr/>
    </dgm:pt>
    <dgm:pt modelId="{8AAF7588-2F63-44FD-A0A4-0779DDECB830}" type="pres">
      <dgm:prSet presAssocID="{7B781311-E358-42D7-B91A-99C163391DED}" presName="level3hierChild" presStyleCnt="0"/>
      <dgm:spPr/>
    </dgm:pt>
    <dgm:pt modelId="{9D2192CF-FB32-44CD-A64B-D28B2A14DB24}" type="pres">
      <dgm:prSet presAssocID="{45F5E9EA-1A19-4E81-9AE0-736EA1660240}" presName="conn2-1" presStyleLbl="parChTrans1D3" presStyleIdx="2" presStyleCnt="4"/>
      <dgm:spPr/>
    </dgm:pt>
    <dgm:pt modelId="{454F1B7D-7DF5-4BC9-91B5-0A9E3002084F}" type="pres">
      <dgm:prSet presAssocID="{45F5E9EA-1A19-4E81-9AE0-736EA1660240}" presName="connTx" presStyleLbl="parChTrans1D3" presStyleIdx="2" presStyleCnt="4"/>
      <dgm:spPr/>
    </dgm:pt>
    <dgm:pt modelId="{CD3E75D9-5B70-41B1-A268-0A45F3294C45}" type="pres">
      <dgm:prSet presAssocID="{62EB68B9-1FCA-4D33-9FFF-8FFB086F1812}" presName="root2" presStyleCnt="0"/>
      <dgm:spPr/>
    </dgm:pt>
    <dgm:pt modelId="{A9F49FBB-3A47-4239-A9AC-8059C937BCF4}" type="pres">
      <dgm:prSet presAssocID="{62EB68B9-1FCA-4D33-9FFF-8FFB086F1812}" presName="LevelTwoTextNode" presStyleLbl="node3" presStyleIdx="2" presStyleCnt="4">
        <dgm:presLayoutVars>
          <dgm:chPref val="3"/>
        </dgm:presLayoutVars>
      </dgm:prSet>
      <dgm:spPr/>
    </dgm:pt>
    <dgm:pt modelId="{3B4655A2-86FE-4A33-AE0C-01EF85AF1749}" type="pres">
      <dgm:prSet presAssocID="{62EB68B9-1FCA-4D33-9FFF-8FFB086F1812}" presName="level3hierChild" presStyleCnt="0"/>
      <dgm:spPr/>
    </dgm:pt>
    <dgm:pt modelId="{6CCBDEE2-6E0A-4D4F-AF73-FDE05BC5571A}" type="pres">
      <dgm:prSet presAssocID="{AA983C7F-6C72-4DF6-9A14-2BB9C711C3F0}" presName="conn2-1" presStyleLbl="parChTrans1D3" presStyleIdx="3" presStyleCnt="4"/>
      <dgm:spPr/>
    </dgm:pt>
    <dgm:pt modelId="{D5952B6E-0A91-43BD-837C-2EE688C7F444}" type="pres">
      <dgm:prSet presAssocID="{AA983C7F-6C72-4DF6-9A14-2BB9C711C3F0}" presName="connTx" presStyleLbl="parChTrans1D3" presStyleIdx="3" presStyleCnt="4"/>
      <dgm:spPr/>
    </dgm:pt>
    <dgm:pt modelId="{188681CD-D3E5-4DAC-955E-956B71E6401B}" type="pres">
      <dgm:prSet presAssocID="{FD4D658F-2326-48B1-9358-8354D775C80F}" presName="root2" presStyleCnt="0"/>
      <dgm:spPr/>
    </dgm:pt>
    <dgm:pt modelId="{EB1C6387-B432-46B1-8B0A-0AABFAAE755C}" type="pres">
      <dgm:prSet presAssocID="{FD4D658F-2326-48B1-9358-8354D775C80F}" presName="LevelTwoTextNode" presStyleLbl="node3" presStyleIdx="3" presStyleCnt="4">
        <dgm:presLayoutVars>
          <dgm:chPref val="3"/>
        </dgm:presLayoutVars>
      </dgm:prSet>
      <dgm:spPr/>
    </dgm:pt>
    <dgm:pt modelId="{612837D8-F5ED-4F9D-9F13-B04EC3B4ACB3}" type="pres">
      <dgm:prSet presAssocID="{FD4D658F-2326-48B1-9358-8354D775C80F}" presName="level3hierChild" presStyleCnt="0"/>
      <dgm:spPr/>
    </dgm:pt>
  </dgm:ptLst>
  <dgm:cxnLst>
    <dgm:cxn modelId="{6A3B8910-20DF-487B-81BD-8FC77B21CF91}" type="presOf" srcId="{B9DFBAC3-9A46-4131-80D4-144C2898197D}" destId="{ABB86CFE-0B46-41B9-970C-C233C3B44DD3}" srcOrd="0" destOrd="0" presId="urn:microsoft.com/office/officeart/2008/layout/HorizontalMultiLevelHierarchy"/>
    <dgm:cxn modelId="{9563F818-20A9-45E8-8D77-6115321DC650}" type="presOf" srcId="{EE98FC37-8708-4C84-9F9E-8E04961B6BF3}" destId="{0C829D6D-B7AA-4267-A55D-AF53AFEACB1A}" srcOrd="0" destOrd="0" presId="urn:microsoft.com/office/officeart/2008/layout/HorizontalMultiLevelHierarchy"/>
    <dgm:cxn modelId="{C1597719-196E-40AC-97F7-E3AA93507D7A}" type="presOf" srcId="{EE98FC37-8708-4C84-9F9E-8E04961B6BF3}" destId="{D0FB2815-5A71-4885-B320-F8AB8CEC8F6C}" srcOrd="1" destOrd="0" presId="urn:microsoft.com/office/officeart/2008/layout/HorizontalMultiLevelHierarchy"/>
    <dgm:cxn modelId="{EDF1992E-3B95-4928-A014-052F81693DFF}" type="presOf" srcId="{4D4FB530-878E-40C5-BE20-0CEA845DDBDE}" destId="{1565C85E-6465-413D-ABD6-4737F8544446}" srcOrd="0" destOrd="0" presId="urn:microsoft.com/office/officeart/2008/layout/HorizontalMultiLevelHierarchy"/>
    <dgm:cxn modelId="{411C5239-D794-4E48-AB3D-D3CCF6BFA548}" type="presOf" srcId="{6170A3E5-6FD3-4AE9-A580-4F769969D012}" destId="{19F96155-789F-4E9A-AE68-47BDE031C6B9}" srcOrd="0" destOrd="0" presId="urn:microsoft.com/office/officeart/2008/layout/HorizontalMultiLevelHierarchy"/>
    <dgm:cxn modelId="{6B3C0543-308E-4208-8635-ABE9BF89BD1B}" srcId="{B9DFBAC3-9A46-4131-80D4-144C2898197D}" destId="{EE25A2D2-BE9E-4C09-8AAC-5D63E53359C7}" srcOrd="0" destOrd="0" parTransId="{D5C45FEC-CA74-4751-B326-B38151F3D57E}" sibTransId="{ED871FC2-7425-421D-8ABF-33009476C9A3}"/>
    <dgm:cxn modelId="{79366763-98E2-4C13-9500-3FF7B36AF94E}" type="presOf" srcId="{28E96990-7184-47D5-A879-BA27219162BC}" destId="{733A7B17-375A-4707-9821-060F1CF90120}" srcOrd="0" destOrd="0" presId="urn:microsoft.com/office/officeart/2008/layout/HorizontalMultiLevelHierarchy"/>
    <dgm:cxn modelId="{8416DD48-63CC-474F-970E-8DEFBC25A7F8}" type="presOf" srcId="{DAADBB10-B8A8-4E35-93C3-4D09E83441D0}" destId="{9CA12748-45A7-4E1B-A63D-896AA834B414}" srcOrd="0" destOrd="0" presId="urn:microsoft.com/office/officeart/2008/layout/HorizontalMultiLevelHierarchy"/>
    <dgm:cxn modelId="{41A89882-E410-4118-8FC9-37919513A96B}" type="presOf" srcId="{AA983C7F-6C72-4DF6-9A14-2BB9C711C3F0}" destId="{6CCBDEE2-6E0A-4D4F-AF73-FDE05BC5571A}" srcOrd="0" destOrd="0" presId="urn:microsoft.com/office/officeart/2008/layout/HorizontalMultiLevelHierarchy"/>
    <dgm:cxn modelId="{5B28DF85-E51E-490C-AC8E-F28582DD4EAB}" type="presOf" srcId="{EE25A2D2-BE9E-4C09-8AAC-5D63E53359C7}" destId="{FE37A762-C5A9-4066-8186-F7B5C666C6D2}" srcOrd="0" destOrd="0" presId="urn:microsoft.com/office/officeart/2008/layout/HorizontalMultiLevelHierarchy"/>
    <dgm:cxn modelId="{E8E6BB8A-16A5-4286-9B85-40E920DB84B4}" srcId="{4D4FB530-878E-40C5-BE20-0CEA845DDBDE}" destId="{B9DFBAC3-9A46-4131-80D4-144C2898197D}" srcOrd="0" destOrd="0" parTransId="{55E17901-86BF-4C0F-87F0-DD21F9D874F6}" sibTransId="{75C10D92-EB84-4389-9B32-2F9B92F9D20E}"/>
    <dgm:cxn modelId="{C667CB8A-CE66-4C4D-8EFE-2E4E18D124AF}" type="presOf" srcId="{62EB68B9-1FCA-4D33-9FFF-8FFB086F1812}" destId="{A9F49FBB-3A47-4239-A9AC-8059C937BCF4}" srcOrd="0" destOrd="0" presId="urn:microsoft.com/office/officeart/2008/layout/HorizontalMultiLevelHierarchy"/>
    <dgm:cxn modelId="{C602CB8B-CB53-4F6A-938D-FA85E5EE6290}" srcId="{7B781311-E358-42D7-B91A-99C163391DED}" destId="{62EB68B9-1FCA-4D33-9FFF-8FFB086F1812}" srcOrd="0" destOrd="0" parTransId="{45F5E9EA-1A19-4E81-9AE0-736EA1660240}" sibTransId="{B20EFFFD-9D64-4FEA-B94C-1C19EFF49839}"/>
    <dgm:cxn modelId="{D4BF8D90-92B5-4BDB-BAE1-DE68968A7449}" type="presOf" srcId="{9F4E6E41-71E5-4C58-AE36-698A223787DD}" destId="{D850621C-95BC-412C-9022-2C9F4FB9C349}" srcOrd="0" destOrd="0" presId="urn:microsoft.com/office/officeart/2008/layout/HorizontalMultiLevelHierarchy"/>
    <dgm:cxn modelId="{4F1A9298-8D2B-412E-BF17-30D1515FCAF0}" srcId="{EE25A2D2-BE9E-4C09-8AAC-5D63E53359C7}" destId="{28E96990-7184-47D5-A879-BA27219162BC}" srcOrd="1" destOrd="0" parTransId="{DAADBB10-B8A8-4E35-93C3-4D09E83441D0}" sibTransId="{5AB5E75D-0A72-4375-800E-B3118BD7F60F}"/>
    <dgm:cxn modelId="{DAC7D8A5-610C-4E85-B858-00C6CCAF3B1D}" srcId="{B9DFBAC3-9A46-4131-80D4-144C2898197D}" destId="{7B781311-E358-42D7-B91A-99C163391DED}" srcOrd="1" destOrd="0" parTransId="{EE98FC37-8708-4C84-9F9E-8E04961B6BF3}" sibTransId="{2268DAD7-100D-4BD1-ACA8-398E23A948B1}"/>
    <dgm:cxn modelId="{4EC42AAA-99F2-43C1-8275-A9CCF9A1DC90}" type="presOf" srcId="{7B781311-E358-42D7-B91A-99C163391DED}" destId="{FDE1F1F0-A301-46D6-B027-B50C8AB8D727}" srcOrd="0" destOrd="0" presId="urn:microsoft.com/office/officeart/2008/layout/HorizontalMultiLevelHierarchy"/>
    <dgm:cxn modelId="{13E0F1B5-DA41-46C9-BB20-8B1D9FB74882}" type="presOf" srcId="{FD4D658F-2326-48B1-9358-8354D775C80F}" destId="{EB1C6387-B432-46B1-8B0A-0AABFAAE755C}" srcOrd="0" destOrd="0" presId="urn:microsoft.com/office/officeart/2008/layout/HorizontalMultiLevelHierarchy"/>
    <dgm:cxn modelId="{C4FC1CB6-FB69-4319-9B7C-C078718FE7B7}" type="presOf" srcId="{9F4E6E41-71E5-4C58-AE36-698A223787DD}" destId="{CB3CEB0E-A83A-4FF7-BF05-073AD0E97C7C}" srcOrd="1" destOrd="0" presId="urn:microsoft.com/office/officeart/2008/layout/HorizontalMultiLevelHierarchy"/>
    <dgm:cxn modelId="{AF5E58B8-5EE8-4C1D-827A-4708E47FDE88}" type="presOf" srcId="{DAADBB10-B8A8-4E35-93C3-4D09E83441D0}" destId="{202BFCA2-E0DE-48EB-839C-BC590CCA375C}" srcOrd="1" destOrd="0" presId="urn:microsoft.com/office/officeart/2008/layout/HorizontalMultiLevelHierarchy"/>
    <dgm:cxn modelId="{53E799BC-0043-47B7-9315-0093974A0047}" type="presOf" srcId="{D5C45FEC-CA74-4751-B326-B38151F3D57E}" destId="{5737AC7B-8D0D-46EA-93C9-2FCD99C4A1B8}" srcOrd="0" destOrd="0" presId="urn:microsoft.com/office/officeart/2008/layout/HorizontalMultiLevelHierarchy"/>
    <dgm:cxn modelId="{9F647BC7-0743-4358-A74E-C28AF10FFD58}" type="presOf" srcId="{45F5E9EA-1A19-4E81-9AE0-736EA1660240}" destId="{454F1B7D-7DF5-4BC9-91B5-0A9E3002084F}" srcOrd="1" destOrd="0" presId="urn:microsoft.com/office/officeart/2008/layout/HorizontalMultiLevelHierarchy"/>
    <dgm:cxn modelId="{FF932ACB-0408-42C3-B94F-984C4A821840}" type="presOf" srcId="{45F5E9EA-1A19-4E81-9AE0-736EA1660240}" destId="{9D2192CF-FB32-44CD-A64B-D28B2A14DB24}" srcOrd="0" destOrd="0" presId="urn:microsoft.com/office/officeart/2008/layout/HorizontalMultiLevelHierarchy"/>
    <dgm:cxn modelId="{F3AC83D2-671A-4033-A8C0-09527C7B2FDF}" type="presOf" srcId="{AA983C7F-6C72-4DF6-9A14-2BB9C711C3F0}" destId="{D5952B6E-0A91-43BD-837C-2EE688C7F444}" srcOrd="1" destOrd="0" presId="urn:microsoft.com/office/officeart/2008/layout/HorizontalMultiLevelHierarchy"/>
    <dgm:cxn modelId="{DEAE78DD-BCE3-4A9D-9D97-B77E02B81005}" srcId="{EE25A2D2-BE9E-4C09-8AAC-5D63E53359C7}" destId="{6170A3E5-6FD3-4AE9-A580-4F769969D012}" srcOrd="0" destOrd="0" parTransId="{9F4E6E41-71E5-4C58-AE36-698A223787DD}" sibTransId="{87F0B20D-0488-44E0-B294-ED75C6FB8296}"/>
    <dgm:cxn modelId="{AF3AECED-F041-43D2-B573-0CC625D8E54C}" type="presOf" srcId="{D5C45FEC-CA74-4751-B326-B38151F3D57E}" destId="{B9426FC6-5C04-4DB9-B6B4-D4C629934AA7}" srcOrd="1" destOrd="0" presId="urn:microsoft.com/office/officeart/2008/layout/HorizontalMultiLevelHierarchy"/>
    <dgm:cxn modelId="{8C3F56FE-1FA9-4518-BFB8-EBEDAC926827}" srcId="{7B781311-E358-42D7-B91A-99C163391DED}" destId="{FD4D658F-2326-48B1-9358-8354D775C80F}" srcOrd="1" destOrd="0" parTransId="{AA983C7F-6C72-4DF6-9A14-2BB9C711C3F0}" sibTransId="{6725E0F8-24BD-447F-B02D-B2BFB5DC15BE}"/>
    <dgm:cxn modelId="{868BE379-3A78-432A-A339-0EE21B830D3B}" type="presParOf" srcId="{1565C85E-6465-413D-ABD6-4737F8544446}" destId="{883FCE3C-2A4F-4DA5-A1FF-4795D1B58E32}" srcOrd="0" destOrd="0" presId="urn:microsoft.com/office/officeart/2008/layout/HorizontalMultiLevelHierarchy"/>
    <dgm:cxn modelId="{965F318E-C91F-41A6-8DEF-511387DF554F}" type="presParOf" srcId="{883FCE3C-2A4F-4DA5-A1FF-4795D1B58E32}" destId="{ABB86CFE-0B46-41B9-970C-C233C3B44DD3}" srcOrd="0" destOrd="0" presId="urn:microsoft.com/office/officeart/2008/layout/HorizontalMultiLevelHierarchy"/>
    <dgm:cxn modelId="{8593C026-33B8-40E1-92B2-F326EBE91F76}" type="presParOf" srcId="{883FCE3C-2A4F-4DA5-A1FF-4795D1B58E32}" destId="{3091C383-97F0-40B0-9E2F-E76ADF4A1CF2}" srcOrd="1" destOrd="0" presId="urn:microsoft.com/office/officeart/2008/layout/HorizontalMultiLevelHierarchy"/>
    <dgm:cxn modelId="{B5690A96-7C89-4D62-8899-41662F9CCF6B}" type="presParOf" srcId="{3091C383-97F0-40B0-9E2F-E76ADF4A1CF2}" destId="{5737AC7B-8D0D-46EA-93C9-2FCD99C4A1B8}" srcOrd="0" destOrd="0" presId="urn:microsoft.com/office/officeart/2008/layout/HorizontalMultiLevelHierarchy"/>
    <dgm:cxn modelId="{70B41E53-6D16-4F0C-96CE-9B6C56AB895A}" type="presParOf" srcId="{5737AC7B-8D0D-46EA-93C9-2FCD99C4A1B8}" destId="{B9426FC6-5C04-4DB9-B6B4-D4C629934AA7}" srcOrd="0" destOrd="0" presId="urn:microsoft.com/office/officeart/2008/layout/HorizontalMultiLevelHierarchy"/>
    <dgm:cxn modelId="{CBCE8188-5993-4F21-96DF-725BE565A07C}" type="presParOf" srcId="{3091C383-97F0-40B0-9E2F-E76ADF4A1CF2}" destId="{12E395E6-2EF0-4C14-AB9F-A423D925CDBD}" srcOrd="1" destOrd="0" presId="urn:microsoft.com/office/officeart/2008/layout/HorizontalMultiLevelHierarchy"/>
    <dgm:cxn modelId="{DC0B73E7-B8CA-4E8C-8056-A57A981F8041}" type="presParOf" srcId="{12E395E6-2EF0-4C14-AB9F-A423D925CDBD}" destId="{FE37A762-C5A9-4066-8186-F7B5C666C6D2}" srcOrd="0" destOrd="0" presId="urn:microsoft.com/office/officeart/2008/layout/HorizontalMultiLevelHierarchy"/>
    <dgm:cxn modelId="{0FA0C396-FA72-4D0A-A1D2-1DF88FD9C8D0}" type="presParOf" srcId="{12E395E6-2EF0-4C14-AB9F-A423D925CDBD}" destId="{BF798F0A-B9BE-4B8E-8CF8-887DDE8BE249}" srcOrd="1" destOrd="0" presId="urn:microsoft.com/office/officeart/2008/layout/HorizontalMultiLevelHierarchy"/>
    <dgm:cxn modelId="{82B6C28F-1255-4BE8-AD3A-D8B18EAB1BFE}" type="presParOf" srcId="{BF798F0A-B9BE-4B8E-8CF8-887DDE8BE249}" destId="{D850621C-95BC-412C-9022-2C9F4FB9C349}" srcOrd="0" destOrd="0" presId="urn:microsoft.com/office/officeart/2008/layout/HorizontalMultiLevelHierarchy"/>
    <dgm:cxn modelId="{BAE2A0CC-BFC1-48ED-83DC-85D2A83838C7}" type="presParOf" srcId="{D850621C-95BC-412C-9022-2C9F4FB9C349}" destId="{CB3CEB0E-A83A-4FF7-BF05-073AD0E97C7C}" srcOrd="0" destOrd="0" presId="urn:microsoft.com/office/officeart/2008/layout/HorizontalMultiLevelHierarchy"/>
    <dgm:cxn modelId="{168DB6C1-62CC-48B1-819E-7CC4D6A9A186}" type="presParOf" srcId="{BF798F0A-B9BE-4B8E-8CF8-887DDE8BE249}" destId="{2D2EA642-D50C-40FA-84E8-D0646634D71D}" srcOrd="1" destOrd="0" presId="urn:microsoft.com/office/officeart/2008/layout/HorizontalMultiLevelHierarchy"/>
    <dgm:cxn modelId="{F6139588-D49F-4DBD-8AAF-EC7383ACCC2F}" type="presParOf" srcId="{2D2EA642-D50C-40FA-84E8-D0646634D71D}" destId="{19F96155-789F-4E9A-AE68-47BDE031C6B9}" srcOrd="0" destOrd="0" presId="urn:microsoft.com/office/officeart/2008/layout/HorizontalMultiLevelHierarchy"/>
    <dgm:cxn modelId="{044AB1C8-945F-489F-A729-2608CAF06DD3}" type="presParOf" srcId="{2D2EA642-D50C-40FA-84E8-D0646634D71D}" destId="{C08751B6-FA58-4D1F-AB75-426746DDF666}" srcOrd="1" destOrd="0" presId="urn:microsoft.com/office/officeart/2008/layout/HorizontalMultiLevelHierarchy"/>
    <dgm:cxn modelId="{0DF4AB2E-3F8B-4C3F-AF1B-4FC5E3758D83}" type="presParOf" srcId="{BF798F0A-B9BE-4B8E-8CF8-887DDE8BE249}" destId="{9CA12748-45A7-4E1B-A63D-896AA834B414}" srcOrd="2" destOrd="0" presId="urn:microsoft.com/office/officeart/2008/layout/HorizontalMultiLevelHierarchy"/>
    <dgm:cxn modelId="{ABDA9E20-4908-4EA3-8DD8-F4BA5FA1B8D7}" type="presParOf" srcId="{9CA12748-45A7-4E1B-A63D-896AA834B414}" destId="{202BFCA2-E0DE-48EB-839C-BC590CCA375C}" srcOrd="0" destOrd="0" presId="urn:microsoft.com/office/officeart/2008/layout/HorizontalMultiLevelHierarchy"/>
    <dgm:cxn modelId="{7DBB1DC0-A414-4752-A98F-7862DCEF61CC}" type="presParOf" srcId="{BF798F0A-B9BE-4B8E-8CF8-887DDE8BE249}" destId="{F56B1E87-ABBE-4C64-A7D9-1513949AA653}" srcOrd="3" destOrd="0" presId="urn:microsoft.com/office/officeart/2008/layout/HorizontalMultiLevelHierarchy"/>
    <dgm:cxn modelId="{622C8F13-2045-4E85-8967-B4A2C2E58C4B}" type="presParOf" srcId="{F56B1E87-ABBE-4C64-A7D9-1513949AA653}" destId="{733A7B17-375A-4707-9821-060F1CF90120}" srcOrd="0" destOrd="0" presId="urn:microsoft.com/office/officeart/2008/layout/HorizontalMultiLevelHierarchy"/>
    <dgm:cxn modelId="{A60FF45A-DB56-47B3-907D-CDD15E1217FF}" type="presParOf" srcId="{F56B1E87-ABBE-4C64-A7D9-1513949AA653}" destId="{76ED75E9-9A69-457D-88D0-5D7D33887801}" srcOrd="1" destOrd="0" presId="urn:microsoft.com/office/officeart/2008/layout/HorizontalMultiLevelHierarchy"/>
    <dgm:cxn modelId="{B40C9CC2-BDE2-42EF-B9CD-E2AD496F3ECD}" type="presParOf" srcId="{3091C383-97F0-40B0-9E2F-E76ADF4A1CF2}" destId="{0C829D6D-B7AA-4267-A55D-AF53AFEACB1A}" srcOrd="2" destOrd="0" presId="urn:microsoft.com/office/officeart/2008/layout/HorizontalMultiLevelHierarchy"/>
    <dgm:cxn modelId="{878167EF-42EE-46C4-88B0-2D6AB05B7DCB}" type="presParOf" srcId="{0C829D6D-B7AA-4267-A55D-AF53AFEACB1A}" destId="{D0FB2815-5A71-4885-B320-F8AB8CEC8F6C}" srcOrd="0" destOrd="0" presId="urn:microsoft.com/office/officeart/2008/layout/HorizontalMultiLevelHierarchy"/>
    <dgm:cxn modelId="{173573B2-C246-4FBD-BC3F-305E2B69E18A}" type="presParOf" srcId="{3091C383-97F0-40B0-9E2F-E76ADF4A1CF2}" destId="{A0926F2E-EA2C-4C05-98CD-B3B249D6E019}" srcOrd="3" destOrd="0" presId="urn:microsoft.com/office/officeart/2008/layout/HorizontalMultiLevelHierarchy"/>
    <dgm:cxn modelId="{B48E263A-8C62-4D7A-B4EC-5EDFA558F45B}" type="presParOf" srcId="{A0926F2E-EA2C-4C05-98CD-B3B249D6E019}" destId="{FDE1F1F0-A301-46D6-B027-B50C8AB8D727}" srcOrd="0" destOrd="0" presId="urn:microsoft.com/office/officeart/2008/layout/HorizontalMultiLevelHierarchy"/>
    <dgm:cxn modelId="{3912DF2C-1028-4137-B6C9-AB257A8642AA}" type="presParOf" srcId="{A0926F2E-EA2C-4C05-98CD-B3B249D6E019}" destId="{8AAF7588-2F63-44FD-A0A4-0779DDECB830}" srcOrd="1" destOrd="0" presId="urn:microsoft.com/office/officeart/2008/layout/HorizontalMultiLevelHierarchy"/>
    <dgm:cxn modelId="{CFA87BB7-0502-4654-A8F4-1E3B3F43C4C4}" type="presParOf" srcId="{8AAF7588-2F63-44FD-A0A4-0779DDECB830}" destId="{9D2192CF-FB32-44CD-A64B-D28B2A14DB24}" srcOrd="0" destOrd="0" presId="urn:microsoft.com/office/officeart/2008/layout/HorizontalMultiLevelHierarchy"/>
    <dgm:cxn modelId="{BBB4ED86-7DC9-474C-8112-6A0F7A16EFC8}" type="presParOf" srcId="{9D2192CF-FB32-44CD-A64B-D28B2A14DB24}" destId="{454F1B7D-7DF5-4BC9-91B5-0A9E3002084F}" srcOrd="0" destOrd="0" presId="urn:microsoft.com/office/officeart/2008/layout/HorizontalMultiLevelHierarchy"/>
    <dgm:cxn modelId="{335B40AA-9AF5-4C2E-AA5E-7F9992C352FC}" type="presParOf" srcId="{8AAF7588-2F63-44FD-A0A4-0779DDECB830}" destId="{CD3E75D9-5B70-41B1-A268-0A45F3294C45}" srcOrd="1" destOrd="0" presId="urn:microsoft.com/office/officeart/2008/layout/HorizontalMultiLevelHierarchy"/>
    <dgm:cxn modelId="{B0F6AD83-0481-41AA-8FC2-97C99F319B23}" type="presParOf" srcId="{CD3E75D9-5B70-41B1-A268-0A45F3294C45}" destId="{A9F49FBB-3A47-4239-A9AC-8059C937BCF4}" srcOrd="0" destOrd="0" presId="urn:microsoft.com/office/officeart/2008/layout/HorizontalMultiLevelHierarchy"/>
    <dgm:cxn modelId="{0A5ED566-DBCB-457D-BB36-132EB3EDABCA}" type="presParOf" srcId="{CD3E75D9-5B70-41B1-A268-0A45F3294C45}" destId="{3B4655A2-86FE-4A33-AE0C-01EF85AF1749}" srcOrd="1" destOrd="0" presId="urn:microsoft.com/office/officeart/2008/layout/HorizontalMultiLevelHierarchy"/>
    <dgm:cxn modelId="{19652E9D-02B6-428E-81E9-433CB03A3F8D}" type="presParOf" srcId="{8AAF7588-2F63-44FD-A0A4-0779DDECB830}" destId="{6CCBDEE2-6E0A-4D4F-AF73-FDE05BC5571A}" srcOrd="2" destOrd="0" presId="urn:microsoft.com/office/officeart/2008/layout/HorizontalMultiLevelHierarchy"/>
    <dgm:cxn modelId="{0EA280B4-D3B5-4E10-9298-86F95ED4FB4B}" type="presParOf" srcId="{6CCBDEE2-6E0A-4D4F-AF73-FDE05BC5571A}" destId="{D5952B6E-0A91-43BD-837C-2EE688C7F444}" srcOrd="0" destOrd="0" presId="urn:microsoft.com/office/officeart/2008/layout/HorizontalMultiLevelHierarchy"/>
    <dgm:cxn modelId="{6385C70D-1547-48A9-A1B1-B4605EE61DD4}" type="presParOf" srcId="{8AAF7588-2F63-44FD-A0A4-0779DDECB830}" destId="{188681CD-D3E5-4DAC-955E-956B71E6401B}" srcOrd="3" destOrd="0" presId="urn:microsoft.com/office/officeart/2008/layout/HorizontalMultiLevelHierarchy"/>
    <dgm:cxn modelId="{E052B84B-6679-4D07-B5B3-2A3DD7D61339}" type="presParOf" srcId="{188681CD-D3E5-4DAC-955E-956B71E6401B}" destId="{EB1C6387-B432-46B1-8B0A-0AABFAAE755C}" srcOrd="0" destOrd="0" presId="urn:microsoft.com/office/officeart/2008/layout/HorizontalMultiLevelHierarchy"/>
    <dgm:cxn modelId="{BDF5F62A-4686-4664-9366-CA9A95FCE2F0}" type="presParOf" srcId="{188681CD-D3E5-4DAC-955E-956B71E6401B}" destId="{612837D8-F5ED-4F9D-9F13-B04EC3B4ACB3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F245828-8B1F-4898-92A8-707C2ADED91D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5B1CD99E-EC8E-49E7-AF59-CA34A679CC37}">
      <dgm:prSet phldrT="[Text]"/>
      <dgm:spPr/>
      <dgm:t>
        <a:bodyPr/>
        <a:lstStyle/>
        <a:p>
          <a:r>
            <a:rPr lang="es-MX" dirty="0"/>
            <a:t>Sueldos y Salarios</a:t>
          </a:r>
        </a:p>
      </dgm:t>
    </dgm:pt>
    <dgm:pt modelId="{EAC783EB-86FD-49EC-BEA6-B5780832BE99}" type="parTrans" cxnId="{40862DE4-459E-45DF-A6BE-35C7A1A6C711}">
      <dgm:prSet/>
      <dgm:spPr/>
      <dgm:t>
        <a:bodyPr/>
        <a:lstStyle/>
        <a:p>
          <a:endParaRPr lang="es-MX"/>
        </a:p>
      </dgm:t>
    </dgm:pt>
    <dgm:pt modelId="{BE6663EA-7D0F-4923-9FBB-05F73920464B}" type="sibTrans" cxnId="{40862DE4-459E-45DF-A6BE-35C7A1A6C711}">
      <dgm:prSet/>
      <dgm:spPr/>
      <dgm:t>
        <a:bodyPr/>
        <a:lstStyle/>
        <a:p>
          <a:endParaRPr lang="es-MX"/>
        </a:p>
      </dgm:t>
    </dgm:pt>
    <dgm:pt modelId="{7A02AA36-C659-4BC3-BA65-B4F9F6D16D7A}">
      <dgm:prSet phldrT="[Text]" custT="1"/>
      <dgm:spPr/>
      <dgm:t>
        <a:bodyPr/>
        <a:lstStyle/>
        <a:p>
          <a:r>
            <a:rPr lang="es-MX" sz="1600" dirty="0"/>
            <a:t>Comprobantes Fiscales</a:t>
          </a:r>
        </a:p>
        <a:p>
          <a:r>
            <a:rPr lang="es-MX" sz="1000" dirty="0"/>
            <a:t>LISR27-V y  99-III</a:t>
          </a:r>
        </a:p>
      </dgm:t>
    </dgm:pt>
    <dgm:pt modelId="{F8EDE377-A3D3-4CD5-AAF3-22BFADC42E7B}" type="parTrans" cxnId="{04E48BC0-78D8-46EB-9DB3-07B3E270DE28}">
      <dgm:prSet/>
      <dgm:spPr/>
      <dgm:t>
        <a:bodyPr/>
        <a:lstStyle/>
        <a:p>
          <a:endParaRPr lang="es-MX"/>
        </a:p>
      </dgm:t>
    </dgm:pt>
    <dgm:pt modelId="{B7C05556-5699-4508-B9B7-8B086D309D1C}" type="sibTrans" cxnId="{04E48BC0-78D8-46EB-9DB3-07B3E270DE28}">
      <dgm:prSet/>
      <dgm:spPr/>
      <dgm:t>
        <a:bodyPr/>
        <a:lstStyle/>
        <a:p>
          <a:endParaRPr lang="es-MX"/>
        </a:p>
      </dgm:t>
    </dgm:pt>
    <dgm:pt modelId="{6148BFEF-262D-4F7D-AB8A-8F2717D69877}">
      <dgm:prSet phldrT="[Text]"/>
      <dgm:spPr/>
      <dgm:t>
        <a:bodyPr/>
        <a:lstStyle/>
        <a:p>
          <a:r>
            <a:rPr lang="es-MX" dirty="0"/>
            <a:t>Erogaciones, Retenciones, Impuestos Locales, Deducciones en general</a:t>
          </a:r>
        </a:p>
      </dgm:t>
    </dgm:pt>
    <dgm:pt modelId="{59725676-B36F-4210-AB2F-3C3F9A9826C8}" type="parTrans" cxnId="{AE9EBE34-60A0-4C26-B49E-EAFAEC43EF6D}">
      <dgm:prSet/>
      <dgm:spPr/>
      <dgm:t>
        <a:bodyPr/>
        <a:lstStyle/>
        <a:p>
          <a:endParaRPr lang="es-MX"/>
        </a:p>
      </dgm:t>
    </dgm:pt>
    <dgm:pt modelId="{BA98D4F9-1F24-42B4-A6D7-A6C411E5F587}" type="sibTrans" cxnId="{AE9EBE34-60A0-4C26-B49E-EAFAEC43EF6D}">
      <dgm:prSet/>
      <dgm:spPr/>
      <dgm:t>
        <a:bodyPr/>
        <a:lstStyle/>
        <a:p>
          <a:endParaRPr lang="es-MX"/>
        </a:p>
      </dgm:t>
    </dgm:pt>
    <dgm:pt modelId="{43BCF6B0-3043-497F-9FEB-257F372258ED}">
      <dgm:prSet phldrT="[Text]"/>
      <dgm:spPr/>
      <dgm:t>
        <a:bodyPr/>
        <a:lstStyle/>
        <a:p>
          <a:r>
            <a:rPr lang="es-MX" dirty="0"/>
            <a:t>Obligaciones</a:t>
          </a:r>
        </a:p>
      </dgm:t>
    </dgm:pt>
    <dgm:pt modelId="{A48E81DB-CA69-4D9C-B318-A0444BBDCAAA}" type="parTrans" cxnId="{87C60375-0375-470F-A4AA-1A7F1A719D0E}">
      <dgm:prSet/>
      <dgm:spPr/>
      <dgm:t>
        <a:bodyPr/>
        <a:lstStyle/>
        <a:p>
          <a:endParaRPr lang="es-MX"/>
        </a:p>
      </dgm:t>
    </dgm:pt>
    <dgm:pt modelId="{3F2FA5B5-DC6E-4D7B-9F85-9479283FA77F}" type="sibTrans" cxnId="{87C60375-0375-470F-A4AA-1A7F1A719D0E}">
      <dgm:prSet/>
      <dgm:spPr/>
      <dgm:t>
        <a:bodyPr/>
        <a:lstStyle/>
        <a:p>
          <a:endParaRPr lang="es-MX"/>
        </a:p>
      </dgm:t>
    </dgm:pt>
    <dgm:pt modelId="{010BD13E-00B3-4834-AB5B-013B243FF565}">
      <dgm:prSet phldrT="[Text]" custT="1"/>
      <dgm:spPr/>
      <dgm:t>
        <a:bodyPr/>
        <a:lstStyle/>
        <a:p>
          <a:r>
            <a:rPr lang="es-MX" sz="1600" dirty="0"/>
            <a:t>Retenciones ISR</a:t>
          </a:r>
        </a:p>
        <a:p>
          <a:r>
            <a:rPr lang="es-MX" sz="1000" dirty="0"/>
            <a:t>LISR 99-I</a:t>
          </a:r>
        </a:p>
      </dgm:t>
    </dgm:pt>
    <dgm:pt modelId="{BE6F5963-E4BF-45E3-8C50-FFC34DD9FCFD}" type="parTrans" cxnId="{57B80607-FE87-4649-A5A4-B31E79855A38}">
      <dgm:prSet/>
      <dgm:spPr/>
      <dgm:t>
        <a:bodyPr/>
        <a:lstStyle/>
        <a:p>
          <a:endParaRPr lang="es-MX"/>
        </a:p>
      </dgm:t>
    </dgm:pt>
    <dgm:pt modelId="{2F24964B-CB50-4339-9A5B-07B3CEDC267A}" type="sibTrans" cxnId="{57B80607-FE87-4649-A5A4-B31E79855A38}">
      <dgm:prSet/>
      <dgm:spPr/>
      <dgm:t>
        <a:bodyPr/>
        <a:lstStyle/>
        <a:p>
          <a:endParaRPr lang="es-MX"/>
        </a:p>
      </dgm:t>
    </dgm:pt>
    <dgm:pt modelId="{93F78018-8D88-492E-BFF7-CBD5C56EF9ED}">
      <dgm:prSet custT="1"/>
      <dgm:spPr/>
      <dgm:t>
        <a:bodyPr/>
        <a:lstStyle/>
        <a:p>
          <a:r>
            <a:rPr lang="es-MX" sz="1600" dirty="0"/>
            <a:t>Subsidio al Empleo</a:t>
          </a:r>
        </a:p>
        <a:p>
          <a:r>
            <a:rPr lang="es-MX" sz="1000" dirty="0"/>
            <a:t>LISR 27-V</a:t>
          </a:r>
        </a:p>
      </dgm:t>
    </dgm:pt>
    <dgm:pt modelId="{A8884EB5-4A20-4F8E-A1A9-3335075E81BC}" type="parTrans" cxnId="{C9B75EFF-14CD-47BB-A2C1-1EA77A4BADCA}">
      <dgm:prSet/>
      <dgm:spPr/>
      <dgm:t>
        <a:bodyPr/>
        <a:lstStyle/>
        <a:p>
          <a:endParaRPr lang="es-MX"/>
        </a:p>
      </dgm:t>
    </dgm:pt>
    <dgm:pt modelId="{3356E523-87C7-415A-A4B1-8DFDE3CD69DF}" type="sibTrans" cxnId="{C9B75EFF-14CD-47BB-A2C1-1EA77A4BADCA}">
      <dgm:prSet/>
      <dgm:spPr/>
      <dgm:t>
        <a:bodyPr/>
        <a:lstStyle/>
        <a:p>
          <a:endParaRPr lang="es-MX"/>
        </a:p>
      </dgm:t>
    </dgm:pt>
    <dgm:pt modelId="{0085545D-444F-406F-A945-F27DF539BBAE}">
      <dgm:prSet custT="1"/>
      <dgm:spPr/>
      <dgm:t>
        <a:bodyPr/>
        <a:lstStyle/>
        <a:p>
          <a:r>
            <a:rPr lang="es-MX" sz="1600" dirty="0"/>
            <a:t>Inscripción IMSS</a:t>
          </a:r>
        </a:p>
        <a:p>
          <a:r>
            <a:rPr lang="es-MX" sz="1000" dirty="0"/>
            <a:t>LISR 27-V</a:t>
          </a:r>
        </a:p>
      </dgm:t>
    </dgm:pt>
    <dgm:pt modelId="{48F1F519-C9A8-466C-A601-53D409BE1AE7}" type="parTrans" cxnId="{6422E400-BDA9-43E0-86FF-709EBA39B3F4}">
      <dgm:prSet/>
      <dgm:spPr/>
      <dgm:t>
        <a:bodyPr/>
        <a:lstStyle/>
        <a:p>
          <a:endParaRPr lang="es-MX"/>
        </a:p>
      </dgm:t>
    </dgm:pt>
    <dgm:pt modelId="{3349C460-27B4-4CDF-8C83-2C70ABFDBE41}" type="sibTrans" cxnId="{6422E400-BDA9-43E0-86FF-709EBA39B3F4}">
      <dgm:prSet/>
      <dgm:spPr/>
      <dgm:t>
        <a:bodyPr/>
        <a:lstStyle/>
        <a:p>
          <a:endParaRPr lang="es-MX"/>
        </a:p>
      </dgm:t>
    </dgm:pt>
    <dgm:pt modelId="{48440F29-2ED9-485E-8ADD-3A1F9B2A12E6}">
      <dgm:prSet custT="1"/>
      <dgm:spPr/>
      <dgm:t>
        <a:bodyPr/>
        <a:lstStyle/>
        <a:p>
          <a:r>
            <a:rPr lang="es-MX" sz="1600" dirty="0"/>
            <a:t>Cálculo Anual</a:t>
          </a:r>
        </a:p>
        <a:p>
          <a:r>
            <a:rPr lang="es-MX" sz="1000" dirty="0"/>
            <a:t>LISR 99-II</a:t>
          </a:r>
        </a:p>
      </dgm:t>
    </dgm:pt>
    <dgm:pt modelId="{778259DE-16E4-4C23-AF62-BEB7EF114B6A}" type="parTrans" cxnId="{73643204-056C-4569-9F8A-12342711A86C}">
      <dgm:prSet/>
      <dgm:spPr/>
      <dgm:t>
        <a:bodyPr/>
        <a:lstStyle/>
        <a:p>
          <a:endParaRPr lang="es-MX"/>
        </a:p>
      </dgm:t>
    </dgm:pt>
    <dgm:pt modelId="{1FD98656-E3CA-40D7-8393-C7A8AB2C9D18}" type="sibTrans" cxnId="{73643204-056C-4569-9F8A-12342711A86C}">
      <dgm:prSet/>
      <dgm:spPr/>
      <dgm:t>
        <a:bodyPr/>
        <a:lstStyle/>
        <a:p>
          <a:endParaRPr lang="es-MX"/>
        </a:p>
      </dgm:t>
    </dgm:pt>
    <dgm:pt modelId="{77DEE2F8-CC38-464A-BEB1-76B26A0FA071}">
      <dgm:prSet custT="1"/>
      <dgm:spPr/>
      <dgm:t>
        <a:bodyPr/>
        <a:lstStyle/>
        <a:p>
          <a:r>
            <a:rPr lang="es-MX" sz="1600" dirty="0"/>
            <a:t>Expedir Recibos</a:t>
          </a:r>
        </a:p>
        <a:p>
          <a:r>
            <a:rPr lang="es-MX" sz="1000" dirty="0"/>
            <a:t>LISR 99-III</a:t>
          </a:r>
        </a:p>
      </dgm:t>
    </dgm:pt>
    <dgm:pt modelId="{58D56187-B546-4ACD-B5CD-01B9CDABAAC7}" type="parTrans" cxnId="{1FD32F40-4C55-4A4E-9541-5B2D81F5FE0D}">
      <dgm:prSet/>
      <dgm:spPr/>
      <dgm:t>
        <a:bodyPr/>
        <a:lstStyle/>
        <a:p>
          <a:endParaRPr lang="es-MX"/>
        </a:p>
      </dgm:t>
    </dgm:pt>
    <dgm:pt modelId="{66E5888B-DDE2-469B-A7FE-1A9E29F5732C}" type="sibTrans" cxnId="{1FD32F40-4C55-4A4E-9541-5B2D81F5FE0D}">
      <dgm:prSet/>
      <dgm:spPr/>
      <dgm:t>
        <a:bodyPr/>
        <a:lstStyle/>
        <a:p>
          <a:endParaRPr lang="es-MX"/>
        </a:p>
      </dgm:t>
    </dgm:pt>
    <dgm:pt modelId="{6EE42AA0-4B3D-4C8A-8302-E26F791DD447}">
      <dgm:prSet custT="1"/>
      <dgm:spPr/>
      <dgm:t>
        <a:bodyPr/>
        <a:lstStyle/>
        <a:p>
          <a:r>
            <a:rPr lang="es-MX" sz="1600" dirty="0"/>
            <a:t>RFC</a:t>
          </a:r>
        </a:p>
        <a:p>
          <a:r>
            <a:rPr lang="es-MX" sz="1000" dirty="0"/>
            <a:t>LISR 99-V</a:t>
          </a:r>
        </a:p>
      </dgm:t>
    </dgm:pt>
    <dgm:pt modelId="{5EB37DF5-BB27-4BE2-8411-C80EFEF746CF}" type="parTrans" cxnId="{1FC4D7A9-D07E-4214-ACC9-9EC22122C39F}">
      <dgm:prSet/>
      <dgm:spPr/>
      <dgm:t>
        <a:bodyPr/>
        <a:lstStyle/>
        <a:p>
          <a:endParaRPr lang="es-MX"/>
        </a:p>
      </dgm:t>
    </dgm:pt>
    <dgm:pt modelId="{527EADA2-5F6B-485F-8A10-26AC7FAD71B7}" type="sibTrans" cxnId="{1FC4D7A9-D07E-4214-ACC9-9EC22122C39F}">
      <dgm:prSet/>
      <dgm:spPr/>
      <dgm:t>
        <a:bodyPr/>
        <a:lstStyle/>
        <a:p>
          <a:endParaRPr lang="es-MX"/>
        </a:p>
      </dgm:t>
    </dgm:pt>
    <dgm:pt modelId="{415C05CD-C12A-42C1-8198-00CA1B74DEBB}">
      <dgm:prSet custT="1"/>
      <dgm:spPr/>
      <dgm:t>
        <a:bodyPr/>
        <a:lstStyle/>
        <a:p>
          <a:r>
            <a:rPr lang="es-MX" sz="1600" dirty="0"/>
            <a:t>Entrega Efectiva</a:t>
          </a:r>
        </a:p>
        <a:p>
          <a:r>
            <a:rPr lang="es-MX" sz="1000" dirty="0"/>
            <a:t>LISR 27-XIX</a:t>
          </a:r>
        </a:p>
      </dgm:t>
    </dgm:pt>
    <dgm:pt modelId="{FE7CA153-C0A0-4A0F-AE35-F1DE35D63701}" type="parTrans" cxnId="{36E5E05B-F504-4DF2-9E6C-A78FE49AE6BE}">
      <dgm:prSet/>
      <dgm:spPr/>
      <dgm:t>
        <a:bodyPr/>
        <a:lstStyle/>
        <a:p>
          <a:endParaRPr lang="es-MX"/>
        </a:p>
      </dgm:t>
    </dgm:pt>
    <dgm:pt modelId="{63F74D4E-E3F3-4844-8A5F-46CB63C88683}" type="sibTrans" cxnId="{36E5E05B-F504-4DF2-9E6C-A78FE49AE6BE}">
      <dgm:prSet/>
      <dgm:spPr/>
      <dgm:t>
        <a:bodyPr/>
        <a:lstStyle/>
        <a:p>
          <a:endParaRPr lang="es-MX"/>
        </a:p>
      </dgm:t>
    </dgm:pt>
    <dgm:pt modelId="{8E903EAE-F9D0-4BEA-8ABC-536993586BF9}" type="pres">
      <dgm:prSet presAssocID="{AF245828-8B1F-4898-92A8-707C2ADED91D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4BAE7C0-285C-412E-8646-13CFE1C25CAF}" type="pres">
      <dgm:prSet presAssocID="{5B1CD99E-EC8E-49E7-AF59-CA34A679CC37}" presName="root1" presStyleCnt="0"/>
      <dgm:spPr/>
    </dgm:pt>
    <dgm:pt modelId="{F852ED4D-C72D-49F4-A0E1-68522E5B6329}" type="pres">
      <dgm:prSet presAssocID="{5B1CD99E-EC8E-49E7-AF59-CA34A679CC37}" presName="LevelOneTextNode" presStyleLbl="node0" presStyleIdx="0" presStyleCnt="1">
        <dgm:presLayoutVars>
          <dgm:chPref val="3"/>
        </dgm:presLayoutVars>
      </dgm:prSet>
      <dgm:spPr/>
    </dgm:pt>
    <dgm:pt modelId="{A7BB11B2-1643-4C12-850D-AF6AEDFBA620}" type="pres">
      <dgm:prSet presAssocID="{5B1CD99E-EC8E-49E7-AF59-CA34A679CC37}" presName="level2hierChild" presStyleCnt="0"/>
      <dgm:spPr/>
    </dgm:pt>
    <dgm:pt modelId="{1A68E28B-E2FA-4776-A2EE-35ACA90B19F8}" type="pres">
      <dgm:prSet presAssocID="{F8EDE377-A3D3-4CD5-AAF3-22BFADC42E7B}" presName="conn2-1" presStyleLbl="parChTrans1D2" presStyleIdx="0" presStyleCnt="4"/>
      <dgm:spPr/>
    </dgm:pt>
    <dgm:pt modelId="{B68B243C-6BCA-49CB-94AD-673094F5BEC2}" type="pres">
      <dgm:prSet presAssocID="{F8EDE377-A3D3-4CD5-AAF3-22BFADC42E7B}" presName="connTx" presStyleLbl="parChTrans1D2" presStyleIdx="0" presStyleCnt="4"/>
      <dgm:spPr/>
    </dgm:pt>
    <dgm:pt modelId="{324E6DB7-7A45-48B1-866C-333353241F92}" type="pres">
      <dgm:prSet presAssocID="{7A02AA36-C659-4BC3-BA65-B4F9F6D16D7A}" presName="root2" presStyleCnt="0"/>
      <dgm:spPr/>
    </dgm:pt>
    <dgm:pt modelId="{81FB937A-7885-4869-A575-5812EA0669C1}" type="pres">
      <dgm:prSet presAssocID="{7A02AA36-C659-4BC3-BA65-B4F9F6D16D7A}" presName="LevelTwoTextNode" presStyleLbl="node2" presStyleIdx="0" presStyleCnt="4">
        <dgm:presLayoutVars>
          <dgm:chPref val="3"/>
        </dgm:presLayoutVars>
      </dgm:prSet>
      <dgm:spPr/>
    </dgm:pt>
    <dgm:pt modelId="{546D7E6B-5005-4757-94C5-7D734B9E417F}" type="pres">
      <dgm:prSet presAssocID="{7A02AA36-C659-4BC3-BA65-B4F9F6D16D7A}" presName="level3hierChild" presStyleCnt="0"/>
      <dgm:spPr/>
    </dgm:pt>
    <dgm:pt modelId="{63E14550-4254-49D1-9FA9-4909F60A4D51}" type="pres">
      <dgm:prSet presAssocID="{59725676-B36F-4210-AB2F-3C3F9A9826C8}" presName="conn2-1" presStyleLbl="parChTrans1D3" presStyleIdx="0" presStyleCnt="6"/>
      <dgm:spPr/>
    </dgm:pt>
    <dgm:pt modelId="{16785925-EE27-46B9-9E46-F0FD7EEA704B}" type="pres">
      <dgm:prSet presAssocID="{59725676-B36F-4210-AB2F-3C3F9A9826C8}" presName="connTx" presStyleLbl="parChTrans1D3" presStyleIdx="0" presStyleCnt="6"/>
      <dgm:spPr/>
    </dgm:pt>
    <dgm:pt modelId="{80AF41EE-CF2C-4AC7-8C69-2A0FB5288EFD}" type="pres">
      <dgm:prSet presAssocID="{6148BFEF-262D-4F7D-AB8A-8F2717D69877}" presName="root2" presStyleCnt="0"/>
      <dgm:spPr/>
    </dgm:pt>
    <dgm:pt modelId="{FD6708F2-2FE2-4DF7-9A6A-4681A060CD09}" type="pres">
      <dgm:prSet presAssocID="{6148BFEF-262D-4F7D-AB8A-8F2717D69877}" presName="LevelTwoTextNode" presStyleLbl="node3" presStyleIdx="0" presStyleCnt="6">
        <dgm:presLayoutVars>
          <dgm:chPref val="3"/>
        </dgm:presLayoutVars>
      </dgm:prSet>
      <dgm:spPr/>
    </dgm:pt>
    <dgm:pt modelId="{DCB5202F-0672-4D89-88C5-640925268F85}" type="pres">
      <dgm:prSet presAssocID="{6148BFEF-262D-4F7D-AB8A-8F2717D69877}" presName="level3hierChild" presStyleCnt="0"/>
      <dgm:spPr/>
    </dgm:pt>
    <dgm:pt modelId="{3D6C8965-D53D-4AF1-978D-7B62A869D3B2}" type="pres">
      <dgm:prSet presAssocID="{A48E81DB-CA69-4D9C-B318-A0444BBDCAAA}" presName="conn2-1" presStyleLbl="parChTrans1D2" presStyleIdx="1" presStyleCnt="4"/>
      <dgm:spPr/>
    </dgm:pt>
    <dgm:pt modelId="{95278F55-BDD0-477C-BEEF-3CD103681835}" type="pres">
      <dgm:prSet presAssocID="{A48E81DB-CA69-4D9C-B318-A0444BBDCAAA}" presName="connTx" presStyleLbl="parChTrans1D2" presStyleIdx="1" presStyleCnt="4"/>
      <dgm:spPr/>
    </dgm:pt>
    <dgm:pt modelId="{B53FEEE7-B26A-4AC3-9240-5BABADCEEC85}" type="pres">
      <dgm:prSet presAssocID="{43BCF6B0-3043-497F-9FEB-257F372258ED}" presName="root2" presStyleCnt="0"/>
      <dgm:spPr/>
    </dgm:pt>
    <dgm:pt modelId="{B43F3791-F984-449C-BE1E-E038511CAFCC}" type="pres">
      <dgm:prSet presAssocID="{43BCF6B0-3043-497F-9FEB-257F372258ED}" presName="LevelTwoTextNode" presStyleLbl="node2" presStyleIdx="1" presStyleCnt="4">
        <dgm:presLayoutVars>
          <dgm:chPref val="3"/>
        </dgm:presLayoutVars>
      </dgm:prSet>
      <dgm:spPr/>
    </dgm:pt>
    <dgm:pt modelId="{2B15ABB8-FBB5-4FDB-8B73-32744FB0A566}" type="pres">
      <dgm:prSet presAssocID="{43BCF6B0-3043-497F-9FEB-257F372258ED}" presName="level3hierChild" presStyleCnt="0"/>
      <dgm:spPr/>
    </dgm:pt>
    <dgm:pt modelId="{30B3B1F2-6158-4E85-B878-22AE18EB68D2}" type="pres">
      <dgm:prSet presAssocID="{BE6F5963-E4BF-45E3-8C50-FFC34DD9FCFD}" presName="conn2-1" presStyleLbl="parChTrans1D3" presStyleIdx="1" presStyleCnt="6"/>
      <dgm:spPr/>
    </dgm:pt>
    <dgm:pt modelId="{4CDA6B75-A675-45E7-83D8-5CF3CFE6D344}" type="pres">
      <dgm:prSet presAssocID="{BE6F5963-E4BF-45E3-8C50-FFC34DD9FCFD}" presName="connTx" presStyleLbl="parChTrans1D3" presStyleIdx="1" presStyleCnt="6"/>
      <dgm:spPr/>
    </dgm:pt>
    <dgm:pt modelId="{AE0482E9-CB81-4601-979F-D60B1D0BBC42}" type="pres">
      <dgm:prSet presAssocID="{010BD13E-00B3-4834-AB5B-013B243FF565}" presName="root2" presStyleCnt="0"/>
      <dgm:spPr/>
    </dgm:pt>
    <dgm:pt modelId="{D041F791-7F8E-42D7-9169-965E7D62B03F}" type="pres">
      <dgm:prSet presAssocID="{010BD13E-00B3-4834-AB5B-013B243FF565}" presName="LevelTwoTextNode" presStyleLbl="node3" presStyleIdx="1" presStyleCnt="6">
        <dgm:presLayoutVars>
          <dgm:chPref val="3"/>
        </dgm:presLayoutVars>
      </dgm:prSet>
      <dgm:spPr/>
    </dgm:pt>
    <dgm:pt modelId="{46C9A45C-50F7-41F9-8579-CE701EB00F2B}" type="pres">
      <dgm:prSet presAssocID="{010BD13E-00B3-4834-AB5B-013B243FF565}" presName="level3hierChild" presStyleCnt="0"/>
      <dgm:spPr/>
    </dgm:pt>
    <dgm:pt modelId="{F6B2B85C-BC87-4DF1-9B76-179F4590F084}" type="pres">
      <dgm:prSet presAssocID="{778259DE-16E4-4C23-AF62-BEB7EF114B6A}" presName="conn2-1" presStyleLbl="parChTrans1D3" presStyleIdx="2" presStyleCnt="6"/>
      <dgm:spPr/>
    </dgm:pt>
    <dgm:pt modelId="{A6C73D26-9F65-4493-887F-F8FC47CC6EF2}" type="pres">
      <dgm:prSet presAssocID="{778259DE-16E4-4C23-AF62-BEB7EF114B6A}" presName="connTx" presStyleLbl="parChTrans1D3" presStyleIdx="2" presStyleCnt="6"/>
      <dgm:spPr/>
    </dgm:pt>
    <dgm:pt modelId="{868334D3-4046-4C77-9E30-3FF73BB972F9}" type="pres">
      <dgm:prSet presAssocID="{48440F29-2ED9-485E-8ADD-3A1F9B2A12E6}" presName="root2" presStyleCnt="0"/>
      <dgm:spPr/>
    </dgm:pt>
    <dgm:pt modelId="{34A5764A-8B41-4BA8-8369-20D619AD3774}" type="pres">
      <dgm:prSet presAssocID="{48440F29-2ED9-485E-8ADD-3A1F9B2A12E6}" presName="LevelTwoTextNode" presStyleLbl="node3" presStyleIdx="2" presStyleCnt="6">
        <dgm:presLayoutVars>
          <dgm:chPref val="3"/>
        </dgm:presLayoutVars>
      </dgm:prSet>
      <dgm:spPr/>
    </dgm:pt>
    <dgm:pt modelId="{DF273738-C2B4-42E6-91C1-02F364CDA54F}" type="pres">
      <dgm:prSet presAssocID="{48440F29-2ED9-485E-8ADD-3A1F9B2A12E6}" presName="level3hierChild" presStyleCnt="0"/>
      <dgm:spPr/>
    </dgm:pt>
    <dgm:pt modelId="{D4D1ADDE-C329-4C81-83B3-B660E60DDFAA}" type="pres">
      <dgm:prSet presAssocID="{58D56187-B546-4ACD-B5CD-01B9CDABAAC7}" presName="conn2-1" presStyleLbl="parChTrans1D3" presStyleIdx="3" presStyleCnt="6"/>
      <dgm:spPr/>
    </dgm:pt>
    <dgm:pt modelId="{3B54A64D-D6B5-41BF-BE62-91225F94F0E5}" type="pres">
      <dgm:prSet presAssocID="{58D56187-B546-4ACD-B5CD-01B9CDABAAC7}" presName="connTx" presStyleLbl="parChTrans1D3" presStyleIdx="3" presStyleCnt="6"/>
      <dgm:spPr/>
    </dgm:pt>
    <dgm:pt modelId="{BD40F0D5-FB4D-494A-8405-80B75A72A23D}" type="pres">
      <dgm:prSet presAssocID="{77DEE2F8-CC38-464A-BEB1-76B26A0FA071}" presName="root2" presStyleCnt="0"/>
      <dgm:spPr/>
    </dgm:pt>
    <dgm:pt modelId="{E45BD35F-E424-4908-A3EE-A10CBEE11EF7}" type="pres">
      <dgm:prSet presAssocID="{77DEE2F8-CC38-464A-BEB1-76B26A0FA071}" presName="LevelTwoTextNode" presStyleLbl="node3" presStyleIdx="3" presStyleCnt="6">
        <dgm:presLayoutVars>
          <dgm:chPref val="3"/>
        </dgm:presLayoutVars>
      </dgm:prSet>
      <dgm:spPr/>
    </dgm:pt>
    <dgm:pt modelId="{44A8B2F1-9130-425B-ADC4-1BCE973A757B}" type="pres">
      <dgm:prSet presAssocID="{77DEE2F8-CC38-464A-BEB1-76B26A0FA071}" presName="level3hierChild" presStyleCnt="0"/>
      <dgm:spPr/>
    </dgm:pt>
    <dgm:pt modelId="{A5E3703F-B717-46EC-A601-C5A86936D992}" type="pres">
      <dgm:prSet presAssocID="{5EB37DF5-BB27-4BE2-8411-C80EFEF746CF}" presName="conn2-1" presStyleLbl="parChTrans1D3" presStyleIdx="4" presStyleCnt="6"/>
      <dgm:spPr/>
    </dgm:pt>
    <dgm:pt modelId="{653A7E78-B123-4A3B-9B78-1435B1734413}" type="pres">
      <dgm:prSet presAssocID="{5EB37DF5-BB27-4BE2-8411-C80EFEF746CF}" presName="connTx" presStyleLbl="parChTrans1D3" presStyleIdx="4" presStyleCnt="6"/>
      <dgm:spPr/>
    </dgm:pt>
    <dgm:pt modelId="{E8647B6D-E55C-40D7-96CF-B651FBA65C9D}" type="pres">
      <dgm:prSet presAssocID="{6EE42AA0-4B3D-4C8A-8302-E26F791DD447}" presName="root2" presStyleCnt="0"/>
      <dgm:spPr/>
    </dgm:pt>
    <dgm:pt modelId="{A1B5C1E5-77DD-4994-B0DD-95874DD44D0A}" type="pres">
      <dgm:prSet presAssocID="{6EE42AA0-4B3D-4C8A-8302-E26F791DD447}" presName="LevelTwoTextNode" presStyleLbl="node3" presStyleIdx="4" presStyleCnt="6">
        <dgm:presLayoutVars>
          <dgm:chPref val="3"/>
        </dgm:presLayoutVars>
      </dgm:prSet>
      <dgm:spPr/>
    </dgm:pt>
    <dgm:pt modelId="{BDD2DFC4-C2AA-42E1-805F-73797BCAD746}" type="pres">
      <dgm:prSet presAssocID="{6EE42AA0-4B3D-4C8A-8302-E26F791DD447}" presName="level3hierChild" presStyleCnt="0"/>
      <dgm:spPr/>
    </dgm:pt>
    <dgm:pt modelId="{C93E3D71-94DF-4C58-8A74-DCC2DCA6F2B8}" type="pres">
      <dgm:prSet presAssocID="{A8884EB5-4A20-4F8E-A1A9-3335075E81BC}" presName="conn2-1" presStyleLbl="parChTrans1D2" presStyleIdx="2" presStyleCnt="4"/>
      <dgm:spPr/>
    </dgm:pt>
    <dgm:pt modelId="{AE431607-76B5-42C3-9C16-277E5C6B4C69}" type="pres">
      <dgm:prSet presAssocID="{A8884EB5-4A20-4F8E-A1A9-3335075E81BC}" presName="connTx" presStyleLbl="parChTrans1D2" presStyleIdx="2" presStyleCnt="4"/>
      <dgm:spPr/>
    </dgm:pt>
    <dgm:pt modelId="{DABA1803-DA05-4AC7-9B95-050CB1742287}" type="pres">
      <dgm:prSet presAssocID="{93F78018-8D88-492E-BFF7-CBD5C56EF9ED}" presName="root2" presStyleCnt="0"/>
      <dgm:spPr/>
    </dgm:pt>
    <dgm:pt modelId="{C231FFC3-A8C9-47D2-A205-69C660835FDC}" type="pres">
      <dgm:prSet presAssocID="{93F78018-8D88-492E-BFF7-CBD5C56EF9ED}" presName="LevelTwoTextNode" presStyleLbl="node2" presStyleIdx="2" presStyleCnt="4">
        <dgm:presLayoutVars>
          <dgm:chPref val="3"/>
        </dgm:presLayoutVars>
      </dgm:prSet>
      <dgm:spPr/>
    </dgm:pt>
    <dgm:pt modelId="{7ABE43C8-7867-405E-9BDB-9BD9390285F8}" type="pres">
      <dgm:prSet presAssocID="{93F78018-8D88-492E-BFF7-CBD5C56EF9ED}" presName="level3hierChild" presStyleCnt="0"/>
      <dgm:spPr/>
    </dgm:pt>
    <dgm:pt modelId="{487916F0-4538-4070-AE0F-349E8B3BD188}" type="pres">
      <dgm:prSet presAssocID="{FE7CA153-C0A0-4A0F-AE35-F1DE35D63701}" presName="conn2-1" presStyleLbl="parChTrans1D3" presStyleIdx="5" presStyleCnt="6"/>
      <dgm:spPr/>
    </dgm:pt>
    <dgm:pt modelId="{25219A07-8264-4CE5-9709-F16615D440E5}" type="pres">
      <dgm:prSet presAssocID="{FE7CA153-C0A0-4A0F-AE35-F1DE35D63701}" presName="connTx" presStyleLbl="parChTrans1D3" presStyleIdx="5" presStyleCnt="6"/>
      <dgm:spPr/>
    </dgm:pt>
    <dgm:pt modelId="{2B5971A5-9525-4318-8A0B-C5833EE8F4E2}" type="pres">
      <dgm:prSet presAssocID="{415C05CD-C12A-42C1-8198-00CA1B74DEBB}" presName="root2" presStyleCnt="0"/>
      <dgm:spPr/>
    </dgm:pt>
    <dgm:pt modelId="{875C84E5-BF28-4FE9-B8EE-A5E2B88983EB}" type="pres">
      <dgm:prSet presAssocID="{415C05CD-C12A-42C1-8198-00CA1B74DEBB}" presName="LevelTwoTextNode" presStyleLbl="node3" presStyleIdx="5" presStyleCnt="6">
        <dgm:presLayoutVars>
          <dgm:chPref val="3"/>
        </dgm:presLayoutVars>
      </dgm:prSet>
      <dgm:spPr/>
    </dgm:pt>
    <dgm:pt modelId="{B96C6535-0CF5-43EF-A959-BE0B4936E5F1}" type="pres">
      <dgm:prSet presAssocID="{415C05CD-C12A-42C1-8198-00CA1B74DEBB}" presName="level3hierChild" presStyleCnt="0"/>
      <dgm:spPr/>
    </dgm:pt>
    <dgm:pt modelId="{A10556F3-C649-424F-B483-ED44AAC68F1B}" type="pres">
      <dgm:prSet presAssocID="{48F1F519-C9A8-466C-A601-53D409BE1AE7}" presName="conn2-1" presStyleLbl="parChTrans1D2" presStyleIdx="3" presStyleCnt="4"/>
      <dgm:spPr/>
    </dgm:pt>
    <dgm:pt modelId="{0141C086-3DD5-4BDA-BCA1-AA6DAAF040B9}" type="pres">
      <dgm:prSet presAssocID="{48F1F519-C9A8-466C-A601-53D409BE1AE7}" presName="connTx" presStyleLbl="parChTrans1D2" presStyleIdx="3" presStyleCnt="4"/>
      <dgm:spPr/>
    </dgm:pt>
    <dgm:pt modelId="{BE5F7C75-C722-44A6-A904-C033F770A794}" type="pres">
      <dgm:prSet presAssocID="{0085545D-444F-406F-A945-F27DF539BBAE}" presName="root2" presStyleCnt="0"/>
      <dgm:spPr/>
    </dgm:pt>
    <dgm:pt modelId="{52B5C62B-0C7A-4453-9129-7FC6A5D71BFE}" type="pres">
      <dgm:prSet presAssocID="{0085545D-444F-406F-A945-F27DF539BBAE}" presName="LevelTwoTextNode" presStyleLbl="node2" presStyleIdx="3" presStyleCnt="4">
        <dgm:presLayoutVars>
          <dgm:chPref val="3"/>
        </dgm:presLayoutVars>
      </dgm:prSet>
      <dgm:spPr/>
    </dgm:pt>
    <dgm:pt modelId="{509432D2-8F62-4B1D-8B70-850CAF3D0F55}" type="pres">
      <dgm:prSet presAssocID="{0085545D-444F-406F-A945-F27DF539BBAE}" presName="level3hierChild" presStyleCnt="0"/>
      <dgm:spPr/>
    </dgm:pt>
  </dgm:ptLst>
  <dgm:cxnLst>
    <dgm:cxn modelId="{6422E400-BDA9-43E0-86FF-709EBA39B3F4}" srcId="{5B1CD99E-EC8E-49E7-AF59-CA34A679CC37}" destId="{0085545D-444F-406F-A945-F27DF539BBAE}" srcOrd="3" destOrd="0" parTransId="{48F1F519-C9A8-466C-A601-53D409BE1AE7}" sibTransId="{3349C460-27B4-4CDF-8C83-2C70ABFDBE41}"/>
    <dgm:cxn modelId="{BB243D03-B118-459A-A12B-6D2AED9F5140}" type="presOf" srcId="{F8EDE377-A3D3-4CD5-AAF3-22BFADC42E7B}" destId="{B68B243C-6BCA-49CB-94AD-673094F5BEC2}" srcOrd="1" destOrd="0" presId="urn:microsoft.com/office/officeart/2008/layout/HorizontalMultiLevelHierarchy"/>
    <dgm:cxn modelId="{73643204-056C-4569-9F8A-12342711A86C}" srcId="{43BCF6B0-3043-497F-9FEB-257F372258ED}" destId="{48440F29-2ED9-485E-8ADD-3A1F9B2A12E6}" srcOrd="1" destOrd="0" parTransId="{778259DE-16E4-4C23-AF62-BEB7EF114B6A}" sibTransId="{1FD98656-E3CA-40D7-8393-C7A8AB2C9D18}"/>
    <dgm:cxn modelId="{57B80607-FE87-4649-A5A4-B31E79855A38}" srcId="{43BCF6B0-3043-497F-9FEB-257F372258ED}" destId="{010BD13E-00B3-4834-AB5B-013B243FF565}" srcOrd="0" destOrd="0" parTransId="{BE6F5963-E4BF-45E3-8C50-FFC34DD9FCFD}" sibTransId="{2F24964B-CB50-4339-9A5B-07B3CEDC267A}"/>
    <dgm:cxn modelId="{2F37571B-EE1A-4561-8D83-BBF30855D71D}" type="presOf" srcId="{48440F29-2ED9-485E-8ADD-3A1F9B2A12E6}" destId="{34A5764A-8B41-4BA8-8369-20D619AD3774}" srcOrd="0" destOrd="0" presId="urn:microsoft.com/office/officeart/2008/layout/HorizontalMultiLevelHierarchy"/>
    <dgm:cxn modelId="{1B33411D-DC23-45D8-A268-274145D8C6A1}" type="presOf" srcId="{58D56187-B546-4ACD-B5CD-01B9CDABAAC7}" destId="{D4D1ADDE-C329-4C81-83B3-B660E60DDFAA}" srcOrd="0" destOrd="0" presId="urn:microsoft.com/office/officeart/2008/layout/HorizontalMultiLevelHierarchy"/>
    <dgm:cxn modelId="{79E2872B-660A-40B8-BC4E-109277EC869A}" type="presOf" srcId="{A48E81DB-CA69-4D9C-B318-A0444BBDCAAA}" destId="{95278F55-BDD0-477C-BEEF-3CD103681835}" srcOrd="1" destOrd="0" presId="urn:microsoft.com/office/officeart/2008/layout/HorizontalMultiLevelHierarchy"/>
    <dgm:cxn modelId="{9B8F892C-07DE-40F4-BC4C-0C085D089D01}" type="presOf" srcId="{6148BFEF-262D-4F7D-AB8A-8F2717D69877}" destId="{FD6708F2-2FE2-4DF7-9A6A-4681A060CD09}" srcOrd="0" destOrd="0" presId="urn:microsoft.com/office/officeart/2008/layout/HorizontalMultiLevelHierarchy"/>
    <dgm:cxn modelId="{C7ADDE2C-3164-4379-94E1-0A97BBC9AD24}" type="presOf" srcId="{FE7CA153-C0A0-4A0F-AE35-F1DE35D63701}" destId="{25219A07-8264-4CE5-9709-F16615D440E5}" srcOrd="1" destOrd="0" presId="urn:microsoft.com/office/officeart/2008/layout/HorizontalMultiLevelHierarchy"/>
    <dgm:cxn modelId="{AE9EBE34-60A0-4C26-B49E-EAFAEC43EF6D}" srcId="{7A02AA36-C659-4BC3-BA65-B4F9F6D16D7A}" destId="{6148BFEF-262D-4F7D-AB8A-8F2717D69877}" srcOrd="0" destOrd="0" parTransId="{59725676-B36F-4210-AB2F-3C3F9A9826C8}" sibTransId="{BA98D4F9-1F24-42B4-A6D7-A6C411E5F587}"/>
    <dgm:cxn modelId="{1FD32F40-4C55-4A4E-9541-5B2D81F5FE0D}" srcId="{43BCF6B0-3043-497F-9FEB-257F372258ED}" destId="{77DEE2F8-CC38-464A-BEB1-76B26A0FA071}" srcOrd="2" destOrd="0" parTransId="{58D56187-B546-4ACD-B5CD-01B9CDABAAC7}" sibTransId="{66E5888B-DDE2-469B-A7FE-1A9E29F5732C}"/>
    <dgm:cxn modelId="{36E5E05B-F504-4DF2-9E6C-A78FE49AE6BE}" srcId="{93F78018-8D88-492E-BFF7-CBD5C56EF9ED}" destId="{415C05CD-C12A-42C1-8198-00CA1B74DEBB}" srcOrd="0" destOrd="0" parTransId="{FE7CA153-C0A0-4A0F-AE35-F1DE35D63701}" sibTransId="{63F74D4E-E3F3-4844-8A5F-46CB63C88683}"/>
    <dgm:cxn modelId="{E8247A41-ACE8-421C-BA66-1949133DF402}" type="presOf" srcId="{59725676-B36F-4210-AB2F-3C3F9A9826C8}" destId="{16785925-EE27-46B9-9E46-F0FD7EEA704B}" srcOrd="1" destOrd="0" presId="urn:microsoft.com/office/officeart/2008/layout/HorizontalMultiLevelHierarchy"/>
    <dgm:cxn modelId="{1EF57744-7E42-4B01-8DE0-E89DE443A549}" type="presOf" srcId="{5EB37DF5-BB27-4BE2-8411-C80EFEF746CF}" destId="{A5E3703F-B717-46EC-A601-C5A86936D992}" srcOrd="0" destOrd="0" presId="urn:microsoft.com/office/officeart/2008/layout/HorizontalMultiLevelHierarchy"/>
    <dgm:cxn modelId="{82204E45-1607-41A4-867A-EB529383EC53}" type="presOf" srcId="{010BD13E-00B3-4834-AB5B-013B243FF565}" destId="{D041F791-7F8E-42D7-9169-965E7D62B03F}" srcOrd="0" destOrd="0" presId="urn:microsoft.com/office/officeart/2008/layout/HorizontalMultiLevelHierarchy"/>
    <dgm:cxn modelId="{6D716B69-F200-42B1-9A55-BEA3DBB04B8E}" type="presOf" srcId="{48F1F519-C9A8-466C-A601-53D409BE1AE7}" destId="{A10556F3-C649-424F-B483-ED44AAC68F1B}" srcOrd="0" destOrd="0" presId="urn:microsoft.com/office/officeart/2008/layout/HorizontalMultiLevelHierarchy"/>
    <dgm:cxn modelId="{D90F106B-BEFC-448F-988D-A2480F5A91DC}" type="presOf" srcId="{77DEE2F8-CC38-464A-BEB1-76B26A0FA071}" destId="{E45BD35F-E424-4908-A3EE-A10CBEE11EF7}" srcOrd="0" destOrd="0" presId="urn:microsoft.com/office/officeart/2008/layout/HorizontalMultiLevelHierarchy"/>
    <dgm:cxn modelId="{2DAAC34F-032C-4159-9865-E34FE1BC2B8D}" type="presOf" srcId="{5EB37DF5-BB27-4BE2-8411-C80EFEF746CF}" destId="{653A7E78-B123-4A3B-9B78-1435B1734413}" srcOrd="1" destOrd="0" presId="urn:microsoft.com/office/officeart/2008/layout/HorizontalMultiLevelHierarchy"/>
    <dgm:cxn modelId="{E88C2470-EDA4-4F4B-A96F-E9FE4ED410E4}" type="presOf" srcId="{AF245828-8B1F-4898-92A8-707C2ADED91D}" destId="{8E903EAE-F9D0-4BEA-8ABC-536993586BF9}" srcOrd="0" destOrd="0" presId="urn:microsoft.com/office/officeart/2008/layout/HorizontalMultiLevelHierarchy"/>
    <dgm:cxn modelId="{58237652-C168-4EBA-A9BE-BF921A623754}" type="presOf" srcId="{59725676-B36F-4210-AB2F-3C3F9A9826C8}" destId="{63E14550-4254-49D1-9FA9-4909F60A4D51}" srcOrd="0" destOrd="0" presId="urn:microsoft.com/office/officeart/2008/layout/HorizontalMultiLevelHierarchy"/>
    <dgm:cxn modelId="{35457752-82A1-433D-B248-B594B076592D}" type="presOf" srcId="{58D56187-B546-4ACD-B5CD-01B9CDABAAC7}" destId="{3B54A64D-D6B5-41BF-BE62-91225F94F0E5}" srcOrd="1" destOrd="0" presId="urn:microsoft.com/office/officeart/2008/layout/HorizontalMultiLevelHierarchy"/>
    <dgm:cxn modelId="{87C60375-0375-470F-A4AA-1A7F1A719D0E}" srcId="{5B1CD99E-EC8E-49E7-AF59-CA34A679CC37}" destId="{43BCF6B0-3043-497F-9FEB-257F372258ED}" srcOrd="1" destOrd="0" parTransId="{A48E81DB-CA69-4D9C-B318-A0444BBDCAAA}" sibTransId="{3F2FA5B5-DC6E-4D7B-9F85-9479283FA77F}"/>
    <dgm:cxn modelId="{FB3B3556-EB7A-446A-A4C5-4CA31DCD7D2A}" type="presOf" srcId="{BE6F5963-E4BF-45E3-8C50-FFC34DD9FCFD}" destId="{4CDA6B75-A675-45E7-83D8-5CF3CFE6D344}" srcOrd="1" destOrd="0" presId="urn:microsoft.com/office/officeart/2008/layout/HorizontalMultiLevelHierarchy"/>
    <dgm:cxn modelId="{16E07958-0801-4A85-9F56-0C8DA5ADF73A}" type="presOf" srcId="{0085545D-444F-406F-A945-F27DF539BBAE}" destId="{52B5C62B-0C7A-4453-9129-7FC6A5D71BFE}" srcOrd="0" destOrd="0" presId="urn:microsoft.com/office/officeart/2008/layout/HorizontalMultiLevelHierarchy"/>
    <dgm:cxn modelId="{15DC6059-F473-47E8-8A53-D9736E13C217}" type="presOf" srcId="{A8884EB5-4A20-4F8E-A1A9-3335075E81BC}" destId="{AE431607-76B5-42C3-9C16-277E5C6B4C69}" srcOrd="1" destOrd="0" presId="urn:microsoft.com/office/officeart/2008/layout/HorizontalMultiLevelHierarchy"/>
    <dgm:cxn modelId="{DB07DD85-F6B8-4E7C-954B-E1B1F7933E08}" type="presOf" srcId="{415C05CD-C12A-42C1-8198-00CA1B74DEBB}" destId="{875C84E5-BF28-4FE9-B8EE-A5E2B88983EB}" srcOrd="0" destOrd="0" presId="urn:microsoft.com/office/officeart/2008/layout/HorizontalMultiLevelHierarchy"/>
    <dgm:cxn modelId="{BEDF0787-C392-4319-A951-D4834B0DDBBB}" type="presOf" srcId="{7A02AA36-C659-4BC3-BA65-B4F9F6D16D7A}" destId="{81FB937A-7885-4869-A575-5812EA0669C1}" srcOrd="0" destOrd="0" presId="urn:microsoft.com/office/officeart/2008/layout/HorizontalMultiLevelHierarchy"/>
    <dgm:cxn modelId="{A0A19D8C-B9EE-4EC1-BC75-ACC8A7905A73}" type="presOf" srcId="{43BCF6B0-3043-497F-9FEB-257F372258ED}" destId="{B43F3791-F984-449C-BE1E-E038511CAFCC}" srcOrd="0" destOrd="0" presId="urn:microsoft.com/office/officeart/2008/layout/HorizontalMultiLevelHierarchy"/>
    <dgm:cxn modelId="{2A15048F-A509-466B-BB90-96C3364A7642}" type="presOf" srcId="{778259DE-16E4-4C23-AF62-BEB7EF114B6A}" destId="{F6B2B85C-BC87-4DF1-9B76-179F4590F084}" srcOrd="0" destOrd="0" presId="urn:microsoft.com/office/officeart/2008/layout/HorizontalMultiLevelHierarchy"/>
    <dgm:cxn modelId="{6BA1B78F-A1D4-4D55-8EC9-C4CA8FEB6747}" type="presOf" srcId="{A8884EB5-4A20-4F8E-A1A9-3335075E81BC}" destId="{C93E3D71-94DF-4C58-8A74-DCC2DCA6F2B8}" srcOrd="0" destOrd="0" presId="urn:microsoft.com/office/officeart/2008/layout/HorizontalMultiLevelHierarchy"/>
    <dgm:cxn modelId="{81EE6C92-7750-44DB-A941-B9AB8923D12E}" type="presOf" srcId="{BE6F5963-E4BF-45E3-8C50-FFC34DD9FCFD}" destId="{30B3B1F2-6158-4E85-B878-22AE18EB68D2}" srcOrd="0" destOrd="0" presId="urn:microsoft.com/office/officeart/2008/layout/HorizontalMultiLevelHierarchy"/>
    <dgm:cxn modelId="{127EE3A5-1C13-4F9E-95A4-48A862F3DA07}" type="presOf" srcId="{778259DE-16E4-4C23-AF62-BEB7EF114B6A}" destId="{A6C73D26-9F65-4493-887F-F8FC47CC6EF2}" srcOrd="1" destOrd="0" presId="urn:microsoft.com/office/officeart/2008/layout/HorizontalMultiLevelHierarchy"/>
    <dgm:cxn modelId="{1FC4D7A9-D07E-4214-ACC9-9EC22122C39F}" srcId="{43BCF6B0-3043-497F-9FEB-257F372258ED}" destId="{6EE42AA0-4B3D-4C8A-8302-E26F791DD447}" srcOrd="3" destOrd="0" parTransId="{5EB37DF5-BB27-4BE2-8411-C80EFEF746CF}" sibTransId="{527EADA2-5F6B-485F-8A10-26AC7FAD71B7}"/>
    <dgm:cxn modelId="{0A0F73AB-DD96-4924-AEC3-71A95C73E6F2}" type="presOf" srcId="{93F78018-8D88-492E-BFF7-CBD5C56EF9ED}" destId="{C231FFC3-A8C9-47D2-A205-69C660835FDC}" srcOrd="0" destOrd="0" presId="urn:microsoft.com/office/officeart/2008/layout/HorizontalMultiLevelHierarchy"/>
    <dgm:cxn modelId="{5B7A14B8-4347-49F1-BC88-E675426E2F8B}" type="presOf" srcId="{A48E81DB-CA69-4D9C-B318-A0444BBDCAAA}" destId="{3D6C8965-D53D-4AF1-978D-7B62A869D3B2}" srcOrd="0" destOrd="0" presId="urn:microsoft.com/office/officeart/2008/layout/HorizontalMultiLevelHierarchy"/>
    <dgm:cxn modelId="{04E48BC0-78D8-46EB-9DB3-07B3E270DE28}" srcId="{5B1CD99E-EC8E-49E7-AF59-CA34A679CC37}" destId="{7A02AA36-C659-4BC3-BA65-B4F9F6D16D7A}" srcOrd="0" destOrd="0" parTransId="{F8EDE377-A3D3-4CD5-AAF3-22BFADC42E7B}" sibTransId="{B7C05556-5699-4508-B9B7-8B086D309D1C}"/>
    <dgm:cxn modelId="{BAA45AC2-3A7E-4BBA-A058-42DBB6C97119}" type="presOf" srcId="{F8EDE377-A3D3-4CD5-AAF3-22BFADC42E7B}" destId="{1A68E28B-E2FA-4776-A2EE-35ACA90B19F8}" srcOrd="0" destOrd="0" presId="urn:microsoft.com/office/officeart/2008/layout/HorizontalMultiLevelHierarchy"/>
    <dgm:cxn modelId="{3B6F7EC3-12E3-4763-BC5E-DAE157481340}" type="presOf" srcId="{5B1CD99E-EC8E-49E7-AF59-CA34A679CC37}" destId="{F852ED4D-C72D-49F4-A0E1-68522E5B6329}" srcOrd="0" destOrd="0" presId="urn:microsoft.com/office/officeart/2008/layout/HorizontalMultiLevelHierarchy"/>
    <dgm:cxn modelId="{133721C6-4856-4921-AAF5-93878B1A250D}" type="presOf" srcId="{FE7CA153-C0A0-4A0F-AE35-F1DE35D63701}" destId="{487916F0-4538-4070-AE0F-349E8B3BD188}" srcOrd="0" destOrd="0" presId="urn:microsoft.com/office/officeart/2008/layout/HorizontalMultiLevelHierarchy"/>
    <dgm:cxn modelId="{40862DE4-459E-45DF-A6BE-35C7A1A6C711}" srcId="{AF245828-8B1F-4898-92A8-707C2ADED91D}" destId="{5B1CD99E-EC8E-49E7-AF59-CA34A679CC37}" srcOrd="0" destOrd="0" parTransId="{EAC783EB-86FD-49EC-BEA6-B5780832BE99}" sibTransId="{BE6663EA-7D0F-4923-9FBB-05F73920464B}"/>
    <dgm:cxn modelId="{827FD3ED-1209-407F-AAC1-A97C430A9CC1}" type="presOf" srcId="{6EE42AA0-4B3D-4C8A-8302-E26F791DD447}" destId="{A1B5C1E5-77DD-4994-B0DD-95874DD44D0A}" srcOrd="0" destOrd="0" presId="urn:microsoft.com/office/officeart/2008/layout/HorizontalMultiLevelHierarchy"/>
    <dgm:cxn modelId="{5667A7F5-9AB5-4DEA-84A1-8D86DD9FFB1A}" type="presOf" srcId="{48F1F519-C9A8-466C-A601-53D409BE1AE7}" destId="{0141C086-3DD5-4BDA-BCA1-AA6DAAF040B9}" srcOrd="1" destOrd="0" presId="urn:microsoft.com/office/officeart/2008/layout/HorizontalMultiLevelHierarchy"/>
    <dgm:cxn modelId="{C9B75EFF-14CD-47BB-A2C1-1EA77A4BADCA}" srcId="{5B1CD99E-EC8E-49E7-AF59-CA34A679CC37}" destId="{93F78018-8D88-492E-BFF7-CBD5C56EF9ED}" srcOrd="2" destOrd="0" parTransId="{A8884EB5-4A20-4F8E-A1A9-3335075E81BC}" sibTransId="{3356E523-87C7-415A-A4B1-8DFDE3CD69DF}"/>
    <dgm:cxn modelId="{A313D2E3-6C74-4035-BDDF-F9E965703AB6}" type="presParOf" srcId="{8E903EAE-F9D0-4BEA-8ABC-536993586BF9}" destId="{F4BAE7C0-285C-412E-8646-13CFE1C25CAF}" srcOrd="0" destOrd="0" presId="urn:microsoft.com/office/officeart/2008/layout/HorizontalMultiLevelHierarchy"/>
    <dgm:cxn modelId="{AA58D00A-C528-4C23-906E-16D6D6D8E15C}" type="presParOf" srcId="{F4BAE7C0-285C-412E-8646-13CFE1C25CAF}" destId="{F852ED4D-C72D-49F4-A0E1-68522E5B6329}" srcOrd="0" destOrd="0" presId="urn:microsoft.com/office/officeart/2008/layout/HorizontalMultiLevelHierarchy"/>
    <dgm:cxn modelId="{B6519FE0-1D0E-4071-993D-4DDF9138DC1A}" type="presParOf" srcId="{F4BAE7C0-285C-412E-8646-13CFE1C25CAF}" destId="{A7BB11B2-1643-4C12-850D-AF6AEDFBA620}" srcOrd="1" destOrd="0" presId="urn:microsoft.com/office/officeart/2008/layout/HorizontalMultiLevelHierarchy"/>
    <dgm:cxn modelId="{3F93DD32-2859-4B9D-A1F2-FDD7EEBD27F8}" type="presParOf" srcId="{A7BB11B2-1643-4C12-850D-AF6AEDFBA620}" destId="{1A68E28B-E2FA-4776-A2EE-35ACA90B19F8}" srcOrd="0" destOrd="0" presId="urn:microsoft.com/office/officeart/2008/layout/HorizontalMultiLevelHierarchy"/>
    <dgm:cxn modelId="{62B8F988-14D7-48B2-B25E-7F3A902437D3}" type="presParOf" srcId="{1A68E28B-E2FA-4776-A2EE-35ACA90B19F8}" destId="{B68B243C-6BCA-49CB-94AD-673094F5BEC2}" srcOrd="0" destOrd="0" presId="urn:microsoft.com/office/officeart/2008/layout/HorizontalMultiLevelHierarchy"/>
    <dgm:cxn modelId="{59CF917B-30FA-4493-A86F-C8F05D36BB91}" type="presParOf" srcId="{A7BB11B2-1643-4C12-850D-AF6AEDFBA620}" destId="{324E6DB7-7A45-48B1-866C-333353241F92}" srcOrd="1" destOrd="0" presId="urn:microsoft.com/office/officeart/2008/layout/HorizontalMultiLevelHierarchy"/>
    <dgm:cxn modelId="{286E8D5C-73E4-4267-92B1-1B8AF8D19EAE}" type="presParOf" srcId="{324E6DB7-7A45-48B1-866C-333353241F92}" destId="{81FB937A-7885-4869-A575-5812EA0669C1}" srcOrd="0" destOrd="0" presId="urn:microsoft.com/office/officeart/2008/layout/HorizontalMultiLevelHierarchy"/>
    <dgm:cxn modelId="{00BE8815-246E-4612-9A82-0D20BB554DA2}" type="presParOf" srcId="{324E6DB7-7A45-48B1-866C-333353241F92}" destId="{546D7E6B-5005-4757-94C5-7D734B9E417F}" srcOrd="1" destOrd="0" presId="urn:microsoft.com/office/officeart/2008/layout/HorizontalMultiLevelHierarchy"/>
    <dgm:cxn modelId="{BA9F3EC2-5B21-4EBA-AC48-5C26A32FF13A}" type="presParOf" srcId="{546D7E6B-5005-4757-94C5-7D734B9E417F}" destId="{63E14550-4254-49D1-9FA9-4909F60A4D51}" srcOrd="0" destOrd="0" presId="urn:microsoft.com/office/officeart/2008/layout/HorizontalMultiLevelHierarchy"/>
    <dgm:cxn modelId="{EDA6C343-491D-47DF-AA32-0989F30B97A7}" type="presParOf" srcId="{63E14550-4254-49D1-9FA9-4909F60A4D51}" destId="{16785925-EE27-46B9-9E46-F0FD7EEA704B}" srcOrd="0" destOrd="0" presId="urn:microsoft.com/office/officeart/2008/layout/HorizontalMultiLevelHierarchy"/>
    <dgm:cxn modelId="{7F775CE5-F90F-44E9-BAED-E418A6C9093B}" type="presParOf" srcId="{546D7E6B-5005-4757-94C5-7D734B9E417F}" destId="{80AF41EE-CF2C-4AC7-8C69-2A0FB5288EFD}" srcOrd="1" destOrd="0" presId="urn:microsoft.com/office/officeart/2008/layout/HorizontalMultiLevelHierarchy"/>
    <dgm:cxn modelId="{6C21E207-7450-4DE4-BB28-13866EEF2FAD}" type="presParOf" srcId="{80AF41EE-CF2C-4AC7-8C69-2A0FB5288EFD}" destId="{FD6708F2-2FE2-4DF7-9A6A-4681A060CD09}" srcOrd="0" destOrd="0" presId="urn:microsoft.com/office/officeart/2008/layout/HorizontalMultiLevelHierarchy"/>
    <dgm:cxn modelId="{7282EF50-4B8A-4903-866E-A41968528C8E}" type="presParOf" srcId="{80AF41EE-CF2C-4AC7-8C69-2A0FB5288EFD}" destId="{DCB5202F-0672-4D89-88C5-640925268F85}" srcOrd="1" destOrd="0" presId="urn:microsoft.com/office/officeart/2008/layout/HorizontalMultiLevelHierarchy"/>
    <dgm:cxn modelId="{751149FE-B1C1-4DFD-81AA-C89DC14FB347}" type="presParOf" srcId="{A7BB11B2-1643-4C12-850D-AF6AEDFBA620}" destId="{3D6C8965-D53D-4AF1-978D-7B62A869D3B2}" srcOrd="2" destOrd="0" presId="urn:microsoft.com/office/officeart/2008/layout/HorizontalMultiLevelHierarchy"/>
    <dgm:cxn modelId="{81100244-C634-4469-BD3E-95F1AF42F1FE}" type="presParOf" srcId="{3D6C8965-D53D-4AF1-978D-7B62A869D3B2}" destId="{95278F55-BDD0-477C-BEEF-3CD103681835}" srcOrd="0" destOrd="0" presId="urn:microsoft.com/office/officeart/2008/layout/HorizontalMultiLevelHierarchy"/>
    <dgm:cxn modelId="{FF45E81F-750E-4E09-B2E3-ED9AE08D3479}" type="presParOf" srcId="{A7BB11B2-1643-4C12-850D-AF6AEDFBA620}" destId="{B53FEEE7-B26A-4AC3-9240-5BABADCEEC85}" srcOrd="3" destOrd="0" presId="urn:microsoft.com/office/officeart/2008/layout/HorizontalMultiLevelHierarchy"/>
    <dgm:cxn modelId="{B9C9B783-74F9-4A18-A647-892AF358D767}" type="presParOf" srcId="{B53FEEE7-B26A-4AC3-9240-5BABADCEEC85}" destId="{B43F3791-F984-449C-BE1E-E038511CAFCC}" srcOrd="0" destOrd="0" presId="urn:microsoft.com/office/officeart/2008/layout/HorizontalMultiLevelHierarchy"/>
    <dgm:cxn modelId="{D915CF9F-C9F6-41A7-89D3-7DF16CA04C83}" type="presParOf" srcId="{B53FEEE7-B26A-4AC3-9240-5BABADCEEC85}" destId="{2B15ABB8-FBB5-4FDB-8B73-32744FB0A566}" srcOrd="1" destOrd="0" presId="urn:microsoft.com/office/officeart/2008/layout/HorizontalMultiLevelHierarchy"/>
    <dgm:cxn modelId="{D09A3B93-4FA3-401C-9837-5260470BB5F2}" type="presParOf" srcId="{2B15ABB8-FBB5-4FDB-8B73-32744FB0A566}" destId="{30B3B1F2-6158-4E85-B878-22AE18EB68D2}" srcOrd="0" destOrd="0" presId="urn:microsoft.com/office/officeart/2008/layout/HorizontalMultiLevelHierarchy"/>
    <dgm:cxn modelId="{E21C3465-56F2-4B8B-9EB1-237270B54510}" type="presParOf" srcId="{30B3B1F2-6158-4E85-B878-22AE18EB68D2}" destId="{4CDA6B75-A675-45E7-83D8-5CF3CFE6D344}" srcOrd="0" destOrd="0" presId="urn:microsoft.com/office/officeart/2008/layout/HorizontalMultiLevelHierarchy"/>
    <dgm:cxn modelId="{7DD8DCE3-7814-494A-9E93-3A35C99D0D0F}" type="presParOf" srcId="{2B15ABB8-FBB5-4FDB-8B73-32744FB0A566}" destId="{AE0482E9-CB81-4601-979F-D60B1D0BBC42}" srcOrd="1" destOrd="0" presId="urn:microsoft.com/office/officeart/2008/layout/HorizontalMultiLevelHierarchy"/>
    <dgm:cxn modelId="{669E839B-D2F4-491B-B298-B16373D4868D}" type="presParOf" srcId="{AE0482E9-CB81-4601-979F-D60B1D0BBC42}" destId="{D041F791-7F8E-42D7-9169-965E7D62B03F}" srcOrd="0" destOrd="0" presId="urn:microsoft.com/office/officeart/2008/layout/HorizontalMultiLevelHierarchy"/>
    <dgm:cxn modelId="{53261FAB-7CD9-4F01-9738-2C5AB40AE2CB}" type="presParOf" srcId="{AE0482E9-CB81-4601-979F-D60B1D0BBC42}" destId="{46C9A45C-50F7-41F9-8579-CE701EB00F2B}" srcOrd="1" destOrd="0" presId="urn:microsoft.com/office/officeart/2008/layout/HorizontalMultiLevelHierarchy"/>
    <dgm:cxn modelId="{459CC241-E802-44AF-9DEF-A75AC53CA485}" type="presParOf" srcId="{2B15ABB8-FBB5-4FDB-8B73-32744FB0A566}" destId="{F6B2B85C-BC87-4DF1-9B76-179F4590F084}" srcOrd="2" destOrd="0" presId="urn:microsoft.com/office/officeart/2008/layout/HorizontalMultiLevelHierarchy"/>
    <dgm:cxn modelId="{BC28F8EE-7957-41FD-92C0-D5C73F87EAC8}" type="presParOf" srcId="{F6B2B85C-BC87-4DF1-9B76-179F4590F084}" destId="{A6C73D26-9F65-4493-887F-F8FC47CC6EF2}" srcOrd="0" destOrd="0" presId="urn:microsoft.com/office/officeart/2008/layout/HorizontalMultiLevelHierarchy"/>
    <dgm:cxn modelId="{CDE62C04-B399-47C1-ABB6-58390482468A}" type="presParOf" srcId="{2B15ABB8-FBB5-4FDB-8B73-32744FB0A566}" destId="{868334D3-4046-4C77-9E30-3FF73BB972F9}" srcOrd="3" destOrd="0" presId="urn:microsoft.com/office/officeart/2008/layout/HorizontalMultiLevelHierarchy"/>
    <dgm:cxn modelId="{9D29D7C1-44C5-442C-B2AD-CBCA368ADBAC}" type="presParOf" srcId="{868334D3-4046-4C77-9E30-3FF73BB972F9}" destId="{34A5764A-8B41-4BA8-8369-20D619AD3774}" srcOrd="0" destOrd="0" presId="urn:microsoft.com/office/officeart/2008/layout/HorizontalMultiLevelHierarchy"/>
    <dgm:cxn modelId="{A927355C-B720-41D5-BECC-33C213D82ED1}" type="presParOf" srcId="{868334D3-4046-4C77-9E30-3FF73BB972F9}" destId="{DF273738-C2B4-42E6-91C1-02F364CDA54F}" srcOrd="1" destOrd="0" presId="urn:microsoft.com/office/officeart/2008/layout/HorizontalMultiLevelHierarchy"/>
    <dgm:cxn modelId="{9FD6029D-3ED8-4D25-AECD-850DBC0D1962}" type="presParOf" srcId="{2B15ABB8-FBB5-4FDB-8B73-32744FB0A566}" destId="{D4D1ADDE-C329-4C81-83B3-B660E60DDFAA}" srcOrd="4" destOrd="0" presId="urn:microsoft.com/office/officeart/2008/layout/HorizontalMultiLevelHierarchy"/>
    <dgm:cxn modelId="{A22F9277-0D0F-46CB-8F4B-8C18A08C9A6C}" type="presParOf" srcId="{D4D1ADDE-C329-4C81-83B3-B660E60DDFAA}" destId="{3B54A64D-D6B5-41BF-BE62-91225F94F0E5}" srcOrd="0" destOrd="0" presId="urn:microsoft.com/office/officeart/2008/layout/HorizontalMultiLevelHierarchy"/>
    <dgm:cxn modelId="{1040483B-9BFB-4235-ADF9-103F3B31EE5D}" type="presParOf" srcId="{2B15ABB8-FBB5-4FDB-8B73-32744FB0A566}" destId="{BD40F0D5-FB4D-494A-8405-80B75A72A23D}" srcOrd="5" destOrd="0" presId="urn:microsoft.com/office/officeart/2008/layout/HorizontalMultiLevelHierarchy"/>
    <dgm:cxn modelId="{3B9D6C66-BC31-4268-B840-F4C67B8CDBBC}" type="presParOf" srcId="{BD40F0D5-FB4D-494A-8405-80B75A72A23D}" destId="{E45BD35F-E424-4908-A3EE-A10CBEE11EF7}" srcOrd="0" destOrd="0" presId="urn:microsoft.com/office/officeart/2008/layout/HorizontalMultiLevelHierarchy"/>
    <dgm:cxn modelId="{2C195A1F-2B7D-467E-8838-31D73CFC3063}" type="presParOf" srcId="{BD40F0D5-FB4D-494A-8405-80B75A72A23D}" destId="{44A8B2F1-9130-425B-ADC4-1BCE973A757B}" srcOrd="1" destOrd="0" presId="urn:microsoft.com/office/officeart/2008/layout/HorizontalMultiLevelHierarchy"/>
    <dgm:cxn modelId="{D397A466-D618-4126-A4E2-1F8EB4FF82B5}" type="presParOf" srcId="{2B15ABB8-FBB5-4FDB-8B73-32744FB0A566}" destId="{A5E3703F-B717-46EC-A601-C5A86936D992}" srcOrd="6" destOrd="0" presId="urn:microsoft.com/office/officeart/2008/layout/HorizontalMultiLevelHierarchy"/>
    <dgm:cxn modelId="{8418D81F-F151-42C2-913F-A164325DCEEE}" type="presParOf" srcId="{A5E3703F-B717-46EC-A601-C5A86936D992}" destId="{653A7E78-B123-4A3B-9B78-1435B1734413}" srcOrd="0" destOrd="0" presId="urn:microsoft.com/office/officeart/2008/layout/HorizontalMultiLevelHierarchy"/>
    <dgm:cxn modelId="{CCAAAE9D-4B3B-431E-B24D-EC1B36C3A99A}" type="presParOf" srcId="{2B15ABB8-FBB5-4FDB-8B73-32744FB0A566}" destId="{E8647B6D-E55C-40D7-96CF-B651FBA65C9D}" srcOrd="7" destOrd="0" presId="urn:microsoft.com/office/officeart/2008/layout/HorizontalMultiLevelHierarchy"/>
    <dgm:cxn modelId="{A8A48EEF-9676-409A-B6E1-8EA4F14C00FB}" type="presParOf" srcId="{E8647B6D-E55C-40D7-96CF-B651FBA65C9D}" destId="{A1B5C1E5-77DD-4994-B0DD-95874DD44D0A}" srcOrd="0" destOrd="0" presId="urn:microsoft.com/office/officeart/2008/layout/HorizontalMultiLevelHierarchy"/>
    <dgm:cxn modelId="{608EFC6B-B80E-492F-88A1-78740F4CDA93}" type="presParOf" srcId="{E8647B6D-E55C-40D7-96CF-B651FBA65C9D}" destId="{BDD2DFC4-C2AA-42E1-805F-73797BCAD746}" srcOrd="1" destOrd="0" presId="urn:microsoft.com/office/officeart/2008/layout/HorizontalMultiLevelHierarchy"/>
    <dgm:cxn modelId="{E48A7585-AE43-44D1-B5C3-4F6F6382DFE0}" type="presParOf" srcId="{A7BB11B2-1643-4C12-850D-AF6AEDFBA620}" destId="{C93E3D71-94DF-4C58-8A74-DCC2DCA6F2B8}" srcOrd="4" destOrd="0" presId="urn:microsoft.com/office/officeart/2008/layout/HorizontalMultiLevelHierarchy"/>
    <dgm:cxn modelId="{E8506070-CB9F-4916-9498-3EC59AEF408B}" type="presParOf" srcId="{C93E3D71-94DF-4C58-8A74-DCC2DCA6F2B8}" destId="{AE431607-76B5-42C3-9C16-277E5C6B4C69}" srcOrd="0" destOrd="0" presId="urn:microsoft.com/office/officeart/2008/layout/HorizontalMultiLevelHierarchy"/>
    <dgm:cxn modelId="{92AE953E-C799-4267-A2D2-C8A64204B20A}" type="presParOf" srcId="{A7BB11B2-1643-4C12-850D-AF6AEDFBA620}" destId="{DABA1803-DA05-4AC7-9B95-050CB1742287}" srcOrd="5" destOrd="0" presId="urn:microsoft.com/office/officeart/2008/layout/HorizontalMultiLevelHierarchy"/>
    <dgm:cxn modelId="{8FC0A0D9-8712-4819-8A1C-3D9D66769E49}" type="presParOf" srcId="{DABA1803-DA05-4AC7-9B95-050CB1742287}" destId="{C231FFC3-A8C9-47D2-A205-69C660835FDC}" srcOrd="0" destOrd="0" presId="urn:microsoft.com/office/officeart/2008/layout/HorizontalMultiLevelHierarchy"/>
    <dgm:cxn modelId="{617D2780-7820-4D6B-9300-EF2FC110A677}" type="presParOf" srcId="{DABA1803-DA05-4AC7-9B95-050CB1742287}" destId="{7ABE43C8-7867-405E-9BDB-9BD9390285F8}" srcOrd="1" destOrd="0" presId="urn:microsoft.com/office/officeart/2008/layout/HorizontalMultiLevelHierarchy"/>
    <dgm:cxn modelId="{EEA828D1-9CA2-4F59-9FFD-B7B5A0465CFB}" type="presParOf" srcId="{7ABE43C8-7867-405E-9BDB-9BD9390285F8}" destId="{487916F0-4538-4070-AE0F-349E8B3BD188}" srcOrd="0" destOrd="0" presId="urn:microsoft.com/office/officeart/2008/layout/HorizontalMultiLevelHierarchy"/>
    <dgm:cxn modelId="{475ABC86-7D60-4F4D-B82A-723BA249E881}" type="presParOf" srcId="{487916F0-4538-4070-AE0F-349E8B3BD188}" destId="{25219A07-8264-4CE5-9709-F16615D440E5}" srcOrd="0" destOrd="0" presId="urn:microsoft.com/office/officeart/2008/layout/HorizontalMultiLevelHierarchy"/>
    <dgm:cxn modelId="{8ECEDB45-ACA0-49B1-A8F6-D3B734EDCB43}" type="presParOf" srcId="{7ABE43C8-7867-405E-9BDB-9BD9390285F8}" destId="{2B5971A5-9525-4318-8A0B-C5833EE8F4E2}" srcOrd="1" destOrd="0" presId="urn:microsoft.com/office/officeart/2008/layout/HorizontalMultiLevelHierarchy"/>
    <dgm:cxn modelId="{850683D8-A240-46AD-B6D9-9C3BE73BDB6C}" type="presParOf" srcId="{2B5971A5-9525-4318-8A0B-C5833EE8F4E2}" destId="{875C84E5-BF28-4FE9-B8EE-A5E2B88983EB}" srcOrd="0" destOrd="0" presId="urn:microsoft.com/office/officeart/2008/layout/HorizontalMultiLevelHierarchy"/>
    <dgm:cxn modelId="{E7D86D99-0F53-4F40-B670-DDBACAC18687}" type="presParOf" srcId="{2B5971A5-9525-4318-8A0B-C5833EE8F4E2}" destId="{B96C6535-0CF5-43EF-A959-BE0B4936E5F1}" srcOrd="1" destOrd="0" presId="urn:microsoft.com/office/officeart/2008/layout/HorizontalMultiLevelHierarchy"/>
    <dgm:cxn modelId="{7BB597AD-35E3-453E-8736-089F1133C8DC}" type="presParOf" srcId="{A7BB11B2-1643-4C12-850D-AF6AEDFBA620}" destId="{A10556F3-C649-424F-B483-ED44AAC68F1B}" srcOrd="6" destOrd="0" presId="urn:microsoft.com/office/officeart/2008/layout/HorizontalMultiLevelHierarchy"/>
    <dgm:cxn modelId="{48C9969E-656D-4447-B4D1-050AF44653C2}" type="presParOf" srcId="{A10556F3-C649-424F-B483-ED44AAC68F1B}" destId="{0141C086-3DD5-4BDA-BCA1-AA6DAAF040B9}" srcOrd="0" destOrd="0" presId="urn:microsoft.com/office/officeart/2008/layout/HorizontalMultiLevelHierarchy"/>
    <dgm:cxn modelId="{9B3948F4-7022-4A34-A5CA-B50F8F8FC79C}" type="presParOf" srcId="{A7BB11B2-1643-4C12-850D-AF6AEDFBA620}" destId="{BE5F7C75-C722-44A6-A904-C033F770A794}" srcOrd="7" destOrd="0" presId="urn:microsoft.com/office/officeart/2008/layout/HorizontalMultiLevelHierarchy"/>
    <dgm:cxn modelId="{971E0DDB-3A8D-47FE-A7B6-455ADD2921DC}" type="presParOf" srcId="{BE5F7C75-C722-44A6-A904-C033F770A794}" destId="{52B5C62B-0C7A-4453-9129-7FC6A5D71BFE}" srcOrd="0" destOrd="0" presId="urn:microsoft.com/office/officeart/2008/layout/HorizontalMultiLevelHierarchy"/>
    <dgm:cxn modelId="{6BA03DEE-AC64-4929-9851-BF783BA7A046}" type="presParOf" srcId="{BE5F7C75-C722-44A6-A904-C033F770A794}" destId="{509432D2-8F62-4B1D-8B70-850CAF3D0F55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66082201-2E73-4E48-8A74-CB47B8385F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1748C525-4984-416D-9FE0-C6472B5271DF}">
      <dgm:prSet phldrT="[Texto]"/>
      <dgm:spPr/>
      <dgm:t>
        <a:bodyPr/>
        <a:lstStyle/>
        <a:p>
          <a:r>
            <a:rPr lang="es-MX" dirty="0"/>
            <a:t>Erogaciones efectuadas que tengan por objeto satisfacer</a:t>
          </a:r>
        </a:p>
      </dgm:t>
    </dgm:pt>
    <dgm:pt modelId="{85C45773-478B-4507-853A-315471334DD8}" type="parTrans" cxnId="{4116660A-1057-4CFA-B57B-55E471D17624}">
      <dgm:prSet/>
      <dgm:spPr/>
      <dgm:t>
        <a:bodyPr/>
        <a:lstStyle/>
        <a:p>
          <a:endParaRPr lang="es-MX"/>
        </a:p>
      </dgm:t>
    </dgm:pt>
    <dgm:pt modelId="{7B17B206-E2A0-49A9-B97D-4C2DBE4569CD}" type="sibTrans" cxnId="{4116660A-1057-4CFA-B57B-55E471D17624}">
      <dgm:prSet/>
      <dgm:spPr/>
      <dgm:t>
        <a:bodyPr/>
        <a:lstStyle/>
        <a:p>
          <a:endParaRPr lang="es-MX"/>
        </a:p>
      </dgm:t>
    </dgm:pt>
    <dgm:pt modelId="{CFDBCD07-EFBF-4247-9C8C-1177F7375460}">
      <dgm:prSet phldrT="[Texto]"/>
      <dgm:spPr/>
      <dgm:t>
        <a:bodyPr/>
        <a:lstStyle/>
        <a:p>
          <a:r>
            <a:rPr lang="es-MX" dirty="0"/>
            <a:t>Contingencias o necesidades presentes o futuras</a:t>
          </a:r>
        </a:p>
      </dgm:t>
    </dgm:pt>
    <dgm:pt modelId="{CEB4E729-346C-4D30-A546-F822AC995F0C}" type="parTrans" cxnId="{0225E0AA-7937-43A1-824C-C0D050E69A92}">
      <dgm:prSet/>
      <dgm:spPr/>
      <dgm:t>
        <a:bodyPr/>
        <a:lstStyle/>
        <a:p>
          <a:endParaRPr lang="es-MX"/>
        </a:p>
      </dgm:t>
    </dgm:pt>
    <dgm:pt modelId="{6EAC3C1D-FBDD-430F-8C35-D40739CA6FE1}" type="sibTrans" cxnId="{0225E0AA-7937-43A1-824C-C0D050E69A92}">
      <dgm:prSet/>
      <dgm:spPr/>
      <dgm:t>
        <a:bodyPr/>
        <a:lstStyle/>
        <a:p>
          <a:endParaRPr lang="es-MX"/>
        </a:p>
      </dgm:t>
    </dgm:pt>
    <dgm:pt modelId="{B2889671-5ED0-4D82-BEDF-64152D799337}">
      <dgm:prSet phldrT="[Texto]"/>
      <dgm:spPr/>
      <dgm:t>
        <a:bodyPr/>
        <a:lstStyle/>
        <a:p>
          <a:r>
            <a:rPr lang="es-MX" dirty="0"/>
            <a:t>Otorgar beneficios a favor de los trabajadores, tendientes a su superación física, social, económica o cultural, que les permita el mejoramiento en su calidad de vida y en la de su familia</a:t>
          </a:r>
        </a:p>
      </dgm:t>
    </dgm:pt>
    <dgm:pt modelId="{C63693DF-C076-4C52-A022-EA6161F6ABDF}" type="parTrans" cxnId="{6234361C-ACE6-44FA-A02E-4DCC4913A9B4}">
      <dgm:prSet/>
      <dgm:spPr/>
      <dgm:t>
        <a:bodyPr/>
        <a:lstStyle/>
        <a:p>
          <a:endParaRPr lang="es-MX"/>
        </a:p>
      </dgm:t>
    </dgm:pt>
    <dgm:pt modelId="{19884C70-B726-4B03-837B-7C263FD7C4A6}" type="sibTrans" cxnId="{6234361C-ACE6-44FA-A02E-4DCC4913A9B4}">
      <dgm:prSet/>
      <dgm:spPr/>
      <dgm:t>
        <a:bodyPr/>
        <a:lstStyle/>
        <a:p>
          <a:endParaRPr lang="es-MX"/>
        </a:p>
      </dgm:t>
    </dgm:pt>
    <dgm:pt modelId="{45647B65-A7DF-46D8-B141-6ADCB28310EC}" type="pres">
      <dgm:prSet presAssocID="{66082201-2E73-4E48-8A74-CB47B8385FDC}" presName="linear" presStyleCnt="0">
        <dgm:presLayoutVars>
          <dgm:animLvl val="lvl"/>
          <dgm:resizeHandles val="exact"/>
        </dgm:presLayoutVars>
      </dgm:prSet>
      <dgm:spPr/>
    </dgm:pt>
    <dgm:pt modelId="{0CE7BA71-06D0-461C-B2CD-9480AA629A12}" type="pres">
      <dgm:prSet presAssocID="{1748C525-4984-416D-9FE0-C6472B5271D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8431DFE-6E26-4246-8C82-2731D355A05D}" type="pres">
      <dgm:prSet presAssocID="{1748C525-4984-416D-9FE0-C6472B5271D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CDB8509-74EC-E042-882E-8E46D848C55F}" type="presOf" srcId="{CFDBCD07-EFBF-4247-9C8C-1177F7375460}" destId="{88431DFE-6E26-4246-8C82-2731D355A05D}" srcOrd="0" destOrd="0" presId="urn:microsoft.com/office/officeart/2005/8/layout/vList2"/>
    <dgm:cxn modelId="{4116660A-1057-4CFA-B57B-55E471D17624}" srcId="{66082201-2E73-4E48-8A74-CB47B8385FDC}" destId="{1748C525-4984-416D-9FE0-C6472B5271DF}" srcOrd="0" destOrd="0" parTransId="{85C45773-478B-4507-853A-315471334DD8}" sibTransId="{7B17B206-E2A0-49A9-B97D-4C2DBE4569CD}"/>
    <dgm:cxn modelId="{6234361C-ACE6-44FA-A02E-4DCC4913A9B4}" srcId="{1748C525-4984-416D-9FE0-C6472B5271DF}" destId="{B2889671-5ED0-4D82-BEDF-64152D799337}" srcOrd="1" destOrd="0" parTransId="{C63693DF-C076-4C52-A022-EA6161F6ABDF}" sibTransId="{19884C70-B726-4B03-837B-7C263FD7C4A6}"/>
    <dgm:cxn modelId="{72ABA62E-D810-FC4C-AE25-0FD16AB2FFA4}" type="presOf" srcId="{66082201-2E73-4E48-8A74-CB47B8385FDC}" destId="{45647B65-A7DF-46D8-B141-6ADCB28310EC}" srcOrd="0" destOrd="0" presId="urn:microsoft.com/office/officeart/2005/8/layout/vList2"/>
    <dgm:cxn modelId="{B4941157-AB12-D446-AC7B-DFA70B37317F}" type="presOf" srcId="{B2889671-5ED0-4D82-BEDF-64152D799337}" destId="{88431DFE-6E26-4246-8C82-2731D355A05D}" srcOrd="0" destOrd="1" presId="urn:microsoft.com/office/officeart/2005/8/layout/vList2"/>
    <dgm:cxn modelId="{658AFEA3-4A5D-8247-B04C-ED1FAB630F75}" type="presOf" srcId="{1748C525-4984-416D-9FE0-C6472B5271DF}" destId="{0CE7BA71-06D0-461C-B2CD-9480AA629A12}" srcOrd="0" destOrd="0" presId="urn:microsoft.com/office/officeart/2005/8/layout/vList2"/>
    <dgm:cxn modelId="{0225E0AA-7937-43A1-824C-C0D050E69A92}" srcId="{1748C525-4984-416D-9FE0-C6472B5271DF}" destId="{CFDBCD07-EFBF-4247-9C8C-1177F7375460}" srcOrd="0" destOrd="0" parTransId="{CEB4E729-346C-4D30-A546-F822AC995F0C}" sibTransId="{6EAC3C1D-FBDD-430F-8C35-D40739CA6FE1}"/>
    <dgm:cxn modelId="{12695B09-5835-ED41-8F91-8F91AFAFD711}" type="presParOf" srcId="{45647B65-A7DF-46D8-B141-6ADCB28310EC}" destId="{0CE7BA71-06D0-461C-B2CD-9480AA629A12}" srcOrd="0" destOrd="0" presId="urn:microsoft.com/office/officeart/2005/8/layout/vList2"/>
    <dgm:cxn modelId="{C2F82726-FBBB-2142-8071-40DA3A24E211}" type="presParOf" srcId="{45647B65-A7DF-46D8-B141-6ADCB28310EC}" destId="{88431DFE-6E26-4246-8C82-2731D355A05D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031F0A0A-CEC4-4C9B-A7FD-E1582D7DD2D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D3595443-74B9-4F8C-802B-83A680A93963}">
      <dgm:prSet phldrT="[Text]"/>
      <dgm:spPr/>
      <dgm:t>
        <a:bodyPr/>
        <a:lstStyle/>
        <a:p>
          <a:r>
            <a:rPr lang="es-MX" dirty="0"/>
            <a:t>Previsión Social</a:t>
          </a:r>
        </a:p>
      </dgm:t>
    </dgm:pt>
    <dgm:pt modelId="{5D2EAC44-A186-4971-AE2E-D37EB7B19A21}" type="parTrans" cxnId="{108C0FA0-F857-46C6-9B59-B84BA08CFE77}">
      <dgm:prSet/>
      <dgm:spPr/>
      <dgm:t>
        <a:bodyPr/>
        <a:lstStyle/>
        <a:p>
          <a:endParaRPr lang="es-MX"/>
        </a:p>
      </dgm:t>
    </dgm:pt>
    <dgm:pt modelId="{EC7A7AFC-E968-47E0-92F9-AB763911ED23}" type="sibTrans" cxnId="{108C0FA0-F857-46C6-9B59-B84BA08CFE77}">
      <dgm:prSet/>
      <dgm:spPr/>
      <dgm:t>
        <a:bodyPr/>
        <a:lstStyle/>
        <a:p>
          <a:endParaRPr lang="es-MX"/>
        </a:p>
      </dgm:t>
    </dgm:pt>
    <dgm:pt modelId="{4C2728BB-245C-40DD-A648-6E6119BD43B1}">
      <dgm:prSet phldrT="[Text]"/>
      <dgm:spPr/>
      <dgm:t>
        <a:bodyPr/>
        <a:lstStyle/>
        <a:p>
          <a:r>
            <a:rPr lang="es-MX" dirty="0"/>
            <a:t>Requisitos Generales</a:t>
          </a:r>
        </a:p>
      </dgm:t>
    </dgm:pt>
    <dgm:pt modelId="{9E3E6EE3-1497-4BE9-8465-3F770CDC8FE2}" type="parTrans" cxnId="{1E46BF65-DB7E-498E-9622-719D7ED55B99}">
      <dgm:prSet/>
      <dgm:spPr/>
      <dgm:t>
        <a:bodyPr/>
        <a:lstStyle/>
        <a:p>
          <a:endParaRPr lang="es-MX"/>
        </a:p>
      </dgm:t>
    </dgm:pt>
    <dgm:pt modelId="{8D0308D0-D920-4523-8FA8-0183B99D466B}" type="sibTrans" cxnId="{1E46BF65-DB7E-498E-9622-719D7ED55B99}">
      <dgm:prSet/>
      <dgm:spPr/>
      <dgm:t>
        <a:bodyPr/>
        <a:lstStyle/>
        <a:p>
          <a:endParaRPr lang="es-MX"/>
        </a:p>
      </dgm:t>
    </dgm:pt>
    <dgm:pt modelId="{ACB91056-C344-4C03-B4A6-719D31A0EF5C}">
      <dgm:prSet phldrT="[Text]" custT="1"/>
      <dgm:spPr/>
      <dgm:t>
        <a:bodyPr/>
        <a:lstStyle/>
        <a:p>
          <a:r>
            <a:rPr lang="es-MX" sz="1200" dirty="0"/>
            <a:t>En forma general y en beneficio de todos</a:t>
          </a:r>
        </a:p>
        <a:p>
          <a:r>
            <a:rPr lang="es-MX" sz="1000" dirty="0"/>
            <a:t>LISR 27-XI</a:t>
          </a:r>
        </a:p>
      </dgm:t>
    </dgm:pt>
    <dgm:pt modelId="{9F6E2DE7-6757-4233-86D7-7AEE59041EBD}" type="parTrans" cxnId="{30539F91-D509-47CB-B262-E7D6ED312604}">
      <dgm:prSet/>
      <dgm:spPr/>
      <dgm:t>
        <a:bodyPr/>
        <a:lstStyle/>
        <a:p>
          <a:endParaRPr lang="es-MX"/>
        </a:p>
      </dgm:t>
    </dgm:pt>
    <dgm:pt modelId="{39A8C605-5BD0-4172-A882-E1F41DB25BCD}" type="sibTrans" cxnId="{30539F91-D509-47CB-B262-E7D6ED312604}">
      <dgm:prSet/>
      <dgm:spPr/>
      <dgm:t>
        <a:bodyPr/>
        <a:lstStyle/>
        <a:p>
          <a:endParaRPr lang="es-MX"/>
        </a:p>
      </dgm:t>
    </dgm:pt>
    <dgm:pt modelId="{A78DC34E-9796-41D9-B235-D8A9F2E1121F}">
      <dgm:prSet phldrT="[Text]" custT="1"/>
      <dgm:spPr/>
      <dgm:t>
        <a:bodyPr/>
        <a:lstStyle/>
        <a:p>
          <a:r>
            <a:rPr lang="es-MX" sz="1700" dirty="0"/>
            <a:t>Requisitos Particulares</a:t>
          </a:r>
        </a:p>
        <a:p>
          <a:r>
            <a:rPr lang="es-MX" sz="1000" dirty="0"/>
            <a:t>LISR 27-XI</a:t>
          </a:r>
        </a:p>
      </dgm:t>
    </dgm:pt>
    <dgm:pt modelId="{E1665788-63E2-4F75-BB14-90DB4CEF327F}" type="parTrans" cxnId="{0C96A7BF-C355-41BB-BA34-A83988289FE8}">
      <dgm:prSet/>
      <dgm:spPr/>
      <dgm:t>
        <a:bodyPr/>
        <a:lstStyle/>
        <a:p>
          <a:endParaRPr lang="es-MX"/>
        </a:p>
      </dgm:t>
    </dgm:pt>
    <dgm:pt modelId="{88785343-B728-4DDA-ACB8-D63201C4AD9C}" type="sibTrans" cxnId="{0C96A7BF-C355-41BB-BA34-A83988289FE8}">
      <dgm:prSet/>
      <dgm:spPr/>
      <dgm:t>
        <a:bodyPr/>
        <a:lstStyle/>
        <a:p>
          <a:endParaRPr lang="es-MX"/>
        </a:p>
      </dgm:t>
    </dgm:pt>
    <dgm:pt modelId="{E171D585-D10D-4F40-80FF-F79A2D228AA5}">
      <dgm:prSet phldrT="[Text]"/>
      <dgm:spPr/>
      <dgm:t>
        <a:bodyPr/>
        <a:lstStyle/>
        <a:p>
          <a:r>
            <a:rPr lang="es-MX" dirty="0"/>
            <a:t>Vales de Despensa</a:t>
          </a:r>
        </a:p>
      </dgm:t>
    </dgm:pt>
    <dgm:pt modelId="{F9B4BDA3-94BA-4E34-9856-F6D7CE97E2AB}" type="parTrans" cxnId="{EC5E3FFD-21BC-48B3-AA48-B40366587887}">
      <dgm:prSet/>
      <dgm:spPr/>
      <dgm:t>
        <a:bodyPr/>
        <a:lstStyle/>
        <a:p>
          <a:endParaRPr lang="es-MX"/>
        </a:p>
      </dgm:t>
    </dgm:pt>
    <dgm:pt modelId="{EE17D323-815B-416F-8928-18496B78A61A}" type="sibTrans" cxnId="{EC5E3FFD-21BC-48B3-AA48-B40366587887}">
      <dgm:prSet/>
      <dgm:spPr/>
      <dgm:t>
        <a:bodyPr/>
        <a:lstStyle/>
        <a:p>
          <a:endParaRPr lang="es-MX"/>
        </a:p>
      </dgm:t>
    </dgm:pt>
    <dgm:pt modelId="{01CC85EE-5086-4D7C-93BD-F0C40B8A9046}">
      <dgm:prSet custT="1"/>
      <dgm:spPr/>
      <dgm:t>
        <a:bodyPr/>
        <a:lstStyle/>
        <a:p>
          <a:r>
            <a:rPr lang="es-MX" sz="1700" dirty="0"/>
            <a:t>Fondo de Ahorro</a:t>
          </a:r>
        </a:p>
      </dgm:t>
    </dgm:pt>
    <dgm:pt modelId="{31FEDF13-61CD-4015-9842-3F2E95E9A354}" type="parTrans" cxnId="{03012717-8A4C-408B-BC80-BE958B7F4B14}">
      <dgm:prSet/>
      <dgm:spPr/>
      <dgm:t>
        <a:bodyPr/>
        <a:lstStyle/>
        <a:p>
          <a:endParaRPr lang="es-MX"/>
        </a:p>
      </dgm:t>
    </dgm:pt>
    <dgm:pt modelId="{392AC9F9-8CDA-46D9-BF68-0A53BE85256F}" type="sibTrans" cxnId="{03012717-8A4C-408B-BC80-BE958B7F4B14}">
      <dgm:prSet/>
      <dgm:spPr/>
      <dgm:t>
        <a:bodyPr/>
        <a:lstStyle/>
        <a:p>
          <a:endParaRPr lang="es-MX"/>
        </a:p>
      </dgm:t>
    </dgm:pt>
    <dgm:pt modelId="{1B6FB7D1-FBDD-4FCA-ABE9-3D86C79E7C44}">
      <dgm:prSet/>
      <dgm:spPr/>
      <dgm:t>
        <a:bodyPr/>
        <a:lstStyle/>
        <a:p>
          <a:r>
            <a:rPr lang="es-MX" dirty="0"/>
            <a:t>Seguro de Gastos Médicos</a:t>
          </a:r>
        </a:p>
      </dgm:t>
    </dgm:pt>
    <dgm:pt modelId="{302E25E0-4C02-4DDA-9114-FE936AFEE9A3}" type="parTrans" cxnId="{4D62F7BD-A465-45B6-A77E-5E1DF0A2C0D6}">
      <dgm:prSet/>
      <dgm:spPr/>
      <dgm:t>
        <a:bodyPr/>
        <a:lstStyle/>
        <a:p>
          <a:endParaRPr lang="es-MX"/>
        </a:p>
      </dgm:t>
    </dgm:pt>
    <dgm:pt modelId="{C33FDB1E-EC35-4A40-B009-9DF412B957EC}" type="sibTrans" cxnId="{4D62F7BD-A465-45B6-A77E-5E1DF0A2C0D6}">
      <dgm:prSet/>
      <dgm:spPr/>
      <dgm:t>
        <a:bodyPr/>
        <a:lstStyle/>
        <a:p>
          <a:endParaRPr lang="es-MX"/>
        </a:p>
      </dgm:t>
    </dgm:pt>
    <dgm:pt modelId="{B29C4B73-3D7C-4B95-BDAD-7AE7823D59D0}">
      <dgm:prSet/>
      <dgm:spPr/>
      <dgm:t>
        <a:bodyPr/>
        <a:lstStyle/>
        <a:p>
          <a:r>
            <a:rPr lang="es-MX" dirty="0"/>
            <a:t>Seguro de Vida</a:t>
          </a:r>
        </a:p>
      </dgm:t>
    </dgm:pt>
    <dgm:pt modelId="{403AADC4-6789-419F-9634-4A7E3E98C3E8}" type="parTrans" cxnId="{0768EFB3-9A22-4EF0-8977-DB445B262333}">
      <dgm:prSet/>
      <dgm:spPr/>
      <dgm:t>
        <a:bodyPr/>
        <a:lstStyle/>
        <a:p>
          <a:endParaRPr lang="es-MX"/>
        </a:p>
      </dgm:t>
    </dgm:pt>
    <dgm:pt modelId="{55862ABA-4F0D-421B-A397-AEF9A8078277}" type="sibTrans" cxnId="{0768EFB3-9A22-4EF0-8977-DB445B262333}">
      <dgm:prSet/>
      <dgm:spPr/>
      <dgm:t>
        <a:bodyPr/>
        <a:lstStyle/>
        <a:p>
          <a:endParaRPr lang="es-MX"/>
        </a:p>
      </dgm:t>
    </dgm:pt>
    <dgm:pt modelId="{56FD2B8A-3B24-4F41-9D40-7958C3D092F6}">
      <dgm:prSet/>
      <dgm:spPr/>
      <dgm:t>
        <a:bodyPr/>
        <a:lstStyle/>
        <a:p>
          <a:r>
            <a:rPr lang="es-MX" dirty="0"/>
            <a:t>Monedero Electrónico</a:t>
          </a:r>
        </a:p>
      </dgm:t>
    </dgm:pt>
    <dgm:pt modelId="{E2E97759-4C42-4407-87CB-74D4F0A9F12D}" type="parTrans" cxnId="{F7AFB552-789C-4875-98C0-E68855A58084}">
      <dgm:prSet/>
      <dgm:spPr/>
      <dgm:t>
        <a:bodyPr/>
        <a:lstStyle/>
        <a:p>
          <a:endParaRPr lang="es-MX"/>
        </a:p>
      </dgm:t>
    </dgm:pt>
    <dgm:pt modelId="{5527897F-89C3-4E4F-B99D-2515EC3FA534}" type="sibTrans" cxnId="{F7AFB552-789C-4875-98C0-E68855A58084}">
      <dgm:prSet/>
      <dgm:spPr/>
      <dgm:t>
        <a:bodyPr/>
        <a:lstStyle/>
        <a:p>
          <a:endParaRPr lang="es-MX"/>
        </a:p>
      </dgm:t>
    </dgm:pt>
    <dgm:pt modelId="{4857FF36-70A8-4581-B25D-BB5BE2E69A2E}">
      <dgm:prSet/>
      <dgm:spPr/>
      <dgm:t>
        <a:bodyPr/>
        <a:lstStyle/>
        <a:p>
          <a:r>
            <a:rPr lang="es-MX" dirty="0"/>
            <a:t>Aportaciones iguales</a:t>
          </a:r>
        </a:p>
      </dgm:t>
    </dgm:pt>
    <dgm:pt modelId="{DD0F61EC-DA1F-44EA-BD24-B1FDF1D614F7}" type="parTrans" cxnId="{2767D631-0823-4FDD-B6EC-E27A6114C164}">
      <dgm:prSet/>
      <dgm:spPr/>
      <dgm:t>
        <a:bodyPr/>
        <a:lstStyle/>
        <a:p>
          <a:endParaRPr lang="es-MX"/>
        </a:p>
      </dgm:t>
    </dgm:pt>
    <dgm:pt modelId="{68E0458E-4CBD-4F57-A45D-53E328A62D02}" type="sibTrans" cxnId="{2767D631-0823-4FDD-B6EC-E27A6114C164}">
      <dgm:prSet/>
      <dgm:spPr/>
      <dgm:t>
        <a:bodyPr/>
        <a:lstStyle/>
        <a:p>
          <a:endParaRPr lang="es-MX"/>
        </a:p>
      </dgm:t>
    </dgm:pt>
    <dgm:pt modelId="{DD7F9AFA-A10F-435F-9414-865BDD03012E}">
      <dgm:prSet/>
      <dgm:spPr/>
      <dgm:t>
        <a:bodyPr/>
        <a:lstStyle/>
        <a:p>
          <a:r>
            <a:rPr lang="es-MX" dirty="0"/>
            <a:t>Máximo 13%</a:t>
          </a:r>
        </a:p>
        <a:p>
          <a:r>
            <a:rPr lang="es-MX" dirty="0"/>
            <a:t>Máximo 1.3 SM</a:t>
          </a:r>
        </a:p>
      </dgm:t>
    </dgm:pt>
    <dgm:pt modelId="{0C04B551-DA0D-483C-934D-1BFB8742CB70}" type="parTrans" cxnId="{20938876-B581-4663-9A41-909E372FD880}">
      <dgm:prSet/>
      <dgm:spPr/>
      <dgm:t>
        <a:bodyPr/>
        <a:lstStyle/>
        <a:p>
          <a:endParaRPr lang="es-MX"/>
        </a:p>
      </dgm:t>
    </dgm:pt>
    <dgm:pt modelId="{511206D4-0BE2-438E-9F2B-43E6700D73DD}" type="sibTrans" cxnId="{20938876-B581-4663-9A41-909E372FD880}">
      <dgm:prSet/>
      <dgm:spPr/>
      <dgm:t>
        <a:bodyPr/>
        <a:lstStyle/>
        <a:p>
          <a:endParaRPr lang="es-MX"/>
        </a:p>
      </dgm:t>
    </dgm:pt>
    <dgm:pt modelId="{C82831CA-5630-44D8-B268-B3750B68D2B7}">
      <dgm:prSet/>
      <dgm:spPr/>
      <dgm:t>
        <a:bodyPr/>
        <a:lstStyle/>
        <a:p>
          <a:r>
            <a:rPr lang="es-MX" dirty="0"/>
            <a:t>Permanencia e Inversión</a:t>
          </a:r>
        </a:p>
      </dgm:t>
    </dgm:pt>
    <dgm:pt modelId="{9BF82CC8-7E22-4804-AC87-2ACF35657EA5}" type="parTrans" cxnId="{38B5B744-3169-4360-8829-9B22E6F510A8}">
      <dgm:prSet/>
      <dgm:spPr/>
      <dgm:t>
        <a:bodyPr/>
        <a:lstStyle/>
        <a:p>
          <a:endParaRPr lang="es-MX"/>
        </a:p>
      </dgm:t>
    </dgm:pt>
    <dgm:pt modelId="{A29F474A-F67B-4CB8-844E-2728DDBC9609}" type="sibTrans" cxnId="{38B5B744-3169-4360-8829-9B22E6F510A8}">
      <dgm:prSet/>
      <dgm:spPr/>
      <dgm:t>
        <a:bodyPr/>
        <a:lstStyle/>
        <a:p>
          <a:endParaRPr lang="es-MX"/>
        </a:p>
      </dgm:t>
    </dgm:pt>
    <dgm:pt modelId="{BC77FDE9-23F1-480C-ADC7-AD324A6B64E0}">
      <dgm:prSet/>
      <dgm:spPr/>
      <dgm:t>
        <a:bodyPr/>
        <a:lstStyle/>
        <a:p>
          <a:r>
            <a:rPr lang="es-MX" dirty="0"/>
            <a:t>Retiro una vez al año</a:t>
          </a:r>
        </a:p>
      </dgm:t>
    </dgm:pt>
    <dgm:pt modelId="{3EA1938D-6B5A-4DD2-ACBD-9BE7686E1DF9}" type="parTrans" cxnId="{6F5C91FC-15BB-4134-AB9F-4AB5998B8513}">
      <dgm:prSet/>
      <dgm:spPr/>
      <dgm:t>
        <a:bodyPr/>
        <a:lstStyle/>
        <a:p>
          <a:endParaRPr lang="es-MX"/>
        </a:p>
      </dgm:t>
    </dgm:pt>
    <dgm:pt modelId="{8A15B814-E1D7-456D-BF6D-E5DE34C91F4C}" type="sibTrans" cxnId="{6F5C91FC-15BB-4134-AB9F-4AB5998B8513}">
      <dgm:prSet/>
      <dgm:spPr/>
      <dgm:t>
        <a:bodyPr/>
        <a:lstStyle/>
        <a:p>
          <a:endParaRPr lang="es-MX"/>
        </a:p>
      </dgm:t>
    </dgm:pt>
    <dgm:pt modelId="{96B7EA62-342B-49E0-9A16-16EEA157C394}">
      <dgm:prSet/>
      <dgm:spPr/>
      <dgm:t>
        <a:bodyPr/>
        <a:lstStyle/>
        <a:p>
          <a:r>
            <a:rPr lang="es-MX" dirty="0"/>
            <a:t>Préstamos a trabajadores</a:t>
          </a:r>
        </a:p>
      </dgm:t>
    </dgm:pt>
    <dgm:pt modelId="{AC458A82-5C7E-4F02-9062-5AA174AD5477}" type="parTrans" cxnId="{88E7D743-0F8A-4308-AB30-585CB92B24F5}">
      <dgm:prSet/>
      <dgm:spPr/>
      <dgm:t>
        <a:bodyPr/>
        <a:lstStyle/>
        <a:p>
          <a:endParaRPr lang="es-MX"/>
        </a:p>
      </dgm:t>
    </dgm:pt>
    <dgm:pt modelId="{6EBF3682-E624-4A77-91CC-F4C19C21B361}" type="sibTrans" cxnId="{88E7D743-0F8A-4308-AB30-585CB92B24F5}">
      <dgm:prSet/>
      <dgm:spPr/>
      <dgm:t>
        <a:bodyPr/>
        <a:lstStyle/>
        <a:p>
          <a:endParaRPr lang="es-MX"/>
        </a:p>
      </dgm:t>
    </dgm:pt>
    <dgm:pt modelId="{3F77E726-35DB-4BFD-AD1F-4105CB9FEDE5}">
      <dgm:prSet/>
      <dgm:spPr/>
      <dgm:t>
        <a:bodyPr/>
        <a:lstStyle/>
        <a:p>
          <a:r>
            <a:rPr lang="es-MX" dirty="0"/>
            <a:t>Inversiones aprobadas</a:t>
          </a:r>
        </a:p>
      </dgm:t>
    </dgm:pt>
    <dgm:pt modelId="{4C3B4CC0-542B-4B44-82CA-D33C6CD0B24D}" type="parTrans" cxnId="{E1A6DA4A-2AF1-4CE0-8C4E-F87D803425ED}">
      <dgm:prSet/>
      <dgm:spPr/>
      <dgm:t>
        <a:bodyPr/>
        <a:lstStyle/>
        <a:p>
          <a:endParaRPr lang="es-MX"/>
        </a:p>
      </dgm:t>
    </dgm:pt>
    <dgm:pt modelId="{2ACF96BF-F60C-4E2B-A519-98F732CD706D}" type="sibTrans" cxnId="{E1A6DA4A-2AF1-4CE0-8C4E-F87D803425ED}">
      <dgm:prSet/>
      <dgm:spPr/>
      <dgm:t>
        <a:bodyPr/>
        <a:lstStyle/>
        <a:p>
          <a:endParaRPr lang="es-MX"/>
        </a:p>
      </dgm:t>
    </dgm:pt>
    <dgm:pt modelId="{646ED4A1-0451-4273-9E55-4F9065FD4633}">
      <dgm:prSet/>
      <dgm:spPr/>
      <dgm:t>
        <a:bodyPr/>
        <a:lstStyle/>
        <a:p>
          <a:r>
            <a:rPr lang="es-MX" dirty="0"/>
            <a:t>NO Sindicalizados</a:t>
          </a:r>
        </a:p>
      </dgm:t>
    </dgm:pt>
    <dgm:pt modelId="{D56891E0-F4A4-4CA1-911E-BB5568ADCF3C}" type="parTrans" cxnId="{0757A9A5-8323-45D0-8C44-9DEC797014EE}">
      <dgm:prSet/>
      <dgm:spPr/>
      <dgm:t>
        <a:bodyPr/>
        <a:lstStyle/>
        <a:p>
          <a:endParaRPr lang="es-MX"/>
        </a:p>
      </dgm:t>
    </dgm:pt>
    <dgm:pt modelId="{A701C1B4-7028-47A5-8009-25DDCE9401AB}" type="sibTrans" cxnId="{0757A9A5-8323-45D0-8C44-9DEC797014EE}">
      <dgm:prSet/>
      <dgm:spPr/>
      <dgm:t>
        <a:bodyPr/>
        <a:lstStyle/>
        <a:p>
          <a:endParaRPr lang="es-MX"/>
        </a:p>
      </dgm:t>
    </dgm:pt>
    <dgm:pt modelId="{DC9E0715-C6EC-4EDD-BCCA-02DF98017AC4}">
      <dgm:prSet/>
      <dgm:spPr/>
      <dgm:t>
        <a:bodyPr/>
        <a:lstStyle/>
        <a:p>
          <a:r>
            <a:rPr lang="es-MX" dirty="0"/>
            <a:t>Sindicalizados</a:t>
          </a:r>
        </a:p>
      </dgm:t>
    </dgm:pt>
    <dgm:pt modelId="{9DDA32BF-590E-4BD3-BF6B-42278600080B}" type="parTrans" cxnId="{F4A35F44-2A11-4627-95FB-9215972F791D}">
      <dgm:prSet/>
      <dgm:spPr/>
      <dgm:t>
        <a:bodyPr/>
        <a:lstStyle/>
        <a:p>
          <a:endParaRPr lang="es-MX"/>
        </a:p>
      </dgm:t>
    </dgm:pt>
    <dgm:pt modelId="{DBBCAA75-D76D-4800-9843-A8942E952E57}" type="sibTrans" cxnId="{F4A35F44-2A11-4627-95FB-9215972F791D}">
      <dgm:prSet/>
      <dgm:spPr/>
      <dgm:t>
        <a:bodyPr/>
        <a:lstStyle/>
        <a:p>
          <a:endParaRPr lang="es-MX"/>
        </a:p>
      </dgm:t>
    </dgm:pt>
    <dgm:pt modelId="{352383BC-3A54-4315-B73E-09B8B7784E65}">
      <dgm:prSet/>
      <dgm:spPr/>
      <dgm:t>
        <a:bodyPr/>
        <a:lstStyle/>
        <a:p>
          <a:r>
            <a:rPr lang="es-MX" dirty="0"/>
            <a:t>Mismas prestaciones a todos</a:t>
          </a:r>
        </a:p>
      </dgm:t>
    </dgm:pt>
    <dgm:pt modelId="{A324995A-D1D9-4DCF-B1CD-5E3D8EF9E13A}" type="parTrans" cxnId="{791C20E8-83C9-43BA-A050-636171231702}">
      <dgm:prSet/>
      <dgm:spPr/>
      <dgm:t>
        <a:bodyPr/>
        <a:lstStyle/>
        <a:p>
          <a:endParaRPr lang="es-MX"/>
        </a:p>
      </dgm:t>
    </dgm:pt>
    <dgm:pt modelId="{61A45E02-2F76-4540-B8F1-784AFC8E3E0F}" type="sibTrans" cxnId="{791C20E8-83C9-43BA-A050-636171231702}">
      <dgm:prSet/>
      <dgm:spPr/>
      <dgm:t>
        <a:bodyPr/>
        <a:lstStyle/>
        <a:p>
          <a:endParaRPr lang="es-MX"/>
        </a:p>
      </dgm:t>
    </dgm:pt>
    <dgm:pt modelId="{4B34699C-00E9-44B9-9103-6FB5A05708BC}">
      <dgm:prSet/>
      <dgm:spPr/>
      <dgm:t>
        <a:bodyPr/>
        <a:lstStyle/>
        <a:p>
          <a:r>
            <a:rPr lang="es-MX" dirty="0"/>
            <a:t>Prestaciones distintas para cada sindicato</a:t>
          </a:r>
        </a:p>
      </dgm:t>
    </dgm:pt>
    <dgm:pt modelId="{225565C2-1389-4BEC-885D-0F404AA52467}" type="parTrans" cxnId="{97450B00-1496-4D5A-8992-B58CC80FE102}">
      <dgm:prSet/>
      <dgm:spPr/>
      <dgm:t>
        <a:bodyPr/>
        <a:lstStyle/>
        <a:p>
          <a:endParaRPr lang="es-MX"/>
        </a:p>
      </dgm:t>
    </dgm:pt>
    <dgm:pt modelId="{0FF4D907-FE20-4B4E-9760-6EA6468B6137}" type="sibTrans" cxnId="{97450B00-1496-4D5A-8992-B58CC80FE102}">
      <dgm:prSet/>
      <dgm:spPr/>
      <dgm:t>
        <a:bodyPr/>
        <a:lstStyle/>
        <a:p>
          <a:endParaRPr lang="es-MX"/>
        </a:p>
      </dgm:t>
    </dgm:pt>
    <dgm:pt modelId="{E8950533-BDBA-4EE5-9343-A575856693A8}">
      <dgm:prSet/>
      <dgm:spPr/>
      <dgm:t>
        <a:bodyPr/>
        <a:lstStyle/>
        <a:p>
          <a:r>
            <a:rPr lang="es-MX" dirty="0"/>
            <a:t>Beneficiarios</a:t>
          </a:r>
        </a:p>
      </dgm:t>
    </dgm:pt>
    <dgm:pt modelId="{19E93CE7-995F-4A9B-86D4-E72DC454E4D4}" type="parTrans" cxnId="{8B823858-FC35-42B5-93D5-811FA599EED8}">
      <dgm:prSet/>
      <dgm:spPr/>
      <dgm:t>
        <a:bodyPr/>
        <a:lstStyle/>
        <a:p>
          <a:endParaRPr lang="es-MX"/>
        </a:p>
      </dgm:t>
    </dgm:pt>
    <dgm:pt modelId="{CDBD8FDF-58AA-483B-882D-5366416ADEE4}" type="sibTrans" cxnId="{8B823858-FC35-42B5-93D5-811FA599EED8}">
      <dgm:prSet/>
      <dgm:spPr/>
      <dgm:t>
        <a:bodyPr/>
        <a:lstStyle/>
        <a:p>
          <a:endParaRPr lang="es-MX"/>
        </a:p>
      </dgm:t>
    </dgm:pt>
    <dgm:pt modelId="{42220468-88C9-4A28-AEFA-08382CD7FCCF}">
      <dgm:prSet custT="1"/>
      <dgm:spPr/>
      <dgm:t>
        <a:bodyPr/>
        <a:lstStyle/>
        <a:p>
          <a:r>
            <a:rPr lang="es-MX" sz="900" dirty="0"/>
            <a:t>Cónyuge, concubina, ascendientes y descendientes con dependencia económica</a:t>
          </a:r>
        </a:p>
        <a:p>
          <a:r>
            <a:rPr lang="es-MX" sz="1000" dirty="0"/>
            <a:t>RLISR 46-II</a:t>
          </a:r>
        </a:p>
      </dgm:t>
    </dgm:pt>
    <dgm:pt modelId="{E7F994E2-D3AB-4D0F-9321-6C6877180F61}" type="parTrans" cxnId="{984EEF2E-7984-433D-8BA3-66306D604804}">
      <dgm:prSet/>
      <dgm:spPr/>
      <dgm:t>
        <a:bodyPr/>
        <a:lstStyle/>
        <a:p>
          <a:endParaRPr lang="es-MX"/>
        </a:p>
      </dgm:t>
    </dgm:pt>
    <dgm:pt modelId="{4B8BC1F2-9214-43BC-B949-0C2795746A47}" type="sibTrans" cxnId="{984EEF2E-7984-433D-8BA3-66306D604804}">
      <dgm:prSet/>
      <dgm:spPr/>
      <dgm:t>
        <a:bodyPr/>
        <a:lstStyle/>
        <a:p>
          <a:endParaRPr lang="es-MX"/>
        </a:p>
      </dgm:t>
    </dgm:pt>
    <dgm:pt modelId="{747BE8C5-035F-4D82-8D0D-E666E5123CBE}">
      <dgm:prSet custT="1"/>
      <dgm:spPr/>
      <dgm:t>
        <a:bodyPr/>
        <a:lstStyle/>
        <a:p>
          <a:r>
            <a:rPr lang="es-MX" sz="1200" dirty="0"/>
            <a:t>En México si ahí se encuentra el trabajador</a:t>
          </a:r>
        </a:p>
        <a:p>
          <a:r>
            <a:rPr lang="es-MX" sz="1000" dirty="0"/>
            <a:t>RLISR 46-I</a:t>
          </a:r>
        </a:p>
      </dgm:t>
    </dgm:pt>
    <dgm:pt modelId="{D54EBE69-21CC-4E57-8834-08FB76703146}" type="parTrans" cxnId="{00230F25-912A-4053-9A96-6568B0828997}">
      <dgm:prSet/>
      <dgm:spPr/>
      <dgm:t>
        <a:bodyPr/>
        <a:lstStyle/>
        <a:p>
          <a:endParaRPr lang="es-MX"/>
        </a:p>
      </dgm:t>
    </dgm:pt>
    <dgm:pt modelId="{2F1C1ED7-1494-4E61-8D2F-13B06240C5AD}" type="sibTrans" cxnId="{00230F25-912A-4053-9A96-6568B0828997}">
      <dgm:prSet/>
      <dgm:spPr/>
      <dgm:t>
        <a:bodyPr/>
        <a:lstStyle/>
        <a:p>
          <a:endParaRPr lang="es-MX"/>
        </a:p>
      </dgm:t>
    </dgm:pt>
    <dgm:pt modelId="{11D0D9E8-6CB5-4B16-8596-974FCF30D005}" type="pres">
      <dgm:prSet presAssocID="{031F0A0A-CEC4-4C9B-A7FD-E1582D7DD2D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233A93A-B5B9-4D2E-90F6-DD4064AEE2F7}" type="pres">
      <dgm:prSet presAssocID="{D3595443-74B9-4F8C-802B-83A680A93963}" presName="root1" presStyleCnt="0"/>
      <dgm:spPr/>
    </dgm:pt>
    <dgm:pt modelId="{AD2AEF27-C265-4C65-A15D-15C352467E82}" type="pres">
      <dgm:prSet presAssocID="{D3595443-74B9-4F8C-802B-83A680A93963}" presName="LevelOneTextNode" presStyleLbl="node0" presStyleIdx="0" presStyleCnt="1">
        <dgm:presLayoutVars>
          <dgm:chPref val="3"/>
        </dgm:presLayoutVars>
      </dgm:prSet>
      <dgm:spPr/>
    </dgm:pt>
    <dgm:pt modelId="{7A9DD292-3385-470B-A5E0-C4EA347A6F27}" type="pres">
      <dgm:prSet presAssocID="{D3595443-74B9-4F8C-802B-83A680A93963}" presName="level2hierChild" presStyleCnt="0"/>
      <dgm:spPr/>
    </dgm:pt>
    <dgm:pt modelId="{54F771EF-C262-41CD-8B06-B62A7ED71F4A}" type="pres">
      <dgm:prSet presAssocID="{19E93CE7-995F-4A9B-86D4-E72DC454E4D4}" presName="conn2-1" presStyleLbl="parChTrans1D2" presStyleIdx="0" presStyleCnt="3"/>
      <dgm:spPr/>
    </dgm:pt>
    <dgm:pt modelId="{AAA8552C-9FAC-476C-923F-8A20C58FBA38}" type="pres">
      <dgm:prSet presAssocID="{19E93CE7-995F-4A9B-86D4-E72DC454E4D4}" presName="connTx" presStyleLbl="parChTrans1D2" presStyleIdx="0" presStyleCnt="3"/>
      <dgm:spPr/>
    </dgm:pt>
    <dgm:pt modelId="{6CE91C34-DC70-44A8-84FC-3B13C62B1069}" type="pres">
      <dgm:prSet presAssocID="{E8950533-BDBA-4EE5-9343-A575856693A8}" presName="root2" presStyleCnt="0"/>
      <dgm:spPr/>
    </dgm:pt>
    <dgm:pt modelId="{772D9794-2FAC-4696-92A4-C53BC0CBF99A}" type="pres">
      <dgm:prSet presAssocID="{E8950533-BDBA-4EE5-9343-A575856693A8}" presName="LevelTwoTextNode" presStyleLbl="node2" presStyleIdx="0" presStyleCnt="3">
        <dgm:presLayoutVars>
          <dgm:chPref val="3"/>
        </dgm:presLayoutVars>
      </dgm:prSet>
      <dgm:spPr/>
    </dgm:pt>
    <dgm:pt modelId="{9590EF11-6B7E-4A14-A6A6-18C9DFD56A44}" type="pres">
      <dgm:prSet presAssocID="{E8950533-BDBA-4EE5-9343-A575856693A8}" presName="level3hierChild" presStyleCnt="0"/>
      <dgm:spPr/>
    </dgm:pt>
    <dgm:pt modelId="{BC0A63C0-9109-42BC-90F7-C84F73645E50}" type="pres">
      <dgm:prSet presAssocID="{E7F994E2-D3AB-4D0F-9321-6C6877180F61}" presName="conn2-1" presStyleLbl="parChTrans1D3" presStyleIdx="0" presStyleCnt="7"/>
      <dgm:spPr/>
    </dgm:pt>
    <dgm:pt modelId="{9BD4E3BA-35A1-4BCD-AE6A-9D7A1A8D9439}" type="pres">
      <dgm:prSet presAssocID="{E7F994E2-D3AB-4D0F-9321-6C6877180F61}" presName="connTx" presStyleLbl="parChTrans1D3" presStyleIdx="0" presStyleCnt="7"/>
      <dgm:spPr/>
    </dgm:pt>
    <dgm:pt modelId="{18F26173-6DE3-4F0D-B363-28558DD30B25}" type="pres">
      <dgm:prSet presAssocID="{42220468-88C9-4A28-AEFA-08382CD7FCCF}" presName="root2" presStyleCnt="0"/>
      <dgm:spPr/>
    </dgm:pt>
    <dgm:pt modelId="{0D9D6663-DEB9-410D-9E07-9D2E9764B6DB}" type="pres">
      <dgm:prSet presAssocID="{42220468-88C9-4A28-AEFA-08382CD7FCCF}" presName="LevelTwoTextNode" presStyleLbl="node3" presStyleIdx="0" presStyleCnt="7">
        <dgm:presLayoutVars>
          <dgm:chPref val="3"/>
        </dgm:presLayoutVars>
      </dgm:prSet>
      <dgm:spPr/>
    </dgm:pt>
    <dgm:pt modelId="{A8307B99-F17E-4848-9B87-5AB6043AA540}" type="pres">
      <dgm:prSet presAssocID="{42220468-88C9-4A28-AEFA-08382CD7FCCF}" presName="level3hierChild" presStyleCnt="0"/>
      <dgm:spPr/>
    </dgm:pt>
    <dgm:pt modelId="{E7ABF8AB-46C8-4B31-B26C-49ECEA67580E}" type="pres">
      <dgm:prSet presAssocID="{9E3E6EE3-1497-4BE9-8465-3F770CDC8FE2}" presName="conn2-1" presStyleLbl="parChTrans1D2" presStyleIdx="1" presStyleCnt="3"/>
      <dgm:spPr/>
    </dgm:pt>
    <dgm:pt modelId="{026E7E05-93C7-407D-9865-CC68AB842FAC}" type="pres">
      <dgm:prSet presAssocID="{9E3E6EE3-1497-4BE9-8465-3F770CDC8FE2}" presName="connTx" presStyleLbl="parChTrans1D2" presStyleIdx="1" presStyleCnt="3"/>
      <dgm:spPr/>
    </dgm:pt>
    <dgm:pt modelId="{684D2D8D-3A35-46B0-9DEA-1BCF6D6FD3AA}" type="pres">
      <dgm:prSet presAssocID="{4C2728BB-245C-40DD-A648-6E6119BD43B1}" presName="root2" presStyleCnt="0"/>
      <dgm:spPr/>
    </dgm:pt>
    <dgm:pt modelId="{5F31CA7D-C0E2-43EE-9ED9-BAD6D3870222}" type="pres">
      <dgm:prSet presAssocID="{4C2728BB-245C-40DD-A648-6E6119BD43B1}" presName="LevelTwoTextNode" presStyleLbl="node2" presStyleIdx="1" presStyleCnt="3">
        <dgm:presLayoutVars>
          <dgm:chPref val="3"/>
        </dgm:presLayoutVars>
      </dgm:prSet>
      <dgm:spPr/>
    </dgm:pt>
    <dgm:pt modelId="{5A2D76E3-86BF-4258-8947-6A321D8E5BD4}" type="pres">
      <dgm:prSet presAssocID="{4C2728BB-245C-40DD-A648-6E6119BD43B1}" presName="level3hierChild" presStyleCnt="0"/>
      <dgm:spPr/>
    </dgm:pt>
    <dgm:pt modelId="{6E9BBFC7-D3D0-42DA-93CE-BD34F8A3AB21}" type="pres">
      <dgm:prSet presAssocID="{D54EBE69-21CC-4E57-8834-08FB76703146}" presName="conn2-1" presStyleLbl="parChTrans1D3" presStyleIdx="1" presStyleCnt="7"/>
      <dgm:spPr/>
    </dgm:pt>
    <dgm:pt modelId="{709E0BC6-6CEB-4FB5-9A83-82505129E18D}" type="pres">
      <dgm:prSet presAssocID="{D54EBE69-21CC-4E57-8834-08FB76703146}" presName="connTx" presStyleLbl="parChTrans1D3" presStyleIdx="1" presStyleCnt="7"/>
      <dgm:spPr/>
    </dgm:pt>
    <dgm:pt modelId="{F5CFA590-0135-4089-8FE8-F7113BC57EBD}" type="pres">
      <dgm:prSet presAssocID="{747BE8C5-035F-4D82-8D0D-E666E5123CBE}" presName="root2" presStyleCnt="0"/>
      <dgm:spPr/>
    </dgm:pt>
    <dgm:pt modelId="{AF1DD1D7-9B6E-4B7A-9220-043AEC0D1B00}" type="pres">
      <dgm:prSet presAssocID="{747BE8C5-035F-4D82-8D0D-E666E5123CBE}" presName="LevelTwoTextNode" presStyleLbl="node3" presStyleIdx="1" presStyleCnt="7">
        <dgm:presLayoutVars>
          <dgm:chPref val="3"/>
        </dgm:presLayoutVars>
      </dgm:prSet>
      <dgm:spPr/>
    </dgm:pt>
    <dgm:pt modelId="{2DCA9D59-5122-4624-B2A1-C248397373D3}" type="pres">
      <dgm:prSet presAssocID="{747BE8C5-035F-4D82-8D0D-E666E5123CBE}" presName="level3hierChild" presStyleCnt="0"/>
      <dgm:spPr/>
    </dgm:pt>
    <dgm:pt modelId="{35909694-352D-49C6-AC0F-F59FD48722CA}" type="pres">
      <dgm:prSet presAssocID="{9F6E2DE7-6757-4233-86D7-7AEE59041EBD}" presName="conn2-1" presStyleLbl="parChTrans1D3" presStyleIdx="2" presStyleCnt="7"/>
      <dgm:spPr/>
    </dgm:pt>
    <dgm:pt modelId="{6F9AEB85-3A68-4F6E-ADD1-58CCFE043A99}" type="pres">
      <dgm:prSet presAssocID="{9F6E2DE7-6757-4233-86D7-7AEE59041EBD}" presName="connTx" presStyleLbl="parChTrans1D3" presStyleIdx="2" presStyleCnt="7"/>
      <dgm:spPr/>
    </dgm:pt>
    <dgm:pt modelId="{AAFD3D28-D1E2-4BBC-8AF0-05A0FA73A689}" type="pres">
      <dgm:prSet presAssocID="{ACB91056-C344-4C03-B4A6-719D31A0EF5C}" presName="root2" presStyleCnt="0"/>
      <dgm:spPr/>
    </dgm:pt>
    <dgm:pt modelId="{05DEFEEF-A470-4DEE-A787-9DF279702DCC}" type="pres">
      <dgm:prSet presAssocID="{ACB91056-C344-4C03-B4A6-719D31A0EF5C}" presName="LevelTwoTextNode" presStyleLbl="node3" presStyleIdx="2" presStyleCnt="7">
        <dgm:presLayoutVars>
          <dgm:chPref val="3"/>
        </dgm:presLayoutVars>
      </dgm:prSet>
      <dgm:spPr/>
    </dgm:pt>
    <dgm:pt modelId="{706ED17B-5B88-4A46-A85A-A6417E4F7196}" type="pres">
      <dgm:prSet presAssocID="{ACB91056-C344-4C03-B4A6-719D31A0EF5C}" presName="level3hierChild" presStyleCnt="0"/>
      <dgm:spPr/>
    </dgm:pt>
    <dgm:pt modelId="{54B15045-CB64-4861-BFEE-41F12AA31D41}" type="pres">
      <dgm:prSet presAssocID="{D56891E0-F4A4-4CA1-911E-BB5568ADCF3C}" presName="conn2-1" presStyleLbl="parChTrans1D4" presStyleIdx="0" presStyleCnt="11"/>
      <dgm:spPr/>
    </dgm:pt>
    <dgm:pt modelId="{09370221-7DFB-42B9-B450-525FD7A0AD01}" type="pres">
      <dgm:prSet presAssocID="{D56891E0-F4A4-4CA1-911E-BB5568ADCF3C}" presName="connTx" presStyleLbl="parChTrans1D4" presStyleIdx="0" presStyleCnt="11"/>
      <dgm:spPr/>
    </dgm:pt>
    <dgm:pt modelId="{0635FACC-C5F9-4748-BBE7-3BD325486219}" type="pres">
      <dgm:prSet presAssocID="{646ED4A1-0451-4273-9E55-4F9065FD4633}" presName="root2" presStyleCnt="0"/>
      <dgm:spPr/>
    </dgm:pt>
    <dgm:pt modelId="{8E138077-2A22-43D2-9BB9-15A41F13D05F}" type="pres">
      <dgm:prSet presAssocID="{646ED4A1-0451-4273-9E55-4F9065FD4633}" presName="LevelTwoTextNode" presStyleLbl="node4" presStyleIdx="0" presStyleCnt="11">
        <dgm:presLayoutVars>
          <dgm:chPref val="3"/>
        </dgm:presLayoutVars>
      </dgm:prSet>
      <dgm:spPr/>
    </dgm:pt>
    <dgm:pt modelId="{37D846A8-0FAF-403B-AD22-14828D4C1F89}" type="pres">
      <dgm:prSet presAssocID="{646ED4A1-0451-4273-9E55-4F9065FD4633}" presName="level3hierChild" presStyleCnt="0"/>
      <dgm:spPr/>
    </dgm:pt>
    <dgm:pt modelId="{1D7933AC-2F45-4820-8099-2D041DDD813D}" type="pres">
      <dgm:prSet presAssocID="{A324995A-D1D9-4DCF-B1CD-5E3D8EF9E13A}" presName="conn2-1" presStyleLbl="parChTrans1D4" presStyleIdx="1" presStyleCnt="11"/>
      <dgm:spPr/>
    </dgm:pt>
    <dgm:pt modelId="{6339CEE1-C251-4F73-8169-15797451F118}" type="pres">
      <dgm:prSet presAssocID="{A324995A-D1D9-4DCF-B1CD-5E3D8EF9E13A}" presName="connTx" presStyleLbl="parChTrans1D4" presStyleIdx="1" presStyleCnt="11"/>
      <dgm:spPr/>
    </dgm:pt>
    <dgm:pt modelId="{6FFAEA4F-1558-4538-ACF7-AA90995F2B4F}" type="pres">
      <dgm:prSet presAssocID="{352383BC-3A54-4315-B73E-09B8B7784E65}" presName="root2" presStyleCnt="0"/>
      <dgm:spPr/>
    </dgm:pt>
    <dgm:pt modelId="{7812BC2C-8B44-4178-8CE4-0C1BC871F4E1}" type="pres">
      <dgm:prSet presAssocID="{352383BC-3A54-4315-B73E-09B8B7784E65}" presName="LevelTwoTextNode" presStyleLbl="node4" presStyleIdx="1" presStyleCnt="11">
        <dgm:presLayoutVars>
          <dgm:chPref val="3"/>
        </dgm:presLayoutVars>
      </dgm:prSet>
      <dgm:spPr/>
    </dgm:pt>
    <dgm:pt modelId="{708C0102-9D66-4EAD-9105-062D9C7EA576}" type="pres">
      <dgm:prSet presAssocID="{352383BC-3A54-4315-B73E-09B8B7784E65}" presName="level3hierChild" presStyleCnt="0"/>
      <dgm:spPr/>
    </dgm:pt>
    <dgm:pt modelId="{EF177393-4D70-4DED-A2B7-E262EB176C19}" type="pres">
      <dgm:prSet presAssocID="{9DDA32BF-590E-4BD3-BF6B-42278600080B}" presName="conn2-1" presStyleLbl="parChTrans1D4" presStyleIdx="2" presStyleCnt="11"/>
      <dgm:spPr/>
    </dgm:pt>
    <dgm:pt modelId="{D3184421-B150-4798-A418-48651E369E53}" type="pres">
      <dgm:prSet presAssocID="{9DDA32BF-590E-4BD3-BF6B-42278600080B}" presName="connTx" presStyleLbl="parChTrans1D4" presStyleIdx="2" presStyleCnt="11"/>
      <dgm:spPr/>
    </dgm:pt>
    <dgm:pt modelId="{8AE2B9C1-5AE1-4114-B736-DBFFE5AA2150}" type="pres">
      <dgm:prSet presAssocID="{DC9E0715-C6EC-4EDD-BCCA-02DF98017AC4}" presName="root2" presStyleCnt="0"/>
      <dgm:spPr/>
    </dgm:pt>
    <dgm:pt modelId="{9FB95A2F-3C8E-431A-9C07-42F2CD61E5AD}" type="pres">
      <dgm:prSet presAssocID="{DC9E0715-C6EC-4EDD-BCCA-02DF98017AC4}" presName="LevelTwoTextNode" presStyleLbl="node4" presStyleIdx="2" presStyleCnt="11">
        <dgm:presLayoutVars>
          <dgm:chPref val="3"/>
        </dgm:presLayoutVars>
      </dgm:prSet>
      <dgm:spPr/>
    </dgm:pt>
    <dgm:pt modelId="{865FBD2A-1C39-493B-A8DB-4014B902592A}" type="pres">
      <dgm:prSet presAssocID="{DC9E0715-C6EC-4EDD-BCCA-02DF98017AC4}" presName="level3hierChild" presStyleCnt="0"/>
      <dgm:spPr/>
    </dgm:pt>
    <dgm:pt modelId="{21557A4D-40C1-4764-A1E1-4BDD117A4C43}" type="pres">
      <dgm:prSet presAssocID="{225565C2-1389-4BEC-885D-0F404AA52467}" presName="conn2-1" presStyleLbl="parChTrans1D4" presStyleIdx="3" presStyleCnt="11"/>
      <dgm:spPr/>
    </dgm:pt>
    <dgm:pt modelId="{4E2DB1D8-1CD5-45D4-A5F8-9C6A9445D4C4}" type="pres">
      <dgm:prSet presAssocID="{225565C2-1389-4BEC-885D-0F404AA52467}" presName="connTx" presStyleLbl="parChTrans1D4" presStyleIdx="3" presStyleCnt="11"/>
      <dgm:spPr/>
    </dgm:pt>
    <dgm:pt modelId="{F4C58705-7865-42AE-9A4C-D906A9DE34F8}" type="pres">
      <dgm:prSet presAssocID="{4B34699C-00E9-44B9-9103-6FB5A05708BC}" presName="root2" presStyleCnt="0"/>
      <dgm:spPr/>
    </dgm:pt>
    <dgm:pt modelId="{EC522E7F-82EC-48E1-99EE-19499CC97DC0}" type="pres">
      <dgm:prSet presAssocID="{4B34699C-00E9-44B9-9103-6FB5A05708BC}" presName="LevelTwoTextNode" presStyleLbl="node4" presStyleIdx="3" presStyleCnt="11">
        <dgm:presLayoutVars>
          <dgm:chPref val="3"/>
        </dgm:presLayoutVars>
      </dgm:prSet>
      <dgm:spPr/>
    </dgm:pt>
    <dgm:pt modelId="{5A292F45-7973-40E0-AEA7-FCE202B802A9}" type="pres">
      <dgm:prSet presAssocID="{4B34699C-00E9-44B9-9103-6FB5A05708BC}" presName="level3hierChild" presStyleCnt="0"/>
      <dgm:spPr/>
    </dgm:pt>
    <dgm:pt modelId="{581E7F14-F012-43CA-AA10-A4A7ECBC8FBD}" type="pres">
      <dgm:prSet presAssocID="{E1665788-63E2-4F75-BB14-90DB4CEF327F}" presName="conn2-1" presStyleLbl="parChTrans1D2" presStyleIdx="2" presStyleCnt="3"/>
      <dgm:spPr/>
    </dgm:pt>
    <dgm:pt modelId="{DA5B458C-FF71-4DCE-B9A1-E5039AD39ECF}" type="pres">
      <dgm:prSet presAssocID="{E1665788-63E2-4F75-BB14-90DB4CEF327F}" presName="connTx" presStyleLbl="parChTrans1D2" presStyleIdx="2" presStyleCnt="3"/>
      <dgm:spPr/>
    </dgm:pt>
    <dgm:pt modelId="{0DE929C0-9982-4F53-A7A6-1DB74DB27C84}" type="pres">
      <dgm:prSet presAssocID="{A78DC34E-9796-41D9-B235-D8A9F2E1121F}" presName="root2" presStyleCnt="0"/>
      <dgm:spPr/>
    </dgm:pt>
    <dgm:pt modelId="{E0242A61-D26C-49EF-AA5B-1BB0FB2CFE55}" type="pres">
      <dgm:prSet presAssocID="{A78DC34E-9796-41D9-B235-D8A9F2E1121F}" presName="LevelTwoTextNode" presStyleLbl="node2" presStyleIdx="2" presStyleCnt="3">
        <dgm:presLayoutVars>
          <dgm:chPref val="3"/>
        </dgm:presLayoutVars>
      </dgm:prSet>
      <dgm:spPr/>
    </dgm:pt>
    <dgm:pt modelId="{1BEF26E3-AC19-46BC-9E2E-36CF1F3A14AD}" type="pres">
      <dgm:prSet presAssocID="{A78DC34E-9796-41D9-B235-D8A9F2E1121F}" presName="level3hierChild" presStyleCnt="0"/>
      <dgm:spPr/>
    </dgm:pt>
    <dgm:pt modelId="{E44E768B-EC56-47EB-9175-18D48CAB669B}" type="pres">
      <dgm:prSet presAssocID="{F9B4BDA3-94BA-4E34-9856-F6D7CE97E2AB}" presName="conn2-1" presStyleLbl="parChTrans1D3" presStyleIdx="3" presStyleCnt="7"/>
      <dgm:spPr/>
    </dgm:pt>
    <dgm:pt modelId="{8DCEE8B4-F385-41E4-BDC4-CB78DE23348F}" type="pres">
      <dgm:prSet presAssocID="{F9B4BDA3-94BA-4E34-9856-F6D7CE97E2AB}" presName="connTx" presStyleLbl="parChTrans1D3" presStyleIdx="3" presStyleCnt="7"/>
      <dgm:spPr/>
    </dgm:pt>
    <dgm:pt modelId="{2F5CE313-D604-4D04-BC70-0C273B555406}" type="pres">
      <dgm:prSet presAssocID="{E171D585-D10D-4F40-80FF-F79A2D228AA5}" presName="root2" presStyleCnt="0"/>
      <dgm:spPr/>
    </dgm:pt>
    <dgm:pt modelId="{B59E9862-729D-4EFF-BF43-BE6E52FE22C9}" type="pres">
      <dgm:prSet presAssocID="{E171D585-D10D-4F40-80FF-F79A2D228AA5}" presName="LevelTwoTextNode" presStyleLbl="node3" presStyleIdx="3" presStyleCnt="7">
        <dgm:presLayoutVars>
          <dgm:chPref val="3"/>
        </dgm:presLayoutVars>
      </dgm:prSet>
      <dgm:spPr/>
    </dgm:pt>
    <dgm:pt modelId="{633C07FF-B7A7-4F52-A4CE-B9188B4BC95C}" type="pres">
      <dgm:prSet presAssocID="{E171D585-D10D-4F40-80FF-F79A2D228AA5}" presName="level3hierChild" presStyleCnt="0"/>
      <dgm:spPr/>
    </dgm:pt>
    <dgm:pt modelId="{263B7250-EDA4-4C8B-A0B3-77BBC1A7A4AF}" type="pres">
      <dgm:prSet presAssocID="{E2E97759-4C42-4407-87CB-74D4F0A9F12D}" presName="conn2-1" presStyleLbl="parChTrans1D4" presStyleIdx="4" presStyleCnt="11"/>
      <dgm:spPr/>
    </dgm:pt>
    <dgm:pt modelId="{E4D7CF79-2695-4479-99B5-4D11A44E1D49}" type="pres">
      <dgm:prSet presAssocID="{E2E97759-4C42-4407-87CB-74D4F0A9F12D}" presName="connTx" presStyleLbl="parChTrans1D4" presStyleIdx="4" presStyleCnt="11"/>
      <dgm:spPr/>
    </dgm:pt>
    <dgm:pt modelId="{3A154357-F69C-455F-9282-9F7E1240B28D}" type="pres">
      <dgm:prSet presAssocID="{56FD2B8A-3B24-4F41-9D40-7958C3D092F6}" presName="root2" presStyleCnt="0"/>
      <dgm:spPr/>
    </dgm:pt>
    <dgm:pt modelId="{662B4335-AFA7-4FEA-8A73-94B0D8EF7672}" type="pres">
      <dgm:prSet presAssocID="{56FD2B8A-3B24-4F41-9D40-7958C3D092F6}" presName="LevelTwoTextNode" presStyleLbl="node4" presStyleIdx="4" presStyleCnt="11">
        <dgm:presLayoutVars>
          <dgm:chPref val="3"/>
        </dgm:presLayoutVars>
      </dgm:prSet>
      <dgm:spPr/>
    </dgm:pt>
    <dgm:pt modelId="{13A54387-FC42-4741-A210-28A5DB1AF288}" type="pres">
      <dgm:prSet presAssocID="{56FD2B8A-3B24-4F41-9D40-7958C3D092F6}" presName="level3hierChild" presStyleCnt="0"/>
      <dgm:spPr/>
    </dgm:pt>
    <dgm:pt modelId="{838F26AA-0F09-4A93-80D5-845EE89E5B05}" type="pres">
      <dgm:prSet presAssocID="{31FEDF13-61CD-4015-9842-3F2E95E9A354}" presName="conn2-1" presStyleLbl="parChTrans1D3" presStyleIdx="4" presStyleCnt="7"/>
      <dgm:spPr/>
    </dgm:pt>
    <dgm:pt modelId="{74061AD1-7E69-4DB9-81FA-E1E7A634EF6E}" type="pres">
      <dgm:prSet presAssocID="{31FEDF13-61CD-4015-9842-3F2E95E9A354}" presName="connTx" presStyleLbl="parChTrans1D3" presStyleIdx="4" presStyleCnt="7"/>
      <dgm:spPr/>
    </dgm:pt>
    <dgm:pt modelId="{1C5B9D8D-0A02-4CD3-A396-BC25C19349B7}" type="pres">
      <dgm:prSet presAssocID="{01CC85EE-5086-4D7C-93BD-F0C40B8A9046}" presName="root2" presStyleCnt="0"/>
      <dgm:spPr/>
    </dgm:pt>
    <dgm:pt modelId="{BDF64790-73B9-4995-941C-949C996996F5}" type="pres">
      <dgm:prSet presAssocID="{01CC85EE-5086-4D7C-93BD-F0C40B8A9046}" presName="LevelTwoTextNode" presStyleLbl="node3" presStyleIdx="4" presStyleCnt="7">
        <dgm:presLayoutVars>
          <dgm:chPref val="3"/>
        </dgm:presLayoutVars>
      </dgm:prSet>
      <dgm:spPr/>
    </dgm:pt>
    <dgm:pt modelId="{C31138AD-4645-4DBA-9500-C2156D0CD85A}" type="pres">
      <dgm:prSet presAssocID="{01CC85EE-5086-4D7C-93BD-F0C40B8A9046}" presName="level3hierChild" presStyleCnt="0"/>
      <dgm:spPr/>
    </dgm:pt>
    <dgm:pt modelId="{7B1BFE8A-F412-4D9E-BC98-79C9286930D2}" type="pres">
      <dgm:prSet presAssocID="{DD0F61EC-DA1F-44EA-BD24-B1FDF1D614F7}" presName="conn2-1" presStyleLbl="parChTrans1D4" presStyleIdx="5" presStyleCnt="11"/>
      <dgm:spPr/>
    </dgm:pt>
    <dgm:pt modelId="{469BC2B3-620C-485B-B1B0-40E22F62D330}" type="pres">
      <dgm:prSet presAssocID="{DD0F61EC-DA1F-44EA-BD24-B1FDF1D614F7}" presName="connTx" presStyleLbl="parChTrans1D4" presStyleIdx="5" presStyleCnt="11"/>
      <dgm:spPr/>
    </dgm:pt>
    <dgm:pt modelId="{2BDC59D5-F4FB-4C58-A5BF-4939C725D535}" type="pres">
      <dgm:prSet presAssocID="{4857FF36-70A8-4581-B25D-BB5BE2E69A2E}" presName="root2" presStyleCnt="0"/>
      <dgm:spPr/>
    </dgm:pt>
    <dgm:pt modelId="{5A224F52-8FF6-46AD-A539-C737C7434ABA}" type="pres">
      <dgm:prSet presAssocID="{4857FF36-70A8-4581-B25D-BB5BE2E69A2E}" presName="LevelTwoTextNode" presStyleLbl="node4" presStyleIdx="5" presStyleCnt="11">
        <dgm:presLayoutVars>
          <dgm:chPref val="3"/>
        </dgm:presLayoutVars>
      </dgm:prSet>
      <dgm:spPr/>
    </dgm:pt>
    <dgm:pt modelId="{0DA02A46-59C3-463F-849D-BA3EE42BA481}" type="pres">
      <dgm:prSet presAssocID="{4857FF36-70A8-4581-B25D-BB5BE2E69A2E}" presName="level3hierChild" presStyleCnt="0"/>
      <dgm:spPr/>
    </dgm:pt>
    <dgm:pt modelId="{36ACAA0B-53A7-4FF4-97DD-7C21F72E10B4}" type="pres">
      <dgm:prSet presAssocID="{0C04B551-DA0D-483C-934D-1BFB8742CB70}" presName="conn2-1" presStyleLbl="parChTrans1D4" presStyleIdx="6" presStyleCnt="11"/>
      <dgm:spPr/>
    </dgm:pt>
    <dgm:pt modelId="{F07001FA-3449-4190-8B37-8554D3B5B8AB}" type="pres">
      <dgm:prSet presAssocID="{0C04B551-DA0D-483C-934D-1BFB8742CB70}" presName="connTx" presStyleLbl="parChTrans1D4" presStyleIdx="6" presStyleCnt="11"/>
      <dgm:spPr/>
    </dgm:pt>
    <dgm:pt modelId="{E973A789-EB1C-4FF8-B510-0BC1FD16199B}" type="pres">
      <dgm:prSet presAssocID="{DD7F9AFA-A10F-435F-9414-865BDD03012E}" presName="root2" presStyleCnt="0"/>
      <dgm:spPr/>
    </dgm:pt>
    <dgm:pt modelId="{D5F11692-0381-4F90-884D-A3D1F1D6B37F}" type="pres">
      <dgm:prSet presAssocID="{DD7F9AFA-A10F-435F-9414-865BDD03012E}" presName="LevelTwoTextNode" presStyleLbl="node4" presStyleIdx="6" presStyleCnt="11">
        <dgm:presLayoutVars>
          <dgm:chPref val="3"/>
        </dgm:presLayoutVars>
      </dgm:prSet>
      <dgm:spPr/>
    </dgm:pt>
    <dgm:pt modelId="{E7EDA011-BE84-4DD5-A97E-F80CD4E9E280}" type="pres">
      <dgm:prSet presAssocID="{DD7F9AFA-A10F-435F-9414-865BDD03012E}" presName="level3hierChild" presStyleCnt="0"/>
      <dgm:spPr/>
    </dgm:pt>
    <dgm:pt modelId="{B94521F8-463A-4DE1-AB33-9CDD8E51C49B}" type="pres">
      <dgm:prSet presAssocID="{9BF82CC8-7E22-4804-AC87-2ACF35657EA5}" presName="conn2-1" presStyleLbl="parChTrans1D4" presStyleIdx="7" presStyleCnt="11"/>
      <dgm:spPr/>
    </dgm:pt>
    <dgm:pt modelId="{2B157BA4-5BB9-4985-B2CE-378A39460A67}" type="pres">
      <dgm:prSet presAssocID="{9BF82CC8-7E22-4804-AC87-2ACF35657EA5}" presName="connTx" presStyleLbl="parChTrans1D4" presStyleIdx="7" presStyleCnt="11"/>
      <dgm:spPr/>
    </dgm:pt>
    <dgm:pt modelId="{A8D18328-08ED-4EE8-AB29-C1968CF5E283}" type="pres">
      <dgm:prSet presAssocID="{C82831CA-5630-44D8-B268-B3750B68D2B7}" presName="root2" presStyleCnt="0"/>
      <dgm:spPr/>
    </dgm:pt>
    <dgm:pt modelId="{0A6B3C14-F581-4456-A3FC-2115E0EE86FD}" type="pres">
      <dgm:prSet presAssocID="{C82831CA-5630-44D8-B268-B3750B68D2B7}" presName="LevelTwoTextNode" presStyleLbl="node4" presStyleIdx="7" presStyleCnt="11">
        <dgm:presLayoutVars>
          <dgm:chPref val="3"/>
        </dgm:presLayoutVars>
      </dgm:prSet>
      <dgm:spPr/>
    </dgm:pt>
    <dgm:pt modelId="{0789F7D5-1D11-43E1-BA47-38C4AA2438A0}" type="pres">
      <dgm:prSet presAssocID="{C82831CA-5630-44D8-B268-B3750B68D2B7}" presName="level3hierChild" presStyleCnt="0"/>
      <dgm:spPr/>
    </dgm:pt>
    <dgm:pt modelId="{EE35C12F-C682-496E-A342-FD715F1CF563}" type="pres">
      <dgm:prSet presAssocID="{3EA1938D-6B5A-4DD2-ACBD-9BE7686E1DF9}" presName="conn2-1" presStyleLbl="parChTrans1D4" presStyleIdx="8" presStyleCnt="11"/>
      <dgm:spPr/>
    </dgm:pt>
    <dgm:pt modelId="{81F2BC98-35DB-4870-A696-6C362A4B6014}" type="pres">
      <dgm:prSet presAssocID="{3EA1938D-6B5A-4DD2-ACBD-9BE7686E1DF9}" presName="connTx" presStyleLbl="parChTrans1D4" presStyleIdx="8" presStyleCnt="11"/>
      <dgm:spPr/>
    </dgm:pt>
    <dgm:pt modelId="{D2DD48BA-0340-4F32-A669-2BE936776F09}" type="pres">
      <dgm:prSet presAssocID="{BC77FDE9-23F1-480C-ADC7-AD324A6B64E0}" presName="root2" presStyleCnt="0"/>
      <dgm:spPr/>
    </dgm:pt>
    <dgm:pt modelId="{B54B307B-FBA0-4655-99FC-FCD4D637389B}" type="pres">
      <dgm:prSet presAssocID="{BC77FDE9-23F1-480C-ADC7-AD324A6B64E0}" presName="LevelTwoTextNode" presStyleLbl="node4" presStyleIdx="8" presStyleCnt="11">
        <dgm:presLayoutVars>
          <dgm:chPref val="3"/>
        </dgm:presLayoutVars>
      </dgm:prSet>
      <dgm:spPr/>
    </dgm:pt>
    <dgm:pt modelId="{1F4B2C6C-C0DE-4F6C-9D11-9F11B4C9ABFB}" type="pres">
      <dgm:prSet presAssocID="{BC77FDE9-23F1-480C-ADC7-AD324A6B64E0}" presName="level3hierChild" presStyleCnt="0"/>
      <dgm:spPr/>
    </dgm:pt>
    <dgm:pt modelId="{D58189F9-187E-4B3C-A800-AC8B9D8C64E9}" type="pres">
      <dgm:prSet presAssocID="{AC458A82-5C7E-4F02-9062-5AA174AD5477}" presName="conn2-1" presStyleLbl="parChTrans1D4" presStyleIdx="9" presStyleCnt="11"/>
      <dgm:spPr/>
    </dgm:pt>
    <dgm:pt modelId="{6653C89D-7FEA-4E12-9FF0-1252E3E2F11D}" type="pres">
      <dgm:prSet presAssocID="{AC458A82-5C7E-4F02-9062-5AA174AD5477}" presName="connTx" presStyleLbl="parChTrans1D4" presStyleIdx="9" presStyleCnt="11"/>
      <dgm:spPr/>
    </dgm:pt>
    <dgm:pt modelId="{850B28D0-FADB-4E77-8EE4-BC2830F36029}" type="pres">
      <dgm:prSet presAssocID="{96B7EA62-342B-49E0-9A16-16EEA157C394}" presName="root2" presStyleCnt="0"/>
      <dgm:spPr/>
    </dgm:pt>
    <dgm:pt modelId="{E26512C3-A8B7-4B18-A6D9-11B50A165815}" type="pres">
      <dgm:prSet presAssocID="{96B7EA62-342B-49E0-9A16-16EEA157C394}" presName="LevelTwoTextNode" presStyleLbl="node4" presStyleIdx="9" presStyleCnt="11">
        <dgm:presLayoutVars>
          <dgm:chPref val="3"/>
        </dgm:presLayoutVars>
      </dgm:prSet>
      <dgm:spPr/>
    </dgm:pt>
    <dgm:pt modelId="{5045B3F9-D653-436C-83DA-374D58EF2186}" type="pres">
      <dgm:prSet presAssocID="{96B7EA62-342B-49E0-9A16-16EEA157C394}" presName="level3hierChild" presStyleCnt="0"/>
      <dgm:spPr/>
    </dgm:pt>
    <dgm:pt modelId="{E407D6DF-3104-4F62-8375-11238FCD03E3}" type="pres">
      <dgm:prSet presAssocID="{4C3B4CC0-542B-4B44-82CA-D33C6CD0B24D}" presName="conn2-1" presStyleLbl="parChTrans1D4" presStyleIdx="10" presStyleCnt="11"/>
      <dgm:spPr/>
    </dgm:pt>
    <dgm:pt modelId="{0FB8CB53-8853-4A36-84D2-C280BB4C9020}" type="pres">
      <dgm:prSet presAssocID="{4C3B4CC0-542B-4B44-82CA-D33C6CD0B24D}" presName="connTx" presStyleLbl="parChTrans1D4" presStyleIdx="10" presStyleCnt="11"/>
      <dgm:spPr/>
    </dgm:pt>
    <dgm:pt modelId="{C344AB00-CD40-4888-B69C-86850C348FA6}" type="pres">
      <dgm:prSet presAssocID="{3F77E726-35DB-4BFD-AD1F-4105CB9FEDE5}" presName="root2" presStyleCnt="0"/>
      <dgm:spPr/>
    </dgm:pt>
    <dgm:pt modelId="{37AE14ED-176D-43A9-B994-BD4D4D36D297}" type="pres">
      <dgm:prSet presAssocID="{3F77E726-35DB-4BFD-AD1F-4105CB9FEDE5}" presName="LevelTwoTextNode" presStyleLbl="node4" presStyleIdx="10" presStyleCnt="11">
        <dgm:presLayoutVars>
          <dgm:chPref val="3"/>
        </dgm:presLayoutVars>
      </dgm:prSet>
      <dgm:spPr/>
    </dgm:pt>
    <dgm:pt modelId="{612F9F10-3AFC-4F83-AEED-6EC86B919944}" type="pres">
      <dgm:prSet presAssocID="{3F77E726-35DB-4BFD-AD1F-4105CB9FEDE5}" presName="level3hierChild" presStyleCnt="0"/>
      <dgm:spPr/>
    </dgm:pt>
    <dgm:pt modelId="{7A3E325C-5219-4432-A1A7-0AC8843DF098}" type="pres">
      <dgm:prSet presAssocID="{302E25E0-4C02-4DDA-9114-FE936AFEE9A3}" presName="conn2-1" presStyleLbl="parChTrans1D3" presStyleIdx="5" presStyleCnt="7"/>
      <dgm:spPr/>
    </dgm:pt>
    <dgm:pt modelId="{A9207B36-44F2-4637-BC90-C2792B01A83B}" type="pres">
      <dgm:prSet presAssocID="{302E25E0-4C02-4DDA-9114-FE936AFEE9A3}" presName="connTx" presStyleLbl="parChTrans1D3" presStyleIdx="5" presStyleCnt="7"/>
      <dgm:spPr/>
    </dgm:pt>
    <dgm:pt modelId="{23F61C32-05CA-4EF8-80A2-3FB39EB29F90}" type="pres">
      <dgm:prSet presAssocID="{1B6FB7D1-FBDD-4FCA-ABE9-3D86C79E7C44}" presName="root2" presStyleCnt="0"/>
      <dgm:spPr/>
    </dgm:pt>
    <dgm:pt modelId="{35D3C444-0E61-4C21-92CC-5E777E8A1F64}" type="pres">
      <dgm:prSet presAssocID="{1B6FB7D1-FBDD-4FCA-ABE9-3D86C79E7C44}" presName="LevelTwoTextNode" presStyleLbl="node3" presStyleIdx="5" presStyleCnt="7">
        <dgm:presLayoutVars>
          <dgm:chPref val="3"/>
        </dgm:presLayoutVars>
      </dgm:prSet>
      <dgm:spPr/>
    </dgm:pt>
    <dgm:pt modelId="{B4D27E83-9F0F-4ED3-BB88-084DE5CC022F}" type="pres">
      <dgm:prSet presAssocID="{1B6FB7D1-FBDD-4FCA-ABE9-3D86C79E7C44}" presName="level3hierChild" presStyleCnt="0"/>
      <dgm:spPr/>
    </dgm:pt>
    <dgm:pt modelId="{53991302-88FF-454A-98E9-4781B2531D1A}" type="pres">
      <dgm:prSet presAssocID="{403AADC4-6789-419F-9634-4A7E3E98C3E8}" presName="conn2-1" presStyleLbl="parChTrans1D3" presStyleIdx="6" presStyleCnt="7"/>
      <dgm:spPr/>
    </dgm:pt>
    <dgm:pt modelId="{30492E2B-7EE4-4F68-9BB1-F7EC3285F455}" type="pres">
      <dgm:prSet presAssocID="{403AADC4-6789-419F-9634-4A7E3E98C3E8}" presName="connTx" presStyleLbl="parChTrans1D3" presStyleIdx="6" presStyleCnt="7"/>
      <dgm:spPr/>
    </dgm:pt>
    <dgm:pt modelId="{3E827365-2F32-4666-9466-361E5E30FE2F}" type="pres">
      <dgm:prSet presAssocID="{B29C4B73-3D7C-4B95-BDAD-7AE7823D59D0}" presName="root2" presStyleCnt="0"/>
      <dgm:spPr/>
    </dgm:pt>
    <dgm:pt modelId="{E1E75415-305B-4A56-ADC7-C1FE50B077F5}" type="pres">
      <dgm:prSet presAssocID="{B29C4B73-3D7C-4B95-BDAD-7AE7823D59D0}" presName="LevelTwoTextNode" presStyleLbl="node3" presStyleIdx="6" presStyleCnt="7">
        <dgm:presLayoutVars>
          <dgm:chPref val="3"/>
        </dgm:presLayoutVars>
      </dgm:prSet>
      <dgm:spPr/>
    </dgm:pt>
    <dgm:pt modelId="{B4AEFB8E-C41F-4956-A3D9-F5A59EA7B929}" type="pres">
      <dgm:prSet presAssocID="{B29C4B73-3D7C-4B95-BDAD-7AE7823D59D0}" presName="level3hierChild" presStyleCnt="0"/>
      <dgm:spPr/>
    </dgm:pt>
  </dgm:ptLst>
  <dgm:cxnLst>
    <dgm:cxn modelId="{97450B00-1496-4D5A-8992-B58CC80FE102}" srcId="{DC9E0715-C6EC-4EDD-BCCA-02DF98017AC4}" destId="{4B34699C-00E9-44B9-9103-6FB5A05708BC}" srcOrd="0" destOrd="0" parTransId="{225565C2-1389-4BEC-885D-0F404AA52467}" sibTransId="{0FF4D907-FE20-4B4E-9760-6EA6468B6137}"/>
    <dgm:cxn modelId="{5F5C2104-DD84-4EE1-8D53-A751C8F17999}" type="presOf" srcId="{42220468-88C9-4A28-AEFA-08382CD7FCCF}" destId="{0D9D6663-DEB9-410D-9E07-9D2E9764B6DB}" srcOrd="0" destOrd="0" presId="urn:microsoft.com/office/officeart/2008/layout/HorizontalMultiLevelHierarchy"/>
    <dgm:cxn modelId="{949B8504-1305-4387-8E5A-A03270400719}" type="presOf" srcId="{4857FF36-70A8-4581-B25D-BB5BE2E69A2E}" destId="{5A224F52-8FF6-46AD-A539-C737C7434ABA}" srcOrd="0" destOrd="0" presId="urn:microsoft.com/office/officeart/2008/layout/HorizontalMultiLevelHierarchy"/>
    <dgm:cxn modelId="{897CD205-F52A-43AB-A4BD-F4660CE0C104}" type="presOf" srcId="{4C3B4CC0-542B-4B44-82CA-D33C6CD0B24D}" destId="{0FB8CB53-8853-4A36-84D2-C280BB4C9020}" srcOrd="1" destOrd="0" presId="urn:microsoft.com/office/officeart/2008/layout/HorizontalMultiLevelHierarchy"/>
    <dgm:cxn modelId="{6960B50E-D131-4D40-890E-9839A3EE0870}" type="presOf" srcId="{DD0F61EC-DA1F-44EA-BD24-B1FDF1D614F7}" destId="{469BC2B3-620C-485B-B1B0-40E22F62D330}" srcOrd="1" destOrd="0" presId="urn:microsoft.com/office/officeart/2008/layout/HorizontalMultiLevelHierarchy"/>
    <dgm:cxn modelId="{70184B0F-C409-46AF-A82E-DDFCE636D580}" type="presOf" srcId="{225565C2-1389-4BEC-885D-0F404AA52467}" destId="{4E2DB1D8-1CD5-45D4-A5F8-9C6A9445D4C4}" srcOrd="1" destOrd="0" presId="urn:microsoft.com/office/officeart/2008/layout/HorizontalMultiLevelHierarchy"/>
    <dgm:cxn modelId="{7C881D13-05C6-40C8-BD6F-126D8150DBDE}" type="presOf" srcId="{E1665788-63E2-4F75-BB14-90DB4CEF327F}" destId="{DA5B458C-FF71-4DCE-B9A1-E5039AD39ECF}" srcOrd="1" destOrd="0" presId="urn:microsoft.com/office/officeart/2008/layout/HorizontalMultiLevelHierarchy"/>
    <dgm:cxn modelId="{F277A015-34D8-4D32-A782-DAA6CA87C0C2}" type="presOf" srcId="{9BF82CC8-7E22-4804-AC87-2ACF35657EA5}" destId="{B94521F8-463A-4DE1-AB33-9CDD8E51C49B}" srcOrd="0" destOrd="0" presId="urn:microsoft.com/office/officeart/2008/layout/HorizontalMultiLevelHierarchy"/>
    <dgm:cxn modelId="{03012717-8A4C-408B-BC80-BE958B7F4B14}" srcId="{A78DC34E-9796-41D9-B235-D8A9F2E1121F}" destId="{01CC85EE-5086-4D7C-93BD-F0C40B8A9046}" srcOrd="1" destOrd="0" parTransId="{31FEDF13-61CD-4015-9842-3F2E95E9A354}" sibTransId="{392AC9F9-8CDA-46D9-BF68-0A53BE85256F}"/>
    <dgm:cxn modelId="{19F9E11B-2369-4CA4-8CDA-88C219A1239B}" type="presOf" srcId="{31FEDF13-61CD-4015-9842-3F2E95E9A354}" destId="{74061AD1-7E69-4DB9-81FA-E1E7A634EF6E}" srcOrd="1" destOrd="0" presId="urn:microsoft.com/office/officeart/2008/layout/HorizontalMultiLevelHierarchy"/>
    <dgm:cxn modelId="{5603FA1D-1CBA-4BA2-9C30-F7B94A29C5F3}" type="presOf" srcId="{AC458A82-5C7E-4F02-9062-5AA174AD5477}" destId="{6653C89D-7FEA-4E12-9FF0-1252E3E2F11D}" srcOrd="1" destOrd="0" presId="urn:microsoft.com/office/officeart/2008/layout/HorizontalMultiLevelHierarchy"/>
    <dgm:cxn modelId="{0A37321E-980B-4A5B-B431-7C9B2987A3C4}" type="presOf" srcId="{96B7EA62-342B-49E0-9A16-16EEA157C394}" destId="{E26512C3-A8B7-4B18-A6D9-11B50A165815}" srcOrd="0" destOrd="0" presId="urn:microsoft.com/office/officeart/2008/layout/HorizontalMultiLevelHierarchy"/>
    <dgm:cxn modelId="{00230F25-912A-4053-9A96-6568B0828997}" srcId="{4C2728BB-245C-40DD-A648-6E6119BD43B1}" destId="{747BE8C5-035F-4D82-8D0D-E666E5123CBE}" srcOrd="0" destOrd="0" parTransId="{D54EBE69-21CC-4E57-8834-08FB76703146}" sibTransId="{2F1C1ED7-1494-4E61-8D2F-13B06240C5AD}"/>
    <dgm:cxn modelId="{2D2CFA25-2578-4098-9D73-9364A1988D97}" type="presOf" srcId="{DD7F9AFA-A10F-435F-9414-865BDD03012E}" destId="{D5F11692-0381-4F90-884D-A3D1F1D6B37F}" srcOrd="0" destOrd="0" presId="urn:microsoft.com/office/officeart/2008/layout/HorizontalMultiLevelHierarchy"/>
    <dgm:cxn modelId="{34A99928-9B74-47E2-B98A-185238DC35E2}" type="presOf" srcId="{302E25E0-4C02-4DDA-9114-FE936AFEE9A3}" destId="{7A3E325C-5219-4432-A1A7-0AC8843DF098}" srcOrd="0" destOrd="0" presId="urn:microsoft.com/office/officeart/2008/layout/HorizontalMultiLevelHierarchy"/>
    <dgm:cxn modelId="{D2B5E728-37AA-4142-A1A3-12A96E90D5DC}" type="presOf" srcId="{3F77E726-35DB-4BFD-AD1F-4105CB9FEDE5}" destId="{37AE14ED-176D-43A9-B994-BD4D4D36D297}" srcOrd="0" destOrd="0" presId="urn:microsoft.com/office/officeart/2008/layout/HorizontalMultiLevelHierarchy"/>
    <dgm:cxn modelId="{0C3BC52C-F17E-474B-A6BA-B25093F1C18E}" type="presOf" srcId="{3EA1938D-6B5A-4DD2-ACBD-9BE7686E1DF9}" destId="{81F2BC98-35DB-4870-A696-6C362A4B6014}" srcOrd="1" destOrd="0" presId="urn:microsoft.com/office/officeart/2008/layout/HorizontalMultiLevelHierarchy"/>
    <dgm:cxn modelId="{7551C22E-404A-453F-9D10-EA66EACD626A}" type="presOf" srcId="{E7F994E2-D3AB-4D0F-9321-6C6877180F61}" destId="{9BD4E3BA-35A1-4BCD-AE6A-9D7A1A8D9439}" srcOrd="1" destOrd="0" presId="urn:microsoft.com/office/officeart/2008/layout/HorizontalMultiLevelHierarchy"/>
    <dgm:cxn modelId="{984EEF2E-7984-433D-8BA3-66306D604804}" srcId="{E8950533-BDBA-4EE5-9343-A575856693A8}" destId="{42220468-88C9-4A28-AEFA-08382CD7FCCF}" srcOrd="0" destOrd="0" parTransId="{E7F994E2-D3AB-4D0F-9321-6C6877180F61}" sibTransId="{4B8BC1F2-9214-43BC-B949-0C2795746A47}"/>
    <dgm:cxn modelId="{2767D631-0823-4FDD-B6EC-E27A6114C164}" srcId="{01CC85EE-5086-4D7C-93BD-F0C40B8A9046}" destId="{4857FF36-70A8-4581-B25D-BB5BE2E69A2E}" srcOrd="0" destOrd="0" parTransId="{DD0F61EC-DA1F-44EA-BD24-B1FDF1D614F7}" sibTransId="{68E0458E-4CBD-4F57-A45D-53E328A62D02}"/>
    <dgm:cxn modelId="{6FFC0933-8F96-4956-BB5E-712233DE6E56}" type="presOf" srcId="{56FD2B8A-3B24-4F41-9D40-7958C3D092F6}" destId="{662B4335-AFA7-4FEA-8A73-94B0D8EF7672}" srcOrd="0" destOrd="0" presId="urn:microsoft.com/office/officeart/2008/layout/HorizontalMultiLevelHierarchy"/>
    <dgm:cxn modelId="{6541B935-5C1D-4CE5-82A6-FCFF8BC8C3BC}" type="presOf" srcId="{3EA1938D-6B5A-4DD2-ACBD-9BE7686E1DF9}" destId="{EE35C12F-C682-496E-A342-FD715F1CF563}" srcOrd="0" destOrd="0" presId="urn:microsoft.com/office/officeart/2008/layout/HorizontalMultiLevelHierarchy"/>
    <dgm:cxn modelId="{33A7F139-EA5D-4E31-9698-153767A67C8C}" type="presOf" srcId="{9F6E2DE7-6757-4233-86D7-7AEE59041EBD}" destId="{6F9AEB85-3A68-4F6E-ADD1-58CCFE043A99}" srcOrd="1" destOrd="0" presId="urn:microsoft.com/office/officeart/2008/layout/HorizontalMultiLevelHierarchy"/>
    <dgm:cxn modelId="{ADF56E3D-712E-496C-9D07-4C46661A18BB}" type="presOf" srcId="{D54EBE69-21CC-4E57-8834-08FB76703146}" destId="{6E9BBFC7-D3D0-42DA-93CE-BD34F8A3AB21}" srcOrd="0" destOrd="0" presId="urn:microsoft.com/office/officeart/2008/layout/HorizontalMultiLevelHierarchy"/>
    <dgm:cxn modelId="{88E7D743-0F8A-4308-AB30-585CB92B24F5}" srcId="{C82831CA-5630-44D8-B268-B3750B68D2B7}" destId="{96B7EA62-342B-49E0-9A16-16EEA157C394}" srcOrd="1" destOrd="0" parTransId="{AC458A82-5C7E-4F02-9062-5AA174AD5477}" sibTransId="{6EBF3682-E624-4A77-91CC-F4C19C21B361}"/>
    <dgm:cxn modelId="{F4A35F44-2A11-4627-95FB-9215972F791D}" srcId="{ACB91056-C344-4C03-B4A6-719D31A0EF5C}" destId="{DC9E0715-C6EC-4EDD-BCCA-02DF98017AC4}" srcOrd="1" destOrd="0" parTransId="{9DDA32BF-590E-4BD3-BF6B-42278600080B}" sibTransId="{DBBCAA75-D76D-4800-9843-A8942E952E57}"/>
    <dgm:cxn modelId="{A6A57B44-3C10-4879-B3B5-2C4A8B3E12C9}" type="presOf" srcId="{F9B4BDA3-94BA-4E34-9856-F6D7CE97E2AB}" destId="{8DCEE8B4-F385-41E4-BDC4-CB78DE23348F}" srcOrd="1" destOrd="0" presId="urn:microsoft.com/office/officeart/2008/layout/HorizontalMultiLevelHierarchy"/>
    <dgm:cxn modelId="{38B5B744-3169-4360-8829-9B22E6F510A8}" srcId="{01CC85EE-5086-4D7C-93BD-F0C40B8A9046}" destId="{C82831CA-5630-44D8-B268-B3750B68D2B7}" srcOrd="2" destOrd="0" parTransId="{9BF82CC8-7E22-4804-AC87-2ACF35657EA5}" sibTransId="{A29F474A-F67B-4CB8-844E-2728DDBC9609}"/>
    <dgm:cxn modelId="{1E46BF65-DB7E-498E-9622-719D7ED55B99}" srcId="{D3595443-74B9-4F8C-802B-83A680A93963}" destId="{4C2728BB-245C-40DD-A648-6E6119BD43B1}" srcOrd="1" destOrd="0" parTransId="{9E3E6EE3-1497-4BE9-8465-3F770CDC8FE2}" sibTransId="{8D0308D0-D920-4523-8FA8-0183B99D466B}"/>
    <dgm:cxn modelId="{14B6AF46-A8D7-4BEB-884B-FBAF6876B248}" type="presOf" srcId="{D54EBE69-21CC-4E57-8834-08FB76703146}" destId="{709E0BC6-6CEB-4FB5-9A83-82505129E18D}" srcOrd="1" destOrd="0" presId="urn:microsoft.com/office/officeart/2008/layout/HorizontalMultiLevelHierarchy"/>
    <dgm:cxn modelId="{97AC1E47-3D72-418A-BDD7-74DFF4A23217}" type="presOf" srcId="{403AADC4-6789-419F-9634-4A7E3E98C3E8}" destId="{30492E2B-7EE4-4F68-9BB1-F7EC3285F455}" srcOrd="1" destOrd="0" presId="urn:microsoft.com/office/officeart/2008/layout/HorizontalMultiLevelHierarchy"/>
    <dgm:cxn modelId="{E1A6DA4A-2AF1-4CE0-8C4E-F87D803425ED}" srcId="{C82831CA-5630-44D8-B268-B3750B68D2B7}" destId="{3F77E726-35DB-4BFD-AD1F-4105CB9FEDE5}" srcOrd="2" destOrd="0" parTransId="{4C3B4CC0-542B-4B44-82CA-D33C6CD0B24D}" sibTransId="{2ACF96BF-F60C-4E2B-A519-98F732CD706D}"/>
    <dgm:cxn modelId="{51AAFC4E-CCF8-46B6-B660-ADDA0EAC69A1}" type="presOf" srcId="{1B6FB7D1-FBDD-4FCA-ABE9-3D86C79E7C44}" destId="{35D3C444-0E61-4C21-92CC-5E777E8A1F64}" srcOrd="0" destOrd="0" presId="urn:microsoft.com/office/officeart/2008/layout/HorizontalMultiLevelHierarchy"/>
    <dgm:cxn modelId="{F3D16B4F-76AA-4A7A-8F1B-77B3828DBF2F}" type="presOf" srcId="{01CC85EE-5086-4D7C-93BD-F0C40B8A9046}" destId="{BDF64790-73B9-4995-941C-949C996996F5}" srcOrd="0" destOrd="0" presId="urn:microsoft.com/office/officeart/2008/layout/HorizontalMultiLevelHierarchy"/>
    <dgm:cxn modelId="{E86CAB71-51E0-4687-AC8B-728345C858C3}" type="presOf" srcId="{A78DC34E-9796-41D9-B235-D8A9F2E1121F}" destId="{E0242A61-D26C-49EF-AA5B-1BB0FB2CFE55}" srcOrd="0" destOrd="0" presId="urn:microsoft.com/office/officeart/2008/layout/HorizontalMultiLevelHierarchy"/>
    <dgm:cxn modelId="{F7AFB552-789C-4875-98C0-E68855A58084}" srcId="{E171D585-D10D-4F40-80FF-F79A2D228AA5}" destId="{56FD2B8A-3B24-4F41-9D40-7958C3D092F6}" srcOrd="0" destOrd="0" parTransId="{E2E97759-4C42-4407-87CB-74D4F0A9F12D}" sibTransId="{5527897F-89C3-4E4F-B99D-2515EC3FA534}"/>
    <dgm:cxn modelId="{5778FC52-2962-4FED-BB34-0315A3919BFC}" type="presOf" srcId="{403AADC4-6789-419F-9634-4A7E3E98C3E8}" destId="{53991302-88FF-454A-98E9-4781B2531D1A}" srcOrd="0" destOrd="0" presId="urn:microsoft.com/office/officeart/2008/layout/HorizontalMultiLevelHierarchy"/>
    <dgm:cxn modelId="{E973F773-3260-4D39-8264-A1E2D9079F9C}" type="presOf" srcId="{646ED4A1-0451-4273-9E55-4F9065FD4633}" destId="{8E138077-2A22-43D2-9BB9-15A41F13D05F}" srcOrd="0" destOrd="0" presId="urn:microsoft.com/office/officeart/2008/layout/HorizontalMultiLevelHierarchy"/>
    <dgm:cxn modelId="{D0C5B354-A584-4D88-827C-8DDAA1B187B1}" type="presOf" srcId="{225565C2-1389-4BEC-885D-0F404AA52467}" destId="{21557A4D-40C1-4764-A1E1-4BDD117A4C43}" srcOrd="0" destOrd="0" presId="urn:microsoft.com/office/officeart/2008/layout/HorizontalMultiLevelHierarchy"/>
    <dgm:cxn modelId="{F94BFC54-6D39-4F03-91DB-8E32678D3CC9}" type="presOf" srcId="{D56891E0-F4A4-4CA1-911E-BB5568ADCF3C}" destId="{09370221-7DFB-42B9-B450-525FD7A0AD01}" srcOrd="1" destOrd="0" presId="urn:microsoft.com/office/officeart/2008/layout/HorizontalMultiLevelHierarchy"/>
    <dgm:cxn modelId="{C9C6E055-BD76-4698-B3EF-A2D82DB8F92B}" type="presOf" srcId="{A324995A-D1D9-4DCF-B1CD-5E3D8EF9E13A}" destId="{1D7933AC-2F45-4820-8099-2D041DDD813D}" srcOrd="0" destOrd="0" presId="urn:microsoft.com/office/officeart/2008/layout/HorizontalMultiLevelHierarchy"/>
    <dgm:cxn modelId="{20938876-B581-4663-9A41-909E372FD880}" srcId="{01CC85EE-5086-4D7C-93BD-F0C40B8A9046}" destId="{DD7F9AFA-A10F-435F-9414-865BDD03012E}" srcOrd="1" destOrd="0" parTransId="{0C04B551-DA0D-483C-934D-1BFB8742CB70}" sibTransId="{511206D4-0BE2-438E-9F2B-43E6700D73DD}"/>
    <dgm:cxn modelId="{8B823858-FC35-42B5-93D5-811FA599EED8}" srcId="{D3595443-74B9-4F8C-802B-83A680A93963}" destId="{E8950533-BDBA-4EE5-9343-A575856693A8}" srcOrd="0" destOrd="0" parTransId="{19E93CE7-995F-4A9B-86D4-E72DC454E4D4}" sibTransId="{CDBD8FDF-58AA-483B-882D-5366416ADEE4}"/>
    <dgm:cxn modelId="{3BA08558-CC7F-43D7-9407-80F580A7A931}" type="presOf" srcId="{9E3E6EE3-1497-4BE9-8465-3F770CDC8FE2}" destId="{E7ABF8AB-46C8-4B31-B26C-49ECEA67580E}" srcOrd="0" destOrd="0" presId="urn:microsoft.com/office/officeart/2008/layout/HorizontalMultiLevelHierarchy"/>
    <dgm:cxn modelId="{9E5AA178-8DF3-4D9F-AE61-6B94852D3920}" type="presOf" srcId="{9F6E2DE7-6757-4233-86D7-7AEE59041EBD}" destId="{35909694-352D-49C6-AC0F-F59FD48722CA}" srcOrd="0" destOrd="0" presId="urn:microsoft.com/office/officeart/2008/layout/HorizontalMultiLevelHierarchy"/>
    <dgm:cxn modelId="{2B825A83-23EA-46C7-ACC0-B0D662400177}" type="presOf" srcId="{352383BC-3A54-4315-B73E-09B8B7784E65}" destId="{7812BC2C-8B44-4178-8CE4-0C1BC871F4E1}" srcOrd="0" destOrd="0" presId="urn:microsoft.com/office/officeart/2008/layout/HorizontalMultiLevelHierarchy"/>
    <dgm:cxn modelId="{23FCED86-7077-4DF3-ADDF-997EA8826CC0}" type="presOf" srcId="{E7F994E2-D3AB-4D0F-9321-6C6877180F61}" destId="{BC0A63C0-9109-42BC-90F7-C84F73645E50}" srcOrd="0" destOrd="0" presId="urn:microsoft.com/office/officeart/2008/layout/HorizontalMultiLevelHierarchy"/>
    <dgm:cxn modelId="{30539F91-D509-47CB-B262-E7D6ED312604}" srcId="{4C2728BB-245C-40DD-A648-6E6119BD43B1}" destId="{ACB91056-C344-4C03-B4A6-719D31A0EF5C}" srcOrd="1" destOrd="0" parTransId="{9F6E2DE7-6757-4233-86D7-7AEE59041EBD}" sibTransId="{39A8C605-5BD0-4172-A882-E1F41DB25BCD}"/>
    <dgm:cxn modelId="{46593D94-2742-48C6-82AD-ACE563F46B3A}" type="presOf" srcId="{F9B4BDA3-94BA-4E34-9856-F6D7CE97E2AB}" destId="{E44E768B-EC56-47EB-9175-18D48CAB669B}" srcOrd="0" destOrd="0" presId="urn:microsoft.com/office/officeart/2008/layout/HorizontalMultiLevelHierarchy"/>
    <dgm:cxn modelId="{9944F695-AB55-4DD1-BBAD-04F3EA4B54DB}" type="presOf" srcId="{9E3E6EE3-1497-4BE9-8465-3F770CDC8FE2}" destId="{026E7E05-93C7-407D-9865-CC68AB842FAC}" srcOrd="1" destOrd="0" presId="urn:microsoft.com/office/officeart/2008/layout/HorizontalMultiLevelHierarchy"/>
    <dgm:cxn modelId="{E6C60E98-1234-450C-A1E6-7DAE58E3A389}" type="presOf" srcId="{9DDA32BF-590E-4BD3-BF6B-42278600080B}" destId="{D3184421-B150-4798-A418-48651E369E53}" srcOrd="1" destOrd="0" presId="urn:microsoft.com/office/officeart/2008/layout/HorizontalMultiLevelHierarchy"/>
    <dgm:cxn modelId="{E608E09A-EFFD-42FC-9951-E5ECE7DDFCDE}" type="presOf" srcId="{B29C4B73-3D7C-4B95-BDAD-7AE7823D59D0}" destId="{E1E75415-305B-4A56-ADC7-C1FE50B077F5}" srcOrd="0" destOrd="0" presId="urn:microsoft.com/office/officeart/2008/layout/HorizontalMultiLevelHierarchy"/>
    <dgm:cxn modelId="{968AAA9C-85A1-405D-9527-909DEF5F85E4}" type="presOf" srcId="{9BF82CC8-7E22-4804-AC87-2ACF35657EA5}" destId="{2B157BA4-5BB9-4985-B2CE-378A39460A67}" srcOrd="1" destOrd="0" presId="urn:microsoft.com/office/officeart/2008/layout/HorizontalMultiLevelHierarchy"/>
    <dgm:cxn modelId="{89086D9D-49AC-467F-8BD9-0181CC12A293}" type="presOf" srcId="{E8950533-BDBA-4EE5-9343-A575856693A8}" destId="{772D9794-2FAC-4696-92A4-C53BC0CBF99A}" srcOrd="0" destOrd="0" presId="urn:microsoft.com/office/officeart/2008/layout/HorizontalMultiLevelHierarchy"/>
    <dgm:cxn modelId="{812601A0-8A12-41DB-B866-4E781218E7EA}" type="presOf" srcId="{E2E97759-4C42-4407-87CB-74D4F0A9F12D}" destId="{E4D7CF79-2695-4479-99B5-4D11A44E1D49}" srcOrd="1" destOrd="0" presId="urn:microsoft.com/office/officeart/2008/layout/HorizontalMultiLevelHierarchy"/>
    <dgm:cxn modelId="{108C0FA0-F857-46C6-9B59-B84BA08CFE77}" srcId="{031F0A0A-CEC4-4C9B-A7FD-E1582D7DD2DF}" destId="{D3595443-74B9-4F8C-802B-83A680A93963}" srcOrd="0" destOrd="0" parTransId="{5D2EAC44-A186-4971-AE2E-D37EB7B19A21}" sibTransId="{EC7A7AFC-E968-47E0-92F9-AB763911ED23}"/>
    <dgm:cxn modelId="{052298A1-3CB6-4C1C-A6F3-DC8A92AC7B3D}" type="presOf" srcId="{0C04B551-DA0D-483C-934D-1BFB8742CB70}" destId="{36ACAA0B-53A7-4FF4-97DD-7C21F72E10B4}" srcOrd="0" destOrd="0" presId="urn:microsoft.com/office/officeart/2008/layout/HorizontalMultiLevelHierarchy"/>
    <dgm:cxn modelId="{0757A9A5-8323-45D0-8C44-9DEC797014EE}" srcId="{ACB91056-C344-4C03-B4A6-719D31A0EF5C}" destId="{646ED4A1-0451-4273-9E55-4F9065FD4633}" srcOrd="0" destOrd="0" parTransId="{D56891E0-F4A4-4CA1-911E-BB5568ADCF3C}" sibTransId="{A701C1B4-7028-47A5-8009-25DDCE9401AB}"/>
    <dgm:cxn modelId="{647216AC-AFEB-40AC-BB19-F050DE13A441}" type="presOf" srcId="{D3595443-74B9-4F8C-802B-83A680A93963}" destId="{AD2AEF27-C265-4C65-A15D-15C352467E82}" srcOrd="0" destOrd="0" presId="urn:microsoft.com/office/officeart/2008/layout/HorizontalMultiLevelHierarchy"/>
    <dgm:cxn modelId="{CD8791B2-4947-48E8-8FB5-2D0735EB15C4}" type="presOf" srcId="{E2E97759-4C42-4407-87CB-74D4F0A9F12D}" destId="{263B7250-EDA4-4C8B-A0B3-77BBC1A7A4AF}" srcOrd="0" destOrd="0" presId="urn:microsoft.com/office/officeart/2008/layout/HorizontalMultiLevelHierarchy"/>
    <dgm:cxn modelId="{0768EFB3-9A22-4EF0-8977-DB445B262333}" srcId="{A78DC34E-9796-41D9-B235-D8A9F2E1121F}" destId="{B29C4B73-3D7C-4B95-BDAD-7AE7823D59D0}" srcOrd="3" destOrd="0" parTransId="{403AADC4-6789-419F-9634-4A7E3E98C3E8}" sibTransId="{55862ABA-4F0D-421B-A397-AEF9A8078277}"/>
    <dgm:cxn modelId="{3360BFB9-0E20-4537-9271-FF514618AFDD}" type="presOf" srcId="{4C3B4CC0-542B-4B44-82CA-D33C6CD0B24D}" destId="{E407D6DF-3104-4F62-8375-11238FCD03E3}" srcOrd="0" destOrd="0" presId="urn:microsoft.com/office/officeart/2008/layout/HorizontalMultiLevelHierarchy"/>
    <dgm:cxn modelId="{4D62F7BD-A465-45B6-A77E-5E1DF0A2C0D6}" srcId="{A78DC34E-9796-41D9-B235-D8A9F2E1121F}" destId="{1B6FB7D1-FBDD-4FCA-ABE9-3D86C79E7C44}" srcOrd="2" destOrd="0" parTransId="{302E25E0-4C02-4DDA-9114-FE936AFEE9A3}" sibTransId="{C33FDB1E-EC35-4A40-B009-9DF412B957EC}"/>
    <dgm:cxn modelId="{0C96A7BF-C355-41BB-BA34-A83988289FE8}" srcId="{D3595443-74B9-4F8C-802B-83A680A93963}" destId="{A78DC34E-9796-41D9-B235-D8A9F2E1121F}" srcOrd="2" destOrd="0" parTransId="{E1665788-63E2-4F75-BB14-90DB4CEF327F}" sibTransId="{88785343-B728-4DDA-ACB8-D63201C4AD9C}"/>
    <dgm:cxn modelId="{A20FF9C0-A950-4D60-A518-154F8C917B29}" type="presOf" srcId="{302E25E0-4C02-4DDA-9114-FE936AFEE9A3}" destId="{A9207B36-44F2-4637-BC90-C2792B01A83B}" srcOrd="1" destOrd="0" presId="urn:microsoft.com/office/officeart/2008/layout/HorizontalMultiLevelHierarchy"/>
    <dgm:cxn modelId="{89C64BC1-D045-458D-BC1E-B8EB394A14E1}" type="presOf" srcId="{C82831CA-5630-44D8-B268-B3750B68D2B7}" destId="{0A6B3C14-F581-4456-A3FC-2115E0EE86FD}" srcOrd="0" destOrd="0" presId="urn:microsoft.com/office/officeart/2008/layout/HorizontalMultiLevelHierarchy"/>
    <dgm:cxn modelId="{C412BEC2-E45A-4CE8-8A39-A6ECCD5C816D}" type="presOf" srcId="{ACB91056-C344-4C03-B4A6-719D31A0EF5C}" destId="{05DEFEEF-A470-4DEE-A787-9DF279702DCC}" srcOrd="0" destOrd="0" presId="urn:microsoft.com/office/officeart/2008/layout/HorizontalMultiLevelHierarchy"/>
    <dgm:cxn modelId="{D530C2C8-3F83-4DFF-BCA0-8235E903C9DD}" type="presOf" srcId="{0C04B551-DA0D-483C-934D-1BFB8742CB70}" destId="{F07001FA-3449-4190-8B37-8554D3B5B8AB}" srcOrd="1" destOrd="0" presId="urn:microsoft.com/office/officeart/2008/layout/HorizontalMultiLevelHierarchy"/>
    <dgm:cxn modelId="{FA80E8C8-8385-4351-9395-14C4D6A37E8E}" type="presOf" srcId="{E171D585-D10D-4F40-80FF-F79A2D228AA5}" destId="{B59E9862-729D-4EFF-BF43-BE6E52FE22C9}" srcOrd="0" destOrd="0" presId="urn:microsoft.com/office/officeart/2008/layout/HorizontalMultiLevelHierarchy"/>
    <dgm:cxn modelId="{0D1389CE-1A0F-4815-A9E9-A6004D1B72DF}" type="presOf" srcId="{A324995A-D1D9-4DCF-B1CD-5E3D8EF9E13A}" destId="{6339CEE1-C251-4F73-8169-15797451F118}" srcOrd="1" destOrd="0" presId="urn:microsoft.com/office/officeart/2008/layout/HorizontalMultiLevelHierarchy"/>
    <dgm:cxn modelId="{AAA3A1CE-0DE9-40E3-8A09-3E086B014E39}" type="presOf" srcId="{D56891E0-F4A4-4CA1-911E-BB5568ADCF3C}" destId="{54B15045-CB64-4861-BFEE-41F12AA31D41}" srcOrd="0" destOrd="0" presId="urn:microsoft.com/office/officeart/2008/layout/HorizontalMultiLevelHierarchy"/>
    <dgm:cxn modelId="{F81959DC-40FE-4955-909D-D7BE82AD6501}" type="presOf" srcId="{4B34699C-00E9-44B9-9103-6FB5A05708BC}" destId="{EC522E7F-82EC-48E1-99EE-19499CC97DC0}" srcOrd="0" destOrd="0" presId="urn:microsoft.com/office/officeart/2008/layout/HorizontalMultiLevelHierarchy"/>
    <dgm:cxn modelId="{B5D710DD-ECF5-4A6F-A66E-C882CE414713}" type="presOf" srcId="{747BE8C5-035F-4D82-8D0D-E666E5123CBE}" destId="{AF1DD1D7-9B6E-4B7A-9220-043AEC0D1B00}" srcOrd="0" destOrd="0" presId="urn:microsoft.com/office/officeart/2008/layout/HorizontalMultiLevelHierarchy"/>
    <dgm:cxn modelId="{F0888CE0-7C7B-4A6A-AC6F-E3D6B866F730}" type="presOf" srcId="{E1665788-63E2-4F75-BB14-90DB4CEF327F}" destId="{581E7F14-F012-43CA-AA10-A4A7ECBC8FBD}" srcOrd="0" destOrd="0" presId="urn:microsoft.com/office/officeart/2008/layout/HorizontalMultiLevelHierarchy"/>
    <dgm:cxn modelId="{460BF9E2-4C66-4264-A79B-DA1EE6A8AD3D}" type="presOf" srcId="{031F0A0A-CEC4-4C9B-A7FD-E1582D7DD2DF}" destId="{11D0D9E8-6CB5-4B16-8596-974FCF30D005}" srcOrd="0" destOrd="0" presId="urn:microsoft.com/office/officeart/2008/layout/HorizontalMultiLevelHierarchy"/>
    <dgm:cxn modelId="{550B6AE6-8AD8-4CFF-B267-3924C5D92711}" type="presOf" srcId="{AC458A82-5C7E-4F02-9062-5AA174AD5477}" destId="{D58189F9-187E-4B3C-A800-AC8B9D8C64E9}" srcOrd="0" destOrd="0" presId="urn:microsoft.com/office/officeart/2008/layout/HorizontalMultiLevelHierarchy"/>
    <dgm:cxn modelId="{791C20E8-83C9-43BA-A050-636171231702}" srcId="{646ED4A1-0451-4273-9E55-4F9065FD4633}" destId="{352383BC-3A54-4315-B73E-09B8B7784E65}" srcOrd="0" destOrd="0" parTransId="{A324995A-D1D9-4DCF-B1CD-5E3D8EF9E13A}" sibTransId="{61A45E02-2F76-4540-B8F1-784AFC8E3E0F}"/>
    <dgm:cxn modelId="{F4907FE8-E0F2-416F-B269-48670C0FB903}" type="presOf" srcId="{19E93CE7-995F-4A9B-86D4-E72DC454E4D4}" destId="{54F771EF-C262-41CD-8B06-B62A7ED71F4A}" srcOrd="0" destOrd="0" presId="urn:microsoft.com/office/officeart/2008/layout/HorizontalMultiLevelHierarchy"/>
    <dgm:cxn modelId="{26CA8CF0-1319-4257-8CC1-B7B263539148}" type="presOf" srcId="{4C2728BB-245C-40DD-A648-6E6119BD43B1}" destId="{5F31CA7D-C0E2-43EE-9ED9-BAD6D3870222}" srcOrd="0" destOrd="0" presId="urn:microsoft.com/office/officeart/2008/layout/HorizontalMultiLevelHierarchy"/>
    <dgm:cxn modelId="{C0412DF4-AC0B-4812-A4D9-17BB597B41F2}" type="presOf" srcId="{9DDA32BF-590E-4BD3-BF6B-42278600080B}" destId="{EF177393-4D70-4DED-A2B7-E262EB176C19}" srcOrd="0" destOrd="0" presId="urn:microsoft.com/office/officeart/2008/layout/HorizontalMultiLevelHierarchy"/>
    <dgm:cxn modelId="{B7B506F6-2DF0-43FF-9ACC-B1869F4E87AB}" type="presOf" srcId="{BC77FDE9-23F1-480C-ADC7-AD324A6B64E0}" destId="{B54B307B-FBA0-4655-99FC-FCD4D637389B}" srcOrd="0" destOrd="0" presId="urn:microsoft.com/office/officeart/2008/layout/HorizontalMultiLevelHierarchy"/>
    <dgm:cxn modelId="{2F522BF8-CFD3-4CD1-8C8B-9EAF2D72E9C9}" type="presOf" srcId="{DC9E0715-C6EC-4EDD-BCCA-02DF98017AC4}" destId="{9FB95A2F-3C8E-431A-9C07-42F2CD61E5AD}" srcOrd="0" destOrd="0" presId="urn:microsoft.com/office/officeart/2008/layout/HorizontalMultiLevelHierarchy"/>
    <dgm:cxn modelId="{6F5C91FC-15BB-4134-AB9F-4AB5998B8513}" srcId="{C82831CA-5630-44D8-B268-B3750B68D2B7}" destId="{BC77FDE9-23F1-480C-ADC7-AD324A6B64E0}" srcOrd="0" destOrd="0" parTransId="{3EA1938D-6B5A-4DD2-ACBD-9BE7686E1DF9}" sibTransId="{8A15B814-E1D7-456D-BF6D-E5DE34C91F4C}"/>
    <dgm:cxn modelId="{1469A8FC-51E0-4A40-B50A-0C6035FEEDF9}" type="presOf" srcId="{31FEDF13-61CD-4015-9842-3F2E95E9A354}" destId="{838F26AA-0F09-4A93-80D5-845EE89E5B05}" srcOrd="0" destOrd="0" presId="urn:microsoft.com/office/officeart/2008/layout/HorizontalMultiLevelHierarchy"/>
    <dgm:cxn modelId="{2C27ACFC-1E8C-4615-B95E-47D970C60242}" type="presOf" srcId="{DD0F61EC-DA1F-44EA-BD24-B1FDF1D614F7}" destId="{7B1BFE8A-F412-4D9E-BC98-79C9286930D2}" srcOrd="0" destOrd="0" presId="urn:microsoft.com/office/officeart/2008/layout/HorizontalMultiLevelHierarchy"/>
    <dgm:cxn modelId="{EC5E3FFD-21BC-48B3-AA48-B40366587887}" srcId="{A78DC34E-9796-41D9-B235-D8A9F2E1121F}" destId="{E171D585-D10D-4F40-80FF-F79A2D228AA5}" srcOrd="0" destOrd="0" parTransId="{F9B4BDA3-94BA-4E34-9856-F6D7CE97E2AB}" sibTransId="{EE17D323-815B-416F-8928-18496B78A61A}"/>
    <dgm:cxn modelId="{DAB407FF-6981-4AB5-83A9-3289097558EF}" type="presOf" srcId="{19E93CE7-995F-4A9B-86D4-E72DC454E4D4}" destId="{AAA8552C-9FAC-476C-923F-8A20C58FBA38}" srcOrd="1" destOrd="0" presId="urn:microsoft.com/office/officeart/2008/layout/HorizontalMultiLevelHierarchy"/>
    <dgm:cxn modelId="{F590C14B-6202-47B5-8C39-10979F60FEC0}" type="presParOf" srcId="{11D0D9E8-6CB5-4B16-8596-974FCF30D005}" destId="{3233A93A-B5B9-4D2E-90F6-DD4064AEE2F7}" srcOrd="0" destOrd="0" presId="urn:microsoft.com/office/officeart/2008/layout/HorizontalMultiLevelHierarchy"/>
    <dgm:cxn modelId="{CCAB0113-8780-42F2-98C0-E560CF14719C}" type="presParOf" srcId="{3233A93A-B5B9-4D2E-90F6-DD4064AEE2F7}" destId="{AD2AEF27-C265-4C65-A15D-15C352467E82}" srcOrd="0" destOrd="0" presId="urn:microsoft.com/office/officeart/2008/layout/HorizontalMultiLevelHierarchy"/>
    <dgm:cxn modelId="{F4EF3727-5295-4A80-B735-C249CE779687}" type="presParOf" srcId="{3233A93A-B5B9-4D2E-90F6-DD4064AEE2F7}" destId="{7A9DD292-3385-470B-A5E0-C4EA347A6F27}" srcOrd="1" destOrd="0" presId="urn:microsoft.com/office/officeart/2008/layout/HorizontalMultiLevelHierarchy"/>
    <dgm:cxn modelId="{6C7DFB99-DBD9-4A91-AD4E-FAE87210440F}" type="presParOf" srcId="{7A9DD292-3385-470B-A5E0-C4EA347A6F27}" destId="{54F771EF-C262-41CD-8B06-B62A7ED71F4A}" srcOrd="0" destOrd="0" presId="urn:microsoft.com/office/officeart/2008/layout/HorizontalMultiLevelHierarchy"/>
    <dgm:cxn modelId="{996524CE-0C95-40B8-AEE9-88860B29F5F6}" type="presParOf" srcId="{54F771EF-C262-41CD-8B06-B62A7ED71F4A}" destId="{AAA8552C-9FAC-476C-923F-8A20C58FBA38}" srcOrd="0" destOrd="0" presId="urn:microsoft.com/office/officeart/2008/layout/HorizontalMultiLevelHierarchy"/>
    <dgm:cxn modelId="{7057BE84-E19C-45C1-9B8F-2541404C81E4}" type="presParOf" srcId="{7A9DD292-3385-470B-A5E0-C4EA347A6F27}" destId="{6CE91C34-DC70-44A8-84FC-3B13C62B1069}" srcOrd="1" destOrd="0" presId="urn:microsoft.com/office/officeart/2008/layout/HorizontalMultiLevelHierarchy"/>
    <dgm:cxn modelId="{BA44EB38-34C0-4D35-8EC4-D906899B5FAE}" type="presParOf" srcId="{6CE91C34-DC70-44A8-84FC-3B13C62B1069}" destId="{772D9794-2FAC-4696-92A4-C53BC0CBF99A}" srcOrd="0" destOrd="0" presId="urn:microsoft.com/office/officeart/2008/layout/HorizontalMultiLevelHierarchy"/>
    <dgm:cxn modelId="{3A8883DF-1EF2-4CC1-87E9-F3F14C0CEC24}" type="presParOf" srcId="{6CE91C34-DC70-44A8-84FC-3B13C62B1069}" destId="{9590EF11-6B7E-4A14-A6A6-18C9DFD56A44}" srcOrd="1" destOrd="0" presId="urn:microsoft.com/office/officeart/2008/layout/HorizontalMultiLevelHierarchy"/>
    <dgm:cxn modelId="{96C6122F-B7D1-4599-81A7-05B8588BE010}" type="presParOf" srcId="{9590EF11-6B7E-4A14-A6A6-18C9DFD56A44}" destId="{BC0A63C0-9109-42BC-90F7-C84F73645E50}" srcOrd="0" destOrd="0" presId="urn:microsoft.com/office/officeart/2008/layout/HorizontalMultiLevelHierarchy"/>
    <dgm:cxn modelId="{482AC1D2-A89D-48D8-B6E1-46BF25A7B8B4}" type="presParOf" srcId="{BC0A63C0-9109-42BC-90F7-C84F73645E50}" destId="{9BD4E3BA-35A1-4BCD-AE6A-9D7A1A8D9439}" srcOrd="0" destOrd="0" presId="urn:microsoft.com/office/officeart/2008/layout/HorizontalMultiLevelHierarchy"/>
    <dgm:cxn modelId="{8BCA3919-82F6-40E0-984A-8B13D9F92ABD}" type="presParOf" srcId="{9590EF11-6B7E-4A14-A6A6-18C9DFD56A44}" destId="{18F26173-6DE3-4F0D-B363-28558DD30B25}" srcOrd="1" destOrd="0" presId="urn:microsoft.com/office/officeart/2008/layout/HorizontalMultiLevelHierarchy"/>
    <dgm:cxn modelId="{0EFA2EDC-3683-409A-8704-446787CB2B90}" type="presParOf" srcId="{18F26173-6DE3-4F0D-B363-28558DD30B25}" destId="{0D9D6663-DEB9-410D-9E07-9D2E9764B6DB}" srcOrd="0" destOrd="0" presId="urn:microsoft.com/office/officeart/2008/layout/HorizontalMultiLevelHierarchy"/>
    <dgm:cxn modelId="{1E6F5175-4A8C-4365-910F-D725B0CA9594}" type="presParOf" srcId="{18F26173-6DE3-4F0D-B363-28558DD30B25}" destId="{A8307B99-F17E-4848-9B87-5AB6043AA540}" srcOrd="1" destOrd="0" presId="urn:microsoft.com/office/officeart/2008/layout/HorizontalMultiLevelHierarchy"/>
    <dgm:cxn modelId="{AF668FE2-6DE3-4C2E-851A-83E26445563F}" type="presParOf" srcId="{7A9DD292-3385-470B-A5E0-C4EA347A6F27}" destId="{E7ABF8AB-46C8-4B31-B26C-49ECEA67580E}" srcOrd="2" destOrd="0" presId="urn:microsoft.com/office/officeart/2008/layout/HorizontalMultiLevelHierarchy"/>
    <dgm:cxn modelId="{2E2682CC-5262-4FC5-87DB-0ADED113B310}" type="presParOf" srcId="{E7ABF8AB-46C8-4B31-B26C-49ECEA67580E}" destId="{026E7E05-93C7-407D-9865-CC68AB842FAC}" srcOrd="0" destOrd="0" presId="urn:microsoft.com/office/officeart/2008/layout/HorizontalMultiLevelHierarchy"/>
    <dgm:cxn modelId="{6FDEAD01-2B24-4E41-B817-405032FA9EB1}" type="presParOf" srcId="{7A9DD292-3385-470B-A5E0-C4EA347A6F27}" destId="{684D2D8D-3A35-46B0-9DEA-1BCF6D6FD3AA}" srcOrd="3" destOrd="0" presId="urn:microsoft.com/office/officeart/2008/layout/HorizontalMultiLevelHierarchy"/>
    <dgm:cxn modelId="{5806171B-8D60-48B3-B5A4-859DD89348CC}" type="presParOf" srcId="{684D2D8D-3A35-46B0-9DEA-1BCF6D6FD3AA}" destId="{5F31CA7D-C0E2-43EE-9ED9-BAD6D3870222}" srcOrd="0" destOrd="0" presId="urn:microsoft.com/office/officeart/2008/layout/HorizontalMultiLevelHierarchy"/>
    <dgm:cxn modelId="{0B23C3C4-A807-46E0-9E2C-FADA53288B20}" type="presParOf" srcId="{684D2D8D-3A35-46B0-9DEA-1BCF6D6FD3AA}" destId="{5A2D76E3-86BF-4258-8947-6A321D8E5BD4}" srcOrd="1" destOrd="0" presId="urn:microsoft.com/office/officeart/2008/layout/HorizontalMultiLevelHierarchy"/>
    <dgm:cxn modelId="{E7B7722F-73F8-4BF3-8A69-FD97041E1BAC}" type="presParOf" srcId="{5A2D76E3-86BF-4258-8947-6A321D8E5BD4}" destId="{6E9BBFC7-D3D0-42DA-93CE-BD34F8A3AB21}" srcOrd="0" destOrd="0" presId="urn:microsoft.com/office/officeart/2008/layout/HorizontalMultiLevelHierarchy"/>
    <dgm:cxn modelId="{738857F2-459B-4BB3-A636-FBBB1D5291A8}" type="presParOf" srcId="{6E9BBFC7-D3D0-42DA-93CE-BD34F8A3AB21}" destId="{709E0BC6-6CEB-4FB5-9A83-82505129E18D}" srcOrd="0" destOrd="0" presId="urn:microsoft.com/office/officeart/2008/layout/HorizontalMultiLevelHierarchy"/>
    <dgm:cxn modelId="{84E06770-639F-4829-9EE1-5E808EA9EE9D}" type="presParOf" srcId="{5A2D76E3-86BF-4258-8947-6A321D8E5BD4}" destId="{F5CFA590-0135-4089-8FE8-F7113BC57EBD}" srcOrd="1" destOrd="0" presId="urn:microsoft.com/office/officeart/2008/layout/HorizontalMultiLevelHierarchy"/>
    <dgm:cxn modelId="{EFD4E97E-03B0-4AEC-9B04-9FE7D216F77C}" type="presParOf" srcId="{F5CFA590-0135-4089-8FE8-F7113BC57EBD}" destId="{AF1DD1D7-9B6E-4B7A-9220-043AEC0D1B00}" srcOrd="0" destOrd="0" presId="urn:microsoft.com/office/officeart/2008/layout/HorizontalMultiLevelHierarchy"/>
    <dgm:cxn modelId="{19064634-D393-4D40-989F-252E2EDF683A}" type="presParOf" srcId="{F5CFA590-0135-4089-8FE8-F7113BC57EBD}" destId="{2DCA9D59-5122-4624-B2A1-C248397373D3}" srcOrd="1" destOrd="0" presId="urn:microsoft.com/office/officeart/2008/layout/HorizontalMultiLevelHierarchy"/>
    <dgm:cxn modelId="{B532C0D8-4275-48A5-8251-E888A8086A4D}" type="presParOf" srcId="{5A2D76E3-86BF-4258-8947-6A321D8E5BD4}" destId="{35909694-352D-49C6-AC0F-F59FD48722CA}" srcOrd="2" destOrd="0" presId="urn:microsoft.com/office/officeart/2008/layout/HorizontalMultiLevelHierarchy"/>
    <dgm:cxn modelId="{746F93FE-76DA-4453-A7FB-83B9EED964E1}" type="presParOf" srcId="{35909694-352D-49C6-AC0F-F59FD48722CA}" destId="{6F9AEB85-3A68-4F6E-ADD1-58CCFE043A99}" srcOrd="0" destOrd="0" presId="urn:microsoft.com/office/officeart/2008/layout/HorizontalMultiLevelHierarchy"/>
    <dgm:cxn modelId="{D207676C-3444-4FE0-92BA-B34F66938CEF}" type="presParOf" srcId="{5A2D76E3-86BF-4258-8947-6A321D8E5BD4}" destId="{AAFD3D28-D1E2-4BBC-8AF0-05A0FA73A689}" srcOrd="3" destOrd="0" presId="urn:microsoft.com/office/officeart/2008/layout/HorizontalMultiLevelHierarchy"/>
    <dgm:cxn modelId="{7F74923D-F2A6-4F7F-A598-6CDD48B5A5AF}" type="presParOf" srcId="{AAFD3D28-D1E2-4BBC-8AF0-05A0FA73A689}" destId="{05DEFEEF-A470-4DEE-A787-9DF279702DCC}" srcOrd="0" destOrd="0" presId="urn:microsoft.com/office/officeart/2008/layout/HorizontalMultiLevelHierarchy"/>
    <dgm:cxn modelId="{506B8627-C08F-4AE3-A3AB-9E3F61044386}" type="presParOf" srcId="{AAFD3D28-D1E2-4BBC-8AF0-05A0FA73A689}" destId="{706ED17B-5B88-4A46-A85A-A6417E4F7196}" srcOrd="1" destOrd="0" presId="urn:microsoft.com/office/officeart/2008/layout/HorizontalMultiLevelHierarchy"/>
    <dgm:cxn modelId="{86968426-E719-4CF3-9360-6042E2EAD133}" type="presParOf" srcId="{706ED17B-5B88-4A46-A85A-A6417E4F7196}" destId="{54B15045-CB64-4861-BFEE-41F12AA31D41}" srcOrd="0" destOrd="0" presId="urn:microsoft.com/office/officeart/2008/layout/HorizontalMultiLevelHierarchy"/>
    <dgm:cxn modelId="{00648E99-DAD3-43B3-AA01-5E4895C0C71F}" type="presParOf" srcId="{54B15045-CB64-4861-BFEE-41F12AA31D41}" destId="{09370221-7DFB-42B9-B450-525FD7A0AD01}" srcOrd="0" destOrd="0" presId="urn:microsoft.com/office/officeart/2008/layout/HorizontalMultiLevelHierarchy"/>
    <dgm:cxn modelId="{E79C423B-8542-4DFB-AFDA-9AD11F36B446}" type="presParOf" srcId="{706ED17B-5B88-4A46-A85A-A6417E4F7196}" destId="{0635FACC-C5F9-4748-BBE7-3BD325486219}" srcOrd="1" destOrd="0" presId="urn:microsoft.com/office/officeart/2008/layout/HorizontalMultiLevelHierarchy"/>
    <dgm:cxn modelId="{CD9496A2-0EF0-415E-84F3-997FA9CEBED3}" type="presParOf" srcId="{0635FACC-C5F9-4748-BBE7-3BD325486219}" destId="{8E138077-2A22-43D2-9BB9-15A41F13D05F}" srcOrd="0" destOrd="0" presId="urn:microsoft.com/office/officeart/2008/layout/HorizontalMultiLevelHierarchy"/>
    <dgm:cxn modelId="{7907B263-DCD1-4EBF-B364-D8D0490EC7D6}" type="presParOf" srcId="{0635FACC-C5F9-4748-BBE7-3BD325486219}" destId="{37D846A8-0FAF-403B-AD22-14828D4C1F89}" srcOrd="1" destOrd="0" presId="urn:microsoft.com/office/officeart/2008/layout/HorizontalMultiLevelHierarchy"/>
    <dgm:cxn modelId="{BDD49A9D-32C0-4568-B475-41ABCE001D44}" type="presParOf" srcId="{37D846A8-0FAF-403B-AD22-14828D4C1F89}" destId="{1D7933AC-2F45-4820-8099-2D041DDD813D}" srcOrd="0" destOrd="0" presId="urn:microsoft.com/office/officeart/2008/layout/HorizontalMultiLevelHierarchy"/>
    <dgm:cxn modelId="{85B10FA1-2716-4A36-A2D1-2A5C590882B8}" type="presParOf" srcId="{1D7933AC-2F45-4820-8099-2D041DDD813D}" destId="{6339CEE1-C251-4F73-8169-15797451F118}" srcOrd="0" destOrd="0" presId="urn:microsoft.com/office/officeart/2008/layout/HorizontalMultiLevelHierarchy"/>
    <dgm:cxn modelId="{43F12A90-2076-45C6-B2ED-9E4FC9FCB639}" type="presParOf" srcId="{37D846A8-0FAF-403B-AD22-14828D4C1F89}" destId="{6FFAEA4F-1558-4538-ACF7-AA90995F2B4F}" srcOrd="1" destOrd="0" presId="urn:microsoft.com/office/officeart/2008/layout/HorizontalMultiLevelHierarchy"/>
    <dgm:cxn modelId="{C8615AC7-8C04-4298-88F2-CC7CD9FD4266}" type="presParOf" srcId="{6FFAEA4F-1558-4538-ACF7-AA90995F2B4F}" destId="{7812BC2C-8B44-4178-8CE4-0C1BC871F4E1}" srcOrd="0" destOrd="0" presId="urn:microsoft.com/office/officeart/2008/layout/HorizontalMultiLevelHierarchy"/>
    <dgm:cxn modelId="{5CFFE761-5D8F-4DEA-8DEE-EF28DD6F2CB9}" type="presParOf" srcId="{6FFAEA4F-1558-4538-ACF7-AA90995F2B4F}" destId="{708C0102-9D66-4EAD-9105-062D9C7EA576}" srcOrd="1" destOrd="0" presId="urn:microsoft.com/office/officeart/2008/layout/HorizontalMultiLevelHierarchy"/>
    <dgm:cxn modelId="{EF16277A-63E5-4B48-8C09-86D04A367B1B}" type="presParOf" srcId="{706ED17B-5B88-4A46-A85A-A6417E4F7196}" destId="{EF177393-4D70-4DED-A2B7-E262EB176C19}" srcOrd="2" destOrd="0" presId="urn:microsoft.com/office/officeart/2008/layout/HorizontalMultiLevelHierarchy"/>
    <dgm:cxn modelId="{8BE5BFC2-1F6E-45D9-BA8E-9E855AC3F471}" type="presParOf" srcId="{EF177393-4D70-4DED-A2B7-E262EB176C19}" destId="{D3184421-B150-4798-A418-48651E369E53}" srcOrd="0" destOrd="0" presId="urn:microsoft.com/office/officeart/2008/layout/HorizontalMultiLevelHierarchy"/>
    <dgm:cxn modelId="{C9D8EA33-20D0-42D3-B553-9E3BA86EFB39}" type="presParOf" srcId="{706ED17B-5B88-4A46-A85A-A6417E4F7196}" destId="{8AE2B9C1-5AE1-4114-B736-DBFFE5AA2150}" srcOrd="3" destOrd="0" presId="urn:microsoft.com/office/officeart/2008/layout/HorizontalMultiLevelHierarchy"/>
    <dgm:cxn modelId="{14123798-2115-481C-878A-C3487440453A}" type="presParOf" srcId="{8AE2B9C1-5AE1-4114-B736-DBFFE5AA2150}" destId="{9FB95A2F-3C8E-431A-9C07-42F2CD61E5AD}" srcOrd="0" destOrd="0" presId="urn:microsoft.com/office/officeart/2008/layout/HorizontalMultiLevelHierarchy"/>
    <dgm:cxn modelId="{B90F224C-6B76-4508-BF4F-3C1DEB981D75}" type="presParOf" srcId="{8AE2B9C1-5AE1-4114-B736-DBFFE5AA2150}" destId="{865FBD2A-1C39-493B-A8DB-4014B902592A}" srcOrd="1" destOrd="0" presId="urn:microsoft.com/office/officeart/2008/layout/HorizontalMultiLevelHierarchy"/>
    <dgm:cxn modelId="{500AA951-9073-43C9-9617-5C1C9F1DB28F}" type="presParOf" srcId="{865FBD2A-1C39-493B-A8DB-4014B902592A}" destId="{21557A4D-40C1-4764-A1E1-4BDD117A4C43}" srcOrd="0" destOrd="0" presId="urn:microsoft.com/office/officeart/2008/layout/HorizontalMultiLevelHierarchy"/>
    <dgm:cxn modelId="{C85021EC-18E5-4F1F-86E3-5699D363AD5B}" type="presParOf" srcId="{21557A4D-40C1-4764-A1E1-4BDD117A4C43}" destId="{4E2DB1D8-1CD5-45D4-A5F8-9C6A9445D4C4}" srcOrd="0" destOrd="0" presId="urn:microsoft.com/office/officeart/2008/layout/HorizontalMultiLevelHierarchy"/>
    <dgm:cxn modelId="{0631C7C5-7C17-4207-9F44-0AFB4C2DB062}" type="presParOf" srcId="{865FBD2A-1C39-493B-A8DB-4014B902592A}" destId="{F4C58705-7865-42AE-9A4C-D906A9DE34F8}" srcOrd="1" destOrd="0" presId="urn:microsoft.com/office/officeart/2008/layout/HorizontalMultiLevelHierarchy"/>
    <dgm:cxn modelId="{952D8D59-24E3-4DEB-80F9-A0EDA9ED6590}" type="presParOf" srcId="{F4C58705-7865-42AE-9A4C-D906A9DE34F8}" destId="{EC522E7F-82EC-48E1-99EE-19499CC97DC0}" srcOrd="0" destOrd="0" presId="urn:microsoft.com/office/officeart/2008/layout/HorizontalMultiLevelHierarchy"/>
    <dgm:cxn modelId="{C2ACFDBE-515C-4B08-85CA-AF7B7E76DEE2}" type="presParOf" srcId="{F4C58705-7865-42AE-9A4C-D906A9DE34F8}" destId="{5A292F45-7973-40E0-AEA7-FCE202B802A9}" srcOrd="1" destOrd="0" presId="urn:microsoft.com/office/officeart/2008/layout/HorizontalMultiLevelHierarchy"/>
    <dgm:cxn modelId="{D8453D75-2805-4A40-8422-0691FA5ABCE5}" type="presParOf" srcId="{7A9DD292-3385-470B-A5E0-C4EA347A6F27}" destId="{581E7F14-F012-43CA-AA10-A4A7ECBC8FBD}" srcOrd="4" destOrd="0" presId="urn:microsoft.com/office/officeart/2008/layout/HorizontalMultiLevelHierarchy"/>
    <dgm:cxn modelId="{E7FFB456-8DEF-45EF-AFAA-B351C3946AF0}" type="presParOf" srcId="{581E7F14-F012-43CA-AA10-A4A7ECBC8FBD}" destId="{DA5B458C-FF71-4DCE-B9A1-E5039AD39ECF}" srcOrd="0" destOrd="0" presId="urn:microsoft.com/office/officeart/2008/layout/HorizontalMultiLevelHierarchy"/>
    <dgm:cxn modelId="{B643C47B-F29A-442C-9000-6BAC4FB03710}" type="presParOf" srcId="{7A9DD292-3385-470B-A5E0-C4EA347A6F27}" destId="{0DE929C0-9982-4F53-A7A6-1DB74DB27C84}" srcOrd="5" destOrd="0" presId="urn:microsoft.com/office/officeart/2008/layout/HorizontalMultiLevelHierarchy"/>
    <dgm:cxn modelId="{4AB067E6-7224-4027-9F81-5B562EBFA023}" type="presParOf" srcId="{0DE929C0-9982-4F53-A7A6-1DB74DB27C84}" destId="{E0242A61-D26C-49EF-AA5B-1BB0FB2CFE55}" srcOrd="0" destOrd="0" presId="urn:microsoft.com/office/officeart/2008/layout/HorizontalMultiLevelHierarchy"/>
    <dgm:cxn modelId="{48907970-426D-4E57-888C-D7A0106BC838}" type="presParOf" srcId="{0DE929C0-9982-4F53-A7A6-1DB74DB27C84}" destId="{1BEF26E3-AC19-46BC-9E2E-36CF1F3A14AD}" srcOrd="1" destOrd="0" presId="urn:microsoft.com/office/officeart/2008/layout/HorizontalMultiLevelHierarchy"/>
    <dgm:cxn modelId="{74221685-56C3-492F-AB72-52B84F73ACDD}" type="presParOf" srcId="{1BEF26E3-AC19-46BC-9E2E-36CF1F3A14AD}" destId="{E44E768B-EC56-47EB-9175-18D48CAB669B}" srcOrd="0" destOrd="0" presId="urn:microsoft.com/office/officeart/2008/layout/HorizontalMultiLevelHierarchy"/>
    <dgm:cxn modelId="{6548F7F1-92D5-4B74-9FD1-1C7F4D56ADC7}" type="presParOf" srcId="{E44E768B-EC56-47EB-9175-18D48CAB669B}" destId="{8DCEE8B4-F385-41E4-BDC4-CB78DE23348F}" srcOrd="0" destOrd="0" presId="urn:microsoft.com/office/officeart/2008/layout/HorizontalMultiLevelHierarchy"/>
    <dgm:cxn modelId="{6F497406-2108-416A-BE1A-BC429B18101D}" type="presParOf" srcId="{1BEF26E3-AC19-46BC-9E2E-36CF1F3A14AD}" destId="{2F5CE313-D604-4D04-BC70-0C273B555406}" srcOrd="1" destOrd="0" presId="urn:microsoft.com/office/officeart/2008/layout/HorizontalMultiLevelHierarchy"/>
    <dgm:cxn modelId="{3756E4AE-9E52-4BF4-B879-E3FE5E1DF522}" type="presParOf" srcId="{2F5CE313-D604-4D04-BC70-0C273B555406}" destId="{B59E9862-729D-4EFF-BF43-BE6E52FE22C9}" srcOrd="0" destOrd="0" presId="urn:microsoft.com/office/officeart/2008/layout/HorizontalMultiLevelHierarchy"/>
    <dgm:cxn modelId="{D648A4B3-D998-4F40-B6C0-AE51A21A01C0}" type="presParOf" srcId="{2F5CE313-D604-4D04-BC70-0C273B555406}" destId="{633C07FF-B7A7-4F52-A4CE-B9188B4BC95C}" srcOrd="1" destOrd="0" presId="urn:microsoft.com/office/officeart/2008/layout/HorizontalMultiLevelHierarchy"/>
    <dgm:cxn modelId="{07C428D0-D6C3-4548-B3BE-ADB0EF1B9676}" type="presParOf" srcId="{633C07FF-B7A7-4F52-A4CE-B9188B4BC95C}" destId="{263B7250-EDA4-4C8B-A0B3-77BBC1A7A4AF}" srcOrd="0" destOrd="0" presId="urn:microsoft.com/office/officeart/2008/layout/HorizontalMultiLevelHierarchy"/>
    <dgm:cxn modelId="{B4D31A77-C253-4BBD-9E6A-2D1B076AD4DE}" type="presParOf" srcId="{263B7250-EDA4-4C8B-A0B3-77BBC1A7A4AF}" destId="{E4D7CF79-2695-4479-99B5-4D11A44E1D49}" srcOrd="0" destOrd="0" presId="urn:microsoft.com/office/officeart/2008/layout/HorizontalMultiLevelHierarchy"/>
    <dgm:cxn modelId="{8F9D5054-179C-474B-B844-87D6955013B5}" type="presParOf" srcId="{633C07FF-B7A7-4F52-A4CE-B9188B4BC95C}" destId="{3A154357-F69C-455F-9282-9F7E1240B28D}" srcOrd="1" destOrd="0" presId="urn:microsoft.com/office/officeart/2008/layout/HorizontalMultiLevelHierarchy"/>
    <dgm:cxn modelId="{5A7FDEFD-1A2C-4A51-A019-FA78446BCF8A}" type="presParOf" srcId="{3A154357-F69C-455F-9282-9F7E1240B28D}" destId="{662B4335-AFA7-4FEA-8A73-94B0D8EF7672}" srcOrd="0" destOrd="0" presId="urn:microsoft.com/office/officeart/2008/layout/HorizontalMultiLevelHierarchy"/>
    <dgm:cxn modelId="{5DAB3896-C644-456A-BE63-2C2FD1C7731E}" type="presParOf" srcId="{3A154357-F69C-455F-9282-9F7E1240B28D}" destId="{13A54387-FC42-4741-A210-28A5DB1AF288}" srcOrd="1" destOrd="0" presId="urn:microsoft.com/office/officeart/2008/layout/HorizontalMultiLevelHierarchy"/>
    <dgm:cxn modelId="{F5AEAB3F-5FE0-49A1-B831-EA8DC3CEABC6}" type="presParOf" srcId="{1BEF26E3-AC19-46BC-9E2E-36CF1F3A14AD}" destId="{838F26AA-0F09-4A93-80D5-845EE89E5B05}" srcOrd="2" destOrd="0" presId="urn:microsoft.com/office/officeart/2008/layout/HorizontalMultiLevelHierarchy"/>
    <dgm:cxn modelId="{34DEAA4A-FDFA-467A-B836-207671FBAA8E}" type="presParOf" srcId="{838F26AA-0F09-4A93-80D5-845EE89E5B05}" destId="{74061AD1-7E69-4DB9-81FA-E1E7A634EF6E}" srcOrd="0" destOrd="0" presId="urn:microsoft.com/office/officeart/2008/layout/HorizontalMultiLevelHierarchy"/>
    <dgm:cxn modelId="{B579EF5F-540A-4287-92D2-9F39293269CF}" type="presParOf" srcId="{1BEF26E3-AC19-46BC-9E2E-36CF1F3A14AD}" destId="{1C5B9D8D-0A02-4CD3-A396-BC25C19349B7}" srcOrd="3" destOrd="0" presId="urn:microsoft.com/office/officeart/2008/layout/HorizontalMultiLevelHierarchy"/>
    <dgm:cxn modelId="{72245D55-D92A-4552-B3E2-9FE5EA06DE1F}" type="presParOf" srcId="{1C5B9D8D-0A02-4CD3-A396-BC25C19349B7}" destId="{BDF64790-73B9-4995-941C-949C996996F5}" srcOrd="0" destOrd="0" presId="urn:microsoft.com/office/officeart/2008/layout/HorizontalMultiLevelHierarchy"/>
    <dgm:cxn modelId="{EFA48B80-DD7C-401D-95DA-A383AD5B2BE9}" type="presParOf" srcId="{1C5B9D8D-0A02-4CD3-A396-BC25C19349B7}" destId="{C31138AD-4645-4DBA-9500-C2156D0CD85A}" srcOrd="1" destOrd="0" presId="urn:microsoft.com/office/officeart/2008/layout/HorizontalMultiLevelHierarchy"/>
    <dgm:cxn modelId="{A40DAC7E-E7E2-4DB9-84DF-1298F861A861}" type="presParOf" srcId="{C31138AD-4645-4DBA-9500-C2156D0CD85A}" destId="{7B1BFE8A-F412-4D9E-BC98-79C9286930D2}" srcOrd="0" destOrd="0" presId="urn:microsoft.com/office/officeart/2008/layout/HorizontalMultiLevelHierarchy"/>
    <dgm:cxn modelId="{BFA70BCE-676B-4B92-91FC-C88A5F69E177}" type="presParOf" srcId="{7B1BFE8A-F412-4D9E-BC98-79C9286930D2}" destId="{469BC2B3-620C-485B-B1B0-40E22F62D330}" srcOrd="0" destOrd="0" presId="urn:microsoft.com/office/officeart/2008/layout/HorizontalMultiLevelHierarchy"/>
    <dgm:cxn modelId="{386E6BD7-3C8C-4B68-B75D-D9B74FA1096E}" type="presParOf" srcId="{C31138AD-4645-4DBA-9500-C2156D0CD85A}" destId="{2BDC59D5-F4FB-4C58-A5BF-4939C725D535}" srcOrd="1" destOrd="0" presId="urn:microsoft.com/office/officeart/2008/layout/HorizontalMultiLevelHierarchy"/>
    <dgm:cxn modelId="{885819CC-917B-4ED3-BC08-B2BDE0CBFD20}" type="presParOf" srcId="{2BDC59D5-F4FB-4C58-A5BF-4939C725D535}" destId="{5A224F52-8FF6-46AD-A539-C737C7434ABA}" srcOrd="0" destOrd="0" presId="urn:microsoft.com/office/officeart/2008/layout/HorizontalMultiLevelHierarchy"/>
    <dgm:cxn modelId="{D30B8C8B-7EF7-4C65-B6BE-03A4D78DD2E7}" type="presParOf" srcId="{2BDC59D5-F4FB-4C58-A5BF-4939C725D535}" destId="{0DA02A46-59C3-463F-849D-BA3EE42BA481}" srcOrd="1" destOrd="0" presId="urn:microsoft.com/office/officeart/2008/layout/HorizontalMultiLevelHierarchy"/>
    <dgm:cxn modelId="{7396AB46-5755-4528-A188-0E7C59946EDB}" type="presParOf" srcId="{C31138AD-4645-4DBA-9500-C2156D0CD85A}" destId="{36ACAA0B-53A7-4FF4-97DD-7C21F72E10B4}" srcOrd="2" destOrd="0" presId="urn:microsoft.com/office/officeart/2008/layout/HorizontalMultiLevelHierarchy"/>
    <dgm:cxn modelId="{882E9A14-9F07-4EEA-AFA4-1709A10EF460}" type="presParOf" srcId="{36ACAA0B-53A7-4FF4-97DD-7C21F72E10B4}" destId="{F07001FA-3449-4190-8B37-8554D3B5B8AB}" srcOrd="0" destOrd="0" presId="urn:microsoft.com/office/officeart/2008/layout/HorizontalMultiLevelHierarchy"/>
    <dgm:cxn modelId="{A9DD3506-5D88-46AA-A7CC-8B594B3EC8F0}" type="presParOf" srcId="{C31138AD-4645-4DBA-9500-C2156D0CD85A}" destId="{E973A789-EB1C-4FF8-B510-0BC1FD16199B}" srcOrd="3" destOrd="0" presId="urn:microsoft.com/office/officeart/2008/layout/HorizontalMultiLevelHierarchy"/>
    <dgm:cxn modelId="{6572E127-02BF-4ED8-BCCA-B015945DB428}" type="presParOf" srcId="{E973A789-EB1C-4FF8-B510-0BC1FD16199B}" destId="{D5F11692-0381-4F90-884D-A3D1F1D6B37F}" srcOrd="0" destOrd="0" presId="urn:microsoft.com/office/officeart/2008/layout/HorizontalMultiLevelHierarchy"/>
    <dgm:cxn modelId="{E5AF03B6-97D3-43C7-8BB7-02A600C8A2E4}" type="presParOf" srcId="{E973A789-EB1C-4FF8-B510-0BC1FD16199B}" destId="{E7EDA011-BE84-4DD5-A97E-F80CD4E9E280}" srcOrd="1" destOrd="0" presId="urn:microsoft.com/office/officeart/2008/layout/HorizontalMultiLevelHierarchy"/>
    <dgm:cxn modelId="{BDEBAF23-160D-4B5F-B409-8FFE595A0DCB}" type="presParOf" srcId="{C31138AD-4645-4DBA-9500-C2156D0CD85A}" destId="{B94521F8-463A-4DE1-AB33-9CDD8E51C49B}" srcOrd="4" destOrd="0" presId="urn:microsoft.com/office/officeart/2008/layout/HorizontalMultiLevelHierarchy"/>
    <dgm:cxn modelId="{389CF59D-253C-4031-913F-9F181324F777}" type="presParOf" srcId="{B94521F8-463A-4DE1-AB33-9CDD8E51C49B}" destId="{2B157BA4-5BB9-4985-B2CE-378A39460A67}" srcOrd="0" destOrd="0" presId="urn:microsoft.com/office/officeart/2008/layout/HorizontalMultiLevelHierarchy"/>
    <dgm:cxn modelId="{5B3BA61D-107D-41B9-B81F-E80347BEA4C6}" type="presParOf" srcId="{C31138AD-4645-4DBA-9500-C2156D0CD85A}" destId="{A8D18328-08ED-4EE8-AB29-C1968CF5E283}" srcOrd="5" destOrd="0" presId="urn:microsoft.com/office/officeart/2008/layout/HorizontalMultiLevelHierarchy"/>
    <dgm:cxn modelId="{680EEC48-06C8-4DFF-A019-1120CE8C1929}" type="presParOf" srcId="{A8D18328-08ED-4EE8-AB29-C1968CF5E283}" destId="{0A6B3C14-F581-4456-A3FC-2115E0EE86FD}" srcOrd="0" destOrd="0" presId="urn:microsoft.com/office/officeart/2008/layout/HorizontalMultiLevelHierarchy"/>
    <dgm:cxn modelId="{4DBD842F-3C74-4834-98C1-07E4357B4433}" type="presParOf" srcId="{A8D18328-08ED-4EE8-AB29-C1968CF5E283}" destId="{0789F7D5-1D11-43E1-BA47-38C4AA2438A0}" srcOrd="1" destOrd="0" presId="urn:microsoft.com/office/officeart/2008/layout/HorizontalMultiLevelHierarchy"/>
    <dgm:cxn modelId="{271E3C5D-5543-4F0F-9BC3-885537D05C41}" type="presParOf" srcId="{0789F7D5-1D11-43E1-BA47-38C4AA2438A0}" destId="{EE35C12F-C682-496E-A342-FD715F1CF563}" srcOrd="0" destOrd="0" presId="urn:microsoft.com/office/officeart/2008/layout/HorizontalMultiLevelHierarchy"/>
    <dgm:cxn modelId="{8535801B-2DB8-4F26-AD96-8C862771638F}" type="presParOf" srcId="{EE35C12F-C682-496E-A342-FD715F1CF563}" destId="{81F2BC98-35DB-4870-A696-6C362A4B6014}" srcOrd="0" destOrd="0" presId="urn:microsoft.com/office/officeart/2008/layout/HorizontalMultiLevelHierarchy"/>
    <dgm:cxn modelId="{E34B5100-81F1-4F5A-B622-04371F7B9AFC}" type="presParOf" srcId="{0789F7D5-1D11-43E1-BA47-38C4AA2438A0}" destId="{D2DD48BA-0340-4F32-A669-2BE936776F09}" srcOrd="1" destOrd="0" presId="urn:microsoft.com/office/officeart/2008/layout/HorizontalMultiLevelHierarchy"/>
    <dgm:cxn modelId="{0294098C-A4B7-4A45-AB98-0A3845771D47}" type="presParOf" srcId="{D2DD48BA-0340-4F32-A669-2BE936776F09}" destId="{B54B307B-FBA0-4655-99FC-FCD4D637389B}" srcOrd="0" destOrd="0" presId="urn:microsoft.com/office/officeart/2008/layout/HorizontalMultiLevelHierarchy"/>
    <dgm:cxn modelId="{D913B116-428E-45C4-BFDD-F7FE758212AF}" type="presParOf" srcId="{D2DD48BA-0340-4F32-A669-2BE936776F09}" destId="{1F4B2C6C-C0DE-4F6C-9D11-9F11B4C9ABFB}" srcOrd="1" destOrd="0" presId="urn:microsoft.com/office/officeart/2008/layout/HorizontalMultiLevelHierarchy"/>
    <dgm:cxn modelId="{6D6232C3-057C-4372-9C3C-E032BFA84745}" type="presParOf" srcId="{0789F7D5-1D11-43E1-BA47-38C4AA2438A0}" destId="{D58189F9-187E-4B3C-A800-AC8B9D8C64E9}" srcOrd="2" destOrd="0" presId="urn:microsoft.com/office/officeart/2008/layout/HorizontalMultiLevelHierarchy"/>
    <dgm:cxn modelId="{16A87693-D479-41CD-A41F-F8EB1504DC17}" type="presParOf" srcId="{D58189F9-187E-4B3C-A800-AC8B9D8C64E9}" destId="{6653C89D-7FEA-4E12-9FF0-1252E3E2F11D}" srcOrd="0" destOrd="0" presId="urn:microsoft.com/office/officeart/2008/layout/HorizontalMultiLevelHierarchy"/>
    <dgm:cxn modelId="{3C1441C9-FC6E-4F01-A9BC-4ED3DA482876}" type="presParOf" srcId="{0789F7D5-1D11-43E1-BA47-38C4AA2438A0}" destId="{850B28D0-FADB-4E77-8EE4-BC2830F36029}" srcOrd="3" destOrd="0" presId="urn:microsoft.com/office/officeart/2008/layout/HorizontalMultiLevelHierarchy"/>
    <dgm:cxn modelId="{DBF90BA6-C7FA-4CBF-A03C-26BA877F1138}" type="presParOf" srcId="{850B28D0-FADB-4E77-8EE4-BC2830F36029}" destId="{E26512C3-A8B7-4B18-A6D9-11B50A165815}" srcOrd="0" destOrd="0" presId="urn:microsoft.com/office/officeart/2008/layout/HorizontalMultiLevelHierarchy"/>
    <dgm:cxn modelId="{4D60C768-F4C7-42CA-9E58-964E34BC4BDC}" type="presParOf" srcId="{850B28D0-FADB-4E77-8EE4-BC2830F36029}" destId="{5045B3F9-D653-436C-83DA-374D58EF2186}" srcOrd="1" destOrd="0" presId="urn:microsoft.com/office/officeart/2008/layout/HorizontalMultiLevelHierarchy"/>
    <dgm:cxn modelId="{DF6BF0FF-BB25-481A-9304-4CF8D10D0266}" type="presParOf" srcId="{0789F7D5-1D11-43E1-BA47-38C4AA2438A0}" destId="{E407D6DF-3104-4F62-8375-11238FCD03E3}" srcOrd="4" destOrd="0" presId="urn:microsoft.com/office/officeart/2008/layout/HorizontalMultiLevelHierarchy"/>
    <dgm:cxn modelId="{909D59F9-CA44-4E28-AA23-7A08DFC9B0E8}" type="presParOf" srcId="{E407D6DF-3104-4F62-8375-11238FCD03E3}" destId="{0FB8CB53-8853-4A36-84D2-C280BB4C9020}" srcOrd="0" destOrd="0" presId="urn:microsoft.com/office/officeart/2008/layout/HorizontalMultiLevelHierarchy"/>
    <dgm:cxn modelId="{E7CD0585-A7F2-4A7A-80BF-84F6F60E2445}" type="presParOf" srcId="{0789F7D5-1D11-43E1-BA47-38C4AA2438A0}" destId="{C344AB00-CD40-4888-B69C-86850C348FA6}" srcOrd="5" destOrd="0" presId="urn:microsoft.com/office/officeart/2008/layout/HorizontalMultiLevelHierarchy"/>
    <dgm:cxn modelId="{A053DFC9-CF40-473E-B44A-3327C96A9348}" type="presParOf" srcId="{C344AB00-CD40-4888-B69C-86850C348FA6}" destId="{37AE14ED-176D-43A9-B994-BD4D4D36D297}" srcOrd="0" destOrd="0" presId="urn:microsoft.com/office/officeart/2008/layout/HorizontalMultiLevelHierarchy"/>
    <dgm:cxn modelId="{55C3265D-6DE2-4EDF-9F7C-7EA8AEFEB22B}" type="presParOf" srcId="{C344AB00-CD40-4888-B69C-86850C348FA6}" destId="{612F9F10-3AFC-4F83-AEED-6EC86B919944}" srcOrd="1" destOrd="0" presId="urn:microsoft.com/office/officeart/2008/layout/HorizontalMultiLevelHierarchy"/>
    <dgm:cxn modelId="{BF3E79AD-A100-4EEC-96E6-DC072B9F810D}" type="presParOf" srcId="{1BEF26E3-AC19-46BC-9E2E-36CF1F3A14AD}" destId="{7A3E325C-5219-4432-A1A7-0AC8843DF098}" srcOrd="4" destOrd="0" presId="urn:microsoft.com/office/officeart/2008/layout/HorizontalMultiLevelHierarchy"/>
    <dgm:cxn modelId="{DE1A28BA-8EAB-4FB8-B845-E4C22D76A2A3}" type="presParOf" srcId="{7A3E325C-5219-4432-A1A7-0AC8843DF098}" destId="{A9207B36-44F2-4637-BC90-C2792B01A83B}" srcOrd="0" destOrd="0" presId="urn:microsoft.com/office/officeart/2008/layout/HorizontalMultiLevelHierarchy"/>
    <dgm:cxn modelId="{06808377-D9D4-4098-B95B-973C76403E21}" type="presParOf" srcId="{1BEF26E3-AC19-46BC-9E2E-36CF1F3A14AD}" destId="{23F61C32-05CA-4EF8-80A2-3FB39EB29F90}" srcOrd="5" destOrd="0" presId="urn:microsoft.com/office/officeart/2008/layout/HorizontalMultiLevelHierarchy"/>
    <dgm:cxn modelId="{7E2229CC-B827-41CA-83FB-84CE1E711F7A}" type="presParOf" srcId="{23F61C32-05CA-4EF8-80A2-3FB39EB29F90}" destId="{35D3C444-0E61-4C21-92CC-5E777E8A1F64}" srcOrd="0" destOrd="0" presId="urn:microsoft.com/office/officeart/2008/layout/HorizontalMultiLevelHierarchy"/>
    <dgm:cxn modelId="{624D472A-D68A-49A6-A4C6-252E0F8CCF75}" type="presParOf" srcId="{23F61C32-05CA-4EF8-80A2-3FB39EB29F90}" destId="{B4D27E83-9F0F-4ED3-BB88-084DE5CC022F}" srcOrd="1" destOrd="0" presId="urn:microsoft.com/office/officeart/2008/layout/HorizontalMultiLevelHierarchy"/>
    <dgm:cxn modelId="{4D377A60-F657-424B-9F25-70D817E3DD29}" type="presParOf" srcId="{1BEF26E3-AC19-46BC-9E2E-36CF1F3A14AD}" destId="{53991302-88FF-454A-98E9-4781B2531D1A}" srcOrd="6" destOrd="0" presId="urn:microsoft.com/office/officeart/2008/layout/HorizontalMultiLevelHierarchy"/>
    <dgm:cxn modelId="{06740187-60A7-4EC1-96BA-1A4EF18F5FC6}" type="presParOf" srcId="{53991302-88FF-454A-98E9-4781B2531D1A}" destId="{30492E2B-7EE4-4F68-9BB1-F7EC3285F455}" srcOrd="0" destOrd="0" presId="urn:microsoft.com/office/officeart/2008/layout/HorizontalMultiLevelHierarchy"/>
    <dgm:cxn modelId="{8C1FB4A8-D89E-40C4-87CF-E4F6DFF54C99}" type="presParOf" srcId="{1BEF26E3-AC19-46BC-9E2E-36CF1F3A14AD}" destId="{3E827365-2F32-4666-9466-361E5E30FE2F}" srcOrd="7" destOrd="0" presId="urn:microsoft.com/office/officeart/2008/layout/HorizontalMultiLevelHierarchy"/>
    <dgm:cxn modelId="{A735D6A5-A42E-4E56-9E03-A466594F6A20}" type="presParOf" srcId="{3E827365-2F32-4666-9466-361E5E30FE2F}" destId="{E1E75415-305B-4A56-ADC7-C1FE50B077F5}" srcOrd="0" destOrd="0" presId="urn:microsoft.com/office/officeart/2008/layout/HorizontalMultiLevelHierarchy"/>
    <dgm:cxn modelId="{94205CCA-6B39-494D-BFEE-37DF6ED556FA}" type="presParOf" srcId="{3E827365-2F32-4666-9466-361E5E30FE2F}" destId="{B4AEFB8E-C41F-4956-A3D9-F5A59EA7B929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6241A6CB-9F75-4A21-A521-576A1693304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A42B71E-EEB7-4407-B76A-0A5616C7C6E5}">
      <dgm:prSet phldrT="[Text]" custT="1"/>
      <dgm:spPr/>
      <dgm:t>
        <a:bodyPr/>
        <a:lstStyle/>
        <a:p>
          <a:r>
            <a:rPr lang="es-MX" sz="2300" dirty="0"/>
            <a:t>Límites a la deducibilidad</a:t>
          </a:r>
        </a:p>
        <a:p>
          <a:r>
            <a:rPr lang="es-MX" sz="1000" dirty="0"/>
            <a:t>LISR 28-XXX</a:t>
          </a:r>
        </a:p>
      </dgm:t>
    </dgm:pt>
    <dgm:pt modelId="{BAF15F24-6738-4BBB-9E81-87142A0CA0CA}" type="parTrans" cxnId="{A62CAECE-59AF-4BB3-91E7-93F2BFEB4147}">
      <dgm:prSet/>
      <dgm:spPr/>
      <dgm:t>
        <a:bodyPr/>
        <a:lstStyle/>
        <a:p>
          <a:endParaRPr lang="es-MX"/>
        </a:p>
      </dgm:t>
    </dgm:pt>
    <dgm:pt modelId="{41767178-F3ED-48C4-B22E-CA2247AA523E}" type="sibTrans" cxnId="{A62CAECE-59AF-4BB3-91E7-93F2BFEB4147}">
      <dgm:prSet/>
      <dgm:spPr/>
      <dgm:t>
        <a:bodyPr/>
        <a:lstStyle/>
        <a:p>
          <a:endParaRPr lang="es-MX"/>
        </a:p>
      </dgm:t>
    </dgm:pt>
    <dgm:pt modelId="{3D5F605A-30C8-460B-AB40-092F045C411A}">
      <dgm:prSet phldrT="[Text]"/>
      <dgm:spPr/>
      <dgm:t>
        <a:bodyPr/>
        <a:lstStyle/>
        <a:p>
          <a:r>
            <a:rPr lang="es-MX" dirty="0"/>
            <a:t>Gravados para el trabajador</a:t>
          </a:r>
        </a:p>
      </dgm:t>
    </dgm:pt>
    <dgm:pt modelId="{0779469C-D9D1-490D-B5AC-B35981CB430A}" type="parTrans" cxnId="{FEB388DC-AF64-4C72-AEC0-3DA1AE90097F}">
      <dgm:prSet/>
      <dgm:spPr/>
      <dgm:t>
        <a:bodyPr/>
        <a:lstStyle/>
        <a:p>
          <a:endParaRPr lang="es-MX"/>
        </a:p>
      </dgm:t>
    </dgm:pt>
    <dgm:pt modelId="{A94D703B-61CC-419D-9961-8ABD5E34126B}" type="sibTrans" cxnId="{FEB388DC-AF64-4C72-AEC0-3DA1AE90097F}">
      <dgm:prSet/>
      <dgm:spPr/>
      <dgm:t>
        <a:bodyPr/>
        <a:lstStyle/>
        <a:p>
          <a:endParaRPr lang="es-MX"/>
        </a:p>
      </dgm:t>
    </dgm:pt>
    <dgm:pt modelId="{5290FC47-C74C-4A20-825C-0A931C6677A6}">
      <dgm:prSet phldrT="[Text]"/>
      <dgm:spPr/>
      <dgm:t>
        <a:bodyPr/>
        <a:lstStyle/>
        <a:p>
          <a:r>
            <a:rPr lang="es-MX" dirty="0"/>
            <a:t>No gravados para el trabajador</a:t>
          </a:r>
        </a:p>
      </dgm:t>
    </dgm:pt>
    <dgm:pt modelId="{41E52C36-6C33-413C-ABDA-68F589072333}" type="parTrans" cxnId="{9871E9AD-FD9C-457F-A6E0-A502F8EA7F79}">
      <dgm:prSet/>
      <dgm:spPr/>
      <dgm:t>
        <a:bodyPr/>
        <a:lstStyle/>
        <a:p>
          <a:endParaRPr lang="es-MX"/>
        </a:p>
      </dgm:t>
    </dgm:pt>
    <dgm:pt modelId="{35E3CE37-7697-4086-9A87-0E5D0D1AA205}" type="sibTrans" cxnId="{9871E9AD-FD9C-457F-A6E0-A502F8EA7F79}">
      <dgm:prSet/>
      <dgm:spPr/>
      <dgm:t>
        <a:bodyPr/>
        <a:lstStyle/>
        <a:p>
          <a:endParaRPr lang="es-MX"/>
        </a:p>
      </dgm:t>
    </dgm:pt>
    <dgm:pt modelId="{30FBB471-FDD9-4BFF-96EC-F8E5C841C3EC}">
      <dgm:prSet/>
      <dgm:spPr>
        <a:solidFill>
          <a:srgbClr val="FFC000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Disminución de prestaciones</a:t>
          </a:r>
        </a:p>
      </dgm:t>
    </dgm:pt>
    <dgm:pt modelId="{EFF47071-F07E-46A2-A7B7-355AE487956F}" type="parTrans" cxnId="{BB341DCF-448C-4CB9-ACE4-7D8F04FD4D40}">
      <dgm:prSet/>
      <dgm:spPr/>
      <dgm:t>
        <a:bodyPr/>
        <a:lstStyle/>
        <a:p>
          <a:endParaRPr lang="es-MX"/>
        </a:p>
      </dgm:t>
    </dgm:pt>
    <dgm:pt modelId="{2DEE1D44-F2A4-4B27-9053-69D25FB68C35}" type="sibTrans" cxnId="{BB341DCF-448C-4CB9-ACE4-7D8F04FD4D40}">
      <dgm:prSet/>
      <dgm:spPr/>
      <dgm:t>
        <a:bodyPr/>
        <a:lstStyle/>
        <a:p>
          <a:endParaRPr lang="es-MX"/>
        </a:p>
      </dgm:t>
    </dgm:pt>
    <dgm:pt modelId="{DF98F906-6611-4D65-9DCA-D5A0771DFDE7}">
      <dgm:prSet/>
      <dgm:spPr>
        <a:solidFill>
          <a:srgbClr val="FFC000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NO disminución de prestaciones</a:t>
          </a:r>
        </a:p>
      </dgm:t>
    </dgm:pt>
    <dgm:pt modelId="{D2448298-D40E-4A08-9229-D52091FECB6B}" type="parTrans" cxnId="{04397F6D-6050-4941-BDF2-6054B0E62F16}">
      <dgm:prSet/>
      <dgm:spPr/>
      <dgm:t>
        <a:bodyPr/>
        <a:lstStyle/>
        <a:p>
          <a:endParaRPr lang="es-MX"/>
        </a:p>
      </dgm:t>
    </dgm:pt>
    <dgm:pt modelId="{E213F8A8-59AD-43A1-A4A4-40CEEFDC5BDF}" type="sibTrans" cxnId="{04397F6D-6050-4941-BDF2-6054B0E62F16}">
      <dgm:prSet/>
      <dgm:spPr/>
      <dgm:t>
        <a:bodyPr/>
        <a:lstStyle/>
        <a:p>
          <a:endParaRPr lang="es-MX"/>
        </a:p>
      </dgm:t>
    </dgm:pt>
    <dgm:pt modelId="{BAFD8B4B-A4D6-400A-BEA7-B2065B4C28D5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Deducción: 47%</a:t>
          </a:r>
        </a:p>
      </dgm:t>
    </dgm:pt>
    <dgm:pt modelId="{CE4F60C8-6AFF-48FD-9344-61A74BFF5409}" type="parTrans" cxnId="{719E6C1E-6A03-4B5D-B682-8D901039065C}">
      <dgm:prSet/>
      <dgm:spPr/>
      <dgm:t>
        <a:bodyPr/>
        <a:lstStyle/>
        <a:p>
          <a:endParaRPr lang="es-MX"/>
        </a:p>
      </dgm:t>
    </dgm:pt>
    <dgm:pt modelId="{2DA76D07-E4A8-4CCC-AE88-1AF9E7C814C8}" type="sibTrans" cxnId="{719E6C1E-6A03-4B5D-B682-8D901039065C}">
      <dgm:prSet/>
      <dgm:spPr/>
      <dgm:t>
        <a:bodyPr/>
        <a:lstStyle/>
        <a:p>
          <a:endParaRPr lang="es-MX"/>
        </a:p>
      </dgm:t>
    </dgm:pt>
    <dgm:pt modelId="{E3EB5477-F94B-4023-948A-314688B3422F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Deducción: 53%</a:t>
          </a:r>
        </a:p>
      </dgm:t>
    </dgm:pt>
    <dgm:pt modelId="{C07DD025-E134-4713-805F-F655FE45999A}" type="parTrans" cxnId="{19194046-EAFF-42D1-8717-F500E3D73B07}">
      <dgm:prSet/>
      <dgm:spPr/>
      <dgm:t>
        <a:bodyPr/>
        <a:lstStyle/>
        <a:p>
          <a:endParaRPr lang="es-MX"/>
        </a:p>
      </dgm:t>
    </dgm:pt>
    <dgm:pt modelId="{35869A63-A861-4BB9-BF19-9884EDF974BA}" type="sibTrans" cxnId="{19194046-EAFF-42D1-8717-F500E3D73B07}">
      <dgm:prSet/>
      <dgm:spPr/>
      <dgm:t>
        <a:bodyPr/>
        <a:lstStyle/>
        <a:p>
          <a:endParaRPr lang="es-MX"/>
        </a:p>
      </dgm:t>
    </dgm:pt>
    <dgm:pt modelId="{0A8CA55C-99CF-4D48-83E8-4AF46D80BDE6}" type="pres">
      <dgm:prSet presAssocID="{6241A6CB-9F75-4A21-A521-576A1693304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4A8D8C3-314C-4254-9CE9-E41128403565}" type="pres">
      <dgm:prSet presAssocID="{7A42B71E-EEB7-4407-B76A-0A5616C7C6E5}" presName="root1" presStyleCnt="0"/>
      <dgm:spPr/>
    </dgm:pt>
    <dgm:pt modelId="{FAF9AAE2-C963-4655-97AA-256E8C1C6133}" type="pres">
      <dgm:prSet presAssocID="{7A42B71E-EEB7-4407-B76A-0A5616C7C6E5}" presName="LevelOneTextNode" presStyleLbl="node0" presStyleIdx="0" presStyleCnt="1">
        <dgm:presLayoutVars>
          <dgm:chPref val="3"/>
        </dgm:presLayoutVars>
      </dgm:prSet>
      <dgm:spPr/>
    </dgm:pt>
    <dgm:pt modelId="{4D67F9E2-3A17-4C03-A489-AEAD32D79EE2}" type="pres">
      <dgm:prSet presAssocID="{7A42B71E-EEB7-4407-B76A-0A5616C7C6E5}" presName="level2hierChild" presStyleCnt="0"/>
      <dgm:spPr/>
    </dgm:pt>
    <dgm:pt modelId="{D99A793C-3D5C-4854-AB74-12B8B46DCB96}" type="pres">
      <dgm:prSet presAssocID="{0779469C-D9D1-490D-B5AC-B35981CB430A}" presName="conn2-1" presStyleLbl="parChTrans1D2" presStyleIdx="0" presStyleCnt="2"/>
      <dgm:spPr/>
    </dgm:pt>
    <dgm:pt modelId="{79A48CBA-D792-4E80-AFC4-C04C1D3B01F5}" type="pres">
      <dgm:prSet presAssocID="{0779469C-D9D1-490D-B5AC-B35981CB430A}" presName="connTx" presStyleLbl="parChTrans1D2" presStyleIdx="0" presStyleCnt="2"/>
      <dgm:spPr/>
    </dgm:pt>
    <dgm:pt modelId="{BD1705BE-D499-4D0D-9425-6718F608253C}" type="pres">
      <dgm:prSet presAssocID="{3D5F605A-30C8-460B-AB40-092F045C411A}" presName="root2" presStyleCnt="0"/>
      <dgm:spPr/>
    </dgm:pt>
    <dgm:pt modelId="{259B0350-6199-4908-A49E-006E11CB7898}" type="pres">
      <dgm:prSet presAssocID="{3D5F605A-30C8-460B-AB40-092F045C411A}" presName="LevelTwoTextNode" presStyleLbl="node2" presStyleIdx="0" presStyleCnt="2">
        <dgm:presLayoutVars>
          <dgm:chPref val="3"/>
        </dgm:presLayoutVars>
      </dgm:prSet>
      <dgm:spPr/>
    </dgm:pt>
    <dgm:pt modelId="{E8B09A1C-3908-4CEF-AF6D-924E211FA315}" type="pres">
      <dgm:prSet presAssocID="{3D5F605A-30C8-460B-AB40-092F045C411A}" presName="level3hierChild" presStyleCnt="0"/>
      <dgm:spPr/>
    </dgm:pt>
    <dgm:pt modelId="{D8338481-AE8C-467C-94AC-AA824F15CCE9}" type="pres">
      <dgm:prSet presAssocID="{41E52C36-6C33-413C-ABDA-68F589072333}" presName="conn2-1" presStyleLbl="parChTrans1D2" presStyleIdx="1" presStyleCnt="2"/>
      <dgm:spPr/>
    </dgm:pt>
    <dgm:pt modelId="{B51933CB-67DB-41A8-924B-8A7DD95DC775}" type="pres">
      <dgm:prSet presAssocID="{41E52C36-6C33-413C-ABDA-68F589072333}" presName="connTx" presStyleLbl="parChTrans1D2" presStyleIdx="1" presStyleCnt="2"/>
      <dgm:spPr/>
    </dgm:pt>
    <dgm:pt modelId="{9B8D1A6D-2B0E-4991-BC75-2B49003D7158}" type="pres">
      <dgm:prSet presAssocID="{5290FC47-C74C-4A20-825C-0A931C6677A6}" presName="root2" presStyleCnt="0"/>
      <dgm:spPr/>
    </dgm:pt>
    <dgm:pt modelId="{118D4AFD-7BC8-4476-A4FA-083A6CFC4110}" type="pres">
      <dgm:prSet presAssocID="{5290FC47-C74C-4A20-825C-0A931C6677A6}" presName="LevelTwoTextNode" presStyleLbl="node2" presStyleIdx="1" presStyleCnt="2">
        <dgm:presLayoutVars>
          <dgm:chPref val="3"/>
        </dgm:presLayoutVars>
      </dgm:prSet>
      <dgm:spPr/>
    </dgm:pt>
    <dgm:pt modelId="{C2EB6A1F-DB9C-43BD-BCB3-9EC23143D410}" type="pres">
      <dgm:prSet presAssocID="{5290FC47-C74C-4A20-825C-0A931C6677A6}" presName="level3hierChild" presStyleCnt="0"/>
      <dgm:spPr/>
    </dgm:pt>
    <dgm:pt modelId="{02AA7300-3902-425C-A27D-3DC88961B1B5}" type="pres">
      <dgm:prSet presAssocID="{EFF47071-F07E-46A2-A7B7-355AE487956F}" presName="conn2-1" presStyleLbl="parChTrans1D3" presStyleIdx="0" presStyleCnt="2"/>
      <dgm:spPr/>
    </dgm:pt>
    <dgm:pt modelId="{3989E53B-A574-4A10-BB4F-7678F4E4BB18}" type="pres">
      <dgm:prSet presAssocID="{EFF47071-F07E-46A2-A7B7-355AE487956F}" presName="connTx" presStyleLbl="parChTrans1D3" presStyleIdx="0" presStyleCnt="2"/>
      <dgm:spPr/>
    </dgm:pt>
    <dgm:pt modelId="{06BCED4C-3B90-4EDF-808E-7CCE28605410}" type="pres">
      <dgm:prSet presAssocID="{30FBB471-FDD9-4BFF-96EC-F8E5C841C3EC}" presName="root2" presStyleCnt="0"/>
      <dgm:spPr/>
    </dgm:pt>
    <dgm:pt modelId="{17A2F304-867F-4634-B1BF-EEB2D7341032}" type="pres">
      <dgm:prSet presAssocID="{30FBB471-FDD9-4BFF-96EC-F8E5C841C3EC}" presName="LevelTwoTextNode" presStyleLbl="node3" presStyleIdx="0" presStyleCnt="2">
        <dgm:presLayoutVars>
          <dgm:chPref val="3"/>
        </dgm:presLayoutVars>
      </dgm:prSet>
      <dgm:spPr/>
    </dgm:pt>
    <dgm:pt modelId="{028F7D1D-CAA0-4B75-B6A8-42681B06A772}" type="pres">
      <dgm:prSet presAssocID="{30FBB471-FDD9-4BFF-96EC-F8E5C841C3EC}" presName="level3hierChild" presStyleCnt="0"/>
      <dgm:spPr/>
    </dgm:pt>
    <dgm:pt modelId="{A54E038A-A7D9-4C81-9199-80D023C151BE}" type="pres">
      <dgm:prSet presAssocID="{CE4F60C8-6AFF-48FD-9344-61A74BFF5409}" presName="conn2-1" presStyleLbl="parChTrans1D4" presStyleIdx="0" presStyleCnt="2"/>
      <dgm:spPr/>
    </dgm:pt>
    <dgm:pt modelId="{1CA5A0EB-A2E1-498E-B0B9-866AA6C905BA}" type="pres">
      <dgm:prSet presAssocID="{CE4F60C8-6AFF-48FD-9344-61A74BFF5409}" presName="connTx" presStyleLbl="parChTrans1D4" presStyleIdx="0" presStyleCnt="2"/>
      <dgm:spPr/>
    </dgm:pt>
    <dgm:pt modelId="{5FB5FE48-FA97-4F45-A48C-31A1D4FAB8E2}" type="pres">
      <dgm:prSet presAssocID="{BAFD8B4B-A4D6-400A-BEA7-B2065B4C28D5}" presName="root2" presStyleCnt="0"/>
      <dgm:spPr/>
    </dgm:pt>
    <dgm:pt modelId="{029EF9EE-F1F2-414D-8647-14568A171ABC}" type="pres">
      <dgm:prSet presAssocID="{BAFD8B4B-A4D6-400A-BEA7-B2065B4C28D5}" presName="LevelTwoTextNode" presStyleLbl="node4" presStyleIdx="0" presStyleCnt="2">
        <dgm:presLayoutVars>
          <dgm:chPref val="3"/>
        </dgm:presLayoutVars>
      </dgm:prSet>
      <dgm:spPr/>
    </dgm:pt>
    <dgm:pt modelId="{293F64EB-1543-475C-B469-E0C97B057B94}" type="pres">
      <dgm:prSet presAssocID="{BAFD8B4B-A4D6-400A-BEA7-B2065B4C28D5}" presName="level3hierChild" presStyleCnt="0"/>
      <dgm:spPr/>
    </dgm:pt>
    <dgm:pt modelId="{AA93C689-F8CF-4ACB-BA8F-376E31D661D6}" type="pres">
      <dgm:prSet presAssocID="{D2448298-D40E-4A08-9229-D52091FECB6B}" presName="conn2-1" presStyleLbl="parChTrans1D3" presStyleIdx="1" presStyleCnt="2"/>
      <dgm:spPr/>
    </dgm:pt>
    <dgm:pt modelId="{6856AD3B-0D87-4857-9661-C7EB75800F41}" type="pres">
      <dgm:prSet presAssocID="{D2448298-D40E-4A08-9229-D52091FECB6B}" presName="connTx" presStyleLbl="parChTrans1D3" presStyleIdx="1" presStyleCnt="2"/>
      <dgm:spPr/>
    </dgm:pt>
    <dgm:pt modelId="{B92B2899-F51E-40BD-961C-971CA446156B}" type="pres">
      <dgm:prSet presAssocID="{DF98F906-6611-4D65-9DCA-D5A0771DFDE7}" presName="root2" presStyleCnt="0"/>
      <dgm:spPr/>
    </dgm:pt>
    <dgm:pt modelId="{ECDA8728-F5BF-405F-903E-C0A1164FBCB3}" type="pres">
      <dgm:prSet presAssocID="{DF98F906-6611-4D65-9DCA-D5A0771DFDE7}" presName="LevelTwoTextNode" presStyleLbl="node3" presStyleIdx="1" presStyleCnt="2">
        <dgm:presLayoutVars>
          <dgm:chPref val="3"/>
        </dgm:presLayoutVars>
      </dgm:prSet>
      <dgm:spPr/>
    </dgm:pt>
    <dgm:pt modelId="{C88CB704-2A3D-4FAE-A6F3-3AA88BF22463}" type="pres">
      <dgm:prSet presAssocID="{DF98F906-6611-4D65-9DCA-D5A0771DFDE7}" presName="level3hierChild" presStyleCnt="0"/>
      <dgm:spPr/>
    </dgm:pt>
    <dgm:pt modelId="{678AFDED-D4BB-429F-A375-B9FA593ADB43}" type="pres">
      <dgm:prSet presAssocID="{C07DD025-E134-4713-805F-F655FE45999A}" presName="conn2-1" presStyleLbl="parChTrans1D4" presStyleIdx="1" presStyleCnt="2"/>
      <dgm:spPr/>
    </dgm:pt>
    <dgm:pt modelId="{992E58AA-EA11-4125-A547-1BB2801B08DF}" type="pres">
      <dgm:prSet presAssocID="{C07DD025-E134-4713-805F-F655FE45999A}" presName="connTx" presStyleLbl="parChTrans1D4" presStyleIdx="1" presStyleCnt="2"/>
      <dgm:spPr/>
    </dgm:pt>
    <dgm:pt modelId="{FE3DBC60-7F22-45BD-9911-3D1493198E63}" type="pres">
      <dgm:prSet presAssocID="{E3EB5477-F94B-4023-948A-314688B3422F}" presName="root2" presStyleCnt="0"/>
      <dgm:spPr/>
    </dgm:pt>
    <dgm:pt modelId="{DD24C712-EFC7-4154-AA01-2BC215B33CEE}" type="pres">
      <dgm:prSet presAssocID="{E3EB5477-F94B-4023-948A-314688B3422F}" presName="LevelTwoTextNode" presStyleLbl="node4" presStyleIdx="1" presStyleCnt="2">
        <dgm:presLayoutVars>
          <dgm:chPref val="3"/>
        </dgm:presLayoutVars>
      </dgm:prSet>
      <dgm:spPr/>
    </dgm:pt>
    <dgm:pt modelId="{7615AD93-6E31-4F1E-8F9F-27728A699CD0}" type="pres">
      <dgm:prSet presAssocID="{E3EB5477-F94B-4023-948A-314688B3422F}" presName="level3hierChild" presStyleCnt="0"/>
      <dgm:spPr/>
    </dgm:pt>
  </dgm:ptLst>
  <dgm:cxnLst>
    <dgm:cxn modelId="{F1C42102-7E08-9149-813A-37AF3DA2C99A}" type="presOf" srcId="{30FBB471-FDD9-4BFF-96EC-F8E5C841C3EC}" destId="{17A2F304-867F-4634-B1BF-EEB2D7341032}" srcOrd="0" destOrd="0" presId="urn:microsoft.com/office/officeart/2008/layout/HorizontalMultiLevelHierarchy"/>
    <dgm:cxn modelId="{775D1005-5877-BE4A-927C-4FBDF3B1D8BE}" type="presOf" srcId="{0779469C-D9D1-490D-B5AC-B35981CB430A}" destId="{D99A793C-3D5C-4854-AB74-12B8B46DCB96}" srcOrd="0" destOrd="0" presId="urn:microsoft.com/office/officeart/2008/layout/HorizontalMultiLevelHierarchy"/>
    <dgm:cxn modelId="{3276DE05-FBF6-9345-B2EF-F53EBC384B75}" type="presOf" srcId="{DF98F906-6611-4D65-9DCA-D5A0771DFDE7}" destId="{ECDA8728-F5BF-405F-903E-C0A1164FBCB3}" srcOrd="0" destOrd="0" presId="urn:microsoft.com/office/officeart/2008/layout/HorizontalMultiLevelHierarchy"/>
    <dgm:cxn modelId="{719E6C1E-6A03-4B5D-B682-8D901039065C}" srcId="{30FBB471-FDD9-4BFF-96EC-F8E5C841C3EC}" destId="{BAFD8B4B-A4D6-400A-BEA7-B2065B4C28D5}" srcOrd="0" destOrd="0" parTransId="{CE4F60C8-6AFF-48FD-9344-61A74BFF5409}" sibTransId="{2DA76D07-E4A8-4CCC-AE88-1AF9E7C814C8}"/>
    <dgm:cxn modelId="{874F892A-6408-C542-8C0B-4CBD03B79E9B}" type="presOf" srcId="{BAFD8B4B-A4D6-400A-BEA7-B2065B4C28D5}" destId="{029EF9EE-F1F2-414D-8647-14568A171ABC}" srcOrd="0" destOrd="0" presId="urn:microsoft.com/office/officeart/2008/layout/HorizontalMultiLevelHierarchy"/>
    <dgm:cxn modelId="{0C25EE31-39A6-9048-86E3-6D723EFC83C6}" type="presOf" srcId="{EFF47071-F07E-46A2-A7B7-355AE487956F}" destId="{3989E53B-A574-4A10-BB4F-7678F4E4BB18}" srcOrd="1" destOrd="0" presId="urn:microsoft.com/office/officeart/2008/layout/HorizontalMultiLevelHierarchy"/>
    <dgm:cxn modelId="{19194046-EAFF-42D1-8717-F500E3D73B07}" srcId="{DF98F906-6611-4D65-9DCA-D5A0771DFDE7}" destId="{E3EB5477-F94B-4023-948A-314688B3422F}" srcOrd="0" destOrd="0" parTransId="{C07DD025-E134-4713-805F-F655FE45999A}" sibTransId="{35869A63-A861-4BB9-BF19-9884EDF974BA}"/>
    <dgm:cxn modelId="{04397F6D-6050-4941-BDF2-6054B0E62F16}" srcId="{5290FC47-C74C-4A20-825C-0A931C6677A6}" destId="{DF98F906-6611-4D65-9DCA-D5A0771DFDE7}" srcOrd="1" destOrd="0" parTransId="{D2448298-D40E-4A08-9229-D52091FECB6B}" sibTransId="{E213F8A8-59AD-43A1-A4A4-40CEEFDC5BDF}"/>
    <dgm:cxn modelId="{7A5E8D54-1155-CE46-9F80-724792234CFD}" type="presOf" srcId="{E3EB5477-F94B-4023-948A-314688B3422F}" destId="{DD24C712-EFC7-4154-AA01-2BC215B33CEE}" srcOrd="0" destOrd="0" presId="urn:microsoft.com/office/officeart/2008/layout/HorizontalMultiLevelHierarchy"/>
    <dgm:cxn modelId="{52581859-38FC-BB41-B90B-2C617A13EB2B}" type="presOf" srcId="{0779469C-D9D1-490D-B5AC-B35981CB430A}" destId="{79A48CBA-D792-4E80-AFC4-C04C1D3B01F5}" srcOrd="1" destOrd="0" presId="urn:microsoft.com/office/officeart/2008/layout/HorizontalMultiLevelHierarchy"/>
    <dgm:cxn modelId="{61A90B7B-C462-354E-B31B-26FA11B829E8}" type="presOf" srcId="{CE4F60C8-6AFF-48FD-9344-61A74BFF5409}" destId="{A54E038A-A7D9-4C81-9199-80D023C151BE}" srcOrd="0" destOrd="0" presId="urn:microsoft.com/office/officeart/2008/layout/HorizontalMultiLevelHierarchy"/>
    <dgm:cxn modelId="{3FE48393-2EB7-5B49-ACB6-127A4447FC40}" type="presOf" srcId="{41E52C36-6C33-413C-ABDA-68F589072333}" destId="{B51933CB-67DB-41A8-924B-8A7DD95DC775}" srcOrd="1" destOrd="0" presId="urn:microsoft.com/office/officeart/2008/layout/HorizontalMultiLevelHierarchy"/>
    <dgm:cxn modelId="{C582CDA2-F60F-C64D-B1E9-296C1BEC998F}" type="presOf" srcId="{D2448298-D40E-4A08-9229-D52091FECB6B}" destId="{AA93C689-F8CF-4ACB-BA8F-376E31D661D6}" srcOrd="0" destOrd="0" presId="urn:microsoft.com/office/officeart/2008/layout/HorizontalMultiLevelHierarchy"/>
    <dgm:cxn modelId="{FAE80BA9-7A23-B048-9DD2-13B6895A0CAC}" type="presOf" srcId="{41E52C36-6C33-413C-ABDA-68F589072333}" destId="{D8338481-AE8C-467C-94AC-AA824F15CCE9}" srcOrd="0" destOrd="0" presId="urn:microsoft.com/office/officeart/2008/layout/HorizontalMultiLevelHierarchy"/>
    <dgm:cxn modelId="{6FB2FDA9-7E14-CB4C-A84C-9EEBF03F51F1}" type="presOf" srcId="{C07DD025-E134-4713-805F-F655FE45999A}" destId="{992E58AA-EA11-4125-A547-1BB2801B08DF}" srcOrd="1" destOrd="0" presId="urn:microsoft.com/office/officeart/2008/layout/HorizontalMultiLevelHierarchy"/>
    <dgm:cxn modelId="{9871E9AD-FD9C-457F-A6E0-A502F8EA7F79}" srcId="{7A42B71E-EEB7-4407-B76A-0A5616C7C6E5}" destId="{5290FC47-C74C-4A20-825C-0A931C6677A6}" srcOrd="1" destOrd="0" parTransId="{41E52C36-6C33-413C-ABDA-68F589072333}" sibTransId="{35E3CE37-7697-4086-9A87-0E5D0D1AA205}"/>
    <dgm:cxn modelId="{6D1713B2-AA53-4F40-9CF6-A9E078994882}" type="presOf" srcId="{EFF47071-F07E-46A2-A7B7-355AE487956F}" destId="{02AA7300-3902-425C-A27D-3DC88961B1B5}" srcOrd="0" destOrd="0" presId="urn:microsoft.com/office/officeart/2008/layout/HorizontalMultiLevelHierarchy"/>
    <dgm:cxn modelId="{26C9D1B7-615C-E54E-92AA-A9F66AFBC51F}" type="presOf" srcId="{7A42B71E-EEB7-4407-B76A-0A5616C7C6E5}" destId="{FAF9AAE2-C963-4655-97AA-256E8C1C6133}" srcOrd="0" destOrd="0" presId="urn:microsoft.com/office/officeart/2008/layout/HorizontalMultiLevelHierarchy"/>
    <dgm:cxn modelId="{526902BF-6F65-B946-99E6-A7233276F443}" type="presOf" srcId="{C07DD025-E134-4713-805F-F655FE45999A}" destId="{678AFDED-D4BB-429F-A375-B9FA593ADB43}" srcOrd="0" destOrd="0" presId="urn:microsoft.com/office/officeart/2008/layout/HorizontalMultiLevelHierarchy"/>
    <dgm:cxn modelId="{A62CAECE-59AF-4BB3-91E7-93F2BFEB4147}" srcId="{6241A6CB-9F75-4A21-A521-576A1693304F}" destId="{7A42B71E-EEB7-4407-B76A-0A5616C7C6E5}" srcOrd="0" destOrd="0" parTransId="{BAF15F24-6738-4BBB-9E81-87142A0CA0CA}" sibTransId="{41767178-F3ED-48C4-B22E-CA2247AA523E}"/>
    <dgm:cxn modelId="{BB341DCF-448C-4CB9-ACE4-7D8F04FD4D40}" srcId="{5290FC47-C74C-4A20-825C-0A931C6677A6}" destId="{30FBB471-FDD9-4BFF-96EC-F8E5C841C3EC}" srcOrd="0" destOrd="0" parTransId="{EFF47071-F07E-46A2-A7B7-355AE487956F}" sibTransId="{2DEE1D44-F2A4-4B27-9053-69D25FB68C35}"/>
    <dgm:cxn modelId="{F01B49D3-949F-6E47-AE52-4417E03D116E}" type="presOf" srcId="{5290FC47-C74C-4A20-825C-0A931C6677A6}" destId="{118D4AFD-7BC8-4476-A4FA-083A6CFC4110}" srcOrd="0" destOrd="0" presId="urn:microsoft.com/office/officeart/2008/layout/HorizontalMultiLevelHierarchy"/>
    <dgm:cxn modelId="{FEB388DC-AF64-4C72-AEC0-3DA1AE90097F}" srcId="{7A42B71E-EEB7-4407-B76A-0A5616C7C6E5}" destId="{3D5F605A-30C8-460B-AB40-092F045C411A}" srcOrd="0" destOrd="0" parTransId="{0779469C-D9D1-490D-B5AC-B35981CB430A}" sibTransId="{A94D703B-61CC-419D-9961-8ABD5E34126B}"/>
    <dgm:cxn modelId="{2BDF27E4-6C88-B54A-ACB6-E6FB5CF3C75A}" type="presOf" srcId="{6241A6CB-9F75-4A21-A521-576A1693304F}" destId="{0A8CA55C-99CF-4D48-83E8-4AF46D80BDE6}" srcOrd="0" destOrd="0" presId="urn:microsoft.com/office/officeart/2008/layout/HorizontalMultiLevelHierarchy"/>
    <dgm:cxn modelId="{DE5168ED-DCED-424D-A64A-DDB8CC517E86}" type="presOf" srcId="{D2448298-D40E-4A08-9229-D52091FECB6B}" destId="{6856AD3B-0D87-4857-9661-C7EB75800F41}" srcOrd="1" destOrd="0" presId="urn:microsoft.com/office/officeart/2008/layout/HorizontalMultiLevelHierarchy"/>
    <dgm:cxn modelId="{64E668F5-81D9-C24B-99BA-D1F9B5B618A1}" type="presOf" srcId="{3D5F605A-30C8-460B-AB40-092F045C411A}" destId="{259B0350-6199-4908-A49E-006E11CB7898}" srcOrd="0" destOrd="0" presId="urn:microsoft.com/office/officeart/2008/layout/HorizontalMultiLevelHierarchy"/>
    <dgm:cxn modelId="{4ECA54FB-4A09-9046-981F-3729EAA7083B}" type="presOf" srcId="{CE4F60C8-6AFF-48FD-9344-61A74BFF5409}" destId="{1CA5A0EB-A2E1-498E-B0B9-866AA6C905BA}" srcOrd="1" destOrd="0" presId="urn:microsoft.com/office/officeart/2008/layout/HorizontalMultiLevelHierarchy"/>
    <dgm:cxn modelId="{117D64BF-67AC-8042-9F85-22558C9CB465}" type="presParOf" srcId="{0A8CA55C-99CF-4D48-83E8-4AF46D80BDE6}" destId="{94A8D8C3-314C-4254-9CE9-E41128403565}" srcOrd="0" destOrd="0" presId="urn:microsoft.com/office/officeart/2008/layout/HorizontalMultiLevelHierarchy"/>
    <dgm:cxn modelId="{F1E9667E-A314-2545-BE4E-71D3A8296BA3}" type="presParOf" srcId="{94A8D8C3-314C-4254-9CE9-E41128403565}" destId="{FAF9AAE2-C963-4655-97AA-256E8C1C6133}" srcOrd="0" destOrd="0" presId="urn:microsoft.com/office/officeart/2008/layout/HorizontalMultiLevelHierarchy"/>
    <dgm:cxn modelId="{222DE13A-F280-EB4A-92E7-E44F78E05E67}" type="presParOf" srcId="{94A8D8C3-314C-4254-9CE9-E41128403565}" destId="{4D67F9E2-3A17-4C03-A489-AEAD32D79EE2}" srcOrd="1" destOrd="0" presId="urn:microsoft.com/office/officeart/2008/layout/HorizontalMultiLevelHierarchy"/>
    <dgm:cxn modelId="{CFA41034-BD6C-A045-8750-C351057D9A63}" type="presParOf" srcId="{4D67F9E2-3A17-4C03-A489-AEAD32D79EE2}" destId="{D99A793C-3D5C-4854-AB74-12B8B46DCB96}" srcOrd="0" destOrd="0" presId="urn:microsoft.com/office/officeart/2008/layout/HorizontalMultiLevelHierarchy"/>
    <dgm:cxn modelId="{9F09DFB4-1B59-9548-8D3C-509FECB23B8F}" type="presParOf" srcId="{D99A793C-3D5C-4854-AB74-12B8B46DCB96}" destId="{79A48CBA-D792-4E80-AFC4-C04C1D3B01F5}" srcOrd="0" destOrd="0" presId="urn:microsoft.com/office/officeart/2008/layout/HorizontalMultiLevelHierarchy"/>
    <dgm:cxn modelId="{CFC02186-B0CC-7846-B171-50A997CCD17D}" type="presParOf" srcId="{4D67F9E2-3A17-4C03-A489-AEAD32D79EE2}" destId="{BD1705BE-D499-4D0D-9425-6718F608253C}" srcOrd="1" destOrd="0" presId="urn:microsoft.com/office/officeart/2008/layout/HorizontalMultiLevelHierarchy"/>
    <dgm:cxn modelId="{8E2B5C45-D640-8D47-9800-F11F411C260E}" type="presParOf" srcId="{BD1705BE-D499-4D0D-9425-6718F608253C}" destId="{259B0350-6199-4908-A49E-006E11CB7898}" srcOrd="0" destOrd="0" presId="urn:microsoft.com/office/officeart/2008/layout/HorizontalMultiLevelHierarchy"/>
    <dgm:cxn modelId="{3C94E25B-5207-4745-8D4F-F1BE89A8B361}" type="presParOf" srcId="{BD1705BE-D499-4D0D-9425-6718F608253C}" destId="{E8B09A1C-3908-4CEF-AF6D-924E211FA315}" srcOrd="1" destOrd="0" presId="urn:microsoft.com/office/officeart/2008/layout/HorizontalMultiLevelHierarchy"/>
    <dgm:cxn modelId="{37C27E8C-0FF1-C347-BF7E-2F26857BE17F}" type="presParOf" srcId="{4D67F9E2-3A17-4C03-A489-AEAD32D79EE2}" destId="{D8338481-AE8C-467C-94AC-AA824F15CCE9}" srcOrd="2" destOrd="0" presId="urn:microsoft.com/office/officeart/2008/layout/HorizontalMultiLevelHierarchy"/>
    <dgm:cxn modelId="{DD712314-C789-A84B-AADC-EC4B6F0C7917}" type="presParOf" srcId="{D8338481-AE8C-467C-94AC-AA824F15CCE9}" destId="{B51933CB-67DB-41A8-924B-8A7DD95DC775}" srcOrd="0" destOrd="0" presId="urn:microsoft.com/office/officeart/2008/layout/HorizontalMultiLevelHierarchy"/>
    <dgm:cxn modelId="{481B0582-EBE9-EC4A-A2BE-A8018E78723F}" type="presParOf" srcId="{4D67F9E2-3A17-4C03-A489-AEAD32D79EE2}" destId="{9B8D1A6D-2B0E-4991-BC75-2B49003D7158}" srcOrd="3" destOrd="0" presId="urn:microsoft.com/office/officeart/2008/layout/HorizontalMultiLevelHierarchy"/>
    <dgm:cxn modelId="{13F2AEC6-8582-D44B-A22D-DBD4158B457C}" type="presParOf" srcId="{9B8D1A6D-2B0E-4991-BC75-2B49003D7158}" destId="{118D4AFD-7BC8-4476-A4FA-083A6CFC4110}" srcOrd="0" destOrd="0" presId="urn:microsoft.com/office/officeart/2008/layout/HorizontalMultiLevelHierarchy"/>
    <dgm:cxn modelId="{D713213A-FDD3-FE47-93D6-85D153DC9DEB}" type="presParOf" srcId="{9B8D1A6D-2B0E-4991-BC75-2B49003D7158}" destId="{C2EB6A1F-DB9C-43BD-BCB3-9EC23143D410}" srcOrd="1" destOrd="0" presId="urn:microsoft.com/office/officeart/2008/layout/HorizontalMultiLevelHierarchy"/>
    <dgm:cxn modelId="{B9442BE8-5577-4243-B33F-4289ADDC31AE}" type="presParOf" srcId="{C2EB6A1F-DB9C-43BD-BCB3-9EC23143D410}" destId="{02AA7300-3902-425C-A27D-3DC88961B1B5}" srcOrd="0" destOrd="0" presId="urn:microsoft.com/office/officeart/2008/layout/HorizontalMultiLevelHierarchy"/>
    <dgm:cxn modelId="{8EAA73C4-23F5-E94E-8B46-201F7CA97E52}" type="presParOf" srcId="{02AA7300-3902-425C-A27D-3DC88961B1B5}" destId="{3989E53B-A574-4A10-BB4F-7678F4E4BB18}" srcOrd="0" destOrd="0" presId="urn:microsoft.com/office/officeart/2008/layout/HorizontalMultiLevelHierarchy"/>
    <dgm:cxn modelId="{01835B08-2D12-DA42-A677-DE7AD1042CF8}" type="presParOf" srcId="{C2EB6A1F-DB9C-43BD-BCB3-9EC23143D410}" destId="{06BCED4C-3B90-4EDF-808E-7CCE28605410}" srcOrd="1" destOrd="0" presId="urn:microsoft.com/office/officeart/2008/layout/HorizontalMultiLevelHierarchy"/>
    <dgm:cxn modelId="{4A56B204-39AD-FC46-91B6-F6B648AD8135}" type="presParOf" srcId="{06BCED4C-3B90-4EDF-808E-7CCE28605410}" destId="{17A2F304-867F-4634-B1BF-EEB2D7341032}" srcOrd="0" destOrd="0" presId="urn:microsoft.com/office/officeart/2008/layout/HorizontalMultiLevelHierarchy"/>
    <dgm:cxn modelId="{C4993CE6-0240-CF46-A662-2A195CE19C1C}" type="presParOf" srcId="{06BCED4C-3B90-4EDF-808E-7CCE28605410}" destId="{028F7D1D-CAA0-4B75-B6A8-42681B06A772}" srcOrd="1" destOrd="0" presId="urn:microsoft.com/office/officeart/2008/layout/HorizontalMultiLevelHierarchy"/>
    <dgm:cxn modelId="{0D060DE6-AE45-2F4A-ABD6-D618876F191F}" type="presParOf" srcId="{028F7D1D-CAA0-4B75-B6A8-42681B06A772}" destId="{A54E038A-A7D9-4C81-9199-80D023C151BE}" srcOrd="0" destOrd="0" presId="urn:microsoft.com/office/officeart/2008/layout/HorizontalMultiLevelHierarchy"/>
    <dgm:cxn modelId="{F11F28D8-9BD7-B947-8A91-63010ED12DC9}" type="presParOf" srcId="{A54E038A-A7D9-4C81-9199-80D023C151BE}" destId="{1CA5A0EB-A2E1-498E-B0B9-866AA6C905BA}" srcOrd="0" destOrd="0" presId="urn:microsoft.com/office/officeart/2008/layout/HorizontalMultiLevelHierarchy"/>
    <dgm:cxn modelId="{EE5D0467-EC4C-1143-9AA0-E4264B08C671}" type="presParOf" srcId="{028F7D1D-CAA0-4B75-B6A8-42681B06A772}" destId="{5FB5FE48-FA97-4F45-A48C-31A1D4FAB8E2}" srcOrd="1" destOrd="0" presId="urn:microsoft.com/office/officeart/2008/layout/HorizontalMultiLevelHierarchy"/>
    <dgm:cxn modelId="{445F3F0E-4CB5-044D-8DD7-0493320F263A}" type="presParOf" srcId="{5FB5FE48-FA97-4F45-A48C-31A1D4FAB8E2}" destId="{029EF9EE-F1F2-414D-8647-14568A171ABC}" srcOrd="0" destOrd="0" presId="urn:microsoft.com/office/officeart/2008/layout/HorizontalMultiLevelHierarchy"/>
    <dgm:cxn modelId="{E4479AB2-2B87-FF41-85C5-657A66C7B715}" type="presParOf" srcId="{5FB5FE48-FA97-4F45-A48C-31A1D4FAB8E2}" destId="{293F64EB-1543-475C-B469-E0C97B057B94}" srcOrd="1" destOrd="0" presId="urn:microsoft.com/office/officeart/2008/layout/HorizontalMultiLevelHierarchy"/>
    <dgm:cxn modelId="{4C1067DB-3A16-7047-AE1B-BE0739802CA5}" type="presParOf" srcId="{C2EB6A1F-DB9C-43BD-BCB3-9EC23143D410}" destId="{AA93C689-F8CF-4ACB-BA8F-376E31D661D6}" srcOrd="2" destOrd="0" presId="urn:microsoft.com/office/officeart/2008/layout/HorizontalMultiLevelHierarchy"/>
    <dgm:cxn modelId="{79E2A6AE-0C4A-814C-9B4F-C59252FB273B}" type="presParOf" srcId="{AA93C689-F8CF-4ACB-BA8F-376E31D661D6}" destId="{6856AD3B-0D87-4857-9661-C7EB75800F41}" srcOrd="0" destOrd="0" presId="urn:microsoft.com/office/officeart/2008/layout/HorizontalMultiLevelHierarchy"/>
    <dgm:cxn modelId="{2B550246-5296-A244-8A2F-C81C38488E2D}" type="presParOf" srcId="{C2EB6A1F-DB9C-43BD-BCB3-9EC23143D410}" destId="{B92B2899-F51E-40BD-961C-971CA446156B}" srcOrd="3" destOrd="0" presId="urn:microsoft.com/office/officeart/2008/layout/HorizontalMultiLevelHierarchy"/>
    <dgm:cxn modelId="{FD0A1385-FA4B-4A46-9EF1-2BB89A5FBD9E}" type="presParOf" srcId="{B92B2899-F51E-40BD-961C-971CA446156B}" destId="{ECDA8728-F5BF-405F-903E-C0A1164FBCB3}" srcOrd="0" destOrd="0" presId="urn:microsoft.com/office/officeart/2008/layout/HorizontalMultiLevelHierarchy"/>
    <dgm:cxn modelId="{5891ECAB-8E05-5E46-93A2-288A0B5232D1}" type="presParOf" srcId="{B92B2899-F51E-40BD-961C-971CA446156B}" destId="{C88CB704-2A3D-4FAE-A6F3-3AA88BF22463}" srcOrd="1" destOrd="0" presId="urn:microsoft.com/office/officeart/2008/layout/HorizontalMultiLevelHierarchy"/>
    <dgm:cxn modelId="{8443AF9F-2C7E-0D4C-8476-10D1BD206A02}" type="presParOf" srcId="{C88CB704-2A3D-4FAE-A6F3-3AA88BF22463}" destId="{678AFDED-D4BB-429F-A375-B9FA593ADB43}" srcOrd="0" destOrd="0" presId="urn:microsoft.com/office/officeart/2008/layout/HorizontalMultiLevelHierarchy"/>
    <dgm:cxn modelId="{0C2FBCF6-1999-4A4D-8947-95E240960928}" type="presParOf" srcId="{678AFDED-D4BB-429F-A375-B9FA593ADB43}" destId="{992E58AA-EA11-4125-A547-1BB2801B08DF}" srcOrd="0" destOrd="0" presId="urn:microsoft.com/office/officeart/2008/layout/HorizontalMultiLevelHierarchy"/>
    <dgm:cxn modelId="{9F896DC6-F501-A245-9E95-B82A51667AEA}" type="presParOf" srcId="{C88CB704-2A3D-4FAE-A6F3-3AA88BF22463}" destId="{FE3DBC60-7F22-45BD-9911-3D1493198E63}" srcOrd="1" destOrd="0" presId="urn:microsoft.com/office/officeart/2008/layout/HorizontalMultiLevelHierarchy"/>
    <dgm:cxn modelId="{9378BDB1-7C91-1E4C-A585-5C60F7516DE5}" type="presParOf" srcId="{FE3DBC60-7F22-45BD-9911-3D1493198E63}" destId="{DD24C712-EFC7-4154-AA01-2BC215B33CEE}" srcOrd="0" destOrd="0" presId="urn:microsoft.com/office/officeart/2008/layout/HorizontalMultiLevelHierarchy"/>
    <dgm:cxn modelId="{7B998436-434A-2A48-A941-8E86BA52578A}" type="presParOf" srcId="{FE3DBC60-7F22-45BD-9911-3D1493198E63}" destId="{7615AD93-6E31-4F1E-8F9F-27728A699CD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0EC0842-D55E-4400-911E-98FC03C4FFD7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FA04B949-1594-4020-8B92-61ACBEEB26F3}">
      <dgm:prSet phldrT="[Texto]" custT="1"/>
      <dgm:spPr/>
      <dgm:t>
        <a:bodyPr/>
        <a:lstStyle/>
        <a:p>
          <a:r>
            <a:rPr lang="es-MX" sz="2900" dirty="0"/>
            <a:t>Honorarios a Consejeros</a:t>
          </a:r>
        </a:p>
        <a:p>
          <a:r>
            <a:rPr lang="es-MX" sz="1000" dirty="0"/>
            <a:t>LISR 27-IX</a:t>
          </a:r>
        </a:p>
      </dgm:t>
    </dgm:pt>
    <dgm:pt modelId="{FBFCAD3D-CF67-4CE8-9595-E6676CEA93D6}" type="parTrans" cxnId="{B081B650-C4FB-4506-8C71-3AFAD474DE5E}">
      <dgm:prSet/>
      <dgm:spPr/>
      <dgm:t>
        <a:bodyPr/>
        <a:lstStyle/>
        <a:p>
          <a:endParaRPr lang="es-MX"/>
        </a:p>
      </dgm:t>
    </dgm:pt>
    <dgm:pt modelId="{4537E2CA-A353-4147-8324-9EAD5808DBC1}" type="sibTrans" cxnId="{B081B650-C4FB-4506-8C71-3AFAD474DE5E}">
      <dgm:prSet/>
      <dgm:spPr/>
      <dgm:t>
        <a:bodyPr/>
        <a:lstStyle/>
        <a:p>
          <a:endParaRPr lang="es-MX"/>
        </a:p>
      </dgm:t>
    </dgm:pt>
    <dgm:pt modelId="{EBFA1F56-ABF9-4646-94A0-5360EA4DDFE6}">
      <dgm:prSet phldrT="[Texto]"/>
      <dgm:spPr/>
      <dgm:t>
        <a:bodyPr/>
        <a:lstStyle/>
        <a:p>
          <a:r>
            <a:rPr lang="es-MX" dirty="0"/>
            <a:t>Personas incluidas</a:t>
          </a:r>
        </a:p>
      </dgm:t>
    </dgm:pt>
    <dgm:pt modelId="{C2545C20-ED37-4AC9-A28E-F960B7C3F7E5}" type="parTrans" cxnId="{B3DB00B2-209F-4229-8974-3E00C5E5CD7E}">
      <dgm:prSet/>
      <dgm:spPr/>
      <dgm:t>
        <a:bodyPr/>
        <a:lstStyle/>
        <a:p>
          <a:endParaRPr lang="es-MX"/>
        </a:p>
      </dgm:t>
    </dgm:pt>
    <dgm:pt modelId="{42B55405-2E1F-4134-BB84-DCAED9F54DA3}" type="sibTrans" cxnId="{B3DB00B2-209F-4229-8974-3E00C5E5CD7E}">
      <dgm:prSet/>
      <dgm:spPr/>
      <dgm:t>
        <a:bodyPr/>
        <a:lstStyle/>
        <a:p>
          <a:endParaRPr lang="es-MX"/>
        </a:p>
      </dgm:t>
    </dgm:pt>
    <dgm:pt modelId="{72101F53-F51A-4768-A222-66C9B947C8BB}">
      <dgm:prSet phldrT="[Texto]"/>
      <dgm:spPr/>
      <dgm:t>
        <a:bodyPr/>
        <a:lstStyle/>
        <a:p>
          <a:r>
            <a:rPr lang="es-MX" dirty="0"/>
            <a:t>Base para el pago</a:t>
          </a:r>
        </a:p>
      </dgm:t>
    </dgm:pt>
    <dgm:pt modelId="{76E78259-54EB-4A32-88E7-D5C979F2A5B8}" type="parTrans" cxnId="{1DCFCC30-7D7A-4E8C-AC86-38CEFBA71A67}">
      <dgm:prSet/>
      <dgm:spPr/>
      <dgm:t>
        <a:bodyPr/>
        <a:lstStyle/>
        <a:p>
          <a:endParaRPr lang="es-MX"/>
        </a:p>
      </dgm:t>
    </dgm:pt>
    <dgm:pt modelId="{460B95A1-D5D1-4F2A-8E31-CABC7258534D}" type="sibTrans" cxnId="{1DCFCC30-7D7A-4E8C-AC86-38CEFBA71A67}">
      <dgm:prSet/>
      <dgm:spPr/>
      <dgm:t>
        <a:bodyPr/>
        <a:lstStyle/>
        <a:p>
          <a:endParaRPr lang="es-MX"/>
        </a:p>
      </dgm:t>
    </dgm:pt>
    <dgm:pt modelId="{1A4CA1D9-3276-442F-B62D-B05CC60E2A44}">
      <dgm:prSet phldrT="[Texto]"/>
      <dgm:spPr/>
      <dgm:t>
        <a:bodyPr/>
        <a:lstStyle/>
        <a:p>
          <a:r>
            <a:rPr lang="es-MX"/>
            <a:t>Condiciones</a:t>
          </a:r>
          <a:endParaRPr lang="es-MX" dirty="0"/>
        </a:p>
      </dgm:t>
    </dgm:pt>
    <dgm:pt modelId="{59BB686B-4856-48B8-8A5C-9A14E0A8ABBE}" type="parTrans" cxnId="{D4C5C713-8A85-49B2-A55F-57AF7B3EA06C}">
      <dgm:prSet/>
      <dgm:spPr/>
      <dgm:t>
        <a:bodyPr/>
        <a:lstStyle/>
        <a:p>
          <a:endParaRPr lang="es-MX"/>
        </a:p>
      </dgm:t>
    </dgm:pt>
    <dgm:pt modelId="{4F7931C1-8E70-4D81-AB03-88ADF245EA71}" type="sibTrans" cxnId="{D4C5C713-8A85-49B2-A55F-57AF7B3EA06C}">
      <dgm:prSet/>
      <dgm:spPr/>
      <dgm:t>
        <a:bodyPr/>
        <a:lstStyle/>
        <a:p>
          <a:endParaRPr lang="es-MX"/>
        </a:p>
      </dgm:t>
    </dgm:pt>
    <dgm:pt modelId="{49A0A2A4-C5A7-4914-ADEE-515927B5B2C2}">
      <dgm:prSet/>
      <dgm:spPr/>
      <dgm:t>
        <a:bodyPr/>
        <a:lstStyle/>
        <a:p>
          <a:r>
            <a:rPr lang="es-MX" dirty="0"/>
            <a:t>Administradores, Comisarios, Directores, Gerentes Generales, Consejo Directivo, Consejo de Vigilancia, Consejo de cualquier índole</a:t>
          </a:r>
        </a:p>
      </dgm:t>
    </dgm:pt>
    <dgm:pt modelId="{34E2D310-49EC-4486-8A1F-BCD781DFD6B1}" type="parTrans" cxnId="{CDA65B03-4562-4840-B167-F5895196393C}">
      <dgm:prSet/>
      <dgm:spPr/>
      <dgm:t>
        <a:bodyPr/>
        <a:lstStyle/>
        <a:p>
          <a:endParaRPr lang="es-MX"/>
        </a:p>
      </dgm:t>
    </dgm:pt>
    <dgm:pt modelId="{BF2E567B-8638-4DD6-93FB-D9B4227821CE}" type="sibTrans" cxnId="{CDA65B03-4562-4840-B167-F5895196393C}">
      <dgm:prSet/>
      <dgm:spPr/>
      <dgm:t>
        <a:bodyPr/>
        <a:lstStyle/>
        <a:p>
          <a:endParaRPr lang="es-MX"/>
        </a:p>
      </dgm:t>
    </dgm:pt>
    <dgm:pt modelId="{C84D9030-A524-48F9-97F2-3EE6804C57F8}">
      <dgm:prSet/>
      <dgm:spPr/>
      <dgm:t>
        <a:bodyPr/>
        <a:lstStyle/>
        <a:p>
          <a:r>
            <a:rPr lang="es-MX" dirty="0"/>
            <a:t>Monto total y percepción mensual o </a:t>
          </a:r>
          <a:r>
            <a:rPr lang="es-MX"/>
            <a:t>por asistencia</a:t>
          </a:r>
          <a:endParaRPr lang="es-MX" dirty="0"/>
        </a:p>
      </dgm:t>
    </dgm:pt>
    <dgm:pt modelId="{A7CE00B4-E2CA-4DF3-A844-0A60F357EA7E}" type="parTrans" cxnId="{28F0BEC4-9741-4C02-BCFC-E7B2500D9A40}">
      <dgm:prSet/>
      <dgm:spPr/>
      <dgm:t>
        <a:bodyPr/>
        <a:lstStyle/>
        <a:p>
          <a:endParaRPr lang="es-MX"/>
        </a:p>
      </dgm:t>
    </dgm:pt>
    <dgm:pt modelId="{1FB246F0-4A99-472D-A407-2BA238D7D581}" type="sibTrans" cxnId="{28F0BEC4-9741-4C02-BCFC-E7B2500D9A40}">
      <dgm:prSet/>
      <dgm:spPr/>
      <dgm:t>
        <a:bodyPr/>
        <a:lstStyle/>
        <a:p>
          <a:endParaRPr lang="es-MX"/>
        </a:p>
      </dgm:t>
    </dgm:pt>
    <dgm:pt modelId="{B29F9973-FA89-44FF-BF5C-4EC1C9AD55B6}">
      <dgm:prSet/>
      <dgm:spPr/>
      <dgm:t>
        <a:bodyPr/>
        <a:lstStyle/>
        <a:p>
          <a:r>
            <a:rPr lang="es-MX" dirty="0"/>
            <a:t>Importe por persona no mayor al sueldo del funcionario de mayor jerarquía</a:t>
          </a:r>
        </a:p>
      </dgm:t>
    </dgm:pt>
    <dgm:pt modelId="{F0AECCCC-A5D1-49F7-AB49-7AFC3027FA8C}" type="parTrans" cxnId="{D2137240-22D2-4AA5-A640-6A8EAB98D37D}">
      <dgm:prSet/>
      <dgm:spPr/>
      <dgm:t>
        <a:bodyPr/>
        <a:lstStyle/>
        <a:p>
          <a:endParaRPr lang="es-MX"/>
        </a:p>
      </dgm:t>
    </dgm:pt>
    <dgm:pt modelId="{403D89A3-8EB4-4878-8CC8-BB7229173842}" type="sibTrans" cxnId="{D2137240-22D2-4AA5-A640-6A8EAB98D37D}">
      <dgm:prSet/>
      <dgm:spPr/>
      <dgm:t>
        <a:bodyPr/>
        <a:lstStyle/>
        <a:p>
          <a:endParaRPr lang="es-MX"/>
        </a:p>
      </dgm:t>
    </dgm:pt>
    <dgm:pt modelId="{2562F2DD-6A22-4D0B-8690-7E3DC88E557B}">
      <dgm:prSet/>
      <dgm:spPr/>
      <dgm:t>
        <a:bodyPr/>
        <a:lstStyle/>
        <a:p>
          <a:r>
            <a:rPr lang="es-MX" dirty="0"/>
            <a:t>Importe total no mayor al total de sueldos</a:t>
          </a:r>
        </a:p>
      </dgm:t>
    </dgm:pt>
    <dgm:pt modelId="{10F5B424-4F81-4361-81B2-6CBB01D2C28F}" type="parTrans" cxnId="{7E3710E0-6DF6-4DFD-8BB2-4EBF8E366D16}">
      <dgm:prSet/>
      <dgm:spPr/>
      <dgm:t>
        <a:bodyPr/>
        <a:lstStyle/>
        <a:p>
          <a:endParaRPr lang="es-MX"/>
        </a:p>
      </dgm:t>
    </dgm:pt>
    <dgm:pt modelId="{D1B43148-AF8F-4F22-96B7-19B3BA0B3941}" type="sibTrans" cxnId="{7E3710E0-6DF6-4DFD-8BB2-4EBF8E366D16}">
      <dgm:prSet/>
      <dgm:spPr/>
      <dgm:t>
        <a:bodyPr/>
        <a:lstStyle/>
        <a:p>
          <a:endParaRPr lang="es-MX"/>
        </a:p>
      </dgm:t>
    </dgm:pt>
    <dgm:pt modelId="{8D3B3336-A67C-4C14-B917-85E9110BE6CD}">
      <dgm:prSet/>
      <dgm:spPr/>
      <dgm:t>
        <a:bodyPr/>
        <a:lstStyle/>
        <a:p>
          <a:r>
            <a:rPr lang="es-MX" dirty="0"/>
            <a:t>No exceder al 10% de las otras deducciones</a:t>
          </a:r>
        </a:p>
      </dgm:t>
    </dgm:pt>
    <dgm:pt modelId="{08DCAB0A-F055-425B-9192-8A926BDF4682}" type="parTrans" cxnId="{0AE8AC05-FEC0-469F-B2E5-BEC55FC427E0}">
      <dgm:prSet/>
      <dgm:spPr/>
      <dgm:t>
        <a:bodyPr/>
        <a:lstStyle/>
        <a:p>
          <a:endParaRPr lang="es-MX"/>
        </a:p>
      </dgm:t>
    </dgm:pt>
    <dgm:pt modelId="{3FA37DEF-9948-43F7-8130-A649B8182FF1}" type="sibTrans" cxnId="{0AE8AC05-FEC0-469F-B2E5-BEC55FC427E0}">
      <dgm:prSet/>
      <dgm:spPr/>
      <dgm:t>
        <a:bodyPr/>
        <a:lstStyle/>
        <a:p>
          <a:endParaRPr lang="es-MX"/>
        </a:p>
      </dgm:t>
    </dgm:pt>
    <dgm:pt modelId="{5172653E-C4C3-4A3B-8778-0911D95AE726}" type="pres">
      <dgm:prSet presAssocID="{10EC0842-D55E-4400-911E-98FC03C4FFD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AAB2349-2FBD-4E72-8CBE-7D180AD0CA3C}" type="pres">
      <dgm:prSet presAssocID="{FA04B949-1594-4020-8B92-61ACBEEB26F3}" presName="root1" presStyleCnt="0"/>
      <dgm:spPr/>
    </dgm:pt>
    <dgm:pt modelId="{4136D94C-E57B-43F1-ADC2-441236BE37D5}" type="pres">
      <dgm:prSet presAssocID="{FA04B949-1594-4020-8B92-61ACBEEB26F3}" presName="LevelOneTextNode" presStyleLbl="node0" presStyleIdx="0" presStyleCnt="1">
        <dgm:presLayoutVars>
          <dgm:chPref val="3"/>
        </dgm:presLayoutVars>
      </dgm:prSet>
      <dgm:spPr/>
    </dgm:pt>
    <dgm:pt modelId="{6BC281DA-C9BF-42FD-969D-3B47DF8109BC}" type="pres">
      <dgm:prSet presAssocID="{FA04B949-1594-4020-8B92-61ACBEEB26F3}" presName="level2hierChild" presStyleCnt="0"/>
      <dgm:spPr/>
    </dgm:pt>
    <dgm:pt modelId="{A14DAB9F-ED4B-4102-8CA3-C7D3713CA768}" type="pres">
      <dgm:prSet presAssocID="{C2545C20-ED37-4AC9-A28E-F960B7C3F7E5}" presName="conn2-1" presStyleLbl="parChTrans1D2" presStyleIdx="0" presStyleCnt="3"/>
      <dgm:spPr/>
    </dgm:pt>
    <dgm:pt modelId="{CCBE201E-08A7-4C3E-92FB-00F8031C7F47}" type="pres">
      <dgm:prSet presAssocID="{C2545C20-ED37-4AC9-A28E-F960B7C3F7E5}" presName="connTx" presStyleLbl="parChTrans1D2" presStyleIdx="0" presStyleCnt="3"/>
      <dgm:spPr/>
    </dgm:pt>
    <dgm:pt modelId="{5F2177DF-23BF-48B2-AE5F-CCDF8694D375}" type="pres">
      <dgm:prSet presAssocID="{EBFA1F56-ABF9-4646-94A0-5360EA4DDFE6}" presName="root2" presStyleCnt="0"/>
      <dgm:spPr/>
    </dgm:pt>
    <dgm:pt modelId="{40C454C5-7952-4073-8374-F327766DF6E4}" type="pres">
      <dgm:prSet presAssocID="{EBFA1F56-ABF9-4646-94A0-5360EA4DDFE6}" presName="LevelTwoTextNode" presStyleLbl="node2" presStyleIdx="0" presStyleCnt="3">
        <dgm:presLayoutVars>
          <dgm:chPref val="3"/>
        </dgm:presLayoutVars>
      </dgm:prSet>
      <dgm:spPr/>
    </dgm:pt>
    <dgm:pt modelId="{C211D666-6F6F-403B-974D-1269FC7F9179}" type="pres">
      <dgm:prSet presAssocID="{EBFA1F56-ABF9-4646-94A0-5360EA4DDFE6}" presName="level3hierChild" presStyleCnt="0"/>
      <dgm:spPr/>
    </dgm:pt>
    <dgm:pt modelId="{AA2A03F5-7D1A-47AB-861E-218D3CB706AC}" type="pres">
      <dgm:prSet presAssocID="{34E2D310-49EC-4486-8A1F-BCD781DFD6B1}" presName="conn2-1" presStyleLbl="parChTrans1D3" presStyleIdx="0" presStyleCnt="5"/>
      <dgm:spPr/>
    </dgm:pt>
    <dgm:pt modelId="{2A6463B7-0BE2-49E3-96FB-DFD6497EA309}" type="pres">
      <dgm:prSet presAssocID="{34E2D310-49EC-4486-8A1F-BCD781DFD6B1}" presName="connTx" presStyleLbl="parChTrans1D3" presStyleIdx="0" presStyleCnt="5"/>
      <dgm:spPr/>
    </dgm:pt>
    <dgm:pt modelId="{12BEFD3D-D8FE-4C98-B3AB-5DFB0394B15A}" type="pres">
      <dgm:prSet presAssocID="{49A0A2A4-C5A7-4914-ADEE-515927B5B2C2}" presName="root2" presStyleCnt="0"/>
      <dgm:spPr/>
    </dgm:pt>
    <dgm:pt modelId="{018CBD16-08E8-4AE0-BDA7-831FEFF0E8C7}" type="pres">
      <dgm:prSet presAssocID="{49A0A2A4-C5A7-4914-ADEE-515927B5B2C2}" presName="LevelTwoTextNode" presStyleLbl="node3" presStyleIdx="0" presStyleCnt="5">
        <dgm:presLayoutVars>
          <dgm:chPref val="3"/>
        </dgm:presLayoutVars>
      </dgm:prSet>
      <dgm:spPr/>
    </dgm:pt>
    <dgm:pt modelId="{80C00F0B-472A-4BE8-8C95-74FC6C2A3AA7}" type="pres">
      <dgm:prSet presAssocID="{49A0A2A4-C5A7-4914-ADEE-515927B5B2C2}" presName="level3hierChild" presStyleCnt="0"/>
      <dgm:spPr/>
    </dgm:pt>
    <dgm:pt modelId="{BA3DC6B4-4344-4E2C-9961-F15352E08D45}" type="pres">
      <dgm:prSet presAssocID="{76E78259-54EB-4A32-88E7-D5C979F2A5B8}" presName="conn2-1" presStyleLbl="parChTrans1D2" presStyleIdx="1" presStyleCnt="3"/>
      <dgm:spPr/>
    </dgm:pt>
    <dgm:pt modelId="{0800622F-2CDA-432A-8022-7E74FF0CED13}" type="pres">
      <dgm:prSet presAssocID="{76E78259-54EB-4A32-88E7-D5C979F2A5B8}" presName="connTx" presStyleLbl="parChTrans1D2" presStyleIdx="1" presStyleCnt="3"/>
      <dgm:spPr/>
    </dgm:pt>
    <dgm:pt modelId="{74EAA11B-6180-4FD3-992E-D26AB16B0752}" type="pres">
      <dgm:prSet presAssocID="{72101F53-F51A-4768-A222-66C9B947C8BB}" presName="root2" presStyleCnt="0"/>
      <dgm:spPr/>
    </dgm:pt>
    <dgm:pt modelId="{3F0C8E9A-B5D9-42F4-A0A3-44CE5AF5AACF}" type="pres">
      <dgm:prSet presAssocID="{72101F53-F51A-4768-A222-66C9B947C8BB}" presName="LevelTwoTextNode" presStyleLbl="node2" presStyleIdx="1" presStyleCnt="3">
        <dgm:presLayoutVars>
          <dgm:chPref val="3"/>
        </dgm:presLayoutVars>
      </dgm:prSet>
      <dgm:spPr/>
    </dgm:pt>
    <dgm:pt modelId="{C9E48EFF-4F7B-4160-BCFD-255119D7625B}" type="pres">
      <dgm:prSet presAssocID="{72101F53-F51A-4768-A222-66C9B947C8BB}" presName="level3hierChild" presStyleCnt="0"/>
      <dgm:spPr/>
    </dgm:pt>
    <dgm:pt modelId="{F688552C-BEAF-4AAA-A9F3-7EAB207C5D89}" type="pres">
      <dgm:prSet presAssocID="{A7CE00B4-E2CA-4DF3-A844-0A60F357EA7E}" presName="conn2-1" presStyleLbl="parChTrans1D3" presStyleIdx="1" presStyleCnt="5"/>
      <dgm:spPr/>
    </dgm:pt>
    <dgm:pt modelId="{B5EAFF5E-5E12-4D8F-AF97-CC02DF04FA80}" type="pres">
      <dgm:prSet presAssocID="{A7CE00B4-E2CA-4DF3-A844-0A60F357EA7E}" presName="connTx" presStyleLbl="parChTrans1D3" presStyleIdx="1" presStyleCnt="5"/>
      <dgm:spPr/>
    </dgm:pt>
    <dgm:pt modelId="{7BBB6EA4-65BD-4371-87B9-7BD1B5DD6742}" type="pres">
      <dgm:prSet presAssocID="{C84D9030-A524-48F9-97F2-3EE6804C57F8}" presName="root2" presStyleCnt="0"/>
      <dgm:spPr/>
    </dgm:pt>
    <dgm:pt modelId="{55CB689F-C9AA-415B-A8DC-EE838253911B}" type="pres">
      <dgm:prSet presAssocID="{C84D9030-A524-48F9-97F2-3EE6804C57F8}" presName="LevelTwoTextNode" presStyleLbl="node3" presStyleIdx="1" presStyleCnt="5">
        <dgm:presLayoutVars>
          <dgm:chPref val="3"/>
        </dgm:presLayoutVars>
      </dgm:prSet>
      <dgm:spPr/>
    </dgm:pt>
    <dgm:pt modelId="{B211CA7F-CFE9-4E3D-A488-22A9470F3EDC}" type="pres">
      <dgm:prSet presAssocID="{C84D9030-A524-48F9-97F2-3EE6804C57F8}" presName="level3hierChild" presStyleCnt="0"/>
      <dgm:spPr/>
    </dgm:pt>
    <dgm:pt modelId="{3749A925-4258-48F7-A4A2-EC0854FAD4F2}" type="pres">
      <dgm:prSet presAssocID="{59BB686B-4856-48B8-8A5C-9A14E0A8ABBE}" presName="conn2-1" presStyleLbl="parChTrans1D2" presStyleIdx="2" presStyleCnt="3"/>
      <dgm:spPr/>
    </dgm:pt>
    <dgm:pt modelId="{0E5C9D10-D2CD-4E85-BA4C-D176E9F8C135}" type="pres">
      <dgm:prSet presAssocID="{59BB686B-4856-48B8-8A5C-9A14E0A8ABBE}" presName="connTx" presStyleLbl="parChTrans1D2" presStyleIdx="2" presStyleCnt="3"/>
      <dgm:spPr/>
    </dgm:pt>
    <dgm:pt modelId="{A11B7A1E-422A-4E50-8C36-2DBD86C1B6AB}" type="pres">
      <dgm:prSet presAssocID="{1A4CA1D9-3276-442F-B62D-B05CC60E2A44}" presName="root2" presStyleCnt="0"/>
      <dgm:spPr/>
    </dgm:pt>
    <dgm:pt modelId="{C893CBD4-BF81-41EB-9F50-5C3704806BE1}" type="pres">
      <dgm:prSet presAssocID="{1A4CA1D9-3276-442F-B62D-B05CC60E2A44}" presName="LevelTwoTextNode" presStyleLbl="node2" presStyleIdx="2" presStyleCnt="3">
        <dgm:presLayoutVars>
          <dgm:chPref val="3"/>
        </dgm:presLayoutVars>
      </dgm:prSet>
      <dgm:spPr/>
    </dgm:pt>
    <dgm:pt modelId="{6D49E335-2B8A-4018-986B-C2A5B492090F}" type="pres">
      <dgm:prSet presAssocID="{1A4CA1D9-3276-442F-B62D-B05CC60E2A44}" presName="level3hierChild" presStyleCnt="0"/>
      <dgm:spPr/>
    </dgm:pt>
    <dgm:pt modelId="{D3D63D63-454A-4A05-8563-91B5674511BA}" type="pres">
      <dgm:prSet presAssocID="{F0AECCCC-A5D1-49F7-AB49-7AFC3027FA8C}" presName="conn2-1" presStyleLbl="parChTrans1D3" presStyleIdx="2" presStyleCnt="5"/>
      <dgm:spPr/>
    </dgm:pt>
    <dgm:pt modelId="{85D45FFD-2A6A-4A91-8949-8B559BBBB42D}" type="pres">
      <dgm:prSet presAssocID="{F0AECCCC-A5D1-49F7-AB49-7AFC3027FA8C}" presName="connTx" presStyleLbl="parChTrans1D3" presStyleIdx="2" presStyleCnt="5"/>
      <dgm:spPr/>
    </dgm:pt>
    <dgm:pt modelId="{95FAF38F-4449-4875-8348-FC1E5169D48E}" type="pres">
      <dgm:prSet presAssocID="{B29F9973-FA89-44FF-BF5C-4EC1C9AD55B6}" presName="root2" presStyleCnt="0"/>
      <dgm:spPr/>
    </dgm:pt>
    <dgm:pt modelId="{208B42EF-036B-4EEE-BE94-DEFE1D213359}" type="pres">
      <dgm:prSet presAssocID="{B29F9973-FA89-44FF-BF5C-4EC1C9AD55B6}" presName="LevelTwoTextNode" presStyleLbl="node3" presStyleIdx="2" presStyleCnt="5">
        <dgm:presLayoutVars>
          <dgm:chPref val="3"/>
        </dgm:presLayoutVars>
      </dgm:prSet>
      <dgm:spPr/>
    </dgm:pt>
    <dgm:pt modelId="{E5919839-4869-4E7D-AF0D-1E8FA01C3986}" type="pres">
      <dgm:prSet presAssocID="{B29F9973-FA89-44FF-BF5C-4EC1C9AD55B6}" presName="level3hierChild" presStyleCnt="0"/>
      <dgm:spPr/>
    </dgm:pt>
    <dgm:pt modelId="{9D27576F-0E08-4426-A30E-2E9DCC819CB9}" type="pres">
      <dgm:prSet presAssocID="{10F5B424-4F81-4361-81B2-6CBB01D2C28F}" presName="conn2-1" presStyleLbl="parChTrans1D3" presStyleIdx="3" presStyleCnt="5"/>
      <dgm:spPr/>
    </dgm:pt>
    <dgm:pt modelId="{1B60EE62-74BE-4665-93B7-5DDE8DB42609}" type="pres">
      <dgm:prSet presAssocID="{10F5B424-4F81-4361-81B2-6CBB01D2C28F}" presName="connTx" presStyleLbl="parChTrans1D3" presStyleIdx="3" presStyleCnt="5"/>
      <dgm:spPr/>
    </dgm:pt>
    <dgm:pt modelId="{F00BFC00-486A-413F-B0E4-D177DA47D0EC}" type="pres">
      <dgm:prSet presAssocID="{2562F2DD-6A22-4D0B-8690-7E3DC88E557B}" presName="root2" presStyleCnt="0"/>
      <dgm:spPr/>
    </dgm:pt>
    <dgm:pt modelId="{6DB07ED0-DA5C-4D32-9427-E65F7B5B80BB}" type="pres">
      <dgm:prSet presAssocID="{2562F2DD-6A22-4D0B-8690-7E3DC88E557B}" presName="LevelTwoTextNode" presStyleLbl="node3" presStyleIdx="3" presStyleCnt="5">
        <dgm:presLayoutVars>
          <dgm:chPref val="3"/>
        </dgm:presLayoutVars>
      </dgm:prSet>
      <dgm:spPr/>
    </dgm:pt>
    <dgm:pt modelId="{56A5360E-456A-4049-8567-FEBBA1889D1D}" type="pres">
      <dgm:prSet presAssocID="{2562F2DD-6A22-4D0B-8690-7E3DC88E557B}" presName="level3hierChild" presStyleCnt="0"/>
      <dgm:spPr/>
    </dgm:pt>
    <dgm:pt modelId="{BF06206E-F9C4-4019-9343-4BCB8F933A15}" type="pres">
      <dgm:prSet presAssocID="{08DCAB0A-F055-425B-9192-8A926BDF4682}" presName="conn2-1" presStyleLbl="parChTrans1D3" presStyleIdx="4" presStyleCnt="5"/>
      <dgm:spPr/>
    </dgm:pt>
    <dgm:pt modelId="{02BA7250-7995-4BF8-9DFC-1D7D3BC802AC}" type="pres">
      <dgm:prSet presAssocID="{08DCAB0A-F055-425B-9192-8A926BDF4682}" presName="connTx" presStyleLbl="parChTrans1D3" presStyleIdx="4" presStyleCnt="5"/>
      <dgm:spPr/>
    </dgm:pt>
    <dgm:pt modelId="{23344028-A274-4F9B-87F7-07BC666F7DBF}" type="pres">
      <dgm:prSet presAssocID="{8D3B3336-A67C-4C14-B917-85E9110BE6CD}" presName="root2" presStyleCnt="0"/>
      <dgm:spPr/>
    </dgm:pt>
    <dgm:pt modelId="{F514829A-6427-4C36-BCE5-2F649B9A71FA}" type="pres">
      <dgm:prSet presAssocID="{8D3B3336-A67C-4C14-B917-85E9110BE6CD}" presName="LevelTwoTextNode" presStyleLbl="node3" presStyleIdx="4" presStyleCnt="5">
        <dgm:presLayoutVars>
          <dgm:chPref val="3"/>
        </dgm:presLayoutVars>
      </dgm:prSet>
      <dgm:spPr/>
    </dgm:pt>
    <dgm:pt modelId="{A3D4F53A-F010-431A-9FB7-EC7472B44694}" type="pres">
      <dgm:prSet presAssocID="{8D3B3336-A67C-4C14-B917-85E9110BE6CD}" presName="level3hierChild" presStyleCnt="0"/>
      <dgm:spPr/>
    </dgm:pt>
  </dgm:ptLst>
  <dgm:cxnLst>
    <dgm:cxn modelId="{CDA65B03-4562-4840-B167-F5895196393C}" srcId="{EBFA1F56-ABF9-4646-94A0-5360EA4DDFE6}" destId="{49A0A2A4-C5A7-4914-ADEE-515927B5B2C2}" srcOrd="0" destOrd="0" parTransId="{34E2D310-49EC-4486-8A1F-BCD781DFD6B1}" sibTransId="{BF2E567B-8638-4DD6-93FB-D9B4227821CE}"/>
    <dgm:cxn modelId="{0AE8AC05-FEC0-469F-B2E5-BEC55FC427E0}" srcId="{1A4CA1D9-3276-442F-B62D-B05CC60E2A44}" destId="{8D3B3336-A67C-4C14-B917-85E9110BE6CD}" srcOrd="2" destOrd="0" parTransId="{08DCAB0A-F055-425B-9192-8A926BDF4682}" sibTransId="{3FA37DEF-9948-43F7-8130-A649B8182FF1}"/>
    <dgm:cxn modelId="{EE10AC13-5C11-A946-A4AE-8BD9F62E57B6}" type="presOf" srcId="{1A4CA1D9-3276-442F-B62D-B05CC60E2A44}" destId="{C893CBD4-BF81-41EB-9F50-5C3704806BE1}" srcOrd="0" destOrd="0" presId="urn:microsoft.com/office/officeart/2008/layout/HorizontalMultiLevelHierarchy"/>
    <dgm:cxn modelId="{D4C5C713-8A85-49B2-A55F-57AF7B3EA06C}" srcId="{FA04B949-1594-4020-8B92-61ACBEEB26F3}" destId="{1A4CA1D9-3276-442F-B62D-B05CC60E2A44}" srcOrd="2" destOrd="0" parTransId="{59BB686B-4856-48B8-8A5C-9A14E0A8ABBE}" sibTransId="{4F7931C1-8E70-4D81-AB03-88ADF245EA71}"/>
    <dgm:cxn modelId="{E930F714-95A0-9B43-AD0A-AE5DE10787E9}" type="presOf" srcId="{34E2D310-49EC-4486-8A1F-BCD781DFD6B1}" destId="{AA2A03F5-7D1A-47AB-861E-218D3CB706AC}" srcOrd="0" destOrd="0" presId="urn:microsoft.com/office/officeart/2008/layout/HorizontalMultiLevelHierarchy"/>
    <dgm:cxn modelId="{AD8E0724-1080-A441-8E61-19A5FAEB1B8F}" type="presOf" srcId="{A7CE00B4-E2CA-4DF3-A844-0A60F357EA7E}" destId="{F688552C-BEAF-4AAA-A9F3-7EAB207C5D89}" srcOrd="0" destOrd="0" presId="urn:microsoft.com/office/officeart/2008/layout/HorizontalMultiLevelHierarchy"/>
    <dgm:cxn modelId="{EEE96529-BC99-8A40-AEA7-87C1A6CD7433}" type="presOf" srcId="{10EC0842-D55E-4400-911E-98FC03C4FFD7}" destId="{5172653E-C4C3-4A3B-8778-0911D95AE726}" srcOrd="0" destOrd="0" presId="urn:microsoft.com/office/officeart/2008/layout/HorizontalMultiLevelHierarchy"/>
    <dgm:cxn modelId="{E9B9FA2D-5A52-D749-8EA8-2E802F105F80}" type="presOf" srcId="{08DCAB0A-F055-425B-9192-8A926BDF4682}" destId="{BF06206E-F9C4-4019-9343-4BCB8F933A15}" srcOrd="0" destOrd="0" presId="urn:microsoft.com/office/officeart/2008/layout/HorizontalMultiLevelHierarchy"/>
    <dgm:cxn modelId="{1DCFCC30-7D7A-4E8C-AC86-38CEFBA71A67}" srcId="{FA04B949-1594-4020-8B92-61ACBEEB26F3}" destId="{72101F53-F51A-4768-A222-66C9B947C8BB}" srcOrd="1" destOrd="0" parTransId="{76E78259-54EB-4A32-88E7-D5C979F2A5B8}" sibTransId="{460B95A1-D5D1-4F2A-8E31-CABC7258534D}"/>
    <dgm:cxn modelId="{1B0F523C-0EF8-C048-82DC-A8B7E53415B5}" type="presOf" srcId="{10F5B424-4F81-4361-81B2-6CBB01D2C28F}" destId="{1B60EE62-74BE-4665-93B7-5DDE8DB42609}" srcOrd="1" destOrd="0" presId="urn:microsoft.com/office/officeart/2008/layout/HorizontalMultiLevelHierarchy"/>
    <dgm:cxn modelId="{D2137240-22D2-4AA5-A640-6A8EAB98D37D}" srcId="{1A4CA1D9-3276-442F-B62D-B05CC60E2A44}" destId="{B29F9973-FA89-44FF-BF5C-4EC1C9AD55B6}" srcOrd="0" destOrd="0" parTransId="{F0AECCCC-A5D1-49F7-AB49-7AFC3027FA8C}" sibTransId="{403D89A3-8EB4-4878-8CC8-BB7229173842}"/>
    <dgm:cxn modelId="{4EEFD15C-C731-2947-A0DD-6DA0A6BD3AC1}" type="presOf" srcId="{2562F2DD-6A22-4D0B-8690-7E3DC88E557B}" destId="{6DB07ED0-DA5C-4D32-9427-E65F7B5B80BB}" srcOrd="0" destOrd="0" presId="urn:microsoft.com/office/officeart/2008/layout/HorizontalMultiLevelHierarchy"/>
    <dgm:cxn modelId="{FCD4B545-C546-FE47-BBF7-858607452F48}" type="presOf" srcId="{F0AECCCC-A5D1-49F7-AB49-7AFC3027FA8C}" destId="{85D45FFD-2A6A-4A91-8949-8B559BBBB42D}" srcOrd="1" destOrd="0" presId="urn:microsoft.com/office/officeart/2008/layout/HorizontalMultiLevelHierarchy"/>
    <dgm:cxn modelId="{ECC8B647-6A13-A446-A1E5-4D07C6743589}" type="presOf" srcId="{59BB686B-4856-48B8-8A5C-9A14E0A8ABBE}" destId="{0E5C9D10-D2CD-4E85-BA4C-D176E9F8C135}" srcOrd="1" destOrd="0" presId="urn:microsoft.com/office/officeart/2008/layout/HorizontalMultiLevelHierarchy"/>
    <dgm:cxn modelId="{259D1668-CCE5-7743-8866-82ABD3D5D9C7}" type="presOf" srcId="{B29F9973-FA89-44FF-BF5C-4EC1C9AD55B6}" destId="{208B42EF-036B-4EEE-BE94-DEFE1D213359}" srcOrd="0" destOrd="0" presId="urn:microsoft.com/office/officeart/2008/layout/HorizontalMultiLevelHierarchy"/>
    <dgm:cxn modelId="{B081B650-C4FB-4506-8C71-3AFAD474DE5E}" srcId="{10EC0842-D55E-4400-911E-98FC03C4FFD7}" destId="{FA04B949-1594-4020-8B92-61ACBEEB26F3}" srcOrd="0" destOrd="0" parTransId="{FBFCAD3D-CF67-4CE8-9595-E6676CEA93D6}" sibTransId="{4537E2CA-A353-4147-8324-9EAD5808DBC1}"/>
    <dgm:cxn modelId="{49BD3674-BEED-084A-97BA-E4FE98303B6F}" type="presOf" srcId="{76E78259-54EB-4A32-88E7-D5C979F2A5B8}" destId="{BA3DC6B4-4344-4E2C-9961-F15352E08D45}" srcOrd="0" destOrd="0" presId="urn:microsoft.com/office/officeart/2008/layout/HorizontalMultiLevelHierarchy"/>
    <dgm:cxn modelId="{2BAC1B86-3702-BB4C-9281-4BDF885F0781}" type="presOf" srcId="{34E2D310-49EC-4486-8A1F-BCD781DFD6B1}" destId="{2A6463B7-0BE2-49E3-96FB-DFD6497EA309}" srcOrd="1" destOrd="0" presId="urn:microsoft.com/office/officeart/2008/layout/HorizontalMultiLevelHierarchy"/>
    <dgm:cxn modelId="{F7D1479E-84E0-0240-A852-833A3A988C94}" type="presOf" srcId="{72101F53-F51A-4768-A222-66C9B947C8BB}" destId="{3F0C8E9A-B5D9-42F4-A0A3-44CE5AF5AACF}" srcOrd="0" destOrd="0" presId="urn:microsoft.com/office/officeart/2008/layout/HorizontalMultiLevelHierarchy"/>
    <dgm:cxn modelId="{2903F59E-E75E-954D-875B-2C413A17951F}" type="presOf" srcId="{10F5B424-4F81-4361-81B2-6CBB01D2C28F}" destId="{9D27576F-0E08-4426-A30E-2E9DCC819CB9}" srcOrd="0" destOrd="0" presId="urn:microsoft.com/office/officeart/2008/layout/HorizontalMultiLevelHierarchy"/>
    <dgm:cxn modelId="{259353AA-658A-B04C-A8BF-F2E3F487A2E5}" type="presOf" srcId="{08DCAB0A-F055-425B-9192-8A926BDF4682}" destId="{02BA7250-7995-4BF8-9DFC-1D7D3BC802AC}" srcOrd="1" destOrd="0" presId="urn:microsoft.com/office/officeart/2008/layout/HorizontalMultiLevelHierarchy"/>
    <dgm:cxn modelId="{5692EFAF-0EEE-614D-9098-F8D5607FB1D3}" type="presOf" srcId="{FA04B949-1594-4020-8B92-61ACBEEB26F3}" destId="{4136D94C-E57B-43F1-ADC2-441236BE37D5}" srcOrd="0" destOrd="0" presId="urn:microsoft.com/office/officeart/2008/layout/HorizontalMultiLevelHierarchy"/>
    <dgm:cxn modelId="{6FD0EDB0-9B3C-DE4E-AC30-8A05861DAFC9}" type="presOf" srcId="{8D3B3336-A67C-4C14-B917-85E9110BE6CD}" destId="{F514829A-6427-4C36-BCE5-2F649B9A71FA}" srcOrd="0" destOrd="0" presId="urn:microsoft.com/office/officeart/2008/layout/HorizontalMultiLevelHierarchy"/>
    <dgm:cxn modelId="{B3DB00B2-209F-4229-8974-3E00C5E5CD7E}" srcId="{FA04B949-1594-4020-8B92-61ACBEEB26F3}" destId="{EBFA1F56-ABF9-4646-94A0-5360EA4DDFE6}" srcOrd="0" destOrd="0" parTransId="{C2545C20-ED37-4AC9-A28E-F960B7C3F7E5}" sibTransId="{42B55405-2E1F-4134-BB84-DCAED9F54DA3}"/>
    <dgm:cxn modelId="{A7835BBC-0CAF-3846-9D7F-8A1BD6E196DA}" type="presOf" srcId="{A7CE00B4-E2CA-4DF3-A844-0A60F357EA7E}" destId="{B5EAFF5E-5E12-4D8F-AF97-CC02DF04FA80}" srcOrd="1" destOrd="0" presId="urn:microsoft.com/office/officeart/2008/layout/HorizontalMultiLevelHierarchy"/>
    <dgm:cxn modelId="{28F0BEC4-9741-4C02-BCFC-E7B2500D9A40}" srcId="{72101F53-F51A-4768-A222-66C9B947C8BB}" destId="{C84D9030-A524-48F9-97F2-3EE6804C57F8}" srcOrd="0" destOrd="0" parTransId="{A7CE00B4-E2CA-4DF3-A844-0A60F357EA7E}" sibTransId="{1FB246F0-4A99-472D-A407-2BA238D7D581}"/>
    <dgm:cxn modelId="{EC3A28CD-8160-6A4D-9101-E66DEE2BD32B}" type="presOf" srcId="{F0AECCCC-A5D1-49F7-AB49-7AFC3027FA8C}" destId="{D3D63D63-454A-4A05-8563-91B5674511BA}" srcOrd="0" destOrd="0" presId="urn:microsoft.com/office/officeart/2008/layout/HorizontalMultiLevelHierarchy"/>
    <dgm:cxn modelId="{61D23CD9-B6E7-D445-8758-F5694792F87E}" type="presOf" srcId="{C2545C20-ED37-4AC9-A28E-F960B7C3F7E5}" destId="{CCBE201E-08A7-4C3E-92FB-00F8031C7F47}" srcOrd="1" destOrd="0" presId="urn:microsoft.com/office/officeart/2008/layout/HorizontalMultiLevelHierarchy"/>
    <dgm:cxn modelId="{509745DE-61F7-F842-92DF-A52D8E866213}" type="presOf" srcId="{EBFA1F56-ABF9-4646-94A0-5360EA4DDFE6}" destId="{40C454C5-7952-4073-8374-F327766DF6E4}" srcOrd="0" destOrd="0" presId="urn:microsoft.com/office/officeart/2008/layout/HorizontalMultiLevelHierarchy"/>
    <dgm:cxn modelId="{B2DA47DF-005A-C14A-98B2-62A496DEB7C2}" type="presOf" srcId="{C2545C20-ED37-4AC9-A28E-F960B7C3F7E5}" destId="{A14DAB9F-ED4B-4102-8CA3-C7D3713CA768}" srcOrd="0" destOrd="0" presId="urn:microsoft.com/office/officeart/2008/layout/HorizontalMultiLevelHierarchy"/>
    <dgm:cxn modelId="{7E3710E0-6DF6-4DFD-8BB2-4EBF8E366D16}" srcId="{1A4CA1D9-3276-442F-B62D-B05CC60E2A44}" destId="{2562F2DD-6A22-4D0B-8690-7E3DC88E557B}" srcOrd="1" destOrd="0" parTransId="{10F5B424-4F81-4361-81B2-6CBB01D2C28F}" sibTransId="{D1B43148-AF8F-4F22-96B7-19B3BA0B3941}"/>
    <dgm:cxn modelId="{ADDF63E3-E3B5-4546-8978-D95A68CCA1E8}" type="presOf" srcId="{59BB686B-4856-48B8-8A5C-9A14E0A8ABBE}" destId="{3749A925-4258-48F7-A4A2-EC0854FAD4F2}" srcOrd="0" destOrd="0" presId="urn:microsoft.com/office/officeart/2008/layout/HorizontalMultiLevelHierarchy"/>
    <dgm:cxn modelId="{D0D966EB-F6A0-2E47-9C6D-7767E7EBB16C}" type="presOf" srcId="{49A0A2A4-C5A7-4914-ADEE-515927B5B2C2}" destId="{018CBD16-08E8-4AE0-BDA7-831FEFF0E8C7}" srcOrd="0" destOrd="0" presId="urn:microsoft.com/office/officeart/2008/layout/HorizontalMultiLevelHierarchy"/>
    <dgm:cxn modelId="{541397EB-321E-5443-8E53-1BD0C1393C8A}" type="presOf" srcId="{76E78259-54EB-4A32-88E7-D5C979F2A5B8}" destId="{0800622F-2CDA-432A-8022-7E74FF0CED13}" srcOrd="1" destOrd="0" presId="urn:microsoft.com/office/officeart/2008/layout/HorizontalMultiLevelHierarchy"/>
    <dgm:cxn modelId="{22050AFC-28F8-9C44-8A07-AA1DDEB921B0}" type="presOf" srcId="{C84D9030-A524-48F9-97F2-3EE6804C57F8}" destId="{55CB689F-C9AA-415B-A8DC-EE838253911B}" srcOrd="0" destOrd="0" presId="urn:microsoft.com/office/officeart/2008/layout/HorizontalMultiLevelHierarchy"/>
    <dgm:cxn modelId="{012FBC08-E147-8B4F-9DB7-35317D66CCED}" type="presParOf" srcId="{5172653E-C4C3-4A3B-8778-0911D95AE726}" destId="{9AAB2349-2FBD-4E72-8CBE-7D180AD0CA3C}" srcOrd="0" destOrd="0" presId="urn:microsoft.com/office/officeart/2008/layout/HorizontalMultiLevelHierarchy"/>
    <dgm:cxn modelId="{2B6E9212-EC6E-094A-90B0-21E715DF762C}" type="presParOf" srcId="{9AAB2349-2FBD-4E72-8CBE-7D180AD0CA3C}" destId="{4136D94C-E57B-43F1-ADC2-441236BE37D5}" srcOrd="0" destOrd="0" presId="urn:microsoft.com/office/officeart/2008/layout/HorizontalMultiLevelHierarchy"/>
    <dgm:cxn modelId="{9848C43F-A701-C249-BE91-225B21034A13}" type="presParOf" srcId="{9AAB2349-2FBD-4E72-8CBE-7D180AD0CA3C}" destId="{6BC281DA-C9BF-42FD-969D-3B47DF8109BC}" srcOrd="1" destOrd="0" presId="urn:microsoft.com/office/officeart/2008/layout/HorizontalMultiLevelHierarchy"/>
    <dgm:cxn modelId="{0A10C2B3-F205-F14B-8472-9A1D4547346C}" type="presParOf" srcId="{6BC281DA-C9BF-42FD-969D-3B47DF8109BC}" destId="{A14DAB9F-ED4B-4102-8CA3-C7D3713CA768}" srcOrd="0" destOrd="0" presId="urn:microsoft.com/office/officeart/2008/layout/HorizontalMultiLevelHierarchy"/>
    <dgm:cxn modelId="{524A62D3-A463-BB40-90B9-173250C93EF0}" type="presParOf" srcId="{A14DAB9F-ED4B-4102-8CA3-C7D3713CA768}" destId="{CCBE201E-08A7-4C3E-92FB-00F8031C7F47}" srcOrd="0" destOrd="0" presId="urn:microsoft.com/office/officeart/2008/layout/HorizontalMultiLevelHierarchy"/>
    <dgm:cxn modelId="{9A0B130A-0F26-634C-9418-F1D63297C5F5}" type="presParOf" srcId="{6BC281DA-C9BF-42FD-969D-3B47DF8109BC}" destId="{5F2177DF-23BF-48B2-AE5F-CCDF8694D375}" srcOrd="1" destOrd="0" presId="urn:microsoft.com/office/officeart/2008/layout/HorizontalMultiLevelHierarchy"/>
    <dgm:cxn modelId="{8A6DB111-236F-4B4C-89E1-8EA98C273069}" type="presParOf" srcId="{5F2177DF-23BF-48B2-AE5F-CCDF8694D375}" destId="{40C454C5-7952-4073-8374-F327766DF6E4}" srcOrd="0" destOrd="0" presId="urn:microsoft.com/office/officeart/2008/layout/HorizontalMultiLevelHierarchy"/>
    <dgm:cxn modelId="{D31BBD44-E7E6-4F4C-9C59-2A73E0CD6B7C}" type="presParOf" srcId="{5F2177DF-23BF-48B2-AE5F-CCDF8694D375}" destId="{C211D666-6F6F-403B-974D-1269FC7F9179}" srcOrd="1" destOrd="0" presId="urn:microsoft.com/office/officeart/2008/layout/HorizontalMultiLevelHierarchy"/>
    <dgm:cxn modelId="{E931E53D-2B40-9C44-B6E8-978E55239AC5}" type="presParOf" srcId="{C211D666-6F6F-403B-974D-1269FC7F9179}" destId="{AA2A03F5-7D1A-47AB-861E-218D3CB706AC}" srcOrd="0" destOrd="0" presId="urn:microsoft.com/office/officeart/2008/layout/HorizontalMultiLevelHierarchy"/>
    <dgm:cxn modelId="{A810EB82-3342-CD47-92BC-F4CF9E0FCA18}" type="presParOf" srcId="{AA2A03F5-7D1A-47AB-861E-218D3CB706AC}" destId="{2A6463B7-0BE2-49E3-96FB-DFD6497EA309}" srcOrd="0" destOrd="0" presId="urn:microsoft.com/office/officeart/2008/layout/HorizontalMultiLevelHierarchy"/>
    <dgm:cxn modelId="{41B61E6D-9723-DE4D-B79E-71B12527B912}" type="presParOf" srcId="{C211D666-6F6F-403B-974D-1269FC7F9179}" destId="{12BEFD3D-D8FE-4C98-B3AB-5DFB0394B15A}" srcOrd="1" destOrd="0" presId="urn:microsoft.com/office/officeart/2008/layout/HorizontalMultiLevelHierarchy"/>
    <dgm:cxn modelId="{5DD06FB0-9534-EE49-8CD0-CF3A82269662}" type="presParOf" srcId="{12BEFD3D-D8FE-4C98-B3AB-5DFB0394B15A}" destId="{018CBD16-08E8-4AE0-BDA7-831FEFF0E8C7}" srcOrd="0" destOrd="0" presId="urn:microsoft.com/office/officeart/2008/layout/HorizontalMultiLevelHierarchy"/>
    <dgm:cxn modelId="{25E34192-6A08-C341-A8F8-46C2A115FE4F}" type="presParOf" srcId="{12BEFD3D-D8FE-4C98-B3AB-5DFB0394B15A}" destId="{80C00F0B-472A-4BE8-8C95-74FC6C2A3AA7}" srcOrd="1" destOrd="0" presId="urn:microsoft.com/office/officeart/2008/layout/HorizontalMultiLevelHierarchy"/>
    <dgm:cxn modelId="{D7AEA0A7-621F-1E40-BE7E-79832B3C21C2}" type="presParOf" srcId="{6BC281DA-C9BF-42FD-969D-3B47DF8109BC}" destId="{BA3DC6B4-4344-4E2C-9961-F15352E08D45}" srcOrd="2" destOrd="0" presId="urn:microsoft.com/office/officeart/2008/layout/HorizontalMultiLevelHierarchy"/>
    <dgm:cxn modelId="{111D7D01-D917-BC46-A37D-EA794E5C9573}" type="presParOf" srcId="{BA3DC6B4-4344-4E2C-9961-F15352E08D45}" destId="{0800622F-2CDA-432A-8022-7E74FF0CED13}" srcOrd="0" destOrd="0" presId="urn:microsoft.com/office/officeart/2008/layout/HorizontalMultiLevelHierarchy"/>
    <dgm:cxn modelId="{A4FC517E-6B46-ED41-8D5A-DC2002439E62}" type="presParOf" srcId="{6BC281DA-C9BF-42FD-969D-3B47DF8109BC}" destId="{74EAA11B-6180-4FD3-992E-D26AB16B0752}" srcOrd="3" destOrd="0" presId="urn:microsoft.com/office/officeart/2008/layout/HorizontalMultiLevelHierarchy"/>
    <dgm:cxn modelId="{F5ADF667-16F0-C647-868A-330097C16FE4}" type="presParOf" srcId="{74EAA11B-6180-4FD3-992E-D26AB16B0752}" destId="{3F0C8E9A-B5D9-42F4-A0A3-44CE5AF5AACF}" srcOrd="0" destOrd="0" presId="urn:microsoft.com/office/officeart/2008/layout/HorizontalMultiLevelHierarchy"/>
    <dgm:cxn modelId="{7F07F33D-FE6F-5A4D-85C8-65D0DB20EA84}" type="presParOf" srcId="{74EAA11B-6180-4FD3-992E-D26AB16B0752}" destId="{C9E48EFF-4F7B-4160-BCFD-255119D7625B}" srcOrd="1" destOrd="0" presId="urn:microsoft.com/office/officeart/2008/layout/HorizontalMultiLevelHierarchy"/>
    <dgm:cxn modelId="{C8B74069-5860-5743-8401-EBDD7A1074E0}" type="presParOf" srcId="{C9E48EFF-4F7B-4160-BCFD-255119D7625B}" destId="{F688552C-BEAF-4AAA-A9F3-7EAB207C5D89}" srcOrd="0" destOrd="0" presId="urn:microsoft.com/office/officeart/2008/layout/HorizontalMultiLevelHierarchy"/>
    <dgm:cxn modelId="{39595A90-CC87-5C49-B0E4-714F318B5144}" type="presParOf" srcId="{F688552C-BEAF-4AAA-A9F3-7EAB207C5D89}" destId="{B5EAFF5E-5E12-4D8F-AF97-CC02DF04FA80}" srcOrd="0" destOrd="0" presId="urn:microsoft.com/office/officeart/2008/layout/HorizontalMultiLevelHierarchy"/>
    <dgm:cxn modelId="{FFBC7831-57E2-3E44-9D56-10CC8BFBA0E1}" type="presParOf" srcId="{C9E48EFF-4F7B-4160-BCFD-255119D7625B}" destId="{7BBB6EA4-65BD-4371-87B9-7BD1B5DD6742}" srcOrd="1" destOrd="0" presId="urn:microsoft.com/office/officeart/2008/layout/HorizontalMultiLevelHierarchy"/>
    <dgm:cxn modelId="{393C7DB3-EBE2-2744-8579-9F2C378E2349}" type="presParOf" srcId="{7BBB6EA4-65BD-4371-87B9-7BD1B5DD6742}" destId="{55CB689F-C9AA-415B-A8DC-EE838253911B}" srcOrd="0" destOrd="0" presId="urn:microsoft.com/office/officeart/2008/layout/HorizontalMultiLevelHierarchy"/>
    <dgm:cxn modelId="{F52DC55D-A9D8-3143-9D57-22E6CFF4DDC6}" type="presParOf" srcId="{7BBB6EA4-65BD-4371-87B9-7BD1B5DD6742}" destId="{B211CA7F-CFE9-4E3D-A488-22A9470F3EDC}" srcOrd="1" destOrd="0" presId="urn:microsoft.com/office/officeart/2008/layout/HorizontalMultiLevelHierarchy"/>
    <dgm:cxn modelId="{7A74060D-33EE-F347-95CC-3321B2A063DE}" type="presParOf" srcId="{6BC281DA-C9BF-42FD-969D-3B47DF8109BC}" destId="{3749A925-4258-48F7-A4A2-EC0854FAD4F2}" srcOrd="4" destOrd="0" presId="urn:microsoft.com/office/officeart/2008/layout/HorizontalMultiLevelHierarchy"/>
    <dgm:cxn modelId="{E91E3EC0-3FCA-4B40-B324-DB2579061476}" type="presParOf" srcId="{3749A925-4258-48F7-A4A2-EC0854FAD4F2}" destId="{0E5C9D10-D2CD-4E85-BA4C-D176E9F8C135}" srcOrd="0" destOrd="0" presId="urn:microsoft.com/office/officeart/2008/layout/HorizontalMultiLevelHierarchy"/>
    <dgm:cxn modelId="{32810115-FDCA-8941-B8D1-9FC6780FE4A0}" type="presParOf" srcId="{6BC281DA-C9BF-42FD-969D-3B47DF8109BC}" destId="{A11B7A1E-422A-4E50-8C36-2DBD86C1B6AB}" srcOrd="5" destOrd="0" presId="urn:microsoft.com/office/officeart/2008/layout/HorizontalMultiLevelHierarchy"/>
    <dgm:cxn modelId="{5E1376BF-97DD-484E-8D61-C04729FC2873}" type="presParOf" srcId="{A11B7A1E-422A-4E50-8C36-2DBD86C1B6AB}" destId="{C893CBD4-BF81-41EB-9F50-5C3704806BE1}" srcOrd="0" destOrd="0" presId="urn:microsoft.com/office/officeart/2008/layout/HorizontalMultiLevelHierarchy"/>
    <dgm:cxn modelId="{41FDA188-4EBC-2545-B248-27B8C10E7316}" type="presParOf" srcId="{A11B7A1E-422A-4E50-8C36-2DBD86C1B6AB}" destId="{6D49E335-2B8A-4018-986B-C2A5B492090F}" srcOrd="1" destOrd="0" presId="urn:microsoft.com/office/officeart/2008/layout/HorizontalMultiLevelHierarchy"/>
    <dgm:cxn modelId="{49A9DF14-2889-2849-9A8C-CBE5E10B1E4D}" type="presParOf" srcId="{6D49E335-2B8A-4018-986B-C2A5B492090F}" destId="{D3D63D63-454A-4A05-8563-91B5674511BA}" srcOrd="0" destOrd="0" presId="urn:microsoft.com/office/officeart/2008/layout/HorizontalMultiLevelHierarchy"/>
    <dgm:cxn modelId="{202CB2EF-E0CA-6B41-A2AD-ED08DBE6DB22}" type="presParOf" srcId="{D3D63D63-454A-4A05-8563-91B5674511BA}" destId="{85D45FFD-2A6A-4A91-8949-8B559BBBB42D}" srcOrd="0" destOrd="0" presId="urn:microsoft.com/office/officeart/2008/layout/HorizontalMultiLevelHierarchy"/>
    <dgm:cxn modelId="{AB260D07-F0E1-624E-89C4-98ABAA15284F}" type="presParOf" srcId="{6D49E335-2B8A-4018-986B-C2A5B492090F}" destId="{95FAF38F-4449-4875-8348-FC1E5169D48E}" srcOrd="1" destOrd="0" presId="urn:microsoft.com/office/officeart/2008/layout/HorizontalMultiLevelHierarchy"/>
    <dgm:cxn modelId="{55737ACD-61BA-E049-9E11-12FC66545096}" type="presParOf" srcId="{95FAF38F-4449-4875-8348-FC1E5169D48E}" destId="{208B42EF-036B-4EEE-BE94-DEFE1D213359}" srcOrd="0" destOrd="0" presId="urn:microsoft.com/office/officeart/2008/layout/HorizontalMultiLevelHierarchy"/>
    <dgm:cxn modelId="{E945726A-DC67-1048-ADD3-F7EDFA50748D}" type="presParOf" srcId="{95FAF38F-4449-4875-8348-FC1E5169D48E}" destId="{E5919839-4869-4E7D-AF0D-1E8FA01C3986}" srcOrd="1" destOrd="0" presId="urn:microsoft.com/office/officeart/2008/layout/HorizontalMultiLevelHierarchy"/>
    <dgm:cxn modelId="{F74462AA-D4D3-254E-A00A-CB76765171FF}" type="presParOf" srcId="{6D49E335-2B8A-4018-986B-C2A5B492090F}" destId="{9D27576F-0E08-4426-A30E-2E9DCC819CB9}" srcOrd="2" destOrd="0" presId="urn:microsoft.com/office/officeart/2008/layout/HorizontalMultiLevelHierarchy"/>
    <dgm:cxn modelId="{BE66206A-F472-124A-9037-1805DE28811B}" type="presParOf" srcId="{9D27576F-0E08-4426-A30E-2E9DCC819CB9}" destId="{1B60EE62-74BE-4665-93B7-5DDE8DB42609}" srcOrd="0" destOrd="0" presId="urn:microsoft.com/office/officeart/2008/layout/HorizontalMultiLevelHierarchy"/>
    <dgm:cxn modelId="{2495C376-E029-4B4D-BA87-E555AB5837B8}" type="presParOf" srcId="{6D49E335-2B8A-4018-986B-C2A5B492090F}" destId="{F00BFC00-486A-413F-B0E4-D177DA47D0EC}" srcOrd="3" destOrd="0" presId="urn:microsoft.com/office/officeart/2008/layout/HorizontalMultiLevelHierarchy"/>
    <dgm:cxn modelId="{78C524AC-7A79-DA44-A855-80F4B4338183}" type="presParOf" srcId="{F00BFC00-486A-413F-B0E4-D177DA47D0EC}" destId="{6DB07ED0-DA5C-4D32-9427-E65F7B5B80BB}" srcOrd="0" destOrd="0" presId="urn:microsoft.com/office/officeart/2008/layout/HorizontalMultiLevelHierarchy"/>
    <dgm:cxn modelId="{23242190-1095-EC42-8608-7EB83008C6EC}" type="presParOf" srcId="{F00BFC00-486A-413F-B0E4-D177DA47D0EC}" destId="{56A5360E-456A-4049-8567-FEBBA1889D1D}" srcOrd="1" destOrd="0" presId="urn:microsoft.com/office/officeart/2008/layout/HorizontalMultiLevelHierarchy"/>
    <dgm:cxn modelId="{71808A1B-085F-A042-B7B4-A2CA3BFF7FE9}" type="presParOf" srcId="{6D49E335-2B8A-4018-986B-C2A5B492090F}" destId="{BF06206E-F9C4-4019-9343-4BCB8F933A15}" srcOrd="4" destOrd="0" presId="urn:microsoft.com/office/officeart/2008/layout/HorizontalMultiLevelHierarchy"/>
    <dgm:cxn modelId="{21C226A7-D0AE-F94F-B205-7A5E2CEF1679}" type="presParOf" srcId="{BF06206E-F9C4-4019-9343-4BCB8F933A15}" destId="{02BA7250-7995-4BF8-9DFC-1D7D3BC802AC}" srcOrd="0" destOrd="0" presId="urn:microsoft.com/office/officeart/2008/layout/HorizontalMultiLevelHierarchy"/>
    <dgm:cxn modelId="{9F751D00-16A7-1049-995C-F034538C7377}" type="presParOf" srcId="{6D49E335-2B8A-4018-986B-C2A5B492090F}" destId="{23344028-A274-4F9B-87F7-07BC666F7DBF}" srcOrd="5" destOrd="0" presId="urn:microsoft.com/office/officeart/2008/layout/HorizontalMultiLevelHierarchy"/>
    <dgm:cxn modelId="{6BA00BE3-7EC2-6546-B43B-D712643E63BA}" type="presParOf" srcId="{23344028-A274-4F9B-87F7-07BC666F7DBF}" destId="{F514829A-6427-4C36-BCE5-2F649B9A71FA}" srcOrd="0" destOrd="0" presId="urn:microsoft.com/office/officeart/2008/layout/HorizontalMultiLevelHierarchy"/>
    <dgm:cxn modelId="{7141259C-3EA6-9840-AC88-61B80914A22A}" type="presParOf" srcId="{23344028-A274-4F9B-87F7-07BC666F7DBF}" destId="{A3D4F53A-F010-431A-9FB7-EC7472B4469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AAE13D10-D28B-4214-B0AC-754784264A2A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3DA0FF53-9F6C-447A-8720-53A63EC993AC}">
      <dgm:prSet phldrT="[Texto]" custT="1"/>
      <dgm:spPr/>
      <dgm:t>
        <a:bodyPr/>
        <a:lstStyle/>
        <a:p>
          <a:r>
            <a:rPr lang="es-MX" sz="2300" dirty="0"/>
            <a:t>Asistencia Técnica, Transferencia de Tecnología y Regalías</a:t>
          </a:r>
        </a:p>
        <a:p>
          <a:r>
            <a:rPr lang="es-MX" sz="1000" dirty="0"/>
            <a:t>LISR 27-X</a:t>
          </a:r>
        </a:p>
      </dgm:t>
    </dgm:pt>
    <dgm:pt modelId="{06AA9668-7146-4BC4-AE7E-3B4354587BEB}" type="parTrans" cxnId="{5F35B903-50A7-4D67-B4E5-AE89F40BFDF9}">
      <dgm:prSet/>
      <dgm:spPr/>
      <dgm:t>
        <a:bodyPr/>
        <a:lstStyle/>
        <a:p>
          <a:endParaRPr lang="es-MX"/>
        </a:p>
      </dgm:t>
    </dgm:pt>
    <dgm:pt modelId="{5D25E9B5-AB55-4801-9B77-99882FF5EC46}" type="sibTrans" cxnId="{5F35B903-50A7-4D67-B4E5-AE89F40BFDF9}">
      <dgm:prSet/>
      <dgm:spPr/>
      <dgm:t>
        <a:bodyPr/>
        <a:lstStyle/>
        <a:p>
          <a:endParaRPr lang="es-MX"/>
        </a:p>
      </dgm:t>
    </dgm:pt>
    <dgm:pt modelId="{1B0BC5F8-566C-4D01-B254-74115CC02596}">
      <dgm:prSet phldrT="[Texto]"/>
      <dgm:spPr/>
      <dgm:t>
        <a:bodyPr/>
        <a:lstStyle/>
        <a:p>
          <a:r>
            <a:rPr lang="es-MX" dirty="0"/>
            <a:t>Capacidad técnica de proveedor</a:t>
          </a:r>
        </a:p>
      </dgm:t>
    </dgm:pt>
    <dgm:pt modelId="{E9296454-BE32-4848-9BA9-0004207258A8}" type="parTrans" cxnId="{05BB24F4-958A-4725-B785-2A55C5051393}">
      <dgm:prSet/>
      <dgm:spPr/>
      <dgm:t>
        <a:bodyPr/>
        <a:lstStyle/>
        <a:p>
          <a:endParaRPr lang="es-MX"/>
        </a:p>
      </dgm:t>
    </dgm:pt>
    <dgm:pt modelId="{CB8AFD19-725C-4F82-B151-FCE842A7534C}" type="sibTrans" cxnId="{05BB24F4-958A-4725-B785-2A55C5051393}">
      <dgm:prSet/>
      <dgm:spPr/>
      <dgm:t>
        <a:bodyPr/>
        <a:lstStyle/>
        <a:p>
          <a:endParaRPr lang="es-MX"/>
        </a:p>
      </dgm:t>
    </dgm:pt>
    <dgm:pt modelId="{B952FBE1-1036-4AAF-8295-95F0E66521E7}">
      <dgm:prSet phldrT="[Texto]"/>
      <dgm:spPr/>
      <dgm:t>
        <a:bodyPr/>
        <a:lstStyle/>
        <a:p>
          <a:r>
            <a:rPr lang="es-MX" dirty="0"/>
            <a:t>Prestación</a:t>
          </a:r>
        </a:p>
      </dgm:t>
    </dgm:pt>
    <dgm:pt modelId="{8EE7409C-421C-40DA-AC46-F05C9BD0509C}" type="parTrans" cxnId="{1043D4F7-7C1D-4295-8F55-91CA01391652}">
      <dgm:prSet/>
      <dgm:spPr/>
      <dgm:t>
        <a:bodyPr/>
        <a:lstStyle/>
        <a:p>
          <a:endParaRPr lang="es-MX"/>
        </a:p>
      </dgm:t>
    </dgm:pt>
    <dgm:pt modelId="{8320F001-96D1-45B7-8FC3-FEB8B5C3ADD9}" type="sibTrans" cxnId="{1043D4F7-7C1D-4295-8F55-91CA01391652}">
      <dgm:prSet/>
      <dgm:spPr/>
      <dgm:t>
        <a:bodyPr/>
        <a:lstStyle/>
        <a:p>
          <a:endParaRPr lang="es-MX"/>
        </a:p>
      </dgm:t>
    </dgm:pt>
    <dgm:pt modelId="{74E6D16D-B533-4622-9CA6-86F7438E7F22}">
      <dgm:prSet phldrT="[Texto]"/>
      <dgm:spPr/>
      <dgm:t>
        <a:bodyPr/>
        <a:lstStyle/>
        <a:p>
          <a:r>
            <a:rPr lang="es-MX" dirty="0"/>
            <a:t>Que no se pague por la posibilidad de obtenerlos</a:t>
          </a:r>
        </a:p>
      </dgm:t>
    </dgm:pt>
    <dgm:pt modelId="{10B96038-30A9-4FEA-B6C6-8EE14FC0E1E4}" type="parTrans" cxnId="{92FD67AD-915C-4B16-B514-68AA698D3598}">
      <dgm:prSet/>
      <dgm:spPr/>
      <dgm:t>
        <a:bodyPr/>
        <a:lstStyle/>
        <a:p>
          <a:endParaRPr lang="es-MX"/>
        </a:p>
      </dgm:t>
    </dgm:pt>
    <dgm:pt modelId="{76C15CB0-7511-47D3-8A7C-B241FF7B8BC2}" type="sibTrans" cxnId="{92FD67AD-915C-4B16-B514-68AA698D3598}">
      <dgm:prSet/>
      <dgm:spPr/>
      <dgm:t>
        <a:bodyPr/>
        <a:lstStyle/>
        <a:p>
          <a:endParaRPr lang="es-MX"/>
        </a:p>
      </dgm:t>
    </dgm:pt>
    <dgm:pt modelId="{0ADBF7E4-49C2-47E9-85F5-239C7FE52978}">
      <dgm:prSet/>
      <dgm:spPr/>
      <dgm:t>
        <a:bodyPr/>
        <a:lstStyle/>
        <a:p>
          <a:r>
            <a:rPr lang="es-MX" dirty="0"/>
            <a:t>Directamente</a:t>
          </a:r>
        </a:p>
      </dgm:t>
    </dgm:pt>
    <dgm:pt modelId="{54A06C46-5794-4A3F-85AF-6ECEEEEF1032}" type="parTrans" cxnId="{E1CAEAF2-5453-4C84-B653-7EC3D1C09CCB}">
      <dgm:prSet/>
      <dgm:spPr/>
      <dgm:t>
        <a:bodyPr/>
        <a:lstStyle/>
        <a:p>
          <a:endParaRPr lang="es-MX"/>
        </a:p>
      </dgm:t>
    </dgm:pt>
    <dgm:pt modelId="{FBF1B8D9-515E-48B6-AB36-7932C077FBC8}" type="sibTrans" cxnId="{E1CAEAF2-5453-4C84-B653-7EC3D1C09CCB}">
      <dgm:prSet/>
      <dgm:spPr/>
      <dgm:t>
        <a:bodyPr/>
        <a:lstStyle/>
        <a:p>
          <a:endParaRPr lang="es-MX"/>
        </a:p>
      </dgm:t>
    </dgm:pt>
    <dgm:pt modelId="{64201FAA-F5FB-4BFD-A903-570F267247F9}">
      <dgm:prSet/>
      <dgm:spPr/>
      <dgm:t>
        <a:bodyPr/>
        <a:lstStyle/>
        <a:p>
          <a:r>
            <a:rPr lang="es-MX" dirty="0"/>
            <a:t>Indirectamente sí son servicios especializados</a:t>
          </a:r>
        </a:p>
      </dgm:t>
    </dgm:pt>
    <dgm:pt modelId="{37ECDB52-E79A-4F34-A92C-A37BDB2414E1}" type="parTrans" cxnId="{88E1F6B3-FD94-44A8-B54D-41CA5F46C32F}">
      <dgm:prSet/>
      <dgm:spPr/>
      <dgm:t>
        <a:bodyPr/>
        <a:lstStyle/>
        <a:p>
          <a:endParaRPr lang="es-MX"/>
        </a:p>
      </dgm:t>
    </dgm:pt>
    <dgm:pt modelId="{955190EB-A0CE-4C6A-A432-33B6C397489B}" type="sibTrans" cxnId="{88E1F6B3-FD94-44A8-B54D-41CA5F46C32F}">
      <dgm:prSet/>
      <dgm:spPr/>
      <dgm:t>
        <a:bodyPr/>
        <a:lstStyle/>
        <a:p>
          <a:endParaRPr lang="es-MX"/>
        </a:p>
      </dgm:t>
    </dgm:pt>
    <dgm:pt modelId="{599E59F0-805C-4A06-9C8B-AA785B6235CA}">
      <dgm:prSet/>
      <dgm:spPr/>
      <dgm:t>
        <a:bodyPr/>
        <a:lstStyle/>
        <a:p>
          <a:r>
            <a:rPr lang="es-MX" dirty="0"/>
            <a:t>Efectivamente llevados a cabo</a:t>
          </a:r>
        </a:p>
      </dgm:t>
    </dgm:pt>
    <dgm:pt modelId="{F5FC9553-B425-4314-BD9D-D51261ACF32B}" type="parTrans" cxnId="{A595B33B-690B-4B98-8FE3-6859286F919D}">
      <dgm:prSet/>
      <dgm:spPr/>
      <dgm:t>
        <a:bodyPr/>
        <a:lstStyle/>
        <a:p>
          <a:endParaRPr lang="es-MX"/>
        </a:p>
      </dgm:t>
    </dgm:pt>
    <dgm:pt modelId="{98863ED4-719C-40ED-B1FE-620661FF9444}" type="sibTrans" cxnId="{A595B33B-690B-4B98-8FE3-6859286F919D}">
      <dgm:prSet/>
      <dgm:spPr/>
      <dgm:t>
        <a:bodyPr/>
        <a:lstStyle/>
        <a:p>
          <a:endParaRPr lang="es-MX"/>
        </a:p>
      </dgm:t>
    </dgm:pt>
    <dgm:pt modelId="{BCE9A032-5F08-4EBF-BF9F-84FC4E063086}" type="pres">
      <dgm:prSet presAssocID="{AAE13D10-D28B-4214-B0AC-754784264A2A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8583C1E-7234-438D-9E66-F907FFCDCBC9}" type="pres">
      <dgm:prSet presAssocID="{3DA0FF53-9F6C-447A-8720-53A63EC993AC}" presName="root1" presStyleCnt="0"/>
      <dgm:spPr/>
    </dgm:pt>
    <dgm:pt modelId="{1551B91A-DF0C-457D-BBF5-913FF4CAE05C}" type="pres">
      <dgm:prSet presAssocID="{3DA0FF53-9F6C-447A-8720-53A63EC993AC}" presName="LevelOneTextNode" presStyleLbl="node0" presStyleIdx="0" presStyleCnt="1">
        <dgm:presLayoutVars>
          <dgm:chPref val="3"/>
        </dgm:presLayoutVars>
      </dgm:prSet>
      <dgm:spPr/>
    </dgm:pt>
    <dgm:pt modelId="{3EDED49A-020F-4686-9122-BE1C3045F75B}" type="pres">
      <dgm:prSet presAssocID="{3DA0FF53-9F6C-447A-8720-53A63EC993AC}" presName="level2hierChild" presStyleCnt="0"/>
      <dgm:spPr/>
    </dgm:pt>
    <dgm:pt modelId="{C65F5569-78ED-49A4-B882-E1CC6835AF70}" type="pres">
      <dgm:prSet presAssocID="{E9296454-BE32-4848-9BA9-0004207258A8}" presName="conn2-1" presStyleLbl="parChTrans1D2" presStyleIdx="0" presStyleCnt="4"/>
      <dgm:spPr/>
    </dgm:pt>
    <dgm:pt modelId="{37F596C3-DF73-46BA-AC62-5797EFD9D3E8}" type="pres">
      <dgm:prSet presAssocID="{E9296454-BE32-4848-9BA9-0004207258A8}" presName="connTx" presStyleLbl="parChTrans1D2" presStyleIdx="0" presStyleCnt="4"/>
      <dgm:spPr/>
    </dgm:pt>
    <dgm:pt modelId="{021910C8-E4EF-458E-9E8B-25564C4DF2A5}" type="pres">
      <dgm:prSet presAssocID="{1B0BC5F8-566C-4D01-B254-74115CC02596}" presName="root2" presStyleCnt="0"/>
      <dgm:spPr/>
    </dgm:pt>
    <dgm:pt modelId="{A0986CAE-810B-476E-BF91-5458FCC53788}" type="pres">
      <dgm:prSet presAssocID="{1B0BC5F8-566C-4D01-B254-74115CC02596}" presName="LevelTwoTextNode" presStyleLbl="node2" presStyleIdx="0" presStyleCnt="4">
        <dgm:presLayoutVars>
          <dgm:chPref val="3"/>
        </dgm:presLayoutVars>
      </dgm:prSet>
      <dgm:spPr/>
    </dgm:pt>
    <dgm:pt modelId="{D5A37FF6-E2A4-48E0-9DC7-0245AD81834C}" type="pres">
      <dgm:prSet presAssocID="{1B0BC5F8-566C-4D01-B254-74115CC02596}" presName="level3hierChild" presStyleCnt="0"/>
      <dgm:spPr/>
    </dgm:pt>
    <dgm:pt modelId="{872D49F6-71F4-4A3A-8F50-6E51EAE38915}" type="pres">
      <dgm:prSet presAssocID="{8EE7409C-421C-40DA-AC46-F05C9BD0509C}" presName="conn2-1" presStyleLbl="parChTrans1D2" presStyleIdx="1" presStyleCnt="4"/>
      <dgm:spPr/>
    </dgm:pt>
    <dgm:pt modelId="{66410ED4-A1D4-4072-8BBB-5F7684B5F555}" type="pres">
      <dgm:prSet presAssocID="{8EE7409C-421C-40DA-AC46-F05C9BD0509C}" presName="connTx" presStyleLbl="parChTrans1D2" presStyleIdx="1" presStyleCnt="4"/>
      <dgm:spPr/>
    </dgm:pt>
    <dgm:pt modelId="{D83DE703-D0E2-4C6E-9DD2-405F0F03C286}" type="pres">
      <dgm:prSet presAssocID="{B952FBE1-1036-4AAF-8295-95F0E66521E7}" presName="root2" presStyleCnt="0"/>
      <dgm:spPr/>
    </dgm:pt>
    <dgm:pt modelId="{079523E4-8869-4E80-BB3F-1BFCB5F564F8}" type="pres">
      <dgm:prSet presAssocID="{B952FBE1-1036-4AAF-8295-95F0E66521E7}" presName="LevelTwoTextNode" presStyleLbl="node2" presStyleIdx="1" presStyleCnt="4">
        <dgm:presLayoutVars>
          <dgm:chPref val="3"/>
        </dgm:presLayoutVars>
      </dgm:prSet>
      <dgm:spPr/>
    </dgm:pt>
    <dgm:pt modelId="{0305CB7C-FB45-4738-B663-96E23615C60D}" type="pres">
      <dgm:prSet presAssocID="{B952FBE1-1036-4AAF-8295-95F0E66521E7}" presName="level3hierChild" presStyleCnt="0"/>
      <dgm:spPr/>
    </dgm:pt>
    <dgm:pt modelId="{7BF5F9D1-952B-4325-BE43-F5A54B967472}" type="pres">
      <dgm:prSet presAssocID="{54A06C46-5794-4A3F-85AF-6ECEEEEF1032}" presName="conn2-1" presStyleLbl="parChTrans1D3" presStyleIdx="0" presStyleCnt="2"/>
      <dgm:spPr/>
    </dgm:pt>
    <dgm:pt modelId="{76CB7B8F-4B52-43D8-AE5E-DBF478554E1B}" type="pres">
      <dgm:prSet presAssocID="{54A06C46-5794-4A3F-85AF-6ECEEEEF1032}" presName="connTx" presStyleLbl="parChTrans1D3" presStyleIdx="0" presStyleCnt="2"/>
      <dgm:spPr/>
    </dgm:pt>
    <dgm:pt modelId="{3CFE87C1-1A50-4B57-962A-E61B35CF7B0C}" type="pres">
      <dgm:prSet presAssocID="{0ADBF7E4-49C2-47E9-85F5-239C7FE52978}" presName="root2" presStyleCnt="0"/>
      <dgm:spPr/>
    </dgm:pt>
    <dgm:pt modelId="{509C89A2-21C0-464F-B4A2-6BAC7C66C020}" type="pres">
      <dgm:prSet presAssocID="{0ADBF7E4-49C2-47E9-85F5-239C7FE52978}" presName="LevelTwoTextNode" presStyleLbl="node3" presStyleIdx="0" presStyleCnt="2">
        <dgm:presLayoutVars>
          <dgm:chPref val="3"/>
        </dgm:presLayoutVars>
      </dgm:prSet>
      <dgm:spPr/>
    </dgm:pt>
    <dgm:pt modelId="{4131FCF2-15C6-49B4-8DF3-E090789A740F}" type="pres">
      <dgm:prSet presAssocID="{0ADBF7E4-49C2-47E9-85F5-239C7FE52978}" presName="level3hierChild" presStyleCnt="0"/>
      <dgm:spPr/>
    </dgm:pt>
    <dgm:pt modelId="{214E5121-7761-4EBB-9CBD-D79BEE532774}" type="pres">
      <dgm:prSet presAssocID="{37ECDB52-E79A-4F34-A92C-A37BDB2414E1}" presName="conn2-1" presStyleLbl="parChTrans1D3" presStyleIdx="1" presStyleCnt="2"/>
      <dgm:spPr/>
    </dgm:pt>
    <dgm:pt modelId="{415C0B57-723A-4AAE-82AA-F4A1CA15B04A}" type="pres">
      <dgm:prSet presAssocID="{37ECDB52-E79A-4F34-A92C-A37BDB2414E1}" presName="connTx" presStyleLbl="parChTrans1D3" presStyleIdx="1" presStyleCnt="2"/>
      <dgm:spPr/>
    </dgm:pt>
    <dgm:pt modelId="{5BDF3348-B557-4A83-BF1F-E16F1FBBB242}" type="pres">
      <dgm:prSet presAssocID="{64201FAA-F5FB-4BFD-A903-570F267247F9}" presName="root2" presStyleCnt="0"/>
      <dgm:spPr/>
    </dgm:pt>
    <dgm:pt modelId="{C0520FD7-D35E-40DF-970F-446201BD8D23}" type="pres">
      <dgm:prSet presAssocID="{64201FAA-F5FB-4BFD-A903-570F267247F9}" presName="LevelTwoTextNode" presStyleLbl="node3" presStyleIdx="1" presStyleCnt="2">
        <dgm:presLayoutVars>
          <dgm:chPref val="3"/>
        </dgm:presLayoutVars>
      </dgm:prSet>
      <dgm:spPr/>
    </dgm:pt>
    <dgm:pt modelId="{631277B3-68CA-486F-951C-F98AF9712CB6}" type="pres">
      <dgm:prSet presAssocID="{64201FAA-F5FB-4BFD-A903-570F267247F9}" presName="level3hierChild" presStyleCnt="0"/>
      <dgm:spPr/>
    </dgm:pt>
    <dgm:pt modelId="{DF1128B9-AC8C-4748-8FD7-2E845AEABB2D}" type="pres">
      <dgm:prSet presAssocID="{10B96038-30A9-4FEA-B6C6-8EE14FC0E1E4}" presName="conn2-1" presStyleLbl="parChTrans1D2" presStyleIdx="2" presStyleCnt="4"/>
      <dgm:spPr/>
    </dgm:pt>
    <dgm:pt modelId="{7CAE2C76-6B45-41BB-A32C-8F0FAF99865A}" type="pres">
      <dgm:prSet presAssocID="{10B96038-30A9-4FEA-B6C6-8EE14FC0E1E4}" presName="connTx" presStyleLbl="parChTrans1D2" presStyleIdx="2" presStyleCnt="4"/>
      <dgm:spPr/>
    </dgm:pt>
    <dgm:pt modelId="{08CD3A2E-F902-401D-B561-1A250FD77723}" type="pres">
      <dgm:prSet presAssocID="{74E6D16D-B533-4622-9CA6-86F7438E7F22}" presName="root2" presStyleCnt="0"/>
      <dgm:spPr/>
    </dgm:pt>
    <dgm:pt modelId="{2F4683FC-C222-4F2D-8706-38542CF4D6B2}" type="pres">
      <dgm:prSet presAssocID="{74E6D16D-B533-4622-9CA6-86F7438E7F22}" presName="LevelTwoTextNode" presStyleLbl="node2" presStyleIdx="2" presStyleCnt="4">
        <dgm:presLayoutVars>
          <dgm:chPref val="3"/>
        </dgm:presLayoutVars>
      </dgm:prSet>
      <dgm:spPr/>
    </dgm:pt>
    <dgm:pt modelId="{94882E8A-CBA9-4894-AD75-4D56B51D7B8C}" type="pres">
      <dgm:prSet presAssocID="{74E6D16D-B533-4622-9CA6-86F7438E7F22}" presName="level3hierChild" presStyleCnt="0"/>
      <dgm:spPr/>
    </dgm:pt>
    <dgm:pt modelId="{6A099125-97B8-4695-8DA5-564AEC765702}" type="pres">
      <dgm:prSet presAssocID="{F5FC9553-B425-4314-BD9D-D51261ACF32B}" presName="conn2-1" presStyleLbl="parChTrans1D2" presStyleIdx="3" presStyleCnt="4"/>
      <dgm:spPr/>
    </dgm:pt>
    <dgm:pt modelId="{A7971DC8-591D-442D-A5BE-9CC2EEC25A60}" type="pres">
      <dgm:prSet presAssocID="{F5FC9553-B425-4314-BD9D-D51261ACF32B}" presName="connTx" presStyleLbl="parChTrans1D2" presStyleIdx="3" presStyleCnt="4"/>
      <dgm:spPr/>
    </dgm:pt>
    <dgm:pt modelId="{365DA3DE-8EFE-499E-BF81-A130235D72C6}" type="pres">
      <dgm:prSet presAssocID="{599E59F0-805C-4A06-9C8B-AA785B6235CA}" presName="root2" presStyleCnt="0"/>
      <dgm:spPr/>
    </dgm:pt>
    <dgm:pt modelId="{2641221E-5FDE-44E3-BB5F-48795277DE12}" type="pres">
      <dgm:prSet presAssocID="{599E59F0-805C-4A06-9C8B-AA785B6235CA}" presName="LevelTwoTextNode" presStyleLbl="node2" presStyleIdx="3" presStyleCnt="4">
        <dgm:presLayoutVars>
          <dgm:chPref val="3"/>
        </dgm:presLayoutVars>
      </dgm:prSet>
      <dgm:spPr/>
    </dgm:pt>
    <dgm:pt modelId="{1BA0FEA2-4E44-49AA-B503-6B787633CE7F}" type="pres">
      <dgm:prSet presAssocID="{599E59F0-805C-4A06-9C8B-AA785B6235CA}" presName="level3hierChild" presStyleCnt="0"/>
      <dgm:spPr/>
    </dgm:pt>
  </dgm:ptLst>
  <dgm:cxnLst>
    <dgm:cxn modelId="{5F35B903-50A7-4D67-B4E5-AE89F40BFDF9}" srcId="{AAE13D10-D28B-4214-B0AC-754784264A2A}" destId="{3DA0FF53-9F6C-447A-8720-53A63EC993AC}" srcOrd="0" destOrd="0" parTransId="{06AA9668-7146-4BC4-AE7E-3B4354587BEB}" sibTransId="{5D25E9B5-AB55-4801-9B77-99882FF5EC46}"/>
    <dgm:cxn modelId="{C2651F12-30D8-994A-B0D4-C333D52B18F9}" type="presOf" srcId="{E9296454-BE32-4848-9BA9-0004207258A8}" destId="{C65F5569-78ED-49A4-B882-E1CC6835AF70}" srcOrd="0" destOrd="0" presId="urn:microsoft.com/office/officeart/2008/layout/HorizontalMultiLevelHierarchy"/>
    <dgm:cxn modelId="{E906751E-AE73-FE46-B522-9B5F06B1BBD6}" type="presOf" srcId="{54A06C46-5794-4A3F-85AF-6ECEEEEF1032}" destId="{76CB7B8F-4B52-43D8-AE5E-DBF478554E1B}" srcOrd="1" destOrd="0" presId="urn:microsoft.com/office/officeart/2008/layout/HorizontalMultiLevelHierarchy"/>
    <dgm:cxn modelId="{A595B33B-690B-4B98-8FE3-6859286F919D}" srcId="{3DA0FF53-9F6C-447A-8720-53A63EC993AC}" destId="{599E59F0-805C-4A06-9C8B-AA785B6235CA}" srcOrd="3" destOrd="0" parTransId="{F5FC9553-B425-4314-BD9D-D51261ACF32B}" sibTransId="{98863ED4-719C-40ED-B1FE-620661FF9444}"/>
    <dgm:cxn modelId="{4C89ED46-CBFE-4F42-9071-3F5D1A49935B}" type="presOf" srcId="{8EE7409C-421C-40DA-AC46-F05C9BD0509C}" destId="{66410ED4-A1D4-4072-8BBB-5F7684B5F555}" srcOrd="1" destOrd="0" presId="urn:microsoft.com/office/officeart/2008/layout/HorizontalMultiLevelHierarchy"/>
    <dgm:cxn modelId="{D44E9A51-8CD8-3A4D-944A-62B2E0BDC950}" type="presOf" srcId="{B952FBE1-1036-4AAF-8295-95F0E66521E7}" destId="{079523E4-8869-4E80-BB3F-1BFCB5F564F8}" srcOrd="0" destOrd="0" presId="urn:microsoft.com/office/officeart/2008/layout/HorizontalMultiLevelHierarchy"/>
    <dgm:cxn modelId="{99CDE751-1096-A94A-90DA-17BC7DBB8CA0}" type="presOf" srcId="{10B96038-30A9-4FEA-B6C6-8EE14FC0E1E4}" destId="{DF1128B9-AC8C-4748-8FD7-2E845AEABB2D}" srcOrd="0" destOrd="0" presId="urn:microsoft.com/office/officeart/2008/layout/HorizontalMultiLevelHierarchy"/>
    <dgm:cxn modelId="{30A44373-EF47-254B-9D9B-CE443B277782}" type="presOf" srcId="{E9296454-BE32-4848-9BA9-0004207258A8}" destId="{37F596C3-DF73-46BA-AC62-5797EFD9D3E8}" srcOrd="1" destOrd="0" presId="urn:microsoft.com/office/officeart/2008/layout/HorizontalMultiLevelHierarchy"/>
    <dgm:cxn modelId="{69ADB47C-D401-A649-BE42-72476E77D17B}" type="presOf" srcId="{8EE7409C-421C-40DA-AC46-F05C9BD0509C}" destId="{872D49F6-71F4-4A3A-8F50-6E51EAE38915}" srcOrd="0" destOrd="0" presId="urn:microsoft.com/office/officeart/2008/layout/HorizontalMultiLevelHierarchy"/>
    <dgm:cxn modelId="{1ED0E38A-7BB5-FA43-9E67-CF24F567FE8B}" type="presOf" srcId="{10B96038-30A9-4FEA-B6C6-8EE14FC0E1E4}" destId="{7CAE2C76-6B45-41BB-A32C-8F0FAF99865A}" srcOrd="1" destOrd="0" presId="urn:microsoft.com/office/officeart/2008/layout/HorizontalMultiLevelHierarchy"/>
    <dgm:cxn modelId="{6BEAEA99-8775-F44D-BCDC-155EE2084FC2}" type="presOf" srcId="{1B0BC5F8-566C-4D01-B254-74115CC02596}" destId="{A0986CAE-810B-476E-BF91-5458FCC53788}" srcOrd="0" destOrd="0" presId="urn:microsoft.com/office/officeart/2008/layout/HorizontalMultiLevelHierarchy"/>
    <dgm:cxn modelId="{BBA6EE9E-DA2A-9047-80C5-41F8E4568A75}" type="presOf" srcId="{599E59F0-805C-4A06-9C8B-AA785B6235CA}" destId="{2641221E-5FDE-44E3-BB5F-48795277DE12}" srcOrd="0" destOrd="0" presId="urn:microsoft.com/office/officeart/2008/layout/HorizontalMultiLevelHierarchy"/>
    <dgm:cxn modelId="{4E58FBA0-AD5D-5A48-AB8A-9ACB491BBA8B}" type="presOf" srcId="{54A06C46-5794-4A3F-85AF-6ECEEEEF1032}" destId="{7BF5F9D1-952B-4325-BE43-F5A54B967472}" srcOrd="0" destOrd="0" presId="urn:microsoft.com/office/officeart/2008/layout/HorizontalMultiLevelHierarchy"/>
    <dgm:cxn modelId="{759139AC-F7B7-C24B-A833-EFF911FDC875}" type="presOf" srcId="{74E6D16D-B533-4622-9CA6-86F7438E7F22}" destId="{2F4683FC-C222-4F2D-8706-38542CF4D6B2}" srcOrd="0" destOrd="0" presId="urn:microsoft.com/office/officeart/2008/layout/HorizontalMultiLevelHierarchy"/>
    <dgm:cxn modelId="{1C02D1AC-974B-9545-BB75-D80607739F45}" type="presOf" srcId="{0ADBF7E4-49C2-47E9-85F5-239C7FE52978}" destId="{509C89A2-21C0-464F-B4A2-6BAC7C66C020}" srcOrd="0" destOrd="0" presId="urn:microsoft.com/office/officeart/2008/layout/HorizontalMultiLevelHierarchy"/>
    <dgm:cxn modelId="{92FD67AD-915C-4B16-B514-68AA698D3598}" srcId="{3DA0FF53-9F6C-447A-8720-53A63EC993AC}" destId="{74E6D16D-B533-4622-9CA6-86F7438E7F22}" srcOrd="2" destOrd="0" parTransId="{10B96038-30A9-4FEA-B6C6-8EE14FC0E1E4}" sibTransId="{76C15CB0-7511-47D3-8A7C-B241FF7B8BC2}"/>
    <dgm:cxn modelId="{4473CFB3-8851-6741-936B-7F552C64A5DF}" type="presOf" srcId="{37ECDB52-E79A-4F34-A92C-A37BDB2414E1}" destId="{214E5121-7761-4EBB-9CBD-D79BEE532774}" srcOrd="0" destOrd="0" presId="urn:microsoft.com/office/officeart/2008/layout/HorizontalMultiLevelHierarchy"/>
    <dgm:cxn modelId="{88E1F6B3-FD94-44A8-B54D-41CA5F46C32F}" srcId="{B952FBE1-1036-4AAF-8295-95F0E66521E7}" destId="{64201FAA-F5FB-4BFD-A903-570F267247F9}" srcOrd="1" destOrd="0" parTransId="{37ECDB52-E79A-4F34-A92C-A37BDB2414E1}" sibTransId="{955190EB-A0CE-4C6A-A432-33B6C397489B}"/>
    <dgm:cxn modelId="{93F1F0B8-FBE3-6C4B-B3A8-42E1F3EAD00F}" type="presOf" srcId="{37ECDB52-E79A-4F34-A92C-A37BDB2414E1}" destId="{415C0B57-723A-4AAE-82AA-F4A1CA15B04A}" srcOrd="1" destOrd="0" presId="urn:microsoft.com/office/officeart/2008/layout/HorizontalMultiLevelHierarchy"/>
    <dgm:cxn modelId="{02FA1AB9-2789-E642-B251-B6FD7B5AB52F}" type="presOf" srcId="{F5FC9553-B425-4314-BD9D-D51261ACF32B}" destId="{6A099125-97B8-4695-8DA5-564AEC765702}" srcOrd="0" destOrd="0" presId="urn:microsoft.com/office/officeart/2008/layout/HorizontalMultiLevelHierarchy"/>
    <dgm:cxn modelId="{83D04EBD-9D60-E449-8E3B-A490B357BEB3}" type="presOf" srcId="{AAE13D10-D28B-4214-B0AC-754784264A2A}" destId="{BCE9A032-5F08-4EBF-BF9F-84FC4E063086}" srcOrd="0" destOrd="0" presId="urn:microsoft.com/office/officeart/2008/layout/HorizontalMultiLevelHierarchy"/>
    <dgm:cxn modelId="{C8A602D6-28B4-3C48-A736-871EDB4AD3CD}" type="presOf" srcId="{64201FAA-F5FB-4BFD-A903-570F267247F9}" destId="{C0520FD7-D35E-40DF-970F-446201BD8D23}" srcOrd="0" destOrd="0" presId="urn:microsoft.com/office/officeart/2008/layout/HorizontalMultiLevelHierarchy"/>
    <dgm:cxn modelId="{EE93C9EF-22CA-EE49-BAE2-DF0120DC3FCB}" type="presOf" srcId="{3DA0FF53-9F6C-447A-8720-53A63EC993AC}" destId="{1551B91A-DF0C-457D-BBF5-913FF4CAE05C}" srcOrd="0" destOrd="0" presId="urn:microsoft.com/office/officeart/2008/layout/HorizontalMultiLevelHierarchy"/>
    <dgm:cxn modelId="{E1CAEAF2-5453-4C84-B653-7EC3D1C09CCB}" srcId="{B952FBE1-1036-4AAF-8295-95F0E66521E7}" destId="{0ADBF7E4-49C2-47E9-85F5-239C7FE52978}" srcOrd="0" destOrd="0" parTransId="{54A06C46-5794-4A3F-85AF-6ECEEEEF1032}" sibTransId="{FBF1B8D9-515E-48B6-AB36-7932C077FBC8}"/>
    <dgm:cxn modelId="{05BB24F4-958A-4725-B785-2A55C5051393}" srcId="{3DA0FF53-9F6C-447A-8720-53A63EC993AC}" destId="{1B0BC5F8-566C-4D01-B254-74115CC02596}" srcOrd="0" destOrd="0" parTransId="{E9296454-BE32-4848-9BA9-0004207258A8}" sibTransId="{CB8AFD19-725C-4F82-B151-FCE842A7534C}"/>
    <dgm:cxn modelId="{1043D4F7-7C1D-4295-8F55-91CA01391652}" srcId="{3DA0FF53-9F6C-447A-8720-53A63EC993AC}" destId="{B952FBE1-1036-4AAF-8295-95F0E66521E7}" srcOrd="1" destOrd="0" parTransId="{8EE7409C-421C-40DA-AC46-F05C9BD0509C}" sibTransId="{8320F001-96D1-45B7-8FC3-FEB8B5C3ADD9}"/>
    <dgm:cxn modelId="{0D0C76FA-A078-8C41-91C5-A181A3B93201}" type="presOf" srcId="{F5FC9553-B425-4314-BD9D-D51261ACF32B}" destId="{A7971DC8-591D-442D-A5BE-9CC2EEC25A60}" srcOrd="1" destOrd="0" presId="urn:microsoft.com/office/officeart/2008/layout/HorizontalMultiLevelHierarchy"/>
    <dgm:cxn modelId="{D0183B68-B23F-4141-979D-B623CBF574D2}" type="presParOf" srcId="{BCE9A032-5F08-4EBF-BF9F-84FC4E063086}" destId="{B8583C1E-7234-438D-9E66-F907FFCDCBC9}" srcOrd="0" destOrd="0" presId="urn:microsoft.com/office/officeart/2008/layout/HorizontalMultiLevelHierarchy"/>
    <dgm:cxn modelId="{73A57BB2-5A44-904D-B815-3BC24E3B8953}" type="presParOf" srcId="{B8583C1E-7234-438D-9E66-F907FFCDCBC9}" destId="{1551B91A-DF0C-457D-BBF5-913FF4CAE05C}" srcOrd="0" destOrd="0" presId="urn:microsoft.com/office/officeart/2008/layout/HorizontalMultiLevelHierarchy"/>
    <dgm:cxn modelId="{FD4FA802-D396-1E43-BA1F-457E71E0218D}" type="presParOf" srcId="{B8583C1E-7234-438D-9E66-F907FFCDCBC9}" destId="{3EDED49A-020F-4686-9122-BE1C3045F75B}" srcOrd="1" destOrd="0" presId="urn:microsoft.com/office/officeart/2008/layout/HorizontalMultiLevelHierarchy"/>
    <dgm:cxn modelId="{282ED978-57FE-6643-A80F-5E21C772F224}" type="presParOf" srcId="{3EDED49A-020F-4686-9122-BE1C3045F75B}" destId="{C65F5569-78ED-49A4-B882-E1CC6835AF70}" srcOrd="0" destOrd="0" presId="urn:microsoft.com/office/officeart/2008/layout/HorizontalMultiLevelHierarchy"/>
    <dgm:cxn modelId="{25964157-240D-6C4F-ACE8-F0B271B459F0}" type="presParOf" srcId="{C65F5569-78ED-49A4-B882-E1CC6835AF70}" destId="{37F596C3-DF73-46BA-AC62-5797EFD9D3E8}" srcOrd="0" destOrd="0" presId="urn:microsoft.com/office/officeart/2008/layout/HorizontalMultiLevelHierarchy"/>
    <dgm:cxn modelId="{D35B01EC-8453-644A-B41D-DC0A4F2BCBCE}" type="presParOf" srcId="{3EDED49A-020F-4686-9122-BE1C3045F75B}" destId="{021910C8-E4EF-458E-9E8B-25564C4DF2A5}" srcOrd="1" destOrd="0" presId="urn:microsoft.com/office/officeart/2008/layout/HorizontalMultiLevelHierarchy"/>
    <dgm:cxn modelId="{157900BB-6976-2F4F-A748-067DF6AB0328}" type="presParOf" srcId="{021910C8-E4EF-458E-9E8B-25564C4DF2A5}" destId="{A0986CAE-810B-476E-BF91-5458FCC53788}" srcOrd="0" destOrd="0" presId="urn:microsoft.com/office/officeart/2008/layout/HorizontalMultiLevelHierarchy"/>
    <dgm:cxn modelId="{6DFE5D79-30B2-A94B-99BC-30B8B0E03B5F}" type="presParOf" srcId="{021910C8-E4EF-458E-9E8B-25564C4DF2A5}" destId="{D5A37FF6-E2A4-48E0-9DC7-0245AD81834C}" srcOrd="1" destOrd="0" presId="urn:microsoft.com/office/officeart/2008/layout/HorizontalMultiLevelHierarchy"/>
    <dgm:cxn modelId="{26251FD3-3FA0-E944-A6D4-3EBE3E5CD413}" type="presParOf" srcId="{3EDED49A-020F-4686-9122-BE1C3045F75B}" destId="{872D49F6-71F4-4A3A-8F50-6E51EAE38915}" srcOrd="2" destOrd="0" presId="urn:microsoft.com/office/officeart/2008/layout/HorizontalMultiLevelHierarchy"/>
    <dgm:cxn modelId="{E49E85A0-4B3C-8141-B0F1-0700C16BF0C2}" type="presParOf" srcId="{872D49F6-71F4-4A3A-8F50-6E51EAE38915}" destId="{66410ED4-A1D4-4072-8BBB-5F7684B5F555}" srcOrd="0" destOrd="0" presId="urn:microsoft.com/office/officeart/2008/layout/HorizontalMultiLevelHierarchy"/>
    <dgm:cxn modelId="{B130B081-5CEA-F144-936B-D7EAF0313B64}" type="presParOf" srcId="{3EDED49A-020F-4686-9122-BE1C3045F75B}" destId="{D83DE703-D0E2-4C6E-9DD2-405F0F03C286}" srcOrd="3" destOrd="0" presId="urn:microsoft.com/office/officeart/2008/layout/HorizontalMultiLevelHierarchy"/>
    <dgm:cxn modelId="{644A1E0F-E373-034B-95EE-3617D7B5B8DE}" type="presParOf" srcId="{D83DE703-D0E2-4C6E-9DD2-405F0F03C286}" destId="{079523E4-8869-4E80-BB3F-1BFCB5F564F8}" srcOrd="0" destOrd="0" presId="urn:microsoft.com/office/officeart/2008/layout/HorizontalMultiLevelHierarchy"/>
    <dgm:cxn modelId="{21A239B7-1963-7C48-BAA6-EDCDC0D95E22}" type="presParOf" srcId="{D83DE703-D0E2-4C6E-9DD2-405F0F03C286}" destId="{0305CB7C-FB45-4738-B663-96E23615C60D}" srcOrd="1" destOrd="0" presId="urn:microsoft.com/office/officeart/2008/layout/HorizontalMultiLevelHierarchy"/>
    <dgm:cxn modelId="{5EB85822-9A90-844D-919B-F45DE3EA01AB}" type="presParOf" srcId="{0305CB7C-FB45-4738-B663-96E23615C60D}" destId="{7BF5F9D1-952B-4325-BE43-F5A54B967472}" srcOrd="0" destOrd="0" presId="urn:microsoft.com/office/officeart/2008/layout/HorizontalMultiLevelHierarchy"/>
    <dgm:cxn modelId="{A7AAEBB8-BA77-884B-9AB4-5FCBAE7F8B66}" type="presParOf" srcId="{7BF5F9D1-952B-4325-BE43-F5A54B967472}" destId="{76CB7B8F-4B52-43D8-AE5E-DBF478554E1B}" srcOrd="0" destOrd="0" presId="urn:microsoft.com/office/officeart/2008/layout/HorizontalMultiLevelHierarchy"/>
    <dgm:cxn modelId="{B9A0E51D-A919-2B47-855E-0DDCAAB14001}" type="presParOf" srcId="{0305CB7C-FB45-4738-B663-96E23615C60D}" destId="{3CFE87C1-1A50-4B57-962A-E61B35CF7B0C}" srcOrd="1" destOrd="0" presId="urn:microsoft.com/office/officeart/2008/layout/HorizontalMultiLevelHierarchy"/>
    <dgm:cxn modelId="{63289D5B-9B52-2E4F-BFDD-46F64E278C8E}" type="presParOf" srcId="{3CFE87C1-1A50-4B57-962A-E61B35CF7B0C}" destId="{509C89A2-21C0-464F-B4A2-6BAC7C66C020}" srcOrd="0" destOrd="0" presId="urn:microsoft.com/office/officeart/2008/layout/HorizontalMultiLevelHierarchy"/>
    <dgm:cxn modelId="{173F1885-B747-9945-881E-A907A8A91770}" type="presParOf" srcId="{3CFE87C1-1A50-4B57-962A-E61B35CF7B0C}" destId="{4131FCF2-15C6-49B4-8DF3-E090789A740F}" srcOrd="1" destOrd="0" presId="urn:microsoft.com/office/officeart/2008/layout/HorizontalMultiLevelHierarchy"/>
    <dgm:cxn modelId="{B7992977-6181-514E-ACC1-A52B002CFA47}" type="presParOf" srcId="{0305CB7C-FB45-4738-B663-96E23615C60D}" destId="{214E5121-7761-4EBB-9CBD-D79BEE532774}" srcOrd="2" destOrd="0" presId="urn:microsoft.com/office/officeart/2008/layout/HorizontalMultiLevelHierarchy"/>
    <dgm:cxn modelId="{B30950CE-DAAA-114E-A51C-96B08562EB0F}" type="presParOf" srcId="{214E5121-7761-4EBB-9CBD-D79BEE532774}" destId="{415C0B57-723A-4AAE-82AA-F4A1CA15B04A}" srcOrd="0" destOrd="0" presId="urn:microsoft.com/office/officeart/2008/layout/HorizontalMultiLevelHierarchy"/>
    <dgm:cxn modelId="{5934FAB4-650D-A64C-A537-2964EA9A3BDE}" type="presParOf" srcId="{0305CB7C-FB45-4738-B663-96E23615C60D}" destId="{5BDF3348-B557-4A83-BF1F-E16F1FBBB242}" srcOrd="3" destOrd="0" presId="urn:microsoft.com/office/officeart/2008/layout/HorizontalMultiLevelHierarchy"/>
    <dgm:cxn modelId="{A4E67238-BB80-7146-AA13-3C044379E676}" type="presParOf" srcId="{5BDF3348-B557-4A83-BF1F-E16F1FBBB242}" destId="{C0520FD7-D35E-40DF-970F-446201BD8D23}" srcOrd="0" destOrd="0" presId="urn:microsoft.com/office/officeart/2008/layout/HorizontalMultiLevelHierarchy"/>
    <dgm:cxn modelId="{A4ED8ADE-E2BA-0442-8396-BE53A11108CC}" type="presParOf" srcId="{5BDF3348-B557-4A83-BF1F-E16F1FBBB242}" destId="{631277B3-68CA-486F-951C-F98AF9712CB6}" srcOrd="1" destOrd="0" presId="urn:microsoft.com/office/officeart/2008/layout/HorizontalMultiLevelHierarchy"/>
    <dgm:cxn modelId="{15ED3535-D65A-324A-A214-C1BB98DD1111}" type="presParOf" srcId="{3EDED49A-020F-4686-9122-BE1C3045F75B}" destId="{DF1128B9-AC8C-4748-8FD7-2E845AEABB2D}" srcOrd="4" destOrd="0" presId="urn:microsoft.com/office/officeart/2008/layout/HorizontalMultiLevelHierarchy"/>
    <dgm:cxn modelId="{FA93216D-33A8-7F43-8787-A0397B681829}" type="presParOf" srcId="{DF1128B9-AC8C-4748-8FD7-2E845AEABB2D}" destId="{7CAE2C76-6B45-41BB-A32C-8F0FAF99865A}" srcOrd="0" destOrd="0" presId="urn:microsoft.com/office/officeart/2008/layout/HorizontalMultiLevelHierarchy"/>
    <dgm:cxn modelId="{88FD68BE-3388-D54D-AA6C-8B253338BD17}" type="presParOf" srcId="{3EDED49A-020F-4686-9122-BE1C3045F75B}" destId="{08CD3A2E-F902-401D-B561-1A250FD77723}" srcOrd="5" destOrd="0" presId="urn:microsoft.com/office/officeart/2008/layout/HorizontalMultiLevelHierarchy"/>
    <dgm:cxn modelId="{9A8B00AE-5923-0C4F-81E7-99BEF43413E3}" type="presParOf" srcId="{08CD3A2E-F902-401D-B561-1A250FD77723}" destId="{2F4683FC-C222-4F2D-8706-38542CF4D6B2}" srcOrd="0" destOrd="0" presId="urn:microsoft.com/office/officeart/2008/layout/HorizontalMultiLevelHierarchy"/>
    <dgm:cxn modelId="{1DB35D55-D1DB-F849-91AE-238C34121A65}" type="presParOf" srcId="{08CD3A2E-F902-401D-B561-1A250FD77723}" destId="{94882E8A-CBA9-4894-AD75-4D56B51D7B8C}" srcOrd="1" destOrd="0" presId="urn:microsoft.com/office/officeart/2008/layout/HorizontalMultiLevelHierarchy"/>
    <dgm:cxn modelId="{0556EB60-C858-CF46-BF51-E177AB563A03}" type="presParOf" srcId="{3EDED49A-020F-4686-9122-BE1C3045F75B}" destId="{6A099125-97B8-4695-8DA5-564AEC765702}" srcOrd="6" destOrd="0" presId="urn:microsoft.com/office/officeart/2008/layout/HorizontalMultiLevelHierarchy"/>
    <dgm:cxn modelId="{494D2BED-3A32-B04A-B55E-53E84B110C3D}" type="presParOf" srcId="{6A099125-97B8-4695-8DA5-564AEC765702}" destId="{A7971DC8-591D-442D-A5BE-9CC2EEC25A60}" srcOrd="0" destOrd="0" presId="urn:microsoft.com/office/officeart/2008/layout/HorizontalMultiLevelHierarchy"/>
    <dgm:cxn modelId="{08F62708-FE88-C341-A601-9AA89A1B07B9}" type="presParOf" srcId="{3EDED49A-020F-4686-9122-BE1C3045F75B}" destId="{365DA3DE-8EFE-499E-BF81-A130235D72C6}" srcOrd="7" destOrd="0" presId="urn:microsoft.com/office/officeart/2008/layout/HorizontalMultiLevelHierarchy"/>
    <dgm:cxn modelId="{014F6D2B-5CAC-C44F-9714-226A7FD4A412}" type="presParOf" srcId="{365DA3DE-8EFE-499E-BF81-A130235D72C6}" destId="{2641221E-5FDE-44E3-BB5F-48795277DE12}" srcOrd="0" destOrd="0" presId="urn:microsoft.com/office/officeart/2008/layout/HorizontalMultiLevelHierarchy"/>
    <dgm:cxn modelId="{43966C99-B547-3944-A423-B56FCCB541E0}" type="presParOf" srcId="{365DA3DE-8EFE-499E-BF81-A130235D72C6}" destId="{1BA0FEA2-4E44-49AA-B503-6B787633CE7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0A87F72B-6D0E-445F-808D-D62F3D212171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F8F6DED1-DD7E-43C2-B32F-FD6016873033}">
      <dgm:prSet phldrT="[Texto]"/>
      <dgm:spPr/>
      <dgm:t>
        <a:bodyPr/>
        <a:lstStyle/>
        <a:p>
          <a:r>
            <a:rPr lang="es-MX" dirty="0"/>
            <a:t>Contribuciones</a:t>
          </a:r>
        </a:p>
      </dgm:t>
    </dgm:pt>
    <dgm:pt modelId="{E0DF24D7-FF0F-4A6E-9BD8-F0158802027D}" type="parTrans" cxnId="{CD4952EB-9D3D-45D2-8A6D-488A83ECBBEF}">
      <dgm:prSet/>
      <dgm:spPr/>
      <dgm:t>
        <a:bodyPr/>
        <a:lstStyle/>
        <a:p>
          <a:endParaRPr lang="es-MX"/>
        </a:p>
      </dgm:t>
    </dgm:pt>
    <dgm:pt modelId="{32500800-6B3B-470A-8685-DF49D45721AB}" type="sibTrans" cxnId="{CD4952EB-9D3D-45D2-8A6D-488A83ECBBEF}">
      <dgm:prSet/>
      <dgm:spPr/>
      <dgm:t>
        <a:bodyPr/>
        <a:lstStyle/>
        <a:p>
          <a:endParaRPr lang="es-MX"/>
        </a:p>
      </dgm:t>
    </dgm:pt>
    <dgm:pt modelId="{812F9B8A-CB86-43DE-A102-8F3DB12D3BD6}">
      <dgm:prSet phldrT="[Texto]" custT="1"/>
      <dgm:spPr>
        <a:solidFill>
          <a:srgbClr val="FF0000"/>
        </a:solidFill>
      </dgm:spPr>
      <dgm:t>
        <a:bodyPr/>
        <a:lstStyle/>
        <a:p>
          <a:r>
            <a:rPr lang="es-MX" sz="1300" dirty="0"/>
            <a:t>No deducibles</a:t>
          </a:r>
        </a:p>
        <a:p>
          <a:r>
            <a:rPr lang="es-MX" sz="1000" dirty="0"/>
            <a:t>LISR 28-I</a:t>
          </a:r>
        </a:p>
      </dgm:t>
    </dgm:pt>
    <dgm:pt modelId="{3F7613AD-9060-4AFF-80D5-428DEBE3B8C8}" type="parTrans" cxnId="{12DB3728-8EF9-4363-98F1-1E55CB071476}">
      <dgm:prSet/>
      <dgm:spPr/>
      <dgm:t>
        <a:bodyPr/>
        <a:lstStyle/>
        <a:p>
          <a:endParaRPr lang="es-MX"/>
        </a:p>
      </dgm:t>
    </dgm:pt>
    <dgm:pt modelId="{1A042655-9C52-4881-B8C8-9282078CFA7C}" type="sibTrans" cxnId="{12DB3728-8EF9-4363-98F1-1E55CB071476}">
      <dgm:prSet/>
      <dgm:spPr/>
      <dgm:t>
        <a:bodyPr/>
        <a:lstStyle/>
        <a:p>
          <a:endParaRPr lang="es-MX"/>
        </a:p>
      </dgm:t>
    </dgm:pt>
    <dgm:pt modelId="{B0BEC386-8C4E-430C-9CFE-09482308CF9B}">
      <dgm:prSet phldrT="[Texto]"/>
      <dgm:spPr>
        <a:solidFill>
          <a:srgbClr val="92D050"/>
        </a:solidFill>
      </dgm:spPr>
      <dgm:t>
        <a:bodyPr/>
        <a:lstStyle/>
        <a:p>
          <a:r>
            <a:rPr lang="es-MX" dirty="0"/>
            <a:t>Deducibles</a:t>
          </a:r>
        </a:p>
      </dgm:t>
    </dgm:pt>
    <dgm:pt modelId="{D3485DDC-BEEE-42F6-8C62-07C3758A7B84}" type="parTrans" cxnId="{74FE4DF3-08E3-4334-89B1-2811DA7D24C8}">
      <dgm:prSet/>
      <dgm:spPr/>
      <dgm:t>
        <a:bodyPr/>
        <a:lstStyle/>
        <a:p>
          <a:endParaRPr lang="es-MX"/>
        </a:p>
      </dgm:t>
    </dgm:pt>
    <dgm:pt modelId="{0BE14E3F-2ABD-49F8-A779-66B27EF063E9}" type="sibTrans" cxnId="{74FE4DF3-08E3-4334-89B1-2811DA7D24C8}">
      <dgm:prSet/>
      <dgm:spPr/>
      <dgm:t>
        <a:bodyPr/>
        <a:lstStyle/>
        <a:p>
          <a:endParaRPr lang="es-MX"/>
        </a:p>
      </dgm:t>
    </dgm:pt>
    <dgm:pt modelId="{60F51C8A-E1A8-4916-81EB-30C11E71E3A3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ISR</a:t>
          </a:r>
        </a:p>
      </dgm:t>
    </dgm:pt>
    <dgm:pt modelId="{33D3A427-FC8B-4FE6-ADDA-4C16EF8FF00E}" type="parTrans" cxnId="{C3FC0474-4DE3-4E6F-AADC-F7E24EAF96AD}">
      <dgm:prSet/>
      <dgm:spPr/>
      <dgm:t>
        <a:bodyPr/>
        <a:lstStyle/>
        <a:p>
          <a:endParaRPr lang="es-MX"/>
        </a:p>
      </dgm:t>
    </dgm:pt>
    <dgm:pt modelId="{9D8535BD-2B33-4A4A-B3F7-3EB876DC7FFE}" type="sibTrans" cxnId="{C3FC0474-4DE3-4E6F-AADC-F7E24EAF96AD}">
      <dgm:prSet/>
      <dgm:spPr/>
      <dgm:t>
        <a:bodyPr/>
        <a:lstStyle/>
        <a:p>
          <a:endParaRPr lang="es-MX"/>
        </a:p>
      </dgm:t>
    </dgm:pt>
    <dgm:pt modelId="{DB191196-8024-4247-A4CF-8F3C7DAC4DD9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A cargo de terceros</a:t>
          </a:r>
        </a:p>
      </dgm:t>
    </dgm:pt>
    <dgm:pt modelId="{D672110E-9382-4660-B534-F8C8F81B4E61}" type="parTrans" cxnId="{3F90F6DA-4A80-40CB-A198-CC9BCAE8C736}">
      <dgm:prSet/>
      <dgm:spPr/>
      <dgm:t>
        <a:bodyPr/>
        <a:lstStyle/>
        <a:p>
          <a:endParaRPr lang="es-MX"/>
        </a:p>
      </dgm:t>
    </dgm:pt>
    <dgm:pt modelId="{4070927D-E1D2-44CB-8C6E-C8CE46E7B975}" type="sibTrans" cxnId="{3F90F6DA-4A80-40CB-A198-CC9BCAE8C736}">
      <dgm:prSet/>
      <dgm:spPr/>
      <dgm:t>
        <a:bodyPr/>
        <a:lstStyle/>
        <a:p>
          <a:endParaRPr lang="es-MX"/>
        </a:p>
      </dgm:t>
    </dgm:pt>
    <dgm:pt modelId="{843815BB-5A4B-46A7-99D0-46359858D7E7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IVA acreditable</a:t>
          </a:r>
        </a:p>
      </dgm:t>
    </dgm:pt>
    <dgm:pt modelId="{12ED1EE3-2BA0-4781-B5C1-4F1AB2D79BE0}" type="parTrans" cxnId="{8044398E-010C-4C59-8526-CA0986E784C2}">
      <dgm:prSet/>
      <dgm:spPr/>
      <dgm:t>
        <a:bodyPr/>
        <a:lstStyle/>
        <a:p>
          <a:endParaRPr lang="es-MX"/>
        </a:p>
      </dgm:t>
    </dgm:pt>
    <dgm:pt modelId="{D8AD2974-120A-49CF-A850-2042B3EA26F4}" type="sibTrans" cxnId="{8044398E-010C-4C59-8526-CA0986E784C2}">
      <dgm:prSet/>
      <dgm:spPr/>
      <dgm:t>
        <a:bodyPr/>
        <a:lstStyle/>
        <a:p>
          <a:endParaRPr lang="es-MX"/>
        </a:p>
      </dgm:t>
    </dgm:pt>
    <dgm:pt modelId="{7A2A4BD4-8288-460D-A01B-AA2BF663F92D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IEPS acreditable</a:t>
          </a:r>
        </a:p>
      </dgm:t>
    </dgm:pt>
    <dgm:pt modelId="{46C35A39-6B16-4A62-96A4-77068B1C74B4}" type="parTrans" cxnId="{363AEC31-1D56-40B2-8C51-D04D54F2A941}">
      <dgm:prSet/>
      <dgm:spPr/>
      <dgm:t>
        <a:bodyPr/>
        <a:lstStyle/>
        <a:p>
          <a:endParaRPr lang="es-MX"/>
        </a:p>
      </dgm:t>
    </dgm:pt>
    <dgm:pt modelId="{B5214194-1961-428B-BA03-C982AADF9F54}" type="sibTrans" cxnId="{363AEC31-1D56-40B2-8C51-D04D54F2A941}">
      <dgm:prSet/>
      <dgm:spPr/>
      <dgm:t>
        <a:bodyPr/>
        <a:lstStyle/>
        <a:p>
          <a:endParaRPr lang="es-MX"/>
        </a:p>
      </dgm:t>
    </dgm:pt>
    <dgm:pt modelId="{4BC76811-9B55-4E56-8642-A3D47DBC9515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IVA no acreditable sobre conceptos deducibles</a:t>
          </a:r>
        </a:p>
      </dgm:t>
    </dgm:pt>
    <dgm:pt modelId="{CB817EAF-7406-4206-823D-15EA2FD18431}" type="parTrans" cxnId="{C7664279-BA98-4487-9360-FF6639485899}">
      <dgm:prSet/>
      <dgm:spPr/>
      <dgm:t>
        <a:bodyPr/>
        <a:lstStyle/>
        <a:p>
          <a:endParaRPr lang="es-MX"/>
        </a:p>
      </dgm:t>
    </dgm:pt>
    <dgm:pt modelId="{4A78070C-8AE2-4653-954C-1B8578AC6D76}" type="sibTrans" cxnId="{C7664279-BA98-4487-9360-FF6639485899}">
      <dgm:prSet/>
      <dgm:spPr/>
      <dgm:t>
        <a:bodyPr/>
        <a:lstStyle/>
        <a:p>
          <a:endParaRPr lang="es-MX"/>
        </a:p>
      </dgm:t>
    </dgm:pt>
    <dgm:pt modelId="{7A74CB64-9108-400F-9112-90FE802E0D2F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IEPS no acreditable sobre conceptos deducibles</a:t>
          </a:r>
        </a:p>
      </dgm:t>
    </dgm:pt>
    <dgm:pt modelId="{2DD78966-C2AF-41D6-A5A9-378BA2830E22}" type="parTrans" cxnId="{7AD66DE5-0A70-4D30-8BDB-8C3532EDE36B}">
      <dgm:prSet/>
      <dgm:spPr/>
      <dgm:t>
        <a:bodyPr/>
        <a:lstStyle/>
        <a:p>
          <a:endParaRPr lang="es-MX"/>
        </a:p>
      </dgm:t>
    </dgm:pt>
    <dgm:pt modelId="{9E2EFE7C-0F6A-45AD-A906-58FBD5CF106E}" type="sibTrans" cxnId="{7AD66DE5-0A70-4D30-8BDB-8C3532EDE36B}">
      <dgm:prSet/>
      <dgm:spPr/>
      <dgm:t>
        <a:bodyPr/>
        <a:lstStyle/>
        <a:p>
          <a:endParaRPr lang="es-MX"/>
        </a:p>
      </dgm:t>
    </dgm:pt>
    <dgm:pt modelId="{5AACDEF3-0987-4E87-9DE7-9FFBCB30BA52}">
      <dgm:prSet custT="1"/>
      <dgm:spPr>
        <a:solidFill>
          <a:srgbClr val="92D050"/>
        </a:solidFill>
      </dgm:spPr>
      <dgm:t>
        <a:bodyPr/>
        <a:lstStyle/>
        <a:p>
          <a:r>
            <a:rPr lang="es-MX" sz="1300" dirty="0"/>
            <a:t>Recargos</a:t>
          </a:r>
        </a:p>
        <a:p>
          <a:r>
            <a:rPr lang="es-MX" sz="1000" dirty="0"/>
            <a:t>LISR 28-I</a:t>
          </a:r>
        </a:p>
      </dgm:t>
    </dgm:pt>
    <dgm:pt modelId="{2AB9262C-4CA7-4D17-982A-F5D9B12C98A2}" type="parTrans" cxnId="{9A6812B8-556E-4B28-8C64-519869EF3238}">
      <dgm:prSet/>
      <dgm:spPr/>
      <dgm:t>
        <a:bodyPr/>
        <a:lstStyle/>
        <a:p>
          <a:endParaRPr lang="es-MX"/>
        </a:p>
      </dgm:t>
    </dgm:pt>
    <dgm:pt modelId="{B95429A1-0740-4B52-9017-5BB7D51C1FFD}" type="sibTrans" cxnId="{9A6812B8-556E-4B28-8C64-519869EF3238}">
      <dgm:prSet/>
      <dgm:spPr/>
      <dgm:t>
        <a:bodyPr/>
        <a:lstStyle/>
        <a:p>
          <a:endParaRPr lang="es-MX"/>
        </a:p>
      </dgm:t>
    </dgm:pt>
    <dgm:pt modelId="{CBE84395-9156-4700-85FB-EDC79C021F6A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Contribuciones propias</a:t>
          </a:r>
        </a:p>
      </dgm:t>
    </dgm:pt>
    <dgm:pt modelId="{F9BE92EB-2BDC-42D9-BF9C-7E3BBA60F7B8}" type="parTrans" cxnId="{3A27366D-3914-4299-AE09-5F8D1295DA61}">
      <dgm:prSet/>
      <dgm:spPr/>
      <dgm:t>
        <a:bodyPr/>
        <a:lstStyle/>
        <a:p>
          <a:endParaRPr lang="es-MX"/>
        </a:p>
      </dgm:t>
    </dgm:pt>
    <dgm:pt modelId="{CD4C6EF7-FB78-4551-851B-4B56D83EB549}" type="sibTrans" cxnId="{3A27366D-3914-4299-AE09-5F8D1295DA61}">
      <dgm:prSet/>
      <dgm:spPr/>
      <dgm:t>
        <a:bodyPr/>
        <a:lstStyle/>
        <a:p>
          <a:endParaRPr lang="es-MX"/>
        </a:p>
      </dgm:t>
    </dgm:pt>
    <dgm:pt modelId="{7573CBAA-3A4B-4C9A-8557-091A95A233F9}" type="pres">
      <dgm:prSet presAssocID="{0A87F72B-6D0E-445F-808D-D62F3D21217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3D29852-272A-42C2-9873-D404300E1984}" type="pres">
      <dgm:prSet presAssocID="{F8F6DED1-DD7E-43C2-B32F-FD6016873033}" presName="root1" presStyleCnt="0"/>
      <dgm:spPr/>
    </dgm:pt>
    <dgm:pt modelId="{D2F1649D-E99B-4E25-99C9-900851C081A7}" type="pres">
      <dgm:prSet presAssocID="{F8F6DED1-DD7E-43C2-B32F-FD6016873033}" presName="LevelOneTextNode" presStyleLbl="node0" presStyleIdx="0" presStyleCnt="1">
        <dgm:presLayoutVars>
          <dgm:chPref val="3"/>
        </dgm:presLayoutVars>
      </dgm:prSet>
      <dgm:spPr/>
    </dgm:pt>
    <dgm:pt modelId="{52689819-1712-490D-89CC-4CA632320683}" type="pres">
      <dgm:prSet presAssocID="{F8F6DED1-DD7E-43C2-B32F-FD6016873033}" presName="level2hierChild" presStyleCnt="0"/>
      <dgm:spPr/>
    </dgm:pt>
    <dgm:pt modelId="{5AB33F3E-20B1-4AA1-A19A-4C17FC7BBA20}" type="pres">
      <dgm:prSet presAssocID="{3F7613AD-9060-4AFF-80D5-428DEBE3B8C8}" presName="conn2-1" presStyleLbl="parChTrans1D2" presStyleIdx="0" presStyleCnt="2"/>
      <dgm:spPr/>
    </dgm:pt>
    <dgm:pt modelId="{55E5F08F-4431-4A14-9B86-252E4BD7DE54}" type="pres">
      <dgm:prSet presAssocID="{3F7613AD-9060-4AFF-80D5-428DEBE3B8C8}" presName="connTx" presStyleLbl="parChTrans1D2" presStyleIdx="0" presStyleCnt="2"/>
      <dgm:spPr/>
    </dgm:pt>
    <dgm:pt modelId="{D2318D82-76B8-4F14-ABB1-BAAF20253423}" type="pres">
      <dgm:prSet presAssocID="{812F9B8A-CB86-43DE-A102-8F3DB12D3BD6}" presName="root2" presStyleCnt="0"/>
      <dgm:spPr/>
    </dgm:pt>
    <dgm:pt modelId="{D4E149F8-808D-429C-972C-CE8C0950DF9C}" type="pres">
      <dgm:prSet presAssocID="{812F9B8A-CB86-43DE-A102-8F3DB12D3BD6}" presName="LevelTwoTextNode" presStyleLbl="node2" presStyleIdx="0" presStyleCnt="2">
        <dgm:presLayoutVars>
          <dgm:chPref val="3"/>
        </dgm:presLayoutVars>
      </dgm:prSet>
      <dgm:spPr/>
    </dgm:pt>
    <dgm:pt modelId="{C9171F09-456F-40AC-A5AB-93CF0991D6D2}" type="pres">
      <dgm:prSet presAssocID="{812F9B8A-CB86-43DE-A102-8F3DB12D3BD6}" presName="level3hierChild" presStyleCnt="0"/>
      <dgm:spPr/>
    </dgm:pt>
    <dgm:pt modelId="{09F7765F-F000-4487-A540-25D1CBB2D5A9}" type="pres">
      <dgm:prSet presAssocID="{33D3A427-FC8B-4FE6-ADDA-4C16EF8FF00E}" presName="conn2-1" presStyleLbl="parChTrans1D3" presStyleIdx="0" presStyleCnt="8"/>
      <dgm:spPr/>
    </dgm:pt>
    <dgm:pt modelId="{069FC566-40CF-48DF-B161-9C4BFA2F0682}" type="pres">
      <dgm:prSet presAssocID="{33D3A427-FC8B-4FE6-ADDA-4C16EF8FF00E}" presName="connTx" presStyleLbl="parChTrans1D3" presStyleIdx="0" presStyleCnt="8"/>
      <dgm:spPr/>
    </dgm:pt>
    <dgm:pt modelId="{B1948522-6838-42FF-A653-51AF3B5D7C0E}" type="pres">
      <dgm:prSet presAssocID="{60F51C8A-E1A8-4916-81EB-30C11E71E3A3}" presName="root2" presStyleCnt="0"/>
      <dgm:spPr/>
    </dgm:pt>
    <dgm:pt modelId="{D390EC4C-8BE2-4D4A-A03E-E08101F60EB2}" type="pres">
      <dgm:prSet presAssocID="{60F51C8A-E1A8-4916-81EB-30C11E71E3A3}" presName="LevelTwoTextNode" presStyleLbl="node3" presStyleIdx="0" presStyleCnt="8">
        <dgm:presLayoutVars>
          <dgm:chPref val="3"/>
        </dgm:presLayoutVars>
      </dgm:prSet>
      <dgm:spPr/>
    </dgm:pt>
    <dgm:pt modelId="{A2A60707-4A49-459B-B897-D35D3C41992F}" type="pres">
      <dgm:prSet presAssocID="{60F51C8A-E1A8-4916-81EB-30C11E71E3A3}" presName="level3hierChild" presStyleCnt="0"/>
      <dgm:spPr/>
    </dgm:pt>
    <dgm:pt modelId="{CC86ADDB-6EAC-4D46-972C-AA25D7703F65}" type="pres">
      <dgm:prSet presAssocID="{D672110E-9382-4660-B534-F8C8F81B4E61}" presName="conn2-1" presStyleLbl="parChTrans1D3" presStyleIdx="1" presStyleCnt="8"/>
      <dgm:spPr/>
    </dgm:pt>
    <dgm:pt modelId="{66A11C69-1FF5-4709-B9DE-D1845AA3DF23}" type="pres">
      <dgm:prSet presAssocID="{D672110E-9382-4660-B534-F8C8F81B4E61}" presName="connTx" presStyleLbl="parChTrans1D3" presStyleIdx="1" presStyleCnt="8"/>
      <dgm:spPr/>
    </dgm:pt>
    <dgm:pt modelId="{F4258E5C-BAEC-4A72-95C7-1471077F0932}" type="pres">
      <dgm:prSet presAssocID="{DB191196-8024-4247-A4CF-8F3C7DAC4DD9}" presName="root2" presStyleCnt="0"/>
      <dgm:spPr/>
    </dgm:pt>
    <dgm:pt modelId="{5236C0BD-CC1F-43ED-9EF4-905F85687E15}" type="pres">
      <dgm:prSet presAssocID="{DB191196-8024-4247-A4CF-8F3C7DAC4DD9}" presName="LevelTwoTextNode" presStyleLbl="node3" presStyleIdx="1" presStyleCnt="8">
        <dgm:presLayoutVars>
          <dgm:chPref val="3"/>
        </dgm:presLayoutVars>
      </dgm:prSet>
      <dgm:spPr/>
    </dgm:pt>
    <dgm:pt modelId="{D8B14779-24AC-4138-962A-2A2000494D55}" type="pres">
      <dgm:prSet presAssocID="{DB191196-8024-4247-A4CF-8F3C7DAC4DD9}" presName="level3hierChild" presStyleCnt="0"/>
      <dgm:spPr/>
    </dgm:pt>
    <dgm:pt modelId="{D50BB771-7547-4C4F-BC9F-BFF98E0FC1F1}" type="pres">
      <dgm:prSet presAssocID="{12ED1EE3-2BA0-4781-B5C1-4F1AB2D79BE0}" presName="conn2-1" presStyleLbl="parChTrans1D3" presStyleIdx="2" presStyleCnt="8"/>
      <dgm:spPr/>
    </dgm:pt>
    <dgm:pt modelId="{F443A8A0-6A78-4754-891F-2A1FBE210530}" type="pres">
      <dgm:prSet presAssocID="{12ED1EE3-2BA0-4781-B5C1-4F1AB2D79BE0}" presName="connTx" presStyleLbl="parChTrans1D3" presStyleIdx="2" presStyleCnt="8"/>
      <dgm:spPr/>
    </dgm:pt>
    <dgm:pt modelId="{9311EA6B-B615-4331-855F-5683DBB5FE2B}" type="pres">
      <dgm:prSet presAssocID="{843815BB-5A4B-46A7-99D0-46359858D7E7}" presName="root2" presStyleCnt="0"/>
      <dgm:spPr/>
    </dgm:pt>
    <dgm:pt modelId="{B4138CD9-531C-4799-9C8C-28115C959B83}" type="pres">
      <dgm:prSet presAssocID="{843815BB-5A4B-46A7-99D0-46359858D7E7}" presName="LevelTwoTextNode" presStyleLbl="node3" presStyleIdx="2" presStyleCnt="8">
        <dgm:presLayoutVars>
          <dgm:chPref val="3"/>
        </dgm:presLayoutVars>
      </dgm:prSet>
      <dgm:spPr/>
    </dgm:pt>
    <dgm:pt modelId="{D7C975C6-4560-4013-BF24-2600C28FC602}" type="pres">
      <dgm:prSet presAssocID="{843815BB-5A4B-46A7-99D0-46359858D7E7}" presName="level3hierChild" presStyleCnt="0"/>
      <dgm:spPr/>
    </dgm:pt>
    <dgm:pt modelId="{461CF1A1-38B0-4542-9E76-56EC44D036F9}" type="pres">
      <dgm:prSet presAssocID="{46C35A39-6B16-4A62-96A4-77068B1C74B4}" presName="conn2-1" presStyleLbl="parChTrans1D3" presStyleIdx="3" presStyleCnt="8"/>
      <dgm:spPr/>
    </dgm:pt>
    <dgm:pt modelId="{3B4E1685-EFB0-4CE6-BAA6-733A733FFEEA}" type="pres">
      <dgm:prSet presAssocID="{46C35A39-6B16-4A62-96A4-77068B1C74B4}" presName="connTx" presStyleLbl="parChTrans1D3" presStyleIdx="3" presStyleCnt="8"/>
      <dgm:spPr/>
    </dgm:pt>
    <dgm:pt modelId="{E0F53FD2-293F-4930-B8D8-A64E456E25F7}" type="pres">
      <dgm:prSet presAssocID="{7A2A4BD4-8288-460D-A01B-AA2BF663F92D}" presName="root2" presStyleCnt="0"/>
      <dgm:spPr/>
    </dgm:pt>
    <dgm:pt modelId="{EA037A08-AEB2-45C5-B84C-D171ABCD9C07}" type="pres">
      <dgm:prSet presAssocID="{7A2A4BD4-8288-460D-A01B-AA2BF663F92D}" presName="LevelTwoTextNode" presStyleLbl="node3" presStyleIdx="3" presStyleCnt="8">
        <dgm:presLayoutVars>
          <dgm:chPref val="3"/>
        </dgm:presLayoutVars>
      </dgm:prSet>
      <dgm:spPr/>
    </dgm:pt>
    <dgm:pt modelId="{14609CB6-76D4-4C9D-908B-25C40E9D56EF}" type="pres">
      <dgm:prSet presAssocID="{7A2A4BD4-8288-460D-A01B-AA2BF663F92D}" presName="level3hierChild" presStyleCnt="0"/>
      <dgm:spPr/>
    </dgm:pt>
    <dgm:pt modelId="{0BC3755B-C3FF-4760-B421-B9307293CB01}" type="pres">
      <dgm:prSet presAssocID="{D3485DDC-BEEE-42F6-8C62-07C3758A7B84}" presName="conn2-1" presStyleLbl="parChTrans1D2" presStyleIdx="1" presStyleCnt="2"/>
      <dgm:spPr/>
    </dgm:pt>
    <dgm:pt modelId="{F3DA8D54-FAD3-4ECB-8E1F-723D042104AF}" type="pres">
      <dgm:prSet presAssocID="{D3485DDC-BEEE-42F6-8C62-07C3758A7B84}" presName="connTx" presStyleLbl="parChTrans1D2" presStyleIdx="1" presStyleCnt="2"/>
      <dgm:spPr/>
    </dgm:pt>
    <dgm:pt modelId="{B035361B-1F75-46CB-9238-378E135FAA0A}" type="pres">
      <dgm:prSet presAssocID="{B0BEC386-8C4E-430C-9CFE-09482308CF9B}" presName="root2" presStyleCnt="0"/>
      <dgm:spPr/>
    </dgm:pt>
    <dgm:pt modelId="{77661908-6D4D-4771-9BDD-C8C8ABEED1F2}" type="pres">
      <dgm:prSet presAssocID="{B0BEC386-8C4E-430C-9CFE-09482308CF9B}" presName="LevelTwoTextNode" presStyleLbl="node2" presStyleIdx="1" presStyleCnt="2">
        <dgm:presLayoutVars>
          <dgm:chPref val="3"/>
        </dgm:presLayoutVars>
      </dgm:prSet>
      <dgm:spPr/>
    </dgm:pt>
    <dgm:pt modelId="{4A0DF48C-7657-4B00-AC00-BB24578C1E27}" type="pres">
      <dgm:prSet presAssocID="{B0BEC386-8C4E-430C-9CFE-09482308CF9B}" presName="level3hierChild" presStyleCnt="0"/>
      <dgm:spPr/>
    </dgm:pt>
    <dgm:pt modelId="{0FD37247-F01A-4A7B-9596-14864C88AB9E}" type="pres">
      <dgm:prSet presAssocID="{CB817EAF-7406-4206-823D-15EA2FD18431}" presName="conn2-1" presStyleLbl="parChTrans1D3" presStyleIdx="4" presStyleCnt="8"/>
      <dgm:spPr/>
    </dgm:pt>
    <dgm:pt modelId="{6B7B5465-2E00-471A-975A-4060C4B33BBF}" type="pres">
      <dgm:prSet presAssocID="{CB817EAF-7406-4206-823D-15EA2FD18431}" presName="connTx" presStyleLbl="parChTrans1D3" presStyleIdx="4" presStyleCnt="8"/>
      <dgm:spPr/>
    </dgm:pt>
    <dgm:pt modelId="{ADFFC15D-95F5-4675-980B-849227F3A3A3}" type="pres">
      <dgm:prSet presAssocID="{4BC76811-9B55-4E56-8642-A3D47DBC9515}" presName="root2" presStyleCnt="0"/>
      <dgm:spPr/>
    </dgm:pt>
    <dgm:pt modelId="{B8B65A2C-6FF7-4B90-9C8E-39A6E3421F28}" type="pres">
      <dgm:prSet presAssocID="{4BC76811-9B55-4E56-8642-A3D47DBC9515}" presName="LevelTwoTextNode" presStyleLbl="node3" presStyleIdx="4" presStyleCnt="8">
        <dgm:presLayoutVars>
          <dgm:chPref val="3"/>
        </dgm:presLayoutVars>
      </dgm:prSet>
      <dgm:spPr/>
    </dgm:pt>
    <dgm:pt modelId="{66B3661D-3796-4572-846B-54E15A34CAA3}" type="pres">
      <dgm:prSet presAssocID="{4BC76811-9B55-4E56-8642-A3D47DBC9515}" presName="level3hierChild" presStyleCnt="0"/>
      <dgm:spPr/>
    </dgm:pt>
    <dgm:pt modelId="{F84CD1C2-8BF3-44DF-BC62-93EC657AEB87}" type="pres">
      <dgm:prSet presAssocID="{2DD78966-C2AF-41D6-A5A9-378BA2830E22}" presName="conn2-1" presStyleLbl="parChTrans1D3" presStyleIdx="5" presStyleCnt="8"/>
      <dgm:spPr/>
    </dgm:pt>
    <dgm:pt modelId="{0E75DE7C-9FEE-4ED4-AEED-36C56AE237EC}" type="pres">
      <dgm:prSet presAssocID="{2DD78966-C2AF-41D6-A5A9-378BA2830E22}" presName="connTx" presStyleLbl="parChTrans1D3" presStyleIdx="5" presStyleCnt="8"/>
      <dgm:spPr/>
    </dgm:pt>
    <dgm:pt modelId="{10E10236-52E3-42DC-B36E-9055FAFC1AF0}" type="pres">
      <dgm:prSet presAssocID="{7A74CB64-9108-400F-9112-90FE802E0D2F}" presName="root2" presStyleCnt="0"/>
      <dgm:spPr/>
    </dgm:pt>
    <dgm:pt modelId="{FA6E581B-687B-4802-9898-6369DE3F7DB6}" type="pres">
      <dgm:prSet presAssocID="{7A74CB64-9108-400F-9112-90FE802E0D2F}" presName="LevelTwoTextNode" presStyleLbl="node3" presStyleIdx="5" presStyleCnt="8">
        <dgm:presLayoutVars>
          <dgm:chPref val="3"/>
        </dgm:presLayoutVars>
      </dgm:prSet>
      <dgm:spPr/>
    </dgm:pt>
    <dgm:pt modelId="{35E734AA-F429-4AD8-BC14-1857D566AED2}" type="pres">
      <dgm:prSet presAssocID="{7A74CB64-9108-400F-9112-90FE802E0D2F}" presName="level3hierChild" presStyleCnt="0"/>
      <dgm:spPr/>
    </dgm:pt>
    <dgm:pt modelId="{CAE0968C-3C72-4C76-B978-2DA64273474E}" type="pres">
      <dgm:prSet presAssocID="{2AB9262C-4CA7-4D17-982A-F5D9B12C98A2}" presName="conn2-1" presStyleLbl="parChTrans1D3" presStyleIdx="6" presStyleCnt="8"/>
      <dgm:spPr/>
    </dgm:pt>
    <dgm:pt modelId="{27235B7D-5DAF-4B02-AD91-3323862DBB4D}" type="pres">
      <dgm:prSet presAssocID="{2AB9262C-4CA7-4D17-982A-F5D9B12C98A2}" presName="connTx" presStyleLbl="parChTrans1D3" presStyleIdx="6" presStyleCnt="8"/>
      <dgm:spPr/>
    </dgm:pt>
    <dgm:pt modelId="{24AE7FE8-0F68-4AF0-BD1C-AD71F8425C7D}" type="pres">
      <dgm:prSet presAssocID="{5AACDEF3-0987-4E87-9DE7-9FFBCB30BA52}" presName="root2" presStyleCnt="0"/>
      <dgm:spPr/>
    </dgm:pt>
    <dgm:pt modelId="{A85DD8F5-FA3B-4875-8455-6DEDE2D0F061}" type="pres">
      <dgm:prSet presAssocID="{5AACDEF3-0987-4E87-9DE7-9FFBCB30BA52}" presName="LevelTwoTextNode" presStyleLbl="node3" presStyleIdx="6" presStyleCnt="8">
        <dgm:presLayoutVars>
          <dgm:chPref val="3"/>
        </dgm:presLayoutVars>
      </dgm:prSet>
      <dgm:spPr/>
    </dgm:pt>
    <dgm:pt modelId="{7BDCCE48-A14C-48E3-91A9-A6EF2D197D94}" type="pres">
      <dgm:prSet presAssocID="{5AACDEF3-0987-4E87-9DE7-9FFBCB30BA52}" presName="level3hierChild" presStyleCnt="0"/>
      <dgm:spPr/>
    </dgm:pt>
    <dgm:pt modelId="{3EA94A91-63A4-4A9F-B397-D4B9ACD25194}" type="pres">
      <dgm:prSet presAssocID="{F9BE92EB-2BDC-42D9-BF9C-7E3BBA60F7B8}" presName="conn2-1" presStyleLbl="parChTrans1D3" presStyleIdx="7" presStyleCnt="8"/>
      <dgm:spPr/>
    </dgm:pt>
    <dgm:pt modelId="{8CCE517E-19BD-4BFA-AF3D-1C791C756AF0}" type="pres">
      <dgm:prSet presAssocID="{F9BE92EB-2BDC-42D9-BF9C-7E3BBA60F7B8}" presName="connTx" presStyleLbl="parChTrans1D3" presStyleIdx="7" presStyleCnt="8"/>
      <dgm:spPr/>
    </dgm:pt>
    <dgm:pt modelId="{4843356A-2822-4B97-BD97-40FC959F9E65}" type="pres">
      <dgm:prSet presAssocID="{CBE84395-9156-4700-85FB-EDC79C021F6A}" presName="root2" presStyleCnt="0"/>
      <dgm:spPr/>
    </dgm:pt>
    <dgm:pt modelId="{64A56393-6A9E-4CB1-A4C6-580D2F1E2649}" type="pres">
      <dgm:prSet presAssocID="{CBE84395-9156-4700-85FB-EDC79C021F6A}" presName="LevelTwoTextNode" presStyleLbl="node3" presStyleIdx="7" presStyleCnt="8">
        <dgm:presLayoutVars>
          <dgm:chPref val="3"/>
        </dgm:presLayoutVars>
      </dgm:prSet>
      <dgm:spPr/>
    </dgm:pt>
    <dgm:pt modelId="{FDC41A94-0F8B-4C00-BA50-E54375629DA4}" type="pres">
      <dgm:prSet presAssocID="{CBE84395-9156-4700-85FB-EDC79C021F6A}" presName="level3hierChild" presStyleCnt="0"/>
      <dgm:spPr/>
    </dgm:pt>
  </dgm:ptLst>
  <dgm:cxnLst>
    <dgm:cxn modelId="{A2204205-8E83-6A4E-8B46-0A78FBEE8732}" type="presOf" srcId="{D3485DDC-BEEE-42F6-8C62-07C3758A7B84}" destId="{F3DA8D54-FAD3-4ECB-8E1F-723D042104AF}" srcOrd="1" destOrd="0" presId="urn:microsoft.com/office/officeart/2008/layout/HorizontalMultiLevelHierarchy"/>
    <dgm:cxn modelId="{D241580D-14C7-8945-BBBE-45CE02C8345A}" type="presOf" srcId="{5AACDEF3-0987-4E87-9DE7-9FFBCB30BA52}" destId="{A85DD8F5-FA3B-4875-8455-6DEDE2D0F061}" srcOrd="0" destOrd="0" presId="urn:microsoft.com/office/officeart/2008/layout/HorizontalMultiLevelHierarchy"/>
    <dgm:cxn modelId="{36895610-4B12-1840-829C-CDC77881EE85}" type="presOf" srcId="{2AB9262C-4CA7-4D17-982A-F5D9B12C98A2}" destId="{CAE0968C-3C72-4C76-B978-2DA64273474E}" srcOrd="0" destOrd="0" presId="urn:microsoft.com/office/officeart/2008/layout/HorizontalMultiLevelHierarchy"/>
    <dgm:cxn modelId="{06149A12-8F9A-7941-94FF-4D25CD2F748E}" type="presOf" srcId="{2DD78966-C2AF-41D6-A5A9-378BA2830E22}" destId="{F84CD1C2-8BF3-44DF-BC62-93EC657AEB87}" srcOrd="0" destOrd="0" presId="urn:microsoft.com/office/officeart/2008/layout/HorizontalMultiLevelHierarchy"/>
    <dgm:cxn modelId="{A416D016-874E-0940-9851-65934AA80DAC}" type="presOf" srcId="{3F7613AD-9060-4AFF-80D5-428DEBE3B8C8}" destId="{5AB33F3E-20B1-4AA1-A19A-4C17FC7BBA20}" srcOrd="0" destOrd="0" presId="urn:microsoft.com/office/officeart/2008/layout/HorizontalMultiLevelHierarchy"/>
    <dgm:cxn modelId="{A480BC1C-780C-4545-8C5C-FDCB6BA3D98D}" type="presOf" srcId="{DB191196-8024-4247-A4CF-8F3C7DAC4DD9}" destId="{5236C0BD-CC1F-43ED-9EF4-905F85687E15}" srcOrd="0" destOrd="0" presId="urn:microsoft.com/office/officeart/2008/layout/HorizontalMultiLevelHierarchy"/>
    <dgm:cxn modelId="{12DB3728-8EF9-4363-98F1-1E55CB071476}" srcId="{F8F6DED1-DD7E-43C2-B32F-FD6016873033}" destId="{812F9B8A-CB86-43DE-A102-8F3DB12D3BD6}" srcOrd="0" destOrd="0" parTransId="{3F7613AD-9060-4AFF-80D5-428DEBE3B8C8}" sibTransId="{1A042655-9C52-4881-B8C8-9282078CFA7C}"/>
    <dgm:cxn modelId="{76125D30-2832-CA4D-9946-27C035824EAD}" type="presOf" srcId="{F8F6DED1-DD7E-43C2-B32F-FD6016873033}" destId="{D2F1649D-E99B-4E25-99C9-900851C081A7}" srcOrd="0" destOrd="0" presId="urn:microsoft.com/office/officeart/2008/layout/HorizontalMultiLevelHierarchy"/>
    <dgm:cxn modelId="{363AEC31-1D56-40B2-8C51-D04D54F2A941}" srcId="{812F9B8A-CB86-43DE-A102-8F3DB12D3BD6}" destId="{7A2A4BD4-8288-460D-A01B-AA2BF663F92D}" srcOrd="3" destOrd="0" parTransId="{46C35A39-6B16-4A62-96A4-77068B1C74B4}" sibTransId="{B5214194-1961-428B-BA03-C982AADF9F54}"/>
    <dgm:cxn modelId="{0B3ED633-2658-FE4C-B279-C7D06BBC7D7C}" type="presOf" srcId="{D672110E-9382-4660-B534-F8C8F81B4E61}" destId="{CC86ADDB-6EAC-4D46-972C-AA25D7703F65}" srcOrd="0" destOrd="0" presId="urn:microsoft.com/office/officeart/2008/layout/HorizontalMultiLevelHierarchy"/>
    <dgm:cxn modelId="{8B824A36-3B99-A64C-95AC-F1141E31F533}" type="presOf" srcId="{2AB9262C-4CA7-4D17-982A-F5D9B12C98A2}" destId="{27235B7D-5DAF-4B02-AD91-3323862DBB4D}" srcOrd="1" destOrd="0" presId="urn:microsoft.com/office/officeart/2008/layout/HorizontalMultiLevelHierarchy"/>
    <dgm:cxn modelId="{141A965B-AE75-CA46-8AD2-035FA75135E0}" type="presOf" srcId="{CB817EAF-7406-4206-823D-15EA2FD18431}" destId="{0FD37247-F01A-4A7B-9596-14864C88AB9E}" srcOrd="0" destOrd="0" presId="urn:microsoft.com/office/officeart/2008/layout/HorizontalMultiLevelHierarchy"/>
    <dgm:cxn modelId="{BA6E0E5F-57CC-E742-B15F-B1EBC5BDA84F}" type="presOf" srcId="{12ED1EE3-2BA0-4781-B5C1-4F1AB2D79BE0}" destId="{F443A8A0-6A78-4754-891F-2A1FBE210530}" srcOrd="1" destOrd="0" presId="urn:microsoft.com/office/officeart/2008/layout/HorizontalMultiLevelHierarchy"/>
    <dgm:cxn modelId="{4A73A45F-0418-C042-87CB-211FDE0781D2}" type="presOf" srcId="{2DD78966-C2AF-41D6-A5A9-378BA2830E22}" destId="{0E75DE7C-9FEE-4ED4-AEED-36C56AE237EC}" srcOrd="1" destOrd="0" presId="urn:microsoft.com/office/officeart/2008/layout/HorizontalMultiLevelHierarchy"/>
    <dgm:cxn modelId="{C877A56A-9179-6E4F-B70C-7E98C4D1A6CF}" type="presOf" srcId="{4BC76811-9B55-4E56-8642-A3D47DBC9515}" destId="{B8B65A2C-6FF7-4B90-9C8E-39A6E3421F28}" srcOrd="0" destOrd="0" presId="urn:microsoft.com/office/officeart/2008/layout/HorizontalMultiLevelHierarchy"/>
    <dgm:cxn modelId="{3A27366D-3914-4299-AE09-5F8D1295DA61}" srcId="{B0BEC386-8C4E-430C-9CFE-09482308CF9B}" destId="{CBE84395-9156-4700-85FB-EDC79C021F6A}" srcOrd="3" destOrd="0" parTransId="{F9BE92EB-2BDC-42D9-BF9C-7E3BBA60F7B8}" sibTransId="{CD4C6EF7-FB78-4551-851B-4B56D83EB549}"/>
    <dgm:cxn modelId="{706D4A4D-7558-B84B-BA46-2B3C15C32A8C}" type="presOf" srcId="{12ED1EE3-2BA0-4781-B5C1-4F1AB2D79BE0}" destId="{D50BB771-7547-4C4F-BC9F-BFF98E0FC1F1}" srcOrd="0" destOrd="0" presId="urn:microsoft.com/office/officeart/2008/layout/HorizontalMultiLevelHierarchy"/>
    <dgm:cxn modelId="{5E18FE71-82D7-2549-8099-FC403A51ED1C}" type="presOf" srcId="{D672110E-9382-4660-B534-F8C8F81B4E61}" destId="{66A11C69-1FF5-4709-B9DE-D1845AA3DF23}" srcOrd="1" destOrd="0" presId="urn:microsoft.com/office/officeart/2008/layout/HorizontalMultiLevelHierarchy"/>
    <dgm:cxn modelId="{AF058853-5D6E-9E4A-A956-78908B142729}" type="presOf" srcId="{843815BB-5A4B-46A7-99D0-46359858D7E7}" destId="{B4138CD9-531C-4799-9C8C-28115C959B83}" srcOrd="0" destOrd="0" presId="urn:microsoft.com/office/officeart/2008/layout/HorizontalMultiLevelHierarchy"/>
    <dgm:cxn modelId="{C3FC0474-4DE3-4E6F-AADC-F7E24EAF96AD}" srcId="{812F9B8A-CB86-43DE-A102-8F3DB12D3BD6}" destId="{60F51C8A-E1A8-4916-81EB-30C11E71E3A3}" srcOrd="0" destOrd="0" parTransId="{33D3A427-FC8B-4FE6-ADDA-4C16EF8FF00E}" sibTransId="{9D8535BD-2B33-4A4A-B3F7-3EB876DC7FFE}"/>
    <dgm:cxn modelId="{56939954-97EE-2E4A-99F7-5911748AF41D}" type="presOf" srcId="{F9BE92EB-2BDC-42D9-BF9C-7E3BBA60F7B8}" destId="{3EA94A91-63A4-4A9F-B397-D4B9ACD25194}" srcOrd="0" destOrd="0" presId="urn:microsoft.com/office/officeart/2008/layout/HorizontalMultiLevelHierarchy"/>
    <dgm:cxn modelId="{C7664279-BA98-4487-9360-FF6639485899}" srcId="{B0BEC386-8C4E-430C-9CFE-09482308CF9B}" destId="{4BC76811-9B55-4E56-8642-A3D47DBC9515}" srcOrd="0" destOrd="0" parTransId="{CB817EAF-7406-4206-823D-15EA2FD18431}" sibTransId="{4A78070C-8AE2-4653-954C-1B8578AC6D76}"/>
    <dgm:cxn modelId="{691CCB83-9F77-ED43-8411-6E4B4A62632F}" type="presOf" srcId="{D3485DDC-BEEE-42F6-8C62-07C3758A7B84}" destId="{0BC3755B-C3FF-4760-B421-B9307293CB01}" srcOrd="0" destOrd="0" presId="urn:microsoft.com/office/officeart/2008/layout/HorizontalMultiLevelHierarchy"/>
    <dgm:cxn modelId="{8044398E-010C-4C59-8526-CA0986E784C2}" srcId="{812F9B8A-CB86-43DE-A102-8F3DB12D3BD6}" destId="{843815BB-5A4B-46A7-99D0-46359858D7E7}" srcOrd="2" destOrd="0" parTransId="{12ED1EE3-2BA0-4781-B5C1-4F1AB2D79BE0}" sibTransId="{D8AD2974-120A-49CF-A850-2042B3EA26F4}"/>
    <dgm:cxn modelId="{1E9E9C92-4F20-CC4E-856F-2865226DB546}" type="presOf" srcId="{33D3A427-FC8B-4FE6-ADDA-4C16EF8FF00E}" destId="{09F7765F-F000-4487-A540-25D1CBB2D5A9}" srcOrd="0" destOrd="0" presId="urn:microsoft.com/office/officeart/2008/layout/HorizontalMultiLevelHierarchy"/>
    <dgm:cxn modelId="{9167FC97-559D-7549-BD70-3F226E41C77B}" type="presOf" srcId="{7A74CB64-9108-400F-9112-90FE802E0D2F}" destId="{FA6E581B-687B-4802-9898-6369DE3F7DB6}" srcOrd="0" destOrd="0" presId="urn:microsoft.com/office/officeart/2008/layout/HorizontalMultiLevelHierarchy"/>
    <dgm:cxn modelId="{526D309A-B37B-E147-9F8D-552DA03476CA}" type="presOf" srcId="{46C35A39-6B16-4A62-96A4-77068B1C74B4}" destId="{3B4E1685-EFB0-4CE6-BAA6-733A733FFEEA}" srcOrd="1" destOrd="0" presId="urn:microsoft.com/office/officeart/2008/layout/HorizontalMultiLevelHierarchy"/>
    <dgm:cxn modelId="{AC3821B1-8D21-4444-9491-72BCB93D47DF}" type="presOf" srcId="{33D3A427-FC8B-4FE6-ADDA-4C16EF8FF00E}" destId="{069FC566-40CF-48DF-B161-9C4BFA2F0682}" srcOrd="1" destOrd="0" presId="urn:microsoft.com/office/officeart/2008/layout/HorizontalMultiLevelHierarchy"/>
    <dgm:cxn modelId="{299A9BB3-7E42-4447-8B23-D1719457ABF0}" type="presOf" srcId="{3F7613AD-9060-4AFF-80D5-428DEBE3B8C8}" destId="{55E5F08F-4431-4A14-9B86-252E4BD7DE54}" srcOrd="1" destOrd="0" presId="urn:microsoft.com/office/officeart/2008/layout/HorizontalMultiLevelHierarchy"/>
    <dgm:cxn modelId="{9A6812B8-556E-4B28-8C64-519869EF3238}" srcId="{B0BEC386-8C4E-430C-9CFE-09482308CF9B}" destId="{5AACDEF3-0987-4E87-9DE7-9FFBCB30BA52}" srcOrd="2" destOrd="0" parTransId="{2AB9262C-4CA7-4D17-982A-F5D9B12C98A2}" sibTransId="{B95429A1-0740-4B52-9017-5BB7D51C1FFD}"/>
    <dgm:cxn modelId="{11BDF4B9-4CE4-A348-B0CC-56333E74F73D}" type="presOf" srcId="{F9BE92EB-2BDC-42D9-BF9C-7E3BBA60F7B8}" destId="{8CCE517E-19BD-4BFA-AF3D-1C791C756AF0}" srcOrd="1" destOrd="0" presId="urn:microsoft.com/office/officeart/2008/layout/HorizontalMultiLevelHierarchy"/>
    <dgm:cxn modelId="{BE0CC0C3-6458-9247-A7D0-8C7E266BBE4F}" type="presOf" srcId="{B0BEC386-8C4E-430C-9CFE-09482308CF9B}" destId="{77661908-6D4D-4771-9BDD-C8C8ABEED1F2}" srcOrd="0" destOrd="0" presId="urn:microsoft.com/office/officeart/2008/layout/HorizontalMultiLevelHierarchy"/>
    <dgm:cxn modelId="{3F90F6DA-4A80-40CB-A198-CC9BCAE8C736}" srcId="{812F9B8A-CB86-43DE-A102-8F3DB12D3BD6}" destId="{DB191196-8024-4247-A4CF-8F3C7DAC4DD9}" srcOrd="1" destOrd="0" parTransId="{D672110E-9382-4660-B534-F8C8F81B4E61}" sibTransId="{4070927D-E1D2-44CB-8C6E-C8CE46E7B975}"/>
    <dgm:cxn modelId="{7AD66DE5-0A70-4D30-8BDB-8C3532EDE36B}" srcId="{B0BEC386-8C4E-430C-9CFE-09482308CF9B}" destId="{7A74CB64-9108-400F-9112-90FE802E0D2F}" srcOrd="1" destOrd="0" parTransId="{2DD78966-C2AF-41D6-A5A9-378BA2830E22}" sibTransId="{9E2EFE7C-0F6A-45AD-A906-58FBD5CF106E}"/>
    <dgm:cxn modelId="{1530BAE8-E3F2-3B43-B459-527AA30A8875}" type="presOf" srcId="{60F51C8A-E1A8-4916-81EB-30C11E71E3A3}" destId="{D390EC4C-8BE2-4D4A-A03E-E08101F60EB2}" srcOrd="0" destOrd="0" presId="urn:microsoft.com/office/officeart/2008/layout/HorizontalMultiLevelHierarchy"/>
    <dgm:cxn modelId="{78B21CEB-D964-2642-9BA8-6C5D89BE9FD8}" type="presOf" srcId="{CB817EAF-7406-4206-823D-15EA2FD18431}" destId="{6B7B5465-2E00-471A-975A-4060C4B33BBF}" srcOrd="1" destOrd="0" presId="urn:microsoft.com/office/officeart/2008/layout/HorizontalMultiLevelHierarchy"/>
    <dgm:cxn modelId="{CD4952EB-9D3D-45D2-8A6D-488A83ECBBEF}" srcId="{0A87F72B-6D0E-445F-808D-D62F3D212171}" destId="{F8F6DED1-DD7E-43C2-B32F-FD6016873033}" srcOrd="0" destOrd="0" parTransId="{E0DF24D7-FF0F-4A6E-9BD8-F0158802027D}" sibTransId="{32500800-6B3B-470A-8685-DF49D45721AB}"/>
    <dgm:cxn modelId="{3C09E1EC-A432-9C46-8467-54BB523311AD}" type="presOf" srcId="{46C35A39-6B16-4A62-96A4-77068B1C74B4}" destId="{461CF1A1-38B0-4542-9E76-56EC44D036F9}" srcOrd="0" destOrd="0" presId="urn:microsoft.com/office/officeart/2008/layout/HorizontalMultiLevelHierarchy"/>
    <dgm:cxn modelId="{9AA17EF2-FD2C-8D41-94FB-618DFBA4A1EF}" type="presOf" srcId="{7A2A4BD4-8288-460D-A01B-AA2BF663F92D}" destId="{EA037A08-AEB2-45C5-B84C-D171ABCD9C07}" srcOrd="0" destOrd="0" presId="urn:microsoft.com/office/officeart/2008/layout/HorizontalMultiLevelHierarchy"/>
    <dgm:cxn modelId="{74FE4DF3-08E3-4334-89B1-2811DA7D24C8}" srcId="{F8F6DED1-DD7E-43C2-B32F-FD6016873033}" destId="{B0BEC386-8C4E-430C-9CFE-09482308CF9B}" srcOrd="1" destOrd="0" parTransId="{D3485DDC-BEEE-42F6-8C62-07C3758A7B84}" sibTransId="{0BE14E3F-2ABD-49F8-A779-66B27EF063E9}"/>
    <dgm:cxn modelId="{A70A72F3-9967-274F-8600-6C2A345B3E80}" type="presOf" srcId="{812F9B8A-CB86-43DE-A102-8F3DB12D3BD6}" destId="{D4E149F8-808D-429C-972C-CE8C0950DF9C}" srcOrd="0" destOrd="0" presId="urn:microsoft.com/office/officeart/2008/layout/HorizontalMultiLevelHierarchy"/>
    <dgm:cxn modelId="{150C02F8-4980-B646-8F18-59C58E81802F}" type="presOf" srcId="{CBE84395-9156-4700-85FB-EDC79C021F6A}" destId="{64A56393-6A9E-4CB1-A4C6-580D2F1E2649}" srcOrd="0" destOrd="0" presId="urn:microsoft.com/office/officeart/2008/layout/HorizontalMultiLevelHierarchy"/>
    <dgm:cxn modelId="{BC70F0F9-7F3C-604A-90B1-BEC7C062D769}" type="presOf" srcId="{0A87F72B-6D0E-445F-808D-D62F3D212171}" destId="{7573CBAA-3A4B-4C9A-8557-091A95A233F9}" srcOrd="0" destOrd="0" presId="urn:microsoft.com/office/officeart/2008/layout/HorizontalMultiLevelHierarchy"/>
    <dgm:cxn modelId="{1546F75A-6641-D241-80C1-22E395158221}" type="presParOf" srcId="{7573CBAA-3A4B-4C9A-8557-091A95A233F9}" destId="{73D29852-272A-42C2-9873-D404300E1984}" srcOrd="0" destOrd="0" presId="urn:microsoft.com/office/officeart/2008/layout/HorizontalMultiLevelHierarchy"/>
    <dgm:cxn modelId="{A5382B7B-BEBF-3144-80B2-C4692A651A46}" type="presParOf" srcId="{73D29852-272A-42C2-9873-D404300E1984}" destId="{D2F1649D-E99B-4E25-99C9-900851C081A7}" srcOrd="0" destOrd="0" presId="urn:microsoft.com/office/officeart/2008/layout/HorizontalMultiLevelHierarchy"/>
    <dgm:cxn modelId="{4BCEC4DF-D0BF-E74C-AE65-7D89E8BD339F}" type="presParOf" srcId="{73D29852-272A-42C2-9873-D404300E1984}" destId="{52689819-1712-490D-89CC-4CA632320683}" srcOrd="1" destOrd="0" presId="urn:microsoft.com/office/officeart/2008/layout/HorizontalMultiLevelHierarchy"/>
    <dgm:cxn modelId="{5F8DB8AA-1B29-E244-AF28-1AEDF5F22741}" type="presParOf" srcId="{52689819-1712-490D-89CC-4CA632320683}" destId="{5AB33F3E-20B1-4AA1-A19A-4C17FC7BBA20}" srcOrd="0" destOrd="0" presId="urn:microsoft.com/office/officeart/2008/layout/HorizontalMultiLevelHierarchy"/>
    <dgm:cxn modelId="{70EC8EED-1FDA-7441-9A08-909C25AD021D}" type="presParOf" srcId="{5AB33F3E-20B1-4AA1-A19A-4C17FC7BBA20}" destId="{55E5F08F-4431-4A14-9B86-252E4BD7DE54}" srcOrd="0" destOrd="0" presId="urn:microsoft.com/office/officeart/2008/layout/HorizontalMultiLevelHierarchy"/>
    <dgm:cxn modelId="{F12CE041-0E2D-D14B-8610-2CE215B2CA67}" type="presParOf" srcId="{52689819-1712-490D-89CC-4CA632320683}" destId="{D2318D82-76B8-4F14-ABB1-BAAF20253423}" srcOrd="1" destOrd="0" presId="urn:microsoft.com/office/officeart/2008/layout/HorizontalMultiLevelHierarchy"/>
    <dgm:cxn modelId="{A61298C5-65FC-0F4D-9866-FEE6731FC11D}" type="presParOf" srcId="{D2318D82-76B8-4F14-ABB1-BAAF20253423}" destId="{D4E149F8-808D-429C-972C-CE8C0950DF9C}" srcOrd="0" destOrd="0" presId="urn:microsoft.com/office/officeart/2008/layout/HorizontalMultiLevelHierarchy"/>
    <dgm:cxn modelId="{2B792711-0772-D746-9FF0-D1BADA662FAD}" type="presParOf" srcId="{D2318D82-76B8-4F14-ABB1-BAAF20253423}" destId="{C9171F09-456F-40AC-A5AB-93CF0991D6D2}" srcOrd="1" destOrd="0" presId="urn:microsoft.com/office/officeart/2008/layout/HorizontalMultiLevelHierarchy"/>
    <dgm:cxn modelId="{8003C717-7732-D846-870A-C3CEB6EF2C29}" type="presParOf" srcId="{C9171F09-456F-40AC-A5AB-93CF0991D6D2}" destId="{09F7765F-F000-4487-A540-25D1CBB2D5A9}" srcOrd="0" destOrd="0" presId="urn:microsoft.com/office/officeart/2008/layout/HorizontalMultiLevelHierarchy"/>
    <dgm:cxn modelId="{7C3C46D5-9C18-1240-A6BB-34910BFF33EC}" type="presParOf" srcId="{09F7765F-F000-4487-A540-25D1CBB2D5A9}" destId="{069FC566-40CF-48DF-B161-9C4BFA2F0682}" srcOrd="0" destOrd="0" presId="urn:microsoft.com/office/officeart/2008/layout/HorizontalMultiLevelHierarchy"/>
    <dgm:cxn modelId="{A9F32E33-00BF-A244-9BFC-480CFA232AFA}" type="presParOf" srcId="{C9171F09-456F-40AC-A5AB-93CF0991D6D2}" destId="{B1948522-6838-42FF-A653-51AF3B5D7C0E}" srcOrd="1" destOrd="0" presId="urn:microsoft.com/office/officeart/2008/layout/HorizontalMultiLevelHierarchy"/>
    <dgm:cxn modelId="{E3B3265F-DD73-5A42-8B10-937C3E8C8243}" type="presParOf" srcId="{B1948522-6838-42FF-A653-51AF3B5D7C0E}" destId="{D390EC4C-8BE2-4D4A-A03E-E08101F60EB2}" srcOrd="0" destOrd="0" presId="urn:microsoft.com/office/officeart/2008/layout/HorizontalMultiLevelHierarchy"/>
    <dgm:cxn modelId="{AC94E33D-7B95-A84B-BDFE-7DCA0503E2A1}" type="presParOf" srcId="{B1948522-6838-42FF-A653-51AF3B5D7C0E}" destId="{A2A60707-4A49-459B-B897-D35D3C41992F}" srcOrd="1" destOrd="0" presId="urn:microsoft.com/office/officeart/2008/layout/HorizontalMultiLevelHierarchy"/>
    <dgm:cxn modelId="{CC92C915-479C-5A4E-92BF-1249185628FE}" type="presParOf" srcId="{C9171F09-456F-40AC-A5AB-93CF0991D6D2}" destId="{CC86ADDB-6EAC-4D46-972C-AA25D7703F65}" srcOrd="2" destOrd="0" presId="urn:microsoft.com/office/officeart/2008/layout/HorizontalMultiLevelHierarchy"/>
    <dgm:cxn modelId="{A97655A6-0960-CD47-A775-6BAC5D6061F4}" type="presParOf" srcId="{CC86ADDB-6EAC-4D46-972C-AA25D7703F65}" destId="{66A11C69-1FF5-4709-B9DE-D1845AA3DF23}" srcOrd="0" destOrd="0" presId="urn:microsoft.com/office/officeart/2008/layout/HorizontalMultiLevelHierarchy"/>
    <dgm:cxn modelId="{1C30EA01-60B6-C743-8945-D72AAB8EEAE7}" type="presParOf" srcId="{C9171F09-456F-40AC-A5AB-93CF0991D6D2}" destId="{F4258E5C-BAEC-4A72-95C7-1471077F0932}" srcOrd="3" destOrd="0" presId="urn:microsoft.com/office/officeart/2008/layout/HorizontalMultiLevelHierarchy"/>
    <dgm:cxn modelId="{AFC06685-6135-8845-80CD-E7A111A4E1FA}" type="presParOf" srcId="{F4258E5C-BAEC-4A72-95C7-1471077F0932}" destId="{5236C0BD-CC1F-43ED-9EF4-905F85687E15}" srcOrd="0" destOrd="0" presId="urn:microsoft.com/office/officeart/2008/layout/HorizontalMultiLevelHierarchy"/>
    <dgm:cxn modelId="{8A8E805D-BC67-334D-9B5A-570E6249F76D}" type="presParOf" srcId="{F4258E5C-BAEC-4A72-95C7-1471077F0932}" destId="{D8B14779-24AC-4138-962A-2A2000494D55}" srcOrd="1" destOrd="0" presId="urn:microsoft.com/office/officeart/2008/layout/HorizontalMultiLevelHierarchy"/>
    <dgm:cxn modelId="{6BF5FF14-17FC-4242-8277-1B68761589D3}" type="presParOf" srcId="{C9171F09-456F-40AC-A5AB-93CF0991D6D2}" destId="{D50BB771-7547-4C4F-BC9F-BFF98E0FC1F1}" srcOrd="4" destOrd="0" presId="urn:microsoft.com/office/officeart/2008/layout/HorizontalMultiLevelHierarchy"/>
    <dgm:cxn modelId="{078B3DA8-251E-D947-8819-1DF69605016B}" type="presParOf" srcId="{D50BB771-7547-4C4F-BC9F-BFF98E0FC1F1}" destId="{F443A8A0-6A78-4754-891F-2A1FBE210530}" srcOrd="0" destOrd="0" presId="urn:microsoft.com/office/officeart/2008/layout/HorizontalMultiLevelHierarchy"/>
    <dgm:cxn modelId="{6B001711-DEC2-0E44-8E90-D729A198F12F}" type="presParOf" srcId="{C9171F09-456F-40AC-A5AB-93CF0991D6D2}" destId="{9311EA6B-B615-4331-855F-5683DBB5FE2B}" srcOrd="5" destOrd="0" presId="urn:microsoft.com/office/officeart/2008/layout/HorizontalMultiLevelHierarchy"/>
    <dgm:cxn modelId="{2EA5A310-2CF8-2B44-B98E-7DA76CB70FBC}" type="presParOf" srcId="{9311EA6B-B615-4331-855F-5683DBB5FE2B}" destId="{B4138CD9-531C-4799-9C8C-28115C959B83}" srcOrd="0" destOrd="0" presId="urn:microsoft.com/office/officeart/2008/layout/HorizontalMultiLevelHierarchy"/>
    <dgm:cxn modelId="{8325E53B-C0D3-694D-B5BA-F762204BAB22}" type="presParOf" srcId="{9311EA6B-B615-4331-855F-5683DBB5FE2B}" destId="{D7C975C6-4560-4013-BF24-2600C28FC602}" srcOrd="1" destOrd="0" presId="urn:microsoft.com/office/officeart/2008/layout/HorizontalMultiLevelHierarchy"/>
    <dgm:cxn modelId="{E7814018-E5AF-234C-8ADC-16E32551F20C}" type="presParOf" srcId="{C9171F09-456F-40AC-A5AB-93CF0991D6D2}" destId="{461CF1A1-38B0-4542-9E76-56EC44D036F9}" srcOrd="6" destOrd="0" presId="urn:microsoft.com/office/officeart/2008/layout/HorizontalMultiLevelHierarchy"/>
    <dgm:cxn modelId="{728CC7F8-3156-6041-8096-90E316A73BCC}" type="presParOf" srcId="{461CF1A1-38B0-4542-9E76-56EC44D036F9}" destId="{3B4E1685-EFB0-4CE6-BAA6-733A733FFEEA}" srcOrd="0" destOrd="0" presId="urn:microsoft.com/office/officeart/2008/layout/HorizontalMultiLevelHierarchy"/>
    <dgm:cxn modelId="{C14DA453-8FFC-A94F-9724-8E77B79F8622}" type="presParOf" srcId="{C9171F09-456F-40AC-A5AB-93CF0991D6D2}" destId="{E0F53FD2-293F-4930-B8D8-A64E456E25F7}" srcOrd="7" destOrd="0" presId="urn:microsoft.com/office/officeart/2008/layout/HorizontalMultiLevelHierarchy"/>
    <dgm:cxn modelId="{3244051C-D600-FD46-B918-A0A882717BA8}" type="presParOf" srcId="{E0F53FD2-293F-4930-B8D8-A64E456E25F7}" destId="{EA037A08-AEB2-45C5-B84C-D171ABCD9C07}" srcOrd="0" destOrd="0" presId="urn:microsoft.com/office/officeart/2008/layout/HorizontalMultiLevelHierarchy"/>
    <dgm:cxn modelId="{BBC6B950-E020-1C45-BF2B-FA4DC05CA32D}" type="presParOf" srcId="{E0F53FD2-293F-4930-B8D8-A64E456E25F7}" destId="{14609CB6-76D4-4C9D-908B-25C40E9D56EF}" srcOrd="1" destOrd="0" presId="urn:microsoft.com/office/officeart/2008/layout/HorizontalMultiLevelHierarchy"/>
    <dgm:cxn modelId="{F38587A8-5EC6-0F41-8880-2331F34ED4FD}" type="presParOf" srcId="{52689819-1712-490D-89CC-4CA632320683}" destId="{0BC3755B-C3FF-4760-B421-B9307293CB01}" srcOrd="2" destOrd="0" presId="urn:microsoft.com/office/officeart/2008/layout/HorizontalMultiLevelHierarchy"/>
    <dgm:cxn modelId="{52C03CB5-99BC-F24B-8D8C-661F40DFFBCF}" type="presParOf" srcId="{0BC3755B-C3FF-4760-B421-B9307293CB01}" destId="{F3DA8D54-FAD3-4ECB-8E1F-723D042104AF}" srcOrd="0" destOrd="0" presId="urn:microsoft.com/office/officeart/2008/layout/HorizontalMultiLevelHierarchy"/>
    <dgm:cxn modelId="{E8298CEC-CD08-5A40-847D-3CAF0EDE4BCB}" type="presParOf" srcId="{52689819-1712-490D-89CC-4CA632320683}" destId="{B035361B-1F75-46CB-9238-378E135FAA0A}" srcOrd="3" destOrd="0" presId="urn:microsoft.com/office/officeart/2008/layout/HorizontalMultiLevelHierarchy"/>
    <dgm:cxn modelId="{96FF6940-73E6-7043-815E-2E07589F83EB}" type="presParOf" srcId="{B035361B-1F75-46CB-9238-378E135FAA0A}" destId="{77661908-6D4D-4771-9BDD-C8C8ABEED1F2}" srcOrd="0" destOrd="0" presId="urn:microsoft.com/office/officeart/2008/layout/HorizontalMultiLevelHierarchy"/>
    <dgm:cxn modelId="{7967BCEF-574C-6B4C-B7D7-70D88AD0B0F2}" type="presParOf" srcId="{B035361B-1F75-46CB-9238-378E135FAA0A}" destId="{4A0DF48C-7657-4B00-AC00-BB24578C1E27}" srcOrd="1" destOrd="0" presId="urn:microsoft.com/office/officeart/2008/layout/HorizontalMultiLevelHierarchy"/>
    <dgm:cxn modelId="{1C80F846-81B4-FE4C-95A7-4E6F29DAC1D0}" type="presParOf" srcId="{4A0DF48C-7657-4B00-AC00-BB24578C1E27}" destId="{0FD37247-F01A-4A7B-9596-14864C88AB9E}" srcOrd="0" destOrd="0" presId="urn:microsoft.com/office/officeart/2008/layout/HorizontalMultiLevelHierarchy"/>
    <dgm:cxn modelId="{D856692D-5B13-5E46-8A7F-ED4EE6D2908C}" type="presParOf" srcId="{0FD37247-F01A-4A7B-9596-14864C88AB9E}" destId="{6B7B5465-2E00-471A-975A-4060C4B33BBF}" srcOrd="0" destOrd="0" presId="urn:microsoft.com/office/officeart/2008/layout/HorizontalMultiLevelHierarchy"/>
    <dgm:cxn modelId="{C0EF0E06-9051-B843-A1BF-733E3C43D7AD}" type="presParOf" srcId="{4A0DF48C-7657-4B00-AC00-BB24578C1E27}" destId="{ADFFC15D-95F5-4675-980B-849227F3A3A3}" srcOrd="1" destOrd="0" presId="urn:microsoft.com/office/officeart/2008/layout/HorizontalMultiLevelHierarchy"/>
    <dgm:cxn modelId="{F9B9D846-B3C8-8042-8ED6-C9329C82F9E5}" type="presParOf" srcId="{ADFFC15D-95F5-4675-980B-849227F3A3A3}" destId="{B8B65A2C-6FF7-4B90-9C8E-39A6E3421F28}" srcOrd="0" destOrd="0" presId="urn:microsoft.com/office/officeart/2008/layout/HorizontalMultiLevelHierarchy"/>
    <dgm:cxn modelId="{8E1EB315-A888-0443-B64A-77F7129C530C}" type="presParOf" srcId="{ADFFC15D-95F5-4675-980B-849227F3A3A3}" destId="{66B3661D-3796-4572-846B-54E15A34CAA3}" srcOrd="1" destOrd="0" presId="urn:microsoft.com/office/officeart/2008/layout/HorizontalMultiLevelHierarchy"/>
    <dgm:cxn modelId="{D39B7750-B112-604A-87F6-8FBB55C153AF}" type="presParOf" srcId="{4A0DF48C-7657-4B00-AC00-BB24578C1E27}" destId="{F84CD1C2-8BF3-44DF-BC62-93EC657AEB87}" srcOrd="2" destOrd="0" presId="urn:microsoft.com/office/officeart/2008/layout/HorizontalMultiLevelHierarchy"/>
    <dgm:cxn modelId="{D187BFE8-E52B-6F4C-BF1C-A7E164CFE7E8}" type="presParOf" srcId="{F84CD1C2-8BF3-44DF-BC62-93EC657AEB87}" destId="{0E75DE7C-9FEE-4ED4-AEED-36C56AE237EC}" srcOrd="0" destOrd="0" presId="urn:microsoft.com/office/officeart/2008/layout/HorizontalMultiLevelHierarchy"/>
    <dgm:cxn modelId="{D277ED68-69A7-C54C-98CD-0890D1DCB6C1}" type="presParOf" srcId="{4A0DF48C-7657-4B00-AC00-BB24578C1E27}" destId="{10E10236-52E3-42DC-B36E-9055FAFC1AF0}" srcOrd="3" destOrd="0" presId="urn:microsoft.com/office/officeart/2008/layout/HorizontalMultiLevelHierarchy"/>
    <dgm:cxn modelId="{05895BEF-7770-1B4C-8D9E-6570A3FA2D9E}" type="presParOf" srcId="{10E10236-52E3-42DC-B36E-9055FAFC1AF0}" destId="{FA6E581B-687B-4802-9898-6369DE3F7DB6}" srcOrd="0" destOrd="0" presId="urn:microsoft.com/office/officeart/2008/layout/HorizontalMultiLevelHierarchy"/>
    <dgm:cxn modelId="{281FCD31-CC44-274B-AB8F-AD8E96772436}" type="presParOf" srcId="{10E10236-52E3-42DC-B36E-9055FAFC1AF0}" destId="{35E734AA-F429-4AD8-BC14-1857D566AED2}" srcOrd="1" destOrd="0" presId="urn:microsoft.com/office/officeart/2008/layout/HorizontalMultiLevelHierarchy"/>
    <dgm:cxn modelId="{CD94496E-DF84-9440-9EBB-BD431F2710A4}" type="presParOf" srcId="{4A0DF48C-7657-4B00-AC00-BB24578C1E27}" destId="{CAE0968C-3C72-4C76-B978-2DA64273474E}" srcOrd="4" destOrd="0" presId="urn:microsoft.com/office/officeart/2008/layout/HorizontalMultiLevelHierarchy"/>
    <dgm:cxn modelId="{6D301A3D-6103-444A-9064-7B955F06D1B5}" type="presParOf" srcId="{CAE0968C-3C72-4C76-B978-2DA64273474E}" destId="{27235B7D-5DAF-4B02-AD91-3323862DBB4D}" srcOrd="0" destOrd="0" presId="urn:microsoft.com/office/officeart/2008/layout/HorizontalMultiLevelHierarchy"/>
    <dgm:cxn modelId="{D1CEC692-8BDA-F34D-9A2E-E22F9FF93ABD}" type="presParOf" srcId="{4A0DF48C-7657-4B00-AC00-BB24578C1E27}" destId="{24AE7FE8-0F68-4AF0-BD1C-AD71F8425C7D}" srcOrd="5" destOrd="0" presId="urn:microsoft.com/office/officeart/2008/layout/HorizontalMultiLevelHierarchy"/>
    <dgm:cxn modelId="{FB40589B-A40D-A849-B604-21847704677A}" type="presParOf" srcId="{24AE7FE8-0F68-4AF0-BD1C-AD71F8425C7D}" destId="{A85DD8F5-FA3B-4875-8455-6DEDE2D0F061}" srcOrd="0" destOrd="0" presId="urn:microsoft.com/office/officeart/2008/layout/HorizontalMultiLevelHierarchy"/>
    <dgm:cxn modelId="{14632404-9769-6945-B75C-C16C93DCF5BD}" type="presParOf" srcId="{24AE7FE8-0F68-4AF0-BD1C-AD71F8425C7D}" destId="{7BDCCE48-A14C-48E3-91A9-A6EF2D197D94}" srcOrd="1" destOrd="0" presId="urn:microsoft.com/office/officeart/2008/layout/HorizontalMultiLevelHierarchy"/>
    <dgm:cxn modelId="{5A993840-72CE-AF4E-BE80-EA967982827C}" type="presParOf" srcId="{4A0DF48C-7657-4B00-AC00-BB24578C1E27}" destId="{3EA94A91-63A4-4A9F-B397-D4B9ACD25194}" srcOrd="6" destOrd="0" presId="urn:microsoft.com/office/officeart/2008/layout/HorizontalMultiLevelHierarchy"/>
    <dgm:cxn modelId="{4290F14F-9350-614C-BC9B-B7DC5E09A339}" type="presParOf" srcId="{3EA94A91-63A4-4A9F-B397-D4B9ACD25194}" destId="{8CCE517E-19BD-4BFA-AF3D-1C791C756AF0}" srcOrd="0" destOrd="0" presId="urn:microsoft.com/office/officeart/2008/layout/HorizontalMultiLevelHierarchy"/>
    <dgm:cxn modelId="{3A8E2132-386F-A649-A0C1-BB93AA662B96}" type="presParOf" srcId="{4A0DF48C-7657-4B00-AC00-BB24578C1E27}" destId="{4843356A-2822-4B97-BD97-40FC959F9E65}" srcOrd="7" destOrd="0" presId="urn:microsoft.com/office/officeart/2008/layout/HorizontalMultiLevelHierarchy"/>
    <dgm:cxn modelId="{CC3BF61C-64D0-1D4B-8EF4-703BA6F5A1CF}" type="presParOf" srcId="{4843356A-2822-4B97-BD97-40FC959F9E65}" destId="{64A56393-6A9E-4CB1-A4C6-580D2F1E2649}" srcOrd="0" destOrd="0" presId="urn:microsoft.com/office/officeart/2008/layout/HorizontalMultiLevelHierarchy"/>
    <dgm:cxn modelId="{26B7A98F-FA5E-C345-A440-80A55E6A651E}" type="presParOf" srcId="{4843356A-2822-4B97-BD97-40FC959F9E65}" destId="{FDC41A94-0F8B-4C00-BA50-E54375629DA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6BC34830-44F2-43B2-9A82-E3F7F178DA7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2245325-C537-4F62-BC6B-8B10A29D1559}">
      <dgm:prSet phldrT="[Texto]" custT="1"/>
      <dgm:spPr/>
      <dgm:t>
        <a:bodyPr/>
        <a:lstStyle/>
        <a:p>
          <a:r>
            <a:rPr lang="es-MX" sz="2900" dirty="0"/>
            <a:t>Obsequios, Atenciones y Representación</a:t>
          </a:r>
        </a:p>
        <a:p>
          <a:r>
            <a:rPr lang="es-MX" sz="1000" dirty="0"/>
            <a:t>LISR 28-III</a:t>
          </a:r>
        </a:p>
      </dgm:t>
    </dgm:pt>
    <dgm:pt modelId="{38E0FC3D-C209-4371-B0D5-156B1D26D073}" type="parTrans" cxnId="{9C1D2B0B-9545-44A9-8317-B73B51ABB933}">
      <dgm:prSet/>
      <dgm:spPr/>
      <dgm:t>
        <a:bodyPr/>
        <a:lstStyle/>
        <a:p>
          <a:endParaRPr lang="es-MX"/>
        </a:p>
      </dgm:t>
    </dgm:pt>
    <dgm:pt modelId="{8C30B780-DB4B-42AB-A669-5716ACEA4FAB}" type="sibTrans" cxnId="{9C1D2B0B-9545-44A9-8317-B73B51ABB933}">
      <dgm:prSet/>
      <dgm:spPr/>
      <dgm:t>
        <a:bodyPr/>
        <a:lstStyle/>
        <a:p>
          <a:endParaRPr lang="es-MX"/>
        </a:p>
      </dgm:t>
    </dgm:pt>
    <dgm:pt modelId="{63CFFAE9-68C6-419A-91C5-A7DD03333248}">
      <dgm:prSet phldrT="[Texto]"/>
      <dgm:spPr/>
      <dgm:t>
        <a:bodyPr/>
        <a:lstStyle/>
        <a:p>
          <a:r>
            <a:rPr lang="es-MX" dirty="0"/>
            <a:t>Directamente relacionados con la operación</a:t>
          </a:r>
        </a:p>
      </dgm:t>
    </dgm:pt>
    <dgm:pt modelId="{58F7F18B-6A6F-4BAD-934D-5D0DF3F896E6}" type="parTrans" cxnId="{3A25E25F-6C0D-48B1-9033-26EDC14E0C8F}">
      <dgm:prSet/>
      <dgm:spPr/>
      <dgm:t>
        <a:bodyPr/>
        <a:lstStyle/>
        <a:p>
          <a:endParaRPr lang="es-MX"/>
        </a:p>
      </dgm:t>
    </dgm:pt>
    <dgm:pt modelId="{67743F96-2705-4D05-801D-A2E385292218}" type="sibTrans" cxnId="{3A25E25F-6C0D-48B1-9033-26EDC14E0C8F}">
      <dgm:prSet/>
      <dgm:spPr/>
      <dgm:t>
        <a:bodyPr/>
        <a:lstStyle/>
        <a:p>
          <a:endParaRPr lang="es-MX"/>
        </a:p>
      </dgm:t>
    </dgm:pt>
    <dgm:pt modelId="{95EA7AB9-3351-4897-91C7-9FF1DB6FA4A1}">
      <dgm:prSet phldrT="[Texto]"/>
      <dgm:spPr/>
      <dgm:t>
        <a:bodyPr/>
        <a:lstStyle/>
        <a:p>
          <a:r>
            <a:rPr lang="es-MX" dirty="0"/>
            <a:t>Ofrecidos en forma general</a:t>
          </a:r>
        </a:p>
      </dgm:t>
    </dgm:pt>
    <dgm:pt modelId="{A2A33A6D-06FB-4BD8-83FA-1D65F47E8164}" type="parTrans" cxnId="{DF5CE43D-298A-4BF1-AF0A-F70902E0B6AB}">
      <dgm:prSet/>
      <dgm:spPr/>
      <dgm:t>
        <a:bodyPr/>
        <a:lstStyle/>
        <a:p>
          <a:endParaRPr lang="es-MX"/>
        </a:p>
      </dgm:t>
    </dgm:pt>
    <dgm:pt modelId="{D2E31F8A-85EA-4905-A3F0-A29CDC61AF83}" type="sibTrans" cxnId="{DF5CE43D-298A-4BF1-AF0A-F70902E0B6AB}">
      <dgm:prSet/>
      <dgm:spPr/>
      <dgm:t>
        <a:bodyPr/>
        <a:lstStyle/>
        <a:p>
          <a:endParaRPr lang="es-MX"/>
        </a:p>
      </dgm:t>
    </dgm:pt>
    <dgm:pt modelId="{F7BB333B-79DE-4FA3-8EE0-266284F31409}">
      <dgm:prSet phldrT="[Texto]" custT="1"/>
      <dgm:spPr>
        <a:solidFill>
          <a:srgbClr val="FF0000"/>
        </a:solidFill>
      </dgm:spPr>
      <dgm:t>
        <a:bodyPr/>
        <a:lstStyle/>
        <a:p>
          <a:r>
            <a:rPr lang="es-MX" sz="2700" dirty="0"/>
            <a:t>Gastos de Representación</a:t>
          </a:r>
        </a:p>
        <a:p>
          <a:r>
            <a:rPr lang="es-MX" sz="1000" dirty="0"/>
            <a:t>LISR 28-IV</a:t>
          </a:r>
        </a:p>
      </dgm:t>
    </dgm:pt>
    <dgm:pt modelId="{EF9166C0-1253-4680-A0B6-B574A6D4CDC7}" type="parTrans" cxnId="{9842B9E2-BD88-4550-8E2D-BF878B908F03}">
      <dgm:prSet/>
      <dgm:spPr/>
      <dgm:t>
        <a:bodyPr/>
        <a:lstStyle/>
        <a:p>
          <a:endParaRPr lang="es-MX"/>
        </a:p>
      </dgm:t>
    </dgm:pt>
    <dgm:pt modelId="{4D98D8EE-400A-4DB6-80CB-32869D0E8417}" type="sibTrans" cxnId="{9842B9E2-BD88-4550-8E2D-BF878B908F03}">
      <dgm:prSet/>
      <dgm:spPr/>
      <dgm:t>
        <a:bodyPr/>
        <a:lstStyle/>
        <a:p>
          <a:endParaRPr lang="es-MX"/>
        </a:p>
      </dgm:t>
    </dgm:pt>
    <dgm:pt modelId="{22666712-E515-4A27-ADC8-5F684E53C355}" type="pres">
      <dgm:prSet presAssocID="{6BC34830-44F2-43B2-9A82-E3F7F178DA7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F4C618C-25A7-4D4E-9895-F7D32D80DFB0}" type="pres">
      <dgm:prSet presAssocID="{B2245325-C537-4F62-BC6B-8B10A29D1559}" presName="root1" presStyleCnt="0"/>
      <dgm:spPr/>
    </dgm:pt>
    <dgm:pt modelId="{5B43EB79-4730-4D98-953C-538A1541F14F}" type="pres">
      <dgm:prSet presAssocID="{B2245325-C537-4F62-BC6B-8B10A29D1559}" presName="LevelOneTextNode" presStyleLbl="node0" presStyleIdx="0" presStyleCnt="1">
        <dgm:presLayoutVars>
          <dgm:chPref val="3"/>
        </dgm:presLayoutVars>
      </dgm:prSet>
      <dgm:spPr/>
    </dgm:pt>
    <dgm:pt modelId="{B17DD84A-32CB-4556-B73E-74A89B978D17}" type="pres">
      <dgm:prSet presAssocID="{B2245325-C537-4F62-BC6B-8B10A29D1559}" presName="level2hierChild" presStyleCnt="0"/>
      <dgm:spPr/>
    </dgm:pt>
    <dgm:pt modelId="{E6917FE7-B553-4546-B537-C29D057057AB}" type="pres">
      <dgm:prSet presAssocID="{58F7F18B-6A6F-4BAD-934D-5D0DF3F896E6}" presName="conn2-1" presStyleLbl="parChTrans1D2" presStyleIdx="0" presStyleCnt="3"/>
      <dgm:spPr/>
    </dgm:pt>
    <dgm:pt modelId="{2EE728AD-7CF7-4E54-9110-4DAB48456DC5}" type="pres">
      <dgm:prSet presAssocID="{58F7F18B-6A6F-4BAD-934D-5D0DF3F896E6}" presName="connTx" presStyleLbl="parChTrans1D2" presStyleIdx="0" presStyleCnt="3"/>
      <dgm:spPr/>
    </dgm:pt>
    <dgm:pt modelId="{DF8F6C73-F835-408E-8FF0-17A78BAEA018}" type="pres">
      <dgm:prSet presAssocID="{63CFFAE9-68C6-419A-91C5-A7DD03333248}" presName="root2" presStyleCnt="0"/>
      <dgm:spPr/>
    </dgm:pt>
    <dgm:pt modelId="{BE5827EE-4407-4EDF-9686-A34B9BDB3C0F}" type="pres">
      <dgm:prSet presAssocID="{63CFFAE9-68C6-419A-91C5-A7DD03333248}" presName="LevelTwoTextNode" presStyleLbl="node2" presStyleIdx="0" presStyleCnt="3">
        <dgm:presLayoutVars>
          <dgm:chPref val="3"/>
        </dgm:presLayoutVars>
      </dgm:prSet>
      <dgm:spPr/>
    </dgm:pt>
    <dgm:pt modelId="{6B989FB4-5006-487D-8F1C-52ABDA53A723}" type="pres">
      <dgm:prSet presAssocID="{63CFFAE9-68C6-419A-91C5-A7DD03333248}" presName="level3hierChild" presStyleCnt="0"/>
      <dgm:spPr/>
    </dgm:pt>
    <dgm:pt modelId="{28385D4C-3836-45ED-BBF7-C384AFCB811B}" type="pres">
      <dgm:prSet presAssocID="{A2A33A6D-06FB-4BD8-83FA-1D65F47E8164}" presName="conn2-1" presStyleLbl="parChTrans1D2" presStyleIdx="1" presStyleCnt="3"/>
      <dgm:spPr/>
    </dgm:pt>
    <dgm:pt modelId="{E68E4A99-DA3F-42AB-AFD6-B960C78C751D}" type="pres">
      <dgm:prSet presAssocID="{A2A33A6D-06FB-4BD8-83FA-1D65F47E8164}" presName="connTx" presStyleLbl="parChTrans1D2" presStyleIdx="1" presStyleCnt="3"/>
      <dgm:spPr/>
    </dgm:pt>
    <dgm:pt modelId="{24EA970F-7375-4301-9577-2D29C605B1B6}" type="pres">
      <dgm:prSet presAssocID="{95EA7AB9-3351-4897-91C7-9FF1DB6FA4A1}" presName="root2" presStyleCnt="0"/>
      <dgm:spPr/>
    </dgm:pt>
    <dgm:pt modelId="{5F1DF912-7868-4131-AEA8-BEEB81182BC1}" type="pres">
      <dgm:prSet presAssocID="{95EA7AB9-3351-4897-91C7-9FF1DB6FA4A1}" presName="LevelTwoTextNode" presStyleLbl="node2" presStyleIdx="1" presStyleCnt="3">
        <dgm:presLayoutVars>
          <dgm:chPref val="3"/>
        </dgm:presLayoutVars>
      </dgm:prSet>
      <dgm:spPr/>
    </dgm:pt>
    <dgm:pt modelId="{98FF7237-0E52-41AB-AB36-65B59AB2A125}" type="pres">
      <dgm:prSet presAssocID="{95EA7AB9-3351-4897-91C7-9FF1DB6FA4A1}" presName="level3hierChild" presStyleCnt="0"/>
      <dgm:spPr/>
    </dgm:pt>
    <dgm:pt modelId="{C44531F8-1758-44EA-912B-3FDBF98E30E8}" type="pres">
      <dgm:prSet presAssocID="{EF9166C0-1253-4680-A0B6-B574A6D4CDC7}" presName="conn2-1" presStyleLbl="parChTrans1D2" presStyleIdx="2" presStyleCnt="3"/>
      <dgm:spPr/>
    </dgm:pt>
    <dgm:pt modelId="{0E209621-5AA7-4173-83CF-32F3B30719E1}" type="pres">
      <dgm:prSet presAssocID="{EF9166C0-1253-4680-A0B6-B574A6D4CDC7}" presName="connTx" presStyleLbl="parChTrans1D2" presStyleIdx="2" presStyleCnt="3"/>
      <dgm:spPr/>
    </dgm:pt>
    <dgm:pt modelId="{FF856297-4748-4D03-865B-7E704414E858}" type="pres">
      <dgm:prSet presAssocID="{F7BB333B-79DE-4FA3-8EE0-266284F31409}" presName="root2" presStyleCnt="0"/>
      <dgm:spPr/>
    </dgm:pt>
    <dgm:pt modelId="{46A33100-1737-4D67-8560-68F191B03ED3}" type="pres">
      <dgm:prSet presAssocID="{F7BB333B-79DE-4FA3-8EE0-266284F31409}" presName="LevelTwoTextNode" presStyleLbl="node2" presStyleIdx="2" presStyleCnt="3">
        <dgm:presLayoutVars>
          <dgm:chPref val="3"/>
        </dgm:presLayoutVars>
      </dgm:prSet>
      <dgm:spPr/>
    </dgm:pt>
    <dgm:pt modelId="{09C0E961-C637-46D1-AC8E-4A3E4675542A}" type="pres">
      <dgm:prSet presAssocID="{F7BB333B-79DE-4FA3-8EE0-266284F31409}" presName="level3hierChild" presStyleCnt="0"/>
      <dgm:spPr/>
    </dgm:pt>
  </dgm:ptLst>
  <dgm:cxnLst>
    <dgm:cxn modelId="{832EA603-9A4B-CC41-916E-840D8B6CBC21}" type="presOf" srcId="{F7BB333B-79DE-4FA3-8EE0-266284F31409}" destId="{46A33100-1737-4D67-8560-68F191B03ED3}" srcOrd="0" destOrd="0" presId="urn:microsoft.com/office/officeart/2008/layout/HorizontalMultiLevelHierarchy"/>
    <dgm:cxn modelId="{9C1D2B0B-9545-44A9-8317-B73B51ABB933}" srcId="{6BC34830-44F2-43B2-9A82-E3F7F178DA7F}" destId="{B2245325-C537-4F62-BC6B-8B10A29D1559}" srcOrd="0" destOrd="0" parTransId="{38E0FC3D-C209-4371-B0D5-156B1D26D073}" sibTransId="{8C30B780-DB4B-42AB-A669-5716ACEA4FAB}"/>
    <dgm:cxn modelId="{0F6DCF1F-97E8-1B48-BF78-1BCCC7E21784}" type="presOf" srcId="{B2245325-C537-4F62-BC6B-8B10A29D1559}" destId="{5B43EB79-4730-4D98-953C-538A1541F14F}" srcOrd="0" destOrd="0" presId="urn:microsoft.com/office/officeart/2008/layout/HorizontalMultiLevelHierarchy"/>
    <dgm:cxn modelId="{DF5CE43D-298A-4BF1-AF0A-F70902E0B6AB}" srcId="{B2245325-C537-4F62-BC6B-8B10A29D1559}" destId="{95EA7AB9-3351-4897-91C7-9FF1DB6FA4A1}" srcOrd="1" destOrd="0" parTransId="{A2A33A6D-06FB-4BD8-83FA-1D65F47E8164}" sibTransId="{D2E31F8A-85EA-4905-A3F0-A29CDC61AF83}"/>
    <dgm:cxn modelId="{3A25E25F-6C0D-48B1-9033-26EDC14E0C8F}" srcId="{B2245325-C537-4F62-BC6B-8B10A29D1559}" destId="{63CFFAE9-68C6-419A-91C5-A7DD03333248}" srcOrd="0" destOrd="0" parTransId="{58F7F18B-6A6F-4BAD-934D-5D0DF3F896E6}" sibTransId="{67743F96-2705-4D05-801D-A2E385292218}"/>
    <dgm:cxn modelId="{215F0B89-24F2-AB44-96A5-9A1263912B40}" type="presOf" srcId="{58F7F18B-6A6F-4BAD-934D-5D0DF3F896E6}" destId="{E6917FE7-B553-4546-B537-C29D057057AB}" srcOrd="0" destOrd="0" presId="urn:microsoft.com/office/officeart/2008/layout/HorizontalMultiLevelHierarchy"/>
    <dgm:cxn modelId="{48B5378B-3CCF-724B-9415-4D6E1E3717CA}" type="presOf" srcId="{A2A33A6D-06FB-4BD8-83FA-1D65F47E8164}" destId="{E68E4A99-DA3F-42AB-AFD6-B960C78C751D}" srcOrd="1" destOrd="0" presId="urn:microsoft.com/office/officeart/2008/layout/HorizontalMultiLevelHierarchy"/>
    <dgm:cxn modelId="{3C722DAD-C8F7-EC45-9532-644EA03037CC}" type="presOf" srcId="{63CFFAE9-68C6-419A-91C5-A7DD03333248}" destId="{BE5827EE-4407-4EDF-9686-A34B9BDB3C0F}" srcOrd="0" destOrd="0" presId="urn:microsoft.com/office/officeart/2008/layout/HorizontalMultiLevelHierarchy"/>
    <dgm:cxn modelId="{A8877DBA-CDD6-7445-9030-9ED0633BFEA0}" type="presOf" srcId="{EF9166C0-1253-4680-A0B6-B574A6D4CDC7}" destId="{C44531F8-1758-44EA-912B-3FDBF98E30E8}" srcOrd="0" destOrd="0" presId="urn:microsoft.com/office/officeart/2008/layout/HorizontalMultiLevelHierarchy"/>
    <dgm:cxn modelId="{F8E4D5E0-E9FC-CA4D-866C-0A4EEE6E17A0}" type="presOf" srcId="{95EA7AB9-3351-4897-91C7-9FF1DB6FA4A1}" destId="{5F1DF912-7868-4131-AEA8-BEEB81182BC1}" srcOrd="0" destOrd="0" presId="urn:microsoft.com/office/officeart/2008/layout/HorizontalMultiLevelHierarchy"/>
    <dgm:cxn modelId="{9842B9E2-BD88-4550-8E2D-BF878B908F03}" srcId="{B2245325-C537-4F62-BC6B-8B10A29D1559}" destId="{F7BB333B-79DE-4FA3-8EE0-266284F31409}" srcOrd="2" destOrd="0" parTransId="{EF9166C0-1253-4680-A0B6-B574A6D4CDC7}" sibTransId="{4D98D8EE-400A-4DB6-80CB-32869D0E8417}"/>
    <dgm:cxn modelId="{70B9CFE8-5D9D-FF40-98FB-447296D90EEB}" type="presOf" srcId="{EF9166C0-1253-4680-A0B6-B574A6D4CDC7}" destId="{0E209621-5AA7-4173-83CF-32F3B30719E1}" srcOrd="1" destOrd="0" presId="urn:microsoft.com/office/officeart/2008/layout/HorizontalMultiLevelHierarchy"/>
    <dgm:cxn modelId="{C69BFEED-62ED-2245-B0B5-2D578C4F7D9D}" type="presOf" srcId="{6BC34830-44F2-43B2-9A82-E3F7F178DA7F}" destId="{22666712-E515-4A27-ADC8-5F684E53C355}" srcOrd="0" destOrd="0" presId="urn:microsoft.com/office/officeart/2008/layout/HorizontalMultiLevelHierarchy"/>
    <dgm:cxn modelId="{38A8DAEE-118F-A049-8A16-D5FBC0455EA7}" type="presOf" srcId="{A2A33A6D-06FB-4BD8-83FA-1D65F47E8164}" destId="{28385D4C-3836-45ED-BBF7-C384AFCB811B}" srcOrd="0" destOrd="0" presId="urn:microsoft.com/office/officeart/2008/layout/HorizontalMultiLevelHierarchy"/>
    <dgm:cxn modelId="{F1736DF8-7162-564E-AD5F-BA460132A0F0}" type="presOf" srcId="{58F7F18B-6A6F-4BAD-934D-5D0DF3F896E6}" destId="{2EE728AD-7CF7-4E54-9110-4DAB48456DC5}" srcOrd="1" destOrd="0" presId="urn:microsoft.com/office/officeart/2008/layout/HorizontalMultiLevelHierarchy"/>
    <dgm:cxn modelId="{55FD2679-C12C-3141-96EA-A7B4197F724F}" type="presParOf" srcId="{22666712-E515-4A27-ADC8-5F684E53C355}" destId="{8F4C618C-25A7-4D4E-9895-F7D32D80DFB0}" srcOrd="0" destOrd="0" presId="urn:microsoft.com/office/officeart/2008/layout/HorizontalMultiLevelHierarchy"/>
    <dgm:cxn modelId="{C468B07A-F2F4-3A49-8F6A-13D8224E4D50}" type="presParOf" srcId="{8F4C618C-25A7-4D4E-9895-F7D32D80DFB0}" destId="{5B43EB79-4730-4D98-953C-538A1541F14F}" srcOrd="0" destOrd="0" presId="urn:microsoft.com/office/officeart/2008/layout/HorizontalMultiLevelHierarchy"/>
    <dgm:cxn modelId="{65DD624B-2104-9A4E-B318-C3FC39A1AC2F}" type="presParOf" srcId="{8F4C618C-25A7-4D4E-9895-F7D32D80DFB0}" destId="{B17DD84A-32CB-4556-B73E-74A89B978D17}" srcOrd="1" destOrd="0" presId="urn:microsoft.com/office/officeart/2008/layout/HorizontalMultiLevelHierarchy"/>
    <dgm:cxn modelId="{A55E6A70-4069-5340-8B7A-6E460EC66A46}" type="presParOf" srcId="{B17DD84A-32CB-4556-B73E-74A89B978D17}" destId="{E6917FE7-B553-4546-B537-C29D057057AB}" srcOrd="0" destOrd="0" presId="urn:microsoft.com/office/officeart/2008/layout/HorizontalMultiLevelHierarchy"/>
    <dgm:cxn modelId="{17F01672-74B2-814F-B4A6-4D2101A6C8C3}" type="presParOf" srcId="{E6917FE7-B553-4546-B537-C29D057057AB}" destId="{2EE728AD-7CF7-4E54-9110-4DAB48456DC5}" srcOrd="0" destOrd="0" presId="urn:microsoft.com/office/officeart/2008/layout/HorizontalMultiLevelHierarchy"/>
    <dgm:cxn modelId="{D9CDA183-5504-B747-B38B-D3811609E120}" type="presParOf" srcId="{B17DD84A-32CB-4556-B73E-74A89B978D17}" destId="{DF8F6C73-F835-408E-8FF0-17A78BAEA018}" srcOrd="1" destOrd="0" presId="urn:microsoft.com/office/officeart/2008/layout/HorizontalMultiLevelHierarchy"/>
    <dgm:cxn modelId="{CD17BC7C-A1FC-A04D-955E-6E98B08A15E9}" type="presParOf" srcId="{DF8F6C73-F835-408E-8FF0-17A78BAEA018}" destId="{BE5827EE-4407-4EDF-9686-A34B9BDB3C0F}" srcOrd="0" destOrd="0" presId="urn:microsoft.com/office/officeart/2008/layout/HorizontalMultiLevelHierarchy"/>
    <dgm:cxn modelId="{256483FC-C818-374B-B9BB-0E6074FAADAC}" type="presParOf" srcId="{DF8F6C73-F835-408E-8FF0-17A78BAEA018}" destId="{6B989FB4-5006-487D-8F1C-52ABDA53A723}" srcOrd="1" destOrd="0" presId="urn:microsoft.com/office/officeart/2008/layout/HorizontalMultiLevelHierarchy"/>
    <dgm:cxn modelId="{9CFB7EB4-FBF7-B648-A34F-6F84B59F3A03}" type="presParOf" srcId="{B17DD84A-32CB-4556-B73E-74A89B978D17}" destId="{28385D4C-3836-45ED-BBF7-C384AFCB811B}" srcOrd="2" destOrd="0" presId="urn:microsoft.com/office/officeart/2008/layout/HorizontalMultiLevelHierarchy"/>
    <dgm:cxn modelId="{C06CE204-B58C-1245-B17D-50D4D587BBD2}" type="presParOf" srcId="{28385D4C-3836-45ED-BBF7-C384AFCB811B}" destId="{E68E4A99-DA3F-42AB-AFD6-B960C78C751D}" srcOrd="0" destOrd="0" presId="urn:microsoft.com/office/officeart/2008/layout/HorizontalMultiLevelHierarchy"/>
    <dgm:cxn modelId="{DC9F8C46-0F3D-244A-9D1A-44C9EB7A72FD}" type="presParOf" srcId="{B17DD84A-32CB-4556-B73E-74A89B978D17}" destId="{24EA970F-7375-4301-9577-2D29C605B1B6}" srcOrd="3" destOrd="0" presId="urn:microsoft.com/office/officeart/2008/layout/HorizontalMultiLevelHierarchy"/>
    <dgm:cxn modelId="{A7252E95-3569-C146-977B-349FBB7FA828}" type="presParOf" srcId="{24EA970F-7375-4301-9577-2D29C605B1B6}" destId="{5F1DF912-7868-4131-AEA8-BEEB81182BC1}" srcOrd="0" destOrd="0" presId="urn:microsoft.com/office/officeart/2008/layout/HorizontalMultiLevelHierarchy"/>
    <dgm:cxn modelId="{09148F0E-A144-B34A-98A2-F46733ADDF3A}" type="presParOf" srcId="{24EA970F-7375-4301-9577-2D29C605B1B6}" destId="{98FF7237-0E52-41AB-AB36-65B59AB2A125}" srcOrd="1" destOrd="0" presId="urn:microsoft.com/office/officeart/2008/layout/HorizontalMultiLevelHierarchy"/>
    <dgm:cxn modelId="{3E25E90B-ACA0-2E40-9188-FA2F90EB16E9}" type="presParOf" srcId="{B17DD84A-32CB-4556-B73E-74A89B978D17}" destId="{C44531F8-1758-44EA-912B-3FDBF98E30E8}" srcOrd="4" destOrd="0" presId="urn:microsoft.com/office/officeart/2008/layout/HorizontalMultiLevelHierarchy"/>
    <dgm:cxn modelId="{B52C153F-7193-6844-B5A5-ADBBFD59623E}" type="presParOf" srcId="{C44531F8-1758-44EA-912B-3FDBF98E30E8}" destId="{0E209621-5AA7-4173-83CF-32F3B30719E1}" srcOrd="0" destOrd="0" presId="urn:microsoft.com/office/officeart/2008/layout/HorizontalMultiLevelHierarchy"/>
    <dgm:cxn modelId="{32FCD98D-57E3-3142-AA87-5647347680EB}" type="presParOf" srcId="{B17DD84A-32CB-4556-B73E-74A89B978D17}" destId="{FF856297-4748-4D03-865B-7E704414E858}" srcOrd="5" destOrd="0" presId="urn:microsoft.com/office/officeart/2008/layout/HorizontalMultiLevelHierarchy"/>
    <dgm:cxn modelId="{7965A431-9076-D742-A802-D0A98431AAF6}" type="presParOf" srcId="{FF856297-4748-4D03-865B-7E704414E858}" destId="{46A33100-1737-4D67-8560-68F191B03ED3}" srcOrd="0" destOrd="0" presId="urn:microsoft.com/office/officeart/2008/layout/HorizontalMultiLevelHierarchy"/>
    <dgm:cxn modelId="{25B67FF7-DCA7-814A-A415-8C3BF4701F49}" type="presParOf" srcId="{FF856297-4748-4D03-865B-7E704414E858}" destId="{09C0E961-C637-46D1-AC8E-4A3E4675542A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E7BC7F17-FCD0-4161-9752-2D8147E67AE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4A0E43F-18CA-40FB-BCE8-B2160A4E6B4F}">
      <dgm:prSet phldrT="[Texto]" custT="1"/>
      <dgm:spPr/>
      <dgm:t>
        <a:bodyPr/>
        <a:lstStyle/>
        <a:p>
          <a:r>
            <a:rPr lang="es-MX" sz="1400" dirty="0"/>
            <a:t>Créditos Incobrables</a:t>
          </a:r>
        </a:p>
        <a:p>
          <a:r>
            <a:rPr lang="es-MX" sz="1000" dirty="0"/>
            <a:t>LISR 27-XV</a:t>
          </a:r>
        </a:p>
      </dgm:t>
    </dgm:pt>
    <dgm:pt modelId="{B6563CA3-D034-4412-A737-A07FBF8058E1}" type="parTrans" cxnId="{8EE58C8F-6E4C-40D6-971B-2A1D23DE3DA2}">
      <dgm:prSet/>
      <dgm:spPr/>
      <dgm:t>
        <a:bodyPr/>
        <a:lstStyle/>
        <a:p>
          <a:endParaRPr lang="es-MX"/>
        </a:p>
      </dgm:t>
    </dgm:pt>
    <dgm:pt modelId="{E59CD1BC-75A8-4235-B58E-413C6F5587A3}" type="sibTrans" cxnId="{8EE58C8F-6E4C-40D6-971B-2A1D23DE3DA2}">
      <dgm:prSet/>
      <dgm:spPr/>
      <dgm:t>
        <a:bodyPr/>
        <a:lstStyle/>
        <a:p>
          <a:endParaRPr lang="es-MX"/>
        </a:p>
      </dgm:t>
    </dgm:pt>
    <dgm:pt modelId="{FF1E0FFF-2023-496B-B276-ED299922C5E8}">
      <dgm:prSet phldrT="[Texto]"/>
      <dgm:spPr/>
      <dgm:t>
        <a:bodyPr/>
        <a:lstStyle/>
        <a:p>
          <a:r>
            <a:rPr lang="es-MX" dirty="0"/>
            <a:t>En el mes en el que se consuma el plazo para la prescripción</a:t>
          </a:r>
        </a:p>
      </dgm:t>
    </dgm:pt>
    <dgm:pt modelId="{FE4FBC79-BA52-43FE-B532-69A0FCB472D8}" type="parTrans" cxnId="{20D222DB-ADF9-4BB2-A0EE-4DD057E32266}">
      <dgm:prSet/>
      <dgm:spPr/>
      <dgm:t>
        <a:bodyPr/>
        <a:lstStyle/>
        <a:p>
          <a:endParaRPr lang="es-MX"/>
        </a:p>
      </dgm:t>
    </dgm:pt>
    <dgm:pt modelId="{DA906F4D-2180-4D71-A11A-C73295FF4E9D}" type="sibTrans" cxnId="{20D222DB-ADF9-4BB2-A0EE-4DD057E32266}">
      <dgm:prSet/>
      <dgm:spPr/>
      <dgm:t>
        <a:bodyPr/>
        <a:lstStyle/>
        <a:p>
          <a:endParaRPr lang="es-MX"/>
        </a:p>
      </dgm:t>
    </dgm:pt>
    <dgm:pt modelId="{11A40D28-182A-427D-9E0D-DB033E1A117E}">
      <dgm:prSet phldrT="[Texto]"/>
      <dgm:spPr/>
      <dgm:t>
        <a:bodyPr/>
        <a:lstStyle/>
        <a:p>
          <a:r>
            <a:rPr lang="es-MX" dirty="0"/>
            <a:t>Notoria Imposibilidad práctica de cobro</a:t>
          </a:r>
        </a:p>
      </dgm:t>
    </dgm:pt>
    <dgm:pt modelId="{FCA60DB3-C357-4D8C-9B81-B68ADFB6AC39}" type="parTrans" cxnId="{DB698957-99CE-421E-9172-F60C0303C54A}">
      <dgm:prSet/>
      <dgm:spPr/>
      <dgm:t>
        <a:bodyPr/>
        <a:lstStyle/>
        <a:p>
          <a:endParaRPr lang="es-MX"/>
        </a:p>
      </dgm:t>
    </dgm:pt>
    <dgm:pt modelId="{86EC4471-8A5E-4EB4-85B9-F2F2FCA0C4C2}" type="sibTrans" cxnId="{DB698957-99CE-421E-9172-F60C0303C54A}">
      <dgm:prSet/>
      <dgm:spPr/>
      <dgm:t>
        <a:bodyPr/>
        <a:lstStyle/>
        <a:p>
          <a:endParaRPr lang="es-MX"/>
        </a:p>
      </dgm:t>
    </dgm:pt>
    <dgm:pt modelId="{8A45E976-F3F4-4F07-999D-E1B14C6C6E91}">
      <dgm:prSet/>
      <dgm:spPr/>
      <dgm:t>
        <a:bodyPr/>
        <a:lstStyle/>
        <a:p>
          <a:r>
            <a:rPr lang="es-MX" dirty="0"/>
            <a:t>Principal hasta 30,000 UDIS</a:t>
          </a:r>
        </a:p>
      </dgm:t>
    </dgm:pt>
    <dgm:pt modelId="{6A61C3F3-5116-4947-91A3-5B0C3E03941D}" type="parTrans" cxnId="{B07D6048-3B5C-4A28-873F-59E4040DBF76}">
      <dgm:prSet/>
      <dgm:spPr/>
      <dgm:t>
        <a:bodyPr/>
        <a:lstStyle/>
        <a:p>
          <a:endParaRPr lang="es-MX"/>
        </a:p>
      </dgm:t>
    </dgm:pt>
    <dgm:pt modelId="{1A0AB373-FE19-4BEF-BF68-299080124AC0}" type="sibTrans" cxnId="{B07D6048-3B5C-4A28-873F-59E4040DBF76}">
      <dgm:prSet/>
      <dgm:spPr/>
      <dgm:t>
        <a:bodyPr/>
        <a:lstStyle/>
        <a:p>
          <a:endParaRPr lang="es-MX"/>
        </a:p>
      </dgm:t>
    </dgm:pt>
    <dgm:pt modelId="{CFD74C62-EFC5-4F92-8A68-9AFD7A9213D7}">
      <dgm:prSet/>
      <dgm:spPr/>
      <dgm:t>
        <a:bodyPr/>
        <a:lstStyle/>
        <a:p>
          <a:r>
            <a:rPr lang="es-MX" dirty="0"/>
            <a:t>Principal mayor a 30,000 UDIS</a:t>
          </a:r>
        </a:p>
      </dgm:t>
    </dgm:pt>
    <dgm:pt modelId="{640468A2-1A89-4F88-9D01-18CD06E7CAFE}" type="parTrans" cxnId="{7CCF4844-3DFF-4138-915C-AA6689E06DC8}">
      <dgm:prSet/>
      <dgm:spPr/>
      <dgm:t>
        <a:bodyPr/>
        <a:lstStyle/>
        <a:p>
          <a:endParaRPr lang="es-MX"/>
        </a:p>
      </dgm:t>
    </dgm:pt>
    <dgm:pt modelId="{52690CF0-ECE4-4054-8650-70BD9039F9ED}" type="sibTrans" cxnId="{7CCF4844-3DFF-4138-915C-AA6689E06DC8}">
      <dgm:prSet/>
      <dgm:spPr/>
      <dgm:t>
        <a:bodyPr/>
        <a:lstStyle/>
        <a:p>
          <a:endParaRPr lang="es-MX"/>
        </a:p>
      </dgm:t>
    </dgm:pt>
    <dgm:pt modelId="{2C3C2973-F33C-4156-BECF-9FDD209F2904}">
      <dgm:prSet/>
      <dgm:spPr/>
      <dgm:t>
        <a:bodyPr/>
        <a:lstStyle/>
        <a:p>
          <a:r>
            <a:rPr lang="es-MX" dirty="0"/>
            <a:t>Público en General </a:t>
          </a:r>
          <a:r>
            <a:rPr lang="es-MX"/>
            <a:t>entre $5,000 </a:t>
          </a:r>
          <a:r>
            <a:rPr lang="es-MX" dirty="0"/>
            <a:t>y 30,000 UDIS</a:t>
          </a:r>
        </a:p>
      </dgm:t>
    </dgm:pt>
    <dgm:pt modelId="{63A56DB9-5B8C-4AAB-BB95-58BDD1BDD545}" type="parTrans" cxnId="{C2305D0F-2FB7-487E-B4D5-2B4EC98DACD4}">
      <dgm:prSet/>
      <dgm:spPr/>
      <dgm:t>
        <a:bodyPr/>
        <a:lstStyle/>
        <a:p>
          <a:endParaRPr lang="es-MX"/>
        </a:p>
      </dgm:t>
    </dgm:pt>
    <dgm:pt modelId="{E091A6FE-8558-4BF3-830E-D16B62AA9124}" type="sibTrans" cxnId="{C2305D0F-2FB7-487E-B4D5-2B4EC98DACD4}">
      <dgm:prSet/>
      <dgm:spPr/>
      <dgm:t>
        <a:bodyPr/>
        <a:lstStyle/>
        <a:p>
          <a:endParaRPr lang="es-MX"/>
        </a:p>
      </dgm:t>
    </dgm:pt>
    <dgm:pt modelId="{99264189-49C1-4806-B04D-05804108216D}">
      <dgm:prSet/>
      <dgm:spPr/>
      <dgm:t>
        <a:bodyPr/>
        <a:lstStyle/>
        <a:p>
          <a:r>
            <a:rPr lang="es-MX" dirty="0"/>
            <a:t>Deudores Empresarios</a:t>
          </a:r>
        </a:p>
      </dgm:t>
    </dgm:pt>
    <dgm:pt modelId="{4F9494AD-2847-4B97-844D-B7DE85089054}" type="parTrans" cxnId="{B6B8C538-45EF-4C24-B711-2A3CCD99BC20}">
      <dgm:prSet/>
      <dgm:spPr/>
      <dgm:t>
        <a:bodyPr/>
        <a:lstStyle/>
        <a:p>
          <a:endParaRPr lang="es-MX"/>
        </a:p>
      </dgm:t>
    </dgm:pt>
    <dgm:pt modelId="{2CB70730-D7EC-4C40-AAF7-E771EFF05510}" type="sibTrans" cxnId="{B6B8C538-45EF-4C24-B711-2A3CCD99BC20}">
      <dgm:prSet/>
      <dgm:spPr/>
      <dgm:t>
        <a:bodyPr/>
        <a:lstStyle/>
        <a:p>
          <a:endParaRPr lang="es-MX"/>
        </a:p>
      </dgm:t>
    </dgm:pt>
    <dgm:pt modelId="{AE942EF8-370E-4255-9DA4-9DDF90E71226}">
      <dgm:prSet/>
      <dgm:spPr/>
      <dgm:t>
        <a:bodyPr/>
        <a:lstStyle/>
        <a:p>
          <a:r>
            <a:rPr lang="es-MX" dirty="0"/>
            <a:t>Otros casos</a:t>
          </a:r>
        </a:p>
      </dgm:t>
    </dgm:pt>
    <dgm:pt modelId="{4D0B2C1E-9BD5-4109-AEED-CF4289FE2E13}" type="parTrans" cxnId="{37708FF4-B6DF-44EB-B8B6-5E38BFF4977F}">
      <dgm:prSet/>
      <dgm:spPr/>
      <dgm:t>
        <a:bodyPr/>
        <a:lstStyle/>
        <a:p>
          <a:endParaRPr lang="es-MX"/>
        </a:p>
      </dgm:t>
    </dgm:pt>
    <dgm:pt modelId="{F33CF488-7E61-44DF-92E3-48A316208930}" type="sibTrans" cxnId="{37708FF4-B6DF-44EB-B8B6-5E38BFF4977F}">
      <dgm:prSet/>
      <dgm:spPr/>
      <dgm:t>
        <a:bodyPr/>
        <a:lstStyle/>
        <a:p>
          <a:endParaRPr lang="es-MX"/>
        </a:p>
      </dgm:t>
    </dgm:pt>
    <dgm:pt modelId="{34147EDD-37DA-4178-8AF3-1DECBD93DD7F}">
      <dgm:prSet/>
      <dgm:spPr/>
      <dgm:t>
        <a:bodyPr/>
        <a:lstStyle/>
        <a:p>
          <a:r>
            <a:rPr lang="es-MX" dirty="0"/>
            <a:t>Un año sin lograr el cobro</a:t>
          </a:r>
        </a:p>
      </dgm:t>
    </dgm:pt>
    <dgm:pt modelId="{151B1087-40D5-489F-AB98-C4A8A3C265B3}" type="parTrans" cxnId="{35EF7B6E-BB9A-437D-8433-6B532A01DDA8}">
      <dgm:prSet/>
      <dgm:spPr/>
      <dgm:t>
        <a:bodyPr/>
        <a:lstStyle/>
        <a:p>
          <a:endParaRPr lang="es-MX"/>
        </a:p>
      </dgm:t>
    </dgm:pt>
    <dgm:pt modelId="{DB3054E1-D378-46EC-8504-02A146C507E4}" type="sibTrans" cxnId="{35EF7B6E-BB9A-437D-8433-6B532A01DDA8}">
      <dgm:prSet/>
      <dgm:spPr/>
      <dgm:t>
        <a:bodyPr/>
        <a:lstStyle/>
        <a:p>
          <a:endParaRPr lang="es-MX"/>
        </a:p>
      </dgm:t>
    </dgm:pt>
    <dgm:pt modelId="{68736FDB-54AA-4372-901C-59A12C096022}">
      <dgm:prSet/>
      <dgm:spPr/>
      <dgm:t>
        <a:bodyPr/>
        <a:lstStyle/>
        <a:p>
          <a:r>
            <a:rPr lang="es-MX" dirty="0"/>
            <a:t>Informe a Sociedad Crediticia</a:t>
          </a:r>
        </a:p>
      </dgm:t>
    </dgm:pt>
    <dgm:pt modelId="{9163BD96-A9CC-4772-8040-18343E28F3C4}" type="parTrans" cxnId="{DBABE6EB-F75C-4FB9-93D2-56A929AB4727}">
      <dgm:prSet/>
      <dgm:spPr/>
      <dgm:t>
        <a:bodyPr/>
        <a:lstStyle/>
        <a:p>
          <a:endParaRPr lang="es-MX"/>
        </a:p>
      </dgm:t>
    </dgm:pt>
    <dgm:pt modelId="{73DCE563-28FE-4E59-B4C4-B83D46EDA2B2}" type="sibTrans" cxnId="{DBABE6EB-F75C-4FB9-93D2-56A929AB4727}">
      <dgm:prSet/>
      <dgm:spPr/>
      <dgm:t>
        <a:bodyPr/>
        <a:lstStyle/>
        <a:p>
          <a:endParaRPr lang="es-MX"/>
        </a:p>
      </dgm:t>
    </dgm:pt>
    <dgm:pt modelId="{0B2F88A2-AF74-4CAD-9B9B-64D7941F78AC}">
      <dgm:prSet/>
      <dgm:spPr/>
      <dgm:t>
        <a:bodyPr/>
        <a:lstStyle/>
        <a:p>
          <a:r>
            <a:rPr lang="es-MX" dirty="0"/>
            <a:t>Un año sin lograr el cobro</a:t>
          </a:r>
        </a:p>
      </dgm:t>
    </dgm:pt>
    <dgm:pt modelId="{463CC6C4-1261-430C-86CC-B0BE6ED5D83C}" type="parTrans" cxnId="{546F52B7-B1A3-4CF7-A256-CF187617D3AB}">
      <dgm:prSet/>
      <dgm:spPr/>
      <dgm:t>
        <a:bodyPr/>
        <a:lstStyle/>
        <a:p>
          <a:endParaRPr lang="es-MX"/>
        </a:p>
      </dgm:t>
    </dgm:pt>
    <dgm:pt modelId="{6C55E23D-0C60-4FD4-B815-A75D348FFE87}" type="sibTrans" cxnId="{546F52B7-B1A3-4CF7-A256-CF187617D3AB}">
      <dgm:prSet/>
      <dgm:spPr/>
      <dgm:t>
        <a:bodyPr/>
        <a:lstStyle/>
        <a:p>
          <a:endParaRPr lang="es-MX"/>
        </a:p>
      </dgm:t>
    </dgm:pt>
    <dgm:pt modelId="{B324D2A2-B228-4DEF-B099-ECA5B209BC2B}">
      <dgm:prSet/>
      <dgm:spPr/>
      <dgm:t>
        <a:bodyPr/>
        <a:lstStyle/>
        <a:p>
          <a:r>
            <a:rPr lang="es-MX" dirty="0"/>
            <a:t>Informe al deudor (para que acumule)</a:t>
          </a:r>
        </a:p>
      </dgm:t>
    </dgm:pt>
    <dgm:pt modelId="{E4ADB804-7869-46A5-9AEA-552095344840}" type="parTrans" cxnId="{7052ED22-E8EA-40F7-8D78-60E22210B5B7}">
      <dgm:prSet/>
      <dgm:spPr/>
      <dgm:t>
        <a:bodyPr/>
        <a:lstStyle/>
        <a:p>
          <a:endParaRPr lang="es-MX"/>
        </a:p>
      </dgm:t>
    </dgm:pt>
    <dgm:pt modelId="{0B1A3249-754B-458D-82A0-CEB3320C13E1}" type="sibTrans" cxnId="{7052ED22-E8EA-40F7-8D78-60E22210B5B7}">
      <dgm:prSet/>
      <dgm:spPr/>
      <dgm:t>
        <a:bodyPr/>
        <a:lstStyle/>
        <a:p>
          <a:endParaRPr lang="es-MX"/>
        </a:p>
      </dgm:t>
    </dgm:pt>
    <dgm:pt modelId="{5A6CA286-5AC0-4375-BF7D-B8480693EFF5}">
      <dgm:prSet/>
      <dgm:spPr/>
      <dgm:t>
        <a:bodyPr/>
        <a:lstStyle/>
        <a:p>
          <a:r>
            <a:rPr lang="es-MX" dirty="0"/>
            <a:t>Informe al SAT</a:t>
          </a:r>
        </a:p>
      </dgm:t>
    </dgm:pt>
    <dgm:pt modelId="{46AF898B-DFFC-4ED0-8BAE-E93309938308}" type="parTrans" cxnId="{D07AB07C-D198-4CEE-A044-BCDEEAC168FB}">
      <dgm:prSet/>
      <dgm:spPr/>
      <dgm:t>
        <a:bodyPr/>
        <a:lstStyle/>
        <a:p>
          <a:endParaRPr lang="es-MX"/>
        </a:p>
      </dgm:t>
    </dgm:pt>
    <dgm:pt modelId="{6372CDBC-6ECA-46C0-AF6F-6DD729C7C9F3}" type="sibTrans" cxnId="{D07AB07C-D198-4CEE-A044-BCDEEAC168FB}">
      <dgm:prSet/>
      <dgm:spPr/>
      <dgm:t>
        <a:bodyPr/>
        <a:lstStyle/>
        <a:p>
          <a:endParaRPr lang="es-MX"/>
        </a:p>
      </dgm:t>
    </dgm:pt>
    <dgm:pt modelId="{A86D52D7-5555-46E9-8F76-E009CF887EDB}">
      <dgm:prSet/>
      <dgm:spPr/>
      <dgm:t>
        <a:bodyPr/>
        <a:lstStyle/>
        <a:p>
          <a:r>
            <a:rPr lang="es-MX" dirty="0"/>
            <a:t>Un año sin lograr el cobro</a:t>
          </a:r>
        </a:p>
      </dgm:t>
    </dgm:pt>
    <dgm:pt modelId="{9154CFD0-97BA-4D60-9FA1-DBDA9BAA9D92}" type="parTrans" cxnId="{C13DF812-B534-4635-B432-53AA4C8FD327}">
      <dgm:prSet/>
      <dgm:spPr/>
      <dgm:t>
        <a:bodyPr/>
        <a:lstStyle/>
        <a:p>
          <a:endParaRPr lang="es-MX"/>
        </a:p>
      </dgm:t>
    </dgm:pt>
    <dgm:pt modelId="{FFA1F943-64C6-4AA7-8706-6771EDAACF46}" type="sibTrans" cxnId="{C13DF812-B534-4635-B432-53AA4C8FD327}">
      <dgm:prSet/>
      <dgm:spPr/>
      <dgm:t>
        <a:bodyPr/>
        <a:lstStyle/>
        <a:p>
          <a:endParaRPr lang="es-MX"/>
        </a:p>
      </dgm:t>
    </dgm:pt>
    <dgm:pt modelId="{9D11F228-7248-4307-B00E-F085435AEFE4}">
      <dgm:prSet/>
      <dgm:spPr/>
      <dgm:t>
        <a:bodyPr/>
        <a:lstStyle/>
        <a:p>
          <a:r>
            <a:rPr lang="es-MX" dirty="0"/>
            <a:t>Resolución definitiva agotando medios de cobro</a:t>
          </a:r>
        </a:p>
      </dgm:t>
    </dgm:pt>
    <dgm:pt modelId="{20443651-DE32-4C8A-A2A5-72F58496D0E9}" type="parTrans" cxnId="{8FAF14C9-FED9-4F15-9A74-4F53420D9CAF}">
      <dgm:prSet/>
      <dgm:spPr/>
      <dgm:t>
        <a:bodyPr/>
        <a:lstStyle/>
        <a:p>
          <a:endParaRPr lang="es-MX"/>
        </a:p>
      </dgm:t>
    </dgm:pt>
    <dgm:pt modelId="{A1F41331-ADF8-4747-8DCF-64F77824F6E8}" type="sibTrans" cxnId="{8FAF14C9-FED9-4F15-9A74-4F53420D9CAF}">
      <dgm:prSet/>
      <dgm:spPr/>
      <dgm:t>
        <a:bodyPr/>
        <a:lstStyle/>
        <a:p>
          <a:endParaRPr lang="es-MX"/>
        </a:p>
      </dgm:t>
    </dgm:pt>
    <dgm:pt modelId="{088376A5-FCD6-4833-84AD-7C284FA30C51}">
      <dgm:prSet/>
      <dgm:spPr/>
      <dgm:t>
        <a:bodyPr/>
        <a:lstStyle/>
        <a:p>
          <a:r>
            <a:rPr lang="es-MX" dirty="0"/>
            <a:t>Informe al deudor (para que acumule)</a:t>
          </a:r>
        </a:p>
      </dgm:t>
    </dgm:pt>
    <dgm:pt modelId="{F0667C1F-B6B0-4B1A-BB13-E6F808E0E29E}" type="parTrans" cxnId="{0D1A5949-D803-4603-8AA2-12B70AEDEDF1}">
      <dgm:prSet/>
      <dgm:spPr/>
      <dgm:t>
        <a:bodyPr/>
        <a:lstStyle/>
        <a:p>
          <a:endParaRPr lang="es-MX"/>
        </a:p>
      </dgm:t>
    </dgm:pt>
    <dgm:pt modelId="{C2A819DA-9883-43AD-8973-22397B844D5A}" type="sibTrans" cxnId="{0D1A5949-D803-4603-8AA2-12B70AEDEDF1}">
      <dgm:prSet/>
      <dgm:spPr/>
      <dgm:t>
        <a:bodyPr/>
        <a:lstStyle/>
        <a:p>
          <a:endParaRPr lang="es-MX"/>
        </a:p>
      </dgm:t>
    </dgm:pt>
    <dgm:pt modelId="{06F83872-841A-4925-93BA-91F28B0CC679}">
      <dgm:prSet/>
      <dgm:spPr/>
      <dgm:t>
        <a:bodyPr/>
        <a:lstStyle/>
        <a:p>
          <a:r>
            <a:rPr lang="es-MX" dirty="0"/>
            <a:t>Informe al SAT</a:t>
          </a:r>
        </a:p>
      </dgm:t>
    </dgm:pt>
    <dgm:pt modelId="{201508DA-AE61-472D-AB1D-FCF3DF2E29BB}" type="parTrans" cxnId="{1D76A57E-919B-4494-B8A4-B2390BA314D9}">
      <dgm:prSet/>
      <dgm:spPr/>
      <dgm:t>
        <a:bodyPr/>
        <a:lstStyle/>
        <a:p>
          <a:endParaRPr lang="es-MX"/>
        </a:p>
      </dgm:t>
    </dgm:pt>
    <dgm:pt modelId="{F525543B-B8C2-40AF-AABC-2AC36BB7F78F}" type="sibTrans" cxnId="{1D76A57E-919B-4494-B8A4-B2390BA314D9}">
      <dgm:prSet/>
      <dgm:spPr/>
      <dgm:t>
        <a:bodyPr/>
        <a:lstStyle/>
        <a:p>
          <a:endParaRPr lang="es-MX"/>
        </a:p>
      </dgm:t>
    </dgm:pt>
    <dgm:pt modelId="{6F7AC0C2-E781-4D55-96ED-56C38BA64376}">
      <dgm:prSet/>
      <dgm:spPr/>
      <dgm:t>
        <a:bodyPr/>
        <a:lstStyle/>
        <a:p>
          <a:r>
            <a:rPr lang="es-MX" dirty="0"/>
            <a:t>Concurso</a:t>
          </a:r>
        </a:p>
        <a:p>
          <a:r>
            <a:rPr lang="es-MX" dirty="0"/>
            <a:t>LCM 2 </a:t>
          </a:r>
        </a:p>
      </dgm:t>
    </dgm:pt>
    <dgm:pt modelId="{99357042-6415-4A88-8049-B9F8BC9983D5}" type="parTrans" cxnId="{22EB427F-0F2A-42D7-8A87-F13437F0352D}">
      <dgm:prSet/>
      <dgm:spPr/>
      <dgm:t>
        <a:bodyPr/>
        <a:lstStyle/>
        <a:p>
          <a:endParaRPr lang="es-MX"/>
        </a:p>
      </dgm:t>
    </dgm:pt>
    <dgm:pt modelId="{2AEBF0C5-042C-4920-B0E2-76D63F86E20A}" type="sibTrans" cxnId="{22EB427F-0F2A-42D7-8A87-F13437F0352D}">
      <dgm:prSet/>
      <dgm:spPr/>
      <dgm:t>
        <a:bodyPr/>
        <a:lstStyle/>
        <a:p>
          <a:endParaRPr lang="es-MX"/>
        </a:p>
      </dgm:t>
    </dgm:pt>
    <dgm:pt modelId="{E978D828-50BC-44FC-87FB-F133153D15E5}">
      <dgm:prSet/>
      <dgm:spPr/>
      <dgm:t>
        <a:bodyPr/>
        <a:lstStyle/>
        <a:p>
          <a:r>
            <a:rPr lang="es-MX" dirty="0"/>
            <a:t>Conciliación</a:t>
          </a:r>
        </a:p>
      </dgm:t>
    </dgm:pt>
    <dgm:pt modelId="{3357A187-F10F-4700-905C-95E2AC1F20ED}" type="parTrans" cxnId="{2C15C9FE-4771-476E-9B0D-95B894CE6E3F}">
      <dgm:prSet/>
      <dgm:spPr/>
      <dgm:t>
        <a:bodyPr/>
        <a:lstStyle/>
        <a:p>
          <a:endParaRPr lang="es-MX"/>
        </a:p>
      </dgm:t>
    </dgm:pt>
    <dgm:pt modelId="{E43CE732-694E-41EE-870A-A74B4024112C}" type="sibTrans" cxnId="{2C15C9FE-4771-476E-9B0D-95B894CE6E3F}">
      <dgm:prSet/>
      <dgm:spPr/>
      <dgm:t>
        <a:bodyPr/>
        <a:lstStyle/>
        <a:p>
          <a:endParaRPr lang="es-MX"/>
        </a:p>
      </dgm:t>
    </dgm:pt>
    <dgm:pt modelId="{53BAF157-D173-4320-83D1-F9C6EA168514}">
      <dgm:prSet/>
      <dgm:spPr/>
      <dgm:t>
        <a:bodyPr/>
        <a:lstStyle/>
        <a:p>
          <a:r>
            <a:rPr lang="es-MX" dirty="0"/>
            <a:t>Quiebra</a:t>
          </a:r>
        </a:p>
      </dgm:t>
    </dgm:pt>
    <dgm:pt modelId="{7CD0E4CB-477D-480D-9DD2-69CA82CF0FE0}" type="parTrans" cxnId="{E20E1453-4F1E-49D4-8102-8716E8AA9217}">
      <dgm:prSet/>
      <dgm:spPr/>
      <dgm:t>
        <a:bodyPr/>
        <a:lstStyle/>
        <a:p>
          <a:endParaRPr lang="es-MX"/>
        </a:p>
      </dgm:t>
    </dgm:pt>
    <dgm:pt modelId="{A3F3BC78-E470-4FB1-8411-5D54719A2E79}" type="sibTrans" cxnId="{E20E1453-4F1E-49D4-8102-8716E8AA9217}">
      <dgm:prSet/>
      <dgm:spPr/>
      <dgm:t>
        <a:bodyPr/>
        <a:lstStyle/>
        <a:p>
          <a:endParaRPr lang="es-MX"/>
        </a:p>
      </dgm:t>
    </dgm:pt>
    <dgm:pt modelId="{FF50DE00-C730-4E52-B08B-9B0B23B55E37}">
      <dgm:prSet/>
      <dgm:spPr/>
      <dgm:t>
        <a:bodyPr/>
        <a:lstStyle/>
        <a:p>
          <a:r>
            <a:rPr lang="es-MX" dirty="0"/>
            <a:t>Sentencia</a:t>
          </a:r>
        </a:p>
      </dgm:t>
    </dgm:pt>
    <dgm:pt modelId="{A49066F9-A93E-4FCC-9D20-E7D4C50D9A41}" type="parTrans" cxnId="{9325AB88-04E0-4CE3-A19A-85DC7F2CE617}">
      <dgm:prSet/>
      <dgm:spPr/>
      <dgm:t>
        <a:bodyPr/>
        <a:lstStyle/>
        <a:p>
          <a:endParaRPr lang="es-MX"/>
        </a:p>
      </dgm:t>
    </dgm:pt>
    <dgm:pt modelId="{1F274E3D-2043-4398-89F9-A9F4468DBCA6}" type="sibTrans" cxnId="{9325AB88-04E0-4CE3-A19A-85DC7F2CE617}">
      <dgm:prSet/>
      <dgm:spPr/>
      <dgm:t>
        <a:bodyPr/>
        <a:lstStyle/>
        <a:p>
          <a:endParaRPr lang="es-MX"/>
        </a:p>
      </dgm:t>
    </dgm:pt>
    <dgm:pt modelId="{72B11F59-87F0-4CDB-9A66-73114C60155F}">
      <dgm:prSet/>
      <dgm:spPr/>
      <dgm:t>
        <a:bodyPr/>
        <a:lstStyle/>
        <a:p>
          <a:r>
            <a:rPr lang="es-MX" dirty="0"/>
            <a:t>Garantía Hipotecaria</a:t>
          </a:r>
        </a:p>
      </dgm:t>
    </dgm:pt>
    <dgm:pt modelId="{43242ED8-E23F-4398-8768-FA3312787A1E}" type="parTrans" cxnId="{DC1E8584-C61D-4A4C-856D-4E44DCF4301C}">
      <dgm:prSet/>
      <dgm:spPr/>
      <dgm:t>
        <a:bodyPr/>
        <a:lstStyle/>
        <a:p>
          <a:endParaRPr lang="es-MX"/>
        </a:p>
      </dgm:t>
    </dgm:pt>
    <dgm:pt modelId="{849063DD-A22A-415C-9F47-C7AFD7BBF606}" type="sibTrans" cxnId="{DC1E8584-C61D-4A4C-856D-4E44DCF4301C}">
      <dgm:prSet/>
      <dgm:spPr/>
      <dgm:t>
        <a:bodyPr/>
        <a:lstStyle/>
        <a:p>
          <a:endParaRPr lang="es-MX"/>
        </a:p>
      </dgm:t>
    </dgm:pt>
    <dgm:pt modelId="{74677021-6D77-4170-9FF9-BA5F9F166ED2}">
      <dgm:prSet/>
      <dgm:spPr/>
      <dgm:t>
        <a:bodyPr/>
        <a:lstStyle/>
        <a:p>
          <a:r>
            <a:rPr lang="es-MX" dirty="0"/>
            <a:t>50%  al inicio</a:t>
          </a:r>
        </a:p>
      </dgm:t>
    </dgm:pt>
    <dgm:pt modelId="{E7D347E1-085C-4893-B926-D0CCC62C193F}" type="parTrans" cxnId="{79488594-2F67-4BE2-A80B-93CF68B829D7}">
      <dgm:prSet/>
      <dgm:spPr/>
      <dgm:t>
        <a:bodyPr/>
        <a:lstStyle/>
        <a:p>
          <a:endParaRPr lang="es-MX"/>
        </a:p>
      </dgm:t>
    </dgm:pt>
    <dgm:pt modelId="{EB9A5B96-2F31-49EA-B2D4-B40C808CA3DD}" type="sibTrans" cxnId="{79488594-2F67-4BE2-A80B-93CF68B829D7}">
      <dgm:prSet/>
      <dgm:spPr/>
      <dgm:t>
        <a:bodyPr/>
        <a:lstStyle/>
        <a:p>
          <a:endParaRPr lang="es-MX"/>
        </a:p>
      </dgm:t>
    </dgm:pt>
    <dgm:pt modelId="{3E79DFA2-158E-466A-97E5-72AD9AF2D83B}">
      <dgm:prSet/>
      <dgm:spPr/>
      <dgm:t>
        <a:bodyPr/>
        <a:lstStyle/>
        <a:p>
          <a:r>
            <a:rPr lang="es-MX" dirty="0"/>
            <a:t>Ajuste al final</a:t>
          </a:r>
        </a:p>
      </dgm:t>
    </dgm:pt>
    <dgm:pt modelId="{DE70ECE7-8B6A-4F80-8DEE-2DE1D03FD104}" type="parTrans" cxnId="{DA2AF421-7500-4801-8936-332714DE483E}">
      <dgm:prSet/>
      <dgm:spPr/>
      <dgm:t>
        <a:bodyPr/>
        <a:lstStyle/>
        <a:p>
          <a:endParaRPr lang="es-MX"/>
        </a:p>
      </dgm:t>
    </dgm:pt>
    <dgm:pt modelId="{2714CBFC-62C4-4EC8-9731-7C5F7EB47084}" type="sibTrans" cxnId="{DA2AF421-7500-4801-8936-332714DE483E}">
      <dgm:prSet/>
      <dgm:spPr/>
      <dgm:t>
        <a:bodyPr/>
        <a:lstStyle/>
        <a:p>
          <a:endParaRPr lang="es-MX"/>
        </a:p>
      </dgm:t>
    </dgm:pt>
    <dgm:pt modelId="{8F60F653-17CF-40F5-AFBA-0977F48381BD}" type="pres">
      <dgm:prSet presAssocID="{E7BC7F17-FCD0-4161-9752-2D8147E67AE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C5C5EE1-0107-471C-BCC6-0606C53F1FBA}" type="pres">
      <dgm:prSet presAssocID="{C4A0E43F-18CA-40FB-BCE8-B2160A4E6B4F}" presName="root1" presStyleCnt="0"/>
      <dgm:spPr/>
    </dgm:pt>
    <dgm:pt modelId="{0718FBD7-1103-4940-8E47-5A6898B34D5C}" type="pres">
      <dgm:prSet presAssocID="{C4A0E43F-18CA-40FB-BCE8-B2160A4E6B4F}" presName="LevelOneTextNode" presStyleLbl="node0" presStyleIdx="0" presStyleCnt="1">
        <dgm:presLayoutVars>
          <dgm:chPref val="3"/>
        </dgm:presLayoutVars>
      </dgm:prSet>
      <dgm:spPr/>
    </dgm:pt>
    <dgm:pt modelId="{30FB5060-F657-4887-8383-D6FF7E4A2632}" type="pres">
      <dgm:prSet presAssocID="{C4A0E43F-18CA-40FB-BCE8-B2160A4E6B4F}" presName="level2hierChild" presStyleCnt="0"/>
      <dgm:spPr/>
    </dgm:pt>
    <dgm:pt modelId="{FB08108B-8277-4776-B0B0-F3B1DAA702F4}" type="pres">
      <dgm:prSet presAssocID="{FE4FBC79-BA52-43FE-B532-69A0FCB472D8}" presName="conn2-1" presStyleLbl="parChTrans1D2" presStyleIdx="0" presStyleCnt="2"/>
      <dgm:spPr/>
    </dgm:pt>
    <dgm:pt modelId="{D5E2EE40-C0F4-47A4-BFD8-C4453AD103E9}" type="pres">
      <dgm:prSet presAssocID="{FE4FBC79-BA52-43FE-B532-69A0FCB472D8}" presName="connTx" presStyleLbl="parChTrans1D2" presStyleIdx="0" presStyleCnt="2"/>
      <dgm:spPr/>
    </dgm:pt>
    <dgm:pt modelId="{2F432711-F1B2-442E-9AF3-CC7875BEAEA5}" type="pres">
      <dgm:prSet presAssocID="{FF1E0FFF-2023-496B-B276-ED299922C5E8}" presName="root2" presStyleCnt="0"/>
      <dgm:spPr/>
    </dgm:pt>
    <dgm:pt modelId="{7C8D3D36-707E-429C-B924-4C9F682FADBF}" type="pres">
      <dgm:prSet presAssocID="{FF1E0FFF-2023-496B-B276-ED299922C5E8}" presName="LevelTwoTextNode" presStyleLbl="node2" presStyleIdx="0" presStyleCnt="2">
        <dgm:presLayoutVars>
          <dgm:chPref val="3"/>
        </dgm:presLayoutVars>
      </dgm:prSet>
      <dgm:spPr/>
    </dgm:pt>
    <dgm:pt modelId="{C69BD92C-AAC3-4086-B720-C01572E3F81C}" type="pres">
      <dgm:prSet presAssocID="{FF1E0FFF-2023-496B-B276-ED299922C5E8}" presName="level3hierChild" presStyleCnt="0"/>
      <dgm:spPr/>
    </dgm:pt>
    <dgm:pt modelId="{C7B01716-340C-4416-8288-BCDB61352F60}" type="pres">
      <dgm:prSet presAssocID="{FCA60DB3-C357-4D8C-9B81-B68ADFB6AC39}" presName="conn2-1" presStyleLbl="parChTrans1D2" presStyleIdx="1" presStyleCnt="2"/>
      <dgm:spPr/>
    </dgm:pt>
    <dgm:pt modelId="{602B1283-929A-4156-9E0F-1ADAF07D3BEC}" type="pres">
      <dgm:prSet presAssocID="{FCA60DB3-C357-4D8C-9B81-B68ADFB6AC39}" presName="connTx" presStyleLbl="parChTrans1D2" presStyleIdx="1" presStyleCnt="2"/>
      <dgm:spPr/>
    </dgm:pt>
    <dgm:pt modelId="{864EAE26-4DC6-4AD2-9EE4-BA6148F35FAE}" type="pres">
      <dgm:prSet presAssocID="{11A40D28-182A-427D-9E0D-DB033E1A117E}" presName="root2" presStyleCnt="0"/>
      <dgm:spPr/>
    </dgm:pt>
    <dgm:pt modelId="{654CF9A4-7235-4A9B-A860-7C8F607AAA48}" type="pres">
      <dgm:prSet presAssocID="{11A40D28-182A-427D-9E0D-DB033E1A117E}" presName="LevelTwoTextNode" presStyleLbl="node2" presStyleIdx="1" presStyleCnt="2">
        <dgm:presLayoutVars>
          <dgm:chPref val="3"/>
        </dgm:presLayoutVars>
      </dgm:prSet>
      <dgm:spPr/>
    </dgm:pt>
    <dgm:pt modelId="{074431B7-5429-4DB0-8F09-7503ACEBE47D}" type="pres">
      <dgm:prSet presAssocID="{11A40D28-182A-427D-9E0D-DB033E1A117E}" presName="level3hierChild" presStyleCnt="0"/>
      <dgm:spPr/>
    </dgm:pt>
    <dgm:pt modelId="{BF40A2B6-45DA-4006-A541-9B20A21D8F99}" type="pres">
      <dgm:prSet presAssocID="{6A61C3F3-5116-4947-91A3-5B0C3E03941D}" presName="conn2-1" presStyleLbl="parChTrans1D3" presStyleIdx="0" presStyleCnt="3"/>
      <dgm:spPr/>
    </dgm:pt>
    <dgm:pt modelId="{A74C79A0-67E4-46CE-9802-E96801B12F77}" type="pres">
      <dgm:prSet presAssocID="{6A61C3F3-5116-4947-91A3-5B0C3E03941D}" presName="connTx" presStyleLbl="parChTrans1D3" presStyleIdx="0" presStyleCnt="3"/>
      <dgm:spPr/>
    </dgm:pt>
    <dgm:pt modelId="{A1998D5C-6DDD-4815-A877-4679C3EB1B03}" type="pres">
      <dgm:prSet presAssocID="{8A45E976-F3F4-4F07-999D-E1B14C6C6E91}" presName="root2" presStyleCnt="0"/>
      <dgm:spPr/>
    </dgm:pt>
    <dgm:pt modelId="{FDF4FABE-10F3-4237-9E1A-A9A4625C6B23}" type="pres">
      <dgm:prSet presAssocID="{8A45E976-F3F4-4F07-999D-E1B14C6C6E91}" presName="LevelTwoTextNode" presStyleLbl="node3" presStyleIdx="0" presStyleCnt="3">
        <dgm:presLayoutVars>
          <dgm:chPref val="3"/>
        </dgm:presLayoutVars>
      </dgm:prSet>
      <dgm:spPr/>
    </dgm:pt>
    <dgm:pt modelId="{EFAFAAF9-F229-4482-B9C8-36FE2C5F19E7}" type="pres">
      <dgm:prSet presAssocID="{8A45E976-F3F4-4F07-999D-E1B14C6C6E91}" presName="level3hierChild" presStyleCnt="0"/>
      <dgm:spPr/>
    </dgm:pt>
    <dgm:pt modelId="{2A371008-CE25-410B-860E-4614F71AD837}" type="pres">
      <dgm:prSet presAssocID="{63A56DB9-5B8C-4AAB-BB95-58BDD1BDD545}" presName="conn2-1" presStyleLbl="parChTrans1D4" presStyleIdx="0" presStyleCnt="18"/>
      <dgm:spPr/>
    </dgm:pt>
    <dgm:pt modelId="{19B7CA3A-B179-438F-B2EA-E3FA9F4058A3}" type="pres">
      <dgm:prSet presAssocID="{63A56DB9-5B8C-4AAB-BB95-58BDD1BDD545}" presName="connTx" presStyleLbl="parChTrans1D4" presStyleIdx="0" presStyleCnt="18"/>
      <dgm:spPr/>
    </dgm:pt>
    <dgm:pt modelId="{1B77CA56-F00D-4958-9D12-1487545AF888}" type="pres">
      <dgm:prSet presAssocID="{2C3C2973-F33C-4156-BECF-9FDD209F2904}" presName="root2" presStyleCnt="0"/>
      <dgm:spPr/>
    </dgm:pt>
    <dgm:pt modelId="{BECF48C1-2209-4743-BE6F-6738E1CCE005}" type="pres">
      <dgm:prSet presAssocID="{2C3C2973-F33C-4156-BECF-9FDD209F2904}" presName="LevelTwoTextNode" presStyleLbl="node4" presStyleIdx="0" presStyleCnt="18">
        <dgm:presLayoutVars>
          <dgm:chPref val="3"/>
        </dgm:presLayoutVars>
      </dgm:prSet>
      <dgm:spPr/>
    </dgm:pt>
    <dgm:pt modelId="{92A19385-C0F0-4130-9773-5F71348F0C03}" type="pres">
      <dgm:prSet presAssocID="{2C3C2973-F33C-4156-BECF-9FDD209F2904}" presName="level3hierChild" presStyleCnt="0"/>
      <dgm:spPr/>
    </dgm:pt>
    <dgm:pt modelId="{B196FC81-4573-4A38-A22D-AA83AA97D9E6}" type="pres">
      <dgm:prSet presAssocID="{151B1087-40D5-489F-AB98-C4A8A3C265B3}" presName="conn2-1" presStyleLbl="parChTrans1D4" presStyleIdx="1" presStyleCnt="18"/>
      <dgm:spPr/>
    </dgm:pt>
    <dgm:pt modelId="{6F709FDE-0FAA-45BF-87B3-C727E65B4854}" type="pres">
      <dgm:prSet presAssocID="{151B1087-40D5-489F-AB98-C4A8A3C265B3}" presName="connTx" presStyleLbl="parChTrans1D4" presStyleIdx="1" presStyleCnt="18"/>
      <dgm:spPr/>
    </dgm:pt>
    <dgm:pt modelId="{F24A376A-5CDB-4E07-B055-11D476613735}" type="pres">
      <dgm:prSet presAssocID="{34147EDD-37DA-4178-8AF3-1DECBD93DD7F}" presName="root2" presStyleCnt="0"/>
      <dgm:spPr/>
    </dgm:pt>
    <dgm:pt modelId="{8C651EBA-8237-4F76-8D13-A3882D822472}" type="pres">
      <dgm:prSet presAssocID="{34147EDD-37DA-4178-8AF3-1DECBD93DD7F}" presName="LevelTwoTextNode" presStyleLbl="node4" presStyleIdx="1" presStyleCnt="18">
        <dgm:presLayoutVars>
          <dgm:chPref val="3"/>
        </dgm:presLayoutVars>
      </dgm:prSet>
      <dgm:spPr/>
    </dgm:pt>
    <dgm:pt modelId="{E83BBBE6-51A6-4122-96AE-F5F87121DEBF}" type="pres">
      <dgm:prSet presAssocID="{34147EDD-37DA-4178-8AF3-1DECBD93DD7F}" presName="level3hierChild" presStyleCnt="0"/>
      <dgm:spPr/>
    </dgm:pt>
    <dgm:pt modelId="{9F3CE28E-0575-4A4B-9637-B8138B4D4680}" type="pres">
      <dgm:prSet presAssocID="{9163BD96-A9CC-4772-8040-18343E28F3C4}" presName="conn2-1" presStyleLbl="parChTrans1D4" presStyleIdx="2" presStyleCnt="18"/>
      <dgm:spPr/>
    </dgm:pt>
    <dgm:pt modelId="{8DDC82A1-F120-4F75-913F-615A68A9210C}" type="pres">
      <dgm:prSet presAssocID="{9163BD96-A9CC-4772-8040-18343E28F3C4}" presName="connTx" presStyleLbl="parChTrans1D4" presStyleIdx="2" presStyleCnt="18"/>
      <dgm:spPr/>
    </dgm:pt>
    <dgm:pt modelId="{5C50094F-62C6-4F3D-B241-92DC57EC95ED}" type="pres">
      <dgm:prSet presAssocID="{68736FDB-54AA-4372-901C-59A12C096022}" presName="root2" presStyleCnt="0"/>
      <dgm:spPr/>
    </dgm:pt>
    <dgm:pt modelId="{985A581F-0A9E-447C-BF1D-BBF272BE0C7D}" type="pres">
      <dgm:prSet presAssocID="{68736FDB-54AA-4372-901C-59A12C096022}" presName="LevelTwoTextNode" presStyleLbl="node4" presStyleIdx="2" presStyleCnt="18">
        <dgm:presLayoutVars>
          <dgm:chPref val="3"/>
        </dgm:presLayoutVars>
      </dgm:prSet>
      <dgm:spPr/>
    </dgm:pt>
    <dgm:pt modelId="{BF915899-F068-41A1-B324-3CEDF16B87BB}" type="pres">
      <dgm:prSet presAssocID="{68736FDB-54AA-4372-901C-59A12C096022}" presName="level3hierChild" presStyleCnt="0"/>
      <dgm:spPr/>
    </dgm:pt>
    <dgm:pt modelId="{97D6B823-1A4D-4F2E-9DC2-CB16D37CC3F3}" type="pres">
      <dgm:prSet presAssocID="{4F9494AD-2847-4B97-844D-B7DE85089054}" presName="conn2-1" presStyleLbl="parChTrans1D4" presStyleIdx="3" presStyleCnt="18"/>
      <dgm:spPr/>
    </dgm:pt>
    <dgm:pt modelId="{EB2D4C74-2EBF-4F0D-946C-FD881EF6D857}" type="pres">
      <dgm:prSet presAssocID="{4F9494AD-2847-4B97-844D-B7DE85089054}" presName="connTx" presStyleLbl="parChTrans1D4" presStyleIdx="3" presStyleCnt="18"/>
      <dgm:spPr/>
    </dgm:pt>
    <dgm:pt modelId="{E66BADE4-CBEB-49D2-8888-B84273D38A1C}" type="pres">
      <dgm:prSet presAssocID="{99264189-49C1-4806-B04D-05804108216D}" presName="root2" presStyleCnt="0"/>
      <dgm:spPr/>
    </dgm:pt>
    <dgm:pt modelId="{1624C68B-433B-4A1D-9A59-8ACCC200ACDA}" type="pres">
      <dgm:prSet presAssocID="{99264189-49C1-4806-B04D-05804108216D}" presName="LevelTwoTextNode" presStyleLbl="node4" presStyleIdx="3" presStyleCnt="18">
        <dgm:presLayoutVars>
          <dgm:chPref val="3"/>
        </dgm:presLayoutVars>
      </dgm:prSet>
      <dgm:spPr/>
    </dgm:pt>
    <dgm:pt modelId="{C3CC014A-F243-43F3-9B81-634FC5791BE7}" type="pres">
      <dgm:prSet presAssocID="{99264189-49C1-4806-B04D-05804108216D}" presName="level3hierChild" presStyleCnt="0"/>
      <dgm:spPr/>
    </dgm:pt>
    <dgm:pt modelId="{B040B8AB-E813-4445-BE1E-2BEE0AAEEC31}" type="pres">
      <dgm:prSet presAssocID="{463CC6C4-1261-430C-86CC-B0BE6ED5D83C}" presName="conn2-1" presStyleLbl="parChTrans1D4" presStyleIdx="4" presStyleCnt="18"/>
      <dgm:spPr/>
    </dgm:pt>
    <dgm:pt modelId="{4B7893CA-1147-473C-97C9-C738D6A6806F}" type="pres">
      <dgm:prSet presAssocID="{463CC6C4-1261-430C-86CC-B0BE6ED5D83C}" presName="connTx" presStyleLbl="parChTrans1D4" presStyleIdx="4" presStyleCnt="18"/>
      <dgm:spPr/>
    </dgm:pt>
    <dgm:pt modelId="{41EE1412-5AC8-40BC-93A2-A2164BEAF681}" type="pres">
      <dgm:prSet presAssocID="{0B2F88A2-AF74-4CAD-9B9B-64D7941F78AC}" presName="root2" presStyleCnt="0"/>
      <dgm:spPr/>
    </dgm:pt>
    <dgm:pt modelId="{57BECF7D-4119-4269-9F43-AE9FBAEECAB0}" type="pres">
      <dgm:prSet presAssocID="{0B2F88A2-AF74-4CAD-9B9B-64D7941F78AC}" presName="LevelTwoTextNode" presStyleLbl="node4" presStyleIdx="4" presStyleCnt="18">
        <dgm:presLayoutVars>
          <dgm:chPref val="3"/>
        </dgm:presLayoutVars>
      </dgm:prSet>
      <dgm:spPr/>
    </dgm:pt>
    <dgm:pt modelId="{B707B7A4-294B-4BA3-A95A-77CCBDF6A8F1}" type="pres">
      <dgm:prSet presAssocID="{0B2F88A2-AF74-4CAD-9B9B-64D7941F78AC}" presName="level3hierChild" presStyleCnt="0"/>
      <dgm:spPr/>
    </dgm:pt>
    <dgm:pt modelId="{79781B44-EE8D-43F1-9F01-EA14D953E22B}" type="pres">
      <dgm:prSet presAssocID="{E4ADB804-7869-46A5-9AEA-552095344840}" presName="conn2-1" presStyleLbl="parChTrans1D4" presStyleIdx="5" presStyleCnt="18"/>
      <dgm:spPr/>
    </dgm:pt>
    <dgm:pt modelId="{A9B98C4B-3926-450A-A641-C1C7E68B7605}" type="pres">
      <dgm:prSet presAssocID="{E4ADB804-7869-46A5-9AEA-552095344840}" presName="connTx" presStyleLbl="parChTrans1D4" presStyleIdx="5" presStyleCnt="18"/>
      <dgm:spPr/>
    </dgm:pt>
    <dgm:pt modelId="{40BB9EF1-FB71-4C6D-A23C-DFE777B821D8}" type="pres">
      <dgm:prSet presAssocID="{B324D2A2-B228-4DEF-B099-ECA5B209BC2B}" presName="root2" presStyleCnt="0"/>
      <dgm:spPr/>
    </dgm:pt>
    <dgm:pt modelId="{19EC3967-4465-4284-894E-E87F4AE23527}" type="pres">
      <dgm:prSet presAssocID="{B324D2A2-B228-4DEF-B099-ECA5B209BC2B}" presName="LevelTwoTextNode" presStyleLbl="node4" presStyleIdx="5" presStyleCnt="18">
        <dgm:presLayoutVars>
          <dgm:chPref val="3"/>
        </dgm:presLayoutVars>
      </dgm:prSet>
      <dgm:spPr/>
    </dgm:pt>
    <dgm:pt modelId="{61171C89-F52D-40E7-AEF4-CDA85D670A58}" type="pres">
      <dgm:prSet presAssocID="{B324D2A2-B228-4DEF-B099-ECA5B209BC2B}" presName="level3hierChild" presStyleCnt="0"/>
      <dgm:spPr/>
    </dgm:pt>
    <dgm:pt modelId="{E991FD48-35FD-4B29-A2B5-FC5E13C337A2}" type="pres">
      <dgm:prSet presAssocID="{46AF898B-DFFC-4ED0-8BAE-E93309938308}" presName="conn2-1" presStyleLbl="parChTrans1D4" presStyleIdx="6" presStyleCnt="18"/>
      <dgm:spPr/>
    </dgm:pt>
    <dgm:pt modelId="{FA138BFC-99EF-4532-881A-A198A2B89C32}" type="pres">
      <dgm:prSet presAssocID="{46AF898B-DFFC-4ED0-8BAE-E93309938308}" presName="connTx" presStyleLbl="parChTrans1D4" presStyleIdx="6" presStyleCnt="18"/>
      <dgm:spPr/>
    </dgm:pt>
    <dgm:pt modelId="{CDA70317-537F-47DE-B062-5554D17C7EE5}" type="pres">
      <dgm:prSet presAssocID="{5A6CA286-5AC0-4375-BF7D-B8480693EFF5}" presName="root2" presStyleCnt="0"/>
      <dgm:spPr/>
    </dgm:pt>
    <dgm:pt modelId="{0FA3BB01-7869-41E4-9CBB-3CE56B98416A}" type="pres">
      <dgm:prSet presAssocID="{5A6CA286-5AC0-4375-BF7D-B8480693EFF5}" presName="LevelTwoTextNode" presStyleLbl="node4" presStyleIdx="6" presStyleCnt="18">
        <dgm:presLayoutVars>
          <dgm:chPref val="3"/>
        </dgm:presLayoutVars>
      </dgm:prSet>
      <dgm:spPr/>
    </dgm:pt>
    <dgm:pt modelId="{18ACB91F-980C-406D-8D6B-9D8152DE71AB}" type="pres">
      <dgm:prSet presAssocID="{5A6CA286-5AC0-4375-BF7D-B8480693EFF5}" presName="level3hierChild" presStyleCnt="0"/>
      <dgm:spPr/>
    </dgm:pt>
    <dgm:pt modelId="{1323767C-77F5-434A-AB39-3847C3759123}" type="pres">
      <dgm:prSet presAssocID="{4D0B2C1E-9BD5-4109-AEED-CF4289FE2E13}" presName="conn2-1" presStyleLbl="parChTrans1D4" presStyleIdx="7" presStyleCnt="18"/>
      <dgm:spPr/>
    </dgm:pt>
    <dgm:pt modelId="{DB1BE597-6255-4391-BDB8-7E3441A05B6A}" type="pres">
      <dgm:prSet presAssocID="{4D0B2C1E-9BD5-4109-AEED-CF4289FE2E13}" presName="connTx" presStyleLbl="parChTrans1D4" presStyleIdx="7" presStyleCnt="18"/>
      <dgm:spPr/>
    </dgm:pt>
    <dgm:pt modelId="{AA45FE63-DE7A-4768-9B2C-3EE6E647A1AF}" type="pres">
      <dgm:prSet presAssocID="{AE942EF8-370E-4255-9DA4-9DDF90E71226}" presName="root2" presStyleCnt="0"/>
      <dgm:spPr/>
    </dgm:pt>
    <dgm:pt modelId="{0C4A59AD-49D9-4CD9-87AD-ABCA283F755A}" type="pres">
      <dgm:prSet presAssocID="{AE942EF8-370E-4255-9DA4-9DDF90E71226}" presName="LevelTwoTextNode" presStyleLbl="node4" presStyleIdx="7" presStyleCnt="18">
        <dgm:presLayoutVars>
          <dgm:chPref val="3"/>
        </dgm:presLayoutVars>
      </dgm:prSet>
      <dgm:spPr/>
    </dgm:pt>
    <dgm:pt modelId="{C7BF2D01-319D-4DC0-9E05-905FE56D774C}" type="pres">
      <dgm:prSet presAssocID="{AE942EF8-370E-4255-9DA4-9DDF90E71226}" presName="level3hierChild" presStyleCnt="0"/>
      <dgm:spPr/>
    </dgm:pt>
    <dgm:pt modelId="{804AA76F-F2FF-445C-8E74-8602C29321DC}" type="pres">
      <dgm:prSet presAssocID="{9154CFD0-97BA-4D60-9FA1-DBDA9BAA9D92}" presName="conn2-1" presStyleLbl="parChTrans1D4" presStyleIdx="8" presStyleCnt="18"/>
      <dgm:spPr/>
    </dgm:pt>
    <dgm:pt modelId="{AFFDE1B1-5CCA-4C1B-9B87-65BF5C564ED0}" type="pres">
      <dgm:prSet presAssocID="{9154CFD0-97BA-4D60-9FA1-DBDA9BAA9D92}" presName="connTx" presStyleLbl="parChTrans1D4" presStyleIdx="8" presStyleCnt="18"/>
      <dgm:spPr/>
    </dgm:pt>
    <dgm:pt modelId="{D337A2E7-8C70-4357-9B79-239C523CFDDE}" type="pres">
      <dgm:prSet presAssocID="{A86D52D7-5555-46E9-8F76-E009CF887EDB}" presName="root2" presStyleCnt="0"/>
      <dgm:spPr/>
    </dgm:pt>
    <dgm:pt modelId="{28F67FEF-DACB-49BD-80E2-E5ED9E0B18AA}" type="pres">
      <dgm:prSet presAssocID="{A86D52D7-5555-46E9-8F76-E009CF887EDB}" presName="LevelTwoTextNode" presStyleLbl="node4" presStyleIdx="8" presStyleCnt="18">
        <dgm:presLayoutVars>
          <dgm:chPref val="3"/>
        </dgm:presLayoutVars>
      </dgm:prSet>
      <dgm:spPr/>
    </dgm:pt>
    <dgm:pt modelId="{B302ECAE-CC39-47DB-8618-C96DF94E6EAD}" type="pres">
      <dgm:prSet presAssocID="{A86D52D7-5555-46E9-8F76-E009CF887EDB}" presName="level3hierChild" presStyleCnt="0"/>
      <dgm:spPr/>
    </dgm:pt>
    <dgm:pt modelId="{3DBEF903-FFD6-4F48-A8EC-A29A309C86CF}" type="pres">
      <dgm:prSet presAssocID="{640468A2-1A89-4F88-9D01-18CD06E7CAFE}" presName="conn2-1" presStyleLbl="parChTrans1D3" presStyleIdx="1" presStyleCnt="3"/>
      <dgm:spPr/>
    </dgm:pt>
    <dgm:pt modelId="{794EC767-47D8-4535-B021-1CC022719769}" type="pres">
      <dgm:prSet presAssocID="{640468A2-1A89-4F88-9D01-18CD06E7CAFE}" presName="connTx" presStyleLbl="parChTrans1D3" presStyleIdx="1" presStyleCnt="3"/>
      <dgm:spPr/>
    </dgm:pt>
    <dgm:pt modelId="{0500D631-FD44-4ECF-B043-808EABA32003}" type="pres">
      <dgm:prSet presAssocID="{CFD74C62-EFC5-4F92-8A68-9AFD7A9213D7}" presName="root2" presStyleCnt="0"/>
      <dgm:spPr/>
    </dgm:pt>
    <dgm:pt modelId="{EB960EDF-02C5-4884-9916-C26F98C4F22A}" type="pres">
      <dgm:prSet presAssocID="{CFD74C62-EFC5-4F92-8A68-9AFD7A9213D7}" presName="LevelTwoTextNode" presStyleLbl="node3" presStyleIdx="1" presStyleCnt="3">
        <dgm:presLayoutVars>
          <dgm:chPref val="3"/>
        </dgm:presLayoutVars>
      </dgm:prSet>
      <dgm:spPr/>
    </dgm:pt>
    <dgm:pt modelId="{8AC067DF-67C3-47BC-8BC8-512E63696514}" type="pres">
      <dgm:prSet presAssocID="{CFD74C62-EFC5-4F92-8A68-9AFD7A9213D7}" presName="level3hierChild" presStyleCnt="0"/>
      <dgm:spPr/>
    </dgm:pt>
    <dgm:pt modelId="{EFC0F79A-154F-4DF2-B7B5-B18D7B280471}" type="pres">
      <dgm:prSet presAssocID="{20443651-DE32-4C8A-A2A5-72F58496D0E9}" presName="conn2-1" presStyleLbl="parChTrans1D4" presStyleIdx="9" presStyleCnt="18"/>
      <dgm:spPr/>
    </dgm:pt>
    <dgm:pt modelId="{CA712F90-2879-45F7-83C7-0B0157CFAD95}" type="pres">
      <dgm:prSet presAssocID="{20443651-DE32-4C8A-A2A5-72F58496D0E9}" presName="connTx" presStyleLbl="parChTrans1D4" presStyleIdx="9" presStyleCnt="18"/>
      <dgm:spPr/>
    </dgm:pt>
    <dgm:pt modelId="{3CC39708-4E2C-4AD7-A947-D27C406C60C8}" type="pres">
      <dgm:prSet presAssocID="{9D11F228-7248-4307-B00E-F085435AEFE4}" presName="root2" presStyleCnt="0"/>
      <dgm:spPr/>
    </dgm:pt>
    <dgm:pt modelId="{5EE9E5EC-E3F8-4C33-A1B2-BE26531F263F}" type="pres">
      <dgm:prSet presAssocID="{9D11F228-7248-4307-B00E-F085435AEFE4}" presName="LevelTwoTextNode" presStyleLbl="node4" presStyleIdx="9" presStyleCnt="18">
        <dgm:presLayoutVars>
          <dgm:chPref val="3"/>
        </dgm:presLayoutVars>
      </dgm:prSet>
      <dgm:spPr/>
    </dgm:pt>
    <dgm:pt modelId="{764D3A38-1F79-4760-8957-B7555A702F9A}" type="pres">
      <dgm:prSet presAssocID="{9D11F228-7248-4307-B00E-F085435AEFE4}" presName="level3hierChild" presStyleCnt="0"/>
      <dgm:spPr/>
    </dgm:pt>
    <dgm:pt modelId="{67094A6F-63B0-4A92-8E81-7B8137AA2BA4}" type="pres">
      <dgm:prSet presAssocID="{43242ED8-E23F-4398-8768-FA3312787A1E}" presName="conn2-1" presStyleLbl="parChTrans1D4" presStyleIdx="10" presStyleCnt="18"/>
      <dgm:spPr/>
    </dgm:pt>
    <dgm:pt modelId="{E1F7983B-466D-4837-881F-3C667358F212}" type="pres">
      <dgm:prSet presAssocID="{43242ED8-E23F-4398-8768-FA3312787A1E}" presName="connTx" presStyleLbl="parChTrans1D4" presStyleIdx="10" presStyleCnt="18"/>
      <dgm:spPr/>
    </dgm:pt>
    <dgm:pt modelId="{5999E49E-8D81-48A6-B120-39FF17B8BF22}" type="pres">
      <dgm:prSet presAssocID="{72B11F59-87F0-4CDB-9A66-73114C60155F}" presName="root2" presStyleCnt="0"/>
      <dgm:spPr/>
    </dgm:pt>
    <dgm:pt modelId="{E3BCFE88-D3F3-4122-94BC-77E2DC92E495}" type="pres">
      <dgm:prSet presAssocID="{72B11F59-87F0-4CDB-9A66-73114C60155F}" presName="LevelTwoTextNode" presStyleLbl="node4" presStyleIdx="10" presStyleCnt="18">
        <dgm:presLayoutVars>
          <dgm:chPref val="3"/>
        </dgm:presLayoutVars>
      </dgm:prSet>
      <dgm:spPr/>
    </dgm:pt>
    <dgm:pt modelId="{A1B6D599-41CF-4344-BBA6-86BBA8974CFA}" type="pres">
      <dgm:prSet presAssocID="{72B11F59-87F0-4CDB-9A66-73114C60155F}" presName="level3hierChild" presStyleCnt="0"/>
      <dgm:spPr/>
    </dgm:pt>
    <dgm:pt modelId="{22E41319-21FB-461F-B065-C9EF9E2112F4}" type="pres">
      <dgm:prSet presAssocID="{E7D347E1-085C-4893-B926-D0CCC62C193F}" presName="conn2-1" presStyleLbl="parChTrans1D4" presStyleIdx="11" presStyleCnt="18"/>
      <dgm:spPr/>
    </dgm:pt>
    <dgm:pt modelId="{2C34BCB0-119C-46E6-A342-6EB1B43B20FA}" type="pres">
      <dgm:prSet presAssocID="{E7D347E1-085C-4893-B926-D0CCC62C193F}" presName="connTx" presStyleLbl="parChTrans1D4" presStyleIdx="11" presStyleCnt="18"/>
      <dgm:spPr/>
    </dgm:pt>
    <dgm:pt modelId="{7D96BEEB-DBAE-4EB1-9419-13B2039E4AED}" type="pres">
      <dgm:prSet presAssocID="{74677021-6D77-4170-9FF9-BA5F9F166ED2}" presName="root2" presStyleCnt="0"/>
      <dgm:spPr/>
    </dgm:pt>
    <dgm:pt modelId="{4D670377-ED74-4666-8D2E-18FC332E505C}" type="pres">
      <dgm:prSet presAssocID="{74677021-6D77-4170-9FF9-BA5F9F166ED2}" presName="LevelTwoTextNode" presStyleLbl="node4" presStyleIdx="11" presStyleCnt="18">
        <dgm:presLayoutVars>
          <dgm:chPref val="3"/>
        </dgm:presLayoutVars>
      </dgm:prSet>
      <dgm:spPr/>
    </dgm:pt>
    <dgm:pt modelId="{BE21A486-A9E5-4C61-953A-8A1298B60675}" type="pres">
      <dgm:prSet presAssocID="{74677021-6D77-4170-9FF9-BA5F9F166ED2}" presName="level3hierChild" presStyleCnt="0"/>
      <dgm:spPr/>
    </dgm:pt>
    <dgm:pt modelId="{C182167B-279E-4ACC-8B0C-99CB6D2FC05C}" type="pres">
      <dgm:prSet presAssocID="{DE70ECE7-8B6A-4F80-8DEE-2DE1D03FD104}" presName="conn2-1" presStyleLbl="parChTrans1D4" presStyleIdx="12" presStyleCnt="18"/>
      <dgm:spPr/>
    </dgm:pt>
    <dgm:pt modelId="{37A6D5D1-5B90-4453-842C-637954E9C741}" type="pres">
      <dgm:prSet presAssocID="{DE70ECE7-8B6A-4F80-8DEE-2DE1D03FD104}" presName="connTx" presStyleLbl="parChTrans1D4" presStyleIdx="12" presStyleCnt="18"/>
      <dgm:spPr/>
    </dgm:pt>
    <dgm:pt modelId="{C457E73B-9132-48F1-BB8D-5A06A3158826}" type="pres">
      <dgm:prSet presAssocID="{3E79DFA2-158E-466A-97E5-72AD9AF2D83B}" presName="root2" presStyleCnt="0"/>
      <dgm:spPr/>
    </dgm:pt>
    <dgm:pt modelId="{6C132131-120C-4715-87E6-4DB0B5BB1CAB}" type="pres">
      <dgm:prSet presAssocID="{3E79DFA2-158E-466A-97E5-72AD9AF2D83B}" presName="LevelTwoTextNode" presStyleLbl="node4" presStyleIdx="12" presStyleCnt="18">
        <dgm:presLayoutVars>
          <dgm:chPref val="3"/>
        </dgm:presLayoutVars>
      </dgm:prSet>
      <dgm:spPr/>
    </dgm:pt>
    <dgm:pt modelId="{8DA9BE60-FDC2-4CCB-B034-9805C6C5BE1F}" type="pres">
      <dgm:prSet presAssocID="{3E79DFA2-158E-466A-97E5-72AD9AF2D83B}" presName="level3hierChild" presStyleCnt="0"/>
      <dgm:spPr/>
    </dgm:pt>
    <dgm:pt modelId="{4B304C68-C090-4BF7-988C-4F402BEF227F}" type="pres">
      <dgm:prSet presAssocID="{F0667C1F-B6B0-4B1A-BB13-E6F808E0E29E}" presName="conn2-1" presStyleLbl="parChTrans1D4" presStyleIdx="13" presStyleCnt="18"/>
      <dgm:spPr/>
    </dgm:pt>
    <dgm:pt modelId="{F9D67BAF-23A9-459F-87B4-113E98106DC9}" type="pres">
      <dgm:prSet presAssocID="{F0667C1F-B6B0-4B1A-BB13-E6F808E0E29E}" presName="connTx" presStyleLbl="parChTrans1D4" presStyleIdx="13" presStyleCnt="18"/>
      <dgm:spPr/>
    </dgm:pt>
    <dgm:pt modelId="{834CB34C-0BB1-4C1C-B902-B8633186F8CF}" type="pres">
      <dgm:prSet presAssocID="{088376A5-FCD6-4833-84AD-7C284FA30C51}" presName="root2" presStyleCnt="0"/>
      <dgm:spPr/>
    </dgm:pt>
    <dgm:pt modelId="{CBAC7429-8FFC-4410-B3C2-8F76869016F2}" type="pres">
      <dgm:prSet presAssocID="{088376A5-FCD6-4833-84AD-7C284FA30C51}" presName="LevelTwoTextNode" presStyleLbl="node4" presStyleIdx="13" presStyleCnt="18">
        <dgm:presLayoutVars>
          <dgm:chPref val="3"/>
        </dgm:presLayoutVars>
      </dgm:prSet>
      <dgm:spPr/>
    </dgm:pt>
    <dgm:pt modelId="{B5E44CC7-4549-4226-B74B-5143746A2D77}" type="pres">
      <dgm:prSet presAssocID="{088376A5-FCD6-4833-84AD-7C284FA30C51}" presName="level3hierChild" presStyleCnt="0"/>
      <dgm:spPr/>
    </dgm:pt>
    <dgm:pt modelId="{10A31525-2D91-4447-998A-81BDC36C8358}" type="pres">
      <dgm:prSet presAssocID="{201508DA-AE61-472D-AB1D-FCF3DF2E29BB}" presName="conn2-1" presStyleLbl="parChTrans1D4" presStyleIdx="14" presStyleCnt="18"/>
      <dgm:spPr/>
    </dgm:pt>
    <dgm:pt modelId="{02C5B1F0-2835-43C2-A2AF-E3F8DF11CA46}" type="pres">
      <dgm:prSet presAssocID="{201508DA-AE61-472D-AB1D-FCF3DF2E29BB}" presName="connTx" presStyleLbl="parChTrans1D4" presStyleIdx="14" presStyleCnt="18"/>
      <dgm:spPr/>
    </dgm:pt>
    <dgm:pt modelId="{72C79DD7-9EC2-46A0-BE97-479AC07A1BF3}" type="pres">
      <dgm:prSet presAssocID="{06F83872-841A-4925-93BA-91F28B0CC679}" presName="root2" presStyleCnt="0"/>
      <dgm:spPr/>
    </dgm:pt>
    <dgm:pt modelId="{96264827-AB30-4363-9070-847C5961C1EE}" type="pres">
      <dgm:prSet presAssocID="{06F83872-841A-4925-93BA-91F28B0CC679}" presName="LevelTwoTextNode" presStyleLbl="node4" presStyleIdx="14" presStyleCnt="18">
        <dgm:presLayoutVars>
          <dgm:chPref val="3"/>
        </dgm:presLayoutVars>
      </dgm:prSet>
      <dgm:spPr/>
    </dgm:pt>
    <dgm:pt modelId="{E8465DEF-E2B1-481D-B96C-E7EF2381F4EC}" type="pres">
      <dgm:prSet presAssocID="{06F83872-841A-4925-93BA-91F28B0CC679}" presName="level3hierChild" presStyleCnt="0"/>
      <dgm:spPr/>
    </dgm:pt>
    <dgm:pt modelId="{BB409E7A-2C6E-42D6-80B6-80CC6C3CE063}" type="pres">
      <dgm:prSet presAssocID="{99357042-6415-4A88-8049-B9F8BC9983D5}" presName="conn2-1" presStyleLbl="parChTrans1D3" presStyleIdx="2" presStyleCnt="3"/>
      <dgm:spPr/>
    </dgm:pt>
    <dgm:pt modelId="{492C50B3-D4AE-46A4-80A3-D3B67FA7AEF9}" type="pres">
      <dgm:prSet presAssocID="{99357042-6415-4A88-8049-B9F8BC9983D5}" presName="connTx" presStyleLbl="parChTrans1D3" presStyleIdx="2" presStyleCnt="3"/>
      <dgm:spPr/>
    </dgm:pt>
    <dgm:pt modelId="{2E10EA58-6D9E-4845-8B8F-45A6C89A7B0A}" type="pres">
      <dgm:prSet presAssocID="{6F7AC0C2-E781-4D55-96ED-56C38BA64376}" presName="root2" presStyleCnt="0"/>
      <dgm:spPr/>
    </dgm:pt>
    <dgm:pt modelId="{83BEE6F6-B78D-403A-9896-857142838005}" type="pres">
      <dgm:prSet presAssocID="{6F7AC0C2-E781-4D55-96ED-56C38BA64376}" presName="LevelTwoTextNode" presStyleLbl="node3" presStyleIdx="2" presStyleCnt="3">
        <dgm:presLayoutVars>
          <dgm:chPref val="3"/>
        </dgm:presLayoutVars>
      </dgm:prSet>
      <dgm:spPr/>
    </dgm:pt>
    <dgm:pt modelId="{F23D66E5-83C3-4868-89AC-E21BF0C5E656}" type="pres">
      <dgm:prSet presAssocID="{6F7AC0C2-E781-4D55-96ED-56C38BA64376}" presName="level3hierChild" presStyleCnt="0"/>
      <dgm:spPr/>
    </dgm:pt>
    <dgm:pt modelId="{3B256D43-2DDD-49E5-8307-248845F7525C}" type="pres">
      <dgm:prSet presAssocID="{3357A187-F10F-4700-905C-95E2AC1F20ED}" presName="conn2-1" presStyleLbl="parChTrans1D4" presStyleIdx="15" presStyleCnt="18"/>
      <dgm:spPr/>
    </dgm:pt>
    <dgm:pt modelId="{553BD4D5-71DC-4EAA-9CD3-A579B0EDDFD0}" type="pres">
      <dgm:prSet presAssocID="{3357A187-F10F-4700-905C-95E2AC1F20ED}" presName="connTx" presStyleLbl="parChTrans1D4" presStyleIdx="15" presStyleCnt="18"/>
      <dgm:spPr/>
    </dgm:pt>
    <dgm:pt modelId="{7F78DDB5-D49E-49F5-89CB-74825DB22D11}" type="pres">
      <dgm:prSet presAssocID="{E978D828-50BC-44FC-87FB-F133153D15E5}" presName="root2" presStyleCnt="0"/>
      <dgm:spPr/>
    </dgm:pt>
    <dgm:pt modelId="{8AB68E0F-BFA4-47DD-B5E1-926286FFDD54}" type="pres">
      <dgm:prSet presAssocID="{E978D828-50BC-44FC-87FB-F133153D15E5}" presName="LevelTwoTextNode" presStyleLbl="node4" presStyleIdx="15" presStyleCnt="18">
        <dgm:presLayoutVars>
          <dgm:chPref val="3"/>
        </dgm:presLayoutVars>
      </dgm:prSet>
      <dgm:spPr/>
    </dgm:pt>
    <dgm:pt modelId="{868DC9A0-4F37-4049-A47F-3AE4E2D8AAB7}" type="pres">
      <dgm:prSet presAssocID="{E978D828-50BC-44FC-87FB-F133153D15E5}" presName="level3hierChild" presStyleCnt="0"/>
      <dgm:spPr/>
    </dgm:pt>
    <dgm:pt modelId="{E289D23D-C2CC-458D-A903-7FBC62D60EC3}" type="pres">
      <dgm:prSet presAssocID="{7CD0E4CB-477D-480D-9DD2-69CA82CF0FE0}" presName="conn2-1" presStyleLbl="parChTrans1D4" presStyleIdx="16" presStyleCnt="18"/>
      <dgm:spPr/>
    </dgm:pt>
    <dgm:pt modelId="{4647E276-8141-4A6F-A1BA-347C9BAE0822}" type="pres">
      <dgm:prSet presAssocID="{7CD0E4CB-477D-480D-9DD2-69CA82CF0FE0}" presName="connTx" presStyleLbl="parChTrans1D4" presStyleIdx="16" presStyleCnt="18"/>
      <dgm:spPr/>
    </dgm:pt>
    <dgm:pt modelId="{EEABE711-722F-49B2-91E8-5884A1ED45A7}" type="pres">
      <dgm:prSet presAssocID="{53BAF157-D173-4320-83D1-F9C6EA168514}" presName="root2" presStyleCnt="0"/>
      <dgm:spPr/>
    </dgm:pt>
    <dgm:pt modelId="{EBE2393C-B0FC-47AE-9DB4-7315C493CD2C}" type="pres">
      <dgm:prSet presAssocID="{53BAF157-D173-4320-83D1-F9C6EA168514}" presName="LevelTwoTextNode" presStyleLbl="node4" presStyleIdx="16" presStyleCnt="18">
        <dgm:presLayoutVars>
          <dgm:chPref val="3"/>
        </dgm:presLayoutVars>
      </dgm:prSet>
      <dgm:spPr/>
    </dgm:pt>
    <dgm:pt modelId="{969B00A7-863E-42D0-85B1-6093CA92C6AE}" type="pres">
      <dgm:prSet presAssocID="{53BAF157-D173-4320-83D1-F9C6EA168514}" presName="level3hierChild" presStyleCnt="0"/>
      <dgm:spPr/>
    </dgm:pt>
    <dgm:pt modelId="{E156D283-1330-4C9A-9EA0-0E405FE3647B}" type="pres">
      <dgm:prSet presAssocID="{A49066F9-A93E-4FCC-9D20-E7D4C50D9A41}" presName="conn2-1" presStyleLbl="parChTrans1D4" presStyleIdx="17" presStyleCnt="18"/>
      <dgm:spPr/>
    </dgm:pt>
    <dgm:pt modelId="{4FD7D592-D50D-4784-917B-703430E6BEB0}" type="pres">
      <dgm:prSet presAssocID="{A49066F9-A93E-4FCC-9D20-E7D4C50D9A41}" presName="connTx" presStyleLbl="parChTrans1D4" presStyleIdx="17" presStyleCnt="18"/>
      <dgm:spPr/>
    </dgm:pt>
    <dgm:pt modelId="{4D7A338C-461F-4AB9-8B08-BF2FD6E1E41C}" type="pres">
      <dgm:prSet presAssocID="{FF50DE00-C730-4E52-B08B-9B0B23B55E37}" presName="root2" presStyleCnt="0"/>
      <dgm:spPr/>
    </dgm:pt>
    <dgm:pt modelId="{A5A6BF1E-F522-4F29-887E-8E989E3BFA6E}" type="pres">
      <dgm:prSet presAssocID="{FF50DE00-C730-4E52-B08B-9B0B23B55E37}" presName="LevelTwoTextNode" presStyleLbl="node4" presStyleIdx="17" presStyleCnt="18">
        <dgm:presLayoutVars>
          <dgm:chPref val="3"/>
        </dgm:presLayoutVars>
      </dgm:prSet>
      <dgm:spPr/>
    </dgm:pt>
    <dgm:pt modelId="{934EF4FE-B78C-41AD-B3D1-75B8E15834CE}" type="pres">
      <dgm:prSet presAssocID="{FF50DE00-C730-4E52-B08B-9B0B23B55E37}" presName="level3hierChild" presStyleCnt="0"/>
      <dgm:spPr/>
    </dgm:pt>
  </dgm:ptLst>
  <dgm:cxnLst>
    <dgm:cxn modelId="{7FB6C805-1F93-4980-8DE8-94F625F7FAC4}" type="presOf" srcId="{74677021-6D77-4170-9FF9-BA5F9F166ED2}" destId="{4D670377-ED74-4666-8D2E-18FC332E505C}" srcOrd="0" destOrd="0" presId="urn:microsoft.com/office/officeart/2008/layout/HorizontalMultiLevelHierarchy"/>
    <dgm:cxn modelId="{79C9C10D-40FA-4FBA-A381-6CB98C7E648B}" type="presOf" srcId="{7CD0E4CB-477D-480D-9DD2-69CA82CF0FE0}" destId="{E289D23D-C2CC-458D-A903-7FBC62D60EC3}" srcOrd="0" destOrd="0" presId="urn:microsoft.com/office/officeart/2008/layout/HorizontalMultiLevelHierarchy"/>
    <dgm:cxn modelId="{C2305D0F-2FB7-487E-B4D5-2B4EC98DACD4}" srcId="{8A45E976-F3F4-4F07-999D-E1B14C6C6E91}" destId="{2C3C2973-F33C-4156-BECF-9FDD209F2904}" srcOrd="0" destOrd="0" parTransId="{63A56DB9-5B8C-4AAB-BB95-58BDD1BDD545}" sibTransId="{E091A6FE-8558-4BF3-830E-D16B62AA9124}"/>
    <dgm:cxn modelId="{ADDE6710-98A7-4D6D-B573-D0B8CF7F63EF}" type="presOf" srcId="{E7D347E1-085C-4893-B926-D0CCC62C193F}" destId="{2C34BCB0-119C-46E6-A342-6EB1B43B20FA}" srcOrd="1" destOrd="0" presId="urn:microsoft.com/office/officeart/2008/layout/HorizontalMultiLevelHierarchy"/>
    <dgm:cxn modelId="{27DF5911-2CD6-4C4D-91FA-0398088EF0C8}" type="presOf" srcId="{AE942EF8-370E-4255-9DA4-9DDF90E71226}" destId="{0C4A59AD-49D9-4CD9-87AD-ABCA283F755A}" srcOrd="0" destOrd="0" presId="urn:microsoft.com/office/officeart/2008/layout/HorizontalMultiLevelHierarchy"/>
    <dgm:cxn modelId="{C13DF812-B534-4635-B432-53AA4C8FD327}" srcId="{AE942EF8-370E-4255-9DA4-9DDF90E71226}" destId="{A86D52D7-5555-46E9-8F76-E009CF887EDB}" srcOrd="0" destOrd="0" parTransId="{9154CFD0-97BA-4D60-9FA1-DBDA9BAA9D92}" sibTransId="{FFA1F943-64C6-4AA7-8706-6771EDAACF46}"/>
    <dgm:cxn modelId="{EEC78716-2732-2B4F-9E1B-42273A52BAB8}" type="presOf" srcId="{FE4FBC79-BA52-43FE-B532-69A0FCB472D8}" destId="{D5E2EE40-C0F4-47A4-BFD8-C4453AD103E9}" srcOrd="1" destOrd="0" presId="urn:microsoft.com/office/officeart/2008/layout/HorizontalMultiLevelHierarchy"/>
    <dgm:cxn modelId="{A2ACFB18-705B-8240-B4E0-7F33C787FFAD}" type="presOf" srcId="{B324D2A2-B228-4DEF-B099-ECA5B209BC2B}" destId="{19EC3967-4465-4284-894E-E87F4AE23527}" srcOrd="0" destOrd="0" presId="urn:microsoft.com/office/officeart/2008/layout/HorizontalMultiLevelHierarchy"/>
    <dgm:cxn modelId="{935FD81D-25EA-2443-9D47-B178E6D9F89F}" type="presOf" srcId="{46AF898B-DFFC-4ED0-8BAE-E93309938308}" destId="{E991FD48-35FD-4B29-A2B5-FC5E13C337A2}" srcOrd="0" destOrd="0" presId="urn:microsoft.com/office/officeart/2008/layout/HorizontalMultiLevelHierarchy"/>
    <dgm:cxn modelId="{C606BB1F-5121-0A49-8614-50EEA45407AA}" type="presOf" srcId="{FCA60DB3-C357-4D8C-9B81-B68ADFB6AC39}" destId="{C7B01716-340C-4416-8288-BCDB61352F60}" srcOrd="0" destOrd="0" presId="urn:microsoft.com/office/officeart/2008/layout/HorizontalMultiLevelHierarchy"/>
    <dgm:cxn modelId="{63863920-9123-4CEC-8D48-DEC1713EFFCE}" type="presOf" srcId="{43242ED8-E23F-4398-8768-FA3312787A1E}" destId="{67094A6F-63B0-4A92-8E81-7B8137AA2BA4}" srcOrd="0" destOrd="0" presId="urn:microsoft.com/office/officeart/2008/layout/HorizontalMultiLevelHierarchy"/>
    <dgm:cxn modelId="{B7D28520-63D8-9B48-9841-7CE99C7FED11}" type="presOf" srcId="{68736FDB-54AA-4372-901C-59A12C096022}" destId="{985A581F-0A9E-447C-BF1D-BBF272BE0C7D}" srcOrd="0" destOrd="0" presId="urn:microsoft.com/office/officeart/2008/layout/HorizontalMultiLevelHierarchy"/>
    <dgm:cxn modelId="{DA2AF421-7500-4801-8936-332714DE483E}" srcId="{72B11F59-87F0-4CDB-9A66-73114C60155F}" destId="{3E79DFA2-158E-466A-97E5-72AD9AF2D83B}" srcOrd="1" destOrd="0" parTransId="{DE70ECE7-8B6A-4F80-8DEE-2DE1D03FD104}" sibTransId="{2714CBFC-62C4-4EC8-9731-7C5F7EB47084}"/>
    <dgm:cxn modelId="{7052ED22-E8EA-40F7-8D78-60E22210B5B7}" srcId="{99264189-49C1-4806-B04D-05804108216D}" destId="{B324D2A2-B228-4DEF-B099-ECA5B209BC2B}" srcOrd="1" destOrd="0" parTransId="{E4ADB804-7869-46A5-9AEA-552095344840}" sibTransId="{0B1A3249-754B-458D-82A0-CEB3320C13E1}"/>
    <dgm:cxn modelId="{4854192A-EA10-4040-8FF7-C08C1BA983E1}" type="presOf" srcId="{06F83872-841A-4925-93BA-91F28B0CC679}" destId="{96264827-AB30-4363-9070-847C5961C1EE}" srcOrd="0" destOrd="0" presId="urn:microsoft.com/office/officeart/2008/layout/HorizontalMultiLevelHierarchy"/>
    <dgm:cxn modelId="{6009492B-5F56-B247-A7EC-24C06328E1D7}" type="presOf" srcId="{C4A0E43F-18CA-40FB-BCE8-B2160A4E6B4F}" destId="{0718FBD7-1103-4940-8E47-5A6898B34D5C}" srcOrd="0" destOrd="0" presId="urn:microsoft.com/office/officeart/2008/layout/HorizontalMultiLevelHierarchy"/>
    <dgm:cxn modelId="{ED7B8C2E-D8AF-2B49-85DE-3C77D4067C9C}" type="presOf" srcId="{9154CFD0-97BA-4D60-9FA1-DBDA9BAA9D92}" destId="{AFFDE1B1-5CCA-4C1B-9B87-65BF5C564ED0}" srcOrd="1" destOrd="0" presId="urn:microsoft.com/office/officeart/2008/layout/HorizontalMultiLevelHierarchy"/>
    <dgm:cxn modelId="{D0796037-DF68-458D-BC8F-096D9CD6C711}" type="presOf" srcId="{7CD0E4CB-477D-480D-9DD2-69CA82CF0FE0}" destId="{4647E276-8141-4A6F-A1BA-347C9BAE0822}" srcOrd="1" destOrd="0" presId="urn:microsoft.com/office/officeart/2008/layout/HorizontalMultiLevelHierarchy"/>
    <dgm:cxn modelId="{A9E22538-6B07-4E48-8EDB-9C10B911C48A}" type="presOf" srcId="{640468A2-1A89-4F88-9D01-18CD06E7CAFE}" destId="{794EC767-47D8-4535-B021-1CC022719769}" srcOrd="1" destOrd="0" presId="urn:microsoft.com/office/officeart/2008/layout/HorizontalMultiLevelHierarchy"/>
    <dgm:cxn modelId="{B6B8C538-45EF-4C24-B711-2A3CCD99BC20}" srcId="{8A45E976-F3F4-4F07-999D-E1B14C6C6E91}" destId="{99264189-49C1-4806-B04D-05804108216D}" srcOrd="1" destOrd="0" parTransId="{4F9494AD-2847-4B97-844D-B7DE85089054}" sibTransId="{2CB70730-D7EC-4C40-AAF7-E771EFF05510}"/>
    <dgm:cxn modelId="{35D8443D-19C1-D540-A528-A0DA7BD586E1}" type="presOf" srcId="{20443651-DE32-4C8A-A2A5-72F58496D0E9}" destId="{CA712F90-2879-45F7-83C7-0B0157CFAD95}" srcOrd="1" destOrd="0" presId="urn:microsoft.com/office/officeart/2008/layout/HorizontalMultiLevelHierarchy"/>
    <dgm:cxn modelId="{BC07F561-F3B6-0246-8BB7-9C52611A76C0}" type="presOf" srcId="{4D0B2C1E-9BD5-4109-AEED-CF4289FE2E13}" destId="{DB1BE597-6255-4391-BDB8-7E3441A05B6A}" srcOrd="1" destOrd="0" presId="urn:microsoft.com/office/officeart/2008/layout/HorizontalMultiLevelHierarchy"/>
    <dgm:cxn modelId="{A1430662-0FB0-49DD-8A77-1307D70D9FCF}" type="presOf" srcId="{3357A187-F10F-4700-905C-95E2AC1F20ED}" destId="{3B256D43-2DDD-49E5-8307-248845F7525C}" srcOrd="0" destOrd="0" presId="urn:microsoft.com/office/officeart/2008/layout/HorizontalMultiLevelHierarchy"/>
    <dgm:cxn modelId="{7CCF4844-3DFF-4138-915C-AA6689E06DC8}" srcId="{11A40D28-182A-427D-9E0D-DB033E1A117E}" destId="{CFD74C62-EFC5-4F92-8A68-9AFD7A9213D7}" srcOrd="1" destOrd="0" parTransId="{640468A2-1A89-4F88-9D01-18CD06E7CAFE}" sibTransId="{52690CF0-ECE4-4054-8650-70BD9039F9ED}"/>
    <dgm:cxn modelId="{FF6CE564-5540-154B-A169-2CDD524E8C41}" type="presOf" srcId="{FCA60DB3-C357-4D8C-9B81-B68ADFB6AC39}" destId="{602B1283-929A-4156-9E0F-1ADAF07D3BEC}" srcOrd="1" destOrd="0" presId="urn:microsoft.com/office/officeart/2008/layout/HorizontalMultiLevelHierarchy"/>
    <dgm:cxn modelId="{5F4A3365-8749-124E-A487-D2EB39C74565}" type="presOf" srcId="{463CC6C4-1261-430C-86CC-B0BE6ED5D83C}" destId="{4B7893CA-1147-473C-97C9-C738D6A6806F}" srcOrd="1" destOrd="0" presId="urn:microsoft.com/office/officeart/2008/layout/HorizontalMultiLevelHierarchy"/>
    <dgm:cxn modelId="{986BB365-AD81-6040-B433-FFC0682E0A89}" type="presOf" srcId="{E4ADB804-7869-46A5-9AEA-552095344840}" destId="{A9B98C4B-3926-450A-A641-C1C7E68B7605}" srcOrd="1" destOrd="0" presId="urn:microsoft.com/office/officeart/2008/layout/HorizontalMultiLevelHierarchy"/>
    <dgm:cxn modelId="{B07D6048-3B5C-4A28-873F-59E4040DBF76}" srcId="{11A40D28-182A-427D-9E0D-DB033E1A117E}" destId="{8A45E976-F3F4-4F07-999D-E1B14C6C6E91}" srcOrd="0" destOrd="0" parTransId="{6A61C3F3-5116-4947-91A3-5B0C3E03941D}" sibTransId="{1A0AB373-FE19-4BEF-BF68-299080124AC0}"/>
    <dgm:cxn modelId="{0D1A5949-D803-4603-8AA2-12B70AEDEDF1}" srcId="{CFD74C62-EFC5-4F92-8A68-9AFD7A9213D7}" destId="{088376A5-FCD6-4833-84AD-7C284FA30C51}" srcOrd="1" destOrd="0" parTransId="{F0667C1F-B6B0-4B1A-BB13-E6F808E0E29E}" sibTransId="{C2A819DA-9883-43AD-8973-22397B844D5A}"/>
    <dgm:cxn modelId="{A9F99049-7CE1-F942-91CD-157FB33298F6}" type="presOf" srcId="{46AF898B-DFFC-4ED0-8BAE-E93309938308}" destId="{FA138BFC-99EF-4532-881A-A198A2B89C32}" srcOrd="1" destOrd="0" presId="urn:microsoft.com/office/officeart/2008/layout/HorizontalMultiLevelHierarchy"/>
    <dgm:cxn modelId="{298D746A-B283-7C41-9B7C-F61EFE6D0138}" type="presOf" srcId="{4F9494AD-2847-4B97-844D-B7DE85089054}" destId="{EB2D4C74-2EBF-4F0D-946C-FD881EF6D857}" srcOrd="1" destOrd="0" presId="urn:microsoft.com/office/officeart/2008/layout/HorizontalMultiLevelHierarchy"/>
    <dgm:cxn modelId="{35EF7B6E-BB9A-437D-8433-6B532A01DDA8}" srcId="{2C3C2973-F33C-4156-BECF-9FDD209F2904}" destId="{34147EDD-37DA-4178-8AF3-1DECBD93DD7F}" srcOrd="0" destOrd="0" parTransId="{151B1087-40D5-489F-AB98-C4A8A3C265B3}" sibTransId="{DB3054E1-D378-46EC-8504-02A146C507E4}"/>
    <dgm:cxn modelId="{D582F351-ED0B-734C-8063-9183513C4307}" type="presOf" srcId="{5A6CA286-5AC0-4375-BF7D-B8480693EFF5}" destId="{0FA3BB01-7869-41E4-9CBB-3CE56B98416A}" srcOrd="0" destOrd="0" presId="urn:microsoft.com/office/officeart/2008/layout/HorizontalMultiLevelHierarchy"/>
    <dgm:cxn modelId="{E20E1453-4F1E-49D4-8102-8716E8AA9217}" srcId="{6F7AC0C2-E781-4D55-96ED-56C38BA64376}" destId="{53BAF157-D173-4320-83D1-F9C6EA168514}" srcOrd="1" destOrd="0" parTransId="{7CD0E4CB-477D-480D-9DD2-69CA82CF0FE0}" sibTransId="{A3F3BC78-E470-4FB1-8411-5D54719A2E79}"/>
    <dgm:cxn modelId="{4C821E73-C0C7-4C6B-8C05-6D029670BFA8}" type="presOf" srcId="{53BAF157-D173-4320-83D1-F9C6EA168514}" destId="{EBE2393C-B0FC-47AE-9DB4-7315C493CD2C}" srcOrd="0" destOrd="0" presId="urn:microsoft.com/office/officeart/2008/layout/HorizontalMultiLevelHierarchy"/>
    <dgm:cxn modelId="{A5107754-BEF2-5E4D-B9C6-C7DA738333C7}" type="presOf" srcId="{E7BC7F17-FCD0-4161-9752-2D8147E67AE6}" destId="{8F60F653-17CF-40F5-AFBA-0977F48381BD}" srcOrd="0" destOrd="0" presId="urn:microsoft.com/office/officeart/2008/layout/HorizontalMultiLevelHierarchy"/>
    <dgm:cxn modelId="{4D50D855-43A8-FA47-8AF0-BE682EE9D3BC}" type="presOf" srcId="{11A40D28-182A-427D-9E0D-DB033E1A117E}" destId="{654CF9A4-7235-4A9B-A860-7C8F607AAA48}" srcOrd="0" destOrd="0" presId="urn:microsoft.com/office/officeart/2008/layout/HorizontalMultiLevelHierarchy"/>
    <dgm:cxn modelId="{C82EF256-4B6D-E24F-8256-8DFB155E3995}" type="presOf" srcId="{088376A5-FCD6-4833-84AD-7C284FA30C51}" destId="{CBAC7429-8FFC-4410-B3C2-8F76869016F2}" srcOrd="0" destOrd="0" presId="urn:microsoft.com/office/officeart/2008/layout/HorizontalMultiLevelHierarchy"/>
    <dgm:cxn modelId="{DB698957-99CE-421E-9172-F60C0303C54A}" srcId="{C4A0E43F-18CA-40FB-BCE8-B2160A4E6B4F}" destId="{11A40D28-182A-427D-9E0D-DB033E1A117E}" srcOrd="1" destOrd="0" parTransId="{FCA60DB3-C357-4D8C-9B81-B68ADFB6AC39}" sibTransId="{86EC4471-8A5E-4EB4-85B9-F2F2FCA0C4C2}"/>
    <dgm:cxn modelId="{309B9C58-0E85-0A47-B433-1B503E068C25}" type="presOf" srcId="{63A56DB9-5B8C-4AAB-BB95-58BDD1BDD545}" destId="{19B7CA3A-B179-438F-B2EA-E3FA9F4058A3}" srcOrd="1" destOrd="0" presId="urn:microsoft.com/office/officeart/2008/layout/HorizontalMultiLevelHierarchy"/>
    <dgm:cxn modelId="{52C5FF79-E3F5-4744-AACC-2AD1A333843D}" type="presOf" srcId="{E978D828-50BC-44FC-87FB-F133153D15E5}" destId="{8AB68E0F-BFA4-47DD-B5E1-926286FFDD54}" srcOrd="0" destOrd="0" presId="urn:microsoft.com/office/officeart/2008/layout/HorizontalMultiLevelHierarchy"/>
    <dgm:cxn modelId="{D07AB07C-D198-4CEE-A044-BCDEEAC168FB}" srcId="{99264189-49C1-4806-B04D-05804108216D}" destId="{5A6CA286-5AC0-4375-BF7D-B8480693EFF5}" srcOrd="2" destOrd="0" parTransId="{46AF898B-DFFC-4ED0-8BAE-E93309938308}" sibTransId="{6372CDBC-6ECA-46C0-AF6F-6DD729C7C9F3}"/>
    <dgm:cxn modelId="{1D76A57E-919B-4494-B8A4-B2390BA314D9}" srcId="{CFD74C62-EFC5-4F92-8A68-9AFD7A9213D7}" destId="{06F83872-841A-4925-93BA-91F28B0CC679}" srcOrd="2" destOrd="0" parTransId="{201508DA-AE61-472D-AB1D-FCF3DF2E29BB}" sibTransId="{F525543B-B8C2-40AF-AABC-2AC36BB7F78F}"/>
    <dgm:cxn modelId="{D03BCF7E-C1FC-4BF9-ADD0-AFA25646432C}" type="presOf" srcId="{E7D347E1-085C-4893-B926-D0CCC62C193F}" destId="{22E41319-21FB-461F-B065-C9EF9E2112F4}" srcOrd="0" destOrd="0" presId="urn:microsoft.com/office/officeart/2008/layout/HorizontalMultiLevelHierarchy"/>
    <dgm:cxn modelId="{22EB427F-0F2A-42D7-8A87-F13437F0352D}" srcId="{11A40D28-182A-427D-9E0D-DB033E1A117E}" destId="{6F7AC0C2-E781-4D55-96ED-56C38BA64376}" srcOrd="2" destOrd="0" parTransId="{99357042-6415-4A88-8049-B9F8BC9983D5}" sibTransId="{2AEBF0C5-042C-4920-B0E2-76D63F86E20A}"/>
    <dgm:cxn modelId="{AFE3D57F-24BC-8B49-8720-04C72FB18210}" type="presOf" srcId="{0B2F88A2-AF74-4CAD-9B9B-64D7941F78AC}" destId="{57BECF7D-4119-4269-9F43-AE9FBAEECAB0}" srcOrd="0" destOrd="0" presId="urn:microsoft.com/office/officeart/2008/layout/HorizontalMultiLevelHierarchy"/>
    <dgm:cxn modelId="{D77D1983-EED6-49D0-B22D-1C9548A32F28}" type="presOf" srcId="{72B11F59-87F0-4CDB-9A66-73114C60155F}" destId="{E3BCFE88-D3F3-4122-94BC-77E2DC92E495}" srcOrd="0" destOrd="0" presId="urn:microsoft.com/office/officeart/2008/layout/HorizontalMultiLevelHierarchy"/>
    <dgm:cxn modelId="{DC1E8584-C61D-4A4C-856D-4E44DCF4301C}" srcId="{9D11F228-7248-4307-B00E-F085435AEFE4}" destId="{72B11F59-87F0-4CDB-9A66-73114C60155F}" srcOrd="0" destOrd="0" parTransId="{43242ED8-E23F-4398-8768-FA3312787A1E}" sibTransId="{849063DD-A22A-415C-9F47-C7AFD7BBF606}"/>
    <dgm:cxn modelId="{7F52B486-9577-7C4E-BAA8-36FFC8D7A966}" type="presOf" srcId="{9D11F228-7248-4307-B00E-F085435AEFE4}" destId="{5EE9E5EC-E3F8-4C33-A1B2-BE26531F263F}" srcOrd="0" destOrd="0" presId="urn:microsoft.com/office/officeart/2008/layout/HorizontalMultiLevelHierarchy"/>
    <dgm:cxn modelId="{A50AFF86-6441-4E23-A531-4F4BBDF865C2}" type="presOf" srcId="{DE70ECE7-8B6A-4F80-8DEE-2DE1D03FD104}" destId="{37A6D5D1-5B90-4453-842C-637954E9C741}" srcOrd="1" destOrd="0" presId="urn:microsoft.com/office/officeart/2008/layout/HorizontalMultiLevelHierarchy"/>
    <dgm:cxn modelId="{9325AB88-04E0-4CE3-A19A-85DC7F2CE617}" srcId="{53BAF157-D173-4320-83D1-F9C6EA168514}" destId="{FF50DE00-C730-4E52-B08B-9B0B23B55E37}" srcOrd="0" destOrd="0" parTransId="{A49066F9-A93E-4FCC-9D20-E7D4C50D9A41}" sibTransId="{1F274E3D-2043-4398-89F9-A9F4468DBCA6}"/>
    <dgm:cxn modelId="{8EE58C8F-6E4C-40D6-971B-2A1D23DE3DA2}" srcId="{E7BC7F17-FCD0-4161-9752-2D8147E67AE6}" destId="{C4A0E43F-18CA-40FB-BCE8-B2160A4E6B4F}" srcOrd="0" destOrd="0" parTransId="{B6563CA3-D034-4412-A737-A07FBF8058E1}" sibTransId="{E59CD1BC-75A8-4235-B58E-413C6F5587A3}"/>
    <dgm:cxn modelId="{79488594-2F67-4BE2-A80B-93CF68B829D7}" srcId="{72B11F59-87F0-4CDB-9A66-73114C60155F}" destId="{74677021-6D77-4170-9FF9-BA5F9F166ED2}" srcOrd="0" destOrd="0" parTransId="{E7D347E1-085C-4893-B926-D0CCC62C193F}" sibTransId="{EB9A5B96-2F31-49EA-B2D4-B40C808CA3DD}"/>
    <dgm:cxn modelId="{703F919D-FF44-B846-B9CD-906BA2342643}" type="presOf" srcId="{63A56DB9-5B8C-4AAB-BB95-58BDD1BDD545}" destId="{2A371008-CE25-410B-860E-4614F71AD837}" srcOrd="0" destOrd="0" presId="urn:microsoft.com/office/officeart/2008/layout/HorizontalMultiLevelHierarchy"/>
    <dgm:cxn modelId="{52610C9F-256E-814C-A8B1-DD066720B79F}" type="presOf" srcId="{9163BD96-A9CC-4772-8040-18343E28F3C4}" destId="{9F3CE28E-0575-4A4B-9637-B8138B4D4680}" srcOrd="0" destOrd="0" presId="urn:microsoft.com/office/officeart/2008/layout/HorizontalMultiLevelHierarchy"/>
    <dgm:cxn modelId="{E3AF42A6-E42E-8A43-90FC-F1E85B96A49B}" type="presOf" srcId="{151B1087-40D5-489F-AB98-C4A8A3C265B3}" destId="{B196FC81-4573-4A38-A22D-AA83AA97D9E6}" srcOrd="0" destOrd="0" presId="urn:microsoft.com/office/officeart/2008/layout/HorizontalMultiLevelHierarchy"/>
    <dgm:cxn modelId="{248F4DA6-D6B6-A644-A9C8-15BC407F3842}" type="presOf" srcId="{9163BD96-A9CC-4772-8040-18343E28F3C4}" destId="{8DDC82A1-F120-4F75-913F-615A68A9210C}" srcOrd="1" destOrd="0" presId="urn:microsoft.com/office/officeart/2008/layout/HorizontalMultiLevelHierarchy"/>
    <dgm:cxn modelId="{B61A68A7-C450-BA41-B936-ACC62D0C3EA3}" type="presOf" srcId="{640468A2-1A89-4F88-9D01-18CD06E7CAFE}" destId="{3DBEF903-FFD6-4F48-A8EC-A29A309C86CF}" srcOrd="0" destOrd="0" presId="urn:microsoft.com/office/officeart/2008/layout/HorizontalMultiLevelHierarchy"/>
    <dgm:cxn modelId="{EF5AFFAA-5573-5647-9A0F-A398E94C0482}" type="presOf" srcId="{99357042-6415-4A88-8049-B9F8BC9983D5}" destId="{BB409E7A-2C6E-42D6-80B6-80CC6C3CE063}" srcOrd="0" destOrd="0" presId="urn:microsoft.com/office/officeart/2008/layout/HorizontalMultiLevelHierarchy"/>
    <dgm:cxn modelId="{754381B0-F847-E14A-9425-1688274A2A67}" type="presOf" srcId="{201508DA-AE61-472D-AB1D-FCF3DF2E29BB}" destId="{02C5B1F0-2835-43C2-A2AF-E3F8DF11CA46}" srcOrd="1" destOrd="0" presId="urn:microsoft.com/office/officeart/2008/layout/HorizontalMultiLevelHierarchy"/>
    <dgm:cxn modelId="{780954B4-1CF4-EC4C-A529-952FB3B381AF}" type="presOf" srcId="{CFD74C62-EFC5-4F92-8A68-9AFD7A9213D7}" destId="{EB960EDF-02C5-4884-9916-C26F98C4F22A}" srcOrd="0" destOrd="0" presId="urn:microsoft.com/office/officeart/2008/layout/HorizontalMultiLevelHierarchy"/>
    <dgm:cxn modelId="{546F52B7-B1A3-4CF7-A256-CF187617D3AB}" srcId="{99264189-49C1-4806-B04D-05804108216D}" destId="{0B2F88A2-AF74-4CAD-9B9B-64D7941F78AC}" srcOrd="0" destOrd="0" parTransId="{463CC6C4-1261-430C-86CC-B0BE6ED5D83C}" sibTransId="{6C55E23D-0C60-4FD4-B815-A75D348FFE87}"/>
    <dgm:cxn modelId="{F1AE5EB8-A589-554A-8743-52D504826A58}" type="presOf" srcId="{9154CFD0-97BA-4D60-9FA1-DBDA9BAA9D92}" destId="{804AA76F-F2FF-445C-8E74-8602C29321DC}" srcOrd="0" destOrd="0" presId="urn:microsoft.com/office/officeart/2008/layout/HorizontalMultiLevelHierarchy"/>
    <dgm:cxn modelId="{893FD4B9-1BFF-457F-AC3C-D03112E990EA}" type="presOf" srcId="{3357A187-F10F-4700-905C-95E2AC1F20ED}" destId="{553BD4D5-71DC-4EAA-9CD3-A579B0EDDFD0}" srcOrd="1" destOrd="0" presId="urn:microsoft.com/office/officeart/2008/layout/HorizontalMultiLevelHierarchy"/>
    <dgm:cxn modelId="{B5F561BA-7FDA-AD41-A563-FD0B35170DE3}" type="presOf" srcId="{99264189-49C1-4806-B04D-05804108216D}" destId="{1624C68B-433B-4A1D-9A59-8ACCC200ACDA}" srcOrd="0" destOrd="0" presId="urn:microsoft.com/office/officeart/2008/layout/HorizontalMultiLevelHierarchy"/>
    <dgm:cxn modelId="{DCB599BD-4004-094C-86F2-664E630A2D43}" type="presOf" srcId="{E4ADB804-7869-46A5-9AEA-552095344840}" destId="{79781B44-EE8D-43F1-9F01-EA14D953E22B}" srcOrd="0" destOrd="0" presId="urn:microsoft.com/office/officeart/2008/layout/HorizontalMultiLevelHierarchy"/>
    <dgm:cxn modelId="{30610FBE-8E84-3C41-B251-5F9964F13BF4}" type="presOf" srcId="{4F9494AD-2847-4B97-844D-B7DE85089054}" destId="{97D6B823-1A4D-4F2E-9DC2-CB16D37CC3F3}" srcOrd="0" destOrd="0" presId="urn:microsoft.com/office/officeart/2008/layout/HorizontalMultiLevelHierarchy"/>
    <dgm:cxn modelId="{B47985BE-4E39-0F48-BCA9-0755D8476063}" type="presOf" srcId="{8A45E976-F3F4-4F07-999D-E1B14C6C6E91}" destId="{FDF4FABE-10F3-4237-9E1A-A9A4625C6B23}" srcOrd="0" destOrd="0" presId="urn:microsoft.com/office/officeart/2008/layout/HorizontalMultiLevelHierarchy"/>
    <dgm:cxn modelId="{03C5E8C4-1576-4A40-ABBD-5595C3C721CF}" type="presOf" srcId="{463CC6C4-1261-430C-86CC-B0BE6ED5D83C}" destId="{B040B8AB-E813-4445-BE1E-2BEE0AAEEC31}" srcOrd="0" destOrd="0" presId="urn:microsoft.com/office/officeart/2008/layout/HorizontalMultiLevelHierarchy"/>
    <dgm:cxn modelId="{D8A93DC6-C4CE-9145-8F84-670458640AFD}" type="presOf" srcId="{FE4FBC79-BA52-43FE-B532-69A0FCB472D8}" destId="{FB08108B-8277-4776-B0B0-F3B1DAA702F4}" srcOrd="0" destOrd="0" presId="urn:microsoft.com/office/officeart/2008/layout/HorizontalMultiLevelHierarchy"/>
    <dgm:cxn modelId="{8FAF14C9-FED9-4F15-9A74-4F53420D9CAF}" srcId="{CFD74C62-EFC5-4F92-8A68-9AFD7A9213D7}" destId="{9D11F228-7248-4307-B00E-F085435AEFE4}" srcOrd="0" destOrd="0" parTransId="{20443651-DE32-4C8A-A2A5-72F58496D0E9}" sibTransId="{A1F41331-ADF8-4747-8DCF-64F77824F6E8}"/>
    <dgm:cxn modelId="{899CC6CA-4EC9-524C-8261-1F2236A1E829}" type="presOf" srcId="{99357042-6415-4A88-8049-B9F8BC9983D5}" destId="{492C50B3-D4AE-46A4-80A3-D3B67FA7AEF9}" srcOrd="1" destOrd="0" presId="urn:microsoft.com/office/officeart/2008/layout/HorizontalMultiLevelHierarchy"/>
    <dgm:cxn modelId="{53F0F6CB-63C0-F04B-9F45-87159F990051}" type="presOf" srcId="{4D0B2C1E-9BD5-4109-AEED-CF4289FE2E13}" destId="{1323767C-77F5-434A-AB39-3847C3759123}" srcOrd="0" destOrd="0" presId="urn:microsoft.com/office/officeart/2008/layout/HorizontalMultiLevelHierarchy"/>
    <dgm:cxn modelId="{F3593FCD-C1F6-4C47-AEDB-A9B699B55B41}" type="presOf" srcId="{DE70ECE7-8B6A-4F80-8DEE-2DE1D03FD104}" destId="{C182167B-279E-4ACC-8B0C-99CB6D2FC05C}" srcOrd="0" destOrd="0" presId="urn:microsoft.com/office/officeart/2008/layout/HorizontalMultiLevelHierarchy"/>
    <dgm:cxn modelId="{16C1DFD5-2CB9-DA41-8129-F0D46E142BCE}" type="presOf" srcId="{6A61C3F3-5116-4947-91A3-5B0C3E03941D}" destId="{BF40A2B6-45DA-4006-A541-9B20A21D8F99}" srcOrd="0" destOrd="0" presId="urn:microsoft.com/office/officeart/2008/layout/HorizontalMultiLevelHierarchy"/>
    <dgm:cxn modelId="{9DDD1CDB-DD47-3749-9EBA-791C98392199}" type="presOf" srcId="{FF1E0FFF-2023-496B-B276-ED299922C5E8}" destId="{7C8D3D36-707E-429C-B924-4C9F682FADBF}" srcOrd="0" destOrd="0" presId="urn:microsoft.com/office/officeart/2008/layout/HorizontalMultiLevelHierarchy"/>
    <dgm:cxn modelId="{20D222DB-ADF9-4BB2-A0EE-4DD057E32266}" srcId="{C4A0E43F-18CA-40FB-BCE8-B2160A4E6B4F}" destId="{FF1E0FFF-2023-496B-B276-ED299922C5E8}" srcOrd="0" destOrd="0" parTransId="{FE4FBC79-BA52-43FE-B532-69A0FCB472D8}" sibTransId="{DA906F4D-2180-4D71-A11A-C73295FF4E9D}"/>
    <dgm:cxn modelId="{EB6BCCDC-9FBA-D042-8EC4-9D44B499697A}" type="presOf" srcId="{201508DA-AE61-472D-AB1D-FCF3DF2E29BB}" destId="{10A31525-2D91-4447-998A-81BDC36C8358}" srcOrd="0" destOrd="0" presId="urn:microsoft.com/office/officeart/2008/layout/HorizontalMultiLevelHierarchy"/>
    <dgm:cxn modelId="{F17C9ADD-D5A1-1F43-A79C-273381E5C38A}" type="presOf" srcId="{F0667C1F-B6B0-4B1A-BB13-E6F808E0E29E}" destId="{4B304C68-C090-4BF7-988C-4F402BEF227F}" srcOrd="0" destOrd="0" presId="urn:microsoft.com/office/officeart/2008/layout/HorizontalMultiLevelHierarchy"/>
    <dgm:cxn modelId="{83A182DE-55D4-7A41-A7C5-B44A8431E1B9}" type="presOf" srcId="{20443651-DE32-4C8A-A2A5-72F58496D0E9}" destId="{EFC0F79A-154F-4DF2-B7B5-B18D7B280471}" srcOrd="0" destOrd="0" presId="urn:microsoft.com/office/officeart/2008/layout/HorizontalMultiLevelHierarchy"/>
    <dgm:cxn modelId="{E7DDAFDE-7F32-804B-A9E5-70BE9745A4B1}" type="presOf" srcId="{2C3C2973-F33C-4156-BECF-9FDD209F2904}" destId="{BECF48C1-2209-4743-BE6F-6738E1CCE005}" srcOrd="0" destOrd="0" presId="urn:microsoft.com/office/officeart/2008/layout/HorizontalMultiLevelHierarchy"/>
    <dgm:cxn modelId="{BAECDEE1-2123-4074-BAEC-E775F412521B}" type="presOf" srcId="{43242ED8-E23F-4398-8768-FA3312787A1E}" destId="{E1F7983B-466D-4837-881F-3C667358F212}" srcOrd="1" destOrd="0" presId="urn:microsoft.com/office/officeart/2008/layout/HorizontalMultiLevelHierarchy"/>
    <dgm:cxn modelId="{2F6B46E2-D128-8E4D-8425-04D4BA2C18AE}" type="presOf" srcId="{6A61C3F3-5116-4947-91A3-5B0C3E03941D}" destId="{A74C79A0-67E4-46CE-9802-E96801B12F77}" srcOrd="1" destOrd="0" presId="urn:microsoft.com/office/officeart/2008/layout/HorizontalMultiLevelHierarchy"/>
    <dgm:cxn modelId="{B8DACAE5-734D-C14F-B9B7-DF85C7ABC7AE}" type="presOf" srcId="{F0667C1F-B6B0-4B1A-BB13-E6F808E0E29E}" destId="{F9D67BAF-23A9-459F-87B4-113E98106DC9}" srcOrd="1" destOrd="0" presId="urn:microsoft.com/office/officeart/2008/layout/HorizontalMultiLevelHierarchy"/>
    <dgm:cxn modelId="{DF19AAE8-59DB-5349-9513-5F40D480832D}" type="presOf" srcId="{151B1087-40D5-489F-AB98-C4A8A3C265B3}" destId="{6F709FDE-0FAA-45BF-87B3-C727E65B4854}" srcOrd="1" destOrd="0" presId="urn:microsoft.com/office/officeart/2008/layout/HorizontalMultiLevelHierarchy"/>
    <dgm:cxn modelId="{DBABE6EB-F75C-4FB9-93D2-56A929AB4727}" srcId="{2C3C2973-F33C-4156-BECF-9FDD209F2904}" destId="{68736FDB-54AA-4372-901C-59A12C096022}" srcOrd="1" destOrd="0" parTransId="{9163BD96-A9CC-4772-8040-18343E28F3C4}" sibTransId="{73DCE563-28FE-4E59-B4C4-B83D46EDA2B2}"/>
    <dgm:cxn modelId="{42D00EEE-6FF2-4F61-9556-A9F906059B8A}" type="presOf" srcId="{A49066F9-A93E-4FCC-9D20-E7D4C50D9A41}" destId="{4FD7D592-D50D-4784-917B-703430E6BEB0}" srcOrd="1" destOrd="0" presId="urn:microsoft.com/office/officeart/2008/layout/HorizontalMultiLevelHierarchy"/>
    <dgm:cxn modelId="{079F75EF-94B1-40DF-BF6B-1A1B0EB444A6}" type="presOf" srcId="{FF50DE00-C730-4E52-B08B-9B0B23B55E37}" destId="{A5A6BF1E-F522-4F29-887E-8E989E3BFA6E}" srcOrd="0" destOrd="0" presId="urn:microsoft.com/office/officeart/2008/layout/HorizontalMultiLevelHierarchy"/>
    <dgm:cxn modelId="{7A408CF2-F06B-B145-AA3F-ABD3BA6C08E8}" type="presOf" srcId="{A86D52D7-5555-46E9-8F76-E009CF887EDB}" destId="{28F67FEF-DACB-49BD-80E2-E5ED9E0B18AA}" srcOrd="0" destOrd="0" presId="urn:microsoft.com/office/officeart/2008/layout/HorizontalMultiLevelHierarchy"/>
    <dgm:cxn modelId="{37708FF4-B6DF-44EB-B8B6-5E38BFF4977F}" srcId="{8A45E976-F3F4-4F07-999D-E1B14C6C6E91}" destId="{AE942EF8-370E-4255-9DA4-9DDF90E71226}" srcOrd="2" destOrd="0" parTransId="{4D0B2C1E-9BD5-4109-AEED-CF4289FE2E13}" sibTransId="{F33CF488-7E61-44DF-92E3-48A316208930}"/>
    <dgm:cxn modelId="{43916FFC-7ACE-A244-B8CF-A31120875495}" type="presOf" srcId="{6F7AC0C2-E781-4D55-96ED-56C38BA64376}" destId="{83BEE6F6-B78D-403A-9896-857142838005}" srcOrd="0" destOrd="0" presId="urn:microsoft.com/office/officeart/2008/layout/HorizontalMultiLevelHierarchy"/>
    <dgm:cxn modelId="{A39980FC-AFDF-490D-B562-9885CCC72E3A}" type="presOf" srcId="{A49066F9-A93E-4FCC-9D20-E7D4C50D9A41}" destId="{E156D283-1330-4C9A-9EA0-0E405FE3647B}" srcOrd="0" destOrd="0" presId="urn:microsoft.com/office/officeart/2008/layout/HorizontalMultiLevelHierarchy"/>
    <dgm:cxn modelId="{C46380FD-4E3D-9446-87D1-F82A8B1FB549}" type="presOf" srcId="{34147EDD-37DA-4178-8AF3-1DECBD93DD7F}" destId="{8C651EBA-8237-4F76-8D13-A3882D822472}" srcOrd="0" destOrd="0" presId="urn:microsoft.com/office/officeart/2008/layout/HorizontalMultiLevelHierarchy"/>
    <dgm:cxn modelId="{2C15C9FE-4771-476E-9B0D-95B894CE6E3F}" srcId="{6F7AC0C2-E781-4D55-96ED-56C38BA64376}" destId="{E978D828-50BC-44FC-87FB-F133153D15E5}" srcOrd="0" destOrd="0" parTransId="{3357A187-F10F-4700-905C-95E2AC1F20ED}" sibTransId="{E43CE732-694E-41EE-870A-A74B4024112C}"/>
    <dgm:cxn modelId="{5526D2FE-30F0-473B-93FC-09EE01EBF788}" type="presOf" srcId="{3E79DFA2-158E-466A-97E5-72AD9AF2D83B}" destId="{6C132131-120C-4715-87E6-4DB0B5BB1CAB}" srcOrd="0" destOrd="0" presId="urn:microsoft.com/office/officeart/2008/layout/HorizontalMultiLevelHierarchy"/>
    <dgm:cxn modelId="{B0C7A6F2-65CE-294E-9ECA-05C5583161CE}" type="presParOf" srcId="{8F60F653-17CF-40F5-AFBA-0977F48381BD}" destId="{BC5C5EE1-0107-471C-BCC6-0606C53F1FBA}" srcOrd="0" destOrd="0" presId="urn:microsoft.com/office/officeart/2008/layout/HorizontalMultiLevelHierarchy"/>
    <dgm:cxn modelId="{DC9DC3EF-F76F-FB4F-8219-2C14B5C2851C}" type="presParOf" srcId="{BC5C5EE1-0107-471C-BCC6-0606C53F1FBA}" destId="{0718FBD7-1103-4940-8E47-5A6898B34D5C}" srcOrd="0" destOrd="0" presId="urn:microsoft.com/office/officeart/2008/layout/HorizontalMultiLevelHierarchy"/>
    <dgm:cxn modelId="{CE64354C-FE0E-4948-9A4B-23386505493F}" type="presParOf" srcId="{BC5C5EE1-0107-471C-BCC6-0606C53F1FBA}" destId="{30FB5060-F657-4887-8383-D6FF7E4A2632}" srcOrd="1" destOrd="0" presId="urn:microsoft.com/office/officeart/2008/layout/HorizontalMultiLevelHierarchy"/>
    <dgm:cxn modelId="{3578EE91-8273-054E-B911-1BF2A84AE0E2}" type="presParOf" srcId="{30FB5060-F657-4887-8383-D6FF7E4A2632}" destId="{FB08108B-8277-4776-B0B0-F3B1DAA702F4}" srcOrd="0" destOrd="0" presId="urn:microsoft.com/office/officeart/2008/layout/HorizontalMultiLevelHierarchy"/>
    <dgm:cxn modelId="{FD55DAA4-8932-5443-B2CF-DE3782E3E04B}" type="presParOf" srcId="{FB08108B-8277-4776-B0B0-F3B1DAA702F4}" destId="{D5E2EE40-C0F4-47A4-BFD8-C4453AD103E9}" srcOrd="0" destOrd="0" presId="urn:microsoft.com/office/officeart/2008/layout/HorizontalMultiLevelHierarchy"/>
    <dgm:cxn modelId="{AFC921C1-F43C-4341-97EF-9114666CC783}" type="presParOf" srcId="{30FB5060-F657-4887-8383-D6FF7E4A2632}" destId="{2F432711-F1B2-442E-9AF3-CC7875BEAEA5}" srcOrd="1" destOrd="0" presId="urn:microsoft.com/office/officeart/2008/layout/HorizontalMultiLevelHierarchy"/>
    <dgm:cxn modelId="{CF07B20F-6F97-9344-B487-B0D270D83CD4}" type="presParOf" srcId="{2F432711-F1B2-442E-9AF3-CC7875BEAEA5}" destId="{7C8D3D36-707E-429C-B924-4C9F682FADBF}" srcOrd="0" destOrd="0" presId="urn:microsoft.com/office/officeart/2008/layout/HorizontalMultiLevelHierarchy"/>
    <dgm:cxn modelId="{D964BEF8-E698-334C-9763-91BB5E9231D2}" type="presParOf" srcId="{2F432711-F1B2-442E-9AF3-CC7875BEAEA5}" destId="{C69BD92C-AAC3-4086-B720-C01572E3F81C}" srcOrd="1" destOrd="0" presId="urn:microsoft.com/office/officeart/2008/layout/HorizontalMultiLevelHierarchy"/>
    <dgm:cxn modelId="{BE4F647C-327F-3942-838F-FA2CCFD3DFC1}" type="presParOf" srcId="{30FB5060-F657-4887-8383-D6FF7E4A2632}" destId="{C7B01716-340C-4416-8288-BCDB61352F60}" srcOrd="2" destOrd="0" presId="urn:microsoft.com/office/officeart/2008/layout/HorizontalMultiLevelHierarchy"/>
    <dgm:cxn modelId="{0DA8F060-1105-2B4D-90F6-F1DE233C0C24}" type="presParOf" srcId="{C7B01716-340C-4416-8288-BCDB61352F60}" destId="{602B1283-929A-4156-9E0F-1ADAF07D3BEC}" srcOrd="0" destOrd="0" presId="urn:microsoft.com/office/officeart/2008/layout/HorizontalMultiLevelHierarchy"/>
    <dgm:cxn modelId="{EE286D3E-73CA-6742-AF92-1D9EAEEE5877}" type="presParOf" srcId="{30FB5060-F657-4887-8383-D6FF7E4A2632}" destId="{864EAE26-4DC6-4AD2-9EE4-BA6148F35FAE}" srcOrd="3" destOrd="0" presId="urn:microsoft.com/office/officeart/2008/layout/HorizontalMultiLevelHierarchy"/>
    <dgm:cxn modelId="{0D4D7EA2-43F2-784F-8091-85C60EAFF311}" type="presParOf" srcId="{864EAE26-4DC6-4AD2-9EE4-BA6148F35FAE}" destId="{654CF9A4-7235-4A9B-A860-7C8F607AAA48}" srcOrd="0" destOrd="0" presId="urn:microsoft.com/office/officeart/2008/layout/HorizontalMultiLevelHierarchy"/>
    <dgm:cxn modelId="{ACB78F04-9653-1944-90E4-4B6E81DB4D64}" type="presParOf" srcId="{864EAE26-4DC6-4AD2-9EE4-BA6148F35FAE}" destId="{074431B7-5429-4DB0-8F09-7503ACEBE47D}" srcOrd="1" destOrd="0" presId="urn:microsoft.com/office/officeart/2008/layout/HorizontalMultiLevelHierarchy"/>
    <dgm:cxn modelId="{D46AD89B-EDF3-2444-90DF-5883DD9EEFB6}" type="presParOf" srcId="{074431B7-5429-4DB0-8F09-7503ACEBE47D}" destId="{BF40A2B6-45DA-4006-A541-9B20A21D8F99}" srcOrd="0" destOrd="0" presId="urn:microsoft.com/office/officeart/2008/layout/HorizontalMultiLevelHierarchy"/>
    <dgm:cxn modelId="{A21C7F80-CF1B-6643-A5F7-C8B50979CDA3}" type="presParOf" srcId="{BF40A2B6-45DA-4006-A541-9B20A21D8F99}" destId="{A74C79A0-67E4-46CE-9802-E96801B12F77}" srcOrd="0" destOrd="0" presId="urn:microsoft.com/office/officeart/2008/layout/HorizontalMultiLevelHierarchy"/>
    <dgm:cxn modelId="{6FE044C9-85E7-9E44-B757-735A2A70B8B3}" type="presParOf" srcId="{074431B7-5429-4DB0-8F09-7503ACEBE47D}" destId="{A1998D5C-6DDD-4815-A877-4679C3EB1B03}" srcOrd="1" destOrd="0" presId="urn:microsoft.com/office/officeart/2008/layout/HorizontalMultiLevelHierarchy"/>
    <dgm:cxn modelId="{40BC5FE6-5EB2-5D43-8BA2-BA8555CCF707}" type="presParOf" srcId="{A1998D5C-6DDD-4815-A877-4679C3EB1B03}" destId="{FDF4FABE-10F3-4237-9E1A-A9A4625C6B23}" srcOrd="0" destOrd="0" presId="urn:microsoft.com/office/officeart/2008/layout/HorizontalMultiLevelHierarchy"/>
    <dgm:cxn modelId="{37CC19F8-B251-974F-AF9D-A5D0BB4F798A}" type="presParOf" srcId="{A1998D5C-6DDD-4815-A877-4679C3EB1B03}" destId="{EFAFAAF9-F229-4482-B9C8-36FE2C5F19E7}" srcOrd="1" destOrd="0" presId="urn:microsoft.com/office/officeart/2008/layout/HorizontalMultiLevelHierarchy"/>
    <dgm:cxn modelId="{E84E6FE6-9FB1-664C-9DAF-C9CA3D6BEBFE}" type="presParOf" srcId="{EFAFAAF9-F229-4482-B9C8-36FE2C5F19E7}" destId="{2A371008-CE25-410B-860E-4614F71AD837}" srcOrd="0" destOrd="0" presId="urn:microsoft.com/office/officeart/2008/layout/HorizontalMultiLevelHierarchy"/>
    <dgm:cxn modelId="{454C2FFE-FF85-8B41-B398-28427260CE7E}" type="presParOf" srcId="{2A371008-CE25-410B-860E-4614F71AD837}" destId="{19B7CA3A-B179-438F-B2EA-E3FA9F4058A3}" srcOrd="0" destOrd="0" presId="urn:microsoft.com/office/officeart/2008/layout/HorizontalMultiLevelHierarchy"/>
    <dgm:cxn modelId="{93868674-1700-B540-AB1E-738A50BF0EF8}" type="presParOf" srcId="{EFAFAAF9-F229-4482-B9C8-36FE2C5F19E7}" destId="{1B77CA56-F00D-4958-9D12-1487545AF888}" srcOrd="1" destOrd="0" presId="urn:microsoft.com/office/officeart/2008/layout/HorizontalMultiLevelHierarchy"/>
    <dgm:cxn modelId="{E7F8888C-2013-F04E-82B6-0530B1DF7ABC}" type="presParOf" srcId="{1B77CA56-F00D-4958-9D12-1487545AF888}" destId="{BECF48C1-2209-4743-BE6F-6738E1CCE005}" srcOrd="0" destOrd="0" presId="urn:microsoft.com/office/officeart/2008/layout/HorizontalMultiLevelHierarchy"/>
    <dgm:cxn modelId="{9FCD4B98-1DD0-9A40-947F-4F73BE36EE45}" type="presParOf" srcId="{1B77CA56-F00D-4958-9D12-1487545AF888}" destId="{92A19385-C0F0-4130-9773-5F71348F0C03}" srcOrd="1" destOrd="0" presId="urn:microsoft.com/office/officeart/2008/layout/HorizontalMultiLevelHierarchy"/>
    <dgm:cxn modelId="{A2F75962-FEDA-7C40-BADF-9E9EFAB7CF36}" type="presParOf" srcId="{92A19385-C0F0-4130-9773-5F71348F0C03}" destId="{B196FC81-4573-4A38-A22D-AA83AA97D9E6}" srcOrd="0" destOrd="0" presId="urn:microsoft.com/office/officeart/2008/layout/HorizontalMultiLevelHierarchy"/>
    <dgm:cxn modelId="{F114AF5E-14F7-7E43-A625-58A854FDE58B}" type="presParOf" srcId="{B196FC81-4573-4A38-A22D-AA83AA97D9E6}" destId="{6F709FDE-0FAA-45BF-87B3-C727E65B4854}" srcOrd="0" destOrd="0" presId="urn:microsoft.com/office/officeart/2008/layout/HorizontalMultiLevelHierarchy"/>
    <dgm:cxn modelId="{C9B1B59D-B284-294A-AB27-C1E9DAA00A97}" type="presParOf" srcId="{92A19385-C0F0-4130-9773-5F71348F0C03}" destId="{F24A376A-5CDB-4E07-B055-11D476613735}" srcOrd="1" destOrd="0" presId="urn:microsoft.com/office/officeart/2008/layout/HorizontalMultiLevelHierarchy"/>
    <dgm:cxn modelId="{0DF1828D-50DC-0B48-B75C-AC60C8F190ED}" type="presParOf" srcId="{F24A376A-5CDB-4E07-B055-11D476613735}" destId="{8C651EBA-8237-4F76-8D13-A3882D822472}" srcOrd="0" destOrd="0" presId="urn:microsoft.com/office/officeart/2008/layout/HorizontalMultiLevelHierarchy"/>
    <dgm:cxn modelId="{644D8390-48E8-C943-9CE2-5826A71B7550}" type="presParOf" srcId="{F24A376A-5CDB-4E07-B055-11D476613735}" destId="{E83BBBE6-51A6-4122-96AE-F5F87121DEBF}" srcOrd="1" destOrd="0" presId="urn:microsoft.com/office/officeart/2008/layout/HorizontalMultiLevelHierarchy"/>
    <dgm:cxn modelId="{E0E5D550-A4B3-C240-B995-7BE4B7623357}" type="presParOf" srcId="{92A19385-C0F0-4130-9773-5F71348F0C03}" destId="{9F3CE28E-0575-4A4B-9637-B8138B4D4680}" srcOrd="2" destOrd="0" presId="urn:microsoft.com/office/officeart/2008/layout/HorizontalMultiLevelHierarchy"/>
    <dgm:cxn modelId="{568B26A0-58C5-2D4B-96EA-548095B1CEA6}" type="presParOf" srcId="{9F3CE28E-0575-4A4B-9637-B8138B4D4680}" destId="{8DDC82A1-F120-4F75-913F-615A68A9210C}" srcOrd="0" destOrd="0" presId="urn:microsoft.com/office/officeart/2008/layout/HorizontalMultiLevelHierarchy"/>
    <dgm:cxn modelId="{267BD1D9-1D21-7C49-88FD-CC6DF3FB4BDA}" type="presParOf" srcId="{92A19385-C0F0-4130-9773-5F71348F0C03}" destId="{5C50094F-62C6-4F3D-B241-92DC57EC95ED}" srcOrd="3" destOrd="0" presId="urn:microsoft.com/office/officeart/2008/layout/HorizontalMultiLevelHierarchy"/>
    <dgm:cxn modelId="{A57AD798-6175-D24A-8A93-99585D683945}" type="presParOf" srcId="{5C50094F-62C6-4F3D-B241-92DC57EC95ED}" destId="{985A581F-0A9E-447C-BF1D-BBF272BE0C7D}" srcOrd="0" destOrd="0" presId="urn:microsoft.com/office/officeart/2008/layout/HorizontalMultiLevelHierarchy"/>
    <dgm:cxn modelId="{946836C8-F30A-0B41-86D7-FD91A0555300}" type="presParOf" srcId="{5C50094F-62C6-4F3D-B241-92DC57EC95ED}" destId="{BF915899-F068-41A1-B324-3CEDF16B87BB}" srcOrd="1" destOrd="0" presId="urn:microsoft.com/office/officeart/2008/layout/HorizontalMultiLevelHierarchy"/>
    <dgm:cxn modelId="{A9A69C12-D94D-6B42-9F3D-F20FC62875F5}" type="presParOf" srcId="{EFAFAAF9-F229-4482-B9C8-36FE2C5F19E7}" destId="{97D6B823-1A4D-4F2E-9DC2-CB16D37CC3F3}" srcOrd="2" destOrd="0" presId="urn:microsoft.com/office/officeart/2008/layout/HorizontalMultiLevelHierarchy"/>
    <dgm:cxn modelId="{BE1BEF4F-B6F4-E943-AB7E-06B128C5F1E8}" type="presParOf" srcId="{97D6B823-1A4D-4F2E-9DC2-CB16D37CC3F3}" destId="{EB2D4C74-2EBF-4F0D-946C-FD881EF6D857}" srcOrd="0" destOrd="0" presId="urn:microsoft.com/office/officeart/2008/layout/HorizontalMultiLevelHierarchy"/>
    <dgm:cxn modelId="{624BB2F7-B9AF-8247-BBBE-0AAC87988682}" type="presParOf" srcId="{EFAFAAF9-F229-4482-B9C8-36FE2C5F19E7}" destId="{E66BADE4-CBEB-49D2-8888-B84273D38A1C}" srcOrd="3" destOrd="0" presId="urn:microsoft.com/office/officeart/2008/layout/HorizontalMultiLevelHierarchy"/>
    <dgm:cxn modelId="{DB33E73A-5B04-F640-B382-144E2B899DF1}" type="presParOf" srcId="{E66BADE4-CBEB-49D2-8888-B84273D38A1C}" destId="{1624C68B-433B-4A1D-9A59-8ACCC200ACDA}" srcOrd="0" destOrd="0" presId="urn:microsoft.com/office/officeart/2008/layout/HorizontalMultiLevelHierarchy"/>
    <dgm:cxn modelId="{296ADF4B-11DB-8043-9ED3-4C526201D915}" type="presParOf" srcId="{E66BADE4-CBEB-49D2-8888-B84273D38A1C}" destId="{C3CC014A-F243-43F3-9B81-634FC5791BE7}" srcOrd="1" destOrd="0" presId="urn:microsoft.com/office/officeart/2008/layout/HorizontalMultiLevelHierarchy"/>
    <dgm:cxn modelId="{5C6AAC1E-C4E9-B645-B83C-EF056B860282}" type="presParOf" srcId="{C3CC014A-F243-43F3-9B81-634FC5791BE7}" destId="{B040B8AB-E813-4445-BE1E-2BEE0AAEEC31}" srcOrd="0" destOrd="0" presId="urn:microsoft.com/office/officeart/2008/layout/HorizontalMultiLevelHierarchy"/>
    <dgm:cxn modelId="{DA06F5C1-6E04-B44A-9F8C-BD29E8AC0CF0}" type="presParOf" srcId="{B040B8AB-E813-4445-BE1E-2BEE0AAEEC31}" destId="{4B7893CA-1147-473C-97C9-C738D6A6806F}" srcOrd="0" destOrd="0" presId="urn:microsoft.com/office/officeart/2008/layout/HorizontalMultiLevelHierarchy"/>
    <dgm:cxn modelId="{794BB02F-2377-D64A-B05C-E0FC99856AE1}" type="presParOf" srcId="{C3CC014A-F243-43F3-9B81-634FC5791BE7}" destId="{41EE1412-5AC8-40BC-93A2-A2164BEAF681}" srcOrd="1" destOrd="0" presId="urn:microsoft.com/office/officeart/2008/layout/HorizontalMultiLevelHierarchy"/>
    <dgm:cxn modelId="{11B32F33-DEEF-CA4A-991C-865C31DEAC59}" type="presParOf" srcId="{41EE1412-5AC8-40BC-93A2-A2164BEAF681}" destId="{57BECF7D-4119-4269-9F43-AE9FBAEECAB0}" srcOrd="0" destOrd="0" presId="urn:microsoft.com/office/officeart/2008/layout/HorizontalMultiLevelHierarchy"/>
    <dgm:cxn modelId="{AE35FB88-1D23-7249-A95D-167E892F4913}" type="presParOf" srcId="{41EE1412-5AC8-40BC-93A2-A2164BEAF681}" destId="{B707B7A4-294B-4BA3-A95A-77CCBDF6A8F1}" srcOrd="1" destOrd="0" presId="urn:microsoft.com/office/officeart/2008/layout/HorizontalMultiLevelHierarchy"/>
    <dgm:cxn modelId="{E20869FA-2DF2-A04D-9817-C505F7FB93E7}" type="presParOf" srcId="{C3CC014A-F243-43F3-9B81-634FC5791BE7}" destId="{79781B44-EE8D-43F1-9F01-EA14D953E22B}" srcOrd="2" destOrd="0" presId="urn:microsoft.com/office/officeart/2008/layout/HorizontalMultiLevelHierarchy"/>
    <dgm:cxn modelId="{47F2B1E2-669A-0749-B7A8-27B88AD27FCF}" type="presParOf" srcId="{79781B44-EE8D-43F1-9F01-EA14D953E22B}" destId="{A9B98C4B-3926-450A-A641-C1C7E68B7605}" srcOrd="0" destOrd="0" presId="urn:microsoft.com/office/officeart/2008/layout/HorizontalMultiLevelHierarchy"/>
    <dgm:cxn modelId="{257AC91E-7BD2-954D-A901-E68F76C80ACE}" type="presParOf" srcId="{C3CC014A-F243-43F3-9B81-634FC5791BE7}" destId="{40BB9EF1-FB71-4C6D-A23C-DFE777B821D8}" srcOrd="3" destOrd="0" presId="urn:microsoft.com/office/officeart/2008/layout/HorizontalMultiLevelHierarchy"/>
    <dgm:cxn modelId="{33F87569-4901-314C-89E0-941F707B274D}" type="presParOf" srcId="{40BB9EF1-FB71-4C6D-A23C-DFE777B821D8}" destId="{19EC3967-4465-4284-894E-E87F4AE23527}" srcOrd="0" destOrd="0" presId="urn:microsoft.com/office/officeart/2008/layout/HorizontalMultiLevelHierarchy"/>
    <dgm:cxn modelId="{0C098CEB-48CE-F449-9252-90A9CD547488}" type="presParOf" srcId="{40BB9EF1-FB71-4C6D-A23C-DFE777B821D8}" destId="{61171C89-F52D-40E7-AEF4-CDA85D670A58}" srcOrd="1" destOrd="0" presId="urn:microsoft.com/office/officeart/2008/layout/HorizontalMultiLevelHierarchy"/>
    <dgm:cxn modelId="{05C4D8AD-6E59-4548-8838-C07D4D3637E6}" type="presParOf" srcId="{C3CC014A-F243-43F3-9B81-634FC5791BE7}" destId="{E991FD48-35FD-4B29-A2B5-FC5E13C337A2}" srcOrd="4" destOrd="0" presId="urn:microsoft.com/office/officeart/2008/layout/HorizontalMultiLevelHierarchy"/>
    <dgm:cxn modelId="{403AE4BE-68C7-AC49-8EBD-D70EFA018E65}" type="presParOf" srcId="{E991FD48-35FD-4B29-A2B5-FC5E13C337A2}" destId="{FA138BFC-99EF-4532-881A-A198A2B89C32}" srcOrd="0" destOrd="0" presId="urn:microsoft.com/office/officeart/2008/layout/HorizontalMultiLevelHierarchy"/>
    <dgm:cxn modelId="{FF73F8C6-0C53-464D-8C52-9B7FFCA06AF6}" type="presParOf" srcId="{C3CC014A-F243-43F3-9B81-634FC5791BE7}" destId="{CDA70317-537F-47DE-B062-5554D17C7EE5}" srcOrd="5" destOrd="0" presId="urn:microsoft.com/office/officeart/2008/layout/HorizontalMultiLevelHierarchy"/>
    <dgm:cxn modelId="{A8DE45D4-6029-794C-B8A6-5DE7BF5E7C79}" type="presParOf" srcId="{CDA70317-537F-47DE-B062-5554D17C7EE5}" destId="{0FA3BB01-7869-41E4-9CBB-3CE56B98416A}" srcOrd="0" destOrd="0" presId="urn:microsoft.com/office/officeart/2008/layout/HorizontalMultiLevelHierarchy"/>
    <dgm:cxn modelId="{0AD46570-4DA0-CC45-8DA2-EBA01EA583E9}" type="presParOf" srcId="{CDA70317-537F-47DE-B062-5554D17C7EE5}" destId="{18ACB91F-980C-406D-8D6B-9D8152DE71AB}" srcOrd="1" destOrd="0" presId="urn:microsoft.com/office/officeart/2008/layout/HorizontalMultiLevelHierarchy"/>
    <dgm:cxn modelId="{38D15A85-4321-BC40-9E7A-BE56B3B2C96D}" type="presParOf" srcId="{EFAFAAF9-F229-4482-B9C8-36FE2C5F19E7}" destId="{1323767C-77F5-434A-AB39-3847C3759123}" srcOrd="4" destOrd="0" presId="urn:microsoft.com/office/officeart/2008/layout/HorizontalMultiLevelHierarchy"/>
    <dgm:cxn modelId="{5BB1F3FB-6A45-CE40-AD7A-66A6C303F679}" type="presParOf" srcId="{1323767C-77F5-434A-AB39-3847C3759123}" destId="{DB1BE597-6255-4391-BDB8-7E3441A05B6A}" srcOrd="0" destOrd="0" presId="urn:microsoft.com/office/officeart/2008/layout/HorizontalMultiLevelHierarchy"/>
    <dgm:cxn modelId="{865E2EB6-7D97-F04E-A3A3-F955ED6F5077}" type="presParOf" srcId="{EFAFAAF9-F229-4482-B9C8-36FE2C5F19E7}" destId="{AA45FE63-DE7A-4768-9B2C-3EE6E647A1AF}" srcOrd="5" destOrd="0" presId="urn:microsoft.com/office/officeart/2008/layout/HorizontalMultiLevelHierarchy"/>
    <dgm:cxn modelId="{D428F3B4-EB06-CF4B-974F-ADABCC85CE1F}" type="presParOf" srcId="{AA45FE63-DE7A-4768-9B2C-3EE6E647A1AF}" destId="{0C4A59AD-49D9-4CD9-87AD-ABCA283F755A}" srcOrd="0" destOrd="0" presId="urn:microsoft.com/office/officeart/2008/layout/HorizontalMultiLevelHierarchy"/>
    <dgm:cxn modelId="{8D35A5E3-D7F1-6444-A193-9799F9B113AB}" type="presParOf" srcId="{AA45FE63-DE7A-4768-9B2C-3EE6E647A1AF}" destId="{C7BF2D01-319D-4DC0-9E05-905FE56D774C}" srcOrd="1" destOrd="0" presId="urn:microsoft.com/office/officeart/2008/layout/HorizontalMultiLevelHierarchy"/>
    <dgm:cxn modelId="{67D9F280-B391-FE44-8994-7AAC674C84E8}" type="presParOf" srcId="{C7BF2D01-319D-4DC0-9E05-905FE56D774C}" destId="{804AA76F-F2FF-445C-8E74-8602C29321DC}" srcOrd="0" destOrd="0" presId="urn:microsoft.com/office/officeart/2008/layout/HorizontalMultiLevelHierarchy"/>
    <dgm:cxn modelId="{F753A624-13F2-CA4D-BDD3-3266B189F8AE}" type="presParOf" srcId="{804AA76F-F2FF-445C-8E74-8602C29321DC}" destId="{AFFDE1B1-5CCA-4C1B-9B87-65BF5C564ED0}" srcOrd="0" destOrd="0" presId="urn:microsoft.com/office/officeart/2008/layout/HorizontalMultiLevelHierarchy"/>
    <dgm:cxn modelId="{237A8581-30B3-BA4E-8DA7-B3A43A6ABE5B}" type="presParOf" srcId="{C7BF2D01-319D-4DC0-9E05-905FE56D774C}" destId="{D337A2E7-8C70-4357-9B79-239C523CFDDE}" srcOrd="1" destOrd="0" presId="urn:microsoft.com/office/officeart/2008/layout/HorizontalMultiLevelHierarchy"/>
    <dgm:cxn modelId="{92F5394B-6483-BF45-98B7-921891D2CEA2}" type="presParOf" srcId="{D337A2E7-8C70-4357-9B79-239C523CFDDE}" destId="{28F67FEF-DACB-49BD-80E2-E5ED9E0B18AA}" srcOrd="0" destOrd="0" presId="urn:microsoft.com/office/officeart/2008/layout/HorizontalMultiLevelHierarchy"/>
    <dgm:cxn modelId="{71994282-F979-C845-A466-B8CED770FB11}" type="presParOf" srcId="{D337A2E7-8C70-4357-9B79-239C523CFDDE}" destId="{B302ECAE-CC39-47DB-8618-C96DF94E6EAD}" srcOrd="1" destOrd="0" presId="urn:microsoft.com/office/officeart/2008/layout/HorizontalMultiLevelHierarchy"/>
    <dgm:cxn modelId="{6A5FF57F-5D06-E24C-9DB9-79C9FACB8EA9}" type="presParOf" srcId="{074431B7-5429-4DB0-8F09-7503ACEBE47D}" destId="{3DBEF903-FFD6-4F48-A8EC-A29A309C86CF}" srcOrd="2" destOrd="0" presId="urn:microsoft.com/office/officeart/2008/layout/HorizontalMultiLevelHierarchy"/>
    <dgm:cxn modelId="{87DFA843-4625-014B-9E9B-032A1FE49AFE}" type="presParOf" srcId="{3DBEF903-FFD6-4F48-A8EC-A29A309C86CF}" destId="{794EC767-47D8-4535-B021-1CC022719769}" srcOrd="0" destOrd="0" presId="urn:microsoft.com/office/officeart/2008/layout/HorizontalMultiLevelHierarchy"/>
    <dgm:cxn modelId="{F3D0DFA8-2E35-0043-B632-46A0306CE081}" type="presParOf" srcId="{074431B7-5429-4DB0-8F09-7503ACEBE47D}" destId="{0500D631-FD44-4ECF-B043-808EABA32003}" srcOrd="3" destOrd="0" presId="urn:microsoft.com/office/officeart/2008/layout/HorizontalMultiLevelHierarchy"/>
    <dgm:cxn modelId="{DD84629B-F7CC-4746-9708-621ACE0CF48B}" type="presParOf" srcId="{0500D631-FD44-4ECF-B043-808EABA32003}" destId="{EB960EDF-02C5-4884-9916-C26F98C4F22A}" srcOrd="0" destOrd="0" presId="urn:microsoft.com/office/officeart/2008/layout/HorizontalMultiLevelHierarchy"/>
    <dgm:cxn modelId="{15C55804-717F-8647-9876-1F1EA21899B0}" type="presParOf" srcId="{0500D631-FD44-4ECF-B043-808EABA32003}" destId="{8AC067DF-67C3-47BC-8BC8-512E63696514}" srcOrd="1" destOrd="0" presId="urn:microsoft.com/office/officeart/2008/layout/HorizontalMultiLevelHierarchy"/>
    <dgm:cxn modelId="{AB85F681-86FD-8C44-9DFB-BB38E4B31B30}" type="presParOf" srcId="{8AC067DF-67C3-47BC-8BC8-512E63696514}" destId="{EFC0F79A-154F-4DF2-B7B5-B18D7B280471}" srcOrd="0" destOrd="0" presId="urn:microsoft.com/office/officeart/2008/layout/HorizontalMultiLevelHierarchy"/>
    <dgm:cxn modelId="{2B59B2FC-8755-7444-A0D3-2DB8B3FEF825}" type="presParOf" srcId="{EFC0F79A-154F-4DF2-B7B5-B18D7B280471}" destId="{CA712F90-2879-45F7-83C7-0B0157CFAD95}" srcOrd="0" destOrd="0" presId="urn:microsoft.com/office/officeart/2008/layout/HorizontalMultiLevelHierarchy"/>
    <dgm:cxn modelId="{EE668F44-F878-A140-B033-E91A6AF9A850}" type="presParOf" srcId="{8AC067DF-67C3-47BC-8BC8-512E63696514}" destId="{3CC39708-4E2C-4AD7-A947-D27C406C60C8}" srcOrd="1" destOrd="0" presId="urn:microsoft.com/office/officeart/2008/layout/HorizontalMultiLevelHierarchy"/>
    <dgm:cxn modelId="{F09FEECE-140F-1B45-B72B-55AC348E5707}" type="presParOf" srcId="{3CC39708-4E2C-4AD7-A947-D27C406C60C8}" destId="{5EE9E5EC-E3F8-4C33-A1B2-BE26531F263F}" srcOrd="0" destOrd="0" presId="urn:microsoft.com/office/officeart/2008/layout/HorizontalMultiLevelHierarchy"/>
    <dgm:cxn modelId="{138B9012-7760-1F4C-ABC2-C3DFE4C4F40E}" type="presParOf" srcId="{3CC39708-4E2C-4AD7-A947-D27C406C60C8}" destId="{764D3A38-1F79-4760-8957-B7555A702F9A}" srcOrd="1" destOrd="0" presId="urn:microsoft.com/office/officeart/2008/layout/HorizontalMultiLevelHierarchy"/>
    <dgm:cxn modelId="{5B19CFBE-F211-4974-8E81-975AC47EDA5E}" type="presParOf" srcId="{764D3A38-1F79-4760-8957-B7555A702F9A}" destId="{67094A6F-63B0-4A92-8E81-7B8137AA2BA4}" srcOrd="0" destOrd="0" presId="urn:microsoft.com/office/officeart/2008/layout/HorizontalMultiLevelHierarchy"/>
    <dgm:cxn modelId="{104F3F6D-658B-48A3-B782-270F6447DDE7}" type="presParOf" srcId="{67094A6F-63B0-4A92-8E81-7B8137AA2BA4}" destId="{E1F7983B-466D-4837-881F-3C667358F212}" srcOrd="0" destOrd="0" presId="urn:microsoft.com/office/officeart/2008/layout/HorizontalMultiLevelHierarchy"/>
    <dgm:cxn modelId="{D8F22E3B-61CE-43A7-B35A-A854816CCD06}" type="presParOf" srcId="{764D3A38-1F79-4760-8957-B7555A702F9A}" destId="{5999E49E-8D81-48A6-B120-39FF17B8BF22}" srcOrd="1" destOrd="0" presId="urn:microsoft.com/office/officeart/2008/layout/HorizontalMultiLevelHierarchy"/>
    <dgm:cxn modelId="{68162329-6519-40E6-8661-C618DD71FF91}" type="presParOf" srcId="{5999E49E-8D81-48A6-B120-39FF17B8BF22}" destId="{E3BCFE88-D3F3-4122-94BC-77E2DC92E495}" srcOrd="0" destOrd="0" presId="urn:microsoft.com/office/officeart/2008/layout/HorizontalMultiLevelHierarchy"/>
    <dgm:cxn modelId="{49700A0E-EF1E-4AAE-96EF-760F492414AE}" type="presParOf" srcId="{5999E49E-8D81-48A6-B120-39FF17B8BF22}" destId="{A1B6D599-41CF-4344-BBA6-86BBA8974CFA}" srcOrd="1" destOrd="0" presId="urn:microsoft.com/office/officeart/2008/layout/HorizontalMultiLevelHierarchy"/>
    <dgm:cxn modelId="{EAA89111-CE17-4314-B4E5-93760FA0477C}" type="presParOf" srcId="{A1B6D599-41CF-4344-BBA6-86BBA8974CFA}" destId="{22E41319-21FB-461F-B065-C9EF9E2112F4}" srcOrd="0" destOrd="0" presId="urn:microsoft.com/office/officeart/2008/layout/HorizontalMultiLevelHierarchy"/>
    <dgm:cxn modelId="{793EC3E2-8728-4CD8-AEAF-4E363A9863B5}" type="presParOf" srcId="{22E41319-21FB-461F-B065-C9EF9E2112F4}" destId="{2C34BCB0-119C-46E6-A342-6EB1B43B20FA}" srcOrd="0" destOrd="0" presId="urn:microsoft.com/office/officeart/2008/layout/HorizontalMultiLevelHierarchy"/>
    <dgm:cxn modelId="{8D8F53EC-73D1-4281-89F6-64120782B62D}" type="presParOf" srcId="{A1B6D599-41CF-4344-BBA6-86BBA8974CFA}" destId="{7D96BEEB-DBAE-4EB1-9419-13B2039E4AED}" srcOrd="1" destOrd="0" presId="urn:microsoft.com/office/officeart/2008/layout/HorizontalMultiLevelHierarchy"/>
    <dgm:cxn modelId="{F33D8432-0998-4A7A-AA16-38DDC8174BDB}" type="presParOf" srcId="{7D96BEEB-DBAE-4EB1-9419-13B2039E4AED}" destId="{4D670377-ED74-4666-8D2E-18FC332E505C}" srcOrd="0" destOrd="0" presId="urn:microsoft.com/office/officeart/2008/layout/HorizontalMultiLevelHierarchy"/>
    <dgm:cxn modelId="{22762C63-B73B-4309-B23F-FB582557FCA9}" type="presParOf" srcId="{7D96BEEB-DBAE-4EB1-9419-13B2039E4AED}" destId="{BE21A486-A9E5-4C61-953A-8A1298B60675}" srcOrd="1" destOrd="0" presId="urn:microsoft.com/office/officeart/2008/layout/HorizontalMultiLevelHierarchy"/>
    <dgm:cxn modelId="{DA9D4E63-096D-4AB9-B119-1B796907371A}" type="presParOf" srcId="{A1B6D599-41CF-4344-BBA6-86BBA8974CFA}" destId="{C182167B-279E-4ACC-8B0C-99CB6D2FC05C}" srcOrd="2" destOrd="0" presId="urn:microsoft.com/office/officeart/2008/layout/HorizontalMultiLevelHierarchy"/>
    <dgm:cxn modelId="{81BB60F9-9A73-4D86-81D7-C704CD330353}" type="presParOf" srcId="{C182167B-279E-4ACC-8B0C-99CB6D2FC05C}" destId="{37A6D5D1-5B90-4453-842C-637954E9C741}" srcOrd="0" destOrd="0" presId="urn:microsoft.com/office/officeart/2008/layout/HorizontalMultiLevelHierarchy"/>
    <dgm:cxn modelId="{2DDF1B34-6000-46D3-8FC7-FD6AE2A4206F}" type="presParOf" srcId="{A1B6D599-41CF-4344-BBA6-86BBA8974CFA}" destId="{C457E73B-9132-48F1-BB8D-5A06A3158826}" srcOrd="3" destOrd="0" presId="urn:microsoft.com/office/officeart/2008/layout/HorizontalMultiLevelHierarchy"/>
    <dgm:cxn modelId="{F7AC9E4E-6BE7-4764-9BF1-5FC3AF46542E}" type="presParOf" srcId="{C457E73B-9132-48F1-BB8D-5A06A3158826}" destId="{6C132131-120C-4715-87E6-4DB0B5BB1CAB}" srcOrd="0" destOrd="0" presId="urn:microsoft.com/office/officeart/2008/layout/HorizontalMultiLevelHierarchy"/>
    <dgm:cxn modelId="{78D2961B-3FE1-43CD-B71E-63DE674904E4}" type="presParOf" srcId="{C457E73B-9132-48F1-BB8D-5A06A3158826}" destId="{8DA9BE60-FDC2-4CCB-B034-9805C6C5BE1F}" srcOrd="1" destOrd="0" presId="urn:microsoft.com/office/officeart/2008/layout/HorizontalMultiLevelHierarchy"/>
    <dgm:cxn modelId="{4E37F81E-3BD7-9E43-BE22-6E68275FE120}" type="presParOf" srcId="{8AC067DF-67C3-47BC-8BC8-512E63696514}" destId="{4B304C68-C090-4BF7-988C-4F402BEF227F}" srcOrd="2" destOrd="0" presId="urn:microsoft.com/office/officeart/2008/layout/HorizontalMultiLevelHierarchy"/>
    <dgm:cxn modelId="{7DEBD159-571F-544C-A651-448EA41073F0}" type="presParOf" srcId="{4B304C68-C090-4BF7-988C-4F402BEF227F}" destId="{F9D67BAF-23A9-459F-87B4-113E98106DC9}" srcOrd="0" destOrd="0" presId="urn:microsoft.com/office/officeart/2008/layout/HorizontalMultiLevelHierarchy"/>
    <dgm:cxn modelId="{EEA27EE4-B6BC-C446-9A48-57D9A6EAAF6C}" type="presParOf" srcId="{8AC067DF-67C3-47BC-8BC8-512E63696514}" destId="{834CB34C-0BB1-4C1C-B902-B8633186F8CF}" srcOrd="3" destOrd="0" presId="urn:microsoft.com/office/officeart/2008/layout/HorizontalMultiLevelHierarchy"/>
    <dgm:cxn modelId="{7F0C99AA-3549-CA47-A167-F02C2565EE45}" type="presParOf" srcId="{834CB34C-0BB1-4C1C-B902-B8633186F8CF}" destId="{CBAC7429-8FFC-4410-B3C2-8F76869016F2}" srcOrd="0" destOrd="0" presId="urn:microsoft.com/office/officeart/2008/layout/HorizontalMultiLevelHierarchy"/>
    <dgm:cxn modelId="{883EA24A-683C-5A4D-9B14-BE36193F81A6}" type="presParOf" srcId="{834CB34C-0BB1-4C1C-B902-B8633186F8CF}" destId="{B5E44CC7-4549-4226-B74B-5143746A2D77}" srcOrd="1" destOrd="0" presId="urn:microsoft.com/office/officeart/2008/layout/HorizontalMultiLevelHierarchy"/>
    <dgm:cxn modelId="{98ECE8D5-D139-F241-9A08-94FD1A49070B}" type="presParOf" srcId="{8AC067DF-67C3-47BC-8BC8-512E63696514}" destId="{10A31525-2D91-4447-998A-81BDC36C8358}" srcOrd="4" destOrd="0" presId="urn:microsoft.com/office/officeart/2008/layout/HorizontalMultiLevelHierarchy"/>
    <dgm:cxn modelId="{B29FB58A-4304-0644-A906-5923D3A4823A}" type="presParOf" srcId="{10A31525-2D91-4447-998A-81BDC36C8358}" destId="{02C5B1F0-2835-43C2-A2AF-E3F8DF11CA46}" srcOrd="0" destOrd="0" presId="urn:microsoft.com/office/officeart/2008/layout/HorizontalMultiLevelHierarchy"/>
    <dgm:cxn modelId="{A33944FF-9A0C-F949-A1A6-369A9F56489A}" type="presParOf" srcId="{8AC067DF-67C3-47BC-8BC8-512E63696514}" destId="{72C79DD7-9EC2-46A0-BE97-479AC07A1BF3}" srcOrd="5" destOrd="0" presId="urn:microsoft.com/office/officeart/2008/layout/HorizontalMultiLevelHierarchy"/>
    <dgm:cxn modelId="{3EA33FAC-A566-0F48-8C8B-9CB6F7D63123}" type="presParOf" srcId="{72C79DD7-9EC2-46A0-BE97-479AC07A1BF3}" destId="{96264827-AB30-4363-9070-847C5961C1EE}" srcOrd="0" destOrd="0" presId="urn:microsoft.com/office/officeart/2008/layout/HorizontalMultiLevelHierarchy"/>
    <dgm:cxn modelId="{CBB45C0B-4E95-5A4C-AA04-4D534A2C96CD}" type="presParOf" srcId="{72C79DD7-9EC2-46A0-BE97-479AC07A1BF3}" destId="{E8465DEF-E2B1-481D-B96C-E7EF2381F4EC}" srcOrd="1" destOrd="0" presId="urn:microsoft.com/office/officeart/2008/layout/HorizontalMultiLevelHierarchy"/>
    <dgm:cxn modelId="{93DEFB93-C367-3A41-A18E-DD73D738892F}" type="presParOf" srcId="{074431B7-5429-4DB0-8F09-7503ACEBE47D}" destId="{BB409E7A-2C6E-42D6-80B6-80CC6C3CE063}" srcOrd="4" destOrd="0" presId="urn:microsoft.com/office/officeart/2008/layout/HorizontalMultiLevelHierarchy"/>
    <dgm:cxn modelId="{4DDF6088-6B09-AE44-8974-21B9CE197199}" type="presParOf" srcId="{BB409E7A-2C6E-42D6-80B6-80CC6C3CE063}" destId="{492C50B3-D4AE-46A4-80A3-D3B67FA7AEF9}" srcOrd="0" destOrd="0" presId="urn:microsoft.com/office/officeart/2008/layout/HorizontalMultiLevelHierarchy"/>
    <dgm:cxn modelId="{E72B40D2-F96B-264D-BA77-10AF04558881}" type="presParOf" srcId="{074431B7-5429-4DB0-8F09-7503ACEBE47D}" destId="{2E10EA58-6D9E-4845-8B8F-45A6C89A7B0A}" srcOrd="5" destOrd="0" presId="urn:microsoft.com/office/officeart/2008/layout/HorizontalMultiLevelHierarchy"/>
    <dgm:cxn modelId="{C77E79DA-402F-3745-B2C9-39676B4AF25B}" type="presParOf" srcId="{2E10EA58-6D9E-4845-8B8F-45A6C89A7B0A}" destId="{83BEE6F6-B78D-403A-9896-857142838005}" srcOrd="0" destOrd="0" presId="urn:microsoft.com/office/officeart/2008/layout/HorizontalMultiLevelHierarchy"/>
    <dgm:cxn modelId="{CC71794A-6E4C-1A49-BF48-3795F3BA8DAC}" type="presParOf" srcId="{2E10EA58-6D9E-4845-8B8F-45A6C89A7B0A}" destId="{F23D66E5-83C3-4868-89AC-E21BF0C5E656}" srcOrd="1" destOrd="0" presId="urn:microsoft.com/office/officeart/2008/layout/HorizontalMultiLevelHierarchy"/>
    <dgm:cxn modelId="{9EEE413F-A68B-4C4B-9CB0-DBCAD751E4FA}" type="presParOf" srcId="{F23D66E5-83C3-4868-89AC-E21BF0C5E656}" destId="{3B256D43-2DDD-49E5-8307-248845F7525C}" srcOrd="0" destOrd="0" presId="urn:microsoft.com/office/officeart/2008/layout/HorizontalMultiLevelHierarchy"/>
    <dgm:cxn modelId="{31091B6A-19A9-4010-A85A-7FBF2FDAA590}" type="presParOf" srcId="{3B256D43-2DDD-49E5-8307-248845F7525C}" destId="{553BD4D5-71DC-4EAA-9CD3-A579B0EDDFD0}" srcOrd="0" destOrd="0" presId="urn:microsoft.com/office/officeart/2008/layout/HorizontalMultiLevelHierarchy"/>
    <dgm:cxn modelId="{C13341D0-72BC-47DA-8084-420FC9B451F6}" type="presParOf" srcId="{F23D66E5-83C3-4868-89AC-E21BF0C5E656}" destId="{7F78DDB5-D49E-49F5-89CB-74825DB22D11}" srcOrd="1" destOrd="0" presId="urn:microsoft.com/office/officeart/2008/layout/HorizontalMultiLevelHierarchy"/>
    <dgm:cxn modelId="{CFA485C1-0F83-4691-810B-BB2A72954D36}" type="presParOf" srcId="{7F78DDB5-D49E-49F5-89CB-74825DB22D11}" destId="{8AB68E0F-BFA4-47DD-B5E1-926286FFDD54}" srcOrd="0" destOrd="0" presId="urn:microsoft.com/office/officeart/2008/layout/HorizontalMultiLevelHierarchy"/>
    <dgm:cxn modelId="{32468E86-6BDA-4679-98AB-4A21799F6A74}" type="presParOf" srcId="{7F78DDB5-D49E-49F5-89CB-74825DB22D11}" destId="{868DC9A0-4F37-4049-A47F-3AE4E2D8AAB7}" srcOrd="1" destOrd="0" presId="urn:microsoft.com/office/officeart/2008/layout/HorizontalMultiLevelHierarchy"/>
    <dgm:cxn modelId="{D97573DA-DDBC-448E-9CA5-0D71970681FC}" type="presParOf" srcId="{F23D66E5-83C3-4868-89AC-E21BF0C5E656}" destId="{E289D23D-C2CC-458D-A903-7FBC62D60EC3}" srcOrd="2" destOrd="0" presId="urn:microsoft.com/office/officeart/2008/layout/HorizontalMultiLevelHierarchy"/>
    <dgm:cxn modelId="{9E5A52EA-2935-4BC0-A778-659236D0DAAF}" type="presParOf" srcId="{E289D23D-C2CC-458D-A903-7FBC62D60EC3}" destId="{4647E276-8141-4A6F-A1BA-347C9BAE0822}" srcOrd="0" destOrd="0" presId="urn:microsoft.com/office/officeart/2008/layout/HorizontalMultiLevelHierarchy"/>
    <dgm:cxn modelId="{88ED0FA7-4E34-458B-A1B6-914E1D54B9C3}" type="presParOf" srcId="{F23D66E5-83C3-4868-89AC-E21BF0C5E656}" destId="{EEABE711-722F-49B2-91E8-5884A1ED45A7}" srcOrd="3" destOrd="0" presId="urn:microsoft.com/office/officeart/2008/layout/HorizontalMultiLevelHierarchy"/>
    <dgm:cxn modelId="{6724A101-8409-48BC-8E70-1739D4921551}" type="presParOf" srcId="{EEABE711-722F-49B2-91E8-5884A1ED45A7}" destId="{EBE2393C-B0FC-47AE-9DB4-7315C493CD2C}" srcOrd="0" destOrd="0" presId="urn:microsoft.com/office/officeart/2008/layout/HorizontalMultiLevelHierarchy"/>
    <dgm:cxn modelId="{AD844512-6152-4B1D-B2D6-FF44D5C10E99}" type="presParOf" srcId="{EEABE711-722F-49B2-91E8-5884A1ED45A7}" destId="{969B00A7-863E-42D0-85B1-6093CA92C6AE}" srcOrd="1" destOrd="0" presId="urn:microsoft.com/office/officeart/2008/layout/HorizontalMultiLevelHierarchy"/>
    <dgm:cxn modelId="{36DBFF49-6AFE-4701-9593-A5A830719BA4}" type="presParOf" srcId="{969B00A7-863E-42D0-85B1-6093CA92C6AE}" destId="{E156D283-1330-4C9A-9EA0-0E405FE3647B}" srcOrd="0" destOrd="0" presId="urn:microsoft.com/office/officeart/2008/layout/HorizontalMultiLevelHierarchy"/>
    <dgm:cxn modelId="{57943280-3F92-4025-8A81-44BBC036EC4A}" type="presParOf" srcId="{E156D283-1330-4C9A-9EA0-0E405FE3647B}" destId="{4FD7D592-D50D-4784-917B-703430E6BEB0}" srcOrd="0" destOrd="0" presId="urn:microsoft.com/office/officeart/2008/layout/HorizontalMultiLevelHierarchy"/>
    <dgm:cxn modelId="{8BA1B86E-E2D6-44BB-855E-2DFDE76E7057}" type="presParOf" srcId="{969B00A7-863E-42D0-85B1-6093CA92C6AE}" destId="{4D7A338C-461F-4AB9-8B08-BF2FD6E1E41C}" srcOrd="1" destOrd="0" presId="urn:microsoft.com/office/officeart/2008/layout/HorizontalMultiLevelHierarchy"/>
    <dgm:cxn modelId="{921CE880-E6C5-4CE0-A610-6A211F763B56}" type="presParOf" srcId="{4D7A338C-461F-4AB9-8B08-BF2FD6E1E41C}" destId="{A5A6BF1E-F522-4F29-887E-8E989E3BFA6E}" srcOrd="0" destOrd="0" presId="urn:microsoft.com/office/officeart/2008/layout/HorizontalMultiLevelHierarchy"/>
    <dgm:cxn modelId="{DA52F10B-CF3F-4D44-A466-5B37A812A0AE}" type="presParOf" srcId="{4D7A338C-461F-4AB9-8B08-BF2FD6E1E41C}" destId="{934EF4FE-B78C-41AD-B3D1-75B8E15834CE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D1378930-869E-4B4E-AEA3-73A14DA344AE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378D5D8A-824A-4EAA-B48C-24C9D0D5741F}">
      <dgm:prSet phldrT="[Texto]" custT="1"/>
      <dgm:spPr/>
      <dgm:t>
        <a:bodyPr/>
        <a:lstStyle/>
        <a:p>
          <a:r>
            <a:rPr lang="es-MX" sz="1700" dirty="0"/>
            <a:t>Inversiones</a:t>
          </a:r>
        </a:p>
        <a:p>
          <a:r>
            <a:rPr lang="es-MX" sz="1000" dirty="0"/>
            <a:t>LISR 27-II</a:t>
          </a:r>
        </a:p>
      </dgm:t>
    </dgm:pt>
    <dgm:pt modelId="{454B5243-EB57-4CA3-97B5-A6C912C2DBA8}" type="parTrans" cxnId="{A1BD1208-4B0B-4BE9-B481-BDB9DB6890C0}">
      <dgm:prSet/>
      <dgm:spPr/>
      <dgm:t>
        <a:bodyPr/>
        <a:lstStyle/>
        <a:p>
          <a:endParaRPr lang="es-MX"/>
        </a:p>
      </dgm:t>
    </dgm:pt>
    <dgm:pt modelId="{B3B45EF7-66A3-4255-A353-D75102FB4055}" type="sibTrans" cxnId="{A1BD1208-4B0B-4BE9-B481-BDB9DB6890C0}">
      <dgm:prSet/>
      <dgm:spPr/>
      <dgm:t>
        <a:bodyPr/>
        <a:lstStyle/>
        <a:p>
          <a:endParaRPr lang="es-MX"/>
        </a:p>
      </dgm:t>
    </dgm:pt>
    <dgm:pt modelId="{7F640F55-090D-41D5-BBD7-47AFC038983B}">
      <dgm:prSet phldrT="[Texto]"/>
      <dgm:spPr/>
      <dgm:t>
        <a:bodyPr/>
        <a:lstStyle/>
        <a:p>
          <a:r>
            <a:rPr lang="es-MX" dirty="0"/>
            <a:t>Deducción Parcial</a:t>
          </a:r>
        </a:p>
      </dgm:t>
    </dgm:pt>
    <dgm:pt modelId="{B318B6DF-BB7B-4EA5-BD6B-92AE8950B1F5}" type="parTrans" cxnId="{4F8C4192-0F4A-48CF-B748-CAA41F0EE6E4}">
      <dgm:prSet/>
      <dgm:spPr/>
      <dgm:t>
        <a:bodyPr/>
        <a:lstStyle/>
        <a:p>
          <a:endParaRPr lang="es-MX"/>
        </a:p>
      </dgm:t>
    </dgm:pt>
    <dgm:pt modelId="{18ACD0CB-6FC4-4A12-8B42-A0EEB9ADAD6C}" type="sibTrans" cxnId="{4F8C4192-0F4A-48CF-B748-CAA41F0EE6E4}">
      <dgm:prSet/>
      <dgm:spPr/>
      <dgm:t>
        <a:bodyPr/>
        <a:lstStyle/>
        <a:p>
          <a:endParaRPr lang="es-MX"/>
        </a:p>
      </dgm:t>
    </dgm:pt>
    <dgm:pt modelId="{09C288D3-AE96-42BF-A154-BA58A67FF133}">
      <dgm:prSet custT="1"/>
      <dgm:spPr>
        <a:solidFill>
          <a:srgbClr val="FF0000"/>
        </a:solidFill>
      </dgm:spPr>
      <dgm:t>
        <a:bodyPr/>
        <a:lstStyle/>
        <a:p>
          <a:r>
            <a:rPr lang="es-MX" sz="1600" dirty="0"/>
            <a:t>No deducibles</a:t>
          </a:r>
        </a:p>
        <a:p>
          <a:r>
            <a:rPr lang="es-MX" sz="1000"/>
            <a:t>LISR 36-III</a:t>
          </a:r>
          <a:endParaRPr lang="es-MX" sz="1000" dirty="0"/>
        </a:p>
      </dgm:t>
    </dgm:pt>
    <dgm:pt modelId="{098A040E-74AA-45B5-B0D4-4F3A970E85B4}" type="parTrans" cxnId="{13C7436D-FBC6-48C1-9346-264AA7584850}">
      <dgm:prSet/>
      <dgm:spPr/>
      <dgm:t>
        <a:bodyPr/>
        <a:lstStyle/>
        <a:p>
          <a:endParaRPr lang="es-MX"/>
        </a:p>
      </dgm:t>
    </dgm:pt>
    <dgm:pt modelId="{5BA2D77D-42A2-4487-ADE9-4DCD2D3A5552}" type="sibTrans" cxnId="{13C7436D-FBC6-48C1-9346-264AA7584850}">
      <dgm:prSet/>
      <dgm:spPr/>
      <dgm:t>
        <a:bodyPr/>
        <a:lstStyle/>
        <a:p>
          <a:endParaRPr lang="es-MX"/>
        </a:p>
      </dgm:t>
    </dgm:pt>
    <dgm:pt modelId="{DAC54802-3C3D-432D-A5DD-584C8714D965}">
      <dgm:prSet custT="1"/>
      <dgm:spPr/>
      <dgm:t>
        <a:bodyPr/>
        <a:lstStyle/>
        <a:p>
          <a:r>
            <a:rPr lang="es-MX" sz="1400" dirty="0"/>
            <a:t>Aviones</a:t>
          </a:r>
        </a:p>
        <a:p>
          <a:r>
            <a:rPr lang="es-MX" sz="1000" dirty="0"/>
            <a:t>LISR 36-III</a:t>
          </a:r>
        </a:p>
      </dgm:t>
    </dgm:pt>
    <dgm:pt modelId="{E5962ECD-E76F-4E98-974A-881CDBCF4828}" type="parTrans" cxnId="{BA0C8BC2-5D25-497B-B32B-88F4D92B7453}">
      <dgm:prSet/>
      <dgm:spPr/>
      <dgm:t>
        <a:bodyPr/>
        <a:lstStyle/>
        <a:p>
          <a:endParaRPr lang="es-MX"/>
        </a:p>
      </dgm:t>
    </dgm:pt>
    <dgm:pt modelId="{EB326C94-4321-48BA-8FD4-15113F5E6957}" type="sibTrans" cxnId="{BA0C8BC2-5D25-497B-B32B-88F4D92B7453}">
      <dgm:prSet/>
      <dgm:spPr/>
      <dgm:t>
        <a:bodyPr/>
        <a:lstStyle/>
        <a:p>
          <a:endParaRPr lang="es-MX"/>
        </a:p>
      </dgm:t>
    </dgm:pt>
    <dgm:pt modelId="{DF13C821-2EFB-40C7-B27C-BB1456DFCF35}">
      <dgm:prSet custT="1"/>
      <dgm:spPr/>
      <dgm:t>
        <a:bodyPr/>
        <a:lstStyle/>
        <a:p>
          <a:r>
            <a:rPr lang="es-MX" sz="1400" dirty="0"/>
            <a:t>Automóviles</a:t>
          </a:r>
        </a:p>
        <a:p>
          <a:r>
            <a:rPr lang="es-MX" sz="1000" dirty="0"/>
            <a:t>LISR 36-II</a:t>
          </a:r>
        </a:p>
      </dgm:t>
    </dgm:pt>
    <dgm:pt modelId="{4A1454E6-F0D7-435B-9BC8-7111A78B885A}" type="parTrans" cxnId="{52901B73-C07F-4398-AA6D-FC37F56B84F2}">
      <dgm:prSet/>
      <dgm:spPr/>
      <dgm:t>
        <a:bodyPr/>
        <a:lstStyle/>
        <a:p>
          <a:endParaRPr lang="es-MX"/>
        </a:p>
      </dgm:t>
    </dgm:pt>
    <dgm:pt modelId="{31F34C60-2E7C-421A-97F0-DF3743870272}" type="sibTrans" cxnId="{52901B73-C07F-4398-AA6D-FC37F56B84F2}">
      <dgm:prSet/>
      <dgm:spPr/>
      <dgm:t>
        <a:bodyPr/>
        <a:lstStyle/>
        <a:p>
          <a:endParaRPr lang="es-MX"/>
        </a:p>
      </dgm:t>
    </dgm:pt>
    <dgm:pt modelId="{34D29B70-5875-44F1-B6C8-DA2985FA5D8C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Con concesión</a:t>
          </a:r>
        </a:p>
      </dgm:t>
    </dgm:pt>
    <dgm:pt modelId="{1C042EEA-97CC-4876-BDEA-ADBFD2BDF7FB}" type="parTrans" cxnId="{4127032C-2C03-402F-84D7-ABDE871C2427}">
      <dgm:prSet/>
      <dgm:spPr/>
      <dgm:t>
        <a:bodyPr/>
        <a:lstStyle/>
        <a:p>
          <a:endParaRPr lang="es-MX"/>
        </a:p>
      </dgm:t>
    </dgm:pt>
    <dgm:pt modelId="{F774239A-5C1B-4CA1-A9BA-86D803AFD961}" type="sibTrans" cxnId="{4127032C-2C03-402F-84D7-ABDE871C2427}">
      <dgm:prSet/>
      <dgm:spPr/>
      <dgm:t>
        <a:bodyPr/>
        <a:lstStyle/>
        <a:p>
          <a:endParaRPr lang="es-MX"/>
        </a:p>
      </dgm:t>
    </dgm:pt>
    <dgm:pt modelId="{E58239FB-2B03-4A40-ACA8-6507BF9B1D85}">
      <dgm:prSet/>
      <dgm:spPr/>
      <dgm:t>
        <a:bodyPr/>
        <a:lstStyle/>
        <a:p>
          <a:r>
            <a:rPr lang="es-MX" dirty="0"/>
            <a:t>Sin concesión</a:t>
          </a:r>
        </a:p>
      </dgm:t>
    </dgm:pt>
    <dgm:pt modelId="{22D34ED8-26CC-402A-ADC7-52ABA3451813}" type="parTrans" cxnId="{F1AB8F2D-AD3B-41A5-9855-17FDFC018B95}">
      <dgm:prSet/>
      <dgm:spPr/>
      <dgm:t>
        <a:bodyPr/>
        <a:lstStyle/>
        <a:p>
          <a:endParaRPr lang="es-MX"/>
        </a:p>
      </dgm:t>
    </dgm:pt>
    <dgm:pt modelId="{8751945D-C621-410A-8F6E-798F7137ABCD}" type="sibTrans" cxnId="{F1AB8F2D-AD3B-41A5-9855-17FDFC018B95}">
      <dgm:prSet/>
      <dgm:spPr/>
      <dgm:t>
        <a:bodyPr/>
        <a:lstStyle/>
        <a:p>
          <a:endParaRPr lang="es-MX"/>
        </a:p>
      </dgm:t>
    </dgm:pt>
    <dgm:pt modelId="{2130B6D6-8661-420E-929D-7B93CCFE70D1}">
      <dgm:prSet/>
      <dgm:spPr/>
      <dgm:t>
        <a:bodyPr/>
        <a:lstStyle/>
        <a:p>
          <a:r>
            <a:rPr lang="es-MX" dirty="0"/>
            <a:t>MOI $8,600,000</a:t>
          </a:r>
        </a:p>
      </dgm:t>
    </dgm:pt>
    <dgm:pt modelId="{D0644F8A-CDA9-4604-8496-6C5CEB6A9AC6}" type="parTrans" cxnId="{6A89909D-6468-47B2-9572-0D92493F0155}">
      <dgm:prSet/>
      <dgm:spPr/>
      <dgm:t>
        <a:bodyPr/>
        <a:lstStyle/>
        <a:p>
          <a:endParaRPr lang="es-MX"/>
        </a:p>
      </dgm:t>
    </dgm:pt>
    <dgm:pt modelId="{6283980C-F8E8-4290-90C6-150DFD38D4D0}" type="sibTrans" cxnId="{6A89909D-6468-47B2-9572-0D92493F0155}">
      <dgm:prSet/>
      <dgm:spPr/>
      <dgm:t>
        <a:bodyPr/>
        <a:lstStyle/>
        <a:p>
          <a:endParaRPr lang="es-MX"/>
        </a:p>
      </dgm:t>
    </dgm:pt>
    <dgm:pt modelId="{A21DE6F4-E967-4286-9416-3EFC1ED2A32C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Arrendadoras</a:t>
          </a:r>
        </a:p>
      </dgm:t>
    </dgm:pt>
    <dgm:pt modelId="{0584776A-B547-48B9-A08B-502424A973DD}" type="parTrans" cxnId="{6E322AC5-0779-42D9-B980-2213289CD184}">
      <dgm:prSet/>
      <dgm:spPr/>
      <dgm:t>
        <a:bodyPr/>
        <a:lstStyle/>
        <a:p>
          <a:endParaRPr lang="es-MX"/>
        </a:p>
      </dgm:t>
    </dgm:pt>
    <dgm:pt modelId="{CAF22971-550D-4EA9-9E52-6165FE5AECBD}" type="sibTrans" cxnId="{6E322AC5-0779-42D9-B980-2213289CD184}">
      <dgm:prSet/>
      <dgm:spPr/>
      <dgm:t>
        <a:bodyPr/>
        <a:lstStyle/>
        <a:p>
          <a:endParaRPr lang="es-MX"/>
        </a:p>
      </dgm:t>
    </dgm:pt>
    <dgm:pt modelId="{C4F378A9-A66D-4380-82C3-8E72B6EA39E4}">
      <dgm:prSet/>
      <dgm:spPr/>
      <dgm:t>
        <a:bodyPr/>
        <a:lstStyle/>
        <a:p>
          <a:r>
            <a:rPr lang="es-MX" dirty="0"/>
            <a:t>No Arrendadoras</a:t>
          </a:r>
        </a:p>
      </dgm:t>
    </dgm:pt>
    <dgm:pt modelId="{460451CF-D9A0-4EDB-9E95-D6A8E7EFBE8C}" type="parTrans" cxnId="{D6500DAD-4FE2-4AC5-8494-100CC531AACF}">
      <dgm:prSet/>
      <dgm:spPr/>
      <dgm:t>
        <a:bodyPr/>
        <a:lstStyle/>
        <a:p>
          <a:endParaRPr lang="es-MX"/>
        </a:p>
      </dgm:t>
    </dgm:pt>
    <dgm:pt modelId="{E6774E80-26B9-4CE1-B5EF-EC15ADD0BE3F}" type="sibTrans" cxnId="{D6500DAD-4FE2-4AC5-8494-100CC531AACF}">
      <dgm:prSet/>
      <dgm:spPr/>
      <dgm:t>
        <a:bodyPr/>
        <a:lstStyle/>
        <a:p>
          <a:endParaRPr lang="es-MX"/>
        </a:p>
      </dgm:t>
    </dgm:pt>
    <dgm:pt modelId="{53ADA3A1-D389-4D22-A6D1-EC5857DADAC7}">
      <dgm:prSet/>
      <dgm:spPr/>
      <dgm:t>
        <a:bodyPr/>
        <a:lstStyle/>
        <a:p>
          <a:r>
            <a:rPr lang="es-MX" dirty="0"/>
            <a:t>$175,000</a:t>
          </a:r>
        </a:p>
        <a:p>
          <a:r>
            <a:rPr lang="es-MX" dirty="0"/>
            <a:t>$250,000 (Ecológicos)</a:t>
          </a:r>
        </a:p>
      </dgm:t>
    </dgm:pt>
    <dgm:pt modelId="{C57D5288-C1F7-4025-832F-893FBD766D69}" type="parTrans" cxnId="{DB23E005-3C00-4EEC-A423-78496CF8E245}">
      <dgm:prSet/>
      <dgm:spPr/>
      <dgm:t>
        <a:bodyPr/>
        <a:lstStyle/>
        <a:p>
          <a:endParaRPr lang="es-MX"/>
        </a:p>
      </dgm:t>
    </dgm:pt>
    <dgm:pt modelId="{6DDE97CB-F209-49D5-BB0E-68F205E91F53}" type="sibTrans" cxnId="{DB23E005-3C00-4EEC-A423-78496CF8E245}">
      <dgm:prSet/>
      <dgm:spPr/>
      <dgm:t>
        <a:bodyPr/>
        <a:lstStyle/>
        <a:p>
          <a:endParaRPr lang="es-MX"/>
        </a:p>
      </dgm:t>
    </dgm:pt>
    <dgm:pt modelId="{1009B69D-18DD-4D5B-AB0F-EF7A3AF2C4CB}">
      <dgm:prSet custT="1"/>
      <dgm:spPr>
        <a:solidFill>
          <a:srgbClr val="FF0000"/>
        </a:solidFill>
      </dgm:spPr>
      <dgm:t>
        <a:bodyPr/>
        <a:lstStyle/>
        <a:p>
          <a:r>
            <a:rPr lang="es-MX" sz="1000" dirty="0"/>
            <a:t>Casas  que no estén a disposición de todos los trabajadores</a:t>
          </a:r>
        </a:p>
        <a:p>
          <a:r>
            <a:rPr lang="es-MX" sz="1000" dirty="0"/>
            <a:t>LISR 36-III</a:t>
          </a:r>
        </a:p>
      </dgm:t>
    </dgm:pt>
    <dgm:pt modelId="{FA80F938-B9CF-440C-BCC2-39FCE5CDAC67}" type="parTrans" cxnId="{C9AD1685-14BF-4D80-8BDD-F22C4304E77B}">
      <dgm:prSet/>
      <dgm:spPr/>
      <dgm:t>
        <a:bodyPr/>
        <a:lstStyle/>
        <a:p>
          <a:endParaRPr lang="es-MX"/>
        </a:p>
      </dgm:t>
    </dgm:pt>
    <dgm:pt modelId="{98482A77-645D-47A9-A057-9EB08369462C}" type="sibTrans" cxnId="{C9AD1685-14BF-4D80-8BDD-F22C4304E77B}">
      <dgm:prSet/>
      <dgm:spPr/>
      <dgm:t>
        <a:bodyPr/>
        <a:lstStyle/>
        <a:p>
          <a:endParaRPr lang="es-MX"/>
        </a:p>
      </dgm:t>
    </dgm:pt>
    <dgm:pt modelId="{17239DE3-789E-4A16-ACA2-370EC91E7F7A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Casas de Recreo</a:t>
          </a:r>
        </a:p>
      </dgm:t>
    </dgm:pt>
    <dgm:pt modelId="{550211ED-2FE8-45B9-AC4F-7A037243AEBC}" type="parTrans" cxnId="{7F4E0983-44D0-4473-AE7B-2732848F3A72}">
      <dgm:prSet/>
      <dgm:spPr/>
      <dgm:t>
        <a:bodyPr/>
        <a:lstStyle/>
        <a:p>
          <a:endParaRPr lang="es-MX"/>
        </a:p>
      </dgm:t>
    </dgm:pt>
    <dgm:pt modelId="{D93E9C64-E1B8-4F06-B5BC-D351C2CB0C45}" type="sibTrans" cxnId="{7F4E0983-44D0-4473-AE7B-2732848F3A72}">
      <dgm:prSet/>
      <dgm:spPr/>
      <dgm:t>
        <a:bodyPr/>
        <a:lstStyle/>
        <a:p>
          <a:endParaRPr lang="es-MX"/>
        </a:p>
      </dgm:t>
    </dgm:pt>
    <dgm:pt modelId="{EE82F9D3-E7BC-47EF-82F0-8748C0EF3813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Gastos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proporcionales</a:t>
          </a:r>
          <a:r>
            <a:rPr lang="en-US" dirty="0">
              <a:solidFill>
                <a:schemeClr val="tx1"/>
              </a:solidFill>
            </a:rPr>
            <a:t> al MOI deducible</a:t>
          </a:r>
        </a:p>
      </dgm:t>
    </dgm:pt>
    <dgm:pt modelId="{B1D2EE24-7B7D-401E-97C6-CD02B771CD4D}" type="parTrans" cxnId="{A18F2F02-077C-4576-BE39-8E63E76B7426}">
      <dgm:prSet/>
      <dgm:spPr/>
      <dgm:t>
        <a:bodyPr/>
        <a:lstStyle/>
        <a:p>
          <a:endParaRPr lang="en-US"/>
        </a:p>
      </dgm:t>
    </dgm:pt>
    <dgm:pt modelId="{5BD879E1-9B4E-4200-BD2D-944320FE408B}" type="sibTrans" cxnId="{A18F2F02-077C-4576-BE39-8E63E76B7426}">
      <dgm:prSet/>
      <dgm:spPr/>
      <dgm:t>
        <a:bodyPr/>
        <a:lstStyle/>
        <a:p>
          <a:endParaRPr lang="en-US"/>
        </a:p>
      </dgm:t>
    </dgm:pt>
    <dgm:pt modelId="{DD429F32-02EE-412D-83D0-EF6C8A1E67C1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¿</a:t>
          </a:r>
          <a:r>
            <a:rPr lang="en-US" dirty="0" err="1">
              <a:solidFill>
                <a:schemeClr val="tx1"/>
              </a:solidFill>
            </a:rPr>
            <a:t>Gastos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proporcionales</a:t>
          </a:r>
          <a:r>
            <a:rPr lang="en-US" dirty="0">
              <a:solidFill>
                <a:schemeClr val="tx1"/>
              </a:solidFill>
            </a:rPr>
            <a:t> al MOI deducible?</a:t>
          </a:r>
        </a:p>
      </dgm:t>
    </dgm:pt>
    <dgm:pt modelId="{F23F9710-7070-449A-A30A-DC1CE82F20B9}" type="parTrans" cxnId="{0154A71D-14E6-41C8-A5F6-D1659FA20347}">
      <dgm:prSet/>
      <dgm:spPr/>
      <dgm:t>
        <a:bodyPr/>
        <a:lstStyle/>
        <a:p>
          <a:endParaRPr lang="en-US"/>
        </a:p>
      </dgm:t>
    </dgm:pt>
    <dgm:pt modelId="{268A3D6C-1EF5-42A9-965A-0089FCFE15B0}" type="sibTrans" cxnId="{0154A71D-14E6-41C8-A5F6-D1659FA20347}">
      <dgm:prSet/>
      <dgm:spPr/>
      <dgm:t>
        <a:bodyPr/>
        <a:lstStyle/>
        <a:p>
          <a:endParaRPr lang="en-US"/>
        </a:p>
      </dgm:t>
    </dgm:pt>
    <dgm:pt modelId="{3EFEE301-686A-4238-B001-2D0912ECA4EF}">
      <dgm:prSet custT="1"/>
      <dgm:spPr>
        <a:solidFill>
          <a:srgbClr val="92D050"/>
        </a:solidFill>
      </dgm:spPr>
      <dgm:t>
        <a:bodyPr/>
        <a:lstStyle/>
        <a:p>
          <a:r>
            <a:rPr lang="es-MX" sz="1100" dirty="0"/>
            <a:t>Situaciones Especiales y Aviso al SAT</a:t>
          </a:r>
        </a:p>
        <a:p>
          <a:r>
            <a:rPr lang="es-MX" sz="1000" dirty="0"/>
            <a:t>RLISR 76</a:t>
          </a:r>
        </a:p>
      </dgm:t>
    </dgm:pt>
    <dgm:pt modelId="{26371849-FE79-4F18-96E9-821AA9D4A5F5}" type="parTrans" cxnId="{C884095A-184A-4674-AC11-B44F9BDC9B30}">
      <dgm:prSet/>
      <dgm:spPr/>
      <dgm:t>
        <a:bodyPr/>
        <a:lstStyle/>
        <a:p>
          <a:endParaRPr lang="es-MX"/>
        </a:p>
      </dgm:t>
    </dgm:pt>
    <dgm:pt modelId="{61AC2D21-0D3F-4650-9A71-AD84638F4A89}" type="sibTrans" cxnId="{C884095A-184A-4674-AC11-B44F9BDC9B30}">
      <dgm:prSet/>
      <dgm:spPr/>
      <dgm:t>
        <a:bodyPr/>
        <a:lstStyle/>
        <a:p>
          <a:endParaRPr lang="es-MX"/>
        </a:p>
      </dgm:t>
    </dgm:pt>
    <dgm:pt modelId="{27CA02A6-6F41-4B5B-AC67-1F7593807E5B}" type="pres">
      <dgm:prSet presAssocID="{D1378930-869E-4B4E-AEA3-73A14DA344A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83040ED-6FC3-4703-8401-1C148922E3F3}" type="pres">
      <dgm:prSet presAssocID="{378D5D8A-824A-4EAA-B48C-24C9D0D5741F}" presName="root1" presStyleCnt="0"/>
      <dgm:spPr/>
    </dgm:pt>
    <dgm:pt modelId="{172D703D-C9C5-400E-A8D6-4FD9BD521D65}" type="pres">
      <dgm:prSet presAssocID="{378D5D8A-824A-4EAA-B48C-24C9D0D5741F}" presName="LevelOneTextNode" presStyleLbl="node0" presStyleIdx="0" presStyleCnt="1">
        <dgm:presLayoutVars>
          <dgm:chPref val="3"/>
        </dgm:presLayoutVars>
      </dgm:prSet>
      <dgm:spPr/>
    </dgm:pt>
    <dgm:pt modelId="{529F4C37-E7A3-4017-8244-F6014070284E}" type="pres">
      <dgm:prSet presAssocID="{378D5D8A-824A-4EAA-B48C-24C9D0D5741F}" presName="level2hierChild" presStyleCnt="0"/>
      <dgm:spPr/>
    </dgm:pt>
    <dgm:pt modelId="{116AAB26-9626-4580-8E49-63217502EC4A}" type="pres">
      <dgm:prSet presAssocID="{B318B6DF-BB7B-4EA5-BD6B-92AE8950B1F5}" presName="conn2-1" presStyleLbl="parChTrans1D2" presStyleIdx="0" presStyleCnt="2"/>
      <dgm:spPr/>
    </dgm:pt>
    <dgm:pt modelId="{FD542B2B-178D-4F18-A703-8E5CD6233187}" type="pres">
      <dgm:prSet presAssocID="{B318B6DF-BB7B-4EA5-BD6B-92AE8950B1F5}" presName="connTx" presStyleLbl="parChTrans1D2" presStyleIdx="0" presStyleCnt="2"/>
      <dgm:spPr/>
    </dgm:pt>
    <dgm:pt modelId="{4920F3B9-AE20-4740-9D11-0F0C082F0132}" type="pres">
      <dgm:prSet presAssocID="{7F640F55-090D-41D5-BBD7-47AFC038983B}" presName="root2" presStyleCnt="0"/>
      <dgm:spPr/>
    </dgm:pt>
    <dgm:pt modelId="{98A45BB3-A959-48CA-8696-92CA59EF60BB}" type="pres">
      <dgm:prSet presAssocID="{7F640F55-090D-41D5-BBD7-47AFC038983B}" presName="LevelTwoTextNode" presStyleLbl="node2" presStyleIdx="0" presStyleCnt="2">
        <dgm:presLayoutVars>
          <dgm:chPref val="3"/>
        </dgm:presLayoutVars>
      </dgm:prSet>
      <dgm:spPr/>
    </dgm:pt>
    <dgm:pt modelId="{E7A6A5CE-4738-4D6D-A830-022AA13DBAD7}" type="pres">
      <dgm:prSet presAssocID="{7F640F55-090D-41D5-BBD7-47AFC038983B}" presName="level3hierChild" presStyleCnt="0"/>
      <dgm:spPr/>
    </dgm:pt>
    <dgm:pt modelId="{AD14EC97-DA38-4C73-9D08-EC16B9810D63}" type="pres">
      <dgm:prSet presAssocID="{E5962ECD-E76F-4E98-974A-881CDBCF4828}" presName="conn2-1" presStyleLbl="parChTrans1D3" presStyleIdx="0" presStyleCnt="4"/>
      <dgm:spPr/>
    </dgm:pt>
    <dgm:pt modelId="{1F119F42-C210-43C9-B449-3943CD7CB6D3}" type="pres">
      <dgm:prSet presAssocID="{E5962ECD-E76F-4E98-974A-881CDBCF4828}" presName="connTx" presStyleLbl="parChTrans1D3" presStyleIdx="0" presStyleCnt="4"/>
      <dgm:spPr/>
    </dgm:pt>
    <dgm:pt modelId="{07536758-ADDF-4D76-91FD-4905CC5EB868}" type="pres">
      <dgm:prSet presAssocID="{DAC54802-3C3D-432D-A5DD-584C8714D965}" presName="root2" presStyleCnt="0"/>
      <dgm:spPr/>
    </dgm:pt>
    <dgm:pt modelId="{2B6304F5-C97F-46F8-B505-7F28ED2D88C0}" type="pres">
      <dgm:prSet presAssocID="{DAC54802-3C3D-432D-A5DD-584C8714D965}" presName="LevelTwoTextNode" presStyleLbl="node3" presStyleIdx="0" presStyleCnt="4">
        <dgm:presLayoutVars>
          <dgm:chPref val="3"/>
        </dgm:presLayoutVars>
      </dgm:prSet>
      <dgm:spPr/>
    </dgm:pt>
    <dgm:pt modelId="{835C3B45-E1EF-4D3A-AC13-80376464E7BF}" type="pres">
      <dgm:prSet presAssocID="{DAC54802-3C3D-432D-A5DD-584C8714D965}" presName="level3hierChild" presStyleCnt="0"/>
      <dgm:spPr/>
    </dgm:pt>
    <dgm:pt modelId="{4C43A18E-CA5D-49ED-B30B-1F56E5DD5773}" type="pres">
      <dgm:prSet presAssocID="{1C042EEA-97CC-4876-BDEA-ADBFD2BDF7FB}" presName="conn2-1" presStyleLbl="parChTrans1D4" presStyleIdx="0" presStyleCnt="9"/>
      <dgm:spPr/>
    </dgm:pt>
    <dgm:pt modelId="{D4D543B2-930C-443A-95A4-0D25DF1F0D87}" type="pres">
      <dgm:prSet presAssocID="{1C042EEA-97CC-4876-BDEA-ADBFD2BDF7FB}" presName="connTx" presStyleLbl="parChTrans1D4" presStyleIdx="0" presStyleCnt="9"/>
      <dgm:spPr/>
    </dgm:pt>
    <dgm:pt modelId="{18BD8EEB-C8E0-4C0D-BD54-5B735DFA6290}" type="pres">
      <dgm:prSet presAssocID="{34D29B70-5875-44F1-B6C8-DA2985FA5D8C}" presName="root2" presStyleCnt="0"/>
      <dgm:spPr/>
    </dgm:pt>
    <dgm:pt modelId="{5D04D632-7A8E-47AF-8904-1B188A3FB63F}" type="pres">
      <dgm:prSet presAssocID="{34D29B70-5875-44F1-B6C8-DA2985FA5D8C}" presName="LevelTwoTextNode" presStyleLbl="node4" presStyleIdx="0" presStyleCnt="9">
        <dgm:presLayoutVars>
          <dgm:chPref val="3"/>
        </dgm:presLayoutVars>
      </dgm:prSet>
      <dgm:spPr/>
    </dgm:pt>
    <dgm:pt modelId="{A5D36ABC-D2B1-4DCD-8262-D59072405F91}" type="pres">
      <dgm:prSet presAssocID="{34D29B70-5875-44F1-B6C8-DA2985FA5D8C}" presName="level3hierChild" presStyleCnt="0"/>
      <dgm:spPr/>
    </dgm:pt>
    <dgm:pt modelId="{12870E1D-DC3F-401D-B698-9475E74AF25A}" type="pres">
      <dgm:prSet presAssocID="{22D34ED8-26CC-402A-ADC7-52ABA3451813}" presName="conn2-1" presStyleLbl="parChTrans1D4" presStyleIdx="1" presStyleCnt="9"/>
      <dgm:spPr/>
    </dgm:pt>
    <dgm:pt modelId="{464AD122-67BE-445D-8540-AB37C0A95344}" type="pres">
      <dgm:prSet presAssocID="{22D34ED8-26CC-402A-ADC7-52ABA3451813}" presName="connTx" presStyleLbl="parChTrans1D4" presStyleIdx="1" presStyleCnt="9"/>
      <dgm:spPr/>
    </dgm:pt>
    <dgm:pt modelId="{19F7D36E-674E-4425-BBF2-880CB682F038}" type="pres">
      <dgm:prSet presAssocID="{E58239FB-2B03-4A40-ACA8-6507BF9B1D85}" presName="root2" presStyleCnt="0"/>
      <dgm:spPr/>
    </dgm:pt>
    <dgm:pt modelId="{974B4E90-4716-446D-895C-B82F5EE2F1C0}" type="pres">
      <dgm:prSet presAssocID="{E58239FB-2B03-4A40-ACA8-6507BF9B1D85}" presName="LevelTwoTextNode" presStyleLbl="node4" presStyleIdx="1" presStyleCnt="9">
        <dgm:presLayoutVars>
          <dgm:chPref val="3"/>
        </dgm:presLayoutVars>
      </dgm:prSet>
      <dgm:spPr/>
    </dgm:pt>
    <dgm:pt modelId="{E685EE3E-FA7E-477C-9553-830ED0C07B86}" type="pres">
      <dgm:prSet presAssocID="{E58239FB-2B03-4A40-ACA8-6507BF9B1D85}" presName="level3hierChild" presStyleCnt="0"/>
      <dgm:spPr/>
    </dgm:pt>
    <dgm:pt modelId="{F9B718FE-250F-4894-BF48-643AA919C306}" type="pres">
      <dgm:prSet presAssocID="{D0644F8A-CDA9-4604-8496-6C5CEB6A9AC6}" presName="conn2-1" presStyleLbl="parChTrans1D4" presStyleIdx="2" presStyleCnt="9"/>
      <dgm:spPr/>
    </dgm:pt>
    <dgm:pt modelId="{CD021173-E79A-4008-A829-BEAB05BFFD5B}" type="pres">
      <dgm:prSet presAssocID="{D0644F8A-CDA9-4604-8496-6C5CEB6A9AC6}" presName="connTx" presStyleLbl="parChTrans1D4" presStyleIdx="2" presStyleCnt="9"/>
      <dgm:spPr/>
    </dgm:pt>
    <dgm:pt modelId="{5451B56F-E16E-48DB-A93E-8369E9802EFD}" type="pres">
      <dgm:prSet presAssocID="{2130B6D6-8661-420E-929D-7B93CCFE70D1}" presName="root2" presStyleCnt="0"/>
      <dgm:spPr/>
    </dgm:pt>
    <dgm:pt modelId="{C94C23B8-2B1B-47A5-943E-E675CD5BECA0}" type="pres">
      <dgm:prSet presAssocID="{2130B6D6-8661-420E-929D-7B93CCFE70D1}" presName="LevelTwoTextNode" presStyleLbl="node4" presStyleIdx="2" presStyleCnt="9">
        <dgm:presLayoutVars>
          <dgm:chPref val="3"/>
        </dgm:presLayoutVars>
      </dgm:prSet>
      <dgm:spPr/>
    </dgm:pt>
    <dgm:pt modelId="{8ABFAE4B-51C6-4979-99F3-29AA36EDDBA0}" type="pres">
      <dgm:prSet presAssocID="{2130B6D6-8661-420E-929D-7B93CCFE70D1}" presName="level3hierChild" presStyleCnt="0"/>
      <dgm:spPr/>
    </dgm:pt>
    <dgm:pt modelId="{ACE4BBF8-A661-424E-9F4F-7569912D8208}" type="pres">
      <dgm:prSet presAssocID="{B1D2EE24-7B7D-401E-97C6-CD02B771CD4D}" presName="conn2-1" presStyleLbl="parChTrans1D4" presStyleIdx="3" presStyleCnt="9"/>
      <dgm:spPr/>
    </dgm:pt>
    <dgm:pt modelId="{7836C9A1-F354-4657-9C45-D60C85EA2F7F}" type="pres">
      <dgm:prSet presAssocID="{B1D2EE24-7B7D-401E-97C6-CD02B771CD4D}" presName="connTx" presStyleLbl="parChTrans1D4" presStyleIdx="3" presStyleCnt="9"/>
      <dgm:spPr/>
    </dgm:pt>
    <dgm:pt modelId="{EDB4D634-F281-4560-8030-9536BA56F542}" type="pres">
      <dgm:prSet presAssocID="{EE82F9D3-E7BC-47EF-82F0-8748C0EF3813}" presName="root2" presStyleCnt="0"/>
      <dgm:spPr/>
    </dgm:pt>
    <dgm:pt modelId="{9B8CECFD-14A9-45AC-9DA3-7FA4BE4DC4A2}" type="pres">
      <dgm:prSet presAssocID="{EE82F9D3-E7BC-47EF-82F0-8748C0EF3813}" presName="LevelTwoTextNode" presStyleLbl="node4" presStyleIdx="3" presStyleCnt="9">
        <dgm:presLayoutVars>
          <dgm:chPref val="3"/>
        </dgm:presLayoutVars>
      </dgm:prSet>
      <dgm:spPr/>
    </dgm:pt>
    <dgm:pt modelId="{FD434DAE-03FA-49B3-8F93-03349B47C2A1}" type="pres">
      <dgm:prSet presAssocID="{EE82F9D3-E7BC-47EF-82F0-8748C0EF3813}" presName="level3hierChild" presStyleCnt="0"/>
      <dgm:spPr/>
    </dgm:pt>
    <dgm:pt modelId="{4603D89F-948B-49B4-B087-FFBFD2C95A92}" type="pres">
      <dgm:prSet presAssocID="{4A1454E6-F0D7-435B-9BC8-7111A78B885A}" presName="conn2-1" presStyleLbl="parChTrans1D3" presStyleIdx="1" presStyleCnt="4"/>
      <dgm:spPr/>
    </dgm:pt>
    <dgm:pt modelId="{41B73F04-6C9F-4B26-B7A3-3B9F53A15986}" type="pres">
      <dgm:prSet presAssocID="{4A1454E6-F0D7-435B-9BC8-7111A78B885A}" presName="connTx" presStyleLbl="parChTrans1D3" presStyleIdx="1" presStyleCnt="4"/>
      <dgm:spPr/>
    </dgm:pt>
    <dgm:pt modelId="{C336D321-B73C-4BD8-B014-335D87AC9D9A}" type="pres">
      <dgm:prSet presAssocID="{DF13C821-2EFB-40C7-B27C-BB1456DFCF35}" presName="root2" presStyleCnt="0"/>
      <dgm:spPr/>
    </dgm:pt>
    <dgm:pt modelId="{3001CC33-5055-4A55-A848-A1C39205E2AF}" type="pres">
      <dgm:prSet presAssocID="{DF13C821-2EFB-40C7-B27C-BB1456DFCF35}" presName="LevelTwoTextNode" presStyleLbl="node3" presStyleIdx="1" presStyleCnt="4">
        <dgm:presLayoutVars>
          <dgm:chPref val="3"/>
        </dgm:presLayoutVars>
      </dgm:prSet>
      <dgm:spPr/>
    </dgm:pt>
    <dgm:pt modelId="{58CD9843-991F-48DC-A6D2-6C33C61C415B}" type="pres">
      <dgm:prSet presAssocID="{DF13C821-2EFB-40C7-B27C-BB1456DFCF35}" presName="level3hierChild" presStyleCnt="0"/>
      <dgm:spPr/>
    </dgm:pt>
    <dgm:pt modelId="{7C89E1FB-DB40-40CB-A794-808159300549}" type="pres">
      <dgm:prSet presAssocID="{0584776A-B547-48B9-A08B-502424A973DD}" presName="conn2-1" presStyleLbl="parChTrans1D4" presStyleIdx="4" presStyleCnt="9"/>
      <dgm:spPr/>
    </dgm:pt>
    <dgm:pt modelId="{523AA163-69D8-4D20-B993-49D7C509905E}" type="pres">
      <dgm:prSet presAssocID="{0584776A-B547-48B9-A08B-502424A973DD}" presName="connTx" presStyleLbl="parChTrans1D4" presStyleIdx="4" presStyleCnt="9"/>
      <dgm:spPr/>
    </dgm:pt>
    <dgm:pt modelId="{ED5D8194-F819-46F8-A214-A5020E7790EC}" type="pres">
      <dgm:prSet presAssocID="{A21DE6F4-E967-4286-9416-3EFC1ED2A32C}" presName="root2" presStyleCnt="0"/>
      <dgm:spPr/>
    </dgm:pt>
    <dgm:pt modelId="{30E47064-DB81-4123-AF0A-E35616C9F696}" type="pres">
      <dgm:prSet presAssocID="{A21DE6F4-E967-4286-9416-3EFC1ED2A32C}" presName="LevelTwoTextNode" presStyleLbl="node4" presStyleIdx="4" presStyleCnt="9">
        <dgm:presLayoutVars>
          <dgm:chPref val="3"/>
        </dgm:presLayoutVars>
      </dgm:prSet>
      <dgm:spPr/>
    </dgm:pt>
    <dgm:pt modelId="{87D53C76-21B0-4768-82F8-3FEF6EA05F9E}" type="pres">
      <dgm:prSet presAssocID="{A21DE6F4-E967-4286-9416-3EFC1ED2A32C}" presName="level3hierChild" presStyleCnt="0"/>
      <dgm:spPr/>
    </dgm:pt>
    <dgm:pt modelId="{81040816-389D-4B76-921E-658825867CCC}" type="pres">
      <dgm:prSet presAssocID="{460451CF-D9A0-4EDB-9E95-D6A8E7EFBE8C}" presName="conn2-1" presStyleLbl="parChTrans1D4" presStyleIdx="5" presStyleCnt="9"/>
      <dgm:spPr/>
    </dgm:pt>
    <dgm:pt modelId="{46505AE4-CB6E-44F0-BE18-C47CA9D6FB71}" type="pres">
      <dgm:prSet presAssocID="{460451CF-D9A0-4EDB-9E95-D6A8E7EFBE8C}" presName="connTx" presStyleLbl="parChTrans1D4" presStyleIdx="5" presStyleCnt="9"/>
      <dgm:spPr/>
    </dgm:pt>
    <dgm:pt modelId="{7460417A-9B96-4701-9B36-B07937FE6F2C}" type="pres">
      <dgm:prSet presAssocID="{C4F378A9-A66D-4380-82C3-8E72B6EA39E4}" presName="root2" presStyleCnt="0"/>
      <dgm:spPr/>
    </dgm:pt>
    <dgm:pt modelId="{77E52910-A453-4020-9223-779BD406CC2C}" type="pres">
      <dgm:prSet presAssocID="{C4F378A9-A66D-4380-82C3-8E72B6EA39E4}" presName="LevelTwoTextNode" presStyleLbl="node4" presStyleIdx="5" presStyleCnt="9">
        <dgm:presLayoutVars>
          <dgm:chPref val="3"/>
        </dgm:presLayoutVars>
      </dgm:prSet>
      <dgm:spPr/>
    </dgm:pt>
    <dgm:pt modelId="{D8A10685-C2CA-4E25-B679-7AE6E2F1B7E3}" type="pres">
      <dgm:prSet presAssocID="{C4F378A9-A66D-4380-82C3-8E72B6EA39E4}" presName="level3hierChild" presStyleCnt="0"/>
      <dgm:spPr/>
    </dgm:pt>
    <dgm:pt modelId="{78BDFBD6-1833-478A-AF28-B873407DC5BD}" type="pres">
      <dgm:prSet presAssocID="{C57D5288-C1F7-4025-832F-893FBD766D69}" presName="conn2-1" presStyleLbl="parChTrans1D4" presStyleIdx="6" presStyleCnt="9"/>
      <dgm:spPr/>
    </dgm:pt>
    <dgm:pt modelId="{D170305B-3887-4D17-8FB0-1EAF5DC445FA}" type="pres">
      <dgm:prSet presAssocID="{C57D5288-C1F7-4025-832F-893FBD766D69}" presName="connTx" presStyleLbl="parChTrans1D4" presStyleIdx="6" presStyleCnt="9"/>
      <dgm:spPr/>
    </dgm:pt>
    <dgm:pt modelId="{A93EA1DA-A0CA-4192-804C-9880C6D18FF1}" type="pres">
      <dgm:prSet presAssocID="{53ADA3A1-D389-4D22-A6D1-EC5857DADAC7}" presName="root2" presStyleCnt="0"/>
      <dgm:spPr/>
    </dgm:pt>
    <dgm:pt modelId="{16FAF08B-22D5-4ECF-ADCB-517F52B68547}" type="pres">
      <dgm:prSet presAssocID="{53ADA3A1-D389-4D22-A6D1-EC5857DADAC7}" presName="LevelTwoTextNode" presStyleLbl="node4" presStyleIdx="6" presStyleCnt="9">
        <dgm:presLayoutVars>
          <dgm:chPref val="3"/>
        </dgm:presLayoutVars>
      </dgm:prSet>
      <dgm:spPr/>
    </dgm:pt>
    <dgm:pt modelId="{8FC3141B-80D0-4670-8D0C-CD3F57EE6EBE}" type="pres">
      <dgm:prSet presAssocID="{53ADA3A1-D389-4D22-A6D1-EC5857DADAC7}" presName="level3hierChild" presStyleCnt="0"/>
      <dgm:spPr/>
    </dgm:pt>
    <dgm:pt modelId="{F7CB7C6D-2B04-425A-9A2D-8BC4C50B0578}" type="pres">
      <dgm:prSet presAssocID="{F23F9710-7070-449A-A30A-DC1CE82F20B9}" presName="conn2-1" presStyleLbl="parChTrans1D4" presStyleIdx="7" presStyleCnt="9"/>
      <dgm:spPr/>
    </dgm:pt>
    <dgm:pt modelId="{EB6AB50F-A16A-4305-BC18-51E312F28F8C}" type="pres">
      <dgm:prSet presAssocID="{F23F9710-7070-449A-A30A-DC1CE82F20B9}" presName="connTx" presStyleLbl="parChTrans1D4" presStyleIdx="7" presStyleCnt="9"/>
      <dgm:spPr/>
    </dgm:pt>
    <dgm:pt modelId="{3D48FA40-A61B-409B-AA2F-D2043E913E6C}" type="pres">
      <dgm:prSet presAssocID="{DD429F32-02EE-412D-83D0-EF6C8A1E67C1}" presName="root2" presStyleCnt="0"/>
      <dgm:spPr/>
    </dgm:pt>
    <dgm:pt modelId="{6FDB9359-8125-4C99-A543-28147C571B05}" type="pres">
      <dgm:prSet presAssocID="{DD429F32-02EE-412D-83D0-EF6C8A1E67C1}" presName="LevelTwoTextNode" presStyleLbl="node4" presStyleIdx="7" presStyleCnt="9">
        <dgm:presLayoutVars>
          <dgm:chPref val="3"/>
        </dgm:presLayoutVars>
      </dgm:prSet>
      <dgm:spPr/>
    </dgm:pt>
    <dgm:pt modelId="{0E5A4F68-B362-4153-B48F-942F6776EAA1}" type="pres">
      <dgm:prSet presAssocID="{DD429F32-02EE-412D-83D0-EF6C8A1E67C1}" presName="level3hierChild" presStyleCnt="0"/>
      <dgm:spPr/>
    </dgm:pt>
    <dgm:pt modelId="{4560AAB4-5A00-40C3-A41B-4ECAFC837251}" type="pres">
      <dgm:prSet presAssocID="{098A040E-74AA-45B5-B0D4-4F3A970E85B4}" presName="conn2-1" presStyleLbl="parChTrans1D2" presStyleIdx="1" presStyleCnt="2"/>
      <dgm:spPr/>
    </dgm:pt>
    <dgm:pt modelId="{0B1B1E5D-FC50-45A9-8454-D5CD97A725C7}" type="pres">
      <dgm:prSet presAssocID="{098A040E-74AA-45B5-B0D4-4F3A970E85B4}" presName="connTx" presStyleLbl="parChTrans1D2" presStyleIdx="1" presStyleCnt="2"/>
      <dgm:spPr/>
    </dgm:pt>
    <dgm:pt modelId="{10157D42-47C5-4506-892A-4B0CD5EDFCCB}" type="pres">
      <dgm:prSet presAssocID="{09C288D3-AE96-42BF-A154-BA58A67FF133}" presName="root2" presStyleCnt="0"/>
      <dgm:spPr/>
    </dgm:pt>
    <dgm:pt modelId="{5BF52077-831D-4DAA-95F3-39E8562AD6B1}" type="pres">
      <dgm:prSet presAssocID="{09C288D3-AE96-42BF-A154-BA58A67FF133}" presName="LevelTwoTextNode" presStyleLbl="node2" presStyleIdx="1" presStyleCnt="2">
        <dgm:presLayoutVars>
          <dgm:chPref val="3"/>
        </dgm:presLayoutVars>
      </dgm:prSet>
      <dgm:spPr/>
    </dgm:pt>
    <dgm:pt modelId="{5E287113-D150-43D8-ACB9-39B457C1D78D}" type="pres">
      <dgm:prSet presAssocID="{09C288D3-AE96-42BF-A154-BA58A67FF133}" presName="level3hierChild" presStyleCnt="0"/>
      <dgm:spPr/>
    </dgm:pt>
    <dgm:pt modelId="{37EEFFD6-C903-45DC-A14C-9943C712C67E}" type="pres">
      <dgm:prSet presAssocID="{FA80F938-B9CF-440C-BCC2-39FCE5CDAC67}" presName="conn2-1" presStyleLbl="parChTrans1D3" presStyleIdx="2" presStyleCnt="4"/>
      <dgm:spPr/>
    </dgm:pt>
    <dgm:pt modelId="{40A69751-48F0-4FA5-A883-70ECCE56EEDA}" type="pres">
      <dgm:prSet presAssocID="{FA80F938-B9CF-440C-BCC2-39FCE5CDAC67}" presName="connTx" presStyleLbl="parChTrans1D3" presStyleIdx="2" presStyleCnt="4"/>
      <dgm:spPr/>
    </dgm:pt>
    <dgm:pt modelId="{57C8B7EF-3636-4648-A925-E667DE812027}" type="pres">
      <dgm:prSet presAssocID="{1009B69D-18DD-4D5B-AB0F-EF7A3AF2C4CB}" presName="root2" presStyleCnt="0"/>
      <dgm:spPr/>
    </dgm:pt>
    <dgm:pt modelId="{94CF510F-9436-4F1E-81E3-9D00709847ED}" type="pres">
      <dgm:prSet presAssocID="{1009B69D-18DD-4D5B-AB0F-EF7A3AF2C4CB}" presName="LevelTwoTextNode" presStyleLbl="node3" presStyleIdx="2" presStyleCnt="4">
        <dgm:presLayoutVars>
          <dgm:chPref val="3"/>
        </dgm:presLayoutVars>
      </dgm:prSet>
      <dgm:spPr/>
    </dgm:pt>
    <dgm:pt modelId="{E84530DF-904F-4986-981E-3BBF2732CA67}" type="pres">
      <dgm:prSet presAssocID="{1009B69D-18DD-4D5B-AB0F-EF7A3AF2C4CB}" presName="level3hierChild" presStyleCnt="0"/>
      <dgm:spPr/>
    </dgm:pt>
    <dgm:pt modelId="{EC253787-3B07-4270-A5E1-EB8E3B7E1376}" type="pres">
      <dgm:prSet presAssocID="{26371849-FE79-4F18-96E9-821AA9D4A5F5}" presName="conn2-1" presStyleLbl="parChTrans1D4" presStyleIdx="8" presStyleCnt="9"/>
      <dgm:spPr/>
    </dgm:pt>
    <dgm:pt modelId="{AA80CF64-83AC-41CF-A444-BB8A71F20DEF}" type="pres">
      <dgm:prSet presAssocID="{26371849-FE79-4F18-96E9-821AA9D4A5F5}" presName="connTx" presStyleLbl="parChTrans1D4" presStyleIdx="8" presStyleCnt="9"/>
      <dgm:spPr/>
    </dgm:pt>
    <dgm:pt modelId="{ACA8DB02-AC79-4B0E-B909-6951FBC630A5}" type="pres">
      <dgm:prSet presAssocID="{3EFEE301-686A-4238-B001-2D0912ECA4EF}" presName="root2" presStyleCnt="0"/>
      <dgm:spPr/>
    </dgm:pt>
    <dgm:pt modelId="{A47C64CC-276B-4EB9-A719-760F78140C67}" type="pres">
      <dgm:prSet presAssocID="{3EFEE301-686A-4238-B001-2D0912ECA4EF}" presName="LevelTwoTextNode" presStyleLbl="node4" presStyleIdx="8" presStyleCnt="9">
        <dgm:presLayoutVars>
          <dgm:chPref val="3"/>
        </dgm:presLayoutVars>
      </dgm:prSet>
      <dgm:spPr/>
    </dgm:pt>
    <dgm:pt modelId="{4C7CFE55-8C59-48FA-8F3A-524DD9C24659}" type="pres">
      <dgm:prSet presAssocID="{3EFEE301-686A-4238-B001-2D0912ECA4EF}" presName="level3hierChild" presStyleCnt="0"/>
      <dgm:spPr/>
    </dgm:pt>
    <dgm:pt modelId="{D87E174E-A66C-4380-9DA3-3C62439D60F7}" type="pres">
      <dgm:prSet presAssocID="{550211ED-2FE8-45B9-AC4F-7A037243AEBC}" presName="conn2-1" presStyleLbl="parChTrans1D3" presStyleIdx="3" presStyleCnt="4"/>
      <dgm:spPr/>
    </dgm:pt>
    <dgm:pt modelId="{30C1E9EC-846B-4161-8D2C-2DE8A302B6F5}" type="pres">
      <dgm:prSet presAssocID="{550211ED-2FE8-45B9-AC4F-7A037243AEBC}" presName="connTx" presStyleLbl="parChTrans1D3" presStyleIdx="3" presStyleCnt="4"/>
      <dgm:spPr/>
    </dgm:pt>
    <dgm:pt modelId="{9AA9D5D8-1083-485B-9FE9-958420417663}" type="pres">
      <dgm:prSet presAssocID="{17239DE3-789E-4A16-ACA2-370EC91E7F7A}" presName="root2" presStyleCnt="0"/>
      <dgm:spPr/>
    </dgm:pt>
    <dgm:pt modelId="{A7478AD3-2A40-4FF2-BB89-89EC456B9A09}" type="pres">
      <dgm:prSet presAssocID="{17239DE3-789E-4A16-ACA2-370EC91E7F7A}" presName="LevelTwoTextNode" presStyleLbl="node3" presStyleIdx="3" presStyleCnt="4">
        <dgm:presLayoutVars>
          <dgm:chPref val="3"/>
        </dgm:presLayoutVars>
      </dgm:prSet>
      <dgm:spPr/>
    </dgm:pt>
    <dgm:pt modelId="{8BF9790C-AE1B-4CA7-A51F-B55979A8A990}" type="pres">
      <dgm:prSet presAssocID="{17239DE3-789E-4A16-ACA2-370EC91E7F7A}" presName="level3hierChild" presStyleCnt="0"/>
      <dgm:spPr/>
    </dgm:pt>
  </dgm:ptLst>
  <dgm:cxnLst>
    <dgm:cxn modelId="{86838500-CD7D-B04F-840A-DD741ECED235}" type="presOf" srcId="{09C288D3-AE96-42BF-A154-BA58A67FF133}" destId="{5BF52077-831D-4DAA-95F3-39E8562AD6B1}" srcOrd="0" destOrd="0" presId="urn:microsoft.com/office/officeart/2008/layout/HorizontalMultiLevelHierarchy"/>
    <dgm:cxn modelId="{A18F2F02-077C-4576-BE39-8E63E76B7426}" srcId="{DAC54802-3C3D-432D-A5DD-584C8714D965}" destId="{EE82F9D3-E7BC-47EF-82F0-8748C0EF3813}" srcOrd="2" destOrd="0" parTransId="{B1D2EE24-7B7D-401E-97C6-CD02B771CD4D}" sibTransId="{5BD879E1-9B4E-4200-BD2D-944320FE408B}"/>
    <dgm:cxn modelId="{DB23E005-3C00-4EEC-A423-78496CF8E245}" srcId="{C4F378A9-A66D-4380-82C3-8E72B6EA39E4}" destId="{53ADA3A1-D389-4D22-A6D1-EC5857DADAC7}" srcOrd="0" destOrd="0" parTransId="{C57D5288-C1F7-4025-832F-893FBD766D69}" sibTransId="{6DDE97CB-F209-49D5-BB0E-68F205E91F53}"/>
    <dgm:cxn modelId="{A1BD1208-4B0B-4BE9-B481-BDB9DB6890C0}" srcId="{D1378930-869E-4B4E-AEA3-73A14DA344AE}" destId="{378D5D8A-824A-4EAA-B48C-24C9D0D5741F}" srcOrd="0" destOrd="0" parTransId="{454B5243-EB57-4CA3-97B5-A6C912C2DBA8}" sibTransId="{B3B45EF7-66A3-4255-A353-D75102FB4055}"/>
    <dgm:cxn modelId="{B24A9516-3C8A-D646-A81B-817715CE38A1}" type="presOf" srcId="{1C042EEA-97CC-4876-BDEA-ADBFD2BDF7FB}" destId="{D4D543B2-930C-443A-95A4-0D25DF1F0D87}" srcOrd="1" destOrd="0" presId="urn:microsoft.com/office/officeart/2008/layout/HorizontalMultiLevelHierarchy"/>
    <dgm:cxn modelId="{09B12518-FE54-1449-9702-EC3E91514949}" type="presOf" srcId="{460451CF-D9A0-4EDB-9E95-D6A8E7EFBE8C}" destId="{46505AE4-CB6E-44F0-BE18-C47CA9D6FB71}" srcOrd="1" destOrd="0" presId="urn:microsoft.com/office/officeart/2008/layout/HorizontalMultiLevelHierarchy"/>
    <dgm:cxn modelId="{0E79C019-B6B4-2048-B8A8-48E275B1A05B}" type="presOf" srcId="{B318B6DF-BB7B-4EA5-BD6B-92AE8950B1F5}" destId="{116AAB26-9626-4580-8E49-63217502EC4A}" srcOrd="0" destOrd="0" presId="urn:microsoft.com/office/officeart/2008/layout/HorizontalMultiLevelHierarchy"/>
    <dgm:cxn modelId="{5758ED1A-C99D-2448-B658-5A17DD6E5929}" type="presOf" srcId="{C57D5288-C1F7-4025-832F-893FBD766D69}" destId="{78BDFBD6-1833-478A-AF28-B873407DC5BD}" srcOrd="0" destOrd="0" presId="urn:microsoft.com/office/officeart/2008/layout/HorizontalMultiLevelHierarchy"/>
    <dgm:cxn modelId="{0154A71D-14E6-41C8-A5F6-D1659FA20347}" srcId="{DF13C821-2EFB-40C7-B27C-BB1456DFCF35}" destId="{DD429F32-02EE-412D-83D0-EF6C8A1E67C1}" srcOrd="2" destOrd="0" parTransId="{F23F9710-7070-449A-A30A-DC1CE82F20B9}" sibTransId="{268A3D6C-1EF5-42A9-965A-0089FCFE15B0}"/>
    <dgm:cxn modelId="{9C2BEE22-3E2F-C34A-AD9F-FF9E9548A5E4}" type="presOf" srcId="{22D34ED8-26CC-402A-ADC7-52ABA3451813}" destId="{464AD122-67BE-445D-8540-AB37C0A95344}" srcOrd="1" destOrd="0" presId="urn:microsoft.com/office/officeart/2008/layout/HorizontalMultiLevelHierarchy"/>
    <dgm:cxn modelId="{F1F25324-B11F-A540-B984-D74CD8502E20}" type="presOf" srcId="{4A1454E6-F0D7-435B-9BC8-7111A78B885A}" destId="{4603D89F-948B-49B4-B087-FFBFD2C95A92}" srcOrd="0" destOrd="0" presId="urn:microsoft.com/office/officeart/2008/layout/HorizontalMultiLevelHierarchy"/>
    <dgm:cxn modelId="{96AA4D25-34D2-2F4D-84A5-1A3C33892CB7}" type="presOf" srcId="{1009B69D-18DD-4D5B-AB0F-EF7A3AF2C4CB}" destId="{94CF510F-9436-4F1E-81E3-9D00709847ED}" srcOrd="0" destOrd="0" presId="urn:microsoft.com/office/officeart/2008/layout/HorizontalMultiLevelHierarchy"/>
    <dgm:cxn modelId="{A834CE28-B26E-E641-8C81-DBB630AC18F6}" type="presOf" srcId="{550211ED-2FE8-45B9-AC4F-7A037243AEBC}" destId="{D87E174E-A66C-4380-9DA3-3C62439D60F7}" srcOrd="0" destOrd="0" presId="urn:microsoft.com/office/officeart/2008/layout/HorizontalMultiLevelHierarchy"/>
    <dgm:cxn modelId="{E3979529-D576-4AE5-8B5D-E3E692467F74}" type="presOf" srcId="{3EFEE301-686A-4238-B001-2D0912ECA4EF}" destId="{A47C64CC-276B-4EB9-A719-760F78140C67}" srcOrd="0" destOrd="0" presId="urn:microsoft.com/office/officeart/2008/layout/HorizontalMultiLevelHierarchy"/>
    <dgm:cxn modelId="{4127032C-2C03-402F-84D7-ABDE871C2427}" srcId="{DAC54802-3C3D-432D-A5DD-584C8714D965}" destId="{34D29B70-5875-44F1-B6C8-DA2985FA5D8C}" srcOrd="0" destOrd="0" parTransId="{1C042EEA-97CC-4876-BDEA-ADBFD2BDF7FB}" sibTransId="{F774239A-5C1B-4CA1-A9BA-86D803AFD961}"/>
    <dgm:cxn modelId="{F1AB8F2D-AD3B-41A5-9855-17FDFC018B95}" srcId="{DAC54802-3C3D-432D-A5DD-584C8714D965}" destId="{E58239FB-2B03-4A40-ACA8-6507BF9B1D85}" srcOrd="1" destOrd="0" parTransId="{22D34ED8-26CC-402A-ADC7-52ABA3451813}" sibTransId="{8751945D-C621-410A-8F6E-798F7137ABCD}"/>
    <dgm:cxn modelId="{4526B22D-D085-5241-BBC6-D7356C786579}" type="presOf" srcId="{098A040E-74AA-45B5-B0D4-4F3A970E85B4}" destId="{4560AAB4-5A00-40C3-A41B-4ECAFC837251}" srcOrd="0" destOrd="0" presId="urn:microsoft.com/office/officeart/2008/layout/HorizontalMultiLevelHierarchy"/>
    <dgm:cxn modelId="{60706D32-E275-834A-BA7A-1F1CD6BCCC78}" type="presOf" srcId="{34D29B70-5875-44F1-B6C8-DA2985FA5D8C}" destId="{5D04D632-7A8E-47AF-8904-1B188A3FB63F}" srcOrd="0" destOrd="0" presId="urn:microsoft.com/office/officeart/2008/layout/HorizontalMultiLevelHierarchy"/>
    <dgm:cxn modelId="{2840F638-ED87-E544-86BC-2D8A667B117A}" type="presOf" srcId="{B1D2EE24-7B7D-401E-97C6-CD02B771CD4D}" destId="{7836C9A1-F354-4657-9C45-D60C85EA2F7F}" srcOrd="1" destOrd="0" presId="urn:microsoft.com/office/officeart/2008/layout/HorizontalMultiLevelHierarchy"/>
    <dgm:cxn modelId="{7FBBCF39-D974-C241-B5DB-A2A1BABBEC22}" type="presOf" srcId="{2130B6D6-8661-420E-929D-7B93CCFE70D1}" destId="{C94C23B8-2B1B-47A5-943E-E675CD5BECA0}" srcOrd="0" destOrd="0" presId="urn:microsoft.com/office/officeart/2008/layout/HorizontalMultiLevelHierarchy"/>
    <dgm:cxn modelId="{DBA96A5C-01E7-9F49-81AD-549A118E3019}" type="presOf" srcId="{D1378930-869E-4B4E-AEA3-73A14DA344AE}" destId="{27CA02A6-6F41-4B5B-AC67-1F7593807E5B}" srcOrd="0" destOrd="0" presId="urn:microsoft.com/office/officeart/2008/layout/HorizontalMultiLevelHierarchy"/>
    <dgm:cxn modelId="{D060B65C-9EF0-5146-B453-C8EB891DADA5}" type="presOf" srcId="{17239DE3-789E-4A16-ACA2-370EC91E7F7A}" destId="{A7478AD3-2A40-4FF2-BB89-89EC456B9A09}" srcOrd="0" destOrd="0" presId="urn:microsoft.com/office/officeart/2008/layout/HorizontalMultiLevelHierarchy"/>
    <dgm:cxn modelId="{F6887F41-D152-F744-901D-9C03888C32EE}" type="presOf" srcId="{C4F378A9-A66D-4380-82C3-8E72B6EA39E4}" destId="{77E52910-A453-4020-9223-779BD406CC2C}" srcOrd="0" destOrd="0" presId="urn:microsoft.com/office/officeart/2008/layout/HorizontalMultiLevelHierarchy"/>
    <dgm:cxn modelId="{93859B43-C976-1843-B692-8403D27AE100}" type="presOf" srcId="{DAC54802-3C3D-432D-A5DD-584C8714D965}" destId="{2B6304F5-C97F-46F8-B505-7F28ED2D88C0}" srcOrd="0" destOrd="0" presId="urn:microsoft.com/office/officeart/2008/layout/HorizontalMultiLevelHierarchy"/>
    <dgm:cxn modelId="{988B6E46-BF45-1C48-98DC-4B9536C5AB50}" type="presOf" srcId="{22D34ED8-26CC-402A-ADC7-52ABA3451813}" destId="{12870E1D-DC3F-401D-B698-9475E74AF25A}" srcOrd="0" destOrd="0" presId="urn:microsoft.com/office/officeart/2008/layout/HorizontalMultiLevelHierarchy"/>
    <dgm:cxn modelId="{53827646-1054-3F44-A635-551825F8F6E3}" type="presOf" srcId="{FA80F938-B9CF-440C-BCC2-39FCE5CDAC67}" destId="{40A69751-48F0-4FA5-A883-70ECCE56EEDA}" srcOrd="1" destOrd="0" presId="urn:microsoft.com/office/officeart/2008/layout/HorizontalMultiLevelHierarchy"/>
    <dgm:cxn modelId="{91CA3C68-0E2E-714E-993F-DCD1BFD95B19}" type="presOf" srcId="{EE82F9D3-E7BC-47EF-82F0-8748C0EF3813}" destId="{9B8CECFD-14A9-45AC-9DA3-7FA4BE4DC4A2}" srcOrd="0" destOrd="0" presId="urn:microsoft.com/office/officeart/2008/layout/HorizontalMultiLevelHierarchy"/>
    <dgm:cxn modelId="{13C7436D-FBC6-48C1-9346-264AA7584850}" srcId="{378D5D8A-824A-4EAA-B48C-24C9D0D5741F}" destId="{09C288D3-AE96-42BF-A154-BA58A67FF133}" srcOrd="1" destOrd="0" parTransId="{098A040E-74AA-45B5-B0D4-4F3A970E85B4}" sibTransId="{5BA2D77D-42A2-4487-ADE9-4DCD2D3A5552}"/>
    <dgm:cxn modelId="{B7CF416F-CB55-D040-9E15-69560B73493E}" type="presOf" srcId="{7F640F55-090D-41D5-BBD7-47AFC038983B}" destId="{98A45BB3-A959-48CA-8696-92CA59EF60BB}" srcOrd="0" destOrd="0" presId="urn:microsoft.com/office/officeart/2008/layout/HorizontalMultiLevelHierarchy"/>
    <dgm:cxn modelId="{826C0373-057E-F34A-BBC0-674A5FCE2AE5}" type="presOf" srcId="{1C042EEA-97CC-4876-BDEA-ADBFD2BDF7FB}" destId="{4C43A18E-CA5D-49ED-B30B-1F56E5DD5773}" srcOrd="0" destOrd="0" presId="urn:microsoft.com/office/officeart/2008/layout/HorizontalMultiLevelHierarchy"/>
    <dgm:cxn modelId="{52901B73-C07F-4398-AA6D-FC37F56B84F2}" srcId="{7F640F55-090D-41D5-BBD7-47AFC038983B}" destId="{DF13C821-2EFB-40C7-B27C-BB1456DFCF35}" srcOrd="1" destOrd="0" parTransId="{4A1454E6-F0D7-435B-9BC8-7111A78B885A}" sibTransId="{31F34C60-2E7C-421A-97F0-DF3743870272}"/>
    <dgm:cxn modelId="{34E0DB73-1137-4042-A95D-3F28AC9750BD}" type="presOf" srcId="{550211ED-2FE8-45B9-AC4F-7A037243AEBC}" destId="{30C1E9EC-846B-4161-8D2C-2DE8A302B6F5}" srcOrd="1" destOrd="0" presId="urn:microsoft.com/office/officeart/2008/layout/HorizontalMultiLevelHierarchy"/>
    <dgm:cxn modelId="{4FB51856-024E-6B46-812C-DF7FEF62255B}" type="presOf" srcId="{0584776A-B547-48B9-A08B-502424A973DD}" destId="{523AA163-69D8-4D20-B993-49D7C509905E}" srcOrd="1" destOrd="0" presId="urn:microsoft.com/office/officeart/2008/layout/HorizontalMultiLevelHierarchy"/>
    <dgm:cxn modelId="{C2A13276-9F5A-CC47-9131-80DD7213BBD2}" type="presOf" srcId="{FA80F938-B9CF-440C-BCC2-39FCE5CDAC67}" destId="{37EEFFD6-C903-45DC-A14C-9943C712C67E}" srcOrd="0" destOrd="0" presId="urn:microsoft.com/office/officeart/2008/layout/HorizontalMultiLevelHierarchy"/>
    <dgm:cxn modelId="{C884095A-184A-4674-AC11-B44F9BDC9B30}" srcId="{1009B69D-18DD-4D5B-AB0F-EF7A3AF2C4CB}" destId="{3EFEE301-686A-4238-B001-2D0912ECA4EF}" srcOrd="0" destOrd="0" parTransId="{26371849-FE79-4F18-96E9-821AA9D4A5F5}" sibTransId="{61AC2D21-0D3F-4650-9A71-AD84638F4A89}"/>
    <dgm:cxn modelId="{95D3A57C-0B26-4D35-9035-6699382AFCF2}" type="presOf" srcId="{26371849-FE79-4F18-96E9-821AA9D4A5F5}" destId="{AA80CF64-83AC-41CF-A444-BB8A71F20DEF}" srcOrd="1" destOrd="0" presId="urn:microsoft.com/office/officeart/2008/layout/HorizontalMultiLevelHierarchy"/>
    <dgm:cxn modelId="{F25A427D-C1C3-B14A-A839-F817DB712E98}" type="presOf" srcId="{378D5D8A-824A-4EAA-B48C-24C9D0D5741F}" destId="{172D703D-C9C5-400E-A8D6-4FD9BD521D65}" srcOrd="0" destOrd="0" presId="urn:microsoft.com/office/officeart/2008/layout/HorizontalMultiLevelHierarchy"/>
    <dgm:cxn modelId="{7F4E0983-44D0-4473-AE7B-2732848F3A72}" srcId="{09C288D3-AE96-42BF-A154-BA58A67FF133}" destId="{17239DE3-789E-4A16-ACA2-370EC91E7F7A}" srcOrd="1" destOrd="0" parTransId="{550211ED-2FE8-45B9-AC4F-7A037243AEBC}" sibTransId="{D93E9C64-E1B8-4F06-B5BC-D351C2CB0C45}"/>
    <dgm:cxn modelId="{C9AD1685-14BF-4D80-8BDD-F22C4304E77B}" srcId="{09C288D3-AE96-42BF-A154-BA58A67FF133}" destId="{1009B69D-18DD-4D5B-AB0F-EF7A3AF2C4CB}" srcOrd="0" destOrd="0" parTransId="{FA80F938-B9CF-440C-BCC2-39FCE5CDAC67}" sibTransId="{98482A77-645D-47A9-A057-9EB08369462C}"/>
    <dgm:cxn modelId="{D8319185-993F-8F47-ABE6-FFF3D0EFCE87}" type="presOf" srcId="{A21DE6F4-E967-4286-9416-3EFC1ED2A32C}" destId="{30E47064-DB81-4123-AF0A-E35616C9F696}" srcOrd="0" destOrd="0" presId="urn:microsoft.com/office/officeart/2008/layout/HorizontalMultiLevelHierarchy"/>
    <dgm:cxn modelId="{8F52B68A-91A4-1D41-88C9-AC3752D04647}" type="presOf" srcId="{E5962ECD-E76F-4E98-974A-881CDBCF4828}" destId="{1F119F42-C210-43C9-B449-3943CD7CB6D3}" srcOrd="1" destOrd="0" presId="urn:microsoft.com/office/officeart/2008/layout/HorizontalMultiLevelHierarchy"/>
    <dgm:cxn modelId="{4F8C4192-0F4A-48CF-B748-CAA41F0EE6E4}" srcId="{378D5D8A-824A-4EAA-B48C-24C9D0D5741F}" destId="{7F640F55-090D-41D5-BBD7-47AFC038983B}" srcOrd="0" destOrd="0" parTransId="{B318B6DF-BB7B-4EA5-BD6B-92AE8950B1F5}" sibTransId="{18ACD0CB-6FC4-4A12-8B42-A0EEB9ADAD6C}"/>
    <dgm:cxn modelId="{6A89909D-6468-47B2-9572-0D92493F0155}" srcId="{E58239FB-2B03-4A40-ACA8-6507BF9B1D85}" destId="{2130B6D6-8661-420E-929D-7B93CCFE70D1}" srcOrd="0" destOrd="0" parTransId="{D0644F8A-CDA9-4604-8496-6C5CEB6A9AC6}" sibTransId="{6283980C-F8E8-4290-90C6-150DFD38D4D0}"/>
    <dgm:cxn modelId="{76BA04A2-4055-AA4C-9E98-6F4012A83881}" type="presOf" srcId="{4A1454E6-F0D7-435B-9BC8-7111A78B885A}" destId="{41B73F04-6C9F-4B26-B7A3-3B9F53A15986}" srcOrd="1" destOrd="0" presId="urn:microsoft.com/office/officeart/2008/layout/HorizontalMultiLevelHierarchy"/>
    <dgm:cxn modelId="{F20731A5-93DF-A247-9C33-5C80BC48FDE8}" type="presOf" srcId="{D0644F8A-CDA9-4604-8496-6C5CEB6A9AC6}" destId="{F9B718FE-250F-4894-BF48-643AA919C306}" srcOrd="0" destOrd="0" presId="urn:microsoft.com/office/officeart/2008/layout/HorizontalMultiLevelHierarchy"/>
    <dgm:cxn modelId="{83AB52A5-ACFC-2B43-8A9A-D361B31E8DD0}" type="presOf" srcId="{53ADA3A1-D389-4D22-A6D1-EC5857DADAC7}" destId="{16FAF08B-22D5-4ECF-ADCB-517F52B68547}" srcOrd="0" destOrd="0" presId="urn:microsoft.com/office/officeart/2008/layout/HorizontalMultiLevelHierarchy"/>
    <dgm:cxn modelId="{65C17EA9-CDE7-8544-A58C-3EEEFDD8D585}" type="presOf" srcId="{B318B6DF-BB7B-4EA5-BD6B-92AE8950B1F5}" destId="{FD542B2B-178D-4F18-A703-8E5CD6233187}" srcOrd="1" destOrd="0" presId="urn:microsoft.com/office/officeart/2008/layout/HorizontalMultiLevelHierarchy"/>
    <dgm:cxn modelId="{9D2B82AB-C420-8A49-B61C-0DD0FC269AA3}" type="presOf" srcId="{0584776A-B547-48B9-A08B-502424A973DD}" destId="{7C89E1FB-DB40-40CB-A794-808159300549}" srcOrd="0" destOrd="0" presId="urn:microsoft.com/office/officeart/2008/layout/HorizontalMultiLevelHierarchy"/>
    <dgm:cxn modelId="{D6500DAD-4FE2-4AC5-8494-100CC531AACF}" srcId="{DF13C821-2EFB-40C7-B27C-BB1456DFCF35}" destId="{C4F378A9-A66D-4380-82C3-8E72B6EA39E4}" srcOrd="1" destOrd="0" parTransId="{460451CF-D9A0-4EDB-9E95-D6A8E7EFBE8C}" sibTransId="{E6774E80-26B9-4CE1-B5EF-EC15ADD0BE3F}"/>
    <dgm:cxn modelId="{89B15DAD-F8DE-AE4A-ACCE-2359AB667D7B}" type="presOf" srcId="{460451CF-D9A0-4EDB-9E95-D6A8E7EFBE8C}" destId="{81040816-389D-4B76-921E-658825867CCC}" srcOrd="0" destOrd="0" presId="urn:microsoft.com/office/officeart/2008/layout/HorizontalMultiLevelHierarchy"/>
    <dgm:cxn modelId="{169338B6-9581-AA4A-A590-E27120ACCC76}" type="presOf" srcId="{DD429F32-02EE-412D-83D0-EF6C8A1E67C1}" destId="{6FDB9359-8125-4C99-A543-28147C571B05}" srcOrd="0" destOrd="0" presId="urn:microsoft.com/office/officeart/2008/layout/HorizontalMultiLevelHierarchy"/>
    <dgm:cxn modelId="{E04326B7-4F0E-E747-9E96-C79E9228DFE1}" type="presOf" srcId="{E5962ECD-E76F-4E98-974A-881CDBCF4828}" destId="{AD14EC97-DA38-4C73-9D08-EC16B9810D63}" srcOrd="0" destOrd="0" presId="urn:microsoft.com/office/officeart/2008/layout/HorizontalMultiLevelHierarchy"/>
    <dgm:cxn modelId="{3E8157C1-B2B0-6D42-BF83-0DC8BA573FA5}" type="presOf" srcId="{D0644F8A-CDA9-4604-8496-6C5CEB6A9AC6}" destId="{CD021173-E79A-4008-A829-BEAB05BFFD5B}" srcOrd="1" destOrd="0" presId="urn:microsoft.com/office/officeart/2008/layout/HorizontalMultiLevelHierarchy"/>
    <dgm:cxn modelId="{BA0C8BC2-5D25-497B-B32B-88F4D92B7453}" srcId="{7F640F55-090D-41D5-BBD7-47AFC038983B}" destId="{DAC54802-3C3D-432D-A5DD-584C8714D965}" srcOrd="0" destOrd="0" parTransId="{E5962ECD-E76F-4E98-974A-881CDBCF4828}" sibTransId="{EB326C94-4321-48BA-8FD4-15113F5E6957}"/>
    <dgm:cxn modelId="{6E322AC5-0779-42D9-B980-2213289CD184}" srcId="{DF13C821-2EFB-40C7-B27C-BB1456DFCF35}" destId="{A21DE6F4-E967-4286-9416-3EFC1ED2A32C}" srcOrd="0" destOrd="0" parTransId="{0584776A-B547-48B9-A08B-502424A973DD}" sibTransId="{CAF22971-550D-4EA9-9E52-6165FE5AECBD}"/>
    <dgm:cxn modelId="{99735ACC-356A-154A-AF77-40B602AC015B}" type="presOf" srcId="{C57D5288-C1F7-4025-832F-893FBD766D69}" destId="{D170305B-3887-4D17-8FB0-1EAF5DC445FA}" srcOrd="1" destOrd="0" presId="urn:microsoft.com/office/officeart/2008/layout/HorizontalMultiLevelHierarchy"/>
    <dgm:cxn modelId="{E837E4D0-DC3E-6A43-9EFE-335F96154478}" type="presOf" srcId="{E58239FB-2B03-4A40-ACA8-6507BF9B1D85}" destId="{974B4E90-4716-446D-895C-B82F5EE2F1C0}" srcOrd="0" destOrd="0" presId="urn:microsoft.com/office/officeart/2008/layout/HorizontalMultiLevelHierarchy"/>
    <dgm:cxn modelId="{D91733D9-D623-45D8-9BE2-42363E6B85B6}" type="presOf" srcId="{26371849-FE79-4F18-96E9-821AA9D4A5F5}" destId="{EC253787-3B07-4270-A5E1-EB8E3B7E1376}" srcOrd="0" destOrd="0" presId="urn:microsoft.com/office/officeart/2008/layout/HorizontalMultiLevelHierarchy"/>
    <dgm:cxn modelId="{E2DAB6DA-B4DB-B84C-BDC6-5F0742A8CE11}" type="presOf" srcId="{DF13C821-2EFB-40C7-B27C-BB1456DFCF35}" destId="{3001CC33-5055-4A55-A848-A1C39205E2AF}" srcOrd="0" destOrd="0" presId="urn:microsoft.com/office/officeart/2008/layout/HorizontalMultiLevelHierarchy"/>
    <dgm:cxn modelId="{FB9D74F0-514C-D848-95D2-82C347AF8A97}" type="presOf" srcId="{B1D2EE24-7B7D-401E-97C6-CD02B771CD4D}" destId="{ACE4BBF8-A661-424E-9F4F-7569912D8208}" srcOrd="0" destOrd="0" presId="urn:microsoft.com/office/officeart/2008/layout/HorizontalMultiLevelHierarchy"/>
    <dgm:cxn modelId="{2BC769F1-30AA-3F4A-9D0E-D0B91FFE14B6}" type="presOf" srcId="{098A040E-74AA-45B5-B0D4-4F3A970E85B4}" destId="{0B1B1E5D-FC50-45A9-8454-D5CD97A725C7}" srcOrd="1" destOrd="0" presId="urn:microsoft.com/office/officeart/2008/layout/HorizontalMultiLevelHierarchy"/>
    <dgm:cxn modelId="{05786CF2-9B25-D148-8F7D-C82130133437}" type="presOf" srcId="{F23F9710-7070-449A-A30A-DC1CE82F20B9}" destId="{F7CB7C6D-2B04-425A-9A2D-8BC4C50B0578}" srcOrd="0" destOrd="0" presId="urn:microsoft.com/office/officeart/2008/layout/HorizontalMultiLevelHierarchy"/>
    <dgm:cxn modelId="{6DACADFB-AC59-1F46-82EE-098EAD83A772}" type="presOf" srcId="{F23F9710-7070-449A-A30A-DC1CE82F20B9}" destId="{EB6AB50F-A16A-4305-BC18-51E312F28F8C}" srcOrd="1" destOrd="0" presId="urn:microsoft.com/office/officeart/2008/layout/HorizontalMultiLevelHierarchy"/>
    <dgm:cxn modelId="{11943678-B40D-B041-949A-B853D9419F89}" type="presParOf" srcId="{27CA02A6-6F41-4B5B-AC67-1F7593807E5B}" destId="{683040ED-6FC3-4703-8401-1C148922E3F3}" srcOrd="0" destOrd="0" presId="urn:microsoft.com/office/officeart/2008/layout/HorizontalMultiLevelHierarchy"/>
    <dgm:cxn modelId="{EDF87907-87C6-0F41-8620-25FCE2E6D0F4}" type="presParOf" srcId="{683040ED-6FC3-4703-8401-1C148922E3F3}" destId="{172D703D-C9C5-400E-A8D6-4FD9BD521D65}" srcOrd="0" destOrd="0" presId="urn:microsoft.com/office/officeart/2008/layout/HorizontalMultiLevelHierarchy"/>
    <dgm:cxn modelId="{F525FD51-B433-1649-8940-7C24F40F4EA9}" type="presParOf" srcId="{683040ED-6FC3-4703-8401-1C148922E3F3}" destId="{529F4C37-E7A3-4017-8244-F6014070284E}" srcOrd="1" destOrd="0" presId="urn:microsoft.com/office/officeart/2008/layout/HorizontalMultiLevelHierarchy"/>
    <dgm:cxn modelId="{C69AFF89-EB2D-6B40-8BCB-4C99F4AA5600}" type="presParOf" srcId="{529F4C37-E7A3-4017-8244-F6014070284E}" destId="{116AAB26-9626-4580-8E49-63217502EC4A}" srcOrd="0" destOrd="0" presId="urn:microsoft.com/office/officeart/2008/layout/HorizontalMultiLevelHierarchy"/>
    <dgm:cxn modelId="{F477CE33-9FD1-9940-9D09-5C985B11163E}" type="presParOf" srcId="{116AAB26-9626-4580-8E49-63217502EC4A}" destId="{FD542B2B-178D-4F18-A703-8E5CD6233187}" srcOrd="0" destOrd="0" presId="urn:microsoft.com/office/officeart/2008/layout/HorizontalMultiLevelHierarchy"/>
    <dgm:cxn modelId="{7486A20F-50BB-0143-BC09-A4450B9AA986}" type="presParOf" srcId="{529F4C37-E7A3-4017-8244-F6014070284E}" destId="{4920F3B9-AE20-4740-9D11-0F0C082F0132}" srcOrd="1" destOrd="0" presId="urn:microsoft.com/office/officeart/2008/layout/HorizontalMultiLevelHierarchy"/>
    <dgm:cxn modelId="{6CBF4E5A-EEE9-5740-B4DC-29AAF321668A}" type="presParOf" srcId="{4920F3B9-AE20-4740-9D11-0F0C082F0132}" destId="{98A45BB3-A959-48CA-8696-92CA59EF60BB}" srcOrd="0" destOrd="0" presId="urn:microsoft.com/office/officeart/2008/layout/HorizontalMultiLevelHierarchy"/>
    <dgm:cxn modelId="{1AFE17AF-9E83-E248-8B01-A031B999F85E}" type="presParOf" srcId="{4920F3B9-AE20-4740-9D11-0F0C082F0132}" destId="{E7A6A5CE-4738-4D6D-A830-022AA13DBAD7}" srcOrd="1" destOrd="0" presId="urn:microsoft.com/office/officeart/2008/layout/HorizontalMultiLevelHierarchy"/>
    <dgm:cxn modelId="{8BADE283-C7AD-BB46-A07A-27E0DB7CC3B8}" type="presParOf" srcId="{E7A6A5CE-4738-4D6D-A830-022AA13DBAD7}" destId="{AD14EC97-DA38-4C73-9D08-EC16B9810D63}" srcOrd="0" destOrd="0" presId="urn:microsoft.com/office/officeart/2008/layout/HorizontalMultiLevelHierarchy"/>
    <dgm:cxn modelId="{232DDEE5-C0AC-334A-921D-E7DCA03836EB}" type="presParOf" srcId="{AD14EC97-DA38-4C73-9D08-EC16B9810D63}" destId="{1F119F42-C210-43C9-B449-3943CD7CB6D3}" srcOrd="0" destOrd="0" presId="urn:microsoft.com/office/officeart/2008/layout/HorizontalMultiLevelHierarchy"/>
    <dgm:cxn modelId="{CC08CF3A-4920-8D4C-9380-76D3A4DD6BB3}" type="presParOf" srcId="{E7A6A5CE-4738-4D6D-A830-022AA13DBAD7}" destId="{07536758-ADDF-4D76-91FD-4905CC5EB868}" srcOrd="1" destOrd="0" presId="urn:microsoft.com/office/officeart/2008/layout/HorizontalMultiLevelHierarchy"/>
    <dgm:cxn modelId="{43126862-BFC5-4247-897C-0C25E1D9FE22}" type="presParOf" srcId="{07536758-ADDF-4D76-91FD-4905CC5EB868}" destId="{2B6304F5-C97F-46F8-B505-7F28ED2D88C0}" srcOrd="0" destOrd="0" presId="urn:microsoft.com/office/officeart/2008/layout/HorizontalMultiLevelHierarchy"/>
    <dgm:cxn modelId="{2C6218C9-FC75-A441-B772-E8215F5EDF79}" type="presParOf" srcId="{07536758-ADDF-4D76-91FD-4905CC5EB868}" destId="{835C3B45-E1EF-4D3A-AC13-80376464E7BF}" srcOrd="1" destOrd="0" presId="urn:microsoft.com/office/officeart/2008/layout/HorizontalMultiLevelHierarchy"/>
    <dgm:cxn modelId="{956BDA64-2439-604F-BE12-F717BB9F29B5}" type="presParOf" srcId="{835C3B45-E1EF-4D3A-AC13-80376464E7BF}" destId="{4C43A18E-CA5D-49ED-B30B-1F56E5DD5773}" srcOrd="0" destOrd="0" presId="urn:microsoft.com/office/officeart/2008/layout/HorizontalMultiLevelHierarchy"/>
    <dgm:cxn modelId="{E23ADDDD-0F11-0F47-83FE-F7E1D6EB38F8}" type="presParOf" srcId="{4C43A18E-CA5D-49ED-B30B-1F56E5DD5773}" destId="{D4D543B2-930C-443A-95A4-0D25DF1F0D87}" srcOrd="0" destOrd="0" presId="urn:microsoft.com/office/officeart/2008/layout/HorizontalMultiLevelHierarchy"/>
    <dgm:cxn modelId="{CAD7AEAB-A7EF-5C4F-B35A-5CCC472F8E69}" type="presParOf" srcId="{835C3B45-E1EF-4D3A-AC13-80376464E7BF}" destId="{18BD8EEB-C8E0-4C0D-BD54-5B735DFA6290}" srcOrd="1" destOrd="0" presId="urn:microsoft.com/office/officeart/2008/layout/HorizontalMultiLevelHierarchy"/>
    <dgm:cxn modelId="{B2E57D18-E3CC-0448-B0F8-061AB1FB7EF1}" type="presParOf" srcId="{18BD8EEB-C8E0-4C0D-BD54-5B735DFA6290}" destId="{5D04D632-7A8E-47AF-8904-1B188A3FB63F}" srcOrd="0" destOrd="0" presId="urn:microsoft.com/office/officeart/2008/layout/HorizontalMultiLevelHierarchy"/>
    <dgm:cxn modelId="{DFF7BB8D-2E02-524A-A72A-9A38AA72E223}" type="presParOf" srcId="{18BD8EEB-C8E0-4C0D-BD54-5B735DFA6290}" destId="{A5D36ABC-D2B1-4DCD-8262-D59072405F91}" srcOrd="1" destOrd="0" presId="urn:microsoft.com/office/officeart/2008/layout/HorizontalMultiLevelHierarchy"/>
    <dgm:cxn modelId="{41EB6F31-A732-B442-B777-3BF0D1480265}" type="presParOf" srcId="{835C3B45-E1EF-4D3A-AC13-80376464E7BF}" destId="{12870E1D-DC3F-401D-B698-9475E74AF25A}" srcOrd="2" destOrd="0" presId="urn:microsoft.com/office/officeart/2008/layout/HorizontalMultiLevelHierarchy"/>
    <dgm:cxn modelId="{8F056192-4979-7643-8D4A-6238E741EC91}" type="presParOf" srcId="{12870E1D-DC3F-401D-B698-9475E74AF25A}" destId="{464AD122-67BE-445D-8540-AB37C0A95344}" srcOrd="0" destOrd="0" presId="urn:microsoft.com/office/officeart/2008/layout/HorizontalMultiLevelHierarchy"/>
    <dgm:cxn modelId="{5D0ADE9F-CB13-444B-A700-7416065F1BB5}" type="presParOf" srcId="{835C3B45-E1EF-4D3A-AC13-80376464E7BF}" destId="{19F7D36E-674E-4425-BBF2-880CB682F038}" srcOrd="3" destOrd="0" presId="urn:microsoft.com/office/officeart/2008/layout/HorizontalMultiLevelHierarchy"/>
    <dgm:cxn modelId="{97406C6F-1314-5E4A-B052-E1254B12802F}" type="presParOf" srcId="{19F7D36E-674E-4425-BBF2-880CB682F038}" destId="{974B4E90-4716-446D-895C-B82F5EE2F1C0}" srcOrd="0" destOrd="0" presId="urn:microsoft.com/office/officeart/2008/layout/HorizontalMultiLevelHierarchy"/>
    <dgm:cxn modelId="{79C7867D-101F-4D41-966B-30490687F020}" type="presParOf" srcId="{19F7D36E-674E-4425-BBF2-880CB682F038}" destId="{E685EE3E-FA7E-477C-9553-830ED0C07B86}" srcOrd="1" destOrd="0" presId="urn:microsoft.com/office/officeart/2008/layout/HorizontalMultiLevelHierarchy"/>
    <dgm:cxn modelId="{22EDF07E-1ADB-A04D-A153-29D4529F11B9}" type="presParOf" srcId="{E685EE3E-FA7E-477C-9553-830ED0C07B86}" destId="{F9B718FE-250F-4894-BF48-643AA919C306}" srcOrd="0" destOrd="0" presId="urn:microsoft.com/office/officeart/2008/layout/HorizontalMultiLevelHierarchy"/>
    <dgm:cxn modelId="{8D61FBEF-851F-6041-86FE-913BD1365896}" type="presParOf" srcId="{F9B718FE-250F-4894-BF48-643AA919C306}" destId="{CD021173-E79A-4008-A829-BEAB05BFFD5B}" srcOrd="0" destOrd="0" presId="urn:microsoft.com/office/officeart/2008/layout/HorizontalMultiLevelHierarchy"/>
    <dgm:cxn modelId="{E2F17D54-E969-9E4A-906F-C5F1F67EC267}" type="presParOf" srcId="{E685EE3E-FA7E-477C-9553-830ED0C07B86}" destId="{5451B56F-E16E-48DB-A93E-8369E9802EFD}" srcOrd="1" destOrd="0" presId="urn:microsoft.com/office/officeart/2008/layout/HorizontalMultiLevelHierarchy"/>
    <dgm:cxn modelId="{E1670E00-5C26-2B4E-A20E-A22184E4FEBD}" type="presParOf" srcId="{5451B56F-E16E-48DB-A93E-8369E9802EFD}" destId="{C94C23B8-2B1B-47A5-943E-E675CD5BECA0}" srcOrd="0" destOrd="0" presId="urn:microsoft.com/office/officeart/2008/layout/HorizontalMultiLevelHierarchy"/>
    <dgm:cxn modelId="{F36E3BC2-1A6D-924C-94B2-669B6BB36843}" type="presParOf" srcId="{5451B56F-E16E-48DB-A93E-8369E9802EFD}" destId="{8ABFAE4B-51C6-4979-99F3-29AA36EDDBA0}" srcOrd="1" destOrd="0" presId="urn:microsoft.com/office/officeart/2008/layout/HorizontalMultiLevelHierarchy"/>
    <dgm:cxn modelId="{5E0FFEE8-0310-234E-B9B6-A76D7AF90281}" type="presParOf" srcId="{835C3B45-E1EF-4D3A-AC13-80376464E7BF}" destId="{ACE4BBF8-A661-424E-9F4F-7569912D8208}" srcOrd="4" destOrd="0" presId="urn:microsoft.com/office/officeart/2008/layout/HorizontalMultiLevelHierarchy"/>
    <dgm:cxn modelId="{D1C1E97B-5E2E-F549-977B-60F7AD153711}" type="presParOf" srcId="{ACE4BBF8-A661-424E-9F4F-7569912D8208}" destId="{7836C9A1-F354-4657-9C45-D60C85EA2F7F}" srcOrd="0" destOrd="0" presId="urn:microsoft.com/office/officeart/2008/layout/HorizontalMultiLevelHierarchy"/>
    <dgm:cxn modelId="{EC0723F7-A12E-D54E-9C1F-46D1A83E1A56}" type="presParOf" srcId="{835C3B45-E1EF-4D3A-AC13-80376464E7BF}" destId="{EDB4D634-F281-4560-8030-9536BA56F542}" srcOrd="5" destOrd="0" presId="urn:microsoft.com/office/officeart/2008/layout/HorizontalMultiLevelHierarchy"/>
    <dgm:cxn modelId="{2A949673-83B8-8045-823F-93317C46AD44}" type="presParOf" srcId="{EDB4D634-F281-4560-8030-9536BA56F542}" destId="{9B8CECFD-14A9-45AC-9DA3-7FA4BE4DC4A2}" srcOrd="0" destOrd="0" presId="urn:microsoft.com/office/officeart/2008/layout/HorizontalMultiLevelHierarchy"/>
    <dgm:cxn modelId="{DECC73E5-E8AF-E449-B13D-FC6C7A718B72}" type="presParOf" srcId="{EDB4D634-F281-4560-8030-9536BA56F542}" destId="{FD434DAE-03FA-49B3-8F93-03349B47C2A1}" srcOrd="1" destOrd="0" presId="urn:microsoft.com/office/officeart/2008/layout/HorizontalMultiLevelHierarchy"/>
    <dgm:cxn modelId="{2AEFFC3B-1986-0547-BEC8-ABA4D4C61ACD}" type="presParOf" srcId="{E7A6A5CE-4738-4D6D-A830-022AA13DBAD7}" destId="{4603D89F-948B-49B4-B087-FFBFD2C95A92}" srcOrd="2" destOrd="0" presId="urn:microsoft.com/office/officeart/2008/layout/HorizontalMultiLevelHierarchy"/>
    <dgm:cxn modelId="{6A00977A-DDAF-C04B-9D0B-5B943C5DA21F}" type="presParOf" srcId="{4603D89F-948B-49B4-B087-FFBFD2C95A92}" destId="{41B73F04-6C9F-4B26-B7A3-3B9F53A15986}" srcOrd="0" destOrd="0" presId="urn:microsoft.com/office/officeart/2008/layout/HorizontalMultiLevelHierarchy"/>
    <dgm:cxn modelId="{BCF5E57F-A7C2-754A-873E-80DE9B98C6E7}" type="presParOf" srcId="{E7A6A5CE-4738-4D6D-A830-022AA13DBAD7}" destId="{C336D321-B73C-4BD8-B014-335D87AC9D9A}" srcOrd="3" destOrd="0" presId="urn:microsoft.com/office/officeart/2008/layout/HorizontalMultiLevelHierarchy"/>
    <dgm:cxn modelId="{6E8BCE0E-D559-2949-BFD6-40A737568A6E}" type="presParOf" srcId="{C336D321-B73C-4BD8-B014-335D87AC9D9A}" destId="{3001CC33-5055-4A55-A848-A1C39205E2AF}" srcOrd="0" destOrd="0" presId="urn:microsoft.com/office/officeart/2008/layout/HorizontalMultiLevelHierarchy"/>
    <dgm:cxn modelId="{AFEC681A-5C7D-574B-8242-58B82B5054E0}" type="presParOf" srcId="{C336D321-B73C-4BD8-B014-335D87AC9D9A}" destId="{58CD9843-991F-48DC-A6D2-6C33C61C415B}" srcOrd="1" destOrd="0" presId="urn:microsoft.com/office/officeart/2008/layout/HorizontalMultiLevelHierarchy"/>
    <dgm:cxn modelId="{704E19E3-7E8D-9E46-97C7-729F2CB9BD06}" type="presParOf" srcId="{58CD9843-991F-48DC-A6D2-6C33C61C415B}" destId="{7C89E1FB-DB40-40CB-A794-808159300549}" srcOrd="0" destOrd="0" presId="urn:microsoft.com/office/officeart/2008/layout/HorizontalMultiLevelHierarchy"/>
    <dgm:cxn modelId="{58DE6253-BCCF-F54A-8E92-B55E74330D74}" type="presParOf" srcId="{7C89E1FB-DB40-40CB-A794-808159300549}" destId="{523AA163-69D8-4D20-B993-49D7C509905E}" srcOrd="0" destOrd="0" presId="urn:microsoft.com/office/officeart/2008/layout/HorizontalMultiLevelHierarchy"/>
    <dgm:cxn modelId="{DBC9337C-DA7C-384A-A62D-F9C73DBB1633}" type="presParOf" srcId="{58CD9843-991F-48DC-A6D2-6C33C61C415B}" destId="{ED5D8194-F819-46F8-A214-A5020E7790EC}" srcOrd="1" destOrd="0" presId="urn:microsoft.com/office/officeart/2008/layout/HorizontalMultiLevelHierarchy"/>
    <dgm:cxn modelId="{5C59ADD2-0671-9849-8481-0C0268502797}" type="presParOf" srcId="{ED5D8194-F819-46F8-A214-A5020E7790EC}" destId="{30E47064-DB81-4123-AF0A-E35616C9F696}" srcOrd="0" destOrd="0" presId="urn:microsoft.com/office/officeart/2008/layout/HorizontalMultiLevelHierarchy"/>
    <dgm:cxn modelId="{B5E7EBAE-96F6-9C43-BE45-726871DA5DC1}" type="presParOf" srcId="{ED5D8194-F819-46F8-A214-A5020E7790EC}" destId="{87D53C76-21B0-4768-82F8-3FEF6EA05F9E}" srcOrd="1" destOrd="0" presId="urn:microsoft.com/office/officeart/2008/layout/HorizontalMultiLevelHierarchy"/>
    <dgm:cxn modelId="{FD170A3E-4BFB-4149-BA8B-A199D769B1C7}" type="presParOf" srcId="{58CD9843-991F-48DC-A6D2-6C33C61C415B}" destId="{81040816-389D-4B76-921E-658825867CCC}" srcOrd="2" destOrd="0" presId="urn:microsoft.com/office/officeart/2008/layout/HorizontalMultiLevelHierarchy"/>
    <dgm:cxn modelId="{9723EA78-0B71-3141-AB4D-9910C30F560E}" type="presParOf" srcId="{81040816-389D-4B76-921E-658825867CCC}" destId="{46505AE4-CB6E-44F0-BE18-C47CA9D6FB71}" srcOrd="0" destOrd="0" presId="urn:microsoft.com/office/officeart/2008/layout/HorizontalMultiLevelHierarchy"/>
    <dgm:cxn modelId="{F6EB1EF5-F7AD-E84D-A69E-E4C8021A31D8}" type="presParOf" srcId="{58CD9843-991F-48DC-A6D2-6C33C61C415B}" destId="{7460417A-9B96-4701-9B36-B07937FE6F2C}" srcOrd="3" destOrd="0" presId="urn:microsoft.com/office/officeart/2008/layout/HorizontalMultiLevelHierarchy"/>
    <dgm:cxn modelId="{6ADD5039-4CD7-BB4C-9421-2AB82242BC57}" type="presParOf" srcId="{7460417A-9B96-4701-9B36-B07937FE6F2C}" destId="{77E52910-A453-4020-9223-779BD406CC2C}" srcOrd="0" destOrd="0" presId="urn:microsoft.com/office/officeart/2008/layout/HorizontalMultiLevelHierarchy"/>
    <dgm:cxn modelId="{1F3E627C-DE82-7F44-82E0-630978278F34}" type="presParOf" srcId="{7460417A-9B96-4701-9B36-B07937FE6F2C}" destId="{D8A10685-C2CA-4E25-B679-7AE6E2F1B7E3}" srcOrd="1" destOrd="0" presId="urn:microsoft.com/office/officeart/2008/layout/HorizontalMultiLevelHierarchy"/>
    <dgm:cxn modelId="{EEACEA99-0B05-FB46-8175-35D7CF1A30E0}" type="presParOf" srcId="{D8A10685-C2CA-4E25-B679-7AE6E2F1B7E3}" destId="{78BDFBD6-1833-478A-AF28-B873407DC5BD}" srcOrd="0" destOrd="0" presId="urn:microsoft.com/office/officeart/2008/layout/HorizontalMultiLevelHierarchy"/>
    <dgm:cxn modelId="{E5869E08-9053-8047-89CE-270525ABD62B}" type="presParOf" srcId="{78BDFBD6-1833-478A-AF28-B873407DC5BD}" destId="{D170305B-3887-4D17-8FB0-1EAF5DC445FA}" srcOrd="0" destOrd="0" presId="urn:microsoft.com/office/officeart/2008/layout/HorizontalMultiLevelHierarchy"/>
    <dgm:cxn modelId="{34B1E132-2123-4048-AF46-CC74936580DF}" type="presParOf" srcId="{D8A10685-C2CA-4E25-B679-7AE6E2F1B7E3}" destId="{A93EA1DA-A0CA-4192-804C-9880C6D18FF1}" srcOrd="1" destOrd="0" presId="urn:microsoft.com/office/officeart/2008/layout/HorizontalMultiLevelHierarchy"/>
    <dgm:cxn modelId="{4DA094FF-F132-C943-874B-942D3B128520}" type="presParOf" srcId="{A93EA1DA-A0CA-4192-804C-9880C6D18FF1}" destId="{16FAF08B-22D5-4ECF-ADCB-517F52B68547}" srcOrd="0" destOrd="0" presId="urn:microsoft.com/office/officeart/2008/layout/HorizontalMultiLevelHierarchy"/>
    <dgm:cxn modelId="{E408CE63-1486-5245-B98B-CF8B45D072A0}" type="presParOf" srcId="{A93EA1DA-A0CA-4192-804C-9880C6D18FF1}" destId="{8FC3141B-80D0-4670-8D0C-CD3F57EE6EBE}" srcOrd="1" destOrd="0" presId="urn:microsoft.com/office/officeart/2008/layout/HorizontalMultiLevelHierarchy"/>
    <dgm:cxn modelId="{D5666723-96DE-7D4C-A460-866CEF36BA7C}" type="presParOf" srcId="{58CD9843-991F-48DC-A6D2-6C33C61C415B}" destId="{F7CB7C6D-2B04-425A-9A2D-8BC4C50B0578}" srcOrd="4" destOrd="0" presId="urn:microsoft.com/office/officeart/2008/layout/HorizontalMultiLevelHierarchy"/>
    <dgm:cxn modelId="{09A48D73-2DB2-AD41-84A8-7F322AA2E050}" type="presParOf" srcId="{F7CB7C6D-2B04-425A-9A2D-8BC4C50B0578}" destId="{EB6AB50F-A16A-4305-BC18-51E312F28F8C}" srcOrd="0" destOrd="0" presId="urn:microsoft.com/office/officeart/2008/layout/HorizontalMultiLevelHierarchy"/>
    <dgm:cxn modelId="{DF2CFCC6-2CC5-A643-81E1-DB4FDD4BEB01}" type="presParOf" srcId="{58CD9843-991F-48DC-A6D2-6C33C61C415B}" destId="{3D48FA40-A61B-409B-AA2F-D2043E913E6C}" srcOrd="5" destOrd="0" presId="urn:microsoft.com/office/officeart/2008/layout/HorizontalMultiLevelHierarchy"/>
    <dgm:cxn modelId="{3BCD1C7D-2AB4-5341-A03A-06C62C0EE949}" type="presParOf" srcId="{3D48FA40-A61B-409B-AA2F-D2043E913E6C}" destId="{6FDB9359-8125-4C99-A543-28147C571B05}" srcOrd="0" destOrd="0" presId="urn:microsoft.com/office/officeart/2008/layout/HorizontalMultiLevelHierarchy"/>
    <dgm:cxn modelId="{942E2FDA-8D90-F041-B67C-E1D241679401}" type="presParOf" srcId="{3D48FA40-A61B-409B-AA2F-D2043E913E6C}" destId="{0E5A4F68-B362-4153-B48F-942F6776EAA1}" srcOrd="1" destOrd="0" presId="urn:microsoft.com/office/officeart/2008/layout/HorizontalMultiLevelHierarchy"/>
    <dgm:cxn modelId="{79ED730E-2AAB-FE45-BC9C-72BF9271C659}" type="presParOf" srcId="{529F4C37-E7A3-4017-8244-F6014070284E}" destId="{4560AAB4-5A00-40C3-A41B-4ECAFC837251}" srcOrd="2" destOrd="0" presId="urn:microsoft.com/office/officeart/2008/layout/HorizontalMultiLevelHierarchy"/>
    <dgm:cxn modelId="{CFF3F060-3039-C647-868F-2B64E181BD88}" type="presParOf" srcId="{4560AAB4-5A00-40C3-A41B-4ECAFC837251}" destId="{0B1B1E5D-FC50-45A9-8454-D5CD97A725C7}" srcOrd="0" destOrd="0" presId="urn:microsoft.com/office/officeart/2008/layout/HorizontalMultiLevelHierarchy"/>
    <dgm:cxn modelId="{1665F338-99EC-E840-8A8D-BBAEAB10605F}" type="presParOf" srcId="{529F4C37-E7A3-4017-8244-F6014070284E}" destId="{10157D42-47C5-4506-892A-4B0CD5EDFCCB}" srcOrd="3" destOrd="0" presId="urn:microsoft.com/office/officeart/2008/layout/HorizontalMultiLevelHierarchy"/>
    <dgm:cxn modelId="{5352BE71-BD8A-2B48-A126-3F7AC58C8F3F}" type="presParOf" srcId="{10157D42-47C5-4506-892A-4B0CD5EDFCCB}" destId="{5BF52077-831D-4DAA-95F3-39E8562AD6B1}" srcOrd="0" destOrd="0" presId="urn:microsoft.com/office/officeart/2008/layout/HorizontalMultiLevelHierarchy"/>
    <dgm:cxn modelId="{E8A3805D-5863-8641-B8A0-1895B98DE2A5}" type="presParOf" srcId="{10157D42-47C5-4506-892A-4B0CD5EDFCCB}" destId="{5E287113-D150-43D8-ACB9-39B457C1D78D}" srcOrd="1" destOrd="0" presId="urn:microsoft.com/office/officeart/2008/layout/HorizontalMultiLevelHierarchy"/>
    <dgm:cxn modelId="{71356CBB-0C6A-EF42-9091-7A1BD083D15D}" type="presParOf" srcId="{5E287113-D150-43D8-ACB9-39B457C1D78D}" destId="{37EEFFD6-C903-45DC-A14C-9943C712C67E}" srcOrd="0" destOrd="0" presId="urn:microsoft.com/office/officeart/2008/layout/HorizontalMultiLevelHierarchy"/>
    <dgm:cxn modelId="{7C543D5D-CBBA-264E-A836-68D8E25A9A3B}" type="presParOf" srcId="{37EEFFD6-C903-45DC-A14C-9943C712C67E}" destId="{40A69751-48F0-4FA5-A883-70ECCE56EEDA}" srcOrd="0" destOrd="0" presId="urn:microsoft.com/office/officeart/2008/layout/HorizontalMultiLevelHierarchy"/>
    <dgm:cxn modelId="{284CF5ED-E7D9-A740-B37E-A5F14454CFC6}" type="presParOf" srcId="{5E287113-D150-43D8-ACB9-39B457C1D78D}" destId="{57C8B7EF-3636-4648-A925-E667DE812027}" srcOrd="1" destOrd="0" presId="urn:microsoft.com/office/officeart/2008/layout/HorizontalMultiLevelHierarchy"/>
    <dgm:cxn modelId="{CBFC524D-7D51-B347-A8C1-CC07A96D759E}" type="presParOf" srcId="{57C8B7EF-3636-4648-A925-E667DE812027}" destId="{94CF510F-9436-4F1E-81E3-9D00709847ED}" srcOrd="0" destOrd="0" presId="urn:microsoft.com/office/officeart/2008/layout/HorizontalMultiLevelHierarchy"/>
    <dgm:cxn modelId="{B3BDF878-2C3B-C742-A120-09AB9B8380E1}" type="presParOf" srcId="{57C8B7EF-3636-4648-A925-E667DE812027}" destId="{E84530DF-904F-4986-981E-3BBF2732CA67}" srcOrd="1" destOrd="0" presId="urn:microsoft.com/office/officeart/2008/layout/HorizontalMultiLevelHierarchy"/>
    <dgm:cxn modelId="{2B4B5F12-60CD-49B6-810D-AE3342A9A78F}" type="presParOf" srcId="{E84530DF-904F-4986-981E-3BBF2732CA67}" destId="{EC253787-3B07-4270-A5E1-EB8E3B7E1376}" srcOrd="0" destOrd="0" presId="urn:microsoft.com/office/officeart/2008/layout/HorizontalMultiLevelHierarchy"/>
    <dgm:cxn modelId="{2D6815CD-2F16-48A8-BBC5-D7E6F442480D}" type="presParOf" srcId="{EC253787-3B07-4270-A5E1-EB8E3B7E1376}" destId="{AA80CF64-83AC-41CF-A444-BB8A71F20DEF}" srcOrd="0" destOrd="0" presId="urn:microsoft.com/office/officeart/2008/layout/HorizontalMultiLevelHierarchy"/>
    <dgm:cxn modelId="{6D5D188B-33E1-46D2-B6AA-122B37C0CBD0}" type="presParOf" srcId="{E84530DF-904F-4986-981E-3BBF2732CA67}" destId="{ACA8DB02-AC79-4B0E-B909-6951FBC630A5}" srcOrd="1" destOrd="0" presId="urn:microsoft.com/office/officeart/2008/layout/HorizontalMultiLevelHierarchy"/>
    <dgm:cxn modelId="{B5E2F1E6-3DA8-420C-ACDC-C1ACB95CD43B}" type="presParOf" srcId="{ACA8DB02-AC79-4B0E-B909-6951FBC630A5}" destId="{A47C64CC-276B-4EB9-A719-760F78140C67}" srcOrd="0" destOrd="0" presId="urn:microsoft.com/office/officeart/2008/layout/HorizontalMultiLevelHierarchy"/>
    <dgm:cxn modelId="{3F5CCF69-FAF2-45B7-848D-3202844173C9}" type="presParOf" srcId="{ACA8DB02-AC79-4B0E-B909-6951FBC630A5}" destId="{4C7CFE55-8C59-48FA-8F3A-524DD9C24659}" srcOrd="1" destOrd="0" presId="urn:microsoft.com/office/officeart/2008/layout/HorizontalMultiLevelHierarchy"/>
    <dgm:cxn modelId="{7CC7ECED-B713-384B-AEEC-B219C97FB298}" type="presParOf" srcId="{5E287113-D150-43D8-ACB9-39B457C1D78D}" destId="{D87E174E-A66C-4380-9DA3-3C62439D60F7}" srcOrd="2" destOrd="0" presId="urn:microsoft.com/office/officeart/2008/layout/HorizontalMultiLevelHierarchy"/>
    <dgm:cxn modelId="{8E8334CE-9F06-5C48-AEAD-6BADAD7C0855}" type="presParOf" srcId="{D87E174E-A66C-4380-9DA3-3C62439D60F7}" destId="{30C1E9EC-846B-4161-8D2C-2DE8A302B6F5}" srcOrd="0" destOrd="0" presId="urn:microsoft.com/office/officeart/2008/layout/HorizontalMultiLevelHierarchy"/>
    <dgm:cxn modelId="{89B4301E-8F2C-6641-9071-D69FA2E7E96C}" type="presParOf" srcId="{5E287113-D150-43D8-ACB9-39B457C1D78D}" destId="{9AA9D5D8-1083-485B-9FE9-958420417663}" srcOrd="3" destOrd="0" presId="urn:microsoft.com/office/officeart/2008/layout/HorizontalMultiLevelHierarchy"/>
    <dgm:cxn modelId="{420D6F84-BC47-DD48-B195-222C7FB0E679}" type="presParOf" srcId="{9AA9D5D8-1083-485B-9FE9-958420417663}" destId="{A7478AD3-2A40-4FF2-BB89-89EC456B9A09}" srcOrd="0" destOrd="0" presId="urn:microsoft.com/office/officeart/2008/layout/HorizontalMultiLevelHierarchy"/>
    <dgm:cxn modelId="{712F94A4-095F-0045-9ED9-053C03C87250}" type="presParOf" srcId="{9AA9D5D8-1083-485B-9FE9-958420417663}" destId="{8BF9790C-AE1B-4CA7-A51F-B55979A8A99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B61C9E69-73BD-4756-A2A5-B7C146842B9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F4A3FBC-A626-489D-BB22-27FDDD2C9E02}">
      <dgm:prSet phldrT="[Texto]"/>
      <dgm:spPr/>
      <dgm:t>
        <a:bodyPr/>
        <a:lstStyle/>
        <a:p>
          <a:r>
            <a:rPr lang="es-MX" dirty="0"/>
            <a:t>Comedores</a:t>
          </a:r>
        </a:p>
      </dgm:t>
    </dgm:pt>
    <dgm:pt modelId="{68CFC5C6-9267-451C-A317-02562B910CC1}" type="parTrans" cxnId="{65AA13C8-D68C-4526-8A1C-1861D0FC7836}">
      <dgm:prSet/>
      <dgm:spPr/>
      <dgm:t>
        <a:bodyPr/>
        <a:lstStyle/>
        <a:p>
          <a:endParaRPr lang="es-MX"/>
        </a:p>
      </dgm:t>
    </dgm:pt>
    <dgm:pt modelId="{05BA3F9A-49DB-42EC-8B27-4204D01A16CB}" type="sibTrans" cxnId="{65AA13C8-D68C-4526-8A1C-1861D0FC7836}">
      <dgm:prSet/>
      <dgm:spPr/>
      <dgm:t>
        <a:bodyPr/>
        <a:lstStyle/>
        <a:p>
          <a:endParaRPr lang="es-MX"/>
        </a:p>
      </dgm:t>
    </dgm:pt>
    <dgm:pt modelId="{8627EA03-3369-4960-A11A-A2FC65BBF6B7}">
      <dgm:prSet phldrT="[Texto]"/>
      <dgm:spPr/>
      <dgm:t>
        <a:bodyPr/>
        <a:lstStyle/>
        <a:p>
          <a:r>
            <a:rPr lang="es-MX" dirty="0"/>
            <a:t>A disposición de todos los trabajadores</a:t>
          </a:r>
        </a:p>
      </dgm:t>
    </dgm:pt>
    <dgm:pt modelId="{7C799383-AC69-4A02-B6A0-05060672046E}" type="parTrans" cxnId="{FE93D751-2237-4C19-B5CB-4A1DB67C1CAE}">
      <dgm:prSet/>
      <dgm:spPr/>
      <dgm:t>
        <a:bodyPr/>
        <a:lstStyle/>
        <a:p>
          <a:endParaRPr lang="es-MX"/>
        </a:p>
      </dgm:t>
    </dgm:pt>
    <dgm:pt modelId="{E210E230-ED57-4207-A9E8-50AD857EA070}" type="sibTrans" cxnId="{FE93D751-2237-4C19-B5CB-4A1DB67C1CAE}">
      <dgm:prSet/>
      <dgm:spPr/>
      <dgm:t>
        <a:bodyPr/>
        <a:lstStyle/>
        <a:p>
          <a:endParaRPr lang="es-MX"/>
        </a:p>
      </dgm:t>
    </dgm:pt>
    <dgm:pt modelId="{9E6928DF-2C70-4E3A-9DEC-F3C6655A51FB}">
      <dgm:prSet phldrT="[Texto]"/>
      <dgm:spPr/>
      <dgm:t>
        <a:bodyPr/>
        <a:lstStyle/>
        <a:p>
          <a:r>
            <a:rPr lang="es-MX" dirty="0"/>
            <a:t>Limitado a algunos trabajadores</a:t>
          </a:r>
        </a:p>
      </dgm:t>
    </dgm:pt>
    <dgm:pt modelId="{584A260D-6C8C-4264-B01A-A4B122944E61}" type="parTrans" cxnId="{A8AC7B8F-5AB4-4EE8-A00E-A4FDB1F7B260}">
      <dgm:prSet/>
      <dgm:spPr/>
      <dgm:t>
        <a:bodyPr/>
        <a:lstStyle/>
        <a:p>
          <a:endParaRPr lang="es-MX"/>
        </a:p>
      </dgm:t>
    </dgm:pt>
    <dgm:pt modelId="{85606E87-7DBB-45DF-B8CB-35724DC1F33B}" type="sibTrans" cxnId="{A8AC7B8F-5AB4-4EE8-A00E-A4FDB1F7B260}">
      <dgm:prSet/>
      <dgm:spPr/>
      <dgm:t>
        <a:bodyPr/>
        <a:lstStyle/>
        <a:p>
          <a:endParaRPr lang="es-MX"/>
        </a:p>
      </dgm:t>
    </dgm:pt>
    <dgm:pt modelId="{CD390997-D266-4714-87C7-89D4E0FDA9CF}">
      <dgm:prSet custT="1"/>
      <dgm:spPr/>
      <dgm:t>
        <a:bodyPr/>
        <a:lstStyle/>
        <a:p>
          <a:r>
            <a:rPr lang="es-MX" sz="2300" dirty="0"/>
            <a:t>Inversión deducible</a:t>
          </a:r>
        </a:p>
        <a:p>
          <a:r>
            <a:rPr lang="es-MX" sz="1000" dirty="0"/>
            <a:t>LISR 36-III</a:t>
          </a:r>
        </a:p>
      </dgm:t>
    </dgm:pt>
    <dgm:pt modelId="{FB94A056-240A-47C0-91B2-AB979E38DB99}" type="parTrans" cxnId="{D7089849-B131-4E3E-9028-D082D11F10D2}">
      <dgm:prSet/>
      <dgm:spPr/>
      <dgm:t>
        <a:bodyPr/>
        <a:lstStyle/>
        <a:p>
          <a:endParaRPr lang="es-MX"/>
        </a:p>
      </dgm:t>
    </dgm:pt>
    <dgm:pt modelId="{80566F28-6358-44E2-88DB-4BD798A54437}" type="sibTrans" cxnId="{D7089849-B131-4E3E-9028-D082D11F10D2}">
      <dgm:prSet/>
      <dgm:spPr/>
      <dgm:t>
        <a:bodyPr/>
        <a:lstStyle/>
        <a:p>
          <a:endParaRPr lang="es-MX"/>
        </a:p>
      </dgm:t>
    </dgm:pt>
    <dgm:pt modelId="{AB963127-20AD-4B36-9F4B-3146AFB4E963}">
      <dgm:prSet custT="1"/>
      <dgm:spPr/>
      <dgm:t>
        <a:bodyPr/>
        <a:lstStyle/>
        <a:p>
          <a:r>
            <a:rPr lang="es-MX" sz="2300" dirty="0"/>
            <a:t>Gastos</a:t>
          </a:r>
        </a:p>
        <a:p>
          <a:r>
            <a:rPr lang="es-MX" sz="1000" dirty="0"/>
            <a:t>LISR 28-XXI</a:t>
          </a:r>
        </a:p>
      </dgm:t>
    </dgm:pt>
    <dgm:pt modelId="{4A3BD022-4E53-4BBB-ACEA-55AB1FE3AAF3}" type="parTrans" cxnId="{1EA2A454-E385-4A6D-860D-D68613E6DD9F}">
      <dgm:prSet/>
      <dgm:spPr/>
      <dgm:t>
        <a:bodyPr/>
        <a:lstStyle/>
        <a:p>
          <a:endParaRPr lang="es-MX"/>
        </a:p>
      </dgm:t>
    </dgm:pt>
    <dgm:pt modelId="{D514EF6C-E2F2-42B2-9C6B-988C905883B3}" type="sibTrans" cxnId="{1EA2A454-E385-4A6D-860D-D68613E6DD9F}">
      <dgm:prSet/>
      <dgm:spPr/>
      <dgm:t>
        <a:bodyPr/>
        <a:lstStyle/>
        <a:p>
          <a:endParaRPr lang="es-MX"/>
        </a:p>
      </dgm:t>
    </dgm:pt>
    <dgm:pt modelId="{385A1E26-9E8F-40A5-A20A-FD5B5A2F08E2}">
      <dgm:prSet/>
      <dgm:spPr/>
      <dgm:t>
        <a:bodyPr/>
        <a:lstStyle/>
        <a:p>
          <a:r>
            <a:rPr lang="es-MX" dirty="0"/>
            <a:t>1 UMA por trabajador y por día</a:t>
          </a:r>
        </a:p>
      </dgm:t>
    </dgm:pt>
    <dgm:pt modelId="{C2FB29B9-5C94-4C24-8D6F-3D049EE8C099}" type="parTrans" cxnId="{0383D4A8-2814-4670-8CFC-62AA802AB7B3}">
      <dgm:prSet/>
      <dgm:spPr/>
      <dgm:t>
        <a:bodyPr/>
        <a:lstStyle/>
        <a:p>
          <a:endParaRPr lang="es-MX"/>
        </a:p>
      </dgm:t>
    </dgm:pt>
    <dgm:pt modelId="{7DFF2E51-0EEB-432A-B396-314C2B309412}" type="sibTrans" cxnId="{0383D4A8-2814-4670-8CFC-62AA802AB7B3}">
      <dgm:prSet/>
      <dgm:spPr/>
      <dgm:t>
        <a:bodyPr/>
        <a:lstStyle/>
        <a:p>
          <a:endParaRPr lang="es-MX"/>
        </a:p>
      </dgm:t>
    </dgm:pt>
    <dgm:pt modelId="{EA0D4069-307E-49E8-9174-061AD47C2285}">
      <dgm:prSet custT="1"/>
      <dgm:spPr>
        <a:solidFill>
          <a:srgbClr val="FF0000"/>
        </a:solidFill>
      </dgm:spPr>
      <dgm:t>
        <a:bodyPr/>
        <a:lstStyle/>
        <a:p>
          <a:r>
            <a:rPr lang="es-MX" sz="2200" dirty="0"/>
            <a:t>Inversión no deducible</a:t>
          </a:r>
        </a:p>
        <a:p>
          <a:r>
            <a:rPr lang="es-MX" sz="1000" dirty="0"/>
            <a:t>LISR 36-III</a:t>
          </a:r>
        </a:p>
      </dgm:t>
    </dgm:pt>
    <dgm:pt modelId="{D2B300D6-2315-4E8D-9282-2968F800C7E5}" type="parTrans" cxnId="{AA7BC658-686E-4749-829C-869096FDBA9A}">
      <dgm:prSet/>
      <dgm:spPr/>
      <dgm:t>
        <a:bodyPr/>
        <a:lstStyle/>
        <a:p>
          <a:endParaRPr lang="es-MX"/>
        </a:p>
      </dgm:t>
    </dgm:pt>
    <dgm:pt modelId="{AF070689-4557-4825-8751-623E4BE95AF9}" type="sibTrans" cxnId="{AA7BC658-686E-4749-829C-869096FDBA9A}">
      <dgm:prSet/>
      <dgm:spPr/>
      <dgm:t>
        <a:bodyPr/>
        <a:lstStyle/>
        <a:p>
          <a:endParaRPr lang="es-MX"/>
        </a:p>
      </dgm:t>
    </dgm:pt>
    <dgm:pt modelId="{D77081C4-2E17-44C7-BD6C-983DFB9CED4E}">
      <dgm:prSet custT="1"/>
      <dgm:spPr>
        <a:solidFill>
          <a:srgbClr val="FF0000"/>
        </a:solidFill>
      </dgm:spPr>
      <dgm:t>
        <a:bodyPr/>
        <a:lstStyle/>
        <a:p>
          <a:r>
            <a:rPr lang="es-MX" sz="2300" dirty="0"/>
            <a:t>Gastos no deducibles</a:t>
          </a:r>
        </a:p>
        <a:p>
          <a:r>
            <a:rPr lang="es-MX" sz="1000" dirty="0"/>
            <a:t>LISR 28-XXI</a:t>
          </a:r>
        </a:p>
      </dgm:t>
    </dgm:pt>
    <dgm:pt modelId="{3431D0CD-C8A2-4E59-9E02-F27778F5363E}" type="parTrans" cxnId="{E4233B05-C6A5-4853-8C3B-F569C42077DF}">
      <dgm:prSet/>
      <dgm:spPr/>
      <dgm:t>
        <a:bodyPr/>
        <a:lstStyle/>
        <a:p>
          <a:endParaRPr lang="es-MX"/>
        </a:p>
      </dgm:t>
    </dgm:pt>
    <dgm:pt modelId="{CE21C89C-C27D-457F-83BA-80B66BCCD80A}" type="sibTrans" cxnId="{E4233B05-C6A5-4853-8C3B-F569C42077DF}">
      <dgm:prSet/>
      <dgm:spPr/>
      <dgm:t>
        <a:bodyPr/>
        <a:lstStyle/>
        <a:p>
          <a:endParaRPr lang="es-MX"/>
        </a:p>
      </dgm:t>
    </dgm:pt>
    <dgm:pt modelId="{EBB7B50E-1D42-4ED4-AA74-82B22CAB6967}">
      <dgm:prSet custT="1"/>
      <dgm:spPr>
        <a:solidFill>
          <a:srgbClr val="92D050"/>
        </a:solidFill>
      </dgm:spPr>
      <dgm:t>
        <a:bodyPr/>
        <a:lstStyle/>
        <a:p>
          <a:r>
            <a:rPr lang="es-MX" sz="2300" dirty="0"/>
            <a:t>Situaciones Especiales</a:t>
          </a:r>
        </a:p>
        <a:p>
          <a:r>
            <a:rPr lang="es-MX" sz="1000" dirty="0"/>
            <a:t>RLISR 76</a:t>
          </a:r>
        </a:p>
      </dgm:t>
    </dgm:pt>
    <dgm:pt modelId="{D5D09E91-D297-41F9-A35B-37EE7B43F529}" type="parTrans" cxnId="{83A91A90-AC6E-477F-B69D-2C30CFF98E11}">
      <dgm:prSet/>
      <dgm:spPr/>
      <dgm:t>
        <a:bodyPr/>
        <a:lstStyle/>
        <a:p>
          <a:endParaRPr lang="es-MX"/>
        </a:p>
      </dgm:t>
    </dgm:pt>
    <dgm:pt modelId="{C404ECD9-1271-4C0C-BC67-8130E78FAB74}" type="sibTrans" cxnId="{83A91A90-AC6E-477F-B69D-2C30CFF98E11}">
      <dgm:prSet/>
      <dgm:spPr/>
      <dgm:t>
        <a:bodyPr/>
        <a:lstStyle/>
        <a:p>
          <a:endParaRPr lang="es-MX"/>
        </a:p>
      </dgm:t>
    </dgm:pt>
    <dgm:pt modelId="{3F1D3B22-4E12-4986-8A03-9B4638ABB391}">
      <dgm:prSet custT="1"/>
      <dgm:spPr>
        <a:solidFill>
          <a:srgbClr val="92D050"/>
        </a:solidFill>
      </dgm:spPr>
      <dgm:t>
        <a:bodyPr/>
        <a:lstStyle/>
        <a:p>
          <a:r>
            <a:rPr lang="es-MX" sz="2300" dirty="0"/>
            <a:t>Aviso al SAT</a:t>
          </a:r>
        </a:p>
        <a:p>
          <a:r>
            <a:rPr lang="es-MX" sz="1000" dirty="0"/>
            <a:t>RLISR 76</a:t>
          </a:r>
        </a:p>
      </dgm:t>
    </dgm:pt>
    <dgm:pt modelId="{304396E8-FC35-47F6-B2F6-4825322C757C}" type="parTrans" cxnId="{635B06A1-0709-4F7C-84D5-A35851850895}">
      <dgm:prSet/>
      <dgm:spPr/>
      <dgm:t>
        <a:bodyPr/>
        <a:lstStyle/>
        <a:p>
          <a:endParaRPr lang="es-MX"/>
        </a:p>
      </dgm:t>
    </dgm:pt>
    <dgm:pt modelId="{2FB2E136-38C6-41F5-A5E3-1218F7B8D927}" type="sibTrans" cxnId="{635B06A1-0709-4F7C-84D5-A35851850895}">
      <dgm:prSet/>
      <dgm:spPr/>
      <dgm:t>
        <a:bodyPr/>
        <a:lstStyle/>
        <a:p>
          <a:endParaRPr lang="es-MX"/>
        </a:p>
      </dgm:t>
    </dgm:pt>
    <dgm:pt modelId="{281A8EE4-04BB-49E9-8500-30EF5A4D0FF9}" type="pres">
      <dgm:prSet presAssocID="{B61C9E69-73BD-4756-A2A5-B7C146842B9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9A18492-683E-4C3D-86E8-8FCF05BD6B54}" type="pres">
      <dgm:prSet presAssocID="{7F4A3FBC-A626-489D-BB22-27FDDD2C9E02}" presName="root1" presStyleCnt="0"/>
      <dgm:spPr/>
    </dgm:pt>
    <dgm:pt modelId="{5162D0D3-0731-454D-B1E9-B7B00458E9D1}" type="pres">
      <dgm:prSet presAssocID="{7F4A3FBC-A626-489D-BB22-27FDDD2C9E02}" presName="LevelOneTextNode" presStyleLbl="node0" presStyleIdx="0" presStyleCnt="1">
        <dgm:presLayoutVars>
          <dgm:chPref val="3"/>
        </dgm:presLayoutVars>
      </dgm:prSet>
      <dgm:spPr/>
    </dgm:pt>
    <dgm:pt modelId="{315D67B6-4862-4215-8962-28448497C96B}" type="pres">
      <dgm:prSet presAssocID="{7F4A3FBC-A626-489D-BB22-27FDDD2C9E02}" presName="level2hierChild" presStyleCnt="0"/>
      <dgm:spPr/>
    </dgm:pt>
    <dgm:pt modelId="{D1D5925C-0691-422C-8F84-1A44E5B0F759}" type="pres">
      <dgm:prSet presAssocID="{7C799383-AC69-4A02-B6A0-05060672046E}" presName="conn2-1" presStyleLbl="parChTrans1D2" presStyleIdx="0" presStyleCnt="2"/>
      <dgm:spPr/>
    </dgm:pt>
    <dgm:pt modelId="{B5221E95-C31C-4888-A7CD-BA14E53A1E6F}" type="pres">
      <dgm:prSet presAssocID="{7C799383-AC69-4A02-B6A0-05060672046E}" presName="connTx" presStyleLbl="parChTrans1D2" presStyleIdx="0" presStyleCnt="2"/>
      <dgm:spPr/>
    </dgm:pt>
    <dgm:pt modelId="{237E5A50-CD72-4BF4-B0BD-1CAD188B3771}" type="pres">
      <dgm:prSet presAssocID="{8627EA03-3369-4960-A11A-A2FC65BBF6B7}" presName="root2" presStyleCnt="0"/>
      <dgm:spPr/>
    </dgm:pt>
    <dgm:pt modelId="{34FF4511-B87E-4464-99EA-1D6F6BF9ADD0}" type="pres">
      <dgm:prSet presAssocID="{8627EA03-3369-4960-A11A-A2FC65BBF6B7}" presName="LevelTwoTextNode" presStyleLbl="node2" presStyleIdx="0" presStyleCnt="2">
        <dgm:presLayoutVars>
          <dgm:chPref val="3"/>
        </dgm:presLayoutVars>
      </dgm:prSet>
      <dgm:spPr/>
    </dgm:pt>
    <dgm:pt modelId="{C095C1AB-1204-44EB-ADA5-D513E824275D}" type="pres">
      <dgm:prSet presAssocID="{8627EA03-3369-4960-A11A-A2FC65BBF6B7}" presName="level3hierChild" presStyleCnt="0"/>
      <dgm:spPr/>
    </dgm:pt>
    <dgm:pt modelId="{AD6A27AF-9F3C-4FCC-8206-5919F4960B3D}" type="pres">
      <dgm:prSet presAssocID="{FB94A056-240A-47C0-91B2-AB979E38DB99}" presName="conn2-1" presStyleLbl="parChTrans1D3" presStyleIdx="0" presStyleCnt="4"/>
      <dgm:spPr/>
    </dgm:pt>
    <dgm:pt modelId="{254679FB-8CB4-443A-B417-68D1D9A1C046}" type="pres">
      <dgm:prSet presAssocID="{FB94A056-240A-47C0-91B2-AB979E38DB99}" presName="connTx" presStyleLbl="parChTrans1D3" presStyleIdx="0" presStyleCnt="4"/>
      <dgm:spPr/>
    </dgm:pt>
    <dgm:pt modelId="{E7F61717-E060-4C0E-9E69-75C6BFA65784}" type="pres">
      <dgm:prSet presAssocID="{CD390997-D266-4714-87C7-89D4E0FDA9CF}" presName="root2" presStyleCnt="0"/>
      <dgm:spPr/>
    </dgm:pt>
    <dgm:pt modelId="{315A0136-300B-40C8-8BF0-8DB1FF675B03}" type="pres">
      <dgm:prSet presAssocID="{CD390997-D266-4714-87C7-89D4E0FDA9CF}" presName="LevelTwoTextNode" presStyleLbl="node3" presStyleIdx="0" presStyleCnt="4">
        <dgm:presLayoutVars>
          <dgm:chPref val="3"/>
        </dgm:presLayoutVars>
      </dgm:prSet>
      <dgm:spPr/>
    </dgm:pt>
    <dgm:pt modelId="{6F283E2A-5F80-4192-B29A-7C27B864DEA4}" type="pres">
      <dgm:prSet presAssocID="{CD390997-D266-4714-87C7-89D4E0FDA9CF}" presName="level3hierChild" presStyleCnt="0"/>
      <dgm:spPr/>
    </dgm:pt>
    <dgm:pt modelId="{ABDCAC68-142E-4B09-88E3-51D20039825D}" type="pres">
      <dgm:prSet presAssocID="{4A3BD022-4E53-4BBB-ACEA-55AB1FE3AAF3}" presName="conn2-1" presStyleLbl="parChTrans1D3" presStyleIdx="1" presStyleCnt="4"/>
      <dgm:spPr/>
    </dgm:pt>
    <dgm:pt modelId="{429068AB-4A21-4E9F-9FCE-96DC026979E9}" type="pres">
      <dgm:prSet presAssocID="{4A3BD022-4E53-4BBB-ACEA-55AB1FE3AAF3}" presName="connTx" presStyleLbl="parChTrans1D3" presStyleIdx="1" presStyleCnt="4"/>
      <dgm:spPr/>
    </dgm:pt>
    <dgm:pt modelId="{A61434CB-4A52-4B3F-AA00-31051AB073CA}" type="pres">
      <dgm:prSet presAssocID="{AB963127-20AD-4B36-9F4B-3146AFB4E963}" presName="root2" presStyleCnt="0"/>
      <dgm:spPr/>
    </dgm:pt>
    <dgm:pt modelId="{1D508C81-51B8-4068-96F7-9959027AF78E}" type="pres">
      <dgm:prSet presAssocID="{AB963127-20AD-4B36-9F4B-3146AFB4E963}" presName="LevelTwoTextNode" presStyleLbl="node3" presStyleIdx="1" presStyleCnt="4">
        <dgm:presLayoutVars>
          <dgm:chPref val="3"/>
        </dgm:presLayoutVars>
      </dgm:prSet>
      <dgm:spPr/>
    </dgm:pt>
    <dgm:pt modelId="{064E2D29-9102-4B63-96E6-45B355DB4AA1}" type="pres">
      <dgm:prSet presAssocID="{AB963127-20AD-4B36-9F4B-3146AFB4E963}" presName="level3hierChild" presStyleCnt="0"/>
      <dgm:spPr/>
    </dgm:pt>
    <dgm:pt modelId="{2937798F-34AB-4862-8062-C24A8CA86710}" type="pres">
      <dgm:prSet presAssocID="{C2FB29B9-5C94-4C24-8D6F-3D049EE8C099}" presName="conn2-1" presStyleLbl="parChTrans1D4" presStyleIdx="0" presStyleCnt="3"/>
      <dgm:spPr/>
    </dgm:pt>
    <dgm:pt modelId="{4F3F2ED0-5707-4EB1-9B5A-B6D096407E84}" type="pres">
      <dgm:prSet presAssocID="{C2FB29B9-5C94-4C24-8D6F-3D049EE8C099}" presName="connTx" presStyleLbl="parChTrans1D4" presStyleIdx="0" presStyleCnt="3"/>
      <dgm:spPr/>
    </dgm:pt>
    <dgm:pt modelId="{EC26F9DE-3734-4DA0-B0A0-A3D30C888C8E}" type="pres">
      <dgm:prSet presAssocID="{385A1E26-9E8F-40A5-A20A-FD5B5A2F08E2}" presName="root2" presStyleCnt="0"/>
      <dgm:spPr/>
    </dgm:pt>
    <dgm:pt modelId="{7CAA6C59-2915-45AB-BDF6-B5EF23EE5214}" type="pres">
      <dgm:prSet presAssocID="{385A1E26-9E8F-40A5-A20A-FD5B5A2F08E2}" presName="LevelTwoTextNode" presStyleLbl="node4" presStyleIdx="0" presStyleCnt="3">
        <dgm:presLayoutVars>
          <dgm:chPref val="3"/>
        </dgm:presLayoutVars>
      </dgm:prSet>
      <dgm:spPr/>
    </dgm:pt>
    <dgm:pt modelId="{E20632FD-459B-44B1-A7CA-5A412B0922D4}" type="pres">
      <dgm:prSet presAssocID="{385A1E26-9E8F-40A5-A20A-FD5B5A2F08E2}" presName="level3hierChild" presStyleCnt="0"/>
      <dgm:spPr/>
    </dgm:pt>
    <dgm:pt modelId="{9374C64C-2D24-4A84-A37B-EF1B54171FEF}" type="pres">
      <dgm:prSet presAssocID="{584A260D-6C8C-4264-B01A-A4B122944E61}" presName="conn2-1" presStyleLbl="parChTrans1D2" presStyleIdx="1" presStyleCnt="2"/>
      <dgm:spPr/>
    </dgm:pt>
    <dgm:pt modelId="{69B5D685-A238-46DD-AE78-DBD97E3B3A55}" type="pres">
      <dgm:prSet presAssocID="{584A260D-6C8C-4264-B01A-A4B122944E61}" presName="connTx" presStyleLbl="parChTrans1D2" presStyleIdx="1" presStyleCnt="2"/>
      <dgm:spPr/>
    </dgm:pt>
    <dgm:pt modelId="{956B3401-28CE-4389-9E91-D077C2E6A4F8}" type="pres">
      <dgm:prSet presAssocID="{9E6928DF-2C70-4E3A-9DEC-F3C6655A51FB}" presName="root2" presStyleCnt="0"/>
      <dgm:spPr/>
    </dgm:pt>
    <dgm:pt modelId="{FE141B82-7817-42F3-9C48-530C1FC9B2ED}" type="pres">
      <dgm:prSet presAssocID="{9E6928DF-2C70-4E3A-9DEC-F3C6655A51FB}" presName="LevelTwoTextNode" presStyleLbl="node2" presStyleIdx="1" presStyleCnt="2">
        <dgm:presLayoutVars>
          <dgm:chPref val="3"/>
        </dgm:presLayoutVars>
      </dgm:prSet>
      <dgm:spPr/>
    </dgm:pt>
    <dgm:pt modelId="{1C6C2942-DF03-47E1-957E-10AA7EFA45D1}" type="pres">
      <dgm:prSet presAssocID="{9E6928DF-2C70-4E3A-9DEC-F3C6655A51FB}" presName="level3hierChild" presStyleCnt="0"/>
      <dgm:spPr/>
    </dgm:pt>
    <dgm:pt modelId="{2554F8F1-B30E-4131-91E1-B3DDE6344BFE}" type="pres">
      <dgm:prSet presAssocID="{D2B300D6-2315-4E8D-9282-2968F800C7E5}" presName="conn2-1" presStyleLbl="parChTrans1D3" presStyleIdx="2" presStyleCnt="4"/>
      <dgm:spPr/>
    </dgm:pt>
    <dgm:pt modelId="{46B63308-A62E-4542-9DFC-C2E23A0116F3}" type="pres">
      <dgm:prSet presAssocID="{D2B300D6-2315-4E8D-9282-2968F800C7E5}" presName="connTx" presStyleLbl="parChTrans1D3" presStyleIdx="2" presStyleCnt="4"/>
      <dgm:spPr/>
    </dgm:pt>
    <dgm:pt modelId="{B7558C1D-69DE-40F0-9825-0ABDAA541AA1}" type="pres">
      <dgm:prSet presAssocID="{EA0D4069-307E-49E8-9174-061AD47C2285}" presName="root2" presStyleCnt="0"/>
      <dgm:spPr/>
    </dgm:pt>
    <dgm:pt modelId="{2AB6B103-383A-4646-B997-35493E641470}" type="pres">
      <dgm:prSet presAssocID="{EA0D4069-307E-49E8-9174-061AD47C2285}" presName="LevelTwoTextNode" presStyleLbl="node3" presStyleIdx="2" presStyleCnt="4">
        <dgm:presLayoutVars>
          <dgm:chPref val="3"/>
        </dgm:presLayoutVars>
      </dgm:prSet>
      <dgm:spPr/>
    </dgm:pt>
    <dgm:pt modelId="{AC24CAA0-F008-41A6-AA89-C638035AADF0}" type="pres">
      <dgm:prSet presAssocID="{EA0D4069-307E-49E8-9174-061AD47C2285}" presName="level3hierChild" presStyleCnt="0"/>
      <dgm:spPr/>
    </dgm:pt>
    <dgm:pt modelId="{95554BA8-3D90-4BC6-9E14-1DEB9CDDA0EA}" type="pres">
      <dgm:prSet presAssocID="{D5D09E91-D297-41F9-A35B-37EE7B43F529}" presName="conn2-1" presStyleLbl="parChTrans1D4" presStyleIdx="1" presStyleCnt="3"/>
      <dgm:spPr/>
    </dgm:pt>
    <dgm:pt modelId="{33DEEC70-F62B-4CB8-8B2C-D5065288AC48}" type="pres">
      <dgm:prSet presAssocID="{D5D09E91-D297-41F9-A35B-37EE7B43F529}" presName="connTx" presStyleLbl="parChTrans1D4" presStyleIdx="1" presStyleCnt="3"/>
      <dgm:spPr/>
    </dgm:pt>
    <dgm:pt modelId="{7BA29BB5-4880-490B-92A5-4FEBFEEA4FDB}" type="pres">
      <dgm:prSet presAssocID="{EBB7B50E-1D42-4ED4-AA74-82B22CAB6967}" presName="root2" presStyleCnt="0"/>
      <dgm:spPr/>
    </dgm:pt>
    <dgm:pt modelId="{B1659FBB-BFD5-41BC-806D-E8E17B7F6A2C}" type="pres">
      <dgm:prSet presAssocID="{EBB7B50E-1D42-4ED4-AA74-82B22CAB6967}" presName="LevelTwoTextNode" presStyleLbl="node4" presStyleIdx="1" presStyleCnt="3">
        <dgm:presLayoutVars>
          <dgm:chPref val="3"/>
        </dgm:presLayoutVars>
      </dgm:prSet>
      <dgm:spPr/>
    </dgm:pt>
    <dgm:pt modelId="{A7E97707-D952-49AE-B7DB-C4E84D39FC84}" type="pres">
      <dgm:prSet presAssocID="{EBB7B50E-1D42-4ED4-AA74-82B22CAB6967}" presName="level3hierChild" presStyleCnt="0"/>
      <dgm:spPr/>
    </dgm:pt>
    <dgm:pt modelId="{7F16E004-B0D6-4058-A9AF-BB8EAFE43F31}" type="pres">
      <dgm:prSet presAssocID="{304396E8-FC35-47F6-B2F6-4825322C757C}" presName="conn2-1" presStyleLbl="parChTrans1D4" presStyleIdx="2" presStyleCnt="3"/>
      <dgm:spPr/>
    </dgm:pt>
    <dgm:pt modelId="{57FAF935-2218-4C02-B74F-E986B66CCE08}" type="pres">
      <dgm:prSet presAssocID="{304396E8-FC35-47F6-B2F6-4825322C757C}" presName="connTx" presStyleLbl="parChTrans1D4" presStyleIdx="2" presStyleCnt="3"/>
      <dgm:spPr/>
    </dgm:pt>
    <dgm:pt modelId="{4A7C8FA6-3E4C-408F-87AC-ACD89C32A793}" type="pres">
      <dgm:prSet presAssocID="{3F1D3B22-4E12-4986-8A03-9B4638ABB391}" presName="root2" presStyleCnt="0"/>
      <dgm:spPr/>
    </dgm:pt>
    <dgm:pt modelId="{8DE7EE44-55C6-4FA5-9066-A575A9622104}" type="pres">
      <dgm:prSet presAssocID="{3F1D3B22-4E12-4986-8A03-9B4638ABB391}" presName="LevelTwoTextNode" presStyleLbl="node4" presStyleIdx="2" presStyleCnt="3">
        <dgm:presLayoutVars>
          <dgm:chPref val="3"/>
        </dgm:presLayoutVars>
      </dgm:prSet>
      <dgm:spPr/>
    </dgm:pt>
    <dgm:pt modelId="{884D5963-F798-44A0-B6B2-81FEDA9C1261}" type="pres">
      <dgm:prSet presAssocID="{3F1D3B22-4E12-4986-8A03-9B4638ABB391}" presName="level3hierChild" presStyleCnt="0"/>
      <dgm:spPr/>
    </dgm:pt>
    <dgm:pt modelId="{A4F439B3-660C-403C-B5CC-975EC86D6F9F}" type="pres">
      <dgm:prSet presAssocID="{3431D0CD-C8A2-4E59-9E02-F27778F5363E}" presName="conn2-1" presStyleLbl="parChTrans1D3" presStyleIdx="3" presStyleCnt="4"/>
      <dgm:spPr/>
    </dgm:pt>
    <dgm:pt modelId="{94EACF8E-950A-4577-B0BB-6ACC9854EA74}" type="pres">
      <dgm:prSet presAssocID="{3431D0CD-C8A2-4E59-9E02-F27778F5363E}" presName="connTx" presStyleLbl="parChTrans1D3" presStyleIdx="3" presStyleCnt="4"/>
      <dgm:spPr/>
    </dgm:pt>
    <dgm:pt modelId="{0C3DAABF-E04B-49D2-A2B2-19CC91B9F86C}" type="pres">
      <dgm:prSet presAssocID="{D77081C4-2E17-44C7-BD6C-983DFB9CED4E}" presName="root2" presStyleCnt="0"/>
      <dgm:spPr/>
    </dgm:pt>
    <dgm:pt modelId="{21E62671-985E-45BE-BEF4-D1C39E6FFDA6}" type="pres">
      <dgm:prSet presAssocID="{D77081C4-2E17-44C7-BD6C-983DFB9CED4E}" presName="LevelTwoTextNode" presStyleLbl="node3" presStyleIdx="3" presStyleCnt="4">
        <dgm:presLayoutVars>
          <dgm:chPref val="3"/>
        </dgm:presLayoutVars>
      </dgm:prSet>
      <dgm:spPr/>
    </dgm:pt>
    <dgm:pt modelId="{EF695819-DAE1-43BA-8286-467335E2B876}" type="pres">
      <dgm:prSet presAssocID="{D77081C4-2E17-44C7-BD6C-983DFB9CED4E}" presName="level3hierChild" presStyleCnt="0"/>
      <dgm:spPr/>
    </dgm:pt>
  </dgm:ptLst>
  <dgm:cxnLst>
    <dgm:cxn modelId="{50A5F203-CAF8-D048-AFBA-0318B3C8257A}" type="presOf" srcId="{FB94A056-240A-47C0-91B2-AB979E38DB99}" destId="{AD6A27AF-9F3C-4FCC-8206-5919F4960B3D}" srcOrd="0" destOrd="0" presId="urn:microsoft.com/office/officeart/2008/layout/HorizontalMultiLevelHierarchy"/>
    <dgm:cxn modelId="{E4233B05-C6A5-4853-8C3B-F569C42077DF}" srcId="{9E6928DF-2C70-4E3A-9DEC-F3C6655A51FB}" destId="{D77081C4-2E17-44C7-BD6C-983DFB9CED4E}" srcOrd="1" destOrd="0" parTransId="{3431D0CD-C8A2-4E59-9E02-F27778F5363E}" sibTransId="{CE21C89C-C27D-457F-83BA-80B66BCCD80A}"/>
    <dgm:cxn modelId="{CE002D19-1E8B-7846-B002-F1EEF355BCAA}" type="presOf" srcId="{9E6928DF-2C70-4E3A-9DEC-F3C6655A51FB}" destId="{FE141B82-7817-42F3-9C48-530C1FC9B2ED}" srcOrd="0" destOrd="0" presId="urn:microsoft.com/office/officeart/2008/layout/HorizontalMultiLevelHierarchy"/>
    <dgm:cxn modelId="{B0A9A721-6F1A-4D48-920D-8A4EC0F4AA12}" type="presOf" srcId="{385A1E26-9E8F-40A5-A20A-FD5B5A2F08E2}" destId="{7CAA6C59-2915-45AB-BDF6-B5EF23EE5214}" srcOrd="0" destOrd="0" presId="urn:microsoft.com/office/officeart/2008/layout/HorizontalMultiLevelHierarchy"/>
    <dgm:cxn modelId="{F2618B22-7AC6-BC44-9733-5F72257A13DC}" type="presOf" srcId="{C2FB29B9-5C94-4C24-8D6F-3D049EE8C099}" destId="{2937798F-34AB-4862-8062-C24A8CA86710}" srcOrd="0" destOrd="0" presId="urn:microsoft.com/office/officeart/2008/layout/HorizontalMultiLevelHierarchy"/>
    <dgm:cxn modelId="{BE4A2D2A-E740-F54D-AA41-04D8CAF4D306}" type="presOf" srcId="{7C799383-AC69-4A02-B6A0-05060672046E}" destId="{D1D5925C-0691-422C-8F84-1A44E5B0F759}" srcOrd="0" destOrd="0" presId="urn:microsoft.com/office/officeart/2008/layout/HorizontalMultiLevelHierarchy"/>
    <dgm:cxn modelId="{34C0C52D-BDFB-4606-8E37-0EADC0834B60}" type="presOf" srcId="{D5D09E91-D297-41F9-A35B-37EE7B43F529}" destId="{33DEEC70-F62B-4CB8-8B2C-D5065288AC48}" srcOrd="1" destOrd="0" presId="urn:microsoft.com/office/officeart/2008/layout/HorizontalMultiLevelHierarchy"/>
    <dgm:cxn modelId="{A9272F38-DA1A-BD4D-A9B3-FBC8DFC9E2A0}" type="presOf" srcId="{EA0D4069-307E-49E8-9174-061AD47C2285}" destId="{2AB6B103-383A-4646-B997-35493E641470}" srcOrd="0" destOrd="0" presId="urn:microsoft.com/office/officeart/2008/layout/HorizontalMultiLevelHierarchy"/>
    <dgm:cxn modelId="{BE2BE33E-E3C6-924E-A042-6EFEFF47576F}" type="presOf" srcId="{D77081C4-2E17-44C7-BD6C-983DFB9CED4E}" destId="{21E62671-985E-45BE-BEF4-D1C39E6FFDA6}" srcOrd="0" destOrd="0" presId="urn:microsoft.com/office/officeart/2008/layout/HorizontalMultiLevelHierarchy"/>
    <dgm:cxn modelId="{CB973940-FDCD-0348-AA25-28B23F7CE425}" type="presOf" srcId="{CD390997-D266-4714-87C7-89D4E0FDA9CF}" destId="{315A0136-300B-40C8-8BF0-8DB1FF675B03}" srcOrd="0" destOrd="0" presId="urn:microsoft.com/office/officeart/2008/layout/HorizontalMultiLevelHierarchy"/>
    <dgm:cxn modelId="{D8544C63-41D3-9748-80E1-D28309B74632}" type="presOf" srcId="{584A260D-6C8C-4264-B01A-A4B122944E61}" destId="{69B5D685-A238-46DD-AE78-DBD97E3B3A55}" srcOrd="1" destOrd="0" presId="urn:microsoft.com/office/officeart/2008/layout/HorizontalMultiLevelHierarchy"/>
    <dgm:cxn modelId="{A9A1A346-9726-ED46-8408-7EDE867C04BD}" type="presOf" srcId="{C2FB29B9-5C94-4C24-8D6F-3D049EE8C099}" destId="{4F3F2ED0-5707-4EB1-9B5A-B6D096407E84}" srcOrd="1" destOrd="0" presId="urn:microsoft.com/office/officeart/2008/layout/HorizontalMultiLevelHierarchy"/>
    <dgm:cxn modelId="{29C39669-C6D5-2D43-8C7B-9190E785BE40}" type="presOf" srcId="{D2B300D6-2315-4E8D-9282-2968F800C7E5}" destId="{46B63308-A62E-4542-9DFC-C2E23A0116F3}" srcOrd="1" destOrd="0" presId="urn:microsoft.com/office/officeart/2008/layout/HorizontalMultiLevelHierarchy"/>
    <dgm:cxn modelId="{D7089849-B131-4E3E-9028-D082D11F10D2}" srcId="{8627EA03-3369-4960-A11A-A2FC65BBF6B7}" destId="{CD390997-D266-4714-87C7-89D4E0FDA9CF}" srcOrd="0" destOrd="0" parTransId="{FB94A056-240A-47C0-91B2-AB979E38DB99}" sibTransId="{80566F28-6358-44E2-88DB-4BD798A54437}"/>
    <dgm:cxn modelId="{4AC3A44A-E4EB-4BB1-BD03-6A534A7C9F97}" type="presOf" srcId="{D5D09E91-D297-41F9-A35B-37EE7B43F529}" destId="{95554BA8-3D90-4BC6-9E14-1DEB9CDDA0EA}" srcOrd="0" destOrd="0" presId="urn:microsoft.com/office/officeart/2008/layout/HorizontalMultiLevelHierarchy"/>
    <dgm:cxn modelId="{52EFAD4C-5F89-3549-9DDD-FDCDE677CAC9}" type="presOf" srcId="{8627EA03-3369-4960-A11A-A2FC65BBF6B7}" destId="{34FF4511-B87E-4464-99EA-1D6F6BF9ADD0}" srcOrd="0" destOrd="0" presId="urn:microsoft.com/office/officeart/2008/layout/HorizontalMultiLevelHierarchy"/>
    <dgm:cxn modelId="{FE93D751-2237-4C19-B5CB-4A1DB67C1CAE}" srcId="{7F4A3FBC-A626-489D-BB22-27FDDD2C9E02}" destId="{8627EA03-3369-4960-A11A-A2FC65BBF6B7}" srcOrd="0" destOrd="0" parTransId="{7C799383-AC69-4A02-B6A0-05060672046E}" sibTransId="{E210E230-ED57-4207-A9E8-50AD857EA070}"/>
    <dgm:cxn modelId="{1EA2A454-E385-4A6D-860D-D68613E6DD9F}" srcId="{8627EA03-3369-4960-A11A-A2FC65BBF6B7}" destId="{AB963127-20AD-4B36-9F4B-3146AFB4E963}" srcOrd="1" destOrd="0" parTransId="{4A3BD022-4E53-4BBB-ACEA-55AB1FE3AAF3}" sibTransId="{D514EF6C-E2F2-42B2-9C6B-988C905883B3}"/>
    <dgm:cxn modelId="{AA7BC658-686E-4749-829C-869096FDBA9A}" srcId="{9E6928DF-2C70-4E3A-9DEC-F3C6655A51FB}" destId="{EA0D4069-307E-49E8-9174-061AD47C2285}" srcOrd="0" destOrd="0" parTransId="{D2B300D6-2315-4E8D-9282-2968F800C7E5}" sibTransId="{AF070689-4557-4825-8751-623E4BE95AF9}"/>
    <dgm:cxn modelId="{AC202E7E-4634-4545-8EA4-059A450420DA}" type="presOf" srcId="{D2B300D6-2315-4E8D-9282-2968F800C7E5}" destId="{2554F8F1-B30E-4131-91E1-B3DDE6344BFE}" srcOrd="0" destOrd="0" presId="urn:microsoft.com/office/officeart/2008/layout/HorizontalMultiLevelHierarchy"/>
    <dgm:cxn modelId="{0274687F-FA80-8C43-A7C8-4477B2B6B394}" type="presOf" srcId="{AB963127-20AD-4B36-9F4B-3146AFB4E963}" destId="{1D508C81-51B8-4068-96F7-9959027AF78E}" srcOrd="0" destOrd="0" presId="urn:microsoft.com/office/officeart/2008/layout/HorizontalMultiLevelHierarchy"/>
    <dgm:cxn modelId="{68BC8780-8660-8047-9AC3-2266303953B0}" type="presOf" srcId="{B61C9E69-73BD-4756-A2A5-B7C146842B9F}" destId="{281A8EE4-04BB-49E9-8500-30EF5A4D0FF9}" srcOrd="0" destOrd="0" presId="urn:microsoft.com/office/officeart/2008/layout/HorizontalMultiLevelHierarchy"/>
    <dgm:cxn modelId="{A8AC7B8F-5AB4-4EE8-A00E-A4FDB1F7B260}" srcId="{7F4A3FBC-A626-489D-BB22-27FDDD2C9E02}" destId="{9E6928DF-2C70-4E3A-9DEC-F3C6655A51FB}" srcOrd="1" destOrd="0" parTransId="{584A260D-6C8C-4264-B01A-A4B122944E61}" sibTransId="{85606E87-7DBB-45DF-B8CB-35724DC1F33B}"/>
    <dgm:cxn modelId="{83A91A90-AC6E-477F-B69D-2C30CFF98E11}" srcId="{EA0D4069-307E-49E8-9174-061AD47C2285}" destId="{EBB7B50E-1D42-4ED4-AA74-82B22CAB6967}" srcOrd="0" destOrd="0" parTransId="{D5D09E91-D297-41F9-A35B-37EE7B43F529}" sibTransId="{C404ECD9-1271-4C0C-BC67-8130E78FAB74}"/>
    <dgm:cxn modelId="{08571195-C145-D94F-9656-A7C1E90F680F}" type="presOf" srcId="{4A3BD022-4E53-4BBB-ACEA-55AB1FE3AAF3}" destId="{429068AB-4A21-4E9F-9FCE-96DC026979E9}" srcOrd="1" destOrd="0" presId="urn:microsoft.com/office/officeart/2008/layout/HorizontalMultiLevelHierarchy"/>
    <dgm:cxn modelId="{3978DF9A-4AF1-42E7-BDA1-75D87647918E}" type="presOf" srcId="{3F1D3B22-4E12-4986-8A03-9B4638ABB391}" destId="{8DE7EE44-55C6-4FA5-9066-A575A9622104}" srcOrd="0" destOrd="0" presId="urn:microsoft.com/office/officeart/2008/layout/HorizontalMultiLevelHierarchy"/>
    <dgm:cxn modelId="{8382639F-4D3F-6D4A-B481-F7E2C226AF71}" type="presOf" srcId="{FB94A056-240A-47C0-91B2-AB979E38DB99}" destId="{254679FB-8CB4-443A-B417-68D1D9A1C046}" srcOrd="1" destOrd="0" presId="urn:microsoft.com/office/officeart/2008/layout/HorizontalMultiLevelHierarchy"/>
    <dgm:cxn modelId="{635B06A1-0709-4F7C-84D5-A35851850895}" srcId="{EA0D4069-307E-49E8-9174-061AD47C2285}" destId="{3F1D3B22-4E12-4986-8A03-9B4638ABB391}" srcOrd="1" destOrd="0" parTransId="{304396E8-FC35-47F6-B2F6-4825322C757C}" sibTransId="{2FB2E136-38C6-41F5-A5E3-1218F7B8D927}"/>
    <dgm:cxn modelId="{0383D4A8-2814-4670-8CFC-62AA802AB7B3}" srcId="{AB963127-20AD-4B36-9F4B-3146AFB4E963}" destId="{385A1E26-9E8F-40A5-A20A-FD5B5A2F08E2}" srcOrd="0" destOrd="0" parTransId="{C2FB29B9-5C94-4C24-8D6F-3D049EE8C099}" sibTransId="{7DFF2E51-0EEB-432A-B396-314C2B309412}"/>
    <dgm:cxn modelId="{5F7293B1-DB49-7E40-AF0D-AC590434BDB8}" type="presOf" srcId="{7C799383-AC69-4A02-B6A0-05060672046E}" destId="{B5221E95-C31C-4888-A7CD-BA14E53A1E6F}" srcOrd="1" destOrd="0" presId="urn:microsoft.com/office/officeart/2008/layout/HorizontalMultiLevelHierarchy"/>
    <dgm:cxn modelId="{075476C5-E39B-4982-869B-1CC89CE35644}" type="presOf" srcId="{304396E8-FC35-47F6-B2F6-4825322C757C}" destId="{7F16E004-B0D6-4058-A9AF-BB8EAFE43F31}" srcOrd="0" destOrd="0" presId="urn:microsoft.com/office/officeart/2008/layout/HorizontalMultiLevelHierarchy"/>
    <dgm:cxn modelId="{65AA13C8-D68C-4526-8A1C-1861D0FC7836}" srcId="{B61C9E69-73BD-4756-A2A5-B7C146842B9F}" destId="{7F4A3FBC-A626-489D-BB22-27FDDD2C9E02}" srcOrd="0" destOrd="0" parTransId="{68CFC5C6-9267-451C-A317-02562B910CC1}" sibTransId="{05BA3F9A-49DB-42EC-8B27-4204D01A16CB}"/>
    <dgm:cxn modelId="{D943E8C9-8CE7-3844-B8EB-4055DAEF3970}" type="presOf" srcId="{3431D0CD-C8A2-4E59-9E02-F27778F5363E}" destId="{A4F439B3-660C-403C-B5CC-975EC86D6F9F}" srcOrd="0" destOrd="0" presId="urn:microsoft.com/office/officeart/2008/layout/HorizontalMultiLevelHierarchy"/>
    <dgm:cxn modelId="{DD7C10CD-A19A-2E40-BAE4-AF5E28F7A18F}" type="presOf" srcId="{584A260D-6C8C-4264-B01A-A4B122944E61}" destId="{9374C64C-2D24-4A84-A37B-EF1B54171FEF}" srcOrd="0" destOrd="0" presId="urn:microsoft.com/office/officeart/2008/layout/HorizontalMultiLevelHierarchy"/>
    <dgm:cxn modelId="{4C3899CF-F4A9-3348-BEE7-BB117DAA6383}" type="presOf" srcId="{4A3BD022-4E53-4BBB-ACEA-55AB1FE3AAF3}" destId="{ABDCAC68-142E-4B09-88E3-51D20039825D}" srcOrd="0" destOrd="0" presId="urn:microsoft.com/office/officeart/2008/layout/HorizontalMultiLevelHierarchy"/>
    <dgm:cxn modelId="{0FA027D2-26E9-400D-9EC6-5FDC7E2D8C6D}" type="presOf" srcId="{EBB7B50E-1D42-4ED4-AA74-82B22CAB6967}" destId="{B1659FBB-BFD5-41BC-806D-E8E17B7F6A2C}" srcOrd="0" destOrd="0" presId="urn:microsoft.com/office/officeart/2008/layout/HorizontalMultiLevelHierarchy"/>
    <dgm:cxn modelId="{CFB06CD8-FB92-4AB9-B3E3-C7A5A3469D5E}" type="presOf" srcId="{304396E8-FC35-47F6-B2F6-4825322C757C}" destId="{57FAF935-2218-4C02-B74F-E986B66CCE08}" srcOrd="1" destOrd="0" presId="urn:microsoft.com/office/officeart/2008/layout/HorizontalMultiLevelHierarchy"/>
    <dgm:cxn modelId="{A0600BDD-4138-154C-94DA-BD086D6AC658}" type="presOf" srcId="{7F4A3FBC-A626-489D-BB22-27FDDD2C9E02}" destId="{5162D0D3-0731-454D-B1E9-B7B00458E9D1}" srcOrd="0" destOrd="0" presId="urn:microsoft.com/office/officeart/2008/layout/HorizontalMultiLevelHierarchy"/>
    <dgm:cxn modelId="{DFC594FB-B060-094C-9E6F-CB80E2506F42}" type="presOf" srcId="{3431D0CD-C8A2-4E59-9E02-F27778F5363E}" destId="{94EACF8E-950A-4577-B0BB-6ACC9854EA74}" srcOrd="1" destOrd="0" presId="urn:microsoft.com/office/officeart/2008/layout/HorizontalMultiLevelHierarchy"/>
    <dgm:cxn modelId="{4A8724CE-477F-1945-9E11-3A0FABD7A527}" type="presParOf" srcId="{281A8EE4-04BB-49E9-8500-30EF5A4D0FF9}" destId="{F9A18492-683E-4C3D-86E8-8FCF05BD6B54}" srcOrd="0" destOrd="0" presId="urn:microsoft.com/office/officeart/2008/layout/HorizontalMultiLevelHierarchy"/>
    <dgm:cxn modelId="{DF4B79FA-1AD0-8F4C-8B3C-B969CE92548E}" type="presParOf" srcId="{F9A18492-683E-4C3D-86E8-8FCF05BD6B54}" destId="{5162D0D3-0731-454D-B1E9-B7B00458E9D1}" srcOrd="0" destOrd="0" presId="urn:microsoft.com/office/officeart/2008/layout/HorizontalMultiLevelHierarchy"/>
    <dgm:cxn modelId="{1195BCC6-F945-1845-BA84-C29E63843913}" type="presParOf" srcId="{F9A18492-683E-4C3D-86E8-8FCF05BD6B54}" destId="{315D67B6-4862-4215-8962-28448497C96B}" srcOrd="1" destOrd="0" presId="urn:microsoft.com/office/officeart/2008/layout/HorizontalMultiLevelHierarchy"/>
    <dgm:cxn modelId="{0E2F7D11-BF62-894D-80D3-0242AD7A003A}" type="presParOf" srcId="{315D67B6-4862-4215-8962-28448497C96B}" destId="{D1D5925C-0691-422C-8F84-1A44E5B0F759}" srcOrd="0" destOrd="0" presId="urn:microsoft.com/office/officeart/2008/layout/HorizontalMultiLevelHierarchy"/>
    <dgm:cxn modelId="{741433D5-41FD-4945-BF70-2FA22387C794}" type="presParOf" srcId="{D1D5925C-0691-422C-8F84-1A44E5B0F759}" destId="{B5221E95-C31C-4888-A7CD-BA14E53A1E6F}" srcOrd="0" destOrd="0" presId="urn:microsoft.com/office/officeart/2008/layout/HorizontalMultiLevelHierarchy"/>
    <dgm:cxn modelId="{4467FDBC-98EA-294C-8AC3-64730FEF92AC}" type="presParOf" srcId="{315D67B6-4862-4215-8962-28448497C96B}" destId="{237E5A50-CD72-4BF4-B0BD-1CAD188B3771}" srcOrd="1" destOrd="0" presId="urn:microsoft.com/office/officeart/2008/layout/HorizontalMultiLevelHierarchy"/>
    <dgm:cxn modelId="{9500D215-B12B-4943-AFD3-D0C6B84D3A6A}" type="presParOf" srcId="{237E5A50-CD72-4BF4-B0BD-1CAD188B3771}" destId="{34FF4511-B87E-4464-99EA-1D6F6BF9ADD0}" srcOrd="0" destOrd="0" presId="urn:microsoft.com/office/officeart/2008/layout/HorizontalMultiLevelHierarchy"/>
    <dgm:cxn modelId="{22FB8653-D078-1B49-91DA-56E05FB56096}" type="presParOf" srcId="{237E5A50-CD72-4BF4-B0BD-1CAD188B3771}" destId="{C095C1AB-1204-44EB-ADA5-D513E824275D}" srcOrd="1" destOrd="0" presId="urn:microsoft.com/office/officeart/2008/layout/HorizontalMultiLevelHierarchy"/>
    <dgm:cxn modelId="{93F4618F-3EA3-3145-A296-C80BD8789B22}" type="presParOf" srcId="{C095C1AB-1204-44EB-ADA5-D513E824275D}" destId="{AD6A27AF-9F3C-4FCC-8206-5919F4960B3D}" srcOrd="0" destOrd="0" presId="urn:microsoft.com/office/officeart/2008/layout/HorizontalMultiLevelHierarchy"/>
    <dgm:cxn modelId="{7AE3552E-6D33-9D49-BDCD-AA5BE59F3E93}" type="presParOf" srcId="{AD6A27AF-9F3C-4FCC-8206-5919F4960B3D}" destId="{254679FB-8CB4-443A-B417-68D1D9A1C046}" srcOrd="0" destOrd="0" presId="urn:microsoft.com/office/officeart/2008/layout/HorizontalMultiLevelHierarchy"/>
    <dgm:cxn modelId="{38A0598D-86DA-3A4D-9CA6-D1DB199DA76E}" type="presParOf" srcId="{C095C1AB-1204-44EB-ADA5-D513E824275D}" destId="{E7F61717-E060-4C0E-9E69-75C6BFA65784}" srcOrd="1" destOrd="0" presId="urn:microsoft.com/office/officeart/2008/layout/HorizontalMultiLevelHierarchy"/>
    <dgm:cxn modelId="{0A1AA961-9FBC-8F4A-A727-48C3D2296095}" type="presParOf" srcId="{E7F61717-E060-4C0E-9E69-75C6BFA65784}" destId="{315A0136-300B-40C8-8BF0-8DB1FF675B03}" srcOrd="0" destOrd="0" presId="urn:microsoft.com/office/officeart/2008/layout/HorizontalMultiLevelHierarchy"/>
    <dgm:cxn modelId="{47DB658A-B6C3-7445-AB0B-E1587FAF81DC}" type="presParOf" srcId="{E7F61717-E060-4C0E-9E69-75C6BFA65784}" destId="{6F283E2A-5F80-4192-B29A-7C27B864DEA4}" srcOrd="1" destOrd="0" presId="urn:microsoft.com/office/officeart/2008/layout/HorizontalMultiLevelHierarchy"/>
    <dgm:cxn modelId="{C5E02C1B-172B-D64D-9E7E-3D97666C4A34}" type="presParOf" srcId="{C095C1AB-1204-44EB-ADA5-D513E824275D}" destId="{ABDCAC68-142E-4B09-88E3-51D20039825D}" srcOrd="2" destOrd="0" presId="urn:microsoft.com/office/officeart/2008/layout/HorizontalMultiLevelHierarchy"/>
    <dgm:cxn modelId="{36EF405B-EDBF-9A46-81FE-8D3FFDCEE508}" type="presParOf" srcId="{ABDCAC68-142E-4B09-88E3-51D20039825D}" destId="{429068AB-4A21-4E9F-9FCE-96DC026979E9}" srcOrd="0" destOrd="0" presId="urn:microsoft.com/office/officeart/2008/layout/HorizontalMultiLevelHierarchy"/>
    <dgm:cxn modelId="{41058C7C-86EE-B44D-B415-64951B0E0E46}" type="presParOf" srcId="{C095C1AB-1204-44EB-ADA5-D513E824275D}" destId="{A61434CB-4A52-4B3F-AA00-31051AB073CA}" srcOrd="3" destOrd="0" presId="urn:microsoft.com/office/officeart/2008/layout/HorizontalMultiLevelHierarchy"/>
    <dgm:cxn modelId="{AAAB220E-C810-584D-9D27-23388647FECB}" type="presParOf" srcId="{A61434CB-4A52-4B3F-AA00-31051AB073CA}" destId="{1D508C81-51B8-4068-96F7-9959027AF78E}" srcOrd="0" destOrd="0" presId="urn:microsoft.com/office/officeart/2008/layout/HorizontalMultiLevelHierarchy"/>
    <dgm:cxn modelId="{7021DBC1-6D7A-7A4C-8F38-A1F369500248}" type="presParOf" srcId="{A61434CB-4A52-4B3F-AA00-31051AB073CA}" destId="{064E2D29-9102-4B63-96E6-45B355DB4AA1}" srcOrd="1" destOrd="0" presId="urn:microsoft.com/office/officeart/2008/layout/HorizontalMultiLevelHierarchy"/>
    <dgm:cxn modelId="{FD4D6904-BC00-7D4C-BA52-CB9E40E3F925}" type="presParOf" srcId="{064E2D29-9102-4B63-96E6-45B355DB4AA1}" destId="{2937798F-34AB-4862-8062-C24A8CA86710}" srcOrd="0" destOrd="0" presId="urn:microsoft.com/office/officeart/2008/layout/HorizontalMultiLevelHierarchy"/>
    <dgm:cxn modelId="{32056350-A79B-4249-9961-F211DA51D961}" type="presParOf" srcId="{2937798F-34AB-4862-8062-C24A8CA86710}" destId="{4F3F2ED0-5707-4EB1-9B5A-B6D096407E84}" srcOrd="0" destOrd="0" presId="urn:microsoft.com/office/officeart/2008/layout/HorizontalMultiLevelHierarchy"/>
    <dgm:cxn modelId="{63C3EBB0-2ED5-2748-9A09-A16BD77BCBA8}" type="presParOf" srcId="{064E2D29-9102-4B63-96E6-45B355DB4AA1}" destId="{EC26F9DE-3734-4DA0-B0A0-A3D30C888C8E}" srcOrd="1" destOrd="0" presId="urn:microsoft.com/office/officeart/2008/layout/HorizontalMultiLevelHierarchy"/>
    <dgm:cxn modelId="{BC0981FF-3798-AF49-AE52-6721411A50A7}" type="presParOf" srcId="{EC26F9DE-3734-4DA0-B0A0-A3D30C888C8E}" destId="{7CAA6C59-2915-45AB-BDF6-B5EF23EE5214}" srcOrd="0" destOrd="0" presId="urn:microsoft.com/office/officeart/2008/layout/HorizontalMultiLevelHierarchy"/>
    <dgm:cxn modelId="{4E3A4D1A-1E21-D84E-B6EB-7B98B34B0F96}" type="presParOf" srcId="{EC26F9DE-3734-4DA0-B0A0-A3D30C888C8E}" destId="{E20632FD-459B-44B1-A7CA-5A412B0922D4}" srcOrd="1" destOrd="0" presId="urn:microsoft.com/office/officeart/2008/layout/HorizontalMultiLevelHierarchy"/>
    <dgm:cxn modelId="{D8FDCB43-2792-9346-B26B-BFD1E72BA603}" type="presParOf" srcId="{315D67B6-4862-4215-8962-28448497C96B}" destId="{9374C64C-2D24-4A84-A37B-EF1B54171FEF}" srcOrd="2" destOrd="0" presId="urn:microsoft.com/office/officeart/2008/layout/HorizontalMultiLevelHierarchy"/>
    <dgm:cxn modelId="{65BF8B00-C89C-2E4B-BC9F-07172725D77A}" type="presParOf" srcId="{9374C64C-2D24-4A84-A37B-EF1B54171FEF}" destId="{69B5D685-A238-46DD-AE78-DBD97E3B3A55}" srcOrd="0" destOrd="0" presId="urn:microsoft.com/office/officeart/2008/layout/HorizontalMultiLevelHierarchy"/>
    <dgm:cxn modelId="{7DCA8E57-1901-3042-A889-8DABF3B131E4}" type="presParOf" srcId="{315D67B6-4862-4215-8962-28448497C96B}" destId="{956B3401-28CE-4389-9E91-D077C2E6A4F8}" srcOrd="3" destOrd="0" presId="urn:microsoft.com/office/officeart/2008/layout/HorizontalMultiLevelHierarchy"/>
    <dgm:cxn modelId="{AA400339-516C-6841-AAD9-B7D74D5C5AA6}" type="presParOf" srcId="{956B3401-28CE-4389-9E91-D077C2E6A4F8}" destId="{FE141B82-7817-42F3-9C48-530C1FC9B2ED}" srcOrd="0" destOrd="0" presId="urn:microsoft.com/office/officeart/2008/layout/HorizontalMultiLevelHierarchy"/>
    <dgm:cxn modelId="{65E856BB-F9C1-8C48-8D15-14E84B5126A5}" type="presParOf" srcId="{956B3401-28CE-4389-9E91-D077C2E6A4F8}" destId="{1C6C2942-DF03-47E1-957E-10AA7EFA45D1}" srcOrd="1" destOrd="0" presId="urn:microsoft.com/office/officeart/2008/layout/HorizontalMultiLevelHierarchy"/>
    <dgm:cxn modelId="{56B0F403-389B-F94F-90EE-6A3D8475258A}" type="presParOf" srcId="{1C6C2942-DF03-47E1-957E-10AA7EFA45D1}" destId="{2554F8F1-B30E-4131-91E1-B3DDE6344BFE}" srcOrd="0" destOrd="0" presId="urn:microsoft.com/office/officeart/2008/layout/HorizontalMultiLevelHierarchy"/>
    <dgm:cxn modelId="{4FA37852-5AA1-1B4B-B91A-DD102BCBBB81}" type="presParOf" srcId="{2554F8F1-B30E-4131-91E1-B3DDE6344BFE}" destId="{46B63308-A62E-4542-9DFC-C2E23A0116F3}" srcOrd="0" destOrd="0" presId="urn:microsoft.com/office/officeart/2008/layout/HorizontalMultiLevelHierarchy"/>
    <dgm:cxn modelId="{EBDF2E06-6603-6948-BBCB-665C5C3F9FCE}" type="presParOf" srcId="{1C6C2942-DF03-47E1-957E-10AA7EFA45D1}" destId="{B7558C1D-69DE-40F0-9825-0ABDAA541AA1}" srcOrd="1" destOrd="0" presId="urn:microsoft.com/office/officeart/2008/layout/HorizontalMultiLevelHierarchy"/>
    <dgm:cxn modelId="{00F4AF88-354E-2F4A-9610-9882751DB5DF}" type="presParOf" srcId="{B7558C1D-69DE-40F0-9825-0ABDAA541AA1}" destId="{2AB6B103-383A-4646-B997-35493E641470}" srcOrd="0" destOrd="0" presId="urn:microsoft.com/office/officeart/2008/layout/HorizontalMultiLevelHierarchy"/>
    <dgm:cxn modelId="{337DD217-569A-914E-8E36-5410DC90C271}" type="presParOf" srcId="{B7558C1D-69DE-40F0-9825-0ABDAA541AA1}" destId="{AC24CAA0-F008-41A6-AA89-C638035AADF0}" srcOrd="1" destOrd="0" presId="urn:microsoft.com/office/officeart/2008/layout/HorizontalMultiLevelHierarchy"/>
    <dgm:cxn modelId="{22B85B31-5842-4DD0-8FFC-DBAC36174DD6}" type="presParOf" srcId="{AC24CAA0-F008-41A6-AA89-C638035AADF0}" destId="{95554BA8-3D90-4BC6-9E14-1DEB9CDDA0EA}" srcOrd="0" destOrd="0" presId="urn:microsoft.com/office/officeart/2008/layout/HorizontalMultiLevelHierarchy"/>
    <dgm:cxn modelId="{7824346D-45CD-4CD9-9478-C85F201C37CE}" type="presParOf" srcId="{95554BA8-3D90-4BC6-9E14-1DEB9CDDA0EA}" destId="{33DEEC70-F62B-4CB8-8B2C-D5065288AC48}" srcOrd="0" destOrd="0" presId="urn:microsoft.com/office/officeart/2008/layout/HorizontalMultiLevelHierarchy"/>
    <dgm:cxn modelId="{35A3C887-D898-44F4-A4F4-AB57ECA44CA9}" type="presParOf" srcId="{AC24CAA0-F008-41A6-AA89-C638035AADF0}" destId="{7BA29BB5-4880-490B-92A5-4FEBFEEA4FDB}" srcOrd="1" destOrd="0" presId="urn:microsoft.com/office/officeart/2008/layout/HorizontalMultiLevelHierarchy"/>
    <dgm:cxn modelId="{B77F5F7F-E9DB-485A-9DFA-2CD05E2CBDAA}" type="presParOf" srcId="{7BA29BB5-4880-490B-92A5-4FEBFEEA4FDB}" destId="{B1659FBB-BFD5-41BC-806D-E8E17B7F6A2C}" srcOrd="0" destOrd="0" presId="urn:microsoft.com/office/officeart/2008/layout/HorizontalMultiLevelHierarchy"/>
    <dgm:cxn modelId="{DEB87768-88C9-48F8-B2AB-9544F4377E4F}" type="presParOf" srcId="{7BA29BB5-4880-490B-92A5-4FEBFEEA4FDB}" destId="{A7E97707-D952-49AE-B7DB-C4E84D39FC84}" srcOrd="1" destOrd="0" presId="urn:microsoft.com/office/officeart/2008/layout/HorizontalMultiLevelHierarchy"/>
    <dgm:cxn modelId="{B5A4B071-E9EB-467F-88FD-C9072EB9AFB7}" type="presParOf" srcId="{AC24CAA0-F008-41A6-AA89-C638035AADF0}" destId="{7F16E004-B0D6-4058-A9AF-BB8EAFE43F31}" srcOrd="2" destOrd="0" presId="urn:microsoft.com/office/officeart/2008/layout/HorizontalMultiLevelHierarchy"/>
    <dgm:cxn modelId="{3FC4E156-26AF-4F13-B1D4-E73CBE42E9E1}" type="presParOf" srcId="{7F16E004-B0D6-4058-A9AF-BB8EAFE43F31}" destId="{57FAF935-2218-4C02-B74F-E986B66CCE08}" srcOrd="0" destOrd="0" presId="urn:microsoft.com/office/officeart/2008/layout/HorizontalMultiLevelHierarchy"/>
    <dgm:cxn modelId="{94E9533C-46D6-424A-B765-75CDA58083C7}" type="presParOf" srcId="{AC24CAA0-F008-41A6-AA89-C638035AADF0}" destId="{4A7C8FA6-3E4C-408F-87AC-ACD89C32A793}" srcOrd="3" destOrd="0" presId="urn:microsoft.com/office/officeart/2008/layout/HorizontalMultiLevelHierarchy"/>
    <dgm:cxn modelId="{DBCB6E36-A65C-4956-88FC-9C552D923A1B}" type="presParOf" srcId="{4A7C8FA6-3E4C-408F-87AC-ACD89C32A793}" destId="{8DE7EE44-55C6-4FA5-9066-A575A9622104}" srcOrd="0" destOrd="0" presId="urn:microsoft.com/office/officeart/2008/layout/HorizontalMultiLevelHierarchy"/>
    <dgm:cxn modelId="{1FD10E9E-6D81-48B8-B9D3-0F6A2AD6E193}" type="presParOf" srcId="{4A7C8FA6-3E4C-408F-87AC-ACD89C32A793}" destId="{884D5963-F798-44A0-B6B2-81FEDA9C1261}" srcOrd="1" destOrd="0" presId="urn:microsoft.com/office/officeart/2008/layout/HorizontalMultiLevelHierarchy"/>
    <dgm:cxn modelId="{85220606-8EB1-ED4B-A8A8-EA921AC579E5}" type="presParOf" srcId="{1C6C2942-DF03-47E1-957E-10AA7EFA45D1}" destId="{A4F439B3-660C-403C-B5CC-975EC86D6F9F}" srcOrd="2" destOrd="0" presId="urn:microsoft.com/office/officeart/2008/layout/HorizontalMultiLevelHierarchy"/>
    <dgm:cxn modelId="{A13E6F4F-253C-CF4C-AB4A-9B49C2119DD4}" type="presParOf" srcId="{A4F439B3-660C-403C-B5CC-975EC86D6F9F}" destId="{94EACF8E-950A-4577-B0BB-6ACC9854EA74}" srcOrd="0" destOrd="0" presId="urn:microsoft.com/office/officeart/2008/layout/HorizontalMultiLevelHierarchy"/>
    <dgm:cxn modelId="{9F1B0C6D-DB0C-5145-B032-894D3105AF7E}" type="presParOf" srcId="{1C6C2942-DF03-47E1-957E-10AA7EFA45D1}" destId="{0C3DAABF-E04B-49D2-A2B2-19CC91B9F86C}" srcOrd="3" destOrd="0" presId="urn:microsoft.com/office/officeart/2008/layout/HorizontalMultiLevelHierarchy"/>
    <dgm:cxn modelId="{336B102B-725D-6549-8A3F-B071BF802840}" type="presParOf" srcId="{0C3DAABF-E04B-49D2-A2B2-19CC91B9F86C}" destId="{21E62671-985E-45BE-BEF4-D1C39E6FFDA6}" srcOrd="0" destOrd="0" presId="urn:microsoft.com/office/officeart/2008/layout/HorizontalMultiLevelHierarchy"/>
    <dgm:cxn modelId="{0B82EF4E-D92E-FC47-9E9F-25C39B31F23F}" type="presParOf" srcId="{0C3DAABF-E04B-49D2-A2B2-19CC91B9F86C}" destId="{EF695819-DAE1-43BA-8286-467335E2B87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73FF392B-E40B-4D9E-A61B-53139843858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D2B86115-4036-4094-BC4E-68F09CD51ED0}">
      <dgm:prSet phldrT="[Texto]" custT="1"/>
      <dgm:spPr/>
      <dgm:t>
        <a:bodyPr/>
        <a:lstStyle/>
        <a:p>
          <a:r>
            <a:rPr lang="es-MX" sz="2400" dirty="0"/>
            <a:t>Arrendamiento</a:t>
          </a:r>
        </a:p>
        <a:p>
          <a:r>
            <a:rPr lang="es-MX" sz="1000" dirty="0"/>
            <a:t>LISR 28-XIII</a:t>
          </a:r>
        </a:p>
      </dgm:t>
    </dgm:pt>
    <dgm:pt modelId="{E2B26171-54F3-4CEF-AF5D-A23DC3ECE315}" type="parTrans" cxnId="{F6C33800-F70E-4109-9E53-31DE769E29F8}">
      <dgm:prSet/>
      <dgm:spPr/>
      <dgm:t>
        <a:bodyPr/>
        <a:lstStyle/>
        <a:p>
          <a:endParaRPr lang="es-MX"/>
        </a:p>
      </dgm:t>
    </dgm:pt>
    <dgm:pt modelId="{284FB99B-CBC8-4C78-8D7B-671FF482599B}" type="sibTrans" cxnId="{F6C33800-F70E-4109-9E53-31DE769E29F8}">
      <dgm:prSet/>
      <dgm:spPr/>
      <dgm:t>
        <a:bodyPr/>
        <a:lstStyle/>
        <a:p>
          <a:endParaRPr lang="es-MX"/>
        </a:p>
      </dgm:t>
    </dgm:pt>
    <dgm:pt modelId="{2516D7B0-16A4-4FAB-B9FC-DC307D3D6349}">
      <dgm:prSet phldrT="[Texto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Aviones y Embarcaciones</a:t>
          </a:r>
        </a:p>
      </dgm:t>
    </dgm:pt>
    <dgm:pt modelId="{A7A4F862-1A67-4E9A-9B65-3A64DB4EB5FF}" type="parTrans" cxnId="{B1AD6A07-2707-442A-8025-FD360C468D4D}">
      <dgm:prSet/>
      <dgm:spPr/>
      <dgm:t>
        <a:bodyPr/>
        <a:lstStyle/>
        <a:p>
          <a:endParaRPr lang="es-MX"/>
        </a:p>
      </dgm:t>
    </dgm:pt>
    <dgm:pt modelId="{754A4163-B1A4-461E-8C61-C4E0D66B9F9D}" type="sibTrans" cxnId="{B1AD6A07-2707-442A-8025-FD360C468D4D}">
      <dgm:prSet/>
      <dgm:spPr/>
      <dgm:t>
        <a:bodyPr/>
        <a:lstStyle/>
        <a:p>
          <a:endParaRPr lang="es-MX"/>
        </a:p>
      </dgm:t>
    </dgm:pt>
    <dgm:pt modelId="{DEDCC785-27F1-40D4-A00F-0EA99DB0D517}">
      <dgm:prSet phldrT="[Texto]" custT="1"/>
      <dgm:spPr/>
      <dgm:t>
        <a:bodyPr/>
        <a:lstStyle/>
        <a:p>
          <a:r>
            <a:rPr lang="es-MX" sz="2400"/>
            <a:t>Automóviles</a:t>
          </a:r>
          <a:endParaRPr lang="es-MX" sz="2400" dirty="0"/>
        </a:p>
      </dgm:t>
    </dgm:pt>
    <dgm:pt modelId="{AAD02F48-32B9-4086-BC58-1AF617BC318F}" type="parTrans" cxnId="{C894DDA3-14A5-4E74-8D38-F342814271DC}">
      <dgm:prSet/>
      <dgm:spPr/>
      <dgm:t>
        <a:bodyPr/>
        <a:lstStyle/>
        <a:p>
          <a:endParaRPr lang="es-MX"/>
        </a:p>
      </dgm:t>
    </dgm:pt>
    <dgm:pt modelId="{A2E0242C-10BB-4496-BEAA-4354DA2BE504}" type="sibTrans" cxnId="{C894DDA3-14A5-4E74-8D38-F342814271DC}">
      <dgm:prSet/>
      <dgm:spPr/>
      <dgm:t>
        <a:bodyPr/>
        <a:lstStyle/>
        <a:p>
          <a:endParaRPr lang="es-MX"/>
        </a:p>
      </dgm:t>
    </dgm:pt>
    <dgm:pt modelId="{EAF9CBD6-9C07-428B-9AAC-8A2CA94D9076}">
      <dgm:prSet phldrT="[Texto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Casa Habitación</a:t>
          </a:r>
        </a:p>
      </dgm:t>
    </dgm:pt>
    <dgm:pt modelId="{FC173F04-5070-46E4-A83D-A8243889892D}" type="parTrans" cxnId="{BC19ACFA-8433-4B31-BA13-EC77D4AF8BD4}">
      <dgm:prSet/>
      <dgm:spPr/>
      <dgm:t>
        <a:bodyPr/>
        <a:lstStyle/>
        <a:p>
          <a:endParaRPr lang="es-MX"/>
        </a:p>
      </dgm:t>
    </dgm:pt>
    <dgm:pt modelId="{E221B2C2-DF8F-4FE3-89C1-52D1F82CA609}" type="sibTrans" cxnId="{BC19ACFA-8433-4B31-BA13-EC77D4AF8BD4}">
      <dgm:prSet/>
      <dgm:spPr/>
      <dgm:t>
        <a:bodyPr/>
        <a:lstStyle/>
        <a:p>
          <a:endParaRPr lang="es-MX"/>
        </a:p>
      </dgm:t>
    </dgm:pt>
    <dgm:pt modelId="{11E61949-D161-42C1-B6DA-773CBA3487D3}">
      <dgm:prSet/>
      <dgm:spPr>
        <a:solidFill>
          <a:srgbClr val="FF0000"/>
        </a:solidFill>
      </dgm:spPr>
      <dgm:t>
        <a:bodyPr/>
        <a:lstStyle/>
        <a:p>
          <a:r>
            <a:rPr lang="es-MX"/>
            <a:t>Casa </a:t>
          </a:r>
          <a:r>
            <a:rPr lang="es-MX" dirty="0"/>
            <a:t>de Recreo</a:t>
          </a:r>
        </a:p>
      </dgm:t>
    </dgm:pt>
    <dgm:pt modelId="{1E4A3625-713A-4466-AE32-39572914906F}" type="parTrans" cxnId="{3FA718EC-5C51-4400-8BFC-79E5737AFE30}">
      <dgm:prSet/>
      <dgm:spPr/>
      <dgm:t>
        <a:bodyPr/>
        <a:lstStyle/>
        <a:p>
          <a:endParaRPr lang="es-MX"/>
        </a:p>
      </dgm:t>
    </dgm:pt>
    <dgm:pt modelId="{D211F1C2-F056-48F8-812E-2FD46F3EACDA}" type="sibTrans" cxnId="{3FA718EC-5C51-4400-8BFC-79E5737AFE30}">
      <dgm:prSet/>
      <dgm:spPr/>
      <dgm:t>
        <a:bodyPr/>
        <a:lstStyle/>
        <a:p>
          <a:endParaRPr lang="es-MX"/>
        </a:p>
      </dgm:t>
    </dgm:pt>
    <dgm:pt modelId="{D2210D88-2CB6-4C4E-9034-442330A5BB82}">
      <dgm:prSet/>
      <dgm:spPr/>
      <dgm:t>
        <a:bodyPr/>
        <a:lstStyle/>
        <a:p>
          <a:r>
            <a:rPr lang="es-MX" dirty="0"/>
            <a:t>$200 diarios</a:t>
          </a:r>
        </a:p>
      </dgm:t>
    </dgm:pt>
    <dgm:pt modelId="{D61FB1C3-9ACC-4B8B-9CE1-A5B88D341E6E}" type="parTrans" cxnId="{8DA66E5E-CDDB-4292-8150-B2BB6B9DF9CF}">
      <dgm:prSet/>
      <dgm:spPr/>
      <dgm:t>
        <a:bodyPr/>
        <a:lstStyle/>
        <a:p>
          <a:endParaRPr lang="es-MX"/>
        </a:p>
      </dgm:t>
    </dgm:pt>
    <dgm:pt modelId="{4775D00A-F348-425B-B35E-8E7FD7E4D780}" type="sibTrans" cxnId="{8DA66E5E-CDDB-4292-8150-B2BB6B9DF9CF}">
      <dgm:prSet/>
      <dgm:spPr/>
      <dgm:t>
        <a:bodyPr/>
        <a:lstStyle/>
        <a:p>
          <a:endParaRPr lang="es-MX"/>
        </a:p>
      </dgm:t>
    </dgm:pt>
    <dgm:pt modelId="{914BEB0D-618E-49D6-84B8-572499A7F05D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Autorización SAT</a:t>
          </a:r>
        </a:p>
      </dgm:t>
    </dgm:pt>
    <dgm:pt modelId="{9CAFA826-3732-46D5-A8A2-34A472C7A058}" type="parTrans" cxnId="{BDD909E9-1140-4DD7-A3BC-29C2C229C2D1}">
      <dgm:prSet/>
      <dgm:spPr/>
      <dgm:t>
        <a:bodyPr/>
        <a:lstStyle/>
        <a:p>
          <a:endParaRPr lang="es-MX"/>
        </a:p>
      </dgm:t>
    </dgm:pt>
    <dgm:pt modelId="{0F64503E-9BF4-4FB9-9265-674360CDF7C0}" type="sibTrans" cxnId="{BDD909E9-1140-4DD7-A3BC-29C2C229C2D1}">
      <dgm:prSet/>
      <dgm:spPr/>
      <dgm:t>
        <a:bodyPr/>
        <a:lstStyle/>
        <a:p>
          <a:endParaRPr lang="es-MX"/>
        </a:p>
      </dgm:t>
    </dgm:pt>
    <dgm:pt modelId="{E463C621-56BE-4526-B158-B80A8FF0954E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Con Concesión para explotación comercial</a:t>
          </a:r>
        </a:p>
      </dgm:t>
    </dgm:pt>
    <dgm:pt modelId="{E97E90A5-5667-49D9-9AA5-DD296EA27911}" type="parTrans" cxnId="{4A9CED34-1F37-4388-A891-1922B9FD7C57}">
      <dgm:prSet/>
      <dgm:spPr/>
      <dgm:t>
        <a:bodyPr/>
        <a:lstStyle/>
        <a:p>
          <a:endParaRPr lang="es-MX"/>
        </a:p>
      </dgm:t>
    </dgm:pt>
    <dgm:pt modelId="{8ED3D81C-8C2A-418D-82EB-48107E20203B}" type="sibTrans" cxnId="{4A9CED34-1F37-4388-A891-1922B9FD7C57}">
      <dgm:prSet/>
      <dgm:spPr/>
      <dgm:t>
        <a:bodyPr/>
        <a:lstStyle/>
        <a:p>
          <a:endParaRPr lang="es-MX"/>
        </a:p>
      </dgm:t>
    </dgm:pt>
    <dgm:pt modelId="{398CE705-9AD4-4D8F-85AA-4ED0658993E1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Sin Concesión para </a:t>
          </a:r>
          <a:r>
            <a:rPr lang="es-MX"/>
            <a:t>explotación comercial</a:t>
          </a:r>
          <a:endParaRPr lang="es-MX" dirty="0"/>
        </a:p>
      </dgm:t>
    </dgm:pt>
    <dgm:pt modelId="{50DD99FC-0A70-4E82-B650-3A633A743B0A}" type="parTrans" cxnId="{AFBE5ECC-4D4A-4D6C-BE78-AC5528B61E6C}">
      <dgm:prSet/>
      <dgm:spPr/>
      <dgm:t>
        <a:bodyPr/>
        <a:lstStyle/>
        <a:p>
          <a:endParaRPr lang="es-MX"/>
        </a:p>
      </dgm:t>
    </dgm:pt>
    <dgm:pt modelId="{AD2D7DF4-8EFE-4617-A6F0-224D22BFDCC0}" type="sibTrans" cxnId="{AFBE5ECC-4D4A-4D6C-BE78-AC5528B61E6C}">
      <dgm:prSet/>
      <dgm:spPr/>
      <dgm:t>
        <a:bodyPr/>
        <a:lstStyle/>
        <a:p>
          <a:endParaRPr lang="es-MX"/>
        </a:p>
      </dgm:t>
    </dgm:pt>
    <dgm:pt modelId="{56722F61-6312-46F3-A4C9-549D2FA1D50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$285 </a:t>
          </a:r>
          <a:r>
            <a:rPr lang="en-US" sz="2400" dirty="0" err="1"/>
            <a:t>diarios</a:t>
          </a:r>
          <a:endParaRPr lang="en-US" sz="2400" dirty="0"/>
        </a:p>
        <a:p>
          <a:pPr>
            <a:lnSpc>
              <a:spcPct val="100000"/>
            </a:lnSpc>
          </a:pPr>
          <a:r>
            <a:rPr lang="en-US" sz="1400" dirty="0"/>
            <a:t>(</a:t>
          </a:r>
          <a:r>
            <a:rPr lang="en-US" sz="1400" dirty="0" err="1"/>
            <a:t>eléctricos</a:t>
          </a:r>
          <a:r>
            <a:rPr lang="en-US" sz="1400" dirty="0"/>
            <a:t>, </a:t>
          </a:r>
          <a:r>
            <a:rPr lang="en-US" sz="1400" dirty="0" err="1"/>
            <a:t>híbridos</a:t>
          </a:r>
          <a:r>
            <a:rPr lang="en-US" sz="1400" dirty="0"/>
            <a:t> e </a:t>
          </a:r>
          <a:r>
            <a:rPr lang="en-US" sz="1400" dirty="0" err="1"/>
            <a:t>hidrógeno</a:t>
          </a:r>
          <a:r>
            <a:rPr lang="en-US" sz="1400" dirty="0"/>
            <a:t>)</a:t>
          </a:r>
          <a:endParaRPr lang="en-US" sz="2400" dirty="0"/>
        </a:p>
      </dgm:t>
    </dgm:pt>
    <dgm:pt modelId="{D5E77149-78E6-46C4-A4D3-C7C30A0208C6}" type="parTrans" cxnId="{11AD4B92-BC5C-4783-B5EA-16C5854EEF67}">
      <dgm:prSet/>
      <dgm:spPr/>
      <dgm:t>
        <a:bodyPr/>
        <a:lstStyle/>
        <a:p>
          <a:endParaRPr lang="en-US"/>
        </a:p>
      </dgm:t>
    </dgm:pt>
    <dgm:pt modelId="{B27A755F-0261-4141-B8A8-651620A134A9}" type="sibTrans" cxnId="{11AD4B92-BC5C-4783-B5EA-16C5854EEF67}">
      <dgm:prSet/>
      <dgm:spPr/>
      <dgm:t>
        <a:bodyPr/>
        <a:lstStyle/>
        <a:p>
          <a:endParaRPr lang="en-US"/>
        </a:p>
      </dgm:t>
    </dgm:pt>
    <dgm:pt modelId="{046875A4-3B32-458C-BA40-9C260C2397EB}" type="pres">
      <dgm:prSet presAssocID="{73FF392B-E40B-4D9E-A61B-53139843858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CDC8F10-0BBD-4385-BA1A-7B970CEC9F6D}" type="pres">
      <dgm:prSet presAssocID="{D2B86115-4036-4094-BC4E-68F09CD51ED0}" presName="root1" presStyleCnt="0"/>
      <dgm:spPr/>
    </dgm:pt>
    <dgm:pt modelId="{6E7BBEE0-A604-4B33-BE30-E68BE6A14160}" type="pres">
      <dgm:prSet presAssocID="{D2B86115-4036-4094-BC4E-68F09CD51ED0}" presName="LevelOneTextNode" presStyleLbl="node0" presStyleIdx="0" presStyleCnt="1">
        <dgm:presLayoutVars>
          <dgm:chPref val="3"/>
        </dgm:presLayoutVars>
      </dgm:prSet>
      <dgm:spPr/>
    </dgm:pt>
    <dgm:pt modelId="{73F1FC8E-85AD-4D62-9BEF-7F3C68F13AB4}" type="pres">
      <dgm:prSet presAssocID="{D2B86115-4036-4094-BC4E-68F09CD51ED0}" presName="level2hierChild" presStyleCnt="0"/>
      <dgm:spPr/>
    </dgm:pt>
    <dgm:pt modelId="{78C7F0C1-6CA0-448F-9A44-7092A5244124}" type="pres">
      <dgm:prSet presAssocID="{A7A4F862-1A67-4E9A-9B65-3A64DB4EB5FF}" presName="conn2-1" presStyleLbl="parChTrans1D2" presStyleIdx="0" presStyleCnt="4"/>
      <dgm:spPr/>
    </dgm:pt>
    <dgm:pt modelId="{FB14A4AB-F0AB-44D5-AA29-8468D1EAFB60}" type="pres">
      <dgm:prSet presAssocID="{A7A4F862-1A67-4E9A-9B65-3A64DB4EB5FF}" presName="connTx" presStyleLbl="parChTrans1D2" presStyleIdx="0" presStyleCnt="4"/>
      <dgm:spPr/>
    </dgm:pt>
    <dgm:pt modelId="{7D52E27E-4E0C-4E07-BE71-77609722B378}" type="pres">
      <dgm:prSet presAssocID="{2516D7B0-16A4-4FAB-B9FC-DC307D3D6349}" presName="root2" presStyleCnt="0"/>
      <dgm:spPr/>
    </dgm:pt>
    <dgm:pt modelId="{49ABAE27-EB69-4E45-9F7F-3CE463DDFEA9}" type="pres">
      <dgm:prSet presAssocID="{2516D7B0-16A4-4FAB-B9FC-DC307D3D6349}" presName="LevelTwoTextNode" presStyleLbl="node2" presStyleIdx="0" presStyleCnt="4">
        <dgm:presLayoutVars>
          <dgm:chPref val="3"/>
        </dgm:presLayoutVars>
      </dgm:prSet>
      <dgm:spPr/>
    </dgm:pt>
    <dgm:pt modelId="{718BB6A1-38E3-4BD1-B861-0F4B23061284}" type="pres">
      <dgm:prSet presAssocID="{2516D7B0-16A4-4FAB-B9FC-DC307D3D6349}" presName="level3hierChild" presStyleCnt="0"/>
      <dgm:spPr/>
    </dgm:pt>
    <dgm:pt modelId="{82D07768-3711-45C8-82F5-F5154ABCD50F}" type="pres">
      <dgm:prSet presAssocID="{E97E90A5-5667-49D9-9AA5-DD296EA27911}" presName="conn2-1" presStyleLbl="parChTrans1D3" presStyleIdx="0" presStyleCnt="5"/>
      <dgm:spPr/>
    </dgm:pt>
    <dgm:pt modelId="{5FCB4E5D-B9C8-4FD6-A41D-C62C0DCB8159}" type="pres">
      <dgm:prSet presAssocID="{E97E90A5-5667-49D9-9AA5-DD296EA27911}" presName="connTx" presStyleLbl="parChTrans1D3" presStyleIdx="0" presStyleCnt="5"/>
      <dgm:spPr/>
    </dgm:pt>
    <dgm:pt modelId="{492C7BD7-42E8-47C4-A339-72862061A665}" type="pres">
      <dgm:prSet presAssocID="{E463C621-56BE-4526-B158-B80A8FF0954E}" presName="root2" presStyleCnt="0"/>
      <dgm:spPr/>
    </dgm:pt>
    <dgm:pt modelId="{4A3351D8-6CDD-4FE2-810E-220CA57365B8}" type="pres">
      <dgm:prSet presAssocID="{E463C621-56BE-4526-B158-B80A8FF0954E}" presName="LevelTwoTextNode" presStyleLbl="node3" presStyleIdx="0" presStyleCnt="5">
        <dgm:presLayoutVars>
          <dgm:chPref val="3"/>
        </dgm:presLayoutVars>
      </dgm:prSet>
      <dgm:spPr/>
    </dgm:pt>
    <dgm:pt modelId="{9E712404-51C9-4B1F-BF44-5B350A753B61}" type="pres">
      <dgm:prSet presAssocID="{E463C621-56BE-4526-B158-B80A8FF0954E}" presName="level3hierChild" presStyleCnt="0"/>
      <dgm:spPr/>
    </dgm:pt>
    <dgm:pt modelId="{73D52FDC-81A0-4EC1-9AC2-4CA303BE7555}" type="pres">
      <dgm:prSet presAssocID="{50DD99FC-0A70-4E82-B650-3A633A743B0A}" presName="conn2-1" presStyleLbl="parChTrans1D3" presStyleIdx="1" presStyleCnt="5"/>
      <dgm:spPr/>
    </dgm:pt>
    <dgm:pt modelId="{15963125-7B07-4560-B358-B00DCAEA806F}" type="pres">
      <dgm:prSet presAssocID="{50DD99FC-0A70-4E82-B650-3A633A743B0A}" presName="connTx" presStyleLbl="parChTrans1D3" presStyleIdx="1" presStyleCnt="5"/>
      <dgm:spPr/>
    </dgm:pt>
    <dgm:pt modelId="{ED87AADC-8312-402C-BF93-19EF6A4D8935}" type="pres">
      <dgm:prSet presAssocID="{398CE705-9AD4-4D8F-85AA-4ED0658993E1}" presName="root2" presStyleCnt="0"/>
      <dgm:spPr/>
    </dgm:pt>
    <dgm:pt modelId="{6B5147EA-19C9-4DE9-82AA-BEDD7A2975E6}" type="pres">
      <dgm:prSet presAssocID="{398CE705-9AD4-4D8F-85AA-4ED0658993E1}" presName="LevelTwoTextNode" presStyleLbl="node3" presStyleIdx="1" presStyleCnt="5">
        <dgm:presLayoutVars>
          <dgm:chPref val="3"/>
        </dgm:presLayoutVars>
      </dgm:prSet>
      <dgm:spPr/>
    </dgm:pt>
    <dgm:pt modelId="{59EC5B5A-7B59-4B98-9108-53EA26680A66}" type="pres">
      <dgm:prSet presAssocID="{398CE705-9AD4-4D8F-85AA-4ED0658993E1}" presName="level3hierChild" presStyleCnt="0"/>
      <dgm:spPr/>
    </dgm:pt>
    <dgm:pt modelId="{6D6391CC-51DF-4573-87A8-DC5D57D6F719}" type="pres">
      <dgm:prSet presAssocID="{AAD02F48-32B9-4086-BC58-1AF617BC318F}" presName="conn2-1" presStyleLbl="parChTrans1D2" presStyleIdx="1" presStyleCnt="4"/>
      <dgm:spPr/>
    </dgm:pt>
    <dgm:pt modelId="{77210703-0EB7-477A-8CA0-46151AED7607}" type="pres">
      <dgm:prSet presAssocID="{AAD02F48-32B9-4086-BC58-1AF617BC318F}" presName="connTx" presStyleLbl="parChTrans1D2" presStyleIdx="1" presStyleCnt="4"/>
      <dgm:spPr/>
    </dgm:pt>
    <dgm:pt modelId="{CF29EA6D-9E2B-46E5-866A-4BF30A201592}" type="pres">
      <dgm:prSet presAssocID="{DEDCC785-27F1-40D4-A00F-0EA99DB0D517}" presName="root2" presStyleCnt="0"/>
      <dgm:spPr/>
    </dgm:pt>
    <dgm:pt modelId="{02A28B43-CE0B-49D0-A4F2-5BE23F43AFF5}" type="pres">
      <dgm:prSet presAssocID="{DEDCC785-27F1-40D4-A00F-0EA99DB0D517}" presName="LevelTwoTextNode" presStyleLbl="node2" presStyleIdx="1" presStyleCnt="4">
        <dgm:presLayoutVars>
          <dgm:chPref val="3"/>
        </dgm:presLayoutVars>
      </dgm:prSet>
      <dgm:spPr/>
    </dgm:pt>
    <dgm:pt modelId="{6540B29C-1DD0-4B33-B1B1-84E72B649AD9}" type="pres">
      <dgm:prSet presAssocID="{DEDCC785-27F1-40D4-A00F-0EA99DB0D517}" presName="level3hierChild" presStyleCnt="0"/>
      <dgm:spPr/>
    </dgm:pt>
    <dgm:pt modelId="{19279FAA-FC09-43BB-A51B-C2971F4899A6}" type="pres">
      <dgm:prSet presAssocID="{D61FB1C3-9ACC-4B8B-9CE1-A5B88D341E6E}" presName="conn2-1" presStyleLbl="parChTrans1D3" presStyleIdx="2" presStyleCnt="5"/>
      <dgm:spPr/>
    </dgm:pt>
    <dgm:pt modelId="{9D8C9792-D1EA-4435-AF7A-DF2136B26E8D}" type="pres">
      <dgm:prSet presAssocID="{D61FB1C3-9ACC-4B8B-9CE1-A5B88D341E6E}" presName="connTx" presStyleLbl="parChTrans1D3" presStyleIdx="2" presStyleCnt="5"/>
      <dgm:spPr/>
    </dgm:pt>
    <dgm:pt modelId="{1DDC7FD8-4214-46C9-B1D2-1B2CB86F490D}" type="pres">
      <dgm:prSet presAssocID="{D2210D88-2CB6-4C4E-9034-442330A5BB82}" presName="root2" presStyleCnt="0"/>
      <dgm:spPr/>
    </dgm:pt>
    <dgm:pt modelId="{1D71692C-298A-45FB-9C43-4D4EED162937}" type="pres">
      <dgm:prSet presAssocID="{D2210D88-2CB6-4C4E-9034-442330A5BB82}" presName="LevelTwoTextNode" presStyleLbl="node3" presStyleIdx="2" presStyleCnt="5">
        <dgm:presLayoutVars>
          <dgm:chPref val="3"/>
        </dgm:presLayoutVars>
      </dgm:prSet>
      <dgm:spPr/>
    </dgm:pt>
    <dgm:pt modelId="{95CE8F6B-144B-4506-956C-A42014D71FA8}" type="pres">
      <dgm:prSet presAssocID="{D2210D88-2CB6-4C4E-9034-442330A5BB82}" presName="level3hierChild" presStyleCnt="0"/>
      <dgm:spPr/>
    </dgm:pt>
    <dgm:pt modelId="{6E3848CE-3EC1-49A5-AD7F-ED13DB8D27E5}" type="pres">
      <dgm:prSet presAssocID="{D5E77149-78E6-46C4-A4D3-C7C30A0208C6}" presName="conn2-1" presStyleLbl="parChTrans1D3" presStyleIdx="3" presStyleCnt="5"/>
      <dgm:spPr/>
    </dgm:pt>
    <dgm:pt modelId="{1FADE2F5-C446-4B21-9FF5-26F51AC5C34B}" type="pres">
      <dgm:prSet presAssocID="{D5E77149-78E6-46C4-A4D3-C7C30A0208C6}" presName="connTx" presStyleLbl="parChTrans1D3" presStyleIdx="3" presStyleCnt="5"/>
      <dgm:spPr/>
    </dgm:pt>
    <dgm:pt modelId="{DB5A3041-BA27-4A5D-8853-74497E8F57D7}" type="pres">
      <dgm:prSet presAssocID="{56722F61-6312-46F3-A4C9-549D2FA1D50C}" presName="root2" presStyleCnt="0"/>
      <dgm:spPr/>
    </dgm:pt>
    <dgm:pt modelId="{71997A12-EC38-44AA-B763-277937A4CB0D}" type="pres">
      <dgm:prSet presAssocID="{56722F61-6312-46F3-A4C9-549D2FA1D50C}" presName="LevelTwoTextNode" presStyleLbl="node3" presStyleIdx="3" presStyleCnt="5">
        <dgm:presLayoutVars>
          <dgm:chPref val="3"/>
        </dgm:presLayoutVars>
      </dgm:prSet>
      <dgm:spPr/>
    </dgm:pt>
    <dgm:pt modelId="{B742B003-C249-4615-925E-45E2C6C18B03}" type="pres">
      <dgm:prSet presAssocID="{56722F61-6312-46F3-A4C9-549D2FA1D50C}" presName="level3hierChild" presStyleCnt="0"/>
      <dgm:spPr/>
    </dgm:pt>
    <dgm:pt modelId="{42B2FC68-B679-4EAE-AFF8-ED5A41E6BE63}" type="pres">
      <dgm:prSet presAssocID="{FC173F04-5070-46E4-A83D-A8243889892D}" presName="conn2-1" presStyleLbl="parChTrans1D2" presStyleIdx="2" presStyleCnt="4"/>
      <dgm:spPr/>
    </dgm:pt>
    <dgm:pt modelId="{18573E13-BB56-432F-9C37-26571BA1A7EF}" type="pres">
      <dgm:prSet presAssocID="{FC173F04-5070-46E4-A83D-A8243889892D}" presName="connTx" presStyleLbl="parChTrans1D2" presStyleIdx="2" presStyleCnt="4"/>
      <dgm:spPr/>
    </dgm:pt>
    <dgm:pt modelId="{43D43302-EBFF-4F58-8952-AE38DC99D59E}" type="pres">
      <dgm:prSet presAssocID="{EAF9CBD6-9C07-428B-9AAC-8A2CA94D9076}" presName="root2" presStyleCnt="0"/>
      <dgm:spPr/>
    </dgm:pt>
    <dgm:pt modelId="{4ABD2B8F-DB7B-43A2-B0BB-927EA2C685C0}" type="pres">
      <dgm:prSet presAssocID="{EAF9CBD6-9C07-428B-9AAC-8A2CA94D9076}" presName="LevelTwoTextNode" presStyleLbl="node2" presStyleIdx="2" presStyleCnt="4">
        <dgm:presLayoutVars>
          <dgm:chPref val="3"/>
        </dgm:presLayoutVars>
      </dgm:prSet>
      <dgm:spPr/>
    </dgm:pt>
    <dgm:pt modelId="{5552A844-8E9D-4D2E-8B29-C6578DD8F752}" type="pres">
      <dgm:prSet presAssocID="{EAF9CBD6-9C07-428B-9AAC-8A2CA94D9076}" presName="level3hierChild" presStyleCnt="0"/>
      <dgm:spPr/>
    </dgm:pt>
    <dgm:pt modelId="{F798D0D6-D2F8-4AA2-BBEE-32D435FAAF36}" type="pres">
      <dgm:prSet presAssocID="{9CAFA826-3732-46D5-A8A2-34A472C7A058}" presName="conn2-1" presStyleLbl="parChTrans1D3" presStyleIdx="4" presStyleCnt="5"/>
      <dgm:spPr/>
    </dgm:pt>
    <dgm:pt modelId="{871710F7-B235-46AC-97BD-43900A381065}" type="pres">
      <dgm:prSet presAssocID="{9CAFA826-3732-46D5-A8A2-34A472C7A058}" presName="connTx" presStyleLbl="parChTrans1D3" presStyleIdx="4" presStyleCnt="5"/>
      <dgm:spPr/>
    </dgm:pt>
    <dgm:pt modelId="{DEFFA94E-0D2C-42A5-99BE-800993759314}" type="pres">
      <dgm:prSet presAssocID="{914BEB0D-618E-49D6-84B8-572499A7F05D}" presName="root2" presStyleCnt="0"/>
      <dgm:spPr/>
    </dgm:pt>
    <dgm:pt modelId="{032D32F8-B89F-496B-A273-1E544EB2CB35}" type="pres">
      <dgm:prSet presAssocID="{914BEB0D-618E-49D6-84B8-572499A7F05D}" presName="LevelTwoTextNode" presStyleLbl="node3" presStyleIdx="4" presStyleCnt="5">
        <dgm:presLayoutVars>
          <dgm:chPref val="3"/>
        </dgm:presLayoutVars>
      </dgm:prSet>
      <dgm:spPr/>
    </dgm:pt>
    <dgm:pt modelId="{D5659464-CC9C-4432-85DA-1174DE0D3A1B}" type="pres">
      <dgm:prSet presAssocID="{914BEB0D-618E-49D6-84B8-572499A7F05D}" presName="level3hierChild" presStyleCnt="0"/>
      <dgm:spPr/>
    </dgm:pt>
    <dgm:pt modelId="{84983F07-46B3-404F-8819-3AE7C2150BEB}" type="pres">
      <dgm:prSet presAssocID="{1E4A3625-713A-4466-AE32-39572914906F}" presName="conn2-1" presStyleLbl="parChTrans1D2" presStyleIdx="3" presStyleCnt="4"/>
      <dgm:spPr/>
    </dgm:pt>
    <dgm:pt modelId="{ABEB11F6-FF4B-4FAF-BADA-3AA0BB8DA181}" type="pres">
      <dgm:prSet presAssocID="{1E4A3625-713A-4466-AE32-39572914906F}" presName="connTx" presStyleLbl="parChTrans1D2" presStyleIdx="3" presStyleCnt="4"/>
      <dgm:spPr/>
    </dgm:pt>
    <dgm:pt modelId="{E3B14A4F-A198-4EA1-8BE6-DCE349B0A7C7}" type="pres">
      <dgm:prSet presAssocID="{11E61949-D161-42C1-B6DA-773CBA3487D3}" presName="root2" presStyleCnt="0"/>
      <dgm:spPr/>
    </dgm:pt>
    <dgm:pt modelId="{905B568B-E7BE-4A40-86F1-C79B61119EB3}" type="pres">
      <dgm:prSet presAssocID="{11E61949-D161-42C1-B6DA-773CBA3487D3}" presName="LevelTwoTextNode" presStyleLbl="node2" presStyleIdx="3" presStyleCnt="4">
        <dgm:presLayoutVars>
          <dgm:chPref val="3"/>
        </dgm:presLayoutVars>
      </dgm:prSet>
      <dgm:spPr/>
    </dgm:pt>
    <dgm:pt modelId="{99568C74-A307-43DD-B44B-0DE56C5667B6}" type="pres">
      <dgm:prSet presAssocID="{11E61949-D161-42C1-B6DA-773CBA3487D3}" presName="level3hierChild" presStyleCnt="0"/>
      <dgm:spPr/>
    </dgm:pt>
  </dgm:ptLst>
  <dgm:cxnLst>
    <dgm:cxn modelId="{F6C33800-F70E-4109-9E53-31DE769E29F8}" srcId="{73FF392B-E40B-4D9E-A61B-53139843858F}" destId="{D2B86115-4036-4094-BC4E-68F09CD51ED0}" srcOrd="0" destOrd="0" parTransId="{E2B26171-54F3-4CEF-AF5D-A23DC3ECE315}" sibTransId="{284FB99B-CBC8-4C78-8D7B-671FF482599B}"/>
    <dgm:cxn modelId="{92A63F03-FBF0-304E-8404-63732629B7AF}" type="presOf" srcId="{D61FB1C3-9ACC-4B8B-9CE1-A5B88D341E6E}" destId="{19279FAA-FC09-43BB-A51B-C2971F4899A6}" srcOrd="0" destOrd="0" presId="urn:microsoft.com/office/officeart/2008/layout/HorizontalMultiLevelHierarchy"/>
    <dgm:cxn modelId="{B1AD6A07-2707-442A-8025-FD360C468D4D}" srcId="{D2B86115-4036-4094-BC4E-68F09CD51ED0}" destId="{2516D7B0-16A4-4FAB-B9FC-DC307D3D6349}" srcOrd="0" destOrd="0" parTransId="{A7A4F862-1A67-4E9A-9B65-3A64DB4EB5FF}" sibTransId="{754A4163-B1A4-461E-8C61-C4E0D66B9F9D}"/>
    <dgm:cxn modelId="{10435428-C8E2-E34C-9819-919CD48DE577}" type="presOf" srcId="{E97E90A5-5667-49D9-9AA5-DD296EA27911}" destId="{5FCB4E5D-B9C8-4FD6-A41D-C62C0DCB8159}" srcOrd="1" destOrd="0" presId="urn:microsoft.com/office/officeart/2008/layout/HorizontalMultiLevelHierarchy"/>
    <dgm:cxn modelId="{FA0F1E33-F0D7-4342-8717-DA46617FCDC5}" type="presOf" srcId="{AAD02F48-32B9-4086-BC58-1AF617BC318F}" destId="{6D6391CC-51DF-4573-87A8-DC5D57D6F719}" srcOrd="0" destOrd="0" presId="urn:microsoft.com/office/officeart/2008/layout/HorizontalMultiLevelHierarchy"/>
    <dgm:cxn modelId="{4A9CED34-1F37-4388-A891-1922B9FD7C57}" srcId="{2516D7B0-16A4-4FAB-B9FC-DC307D3D6349}" destId="{E463C621-56BE-4526-B158-B80A8FF0954E}" srcOrd="0" destOrd="0" parTransId="{E97E90A5-5667-49D9-9AA5-DD296EA27911}" sibTransId="{8ED3D81C-8C2A-418D-82EB-48107E20203B}"/>
    <dgm:cxn modelId="{000B433D-FC74-8A42-B79F-B2D9E147D09F}" type="presOf" srcId="{E97E90A5-5667-49D9-9AA5-DD296EA27911}" destId="{82D07768-3711-45C8-82F5-F5154ABCD50F}" srcOrd="0" destOrd="0" presId="urn:microsoft.com/office/officeart/2008/layout/HorizontalMultiLevelHierarchy"/>
    <dgm:cxn modelId="{2CB0323F-47F7-9142-863E-6A9A58D33F44}" type="presOf" srcId="{9CAFA826-3732-46D5-A8A2-34A472C7A058}" destId="{871710F7-B235-46AC-97BD-43900A381065}" srcOrd="1" destOrd="0" presId="urn:microsoft.com/office/officeart/2008/layout/HorizontalMultiLevelHierarchy"/>
    <dgm:cxn modelId="{BEA9315D-019A-A347-9EC2-774F0F5400A2}" type="presOf" srcId="{2516D7B0-16A4-4FAB-B9FC-DC307D3D6349}" destId="{49ABAE27-EB69-4E45-9F7F-3CE463DDFEA9}" srcOrd="0" destOrd="0" presId="urn:microsoft.com/office/officeart/2008/layout/HorizontalMultiLevelHierarchy"/>
    <dgm:cxn modelId="{8DA66E5E-CDDB-4292-8150-B2BB6B9DF9CF}" srcId="{DEDCC785-27F1-40D4-A00F-0EA99DB0D517}" destId="{D2210D88-2CB6-4C4E-9034-442330A5BB82}" srcOrd="0" destOrd="0" parTransId="{D61FB1C3-9ACC-4B8B-9CE1-A5B88D341E6E}" sibTransId="{4775D00A-F348-425B-B35E-8E7FD7E4D780}"/>
    <dgm:cxn modelId="{93D4E944-D1CC-454D-BAF5-1E0FA12716B2}" type="presOf" srcId="{D2B86115-4036-4094-BC4E-68F09CD51ED0}" destId="{6E7BBEE0-A604-4B33-BE30-E68BE6A14160}" srcOrd="0" destOrd="0" presId="urn:microsoft.com/office/officeart/2008/layout/HorizontalMultiLevelHierarchy"/>
    <dgm:cxn modelId="{3A7FF347-C35D-BD49-9F17-86BCF1087534}" type="presOf" srcId="{AAD02F48-32B9-4086-BC58-1AF617BC318F}" destId="{77210703-0EB7-477A-8CA0-46151AED7607}" srcOrd="1" destOrd="0" presId="urn:microsoft.com/office/officeart/2008/layout/HorizontalMultiLevelHierarchy"/>
    <dgm:cxn modelId="{C0B4766A-4270-6543-9564-DA308CAFF65D}" type="presOf" srcId="{A7A4F862-1A67-4E9A-9B65-3A64DB4EB5FF}" destId="{78C7F0C1-6CA0-448F-9A44-7092A5244124}" srcOrd="0" destOrd="0" presId="urn:microsoft.com/office/officeart/2008/layout/HorizontalMultiLevelHierarchy"/>
    <dgm:cxn modelId="{59A4244B-7527-8D45-AC61-21381B5A2530}" type="presOf" srcId="{398CE705-9AD4-4D8F-85AA-4ED0658993E1}" destId="{6B5147EA-19C9-4DE9-82AA-BEDD7A2975E6}" srcOrd="0" destOrd="0" presId="urn:microsoft.com/office/officeart/2008/layout/HorizontalMultiLevelHierarchy"/>
    <dgm:cxn modelId="{5EE42750-233F-6C4B-BD20-A9220C73F572}" type="presOf" srcId="{73FF392B-E40B-4D9E-A61B-53139843858F}" destId="{046875A4-3B32-458C-BA40-9C260C2397EB}" srcOrd="0" destOrd="0" presId="urn:microsoft.com/office/officeart/2008/layout/HorizontalMultiLevelHierarchy"/>
    <dgm:cxn modelId="{F0B91A75-74C0-5A4E-A0E7-E426B7BCD93E}" type="presOf" srcId="{D61FB1C3-9ACC-4B8B-9CE1-A5B88D341E6E}" destId="{9D8C9792-D1EA-4435-AF7A-DF2136B26E8D}" srcOrd="1" destOrd="0" presId="urn:microsoft.com/office/officeart/2008/layout/HorizontalMultiLevelHierarchy"/>
    <dgm:cxn modelId="{4F80237B-7F04-EC4B-B89C-9CCE6E277FC8}" type="presOf" srcId="{A7A4F862-1A67-4E9A-9B65-3A64DB4EB5FF}" destId="{FB14A4AB-F0AB-44D5-AA29-8468D1EAFB60}" srcOrd="1" destOrd="0" presId="urn:microsoft.com/office/officeart/2008/layout/HorizontalMultiLevelHierarchy"/>
    <dgm:cxn modelId="{48E60F83-B6F5-D04A-827F-A5C49660A3DC}" type="presOf" srcId="{FC173F04-5070-46E4-A83D-A8243889892D}" destId="{42B2FC68-B679-4EAE-AFF8-ED5A41E6BE63}" srcOrd="0" destOrd="0" presId="urn:microsoft.com/office/officeart/2008/layout/HorizontalMultiLevelHierarchy"/>
    <dgm:cxn modelId="{98A29583-947B-9848-A484-37E04A1F4375}" type="presOf" srcId="{D2210D88-2CB6-4C4E-9034-442330A5BB82}" destId="{1D71692C-298A-45FB-9C43-4D4EED162937}" srcOrd="0" destOrd="0" presId="urn:microsoft.com/office/officeart/2008/layout/HorizontalMultiLevelHierarchy"/>
    <dgm:cxn modelId="{11AD4B92-BC5C-4783-B5EA-16C5854EEF67}" srcId="{DEDCC785-27F1-40D4-A00F-0EA99DB0D517}" destId="{56722F61-6312-46F3-A4C9-549D2FA1D50C}" srcOrd="1" destOrd="0" parTransId="{D5E77149-78E6-46C4-A4D3-C7C30A0208C6}" sibTransId="{B27A755F-0261-4141-B8A8-651620A134A9}"/>
    <dgm:cxn modelId="{C894DDA3-14A5-4E74-8D38-F342814271DC}" srcId="{D2B86115-4036-4094-BC4E-68F09CD51ED0}" destId="{DEDCC785-27F1-40D4-A00F-0EA99DB0D517}" srcOrd="1" destOrd="0" parTransId="{AAD02F48-32B9-4086-BC58-1AF617BC318F}" sibTransId="{A2E0242C-10BB-4496-BEAA-4354DA2BE504}"/>
    <dgm:cxn modelId="{478C0BA4-2472-E940-A104-AFA1293B518D}" type="presOf" srcId="{E463C621-56BE-4526-B158-B80A8FF0954E}" destId="{4A3351D8-6CDD-4FE2-810E-220CA57365B8}" srcOrd="0" destOrd="0" presId="urn:microsoft.com/office/officeart/2008/layout/HorizontalMultiLevelHierarchy"/>
    <dgm:cxn modelId="{DF05AFA9-57A9-FA4C-AB8B-BCAD74143F57}" type="presOf" srcId="{DEDCC785-27F1-40D4-A00F-0EA99DB0D517}" destId="{02A28B43-CE0B-49D0-A4F2-5BE23F43AFF5}" srcOrd="0" destOrd="0" presId="urn:microsoft.com/office/officeart/2008/layout/HorizontalMultiLevelHierarchy"/>
    <dgm:cxn modelId="{D13830AF-F6FD-0945-A017-4B7D8FFC8C32}" type="presOf" srcId="{D5E77149-78E6-46C4-A4D3-C7C30A0208C6}" destId="{1FADE2F5-C446-4B21-9FF5-26F51AC5C34B}" srcOrd="1" destOrd="0" presId="urn:microsoft.com/office/officeart/2008/layout/HorizontalMultiLevelHierarchy"/>
    <dgm:cxn modelId="{BEC191B3-A54D-EC47-9A73-A41B4398C77A}" type="presOf" srcId="{9CAFA826-3732-46D5-A8A2-34A472C7A058}" destId="{F798D0D6-D2F8-4AA2-BBEE-32D435FAAF36}" srcOrd="0" destOrd="0" presId="urn:microsoft.com/office/officeart/2008/layout/HorizontalMultiLevelHierarchy"/>
    <dgm:cxn modelId="{F23E2DB6-889B-5A48-8D9E-70D9C5A90917}" type="presOf" srcId="{56722F61-6312-46F3-A4C9-549D2FA1D50C}" destId="{71997A12-EC38-44AA-B763-277937A4CB0D}" srcOrd="0" destOrd="0" presId="urn:microsoft.com/office/officeart/2008/layout/HorizontalMultiLevelHierarchy"/>
    <dgm:cxn modelId="{47CBDDC5-EA1F-5A47-AD9B-940EC9FCA601}" type="presOf" srcId="{D5E77149-78E6-46C4-A4D3-C7C30A0208C6}" destId="{6E3848CE-3EC1-49A5-AD7F-ED13DB8D27E5}" srcOrd="0" destOrd="0" presId="urn:microsoft.com/office/officeart/2008/layout/HorizontalMultiLevelHierarchy"/>
    <dgm:cxn modelId="{AFBE5ECC-4D4A-4D6C-BE78-AC5528B61E6C}" srcId="{2516D7B0-16A4-4FAB-B9FC-DC307D3D6349}" destId="{398CE705-9AD4-4D8F-85AA-4ED0658993E1}" srcOrd="1" destOrd="0" parTransId="{50DD99FC-0A70-4E82-B650-3A633A743B0A}" sibTransId="{AD2D7DF4-8EFE-4617-A6F0-224D22BFDCC0}"/>
    <dgm:cxn modelId="{FF589ECF-1B30-FB4E-B315-63E76566A95A}" type="presOf" srcId="{1E4A3625-713A-4466-AE32-39572914906F}" destId="{84983F07-46B3-404F-8819-3AE7C2150BEB}" srcOrd="0" destOrd="0" presId="urn:microsoft.com/office/officeart/2008/layout/HorizontalMultiLevelHierarchy"/>
    <dgm:cxn modelId="{68468DD0-CFD9-CC44-8168-11D64D729055}" type="presOf" srcId="{50DD99FC-0A70-4E82-B650-3A633A743B0A}" destId="{73D52FDC-81A0-4EC1-9AC2-4CA303BE7555}" srcOrd="0" destOrd="0" presId="urn:microsoft.com/office/officeart/2008/layout/HorizontalMultiLevelHierarchy"/>
    <dgm:cxn modelId="{4061D9DA-AE31-EE45-B88B-C2BC09B289ED}" type="presOf" srcId="{50DD99FC-0A70-4E82-B650-3A633A743B0A}" destId="{15963125-7B07-4560-B358-B00DCAEA806F}" srcOrd="1" destOrd="0" presId="urn:microsoft.com/office/officeart/2008/layout/HorizontalMultiLevelHierarchy"/>
    <dgm:cxn modelId="{9C03CFDD-3801-D545-B073-D15B0C1D0731}" type="presOf" srcId="{FC173F04-5070-46E4-A83D-A8243889892D}" destId="{18573E13-BB56-432F-9C37-26571BA1A7EF}" srcOrd="1" destOrd="0" presId="urn:microsoft.com/office/officeart/2008/layout/HorizontalMultiLevelHierarchy"/>
    <dgm:cxn modelId="{9CF83ADF-55E3-BB42-B1E2-37C0F69D9267}" type="presOf" srcId="{914BEB0D-618E-49D6-84B8-572499A7F05D}" destId="{032D32F8-B89F-496B-A273-1E544EB2CB35}" srcOrd="0" destOrd="0" presId="urn:microsoft.com/office/officeart/2008/layout/HorizontalMultiLevelHierarchy"/>
    <dgm:cxn modelId="{BDD909E9-1140-4DD7-A3BC-29C2C229C2D1}" srcId="{EAF9CBD6-9C07-428B-9AAC-8A2CA94D9076}" destId="{914BEB0D-618E-49D6-84B8-572499A7F05D}" srcOrd="0" destOrd="0" parTransId="{9CAFA826-3732-46D5-A8A2-34A472C7A058}" sibTransId="{0F64503E-9BF4-4FB9-9265-674360CDF7C0}"/>
    <dgm:cxn modelId="{3FA718EC-5C51-4400-8BFC-79E5737AFE30}" srcId="{D2B86115-4036-4094-BC4E-68F09CD51ED0}" destId="{11E61949-D161-42C1-B6DA-773CBA3487D3}" srcOrd="3" destOrd="0" parTransId="{1E4A3625-713A-4466-AE32-39572914906F}" sibTransId="{D211F1C2-F056-48F8-812E-2FD46F3EACDA}"/>
    <dgm:cxn modelId="{15F372F9-90E0-7247-BBE3-66DADF97FB32}" type="presOf" srcId="{EAF9CBD6-9C07-428B-9AAC-8A2CA94D9076}" destId="{4ABD2B8F-DB7B-43A2-B0BB-927EA2C685C0}" srcOrd="0" destOrd="0" presId="urn:microsoft.com/office/officeart/2008/layout/HorizontalMultiLevelHierarchy"/>
    <dgm:cxn modelId="{BC19ACFA-8433-4B31-BA13-EC77D4AF8BD4}" srcId="{D2B86115-4036-4094-BC4E-68F09CD51ED0}" destId="{EAF9CBD6-9C07-428B-9AAC-8A2CA94D9076}" srcOrd="2" destOrd="0" parTransId="{FC173F04-5070-46E4-A83D-A8243889892D}" sibTransId="{E221B2C2-DF8F-4FE3-89C1-52D1F82CA609}"/>
    <dgm:cxn modelId="{4F1C42FC-6A36-874B-B062-C6357FFE3525}" type="presOf" srcId="{11E61949-D161-42C1-B6DA-773CBA3487D3}" destId="{905B568B-E7BE-4A40-86F1-C79B61119EB3}" srcOrd="0" destOrd="0" presId="urn:microsoft.com/office/officeart/2008/layout/HorizontalMultiLevelHierarchy"/>
    <dgm:cxn modelId="{D327D4FF-5E23-4546-BF76-15A4D792D6E7}" type="presOf" srcId="{1E4A3625-713A-4466-AE32-39572914906F}" destId="{ABEB11F6-FF4B-4FAF-BADA-3AA0BB8DA181}" srcOrd="1" destOrd="0" presId="urn:microsoft.com/office/officeart/2008/layout/HorizontalMultiLevelHierarchy"/>
    <dgm:cxn modelId="{4462824A-1469-D140-9F5C-0593DE5CA6F9}" type="presParOf" srcId="{046875A4-3B32-458C-BA40-9C260C2397EB}" destId="{ACDC8F10-0BBD-4385-BA1A-7B970CEC9F6D}" srcOrd="0" destOrd="0" presId="urn:microsoft.com/office/officeart/2008/layout/HorizontalMultiLevelHierarchy"/>
    <dgm:cxn modelId="{968C1E55-D81B-2344-BBED-912BBB763271}" type="presParOf" srcId="{ACDC8F10-0BBD-4385-BA1A-7B970CEC9F6D}" destId="{6E7BBEE0-A604-4B33-BE30-E68BE6A14160}" srcOrd="0" destOrd="0" presId="urn:microsoft.com/office/officeart/2008/layout/HorizontalMultiLevelHierarchy"/>
    <dgm:cxn modelId="{BF164436-9BE3-0644-925B-A1EE44B93FF4}" type="presParOf" srcId="{ACDC8F10-0BBD-4385-BA1A-7B970CEC9F6D}" destId="{73F1FC8E-85AD-4D62-9BEF-7F3C68F13AB4}" srcOrd="1" destOrd="0" presId="urn:microsoft.com/office/officeart/2008/layout/HorizontalMultiLevelHierarchy"/>
    <dgm:cxn modelId="{25F0EDF4-7353-764A-B901-04D052EC357F}" type="presParOf" srcId="{73F1FC8E-85AD-4D62-9BEF-7F3C68F13AB4}" destId="{78C7F0C1-6CA0-448F-9A44-7092A5244124}" srcOrd="0" destOrd="0" presId="urn:microsoft.com/office/officeart/2008/layout/HorizontalMultiLevelHierarchy"/>
    <dgm:cxn modelId="{33A23A86-BBF2-234B-AE68-A20C46E587F0}" type="presParOf" srcId="{78C7F0C1-6CA0-448F-9A44-7092A5244124}" destId="{FB14A4AB-F0AB-44D5-AA29-8468D1EAFB60}" srcOrd="0" destOrd="0" presId="urn:microsoft.com/office/officeart/2008/layout/HorizontalMultiLevelHierarchy"/>
    <dgm:cxn modelId="{059B550B-D517-0546-B4EE-5936DF3C421B}" type="presParOf" srcId="{73F1FC8E-85AD-4D62-9BEF-7F3C68F13AB4}" destId="{7D52E27E-4E0C-4E07-BE71-77609722B378}" srcOrd="1" destOrd="0" presId="urn:microsoft.com/office/officeart/2008/layout/HorizontalMultiLevelHierarchy"/>
    <dgm:cxn modelId="{F4220F0F-EBFE-7445-8720-322C2405EE57}" type="presParOf" srcId="{7D52E27E-4E0C-4E07-BE71-77609722B378}" destId="{49ABAE27-EB69-4E45-9F7F-3CE463DDFEA9}" srcOrd="0" destOrd="0" presId="urn:microsoft.com/office/officeart/2008/layout/HorizontalMultiLevelHierarchy"/>
    <dgm:cxn modelId="{303D00F3-E6BE-234C-B371-DC8D13A11742}" type="presParOf" srcId="{7D52E27E-4E0C-4E07-BE71-77609722B378}" destId="{718BB6A1-38E3-4BD1-B861-0F4B23061284}" srcOrd="1" destOrd="0" presId="urn:microsoft.com/office/officeart/2008/layout/HorizontalMultiLevelHierarchy"/>
    <dgm:cxn modelId="{5175170F-81C0-214A-AB96-6BE4C69902EB}" type="presParOf" srcId="{718BB6A1-38E3-4BD1-B861-0F4B23061284}" destId="{82D07768-3711-45C8-82F5-F5154ABCD50F}" srcOrd="0" destOrd="0" presId="urn:microsoft.com/office/officeart/2008/layout/HorizontalMultiLevelHierarchy"/>
    <dgm:cxn modelId="{63CFC1F7-F5BA-0D43-8EDF-91113E4A2A9C}" type="presParOf" srcId="{82D07768-3711-45C8-82F5-F5154ABCD50F}" destId="{5FCB4E5D-B9C8-4FD6-A41D-C62C0DCB8159}" srcOrd="0" destOrd="0" presId="urn:microsoft.com/office/officeart/2008/layout/HorizontalMultiLevelHierarchy"/>
    <dgm:cxn modelId="{A5BEF5E6-45B7-7F4F-8210-E0F6D83A1E8E}" type="presParOf" srcId="{718BB6A1-38E3-4BD1-B861-0F4B23061284}" destId="{492C7BD7-42E8-47C4-A339-72862061A665}" srcOrd="1" destOrd="0" presId="urn:microsoft.com/office/officeart/2008/layout/HorizontalMultiLevelHierarchy"/>
    <dgm:cxn modelId="{76FB369E-A8EC-3847-B9E3-395CFECD5A19}" type="presParOf" srcId="{492C7BD7-42E8-47C4-A339-72862061A665}" destId="{4A3351D8-6CDD-4FE2-810E-220CA57365B8}" srcOrd="0" destOrd="0" presId="urn:microsoft.com/office/officeart/2008/layout/HorizontalMultiLevelHierarchy"/>
    <dgm:cxn modelId="{B9C044EF-569D-D04F-B87B-B7DFC9BF7CDE}" type="presParOf" srcId="{492C7BD7-42E8-47C4-A339-72862061A665}" destId="{9E712404-51C9-4B1F-BF44-5B350A753B61}" srcOrd="1" destOrd="0" presId="urn:microsoft.com/office/officeart/2008/layout/HorizontalMultiLevelHierarchy"/>
    <dgm:cxn modelId="{A391349C-9826-7F4A-ABAB-DB25A238C041}" type="presParOf" srcId="{718BB6A1-38E3-4BD1-B861-0F4B23061284}" destId="{73D52FDC-81A0-4EC1-9AC2-4CA303BE7555}" srcOrd="2" destOrd="0" presId="urn:microsoft.com/office/officeart/2008/layout/HorizontalMultiLevelHierarchy"/>
    <dgm:cxn modelId="{643C30E1-33ED-0C44-912B-9D200D8A00BD}" type="presParOf" srcId="{73D52FDC-81A0-4EC1-9AC2-4CA303BE7555}" destId="{15963125-7B07-4560-B358-B00DCAEA806F}" srcOrd="0" destOrd="0" presId="urn:microsoft.com/office/officeart/2008/layout/HorizontalMultiLevelHierarchy"/>
    <dgm:cxn modelId="{3F31B2D3-BDAE-394F-8E8F-9A7E586B664E}" type="presParOf" srcId="{718BB6A1-38E3-4BD1-B861-0F4B23061284}" destId="{ED87AADC-8312-402C-BF93-19EF6A4D8935}" srcOrd="3" destOrd="0" presId="urn:microsoft.com/office/officeart/2008/layout/HorizontalMultiLevelHierarchy"/>
    <dgm:cxn modelId="{1F684B51-194B-7044-BA3E-E299B9084FAA}" type="presParOf" srcId="{ED87AADC-8312-402C-BF93-19EF6A4D8935}" destId="{6B5147EA-19C9-4DE9-82AA-BEDD7A2975E6}" srcOrd="0" destOrd="0" presId="urn:microsoft.com/office/officeart/2008/layout/HorizontalMultiLevelHierarchy"/>
    <dgm:cxn modelId="{3701AD2D-4E8A-4D44-ADFD-4446D3D7CD09}" type="presParOf" srcId="{ED87AADC-8312-402C-BF93-19EF6A4D8935}" destId="{59EC5B5A-7B59-4B98-9108-53EA26680A66}" srcOrd="1" destOrd="0" presId="urn:microsoft.com/office/officeart/2008/layout/HorizontalMultiLevelHierarchy"/>
    <dgm:cxn modelId="{6CDD1078-D3A5-E04B-B8AF-57209556A6AE}" type="presParOf" srcId="{73F1FC8E-85AD-4D62-9BEF-7F3C68F13AB4}" destId="{6D6391CC-51DF-4573-87A8-DC5D57D6F719}" srcOrd="2" destOrd="0" presId="urn:microsoft.com/office/officeart/2008/layout/HorizontalMultiLevelHierarchy"/>
    <dgm:cxn modelId="{9CA9F968-3EDA-B846-A552-597EAB3314A8}" type="presParOf" srcId="{6D6391CC-51DF-4573-87A8-DC5D57D6F719}" destId="{77210703-0EB7-477A-8CA0-46151AED7607}" srcOrd="0" destOrd="0" presId="urn:microsoft.com/office/officeart/2008/layout/HorizontalMultiLevelHierarchy"/>
    <dgm:cxn modelId="{2772A394-21D2-C94D-9C22-FDA4931F2708}" type="presParOf" srcId="{73F1FC8E-85AD-4D62-9BEF-7F3C68F13AB4}" destId="{CF29EA6D-9E2B-46E5-866A-4BF30A201592}" srcOrd="3" destOrd="0" presId="urn:microsoft.com/office/officeart/2008/layout/HorizontalMultiLevelHierarchy"/>
    <dgm:cxn modelId="{E235D0B6-8981-5546-92CD-CA5F2C739D87}" type="presParOf" srcId="{CF29EA6D-9E2B-46E5-866A-4BF30A201592}" destId="{02A28B43-CE0B-49D0-A4F2-5BE23F43AFF5}" srcOrd="0" destOrd="0" presId="urn:microsoft.com/office/officeart/2008/layout/HorizontalMultiLevelHierarchy"/>
    <dgm:cxn modelId="{8A8B2BFE-4D7C-DB46-A206-AEEFC4724EC8}" type="presParOf" srcId="{CF29EA6D-9E2B-46E5-866A-4BF30A201592}" destId="{6540B29C-1DD0-4B33-B1B1-84E72B649AD9}" srcOrd="1" destOrd="0" presId="urn:microsoft.com/office/officeart/2008/layout/HorizontalMultiLevelHierarchy"/>
    <dgm:cxn modelId="{CB054AD0-7471-A946-9E5F-23B74E8401EB}" type="presParOf" srcId="{6540B29C-1DD0-4B33-B1B1-84E72B649AD9}" destId="{19279FAA-FC09-43BB-A51B-C2971F4899A6}" srcOrd="0" destOrd="0" presId="urn:microsoft.com/office/officeart/2008/layout/HorizontalMultiLevelHierarchy"/>
    <dgm:cxn modelId="{94A4D1C8-C2E6-294C-8945-4A306A9B6DA8}" type="presParOf" srcId="{19279FAA-FC09-43BB-A51B-C2971F4899A6}" destId="{9D8C9792-D1EA-4435-AF7A-DF2136B26E8D}" srcOrd="0" destOrd="0" presId="urn:microsoft.com/office/officeart/2008/layout/HorizontalMultiLevelHierarchy"/>
    <dgm:cxn modelId="{DF30DA11-6CAE-D340-A937-A7E1D53BA64F}" type="presParOf" srcId="{6540B29C-1DD0-4B33-B1B1-84E72B649AD9}" destId="{1DDC7FD8-4214-46C9-B1D2-1B2CB86F490D}" srcOrd="1" destOrd="0" presId="urn:microsoft.com/office/officeart/2008/layout/HorizontalMultiLevelHierarchy"/>
    <dgm:cxn modelId="{582488A8-07D1-2C4C-93ED-D8B23C581A7F}" type="presParOf" srcId="{1DDC7FD8-4214-46C9-B1D2-1B2CB86F490D}" destId="{1D71692C-298A-45FB-9C43-4D4EED162937}" srcOrd="0" destOrd="0" presId="urn:microsoft.com/office/officeart/2008/layout/HorizontalMultiLevelHierarchy"/>
    <dgm:cxn modelId="{54C48207-59D0-2240-A6ED-99B4606776EC}" type="presParOf" srcId="{1DDC7FD8-4214-46C9-B1D2-1B2CB86F490D}" destId="{95CE8F6B-144B-4506-956C-A42014D71FA8}" srcOrd="1" destOrd="0" presId="urn:microsoft.com/office/officeart/2008/layout/HorizontalMultiLevelHierarchy"/>
    <dgm:cxn modelId="{4FB1A95A-9FBD-C845-B71A-A3E682C126FF}" type="presParOf" srcId="{6540B29C-1DD0-4B33-B1B1-84E72B649AD9}" destId="{6E3848CE-3EC1-49A5-AD7F-ED13DB8D27E5}" srcOrd="2" destOrd="0" presId="urn:microsoft.com/office/officeart/2008/layout/HorizontalMultiLevelHierarchy"/>
    <dgm:cxn modelId="{D70356AF-0156-BB43-936D-B420175CD85E}" type="presParOf" srcId="{6E3848CE-3EC1-49A5-AD7F-ED13DB8D27E5}" destId="{1FADE2F5-C446-4B21-9FF5-26F51AC5C34B}" srcOrd="0" destOrd="0" presId="urn:microsoft.com/office/officeart/2008/layout/HorizontalMultiLevelHierarchy"/>
    <dgm:cxn modelId="{7D77AC05-C1D0-404C-A608-40317692DBA6}" type="presParOf" srcId="{6540B29C-1DD0-4B33-B1B1-84E72B649AD9}" destId="{DB5A3041-BA27-4A5D-8853-74497E8F57D7}" srcOrd="3" destOrd="0" presId="urn:microsoft.com/office/officeart/2008/layout/HorizontalMultiLevelHierarchy"/>
    <dgm:cxn modelId="{2DF6B927-0575-DC4A-9028-11492F6DEF81}" type="presParOf" srcId="{DB5A3041-BA27-4A5D-8853-74497E8F57D7}" destId="{71997A12-EC38-44AA-B763-277937A4CB0D}" srcOrd="0" destOrd="0" presId="urn:microsoft.com/office/officeart/2008/layout/HorizontalMultiLevelHierarchy"/>
    <dgm:cxn modelId="{78C38CEB-8355-4146-B8DB-C698EA1EC21D}" type="presParOf" srcId="{DB5A3041-BA27-4A5D-8853-74497E8F57D7}" destId="{B742B003-C249-4615-925E-45E2C6C18B03}" srcOrd="1" destOrd="0" presId="urn:microsoft.com/office/officeart/2008/layout/HorizontalMultiLevelHierarchy"/>
    <dgm:cxn modelId="{9E4D4294-BCC7-5046-A8A6-0EA886DCC30B}" type="presParOf" srcId="{73F1FC8E-85AD-4D62-9BEF-7F3C68F13AB4}" destId="{42B2FC68-B679-4EAE-AFF8-ED5A41E6BE63}" srcOrd="4" destOrd="0" presId="urn:microsoft.com/office/officeart/2008/layout/HorizontalMultiLevelHierarchy"/>
    <dgm:cxn modelId="{6E2EFD6B-1923-A240-9768-B9FB83158C22}" type="presParOf" srcId="{42B2FC68-B679-4EAE-AFF8-ED5A41E6BE63}" destId="{18573E13-BB56-432F-9C37-26571BA1A7EF}" srcOrd="0" destOrd="0" presId="urn:microsoft.com/office/officeart/2008/layout/HorizontalMultiLevelHierarchy"/>
    <dgm:cxn modelId="{B39BEE67-7C9D-0745-A78F-9B6DB5E2233C}" type="presParOf" srcId="{73F1FC8E-85AD-4D62-9BEF-7F3C68F13AB4}" destId="{43D43302-EBFF-4F58-8952-AE38DC99D59E}" srcOrd="5" destOrd="0" presId="urn:microsoft.com/office/officeart/2008/layout/HorizontalMultiLevelHierarchy"/>
    <dgm:cxn modelId="{C6B629AE-CC94-4D48-A123-72F7C470ADAD}" type="presParOf" srcId="{43D43302-EBFF-4F58-8952-AE38DC99D59E}" destId="{4ABD2B8F-DB7B-43A2-B0BB-927EA2C685C0}" srcOrd="0" destOrd="0" presId="urn:microsoft.com/office/officeart/2008/layout/HorizontalMultiLevelHierarchy"/>
    <dgm:cxn modelId="{A56EC38F-BB91-B045-BE1A-7C3669D9B471}" type="presParOf" srcId="{43D43302-EBFF-4F58-8952-AE38DC99D59E}" destId="{5552A844-8E9D-4D2E-8B29-C6578DD8F752}" srcOrd="1" destOrd="0" presId="urn:microsoft.com/office/officeart/2008/layout/HorizontalMultiLevelHierarchy"/>
    <dgm:cxn modelId="{FE02B893-1D52-574A-A9AB-D105C3EC063B}" type="presParOf" srcId="{5552A844-8E9D-4D2E-8B29-C6578DD8F752}" destId="{F798D0D6-D2F8-4AA2-BBEE-32D435FAAF36}" srcOrd="0" destOrd="0" presId="urn:microsoft.com/office/officeart/2008/layout/HorizontalMultiLevelHierarchy"/>
    <dgm:cxn modelId="{72E24C05-32D5-3547-8FF0-4A54350987AE}" type="presParOf" srcId="{F798D0D6-D2F8-4AA2-BBEE-32D435FAAF36}" destId="{871710F7-B235-46AC-97BD-43900A381065}" srcOrd="0" destOrd="0" presId="urn:microsoft.com/office/officeart/2008/layout/HorizontalMultiLevelHierarchy"/>
    <dgm:cxn modelId="{9A3BEEC6-CB39-544A-965A-D66DC2A62C8C}" type="presParOf" srcId="{5552A844-8E9D-4D2E-8B29-C6578DD8F752}" destId="{DEFFA94E-0D2C-42A5-99BE-800993759314}" srcOrd="1" destOrd="0" presId="urn:microsoft.com/office/officeart/2008/layout/HorizontalMultiLevelHierarchy"/>
    <dgm:cxn modelId="{ED04C581-9164-A042-8871-5536846E8D9F}" type="presParOf" srcId="{DEFFA94E-0D2C-42A5-99BE-800993759314}" destId="{032D32F8-B89F-496B-A273-1E544EB2CB35}" srcOrd="0" destOrd="0" presId="urn:microsoft.com/office/officeart/2008/layout/HorizontalMultiLevelHierarchy"/>
    <dgm:cxn modelId="{23953AF7-99C5-444E-A9BE-64A83CC41B76}" type="presParOf" srcId="{DEFFA94E-0D2C-42A5-99BE-800993759314}" destId="{D5659464-CC9C-4432-85DA-1174DE0D3A1B}" srcOrd="1" destOrd="0" presId="urn:microsoft.com/office/officeart/2008/layout/HorizontalMultiLevelHierarchy"/>
    <dgm:cxn modelId="{D7EF7A7F-716F-7B44-AF46-EEC2F235E9A8}" type="presParOf" srcId="{73F1FC8E-85AD-4D62-9BEF-7F3C68F13AB4}" destId="{84983F07-46B3-404F-8819-3AE7C2150BEB}" srcOrd="6" destOrd="0" presId="urn:microsoft.com/office/officeart/2008/layout/HorizontalMultiLevelHierarchy"/>
    <dgm:cxn modelId="{153853D7-A1F2-764B-A023-4CEEEB6B9D57}" type="presParOf" srcId="{84983F07-46B3-404F-8819-3AE7C2150BEB}" destId="{ABEB11F6-FF4B-4FAF-BADA-3AA0BB8DA181}" srcOrd="0" destOrd="0" presId="urn:microsoft.com/office/officeart/2008/layout/HorizontalMultiLevelHierarchy"/>
    <dgm:cxn modelId="{3AF3A045-4711-F042-A059-043B4FFDBF1C}" type="presParOf" srcId="{73F1FC8E-85AD-4D62-9BEF-7F3C68F13AB4}" destId="{E3B14A4F-A198-4EA1-8BE6-DCE349B0A7C7}" srcOrd="7" destOrd="0" presId="urn:microsoft.com/office/officeart/2008/layout/HorizontalMultiLevelHierarchy"/>
    <dgm:cxn modelId="{C8E73891-1110-C64D-8DC2-9D57785F18C6}" type="presParOf" srcId="{E3B14A4F-A198-4EA1-8BE6-DCE349B0A7C7}" destId="{905B568B-E7BE-4A40-86F1-C79B61119EB3}" srcOrd="0" destOrd="0" presId="urn:microsoft.com/office/officeart/2008/layout/HorizontalMultiLevelHierarchy"/>
    <dgm:cxn modelId="{674D3507-0B94-F34E-9D42-EF2B9BBF1E1C}" type="presParOf" srcId="{E3B14A4F-A198-4EA1-8BE6-DCE349B0A7C7}" destId="{99568C74-A307-43DD-B44B-0DE56C5667B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7C0DF948-90D7-493D-8C6E-93B2A3B446C2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409374F9-3FD6-4C05-A8FE-C2B3A9B008F9}">
      <dgm:prSet phldrT="[Texto]" custT="1"/>
      <dgm:spPr>
        <a:solidFill>
          <a:srgbClr val="92D050"/>
        </a:solidFill>
      </dgm:spPr>
      <dgm:t>
        <a:bodyPr/>
        <a:lstStyle/>
        <a:p>
          <a:r>
            <a:rPr lang="es-MX" sz="2800" dirty="0"/>
            <a:t>Pérdidas en Enajenación de Acciones</a:t>
          </a:r>
        </a:p>
        <a:p>
          <a:r>
            <a:rPr lang="es-MX" sz="1000" dirty="0"/>
            <a:t>LISR 28-XVII</a:t>
          </a:r>
        </a:p>
      </dgm:t>
    </dgm:pt>
    <dgm:pt modelId="{87B584F2-D537-4941-85A5-913B27D66988}" type="parTrans" cxnId="{D94D20D8-0100-4208-B43F-3C994D80DD0B}">
      <dgm:prSet/>
      <dgm:spPr/>
      <dgm:t>
        <a:bodyPr/>
        <a:lstStyle/>
        <a:p>
          <a:endParaRPr lang="es-MX"/>
        </a:p>
      </dgm:t>
    </dgm:pt>
    <dgm:pt modelId="{27501E4E-DB60-4DC0-826E-30E66BCC82EB}" type="sibTrans" cxnId="{D94D20D8-0100-4208-B43F-3C994D80DD0B}">
      <dgm:prSet/>
      <dgm:spPr/>
      <dgm:t>
        <a:bodyPr/>
        <a:lstStyle/>
        <a:p>
          <a:endParaRPr lang="es-MX"/>
        </a:p>
      </dgm:t>
    </dgm:pt>
    <dgm:pt modelId="{1A737B04-AD39-466F-8CDE-22EFD443817E}">
      <dgm:prSet phldrT="[Texto]"/>
      <dgm:spPr>
        <a:solidFill>
          <a:srgbClr val="FF0000"/>
        </a:solidFill>
      </dgm:spPr>
      <dgm:t>
        <a:bodyPr/>
        <a:lstStyle/>
        <a:p>
          <a:r>
            <a:rPr lang="es-MX" dirty="0"/>
            <a:t>No deducibles</a:t>
          </a:r>
        </a:p>
      </dgm:t>
    </dgm:pt>
    <dgm:pt modelId="{3E16E58C-DE50-47FE-A6A6-9A4A77B6403D}" type="parTrans" cxnId="{A3689645-499B-43F0-8F47-48D9491762FD}">
      <dgm:prSet/>
      <dgm:spPr/>
      <dgm:t>
        <a:bodyPr/>
        <a:lstStyle/>
        <a:p>
          <a:endParaRPr lang="es-MX"/>
        </a:p>
      </dgm:t>
    </dgm:pt>
    <dgm:pt modelId="{E6ACEAF2-D183-4A01-8EE8-A695D7474DC0}" type="sibTrans" cxnId="{A3689645-499B-43F0-8F47-48D9491762FD}">
      <dgm:prSet/>
      <dgm:spPr/>
      <dgm:t>
        <a:bodyPr/>
        <a:lstStyle/>
        <a:p>
          <a:endParaRPr lang="es-MX"/>
        </a:p>
      </dgm:t>
    </dgm:pt>
    <dgm:pt modelId="{4DA4AA1E-9510-4AE0-8D73-FF438825E719}">
      <dgm:prSet phldrT="[Texto]"/>
      <dgm:spPr>
        <a:solidFill>
          <a:srgbClr val="00B0F0"/>
        </a:solidFill>
      </dgm:spPr>
      <dgm:t>
        <a:bodyPr/>
        <a:lstStyle/>
        <a:p>
          <a:r>
            <a:rPr lang="es-MX" dirty="0"/>
            <a:t>Deducción cedular</a:t>
          </a:r>
        </a:p>
      </dgm:t>
    </dgm:pt>
    <dgm:pt modelId="{451A0233-0786-4EAB-80A7-5157A8669E24}" type="parTrans" cxnId="{77A4C20E-EC84-4976-AB21-9665CFB5244F}">
      <dgm:prSet/>
      <dgm:spPr/>
      <dgm:t>
        <a:bodyPr/>
        <a:lstStyle/>
        <a:p>
          <a:endParaRPr lang="es-MX"/>
        </a:p>
      </dgm:t>
    </dgm:pt>
    <dgm:pt modelId="{3D1CF6BF-68C9-4B16-9B2B-437E2382E75F}" type="sibTrans" cxnId="{77A4C20E-EC84-4976-AB21-9665CFB5244F}">
      <dgm:prSet/>
      <dgm:spPr/>
      <dgm:t>
        <a:bodyPr/>
        <a:lstStyle/>
        <a:p>
          <a:endParaRPr lang="es-MX"/>
        </a:p>
      </dgm:t>
    </dgm:pt>
    <dgm:pt modelId="{D526C4D7-0506-454E-B9ED-6E19E14393B7}">
      <dgm:prSet phldrT="[Texto]"/>
      <dgm:spPr>
        <a:solidFill>
          <a:srgbClr val="0070C0"/>
        </a:solidFill>
      </dgm:spPr>
      <dgm:t>
        <a:bodyPr/>
        <a:lstStyle/>
        <a:p>
          <a:r>
            <a:rPr lang="es-MX" dirty="0"/>
            <a:t>Valor de mercado</a:t>
          </a:r>
        </a:p>
      </dgm:t>
    </dgm:pt>
    <dgm:pt modelId="{AD23E3CA-6935-43B8-98E5-15567BFEC82E}" type="parTrans" cxnId="{73BE6905-8742-4F80-91D8-8BD68166AC34}">
      <dgm:prSet/>
      <dgm:spPr/>
      <dgm:t>
        <a:bodyPr/>
        <a:lstStyle/>
        <a:p>
          <a:endParaRPr lang="es-MX"/>
        </a:p>
      </dgm:t>
    </dgm:pt>
    <dgm:pt modelId="{4431E898-B4FB-4D31-99EE-3813772C623E}" type="sibTrans" cxnId="{73BE6905-8742-4F80-91D8-8BD68166AC34}">
      <dgm:prSet/>
      <dgm:spPr/>
      <dgm:t>
        <a:bodyPr/>
        <a:lstStyle/>
        <a:p>
          <a:endParaRPr lang="es-MX"/>
        </a:p>
      </dgm:t>
    </dgm:pt>
    <dgm:pt modelId="{1170272D-CA65-447D-8FC5-4ACD1AC431F3}">
      <dgm:prSet custT="1"/>
      <dgm:spPr>
        <a:solidFill>
          <a:srgbClr val="FF0000"/>
        </a:solidFill>
      </dgm:spPr>
      <dgm:t>
        <a:bodyPr/>
        <a:lstStyle/>
        <a:p>
          <a:r>
            <a:rPr lang="es-MX" sz="800" dirty="0"/>
            <a:t>Primas o sobreprecios en reembolsos</a:t>
          </a:r>
        </a:p>
        <a:p>
          <a:r>
            <a:rPr lang="es-MX" sz="800" dirty="0"/>
            <a:t>LISR 28-X</a:t>
          </a:r>
        </a:p>
      </dgm:t>
    </dgm:pt>
    <dgm:pt modelId="{E049F735-AA32-47DD-92A2-0AE3D6B42856}" type="parTrans" cxnId="{47527D60-0E16-4E0C-B496-7234BA811E38}">
      <dgm:prSet/>
      <dgm:spPr/>
      <dgm:t>
        <a:bodyPr/>
        <a:lstStyle/>
        <a:p>
          <a:endParaRPr lang="es-MX"/>
        </a:p>
      </dgm:t>
    </dgm:pt>
    <dgm:pt modelId="{9DFC5719-7F04-45A8-937F-0C6626AA4D71}" type="sibTrans" cxnId="{47527D60-0E16-4E0C-B496-7234BA811E38}">
      <dgm:prSet/>
      <dgm:spPr/>
      <dgm:t>
        <a:bodyPr/>
        <a:lstStyle/>
        <a:p>
          <a:endParaRPr lang="es-MX"/>
        </a:p>
      </dgm:t>
    </dgm:pt>
    <dgm:pt modelId="{F9008448-7C5E-4F76-9720-CB41072EF08A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Crédito Comercial</a:t>
          </a:r>
        </a:p>
        <a:p>
          <a:r>
            <a:rPr lang="es-MX" dirty="0"/>
            <a:t>LISR 28-XII</a:t>
          </a:r>
        </a:p>
      </dgm:t>
    </dgm:pt>
    <dgm:pt modelId="{CF0D70B5-1D08-45A0-816A-CADB956459B1}" type="parTrans" cxnId="{53244E82-BC52-4E65-B1B3-1D3C4E864F59}">
      <dgm:prSet/>
      <dgm:spPr/>
      <dgm:t>
        <a:bodyPr/>
        <a:lstStyle/>
        <a:p>
          <a:endParaRPr lang="es-MX"/>
        </a:p>
      </dgm:t>
    </dgm:pt>
    <dgm:pt modelId="{D6FE94A5-003D-462C-A817-FBB4CC7B441A}" type="sibTrans" cxnId="{53244E82-BC52-4E65-B1B3-1D3C4E864F59}">
      <dgm:prSet/>
      <dgm:spPr/>
      <dgm:t>
        <a:bodyPr/>
        <a:lstStyle/>
        <a:p>
          <a:endParaRPr lang="es-MX"/>
        </a:p>
      </dgm:t>
    </dgm:pt>
    <dgm:pt modelId="{72039907-31DC-443F-A5CF-77804F805FE9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Pérdidas en fusión</a:t>
          </a:r>
        </a:p>
        <a:p>
          <a:r>
            <a:rPr lang="es-MX" dirty="0"/>
            <a:t>LISR 28-XVI</a:t>
          </a:r>
        </a:p>
      </dgm:t>
    </dgm:pt>
    <dgm:pt modelId="{42641609-90E3-48F7-A853-C813390E0AFE}" type="parTrans" cxnId="{C9904BE4-5162-4099-8B88-4D32CA5A3478}">
      <dgm:prSet/>
      <dgm:spPr/>
      <dgm:t>
        <a:bodyPr/>
        <a:lstStyle/>
        <a:p>
          <a:endParaRPr lang="es-MX"/>
        </a:p>
      </dgm:t>
    </dgm:pt>
    <dgm:pt modelId="{B3D1933E-F2E8-4E0A-87D2-A1DAA19836EC}" type="sibTrans" cxnId="{C9904BE4-5162-4099-8B88-4D32CA5A3478}">
      <dgm:prSet/>
      <dgm:spPr/>
      <dgm:t>
        <a:bodyPr/>
        <a:lstStyle/>
        <a:p>
          <a:endParaRPr lang="es-MX"/>
        </a:p>
      </dgm:t>
    </dgm:pt>
    <dgm:pt modelId="{471D3AC9-2737-4873-B21F-C09650991844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Pérdidas en liquidación</a:t>
          </a:r>
        </a:p>
        <a:p>
          <a:r>
            <a:rPr lang="es-MX" dirty="0"/>
            <a:t>LISR 28-XVI</a:t>
          </a:r>
        </a:p>
      </dgm:t>
    </dgm:pt>
    <dgm:pt modelId="{F5DFC4A5-E3C0-48F1-A738-AD0FB9CE5459}" type="parTrans" cxnId="{62403D6B-7DC8-40D3-8302-8F040E05F99B}">
      <dgm:prSet/>
      <dgm:spPr/>
      <dgm:t>
        <a:bodyPr/>
        <a:lstStyle/>
        <a:p>
          <a:endParaRPr lang="es-MX"/>
        </a:p>
      </dgm:t>
    </dgm:pt>
    <dgm:pt modelId="{B201469C-4FD5-4FF0-8035-A6271856AE62}" type="sibTrans" cxnId="{62403D6B-7DC8-40D3-8302-8F040E05F99B}">
      <dgm:prSet/>
      <dgm:spPr/>
      <dgm:t>
        <a:bodyPr/>
        <a:lstStyle/>
        <a:p>
          <a:endParaRPr lang="es-MX"/>
        </a:p>
      </dgm:t>
    </dgm:pt>
    <dgm:pt modelId="{9FE2690B-2F47-4751-9C65-F6CDCABD5218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Pérdidas por reducción de capital</a:t>
          </a:r>
        </a:p>
        <a:p>
          <a:r>
            <a:rPr lang="es-MX" dirty="0"/>
            <a:t>LISR 28-XVI</a:t>
          </a:r>
        </a:p>
      </dgm:t>
    </dgm:pt>
    <dgm:pt modelId="{DE6E4A46-609A-44A7-9741-85612615C644}" type="parTrans" cxnId="{6444E21A-F71A-4A50-ABE4-ED5783DB82EE}">
      <dgm:prSet/>
      <dgm:spPr/>
      <dgm:t>
        <a:bodyPr/>
        <a:lstStyle/>
        <a:p>
          <a:endParaRPr lang="es-MX"/>
        </a:p>
      </dgm:t>
    </dgm:pt>
    <dgm:pt modelId="{E2ED4504-3E65-461F-A9CF-D4FBDAE49CE1}" type="sibTrans" cxnId="{6444E21A-F71A-4A50-ABE4-ED5783DB82EE}">
      <dgm:prSet/>
      <dgm:spPr/>
      <dgm:t>
        <a:bodyPr/>
        <a:lstStyle/>
        <a:p>
          <a:endParaRPr lang="es-MX"/>
        </a:p>
      </dgm:t>
    </dgm:pt>
    <dgm:pt modelId="{5FC850DF-488D-4DE4-9005-2A525B8F6655}">
      <dgm:prSet custT="1"/>
      <dgm:spPr>
        <a:solidFill>
          <a:srgbClr val="00B0F0"/>
        </a:solidFill>
      </dgm:spPr>
      <dgm:t>
        <a:bodyPr/>
        <a:lstStyle/>
        <a:p>
          <a:r>
            <a:rPr lang="es-MX" sz="1200" dirty="0"/>
            <a:t>Solamente contra ganancias por el mismo concepto</a:t>
          </a:r>
        </a:p>
      </dgm:t>
    </dgm:pt>
    <dgm:pt modelId="{8DB4EC83-E19F-4804-BBF9-7DC8920C0564}" type="parTrans" cxnId="{00299EA1-8FC8-4251-B9C1-C73591944568}">
      <dgm:prSet/>
      <dgm:spPr/>
      <dgm:t>
        <a:bodyPr/>
        <a:lstStyle/>
        <a:p>
          <a:endParaRPr lang="es-MX"/>
        </a:p>
      </dgm:t>
    </dgm:pt>
    <dgm:pt modelId="{1235A08C-DE0B-48AC-989E-EF215D365EC9}" type="sibTrans" cxnId="{00299EA1-8FC8-4251-B9C1-C73591944568}">
      <dgm:prSet/>
      <dgm:spPr/>
      <dgm:t>
        <a:bodyPr/>
        <a:lstStyle/>
        <a:p>
          <a:endParaRPr lang="es-MX"/>
        </a:p>
      </dgm:t>
    </dgm:pt>
    <dgm:pt modelId="{5FEB8225-E1D9-4E26-B729-70122D4C4A82}">
      <dgm:prSet custT="1"/>
      <dgm:spPr>
        <a:solidFill>
          <a:srgbClr val="00B0F0"/>
        </a:solidFill>
      </dgm:spPr>
      <dgm:t>
        <a:bodyPr/>
        <a:lstStyle/>
        <a:p>
          <a:r>
            <a:rPr lang="es-MX" sz="1050" dirty="0"/>
            <a:t>En el mismo ejercicio</a:t>
          </a:r>
        </a:p>
      </dgm:t>
    </dgm:pt>
    <dgm:pt modelId="{B653A5F0-C4FB-425E-ADF7-CFEF83F85510}" type="parTrans" cxnId="{A41F4A48-7705-4F15-951E-E4FB149D0E09}">
      <dgm:prSet/>
      <dgm:spPr/>
      <dgm:t>
        <a:bodyPr/>
        <a:lstStyle/>
        <a:p>
          <a:endParaRPr lang="es-MX"/>
        </a:p>
      </dgm:t>
    </dgm:pt>
    <dgm:pt modelId="{61AA6FEE-2C23-48AA-BD3F-EC71DE8F3DF2}" type="sibTrans" cxnId="{A41F4A48-7705-4F15-951E-E4FB149D0E09}">
      <dgm:prSet/>
      <dgm:spPr/>
      <dgm:t>
        <a:bodyPr/>
        <a:lstStyle/>
        <a:p>
          <a:endParaRPr lang="es-MX"/>
        </a:p>
      </dgm:t>
    </dgm:pt>
    <dgm:pt modelId="{5AE5A00E-5D00-42B2-B19A-D64D5148F501}">
      <dgm:prSet custT="1"/>
      <dgm:spPr>
        <a:solidFill>
          <a:srgbClr val="00B0F0"/>
        </a:solidFill>
      </dgm:spPr>
      <dgm:t>
        <a:bodyPr/>
        <a:lstStyle/>
        <a:p>
          <a:r>
            <a:rPr lang="es-MX" sz="1050" dirty="0"/>
            <a:t>En los 10 ejercicios siguientes</a:t>
          </a:r>
        </a:p>
      </dgm:t>
    </dgm:pt>
    <dgm:pt modelId="{F813FECD-DEB7-4FBF-B389-00AD595670BF}" type="parTrans" cxnId="{3F054BBF-8583-41AD-8949-90349D416945}">
      <dgm:prSet/>
      <dgm:spPr/>
      <dgm:t>
        <a:bodyPr/>
        <a:lstStyle/>
        <a:p>
          <a:endParaRPr lang="es-MX"/>
        </a:p>
      </dgm:t>
    </dgm:pt>
    <dgm:pt modelId="{D43B9CA8-21E4-4EB0-8BBB-5F9773F59886}" type="sibTrans" cxnId="{3F054BBF-8583-41AD-8949-90349D416945}">
      <dgm:prSet/>
      <dgm:spPr/>
      <dgm:t>
        <a:bodyPr/>
        <a:lstStyle/>
        <a:p>
          <a:endParaRPr lang="es-MX"/>
        </a:p>
      </dgm:t>
    </dgm:pt>
    <dgm:pt modelId="{48B66A2A-618B-4DD9-978C-6AE8E5B5E4F0}">
      <dgm:prSet custT="1"/>
      <dgm:spPr>
        <a:solidFill>
          <a:srgbClr val="00B0F0"/>
        </a:solidFill>
      </dgm:spPr>
      <dgm:t>
        <a:bodyPr/>
        <a:lstStyle/>
        <a:p>
          <a:r>
            <a:rPr lang="es-MX" sz="1050" dirty="0"/>
            <a:t>Actualizable por inflación</a:t>
          </a:r>
        </a:p>
      </dgm:t>
    </dgm:pt>
    <dgm:pt modelId="{2E52757F-EB2A-4B1A-A00F-223BCE83A337}" type="parTrans" cxnId="{55A05A7C-93DC-47F7-9713-94FA3637FA52}">
      <dgm:prSet/>
      <dgm:spPr/>
      <dgm:t>
        <a:bodyPr/>
        <a:lstStyle/>
        <a:p>
          <a:endParaRPr lang="es-MX"/>
        </a:p>
      </dgm:t>
    </dgm:pt>
    <dgm:pt modelId="{7D1530E4-2D72-4F51-AAE3-F938FF70ECCA}" type="sibTrans" cxnId="{55A05A7C-93DC-47F7-9713-94FA3637FA52}">
      <dgm:prSet/>
      <dgm:spPr/>
      <dgm:t>
        <a:bodyPr/>
        <a:lstStyle/>
        <a:p>
          <a:endParaRPr lang="es-MX"/>
        </a:p>
      </dgm:t>
    </dgm:pt>
    <dgm:pt modelId="{BC71F6C1-182F-48AF-9539-638AA4CF0037}">
      <dgm:prSet custT="1"/>
      <dgm:spPr>
        <a:solidFill>
          <a:srgbClr val="0070C0"/>
        </a:solidFill>
      </dgm:spPr>
      <dgm:t>
        <a:bodyPr/>
        <a:lstStyle/>
        <a:p>
          <a:r>
            <a:rPr lang="es-MX" sz="1200" dirty="0"/>
            <a:t>Acciones en Bolsa</a:t>
          </a:r>
        </a:p>
      </dgm:t>
    </dgm:pt>
    <dgm:pt modelId="{5754BE8A-F5C0-4EA4-A540-CED302EFC8D4}" type="parTrans" cxnId="{1C7FAECC-6EE8-4C6B-B2E3-61AB4792444F}">
      <dgm:prSet/>
      <dgm:spPr/>
      <dgm:t>
        <a:bodyPr/>
        <a:lstStyle/>
        <a:p>
          <a:endParaRPr lang="es-MX"/>
        </a:p>
      </dgm:t>
    </dgm:pt>
    <dgm:pt modelId="{F3387F3A-D76A-4ED0-954E-6246DB49C679}" type="sibTrans" cxnId="{1C7FAECC-6EE8-4C6B-B2E3-61AB4792444F}">
      <dgm:prSet/>
      <dgm:spPr/>
      <dgm:t>
        <a:bodyPr/>
        <a:lstStyle/>
        <a:p>
          <a:endParaRPr lang="es-MX"/>
        </a:p>
      </dgm:t>
    </dgm:pt>
    <dgm:pt modelId="{97929884-3321-43D3-B355-DC8B0BD355AD}">
      <dgm:prSet custT="1"/>
      <dgm:spPr>
        <a:solidFill>
          <a:srgbClr val="0070C0"/>
        </a:solidFill>
      </dgm:spPr>
      <dgm:t>
        <a:bodyPr/>
        <a:lstStyle/>
        <a:p>
          <a:r>
            <a:rPr lang="es-MX" sz="1200" dirty="0"/>
            <a:t>Acciones no listadas</a:t>
          </a:r>
        </a:p>
      </dgm:t>
    </dgm:pt>
    <dgm:pt modelId="{7F7C1D90-E0D0-4460-8C57-A3850585C393}" type="parTrans" cxnId="{52A35B39-6631-4B4E-9EE1-0F2A75630BE8}">
      <dgm:prSet/>
      <dgm:spPr/>
      <dgm:t>
        <a:bodyPr/>
        <a:lstStyle/>
        <a:p>
          <a:endParaRPr lang="es-MX"/>
        </a:p>
      </dgm:t>
    </dgm:pt>
    <dgm:pt modelId="{D4158786-936C-4FC8-8E40-C022B5CCE59A}" type="sibTrans" cxnId="{52A35B39-6631-4B4E-9EE1-0F2A75630BE8}">
      <dgm:prSet/>
      <dgm:spPr/>
      <dgm:t>
        <a:bodyPr/>
        <a:lstStyle/>
        <a:p>
          <a:endParaRPr lang="es-MX"/>
        </a:p>
      </dgm:t>
    </dgm:pt>
    <dgm:pt modelId="{EF319EB9-7956-443A-855F-B93EC18E0C12}">
      <dgm:prSet custT="1"/>
      <dgm:spPr>
        <a:solidFill>
          <a:srgbClr val="0070C0"/>
        </a:solidFill>
      </dgm:spPr>
      <dgm:t>
        <a:bodyPr/>
        <a:lstStyle/>
        <a:p>
          <a:r>
            <a:rPr lang="es-MX" sz="1050" dirty="0"/>
            <a:t>Valor de Enajenación</a:t>
          </a:r>
        </a:p>
      </dgm:t>
    </dgm:pt>
    <dgm:pt modelId="{B19437D6-835D-4CC7-A6A8-063BEB329E71}" type="parTrans" cxnId="{2D9F6D16-4FB6-45B4-B1FE-BB9F0EEE28F3}">
      <dgm:prSet/>
      <dgm:spPr/>
      <dgm:t>
        <a:bodyPr/>
        <a:lstStyle/>
        <a:p>
          <a:endParaRPr lang="es-MX"/>
        </a:p>
      </dgm:t>
    </dgm:pt>
    <dgm:pt modelId="{461A7EF8-2075-4585-817A-520C2286F6F6}" type="sibTrans" cxnId="{2D9F6D16-4FB6-45B4-B1FE-BB9F0EEE28F3}">
      <dgm:prSet/>
      <dgm:spPr/>
      <dgm:t>
        <a:bodyPr/>
        <a:lstStyle/>
        <a:p>
          <a:endParaRPr lang="es-MX"/>
        </a:p>
      </dgm:t>
    </dgm:pt>
    <dgm:pt modelId="{A153580B-48D8-496D-B886-FED696C3C7F2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Bolsa</a:t>
          </a:r>
        </a:p>
      </dgm:t>
    </dgm:pt>
    <dgm:pt modelId="{CBCC2F52-F18A-43DF-9FA0-09712CE55A51}" type="parTrans" cxnId="{3626A804-7D83-4988-AB60-F68DFEE8EE29}">
      <dgm:prSet/>
      <dgm:spPr/>
      <dgm:t>
        <a:bodyPr/>
        <a:lstStyle/>
        <a:p>
          <a:endParaRPr lang="es-MX"/>
        </a:p>
      </dgm:t>
    </dgm:pt>
    <dgm:pt modelId="{75ABAE59-CD1D-4F02-A6C6-18242D2C5907}" type="sibTrans" cxnId="{3626A804-7D83-4988-AB60-F68DFEE8EE29}">
      <dgm:prSet/>
      <dgm:spPr/>
      <dgm:t>
        <a:bodyPr/>
        <a:lstStyle/>
        <a:p>
          <a:endParaRPr lang="es-MX"/>
        </a:p>
      </dgm:t>
    </dgm:pt>
    <dgm:pt modelId="{82006B0E-2B0B-4290-9E86-2C1CBE055FA9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Promedio o real si se enajena fuera de ella</a:t>
          </a:r>
        </a:p>
      </dgm:t>
    </dgm:pt>
    <dgm:pt modelId="{DF52507A-A8AB-49FC-9582-54F1C545BA79}" type="parTrans" cxnId="{338CD648-2162-4083-90FE-C3BEFCF24734}">
      <dgm:prSet/>
      <dgm:spPr/>
      <dgm:t>
        <a:bodyPr/>
        <a:lstStyle/>
        <a:p>
          <a:endParaRPr lang="es-MX"/>
        </a:p>
      </dgm:t>
    </dgm:pt>
    <dgm:pt modelId="{38980316-3C71-4C5D-90F3-D69479DB3996}" type="sibTrans" cxnId="{338CD648-2162-4083-90FE-C3BEFCF24734}">
      <dgm:prSet/>
      <dgm:spPr/>
      <dgm:t>
        <a:bodyPr/>
        <a:lstStyle/>
        <a:p>
          <a:endParaRPr lang="es-MX"/>
        </a:p>
      </dgm:t>
    </dgm:pt>
    <dgm:pt modelId="{63B865C8-AE7F-4C6E-908E-D3FFB7F4C09E}">
      <dgm:prSet custT="1"/>
      <dgm:spPr>
        <a:solidFill>
          <a:srgbClr val="0070C0"/>
        </a:solidFill>
      </dgm:spPr>
      <dgm:t>
        <a:bodyPr/>
        <a:lstStyle/>
        <a:p>
          <a:r>
            <a:rPr lang="es-MX" sz="1050" dirty="0"/>
            <a:t>Costo de Adquisición</a:t>
          </a:r>
        </a:p>
      </dgm:t>
    </dgm:pt>
    <dgm:pt modelId="{E8ED4C19-68FE-4337-B286-5F0FBC620AB4}" type="parTrans" cxnId="{E20EC268-FE4B-4D70-9179-9163198E7E41}">
      <dgm:prSet/>
      <dgm:spPr/>
      <dgm:t>
        <a:bodyPr/>
        <a:lstStyle/>
        <a:p>
          <a:endParaRPr lang="es-MX"/>
        </a:p>
      </dgm:t>
    </dgm:pt>
    <dgm:pt modelId="{F7A69266-1FF4-46F5-9804-F1B498881186}" type="sibTrans" cxnId="{E20EC268-FE4B-4D70-9179-9163198E7E41}">
      <dgm:prSet/>
      <dgm:spPr/>
      <dgm:t>
        <a:bodyPr/>
        <a:lstStyle/>
        <a:p>
          <a:endParaRPr lang="es-MX"/>
        </a:p>
      </dgm:t>
    </dgm:pt>
    <dgm:pt modelId="{909364F8-E260-4310-B0A0-EE93A7360C5B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Bolsa</a:t>
          </a:r>
        </a:p>
      </dgm:t>
    </dgm:pt>
    <dgm:pt modelId="{30623510-8C14-4DCD-B528-C6FC4B845061}" type="parTrans" cxnId="{81283866-49C3-4981-ABD7-3F589AEA075B}">
      <dgm:prSet/>
      <dgm:spPr/>
      <dgm:t>
        <a:bodyPr/>
        <a:lstStyle/>
        <a:p>
          <a:endParaRPr lang="es-MX"/>
        </a:p>
      </dgm:t>
    </dgm:pt>
    <dgm:pt modelId="{E94B73FF-D7A0-4037-ABC0-B80E857403F0}" type="sibTrans" cxnId="{81283866-49C3-4981-ABD7-3F589AEA075B}">
      <dgm:prSet/>
      <dgm:spPr/>
      <dgm:t>
        <a:bodyPr/>
        <a:lstStyle/>
        <a:p>
          <a:endParaRPr lang="es-MX"/>
        </a:p>
      </dgm:t>
    </dgm:pt>
    <dgm:pt modelId="{832CE7F9-833F-4338-8A3F-7A3B4E083879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Promedio o real si se adquirió fuera de ella</a:t>
          </a:r>
        </a:p>
      </dgm:t>
    </dgm:pt>
    <dgm:pt modelId="{163E9877-A660-42E1-BC08-1EF9AC813214}" type="parTrans" cxnId="{B7D02546-3404-4475-A77C-0AE54703173C}">
      <dgm:prSet/>
      <dgm:spPr/>
      <dgm:t>
        <a:bodyPr/>
        <a:lstStyle/>
        <a:p>
          <a:endParaRPr lang="es-MX"/>
        </a:p>
      </dgm:t>
    </dgm:pt>
    <dgm:pt modelId="{D67C24D9-65AC-4228-B745-1F056675D616}" type="sibTrans" cxnId="{B7D02546-3404-4475-A77C-0AE54703173C}">
      <dgm:prSet/>
      <dgm:spPr/>
      <dgm:t>
        <a:bodyPr/>
        <a:lstStyle/>
        <a:p>
          <a:endParaRPr lang="es-MX"/>
        </a:p>
      </dgm:t>
    </dgm:pt>
    <dgm:pt modelId="{7683EACD-CD6B-434D-8BE1-6675DBA910FB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Valor de Enajenación:</a:t>
          </a:r>
        </a:p>
        <a:p>
          <a:r>
            <a:rPr lang="es-MX" dirty="0"/>
            <a:t>Real o Precios de </a:t>
          </a:r>
          <a:r>
            <a:rPr lang="es-MX" dirty="0" err="1"/>
            <a:t>Transferncia</a:t>
          </a:r>
          <a:endParaRPr lang="es-MX" dirty="0"/>
        </a:p>
      </dgm:t>
    </dgm:pt>
    <dgm:pt modelId="{0E3F45F7-726F-45A2-B969-F6F70FBC3889}" type="parTrans" cxnId="{7C59226F-F748-4B1A-B2E5-FA4C9BB5E18A}">
      <dgm:prSet/>
      <dgm:spPr/>
      <dgm:t>
        <a:bodyPr/>
        <a:lstStyle/>
        <a:p>
          <a:endParaRPr lang="es-MX"/>
        </a:p>
      </dgm:t>
    </dgm:pt>
    <dgm:pt modelId="{AC671D84-F197-4FA7-97F4-A6CEC36F83F0}" type="sibTrans" cxnId="{7C59226F-F748-4B1A-B2E5-FA4C9BB5E18A}">
      <dgm:prSet/>
      <dgm:spPr/>
      <dgm:t>
        <a:bodyPr/>
        <a:lstStyle/>
        <a:p>
          <a:endParaRPr lang="es-MX"/>
        </a:p>
      </dgm:t>
    </dgm:pt>
    <dgm:pt modelId="{29E8B69C-471F-4659-AA30-2756ED3E2197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Ejercicio en que se incurrieron</a:t>
          </a:r>
        </a:p>
      </dgm:t>
    </dgm:pt>
    <dgm:pt modelId="{E58F6410-4D0A-4DDC-B34D-3A48A87DBE7D}" type="parTrans" cxnId="{024A52F1-B83A-4E9A-869B-4AB7DB480EE1}">
      <dgm:prSet/>
      <dgm:spPr/>
      <dgm:t>
        <a:bodyPr/>
        <a:lstStyle/>
        <a:p>
          <a:endParaRPr lang="es-MX"/>
        </a:p>
      </dgm:t>
    </dgm:pt>
    <dgm:pt modelId="{8B8B2423-D2D6-4F6B-B322-56F2D1583C38}" type="sibTrans" cxnId="{024A52F1-B83A-4E9A-869B-4AB7DB480EE1}">
      <dgm:prSet/>
      <dgm:spPr/>
      <dgm:t>
        <a:bodyPr/>
        <a:lstStyle/>
        <a:p>
          <a:endParaRPr lang="es-MX"/>
        </a:p>
      </dgm:t>
    </dgm:pt>
    <dgm:pt modelId="{C0B37214-C6D3-4779-A2E9-9C3800F819C5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Siguientes Ejercicios</a:t>
          </a:r>
        </a:p>
      </dgm:t>
    </dgm:pt>
    <dgm:pt modelId="{0644BC79-8AA2-46AC-BA17-6FDD3D61CA0E}" type="parTrans" cxnId="{5DEEBEE2-1268-4F5B-8AF4-48B8B2AB97E0}">
      <dgm:prSet/>
      <dgm:spPr/>
      <dgm:t>
        <a:bodyPr/>
        <a:lstStyle/>
        <a:p>
          <a:endParaRPr lang="es-MX"/>
        </a:p>
      </dgm:t>
    </dgm:pt>
    <dgm:pt modelId="{D8A5F5B3-FC2B-4CF9-8F61-8BDEDDE1C8C8}" type="sibTrans" cxnId="{5DEEBEE2-1268-4F5B-8AF4-48B8B2AB97E0}">
      <dgm:prSet/>
      <dgm:spPr/>
      <dgm:t>
        <a:bodyPr/>
        <a:lstStyle/>
        <a:p>
          <a:endParaRPr lang="es-MX"/>
        </a:p>
      </dgm:t>
    </dgm:pt>
    <dgm:pt modelId="{B776BADD-1CFE-403C-A178-BEF43181C722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INPC Mes de Cierre /</a:t>
          </a:r>
        </a:p>
        <a:p>
          <a:r>
            <a:rPr lang="es-MX" dirty="0"/>
            <a:t>INPC  mes de origen</a:t>
          </a:r>
        </a:p>
      </dgm:t>
    </dgm:pt>
    <dgm:pt modelId="{0E254F6B-D596-4CEC-A748-F9030F1FA4B7}" type="parTrans" cxnId="{EDD3AFAC-EFF0-4D4A-90BD-A681904DA351}">
      <dgm:prSet/>
      <dgm:spPr/>
      <dgm:t>
        <a:bodyPr/>
        <a:lstStyle/>
        <a:p>
          <a:endParaRPr lang="es-MX"/>
        </a:p>
      </dgm:t>
    </dgm:pt>
    <dgm:pt modelId="{B86BAB6A-2D84-41E2-8A4D-BDB8C7B41049}" type="sibTrans" cxnId="{EDD3AFAC-EFF0-4D4A-90BD-A681904DA351}">
      <dgm:prSet/>
      <dgm:spPr/>
      <dgm:t>
        <a:bodyPr/>
        <a:lstStyle/>
        <a:p>
          <a:endParaRPr lang="es-MX"/>
        </a:p>
      </dgm:t>
    </dgm:pt>
    <dgm:pt modelId="{196D1A18-EBF2-44B4-BAB3-909763AD0BF5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INPC Cierre  anterior /</a:t>
          </a:r>
        </a:p>
        <a:p>
          <a:r>
            <a:rPr lang="es-MX" dirty="0"/>
            <a:t>INPC Ultima Actualización</a:t>
          </a:r>
        </a:p>
      </dgm:t>
    </dgm:pt>
    <dgm:pt modelId="{1207022E-CBCC-46F1-90FA-BAEAD01A6CD2}" type="parTrans" cxnId="{EA01DBCB-B9B7-491C-85AA-2D6EE766302B}">
      <dgm:prSet/>
      <dgm:spPr/>
      <dgm:t>
        <a:bodyPr/>
        <a:lstStyle/>
        <a:p>
          <a:endParaRPr lang="es-MX"/>
        </a:p>
      </dgm:t>
    </dgm:pt>
    <dgm:pt modelId="{C38060B0-6859-4A54-8233-7543280C26A4}" type="sibTrans" cxnId="{EA01DBCB-B9B7-491C-85AA-2D6EE766302B}">
      <dgm:prSet/>
      <dgm:spPr/>
      <dgm:t>
        <a:bodyPr/>
        <a:lstStyle/>
        <a:p>
          <a:endParaRPr lang="es-MX"/>
        </a:p>
      </dgm:t>
    </dgm:pt>
    <dgm:pt modelId="{589B85F1-F1F0-4172-8CB6-A05DE18004C6}">
      <dgm:prSet/>
      <dgm:spPr>
        <a:solidFill>
          <a:srgbClr val="002060"/>
        </a:solidFill>
      </dgm:spPr>
      <dgm:t>
        <a:bodyPr/>
        <a:lstStyle/>
        <a:p>
          <a:r>
            <a:rPr lang="es-MX" dirty="0"/>
            <a:t>Aviso (Excepto Bolsa)</a:t>
          </a:r>
        </a:p>
        <a:p>
          <a:r>
            <a:rPr lang="es-MX" dirty="0"/>
            <a:t>(10 días)</a:t>
          </a:r>
        </a:p>
      </dgm:t>
    </dgm:pt>
    <dgm:pt modelId="{F7ACB2C0-77E3-44C5-85FE-5248A1AE4116}" type="parTrans" cxnId="{94D9B8BA-8E69-4AE6-9953-1940884E260F}">
      <dgm:prSet/>
      <dgm:spPr/>
      <dgm:t>
        <a:bodyPr/>
        <a:lstStyle/>
        <a:p>
          <a:endParaRPr lang="es-MX"/>
        </a:p>
      </dgm:t>
    </dgm:pt>
    <dgm:pt modelId="{C0C7CCCA-E0DD-4BB1-8833-E1E347A5C9E4}" type="sibTrans" cxnId="{94D9B8BA-8E69-4AE6-9953-1940884E260F}">
      <dgm:prSet/>
      <dgm:spPr/>
      <dgm:t>
        <a:bodyPr/>
        <a:lstStyle/>
        <a:p>
          <a:endParaRPr lang="es-MX"/>
        </a:p>
      </dgm:t>
    </dgm:pt>
    <dgm:pt modelId="{055A11EC-4C6B-4FA2-94FC-BA7223D2BD35}">
      <dgm:prSet custT="1"/>
      <dgm:spPr>
        <a:solidFill>
          <a:srgbClr val="002060"/>
        </a:solidFill>
      </dgm:spPr>
      <dgm:t>
        <a:bodyPr/>
        <a:lstStyle/>
        <a:p>
          <a:r>
            <a:rPr lang="es-MX" sz="900" dirty="0"/>
            <a:t>Adquirente</a:t>
          </a:r>
        </a:p>
        <a:p>
          <a:r>
            <a:rPr lang="es-MX" sz="900" dirty="0"/>
            <a:t>En todo caso</a:t>
          </a:r>
        </a:p>
      </dgm:t>
    </dgm:pt>
    <dgm:pt modelId="{6456C6A4-ED48-49E5-887A-5616925E5164}" type="parTrans" cxnId="{DF2E738B-DDC6-4ABF-AA64-DAF9920201C1}">
      <dgm:prSet/>
      <dgm:spPr/>
      <dgm:t>
        <a:bodyPr/>
        <a:lstStyle/>
        <a:p>
          <a:endParaRPr lang="es-MX"/>
        </a:p>
      </dgm:t>
    </dgm:pt>
    <dgm:pt modelId="{59987469-9CBC-48C8-B26B-DB562AA44060}" type="sibTrans" cxnId="{DF2E738B-DDC6-4ABF-AA64-DAF9920201C1}">
      <dgm:prSet/>
      <dgm:spPr/>
      <dgm:t>
        <a:bodyPr/>
        <a:lstStyle/>
        <a:p>
          <a:endParaRPr lang="es-MX"/>
        </a:p>
      </dgm:t>
    </dgm:pt>
    <dgm:pt modelId="{B63D6EFC-E038-44B7-A752-34560881DC55}">
      <dgm:prSet/>
      <dgm:spPr>
        <a:solidFill>
          <a:srgbClr val="002060"/>
        </a:solidFill>
      </dgm:spPr>
      <dgm:t>
        <a:bodyPr/>
        <a:lstStyle/>
        <a:p>
          <a:r>
            <a:rPr lang="es-MX" dirty="0"/>
            <a:t>Enajenante</a:t>
          </a:r>
        </a:p>
        <a:p>
          <a:r>
            <a:rPr lang="es-MX" dirty="0"/>
            <a:t>Cuando haya pérdida</a:t>
          </a:r>
        </a:p>
      </dgm:t>
    </dgm:pt>
    <dgm:pt modelId="{F9F62A90-66F0-4E3A-908E-E3BD9C8DE205}" type="parTrans" cxnId="{D7D1617E-0D81-48D7-AE42-2AEB864FFEE3}">
      <dgm:prSet/>
      <dgm:spPr/>
      <dgm:t>
        <a:bodyPr/>
        <a:lstStyle/>
        <a:p>
          <a:endParaRPr lang="es-MX"/>
        </a:p>
      </dgm:t>
    </dgm:pt>
    <dgm:pt modelId="{07DC4FEA-9279-4370-8FD8-4135009DD397}" type="sibTrans" cxnId="{D7D1617E-0D81-48D7-AE42-2AEB864FFEE3}">
      <dgm:prSet/>
      <dgm:spPr/>
      <dgm:t>
        <a:bodyPr/>
        <a:lstStyle/>
        <a:p>
          <a:endParaRPr lang="es-MX"/>
        </a:p>
      </dgm:t>
    </dgm:pt>
    <dgm:pt modelId="{C3AF88D2-BB4C-4742-800A-F1DAD19315BE}" type="pres">
      <dgm:prSet presAssocID="{7C0DF948-90D7-493D-8C6E-93B2A3B446C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7700FFB-3954-4CCE-A303-6436F05F821F}" type="pres">
      <dgm:prSet presAssocID="{409374F9-3FD6-4C05-A8FE-C2B3A9B008F9}" presName="vertOne" presStyleCnt="0"/>
      <dgm:spPr/>
    </dgm:pt>
    <dgm:pt modelId="{1E922656-F248-4163-9C66-45BEC7EEC262}" type="pres">
      <dgm:prSet presAssocID="{409374F9-3FD6-4C05-A8FE-C2B3A9B008F9}" presName="txOne" presStyleLbl="node0" presStyleIdx="0" presStyleCnt="1">
        <dgm:presLayoutVars>
          <dgm:chPref val="3"/>
        </dgm:presLayoutVars>
      </dgm:prSet>
      <dgm:spPr/>
    </dgm:pt>
    <dgm:pt modelId="{444DCB84-45A6-4646-8447-AD97B8C5ED31}" type="pres">
      <dgm:prSet presAssocID="{409374F9-3FD6-4C05-A8FE-C2B3A9B008F9}" presName="parTransOne" presStyleCnt="0"/>
      <dgm:spPr/>
    </dgm:pt>
    <dgm:pt modelId="{AFC1C623-E4ED-441B-AF70-04157D14E12D}" type="pres">
      <dgm:prSet presAssocID="{409374F9-3FD6-4C05-A8FE-C2B3A9B008F9}" presName="horzOne" presStyleCnt="0"/>
      <dgm:spPr/>
    </dgm:pt>
    <dgm:pt modelId="{D760D16D-9755-497C-B1CB-ADB7F8716C59}" type="pres">
      <dgm:prSet presAssocID="{1A737B04-AD39-466F-8CDE-22EFD443817E}" presName="vertTwo" presStyleCnt="0"/>
      <dgm:spPr/>
    </dgm:pt>
    <dgm:pt modelId="{C6BFEFF1-3A9C-4A92-9CAA-3CA8FD15D18B}" type="pres">
      <dgm:prSet presAssocID="{1A737B04-AD39-466F-8CDE-22EFD443817E}" presName="txTwo" presStyleLbl="node2" presStyleIdx="0" presStyleCnt="4">
        <dgm:presLayoutVars>
          <dgm:chPref val="3"/>
        </dgm:presLayoutVars>
      </dgm:prSet>
      <dgm:spPr/>
    </dgm:pt>
    <dgm:pt modelId="{D6227B4F-CADB-4890-AF29-DBFE2CAE7124}" type="pres">
      <dgm:prSet presAssocID="{1A737B04-AD39-466F-8CDE-22EFD443817E}" presName="parTransTwo" presStyleCnt="0"/>
      <dgm:spPr/>
    </dgm:pt>
    <dgm:pt modelId="{E2C5D2B1-9F61-42F1-8341-4B21D17EE974}" type="pres">
      <dgm:prSet presAssocID="{1A737B04-AD39-466F-8CDE-22EFD443817E}" presName="horzTwo" presStyleCnt="0"/>
      <dgm:spPr/>
    </dgm:pt>
    <dgm:pt modelId="{865F85E3-07DF-47BD-9B18-7D2E3E73B824}" type="pres">
      <dgm:prSet presAssocID="{1170272D-CA65-447D-8FC5-4ACD1AC431F3}" presName="vertThree" presStyleCnt="0"/>
      <dgm:spPr/>
    </dgm:pt>
    <dgm:pt modelId="{580A149A-1C93-4E9A-855B-8C1A947E2B59}" type="pres">
      <dgm:prSet presAssocID="{1170272D-CA65-447D-8FC5-4ACD1AC431F3}" presName="txThree" presStyleLbl="node3" presStyleIdx="0" presStyleCnt="10">
        <dgm:presLayoutVars>
          <dgm:chPref val="3"/>
        </dgm:presLayoutVars>
      </dgm:prSet>
      <dgm:spPr/>
    </dgm:pt>
    <dgm:pt modelId="{7EEB123C-DC4F-4E29-8F7E-B2EAA47F4B8C}" type="pres">
      <dgm:prSet presAssocID="{1170272D-CA65-447D-8FC5-4ACD1AC431F3}" presName="horzThree" presStyleCnt="0"/>
      <dgm:spPr/>
    </dgm:pt>
    <dgm:pt modelId="{FA8B40AB-2C23-481C-8E4B-8E77FA53D263}" type="pres">
      <dgm:prSet presAssocID="{9DFC5719-7F04-45A8-937F-0C6626AA4D71}" presName="sibSpaceThree" presStyleCnt="0"/>
      <dgm:spPr/>
    </dgm:pt>
    <dgm:pt modelId="{D561F614-FB80-47E9-B7BD-08EA90E718AD}" type="pres">
      <dgm:prSet presAssocID="{F9008448-7C5E-4F76-9720-CB41072EF08A}" presName="vertThree" presStyleCnt="0"/>
      <dgm:spPr/>
    </dgm:pt>
    <dgm:pt modelId="{5200E75C-A6FE-4EA0-9F14-D7E62F694012}" type="pres">
      <dgm:prSet presAssocID="{F9008448-7C5E-4F76-9720-CB41072EF08A}" presName="txThree" presStyleLbl="node3" presStyleIdx="1" presStyleCnt="10">
        <dgm:presLayoutVars>
          <dgm:chPref val="3"/>
        </dgm:presLayoutVars>
      </dgm:prSet>
      <dgm:spPr/>
    </dgm:pt>
    <dgm:pt modelId="{7CD94469-6A34-46ED-8C96-0A8153CD53EB}" type="pres">
      <dgm:prSet presAssocID="{F9008448-7C5E-4F76-9720-CB41072EF08A}" presName="horzThree" presStyleCnt="0"/>
      <dgm:spPr/>
    </dgm:pt>
    <dgm:pt modelId="{B10C78A6-5D7A-4917-B331-740D1CD36CC2}" type="pres">
      <dgm:prSet presAssocID="{D6FE94A5-003D-462C-A817-FBB4CC7B441A}" presName="sibSpaceThree" presStyleCnt="0"/>
      <dgm:spPr/>
    </dgm:pt>
    <dgm:pt modelId="{C3195B15-9F66-4E18-AF12-46B7914C4214}" type="pres">
      <dgm:prSet presAssocID="{72039907-31DC-443F-A5CF-77804F805FE9}" presName="vertThree" presStyleCnt="0"/>
      <dgm:spPr/>
    </dgm:pt>
    <dgm:pt modelId="{8001964C-5215-4167-B028-9F95819498E0}" type="pres">
      <dgm:prSet presAssocID="{72039907-31DC-443F-A5CF-77804F805FE9}" presName="txThree" presStyleLbl="node3" presStyleIdx="2" presStyleCnt="10">
        <dgm:presLayoutVars>
          <dgm:chPref val="3"/>
        </dgm:presLayoutVars>
      </dgm:prSet>
      <dgm:spPr/>
    </dgm:pt>
    <dgm:pt modelId="{29353478-0F7C-4FDB-BA84-6FC0F0E2152C}" type="pres">
      <dgm:prSet presAssocID="{72039907-31DC-443F-A5CF-77804F805FE9}" presName="horzThree" presStyleCnt="0"/>
      <dgm:spPr/>
    </dgm:pt>
    <dgm:pt modelId="{B0A6651A-B1EF-464B-9350-FCE4BB3783D5}" type="pres">
      <dgm:prSet presAssocID="{B3D1933E-F2E8-4E0A-87D2-A1DAA19836EC}" presName="sibSpaceThree" presStyleCnt="0"/>
      <dgm:spPr/>
    </dgm:pt>
    <dgm:pt modelId="{3AEEDF3E-382B-44F0-8584-1A61F6932EB5}" type="pres">
      <dgm:prSet presAssocID="{471D3AC9-2737-4873-B21F-C09650991844}" presName="vertThree" presStyleCnt="0"/>
      <dgm:spPr/>
    </dgm:pt>
    <dgm:pt modelId="{0054FE6B-8800-4E42-AF76-14F62CCF0B2D}" type="pres">
      <dgm:prSet presAssocID="{471D3AC9-2737-4873-B21F-C09650991844}" presName="txThree" presStyleLbl="node3" presStyleIdx="3" presStyleCnt="10">
        <dgm:presLayoutVars>
          <dgm:chPref val="3"/>
        </dgm:presLayoutVars>
      </dgm:prSet>
      <dgm:spPr/>
    </dgm:pt>
    <dgm:pt modelId="{FD29A3FD-DFFA-4B25-8629-D4B962EF6D1E}" type="pres">
      <dgm:prSet presAssocID="{471D3AC9-2737-4873-B21F-C09650991844}" presName="horzThree" presStyleCnt="0"/>
      <dgm:spPr/>
    </dgm:pt>
    <dgm:pt modelId="{C0162D3B-A4E0-4E7B-B126-56721887A2C7}" type="pres">
      <dgm:prSet presAssocID="{B201469C-4FD5-4FF0-8035-A6271856AE62}" presName="sibSpaceThree" presStyleCnt="0"/>
      <dgm:spPr/>
    </dgm:pt>
    <dgm:pt modelId="{FE2575CC-0A09-4FE1-82D2-F0185BA1598B}" type="pres">
      <dgm:prSet presAssocID="{9FE2690B-2F47-4751-9C65-F6CDCABD5218}" presName="vertThree" presStyleCnt="0"/>
      <dgm:spPr/>
    </dgm:pt>
    <dgm:pt modelId="{071A6882-4CA8-4912-BBC9-41513BBDF868}" type="pres">
      <dgm:prSet presAssocID="{9FE2690B-2F47-4751-9C65-F6CDCABD5218}" presName="txThree" presStyleLbl="node3" presStyleIdx="4" presStyleCnt="10">
        <dgm:presLayoutVars>
          <dgm:chPref val="3"/>
        </dgm:presLayoutVars>
      </dgm:prSet>
      <dgm:spPr/>
    </dgm:pt>
    <dgm:pt modelId="{086C2E1B-08DD-44FF-921D-B70244E52AD1}" type="pres">
      <dgm:prSet presAssocID="{9FE2690B-2F47-4751-9C65-F6CDCABD5218}" presName="horzThree" presStyleCnt="0"/>
      <dgm:spPr/>
    </dgm:pt>
    <dgm:pt modelId="{D1083DD5-ED9A-4CEB-BFD1-475871ABE8AB}" type="pres">
      <dgm:prSet presAssocID="{E6ACEAF2-D183-4A01-8EE8-A695D7474DC0}" presName="sibSpaceTwo" presStyleCnt="0"/>
      <dgm:spPr/>
    </dgm:pt>
    <dgm:pt modelId="{EF5AA8B1-A955-4C00-8D11-F2E49A4F60B8}" type="pres">
      <dgm:prSet presAssocID="{4DA4AA1E-9510-4AE0-8D73-FF438825E719}" presName="vertTwo" presStyleCnt="0"/>
      <dgm:spPr/>
    </dgm:pt>
    <dgm:pt modelId="{29DEFD82-A7E9-4138-A6E1-E2CDB083086D}" type="pres">
      <dgm:prSet presAssocID="{4DA4AA1E-9510-4AE0-8D73-FF438825E719}" presName="txTwo" presStyleLbl="node2" presStyleIdx="1" presStyleCnt="4">
        <dgm:presLayoutVars>
          <dgm:chPref val="3"/>
        </dgm:presLayoutVars>
      </dgm:prSet>
      <dgm:spPr/>
    </dgm:pt>
    <dgm:pt modelId="{1278EE22-E3EA-457E-835B-D066BC76034C}" type="pres">
      <dgm:prSet presAssocID="{4DA4AA1E-9510-4AE0-8D73-FF438825E719}" presName="parTransTwo" presStyleCnt="0"/>
      <dgm:spPr/>
    </dgm:pt>
    <dgm:pt modelId="{025F4B39-C935-4278-A977-900C76CCDAB8}" type="pres">
      <dgm:prSet presAssocID="{4DA4AA1E-9510-4AE0-8D73-FF438825E719}" presName="horzTwo" presStyleCnt="0"/>
      <dgm:spPr/>
    </dgm:pt>
    <dgm:pt modelId="{FFB5E6D6-7D2C-4739-919C-D1B47B92481B}" type="pres">
      <dgm:prSet presAssocID="{5FC850DF-488D-4DE4-9005-2A525B8F6655}" presName="vertThree" presStyleCnt="0"/>
      <dgm:spPr/>
    </dgm:pt>
    <dgm:pt modelId="{E266DCD2-2F6D-4ADB-9031-17D55155BBAF}" type="pres">
      <dgm:prSet presAssocID="{5FC850DF-488D-4DE4-9005-2A525B8F6655}" presName="txThree" presStyleLbl="node3" presStyleIdx="5" presStyleCnt="10">
        <dgm:presLayoutVars>
          <dgm:chPref val="3"/>
        </dgm:presLayoutVars>
      </dgm:prSet>
      <dgm:spPr/>
    </dgm:pt>
    <dgm:pt modelId="{B99A1A5C-8147-4F40-9E45-4A490084709F}" type="pres">
      <dgm:prSet presAssocID="{5FC850DF-488D-4DE4-9005-2A525B8F6655}" presName="parTransThree" presStyleCnt="0"/>
      <dgm:spPr/>
    </dgm:pt>
    <dgm:pt modelId="{D25EC229-A9FC-4BB5-8405-EF1E25A6C241}" type="pres">
      <dgm:prSet presAssocID="{5FC850DF-488D-4DE4-9005-2A525B8F6655}" presName="horzThree" presStyleCnt="0"/>
      <dgm:spPr/>
    </dgm:pt>
    <dgm:pt modelId="{67EE0285-A743-49CC-9E05-49AC705CCFCE}" type="pres">
      <dgm:prSet presAssocID="{5FEB8225-E1D9-4E26-B729-70122D4C4A82}" presName="vertFour" presStyleCnt="0">
        <dgm:presLayoutVars>
          <dgm:chPref val="3"/>
        </dgm:presLayoutVars>
      </dgm:prSet>
      <dgm:spPr/>
    </dgm:pt>
    <dgm:pt modelId="{71F1EDCC-0657-49B5-A15F-51121ADB25CD}" type="pres">
      <dgm:prSet presAssocID="{5FEB8225-E1D9-4E26-B729-70122D4C4A82}" presName="txFour" presStyleLbl="node4" presStyleIdx="0" presStyleCnt="14">
        <dgm:presLayoutVars>
          <dgm:chPref val="3"/>
        </dgm:presLayoutVars>
      </dgm:prSet>
      <dgm:spPr/>
    </dgm:pt>
    <dgm:pt modelId="{4E0A6D78-EFEF-4377-8B03-255C39D1970B}" type="pres">
      <dgm:prSet presAssocID="{5FEB8225-E1D9-4E26-B729-70122D4C4A82}" presName="horzFour" presStyleCnt="0"/>
      <dgm:spPr/>
    </dgm:pt>
    <dgm:pt modelId="{7937FEDD-EE70-4F65-931F-8AA352568807}" type="pres">
      <dgm:prSet presAssocID="{61AA6FEE-2C23-48AA-BD3F-EC71DE8F3DF2}" presName="sibSpaceFour" presStyleCnt="0"/>
      <dgm:spPr/>
    </dgm:pt>
    <dgm:pt modelId="{3D5FED49-BF2F-4062-99C2-4E831EF976F8}" type="pres">
      <dgm:prSet presAssocID="{5AE5A00E-5D00-42B2-B19A-D64D5148F501}" presName="vertFour" presStyleCnt="0">
        <dgm:presLayoutVars>
          <dgm:chPref val="3"/>
        </dgm:presLayoutVars>
      </dgm:prSet>
      <dgm:spPr/>
    </dgm:pt>
    <dgm:pt modelId="{942D6EAB-F563-4B40-BF7E-4E3C72F192CE}" type="pres">
      <dgm:prSet presAssocID="{5AE5A00E-5D00-42B2-B19A-D64D5148F501}" presName="txFour" presStyleLbl="node4" presStyleIdx="1" presStyleCnt="14">
        <dgm:presLayoutVars>
          <dgm:chPref val="3"/>
        </dgm:presLayoutVars>
      </dgm:prSet>
      <dgm:spPr/>
    </dgm:pt>
    <dgm:pt modelId="{E3E763BA-A134-45AD-8409-1F665AC1F4A2}" type="pres">
      <dgm:prSet presAssocID="{5AE5A00E-5D00-42B2-B19A-D64D5148F501}" presName="horzFour" presStyleCnt="0"/>
      <dgm:spPr/>
    </dgm:pt>
    <dgm:pt modelId="{F9B6E665-499A-4E12-BCA1-12F877E52B8D}" type="pres">
      <dgm:prSet presAssocID="{D43B9CA8-21E4-4EB0-8BBB-5F9773F59886}" presName="sibSpaceFour" presStyleCnt="0"/>
      <dgm:spPr/>
    </dgm:pt>
    <dgm:pt modelId="{DD89B799-D0E5-429A-ACDC-FA170356998D}" type="pres">
      <dgm:prSet presAssocID="{48B66A2A-618B-4DD9-978C-6AE8E5B5E4F0}" presName="vertFour" presStyleCnt="0">
        <dgm:presLayoutVars>
          <dgm:chPref val="3"/>
        </dgm:presLayoutVars>
      </dgm:prSet>
      <dgm:spPr/>
    </dgm:pt>
    <dgm:pt modelId="{2CD9042F-9E25-4481-98B7-6108670199C3}" type="pres">
      <dgm:prSet presAssocID="{48B66A2A-618B-4DD9-978C-6AE8E5B5E4F0}" presName="txFour" presStyleLbl="node4" presStyleIdx="2" presStyleCnt="14">
        <dgm:presLayoutVars>
          <dgm:chPref val="3"/>
        </dgm:presLayoutVars>
      </dgm:prSet>
      <dgm:spPr/>
    </dgm:pt>
    <dgm:pt modelId="{859FFA13-5E49-4A58-ADFE-030F474B4317}" type="pres">
      <dgm:prSet presAssocID="{48B66A2A-618B-4DD9-978C-6AE8E5B5E4F0}" presName="parTransFour" presStyleCnt="0"/>
      <dgm:spPr/>
    </dgm:pt>
    <dgm:pt modelId="{167B2330-371E-49E8-B1C7-AC8A9F2C7CCC}" type="pres">
      <dgm:prSet presAssocID="{48B66A2A-618B-4DD9-978C-6AE8E5B5E4F0}" presName="horzFour" presStyleCnt="0"/>
      <dgm:spPr/>
    </dgm:pt>
    <dgm:pt modelId="{F23F3920-ACDB-4963-939A-3E87A6EAA7A4}" type="pres">
      <dgm:prSet presAssocID="{29E8B69C-471F-4659-AA30-2756ED3E2197}" presName="vertFour" presStyleCnt="0">
        <dgm:presLayoutVars>
          <dgm:chPref val="3"/>
        </dgm:presLayoutVars>
      </dgm:prSet>
      <dgm:spPr/>
    </dgm:pt>
    <dgm:pt modelId="{832C6195-5C3D-43AB-AF3E-B4EED1BCDC3C}" type="pres">
      <dgm:prSet presAssocID="{29E8B69C-471F-4659-AA30-2756ED3E2197}" presName="txFour" presStyleLbl="node4" presStyleIdx="3" presStyleCnt="14">
        <dgm:presLayoutVars>
          <dgm:chPref val="3"/>
        </dgm:presLayoutVars>
      </dgm:prSet>
      <dgm:spPr/>
    </dgm:pt>
    <dgm:pt modelId="{060831C1-49B8-4F3E-A0AD-A2BFCA5787E2}" type="pres">
      <dgm:prSet presAssocID="{29E8B69C-471F-4659-AA30-2756ED3E2197}" presName="parTransFour" presStyleCnt="0"/>
      <dgm:spPr/>
    </dgm:pt>
    <dgm:pt modelId="{45F77441-6AF0-4C62-89FF-2D9D0DEEE364}" type="pres">
      <dgm:prSet presAssocID="{29E8B69C-471F-4659-AA30-2756ED3E2197}" presName="horzFour" presStyleCnt="0"/>
      <dgm:spPr/>
    </dgm:pt>
    <dgm:pt modelId="{5309EF44-F941-405C-83FD-4EB1BFDB58A9}" type="pres">
      <dgm:prSet presAssocID="{B776BADD-1CFE-403C-A178-BEF43181C722}" presName="vertFour" presStyleCnt="0">
        <dgm:presLayoutVars>
          <dgm:chPref val="3"/>
        </dgm:presLayoutVars>
      </dgm:prSet>
      <dgm:spPr/>
    </dgm:pt>
    <dgm:pt modelId="{E3E84549-8E3A-4D92-B046-8D6A1E73840B}" type="pres">
      <dgm:prSet presAssocID="{B776BADD-1CFE-403C-A178-BEF43181C722}" presName="txFour" presStyleLbl="node4" presStyleIdx="4" presStyleCnt="14">
        <dgm:presLayoutVars>
          <dgm:chPref val="3"/>
        </dgm:presLayoutVars>
      </dgm:prSet>
      <dgm:spPr/>
    </dgm:pt>
    <dgm:pt modelId="{2B867CC4-4E74-4BB5-8003-D5580A0BDF65}" type="pres">
      <dgm:prSet presAssocID="{B776BADD-1CFE-403C-A178-BEF43181C722}" presName="horzFour" presStyleCnt="0"/>
      <dgm:spPr/>
    </dgm:pt>
    <dgm:pt modelId="{474482DC-99D3-4ED4-A44C-5A4643784D8C}" type="pres">
      <dgm:prSet presAssocID="{8B8B2423-D2D6-4F6B-B322-56F2D1583C38}" presName="sibSpaceFour" presStyleCnt="0"/>
      <dgm:spPr/>
    </dgm:pt>
    <dgm:pt modelId="{27D775DB-54EC-4648-8F6B-C3E76D935D23}" type="pres">
      <dgm:prSet presAssocID="{C0B37214-C6D3-4779-A2E9-9C3800F819C5}" presName="vertFour" presStyleCnt="0">
        <dgm:presLayoutVars>
          <dgm:chPref val="3"/>
        </dgm:presLayoutVars>
      </dgm:prSet>
      <dgm:spPr/>
    </dgm:pt>
    <dgm:pt modelId="{1DCD0629-8BE1-4ECA-930E-0D8F749A2EF9}" type="pres">
      <dgm:prSet presAssocID="{C0B37214-C6D3-4779-A2E9-9C3800F819C5}" presName="txFour" presStyleLbl="node4" presStyleIdx="5" presStyleCnt="14">
        <dgm:presLayoutVars>
          <dgm:chPref val="3"/>
        </dgm:presLayoutVars>
      </dgm:prSet>
      <dgm:spPr/>
    </dgm:pt>
    <dgm:pt modelId="{48C1F1AA-A1DC-407B-A74D-962382373CC1}" type="pres">
      <dgm:prSet presAssocID="{C0B37214-C6D3-4779-A2E9-9C3800F819C5}" presName="parTransFour" presStyleCnt="0"/>
      <dgm:spPr/>
    </dgm:pt>
    <dgm:pt modelId="{6E6349BF-DE66-4343-AD57-C55A247CBA7F}" type="pres">
      <dgm:prSet presAssocID="{C0B37214-C6D3-4779-A2E9-9C3800F819C5}" presName="horzFour" presStyleCnt="0"/>
      <dgm:spPr/>
    </dgm:pt>
    <dgm:pt modelId="{5031357A-2EC1-49EB-BC5A-42002D83C2A4}" type="pres">
      <dgm:prSet presAssocID="{196D1A18-EBF2-44B4-BAB3-909763AD0BF5}" presName="vertFour" presStyleCnt="0">
        <dgm:presLayoutVars>
          <dgm:chPref val="3"/>
        </dgm:presLayoutVars>
      </dgm:prSet>
      <dgm:spPr/>
    </dgm:pt>
    <dgm:pt modelId="{77CE7979-CDEF-4C42-A5F5-F9C8AF637993}" type="pres">
      <dgm:prSet presAssocID="{196D1A18-EBF2-44B4-BAB3-909763AD0BF5}" presName="txFour" presStyleLbl="node4" presStyleIdx="6" presStyleCnt="14">
        <dgm:presLayoutVars>
          <dgm:chPref val="3"/>
        </dgm:presLayoutVars>
      </dgm:prSet>
      <dgm:spPr/>
    </dgm:pt>
    <dgm:pt modelId="{4535C3B8-A833-4921-AE5F-957153E93724}" type="pres">
      <dgm:prSet presAssocID="{196D1A18-EBF2-44B4-BAB3-909763AD0BF5}" presName="horzFour" presStyleCnt="0"/>
      <dgm:spPr/>
    </dgm:pt>
    <dgm:pt modelId="{B98EB854-6E7A-4588-A08E-E66F0208E901}" type="pres">
      <dgm:prSet presAssocID="{3D1CF6BF-68C9-4B16-9B2B-437E2382E75F}" presName="sibSpaceTwo" presStyleCnt="0"/>
      <dgm:spPr/>
    </dgm:pt>
    <dgm:pt modelId="{71D8FA68-8949-44A6-8C2A-543F59A747E3}" type="pres">
      <dgm:prSet presAssocID="{D526C4D7-0506-454E-B9ED-6E19E14393B7}" presName="vertTwo" presStyleCnt="0"/>
      <dgm:spPr/>
    </dgm:pt>
    <dgm:pt modelId="{35DBDC32-F0B4-45AF-84AF-AA0C5A68347F}" type="pres">
      <dgm:prSet presAssocID="{D526C4D7-0506-454E-B9ED-6E19E14393B7}" presName="txTwo" presStyleLbl="node2" presStyleIdx="2" presStyleCnt="4">
        <dgm:presLayoutVars>
          <dgm:chPref val="3"/>
        </dgm:presLayoutVars>
      </dgm:prSet>
      <dgm:spPr/>
    </dgm:pt>
    <dgm:pt modelId="{65432400-ACCE-49DE-A06C-010AFDD1DE0C}" type="pres">
      <dgm:prSet presAssocID="{D526C4D7-0506-454E-B9ED-6E19E14393B7}" presName="parTransTwo" presStyleCnt="0"/>
      <dgm:spPr/>
    </dgm:pt>
    <dgm:pt modelId="{C201B018-1514-48DB-AD34-FBA5D40F5976}" type="pres">
      <dgm:prSet presAssocID="{D526C4D7-0506-454E-B9ED-6E19E14393B7}" presName="horzTwo" presStyleCnt="0"/>
      <dgm:spPr/>
    </dgm:pt>
    <dgm:pt modelId="{4B34A592-9301-4BC8-95ED-F5BE1208BFBD}" type="pres">
      <dgm:prSet presAssocID="{BC71F6C1-182F-48AF-9539-638AA4CF0037}" presName="vertThree" presStyleCnt="0"/>
      <dgm:spPr/>
    </dgm:pt>
    <dgm:pt modelId="{C130D4E3-FE37-4B14-A6CE-15123B018AF2}" type="pres">
      <dgm:prSet presAssocID="{BC71F6C1-182F-48AF-9539-638AA4CF0037}" presName="txThree" presStyleLbl="node3" presStyleIdx="6" presStyleCnt="10">
        <dgm:presLayoutVars>
          <dgm:chPref val="3"/>
        </dgm:presLayoutVars>
      </dgm:prSet>
      <dgm:spPr/>
    </dgm:pt>
    <dgm:pt modelId="{F09C7CA3-0A72-4B36-8DB1-D887D701DC75}" type="pres">
      <dgm:prSet presAssocID="{BC71F6C1-182F-48AF-9539-638AA4CF0037}" presName="parTransThree" presStyleCnt="0"/>
      <dgm:spPr/>
    </dgm:pt>
    <dgm:pt modelId="{1CCA9831-FCED-410F-BDC3-6181CBE98B81}" type="pres">
      <dgm:prSet presAssocID="{BC71F6C1-182F-48AF-9539-638AA4CF0037}" presName="horzThree" presStyleCnt="0"/>
      <dgm:spPr/>
    </dgm:pt>
    <dgm:pt modelId="{66DC946D-B6F0-4BF2-9AA7-80D61E8FA22A}" type="pres">
      <dgm:prSet presAssocID="{EF319EB9-7956-443A-855F-B93EC18E0C12}" presName="vertFour" presStyleCnt="0">
        <dgm:presLayoutVars>
          <dgm:chPref val="3"/>
        </dgm:presLayoutVars>
      </dgm:prSet>
      <dgm:spPr/>
    </dgm:pt>
    <dgm:pt modelId="{06EBDD1A-E66A-44DF-89BB-60D257CEEAB6}" type="pres">
      <dgm:prSet presAssocID="{EF319EB9-7956-443A-855F-B93EC18E0C12}" presName="txFour" presStyleLbl="node4" presStyleIdx="7" presStyleCnt="14">
        <dgm:presLayoutVars>
          <dgm:chPref val="3"/>
        </dgm:presLayoutVars>
      </dgm:prSet>
      <dgm:spPr/>
    </dgm:pt>
    <dgm:pt modelId="{E42746C4-BFE5-42D1-A032-3DA2EE50F297}" type="pres">
      <dgm:prSet presAssocID="{EF319EB9-7956-443A-855F-B93EC18E0C12}" presName="parTransFour" presStyleCnt="0"/>
      <dgm:spPr/>
    </dgm:pt>
    <dgm:pt modelId="{B7155081-09A7-46C8-811E-04D0261F5CF6}" type="pres">
      <dgm:prSet presAssocID="{EF319EB9-7956-443A-855F-B93EC18E0C12}" presName="horzFour" presStyleCnt="0"/>
      <dgm:spPr/>
    </dgm:pt>
    <dgm:pt modelId="{EC7821F0-456E-492D-8A76-5B740E20A358}" type="pres">
      <dgm:prSet presAssocID="{A153580B-48D8-496D-B886-FED696C3C7F2}" presName="vertFour" presStyleCnt="0">
        <dgm:presLayoutVars>
          <dgm:chPref val="3"/>
        </dgm:presLayoutVars>
      </dgm:prSet>
      <dgm:spPr/>
    </dgm:pt>
    <dgm:pt modelId="{D5B4FDE7-1A53-4617-A1D2-5F764BEDEA3B}" type="pres">
      <dgm:prSet presAssocID="{A153580B-48D8-496D-B886-FED696C3C7F2}" presName="txFour" presStyleLbl="node4" presStyleIdx="8" presStyleCnt="14">
        <dgm:presLayoutVars>
          <dgm:chPref val="3"/>
        </dgm:presLayoutVars>
      </dgm:prSet>
      <dgm:spPr/>
    </dgm:pt>
    <dgm:pt modelId="{624A2722-D412-4D24-849B-D13F570F928B}" type="pres">
      <dgm:prSet presAssocID="{A153580B-48D8-496D-B886-FED696C3C7F2}" presName="horzFour" presStyleCnt="0"/>
      <dgm:spPr/>
    </dgm:pt>
    <dgm:pt modelId="{855A4914-8022-49D4-8F80-F3BEBA0F1054}" type="pres">
      <dgm:prSet presAssocID="{75ABAE59-CD1D-4F02-A6C6-18242D2C5907}" presName="sibSpaceFour" presStyleCnt="0"/>
      <dgm:spPr/>
    </dgm:pt>
    <dgm:pt modelId="{AE30DB10-39B7-4BB6-B331-D94C4B2069B6}" type="pres">
      <dgm:prSet presAssocID="{82006B0E-2B0B-4290-9E86-2C1CBE055FA9}" presName="vertFour" presStyleCnt="0">
        <dgm:presLayoutVars>
          <dgm:chPref val="3"/>
        </dgm:presLayoutVars>
      </dgm:prSet>
      <dgm:spPr/>
    </dgm:pt>
    <dgm:pt modelId="{C0D1D73E-0CB8-442B-B98E-9179AD64A923}" type="pres">
      <dgm:prSet presAssocID="{82006B0E-2B0B-4290-9E86-2C1CBE055FA9}" presName="txFour" presStyleLbl="node4" presStyleIdx="9" presStyleCnt="14">
        <dgm:presLayoutVars>
          <dgm:chPref val="3"/>
        </dgm:presLayoutVars>
      </dgm:prSet>
      <dgm:spPr/>
    </dgm:pt>
    <dgm:pt modelId="{D523DEBF-0BC1-4987-9C05-8E745AB075A0}" type="pres">
      <dgm:prSet presAssocID="{82006B0E-2B0B-4290-9E86-2C1CBE055FA9}" presName="horzFour" presStyleCnt="0"/>
      <dgm:spPr/>
    </dgm:pt>
    <dgm:pt modelId="{998774FD-DDA2-42A9-A610-8CD4733BDDF8}" type="pres">
      <dgm:prSet presAssocID="{461A7EF8-2075-4585-817A-520C2286F6F6}" presName="sibSpaceFour" presStyleCnt="0"/>
      <dgm:spPr/>
    </dgm:pt>
    <dgm:pt modelId="{AA569C9E-3592-454C-9CBD-7B2379B80C68}" type="pres">
      <dgm:prSet presAssocID="{63B865C8-AE7F-4C6E-908E-D3FFB7F4C09E}" presName="vertFour" presStyleCnt="0">
        <dgm:presLayoutVars>
          <dgm:chPref val="3"/>
        </dgm:presLayoutVars>
      </dgm:prSet>
      <dgm:spPr/>
    </dgm:pt>
    <dgm:pt modelId="{115BA8E0-6BD8-4008-AEB7-AD26B286DFE6}" type="pres">
      <dgm:prSet presAssocID="{63B865C8-AE7F-4C6E-908E-D3FFB7F4C09E}" presName="txFour" presStyleLbl="node4" presStyleIdx="10" presStyleCnt="14">
        <dgm:presLayoutVars>
          <dgm:chPref val="3"/>
        </dgm:presLayoutVars>
      </dgm:prSet>
      <dgm:spPr/>
    </dgm:pt>
    <dgm:pt modelId="{5600A4DF-B07E-4419-AC46-F95A18FC1606}" type="pres">
      <dgm:prSet presAssocID="{63B865C8-AE7F-4C6E-908E-D3FFB7F4C09E}" presName="parTransFour" presStyleCnt="0"/>
      <dgm:spPr/>
    </dgm:pt>
    <dgm:pt modelId="{B9523F22-66F3-4CA5-B3D7-D6817B55DAE5}" type="pres">
      <dgm:prSet presAssocID="{63B865C8-AE7F-4C6E-908E-D3FFB7F4C09E}" presName="horzFour" presStyleCnt="0"/>
      <dgm:spPr/>
    </dgm:pt>
    <dgm:pt modelId="{70A468EB-30B0-4CFA-956E-CFCE679F5EF6}" type="pres">
      <dgm:prSet presAssocID="{909364F8-E260-4310-B0A0-EE93A7360C5B}" presName="vertFour" presStyleCnt="0">
        <dgm:presLayoutVars>
          <dgm:chPref val="3"/>
        </dgm:presLayoutVars>
      </dgm:prSet>
      <dgm:spPr/>
    </dgm:pt>
    <dgm:pt modelId="{91E6C478-772D-4149-8EC6-4A6F635B027E}" type="pres">
      <dgm:prSet presAssocID="{909364F8-E260-4310-B0A0-EE93A7360C5B}" presName="txFour" presStyleLbl="node4" presStyleIdx="11" presStyleCnt="14">
        <dgm:presLayoutVars>
          <dgm:chPref val="3"/>
        </dgm:presLayoutVars>
      </dgm:prSet>
      <dgm:spPr/>
    </dgm:pt>
    <dgm:pt modelId="{AFEE2B0C-7BD6-4750-BCE8-289A8C3B7B0C}" type="pres">
      <dgm:prSet presAssocID="{909364F8-E260-4310-B0A0-EE93A7360C5B}" presName="horzFour" presStyleCnt="0"/>
      <dgm:spPr/>
    </dgm:pt>
    <dgm:pt modelId="{25ACBD75-75DD-4B96-B7E2-670A3E5F5449}" type="pres">
      <dgm:prSet presAssocID="{E94B73FF-D7A0-4037-ABC0-B80E857403F0}" presName="sibSpaceFour" presStyleCnt="0"/>
      <dgm:spPr/>
    </dgm:pt>
    <dgm:pt modelId="{6F481D80-02FF-4C5A-97D9-AFE75A24DE38}" type="pres">
      <dgm:prSet presAssocID="{832CE7F9-833F-4338-8A3F-7A3B4E083879}" presName="vertFour" presStyleCnt="0">
        <dgm:presLayoutVars>
          <dgm:chPref val="3"/>
        </dgm:presLayoutVars>
      </dgm:prSet>
      <dgm:spPr/>
    </dgm:pt>
    <dgm:pt modelId="{9BA4276F-3B5D-48B6-A53B-0721A7CAAD80}" type="pres">
      <dgm:prSet presAssocID="{832CE7F9-833F-4338-8A3F-7A3B4E083879}" presName="txFour" presStyleLbl="node4" presStyleIdx="12" presStyleCnt="14">
        <dgm:presLayoutVars>
          <dgm:chPref val="3"/>
        </dgm:presLayoutVars>
      </dgm:prSet>
      <dgm:spPr/>
    </dgm:pt>
    <dgm:pt modelId="{F2B1C648-BD32-4B2A-87BF-D34C7879E2BF}" type="pres">
      <dgm:prSet presAssocID="{832CE7F9-833F-4338-8A3F-7A3B4E083879}" presName="horzFour" presStyleCnt="0"/>
      <dgm:spPr/>
    </dgm:pt>
    <dgm:pt modelId="{063945B8-B713-4A27-ADE6-B9A01E710552}" type="pres">
      <dgm:prSet presAssocID="{F3387F3A-D76A-4ED0-954E-6246DB49C679}" presName="sibSpaceThree" presStyleCnt="0"/>
      <dgm:spPr/>
    </dgm:pt>
    <dgm:pt modelId="{3DB9E402-D54C-4A26-9796-45483382F416}" type="pres">
      <dgm:prSet presAssocID="{97929884-3321-43D3-B355-DC8B0BD355AD}" presName="vertThree" presStyleCnt="0"/>
      <dgm:spPr/>
    </dgm:pt>
    <dgm:pt modelId="{304BDAEB-BC2A-4062-8A0F-8956D6E1E938}" type="pres">
      <dgm:prSet presAssocID="{97929884-3321-43D3-B355-DC8B0BD355AD}" presName="txThree" presStyleLbl="node3" presStyleIdx="7" presStyleCnt="10">
        <dgm:presLayoutVars>
          <dgm:chPref val="3"/>
        </dgm:presLayoutVars>
      </dgm:prSet>
      <dgm:spPr/>
    </dgm:pt>
    <dgm:pt modelId="{B8F063C5-30CA-47C3-82D2-AB810B11F412}" type="pres">
      <dgm:prSet presAssocID="{97929884-3321-43D3-B355-DC8B0BD355AD}" presName="parTransThree" presStyleCnt="0"/>
      <dgm:spPr/>
    </dgm:pt>
    <dgm:pt modelId="{49B3AD21-9632-4529-974C-D511DC495589}" type="pres">
      <dgm:prSet presAssocID="{97929884-3321-43D3-B355-DC8B0BD355AD}" presName="horzThree" presStyleCnt="0"/>
      <dgm:spPr/>
    </dgm:pt>
    <dgm:pt modelId="{F2AE7E88-8AE9-4B35-A6DE-0AEE293A3951}" type="pres">
      <dgm:prSet presAssocID="{7683EACD-CD6B-434D-8BE1-6675DBA910FB}" presName="vertFour" presStyleCnt="0">
        <dgm:presLayoutVars>
          <dgm:chPref val="3"/>
        </dgm:presLayoutVars>
      </dgm:prSet>
      <dgm:spPr/>
    </dgm:pt>
    <dgm:pt modelId="{92186AA9-6314-4E81-AD43-81873C585005}" type="pres">
      <dgm:prSet presAssocID="{7683EACD-CD6B-434D-8BE1-6675DBA910FB}" presName="txFour" presStyleLbl="node4" presStyleIdx="13" presStyleCnt="14">
        <dgm:presLayoutVars>
          <dgm:chPref val="3"/>
        </dgm:presLayoutVars>
      </dgm:prSet>
      <dgm:spPr/>
    </dgm:pt>
    <dgm:pt modelId="{8B1AEA7B-1E40-4270-895D-0E3C1A1D5173}" type="pres">
      <dgm:prSet presAssocID="{7683EACD-CD6B-434D-8BE1-6675DBA910FB}" presName="horzFour" presStyleCnt="0"/>
      <dgm:spPr/>
    </dgm:pt>
    <dgm:pt modelId="{8CFEFD6A-37B1-4B96-96EB-76AE7F74FC67}" type="pres">
      <dgm:prSet presAssocID="{4431E898-B4FB-4D31-99EE-3813772C623E}" presName="sibSpaceTwo" presStyleCnt="0"/>
      <dgm:spPr/>
    </dgm:pt>
    <dgm:pt modelId="{A1BDD85C-A7B4-4E82-BCAE-DE8B9732B279}" type="pres">
      <dgm:prSet presAssocID="{589B85F1-F1F0-4172-8CB6-A05DE18004C6}" presName="vertTwo" presStyleCnt="0"/>
      <dgm:spPr/>
    </dgm:pt>
    <dgm:pt modelId="{2C49C894-AFA2-483E-9DD9-4EDF65AEC8DA}" type="pres">
      <dgm:prSet presAssocID="{589B85F1-F1F0-4172-8CB6-A05DE18004C6}" presName="txTwo" presStyleLbl="node2" presStyleIdx="3" presStyleCnt="4">
        <dgm:presLayoutVars>
          <dgm:chPref val="3"/>
        </dgm:presLayoutVars>
      </dgm:prSet>
      <dgm:spPr/>
    </dgm:pt>
    <dgm:pt modelId="{A4FAF809-1275-436C-88F8-6C35D47511C5}" type="pres">
      <dgm:prSet presAssocID="{589B85F1-F1F0-4172-8CB6-A05DE18004C6}" presName="parTransTwo" presStyleCnt="0"/>
      <dgm:spPr/>
    </dgm:pt>
    <dgm:pt modelId="{2A2ADD19-4015-4290-B201-0DAF7127BE24}" type="pres">
      <dgm:prSet presAssocID="{589B85F1-F1F0-4172-8CB6-A05DE18004C6}" presName="horzTwo" presStyleCnt="0"/>
      <dgm:spPr/>
    </dgm:pt>
    <dgm:pt modelId="{D90CC194-C730-4743-8955-52F3A53EA5F7}" type="pres">
      <dgm:prSet presAssocID="{055A11EC-4C6B-4FA2-94FC-BA7223D2BD35}" presName="vertThree" presStyleCnt="0"/>
      <dgm:spPr/>
    </dgm:pt>
    <dgm:pt modelId="{35432682-2E53-43F5-8B2E-311FB1FB8A71}" type="pres">
      <dgm:prSet presAssocID="{055A11EC-4C6B-4FA2-94FC-BA7223D2BD35}" presName="txThree" presStyleLbl="node3" presStyleIdx="8" presStyleCnt="10">
        <dgm:presLayoutVars>
          <dgm:chPref val="3"/>
        </dgm:presLayoutVars>
      </dgm:prSet>
      <dgm:spPr/>
    </dgm:pt>
    <dgm:pt modelId="{5B180583-DCA4-435F-A923-CD321AC71407}" type="pres">
      <dgm:prSet presAssocID="{055A11EC-4C6B-4FA2-94FC-BA7223D2BD35}" presName="horzThree" presStyleCnt="0"/>
      <dgm:spPr/>
    </dgm:pt>
    <dgm:pt modelId="{1B8A1B2D-3E17-41A1-9121-FC3509DDC432}" type="pres">
      <dgm:prSet presAssocID="{59987469-9CBC-48C8-B26B-DB562AA44060}" presName="sibSpaceThree" presStyleCnt="0"/>
      <dgm:spPr/>
    </dgm:pt>
    <dgm:pt modelId="{D7E6BD39-B10F-4F22-A300-485993401B9E}" type="pres">
      <dgm:prSet presAssocID="{B63D6EFC-E038-44B7-A752-34560881DC55}" presName="vertThree" presStyleCnt="0"/>
      <dgm:spPr/>
    </dgm:pt>
    <dgm:pt modelId="{82EF7BFA-6BC1-410D-B35B-34D384ADEFBB}" type="pres">
      <dgm:prSet presAssocID="{B63D6EFC-E038-44B7-A752-34560881DC55}" presName="txThree" presStyleLbl="node3" presStyleIdx="9" presStyleCnt="10">
        <dgm:presLayoutVars>
          <dgm:chPref val="3"/>
        </dgm:presLayoutVars>
      </dgm:prSet>
      <dgm:spPr/>
    </dgm:pt>
    <dgm:pt modelId="{9ECB728E-A655-40AB-94E9-96A67947A663}" type="pres">
      <dgm:prSet presAssocID="{B63D6EFC-E038-44B7-A752-34560881DC55}" presName="horzThree" presStyleCnt="0"/>
      <dgm:spPr/>
    </dgm:pt>
  </dgm:ptLst>
  <dgm:cxnLst>
    <dgm:cxn modelId="{3626A804-7D83-4988-AB60-F68DFEE8EE29}" srcId="{EF319EB9-7956-443A-855F-B93EC18E0C12}" destId="{A153580B-48D8-496D-B886-FED696C3C7F2}" srcOrd="0" destOrd="0" parTransId="{CBCC2F52-F18A-43DF-9FA0-09712CE55A51}" sibTransId="{75ABAE59-CD1D-4F02-A6C6-18242D2C5907}"/>
    <dgm:cxn modelId="{F2DDFE04-03D9-4BB6-87E6-6099AD942134}" type="presOf" srcId="{5AE5A00E-5D00-42B2-B19A-D64D5148F501}" destId="{942D6EAB-F563-4B40-BF7E-4E3C72F192CE}" srcOrd="0" destOrd="0" presId="urn:microsoft.com/office/officeart/2005/8/layout/hierarchy4"/>
    <dgm:cxn modelId="{73BE6905-8742-4F80-91D8-8BD68166AC34}" srcId="{409374F9-3FD6-4C05-A8FE-C2B3A9B008F9}" destId="{D526C4D7-0506-454E-B9ED-6E19E14393B7}" srcOrd="2" destOrd="0" parTransId="{AD23E3CA-6935-43B8-98E5-15567BFEC82E}" sibTransId="{4431E898-B4FB-4D31-99EE-3813772C623E}"/>
    <dgm:cxn modelId="{685CCB06-0A17-4EDA-8C8A-6B89BD04DAC8}" type="presOf" srcId="{589B85F1-F1F0-4172-8CB6-A05DE18004C6}" destId="{2C49C894-AFA2-483E-9DD9-4EDF65AEC8DA}" srcOrd="0" destOrd="0" presId="urn:microsoft.com/office/officeart/2005/8/layout/hierarchy4"/>
    <dgm:cxn modelId="{77A4C20E-EC84-4976-AB21-9665CFB5244F}" srcId="{409374F9-3FD6-4C05-A8FE-C2B3A9B008F9}" destId="{4DA4AA1E-9510-4AE0-8D73-FF438825E719}" srcOrd="1" destOrd="0" parTransId="{451A0233-0786-4EAB-80A7-5157A8669E24}" sibTransId="{3D1CF6BF-68C9-4B16-9B2B-437E2382E75F}"/>
    <dgm:cxn modelId="{2D9F6D16-4FB6-45B4-B1FE-BB9F0EEE28F3}" srcId="{BC71F6C1-182F-48AF-9539-638AA4CF0037}" destId="{EF319EB9-7956-443A-855F-B93EC18E0C12}" srcOrd="0" destOrd="0" parTransId="{B19437D6-835D-4CC7-A6A8-063BEB329E71}" sibTransId="{461A7EF8-2075-4585-817A-520C2286F6F6}"/>
    <dgm:cxn modelId="{6444E21A-F71A-4A50-ABE4-ED5783DB82EE}" srcId="{1A737B04-AD39-466F-8CDE-22EFD443817E}" destId="{9FE2690B-2F47-4751-9C65-F6CDCABD5218}" srcOrd="4" destOrd="0" parTransId="{DE6E4A46-609A-44A7-9741-85612615C644}" sibTransId="{E2ED4504-3E65-461F-A9CF-D4FBDAE49CE1}"/>
    <dgm:cxn modelId="{657B1520-D109-42EC-B0A2-146338513E7C}" type="presOf" srcId="{63B865C8-AE7F-4C6E-908E-D3FFB7F4C09E}" destId="{115BA8E0-6BD8-4008-AEB7-AD26B286DFE6}" srcOrd="0" destOrd="0" presId="urn:microsoft.com/office/officeart/2005/8/layout/hierarchy4"/>
    <dgm:cxn modelId="{5A60DB25-8438-476F-8464-86CD7394CDBD}" type="presOf" srcId="{1170272D-CA65-447D-8FC5-4ACD1AC431F3}" destId="{580A149A-1C93-4E9A-855B-8C1A947E2B59}" srcOrd="0" destOrd="0" presId="urn:microsoft.com/office/officeart/2005/8/layout/hierarchy4"/>
    <dgm:cxn modelId="{C5C0D12A-81EE-4307-BA7C-C0A2664CD992}" type="presOf" srcId="{196D1A18-EBF2-44B4-BAB3-909763AD0BF5}" destId="{77CE7979-CDEF-4C42-A5F5-F9C8AF637993}" srcOrd="0" destOrd="0" presId="urn:microsoft.com/office/officeart/2005/8/layout/hierarchy4"/>
    <dgm:cxn modelId="{3940452F-F446-4561-B54E-CFE7AF3A752E}" type="presOf" srcId="{29E8B69C-471F-4659-AA30-2756ED3E2197}" destId="{832C6195-5C3D-43AB-AF3E-B4EED1BCDC3C}" srcOrd="0" destOrd="0" presId="urn:microsoft.com/office/officeart/2005/8/layout/hierarchy4"/>
    <dgm:cxn modelId="{52A35B39-6631-4B4E-9EE1-0F2A75630BE8}" srcId="{D526C4D7-0506-454E-B9ED-6E19E14393B7}" destId="{97929884-3321-43D3-B355-DC8B0BD355AD}" srcOrd="1" destOrd="0" parTransId="{7F7C1D90-E0D0-4460-8C57-A3850585C393}" sibTransId="{D4158786-936C-4FC8-8E40-C022B5CCE59A}"/>
    <dgm:cxn modelId="{4F0C3D3A-AB86-41F6-8E7B-45533C09E714}" type="presOf" srcId="{5FC850DF-488D-4DE4-9005-2A525B8F6655}" destId="{E266DCD2-2F6D-4ADB-9031-17D55155BBAF}" srcOrd="0" destOrd="0" presId="urn:microsoft.com/office/officeart/2005/8/layout/hierarchy4"/>
    <dgm:cxn modelId="{1DE3EA3C-FC91-4E9D-9BBE-06A711EC86A5}" type="presOf" srcId="{7683EACD-CD6B-434D-8BE1-6675DBA910FB}" destId="{92186AA9-6314-4E81-AD43-81873C585005}" srcOrd="0" destOrd="0" presId="urn:microsoft.com/office/officeart/2005/8/layout/hierarchy4"/>
    <dgm:cxn modelId="{9F391A5F-65FA-4E39-B643-88C2298CD4E8}" type="presOf" srcId="{A153580B-48D8-496D-B886-FED696C3C7F2}" destId="{D5B4FDE7-1A53-4617-A1D2-5F764BEDEA3B}" srcOrd="0" destOrd="0" presId="urn:microsoft.com/office/officeart/2005/8/layout/hierarchy4"/>
    <dgm:cxn modelId="{47527D60-0E16-4E0C-B496-7234BA811E38}" srcId="{1A737B04-AD39-466F-8CDE-22EFD443817E}" destId="{1170272D-CA65-447D-8FC5-4ACD1AC431F3}" srcOrd="0" destOrd="0" parTransId="{E049F735-AA32-47DD-92A2-0AE3D6B42856}" sibTransId="{9DFC5719-7F04-45A8-937F-0C6626AA4D71}"/>
    <dgm:cxn modelId="{A3689645-499B-43F0-8F47-48D9491762FD}" srcId="{409374F9-3FD6-4C05-A8FE-C2B3A9B008F9}" destId="{1A737B04-AD39-466F-8CDE-22EFD443817E}" srcOrd="0" destOrd="0" parTransId="{3E16E58C-DE50-47FE-A6A6-9A4A77B6403D}" sibTransId="{E6ACEAF2-D183-4A01-8EE8-A695D7474DC0}"/>
    <dgm:cxn modelId="{2507B765-F9B3-475B-A75F-8580973CA46C}" type="presOf" srcId="{F9008448-7C5E-4F76-9720-CB41072EF08A}" destId="{5200E75C-A6FE-4EA0-9F14-D7E62F694012}" srcOrd="0" destOrd="0" presId="urn:microsoft.com/office/officeart/2005/8/layout/hierarchy4"/>
    <dgm:cxn modelId="{B7D02546-3404-4475-A77C-0AE54703173C}" srcId="{63B865C8-AE7F-4C6E-908E-D3FFB7F4C09E}" destId="{832CE7F9-833F-4338-8A3F-7A3B4E083879}" srcOrd="1" destOrd="0" parTransId="{163E9877-A660-42E1-BC08-1EF9AC813214}" sibTransId="{D67C24D9-65AC-4228-B745-1F056675D616}"/>
    <dgm:cxn modelId="{81283866-49C3-4981-ABD7-3F589AEA075B}" srcId="{63B865C8-AE7F-4C6E-908E-D3FFB7F4C09E}" destId="{909364F8-E260-4310-B0A0-EE93A7360C5B}" srcOrd="0" destOrd="0" parTransId="{30623510-8C14-4DCD-B528-C6FC4B845061}" sibTransId="{E94B73FF-D7A0-4037-ABC0-B80E857403F0}"/>
    <dgm:cxn modelId="{7DDEA847-EEA5-4C47-9B99-6F032D3EDD39}" type="presOf" srcId="{72039907-31DC-443F-A5CF-77804F805FE9}" destId="{8001964C-5215-4167-B028-9F95819498E0}" srcOrd="0" destOrd="0" presId="urn:microsoft.com/office/officeart/2005/8/layout/hierarchy4"/>
    <dgm:cxn modelId="{A41F4A48-7705-4F15-951E-E4FB149D0E09}" srcId="{5FC850DF-488D-4DE4-9005-2A525B8F6655}" destId="{5FEB8225-E1D9-4E26-B729-70122D4C4A82}" srcOrd="0" destOrd="0" parTransId="{B653A5F0-C4FB-425E-ADF7-CFEF83F85510}" sibTransId="{61AA6FEE-2C23-48AA-BD3F-EC71DE8F3DF2}"/>
    <dgm:cxn modelId="{E20EC268-FE4B-4D70-9179-9163198E7E41}" srcId="{BC71F6C1-182F-48AF-9539-638AA4CF0037}" destId="{63B865C8-AE7F-4C6E-908E-D3FFB7F4C09E}" srcOrd="1" destOrd="0" parTransId="{E8ED4C19-68FE-4337-B286-5F0FBC620AB4}" sibTransId="{F7A69266-1FF4-46F5-9804-F1B498881186}"/>
    <dgm:cxn modelId="{338CD648-2162-4083-90FE-C3BEFCF24734}" srcId="{EF319EB9-7956-443A-855F-B93EC18E0C12}" destId="{82006B0E-2B0B-4290-9E86-2C1CBE055FA9}" srcOrd="1" destOrd="0" parTransId="{DF52507A-A8AB-49FC-9582-54F1C545BA79}" sibTransId="{38980316-3C71-4C5D-90F3-D69479DB3996}"/>
    <dgm:cxn modelId="{FD009A49-48AD-486D-9B49-FEE646DB3421}" type="presOf" srcId="{7C0DF948-90D7-493D-8C6E-93B2A3B446C2}" destId="{C3AF88D2-BB4C-4742-800A-F1DAD19315BE}" srcOrd="0" destOrd="0" presId="urn:microsoft.com/office/officeart/2005/8/layout/hierarchy4"/>
    <dgm:cxn modelId="{62403D6B-7DC8-40D3-8302-8F040E05F99B}" srcId="{1A737B04-AD39-466F-8CDE-22EFD443817E}" destId="{471D3AC9-2737-4873-B21F-C09650991844}" srcOrd="3" destOrd="0" parTransId="{F5DFC4A5-E3C0-48F1-A738-AD0FB9CE5459}" sibTransId="{B201469C-4FD5-4FF0-8035-A6271856AE62}"/>
    <dgm:cxn modelId="{7C59226F-F748-4B1A-B2E5-FA4C9BB5E18A}" srcId="{97929884-3321-43D3-B355-DC8B0BD355AD}" destId="{7683EACD-CD6B-434D-8BE1-6675DBA910FB}" srcOrd="0" destOrd="0" parTransId="{0E3F45F7-726F-45A2-B969-F6F70FBC3889}" sibTransId="{AC671D84-F197-4FA7-97F4-A6CEC36F83F0}"/>
    <dgm:cxn modelId="{10A04575-6C95-437B-8BE8-75D6A20C27C5}" type="presOf" srcId="{055A11EC-4C6B-4FA2-94FC-BA7223D2BD35}" destId="{35432682-2E53-43F5-8B2E-311FB1FB8A71}" srcOrd="0" destOrd="0" presId="urn:microsoft.com/office/officeart/2005/8/layout/hierarchy4"/>
    <dgm:cxn modelId="{91C13878-7FB3-4938-BBBB-B16F3F45EA17}" type="presOf" srcId="{909364F8-E260-4310-B0A0-EE93A7360C5B}" destId="{91E6C478-772D-4149-8EC6-4A6F635B027E}" srcOrd="0" destOrd="0" presId="urn:microsoft.com/office/officeart/2005/8/layout/hierarchy4"/>
    <dgm:cxn modelId="{55A05A7C-93DC-47F7-9713-94FA3637FA52}" srcId="{5FC850DF-488D-4DE4-9005-2A525B8F6655}" destId="{48B66A2A-618B-4DD9-978C-6AE8E5B5E4F0}" srcOrd="2" destOrd="0" parTransId="{2E52757F-EB2A-4B1A-A00F-223BCE83A337}" sibTransId="{7D1530E4-2D72-4F51-AAE3-F938FF70ECCA}"/>
    <dgm:cxn modelId="{BDEA007E-2BF6-4660-A308-A480AB5F7011}" type="presOf" srcId="{832CE7F9-833F-4338-8A3F-7A3B4E083879}" destId="{9BA4276F-3B5D-48B6-A53B-0721A7CAAD80}" srcOrd="0" destOrd="0" presId="urn:microsoft.com/office/officeart/2005/8/layout/hierarchy4"/>
    <dgm:cxn modelId="{D7D1617E-0D81-48D7-AE42-2AEB864FFEE3}" srcId="{589B85F1-F1F0-4172-8CB6-A05DE18004C6}" destId="{B63D6EFC-E038-44B7-A752-34560881DC55}" srcOrd="1" destOrd="0" parTransId="{F9F62A90-66F0-4E3A-908E-E3BD9C8DE205}" sibTransId="{07DC4FEA-9279-4370-8FD8-4135009DD397}"/>
    <dgm:cxn modelId="{553BA57F-DCE5-426A-AFAC-F39CCA68DEBA}" type="presOf" srcId="{97929884-3321-43D3-B355-DC8B0BD355AD}" destId="{304BDAEB-BC2A-4062-8A0F-8956D6E1E938}" srcOrd="0" destOrd="0" presId="urn:microsoft.com/office/officeart/2005/8/layout/hierarchy4"/>
    <dgm:cxn modelId="{53244E82-BC52-4E65-B1B3-1D3C4E864F59}" srcId="{1A737B04-AD39-466F-8CDE-22EFD443817E}" destId="{F9008448-7C5E-4F76-9720-CB41072EF08A}" srcOrd="1" destOrd="0" parTransId="{CF0D70B5-1D08-45A0-816A-CADB956459B1}" sibTransId="{D6FE94A5-003D-462C-A817-FBB4CC7B441A}"/>
    <dgm:cxn modelId="{AE05C385-73CE-40CD-8788-D800FC6BC28F}" type="presOf" srcId="{409374F9-3FD6-4C05-A8FE-C2B3A9B008F9}" destId="{1E922656-F248-4163-9C66-45BEC7EEC262}" srcOrd="0" destOrd="0" presId="urn:microsoft.com/office/officeart/2005/8/layout/hierarchy4"/>
    <dgm:cxn modelId="{E1DD158A-03DB-4A75-A699-B67568E484A4}" type="presOf" srcId="{5FEB8225-E1D9-4E26-B729-70122D4C4A82}" destId="{71F1EDCC-0657-49B5-A15F-51121ADB25CD}" srcOrd="0" destOrd="0" presId="urn:microsoft.com/office/officeart/2005/8/layout/hierarchy4"/>
    <dgm:cxn modelId="{DF2E738B-DDC6-4ABF-AA64-DAF9920201C1}" srcId="{589B85F1-F1F0-4172-8CB6-A05DE18004C6}" destId="{055A11EC-4C6B-4FA2-94FC-BA7223D2BD35}" srcOrd="0" destOrd="0" parTransId="{6456C6A4-ED48-49E5-887A-5616925E5164}" sibTransId="{59987469-9CBC-48C8-B26B-DB562AA44060}"/>
    <dgm:cxn modelId="{943C4E92-C08F-449C-B5CE-724C25B140C8}" type="presOf" srcId="{BC71F6C1-182F-48AF-9539-638AA4CF0037}" destId="{C130D4E3-FE37-4B14-A6CE-15123B018AF2}" srcOrd="0" destOrd="0" presId="urn:microsoft.com/office/officeart/2005/8/layout/hierarchy4"/>
    <dgm:cxn modelId="{7BF69892-6B74-47E1-A19B-44D3A678B146}" type="presOf" srcId="{48B66A2A-618B-4DD9-978C-6AE8E5B5E4F0}" destId="{2CD9042F-9E25-4481-98B7-6108670199C3}" srcOrd="0" destOrd="0" presId="urn:microsoft.com/office/officeart/2005/8/layout/hierarchy4"/>
    <dgm:cxn modelId="{C287B592-E9F4-4EF1-B973-C6BD105757CC}" type="presOf" srcId="{D526C4D7-0506-454E-B9ED-6E19E14393B7}" destId="{35DBDC32-F0B4-45AF-84AF-AA0C5A68347F}" srcOrd="0" destOrd="0" presId="urn:microsoft.com/office/officeart/2005/8/layout/hierarchy4"/>
    <dgm:cxn modelId="{49331F95-152D-4953-8509-6B118ACB9BBE}" type="presOf" srcId="{4DA4AA1E-9510-4AE0-8D73-FF438825E719}" destId="{29DEFD82-A7E9-4138-A6E1-E2CDB083086D}" srcOrd="0" destOrd="0" presId="urn:microsoft.com/office/officeart/2005/8/layout/hierarchy4"/>
    <dgm:cxn modelId="{9CA66B9D-63FC-4568-ACF9-0B49476698A1}" type="presOf" srcId="{EF319EB9-7956-443A-855F-B93EC18E0C12}" destId="{06EBDD1A-E66A-44DF-89BB-60D257CEEAB6}" srcOrd="0" destOrd="0" presId="urn:microsoft.com/office/officeart/2005/8/layout/hierarchy4"/>
    <dgm:cxn modelId="{00299EA1-8FC8-4251-B9C1-C73591944568}" srcId="{4DA4AA1E-9510-4AE0-8D73-FF438825E719}" destId="{5FC850DF-488D-4DE4-9005-2A525B8F6655}" srcOrd="0" destOrd="0" parTransId="{8DB4EC83-E19F-4804-BBF9-7DC8920C0564}" sibTransId="{1235A08C-DE0B-48AC-989E-EF215D365EC9}"/>
    <dgm:cxn modelId="{EDD3AFAC-EFF0-4D4A-90BD-A681904DA351}" srcId="{29E8B69C-471F-4659-AA30-2756ED3E2197}" destId="{B776BADD-1CFE-403C-A178-BEF43181C722}" srcOrd="0" destOrd="0" parTransId="{0E254F6B-D596-4CEC-A748-F9030F1FA4B7}" sibTransId="{B86BAB6A-2D84-41E2-8A4D-BDB8C7B41049}"/>
    <dgm:cxn modelId="{94D9B8BA-8E69-4AE6-9953-1940884E260F}" srcId="{409374F9-3FD6-4C05-A8FE-C2B3A9B008F9}" destId="{589B85F1-F1F0-4172-8CB6-A05DE18004C6}" srcOrd="3" destOrd="0" parTransId="{F7ACB2C0-77E3-44C5-85FE-5248A1AE4116}" sibTransId="{C0C7CCCA-E0DD-4BB1-8833-E1E347A5C9E4}"/>
    <dgm:cxn modelId="{688C1BBC-0035-41FC-91F9-035332464368}" type="presOf" srcId="{B63D6EFC-E038-44B7-A752-34560881DC55}" destId="{82EF7BFA-6BC1-410D-B35B-34D384ADEFBB}" srcOrd="0" destOrd="0" presId="urn:microsoft.com/office/officeart/2005/8/layout/hierarchy4"/>
    <dgm:cxn modelId="{3F054BBF-8583-41AD-8949-90349D416945}" srcId="{5FC850DF-488D-4DE4-9005-2A525B8F6655}" destId="{5AE5A00E-5D00-42B2-B19A-D64D5148F501}" srcOrd="1" destOrd="0" parTransId="{F813FECD-DEB7-4FBF-B389-00AD595670BF}" sibTransId="{D43B9CA8-21E4-4EB0-8BBB-5F9773F59886}"/>
    <dgm:cxn modelId="{E5C2F0C3-D9EB-42E5-8110-44BEDAC0DC58}" type="presOf" srcId="{C0B37214-C6D3-4779-A2E9-9C3800F819C5}" destId="{1DCD0629-8BE1-4ECA-930E-0D8F749A2EF9}" srcOrd="0" destOrd="0" presId="urn:microsoft.com/office/officeart/2005/8/layout/hierarchy4"/>
    <dgm:cxn modelId="{A6A99AC4-AFB8-412A-BF53-F0B3613AA8C8}" type="presOf" srcId="{9FE2690B-2F47-4751-9C65-F6CDCABD5218}" destId="{071A6882-4CA8-4912-BBC9-41513BBDF868}" srcOrd="0" destOrd="0" presId="urn:microsoft.com/office/officeart/2005/8/layout/hierarchy4"/>
    <dgm:cxn modelId="{DE36ABCA-31FB-4B09-AAF6-03688D7A10D7}" type="presOf" srcId="{82006B0E-2B0B-4290-9E86-2C1CBE055FA9}" destId="{C0D1D73E-0CB8-442B-B98E-9179AD64A923}" srcOrd="0" destOrd="0" presId="urn:microsoft.com/office/officeart/2005/8/layout/hierarchy4"/>
    <dgm:cxn modelId="{EA01DBCB-B9B7-491C-85AA-2D6EE766302B}" srcId="{C0B37214-C6D3-4779-A2E9-9C3800F819C5}" destId="{196D1A18-EBF2-44B4-BAB3-909763AD0BF5}" srcOrd="0" destOrd="0" parTransId="{1207022E-CBCC-46F1-90FA-BAEAD01A6CD2}" sibTransId="{C38060B0-6859-4A54-8233-7543280C26A4}"/>
    <dgm:cxn modelId="{1C7FAECC-6EE8-4C6B-B2E3-61AB4792444F}" srcId="{D526C4D7-0506-454E-B9ED-6E19E14393B7}" destId="{BC71F6C1-182F-48AF-9539-638AA4CF0037}" srcOrd="0" destOrd="0" parTransId="{5754BE8A-F5C0-4EA4-A540-CED302EFC8D4}" sibTransId="{F3387F3A-D76A-4ED0-954E-6246DB49C679}"/>
    <dgm:cxn modelId="{4C8D7CD5-DEA7-4CC9-8772-0E31EBE2F4DE}" type="presOf" srcId="{1A737B04-AD39-466F-8CDE-22EFD443817E}" destId="{C6BFEFF1-3A9C-4A92-9CAA-3CA8FD15D18B}" srcOrd="0" destOrd="0" presId="urn:microsoft.com/office/officeart/2005/8/layout/hierarchy4"/>
    <dgm:cxn modelId="{D94D20D8-0100-4208-B43F-3C994D80DD0B}" srcId="{7C0DF948-90D7-493D-8C6E-93B2A3B446C2}" destId="{409374F9-3FD6-4C05-A8FE-C2B3A9B008F9}" srcOrd="0" destOrd="0" parTransId="{87B584F2-D537-4941-85A5-913B27D66988}" sibTransId="{27501E4E-DB60-4DC0-826E-30E66BCC82EB}"/>
    <dgm:cxn modelId="{D1EF62DD-8EEE-4C67-A9D5-CDD24E70A198}" type="presOf" srcId="{B776BADD-1CFE-403C-A178-BEF43181C722}" destId="{E3E84549-8E3A-4D92-B046-8D6A1E73840B}" srcOrd="0" destOrd="0" presId="urn:microsoft.com/office/officeart/2005/8/layout/hierarchy4"/>
    <dgm:cxn modelId="{70E679DD-CE90-4AF5-9518-85A489F3B1B1}" type="presOf" srcId="{471D3AC9-2737-4873-B21F-C09650991844}" destId="{0054FE6B-8800-4E42-AF76-14F62CCF0B2D}" srcOrd="0" destOrd="0" presId="urn:microsoft.com/office/officeart/2005/8/layout/hierarchy4"/>
    <dgm:cxn modelId="{5DEEBEE2-1268-4F5B-8AF4-48B8B2AB97E0}" srcId="{48B66A2A-618B-4DD9-978C-6AE8E5B5E4F0}" destId="{C0B37214-C6D3-4779-A2E9-9C3800F819C5}" srcOrd="1" destOrd="0" parTransId="{0644BC79-8AA2-46AC-BA17-6FDD3D61CA0E}" sibTransId="{D8A5F5B3-FC2B-4CF9-8F61-8BDEDDE1C8C8}"/>
    <dgm:cxn modelId="{C9904BE4-5162-4099-8B88-4D32CA5A3478}" srcId="{1A737B04-AD39-466F-8CDE-22EFD443817E}" destId="{72039907-31DC-443F-A5CF-77804F805FE9}" srcOrd="2" destOrd="0" parTransId="{42641609-90E3-48F7-A853-C813390E0AFE}" sibTransId="{B3D1933E-F2E8-4E0A-87D2-A1DAA19836EC}"/>
    <dgm:cxn modelId="{024A52F1-B83A-4E9A-869B-4AB7DB480EE1}" srcId="{48B66A2A-618B-4DD9-978C-6AE8E5B5E4F0}" destId="{29E8B69C-471F-4659-AA30-2756ED3E2197}" srcOrd="0" destOrd="0" parTransId="{E58F6410-4D0A-4DDC-B34D-3A48A87DBE7D}" sibTransId="{8B8B2423-D2D6-4F6B-B322-56F2D1583C38}"/>
    <dgm:cxn modelId="{A787A968-5EDF-41C0-A8B8-585B76FBBD49}" type="presParOf" srcId="{C3AF88D2-BB4C-4742-800A-F1DAD19315BE}" destId="{E7700FFB-3954-4CCE-A303-6436F05F821F}" srcOrd="0" destOrd="0" presId="urn:microsoft.com/office/officeart/2005/8/layout/hierarchy4"/>
    <dgm:cxn modelId="{E9407B87-2FCC-43DC-A248-DFAD7E56E09E}" type="presParOf" srcId="{E7700FFB-3954-4CCE-A303-6436F05F821F}" destId="{1E922656-F248-4163-9C66-45BEC7EEC262}" srcOrd="0" destOrd="0" presId="urn:microsoft.com/office/officeart/2005/8/layout/hierarchy4"/>
    <dgm:cxn modelId="{C42C36CF-0509-428C-9D42-F87DF7FAA9FE}" type="presParOf" srcId="{E7700FFB-3954-4CCE-A303-6436F05F821F}" destId="{444DCB84-45A6-4646-8447-AD97B8C5ED31}" srcOrd="1" destOrd="0" presId="urn:microsoft.com/office/officeart/2005/8/layout/hierarchy4"/>
    <dgm:cxn modelId="{3EECB6DE-78C5-4CEC-9614-744B118DDE54}" type="presParOf" srcId="{E7700FFB-3954-4CCE-A303-6436F05F821F}" destId="{AFC1C623-E4ED-441B-AF70-04157D14E12D}" srcOrd="2" destOrd="0" presId="urn:microsoft.com/office/officeart/2005/8/layout/hierarchy4"/>
    <dgm:cxn modelId="{D41349D2-5795-426C-A53A-466A0E9A746A}" type="presParOf" srcId="{AFC1C623-E4ED-441B-AF70-04157D14E12D}" destId="{D760D16D-9755-497C-B1CB-ADB7F8716C59}" srcOrd="0" destOrd="0" presId="urn:microsoft.com/office/officeart/2005/8/layout/hierarchy4"/>
    <dgm:cxn modelId="{E290F69E-08ED-44A7-BA4F-E8DF2D5260A0}" type="presParOf" srcId="{D760D16D-9755-497C-B1CB-ADB7F8716C59}" destId="{C6BFEFF1-3A9C-4A92-9CAA-3CA8FD15D18B}" srcOrd="0" destOrd="0" presId="urn:microsoft.com/office/officeart/2005/8/layout/hierarchy4"/>
    <dgm:cxn modelId="{F6CE3A00-1715-406A-9A39-E12F61174518}" type="presParOf" srcId="{D760D16D-9755-497C-B1CB-ADB7F8716C59}" destId="{D6227B4F-CADB-4890-AF29-DBFE2CAE7124}" srcOrd="1" destOrd="0" presId="urn:microsoft.com/office/officeart/2005/8/layout/hierarchy4"/>
    <dgm:cxn modelId="{98BD1C1A-62A4-4774-BD37-1543F93CBD55}" type="presParOf" srcId="{D760D16D-9755-497C-B1CB-ADB7F8716C59}" destId="{E2C5D2B1-9F61-42F1-8341-4B21D17EE974}" srcOrd="2" destOrd="0" presId="urn:microsoft.com/office/officeart/2005/8/layout/hierarchy4"/>
    <dgm:cxn modelId="{BFEC1528-B50B-4298-8787-88FD8CD4D25E}" type="presParOf" srcId="{E2C5D2B1-9F61-42F1-8341-4B21D17EE974}" destId="{865F85E3-07DF-47BD-9B18-7D2E3E73B824}" srcOrd="0" destOrd="0" presId="urn:microsoft.com/office/officeart/2005/8/layout/hierarchy4"/>
    <dgm:cxn modelId="{F6D10637-896D-481D-8D50-DC8E708E5BF8}" type="presParOf" srcId="{865F85E3-07DF-47BD-9B18-7D2E3E73B824}" destId="{580A149A-1C93-4E9A-855B-8C1A947E2B59}" srcOrd="0" destOrd="0" presId="urn:microsoft.com/office/officeart/2005/8/layout/hierarchy4"/>
    <dgm:cxn modelId="{55DA7E3A-8569-4825-A01D-BF8DE5FDCD68}" type="presParOf" srcId="{865F85E3-07DF-47BD-9B18-7D2E3E73B824}" destId="{7EEB123C-DC4F-4E29-8F7E-B2EAA47F4B8C}" srcOrd="1" destOrd="0" presId="urn:microsoft.com/office/officeart/2005/8/layout/hierarchy4"/>
    <dgm:cxn modelId="{8F5EFBA0-5497-41A7-9B48-68707C81C88F}" type="presParOf" srcId="{E2C5D2B1-9F61-42F1-8341-4B21D17EE974}" destId="{FA8B40AB-2C23-481C-8E4B-8E77FA53D263}" srcOrd="1" destOrd="0" presId="urn:microsoft.com/office/officeart/2005/8/layout/hierarchy4"/>
    <dgm:cxn modelId="{A0895F6E-3DAD-4EAB-BDD9-20FD9E229DDE}" type="presParOf" srcId="{E2C5D2B1-9F61-42F1-8341-4B21D17EE974}" destId="{D561F614-FB80-47E9-B7BD-08EA90E718AD}" srcOrd="2" destOrd="0" presId="urn:microsoft.com/office/officeart/2005/8/layout/hierarchy4"/>
    <dgm:cxn modelId="{5637711A-E54C-4728-955F-CBB1800E292F}" type="presParOf" srcId="{D561F614-FB80-47E9-B7BD-08EA90E718AD}" destId="{5200E75C-A6FE-4EA0-9F14-D7E62F694012}" srcOrd="0" destOrd="0" presId="urn:microsoft.com/office/officeart/2005/8/layout/hierarchy4"/>
    <dgm:cxn modelId="{05B95DEE-8EEE-45EB-83AA-126C2E4A7BE8}" type="presParOf" srcId="{D561F614-FB80-47E9-B7BD-08EA90E718AD}" destId="{7CD94469-6A34-46ED-8C96-0A8153CD53EB}" srcOrd="1" destOrd="0" presId="urn:microsoft.com/office/officeart/2005/8/layout/hierarchy4"/>
    <dgm:cxn modelId="{491AD64C-D124-4512-811F-E2F00A2C0A21}" type="presParOf" srcId="{E2C5D2B1-9F61-42F1-8341-4B21D17EE974}" destId="{B10C78A6-5D7A-4917-B331-740D1CD36CC2}" srcOrd="3" destOrd="0" presId="urn:microsoft.com/office/officeart/2005/8/layout/hierarchy4"/>
    <dgm:cxn modelId="{D46FE1C6-3536-476A-A144-AFF54B13958B}" type="presParOf" srcId="{E2C5D2B1-9F61-42F1-8341-4B21D17EE974}" destId="{C3195B15-9F66-4E18-AF12-46B7914C4214}" srcOrd="4" destOrd="0" presId="urn:microsoft.com/office/officeart/2005/8/layout/hierarchy4"/>
    <dgm:cxn modelId="{24AB1ECE-CD36-4EFA-AA40-378059B6299F}" type="presParOf" srcId="{C3195B15-9F66-4E18-AF12-46B7914C4214}" destId="{8001964C-5215-4167-B028-9F95819498E0}" srcOrd="0" destOrd="0" presId="urn:microsoft.com/office/officeart/2005/8/layout/hierarchy4"/>
    <dgm:cxn modelId="{CADA6C88-4B37-4E10-A0AB-26433A8D3C79}" type="presParOf" srcId="{C3195B15-9F66-4E18-AF12-46B7914C4214}" destId="{29353478-0F7C-4FDB-BA84-6FC0F0E2152C}" srcOrd="1" destOrd="0" presId="urn:microsoft.com/office/officeart/2005/8/layout/hierarchy4"/>
    <dgm:cxn modelId="{0C41046B-FD33-497D-842F-E04CED7F5AF1}" type="presParOf" srcId="{E2C5D2B1-9F61-42F1-8341-4B21D17EE974}" destId="{B0A6651A-B1EF-464B-9350-FCE4BB3783D5}" srcOrd="5" destOrd="0" presId="urn:microsoft.com/office/officeart/2005/8/layout/hierarchy4"/>
    <dgm:cxn modelId="{7C69BDCB-BD77-48C2-B017-599DC50885C1}" type="presParOf" srcId="{E2C5D2B1-9F61-42F1-8341-4B21D17EE974}" destId="{3AEEDF3E-382B-44F0-8584-1A61F6932EB5}" srcOrd="6" destOrd="0" presId="urn:microsoft.com/office/officeart/2005/8/layout/hierarchy4"/>
    <dgm:cxn modelId="{27A39BB7-873E-4FBC-8293-9C34E56C83DA}" type="presParOf" srcId="{3AEEDF3E-382B-44F0-8584-1A61F6932EB5}" destId="{0054FE6B-8800-4E42-AF76-14F62CCF0B2D}" srcOrd="0" destOrd="0" presId="urn:microsoft.com/office/officeart/2005/8/layout/hierarchy4"/>
    <dgm:cxn modelId="{4BEEC2C4-35C0-45FD-B966-A9842C3F90BA}" type="presParOf" srcId="{3AEEDF3E-382B-44F0-8584-1A61F6932EB5}" destId="{FD29A3FD-DFFA-4B25-8629-D4B962EF6D1E}" srcOrd="1" destOrd="0" presId="urn:microsoft.com/office/officeart/2005/8/layout/hierarchy4"/>
    <dgm:cxn modelId="{F08D10CF-C6EF-4721-A76A-266887CF4483}" type="presParOf" srcId="{E2C5D2B1-9F61-42F1-8341-4B21D17EE974}" destId="{C0162D3B-A4E0-4E7B-B126-56721887A2C7}" srcOrd="7" destOrd="0" presId="urn:microsoft.com/office/officeart/2005/8/layout/hierarchy4"/>
    <dgm:cxn modelId="{B891B349-B0B5-4FEB-8F16-AC0BF40802CD}" type="presParOf" srcId="{E2C5D2B1-9F61-42F1-8341-4B21D17EE974}" destId="{FE2575CC-0A09-4FE1-82D2-F0185BA1598B}" srcOrd="8" destOrd="0" presId="urn:microsoft.com/office/officeart/2005/8/layout/hierarchy4"/>
    <dgm:cxn modelId="{D959DB7F-48A2-48D5-8EB4-FCC2F2DF3E47}" type="presParOf" srcId="{FE2575CC-0A09-4FE1-82D2-F0185BA1598B}" destId="{071A6882-4CA8-4912-BBC9-41513BBDF868}" srcOrd="0" destOrd="0" presId="urn:microsoft.com/office/officeart/2005/8/layout/hierarchy4"/>
    <dgm:cxn modelId="{81E68BCC-A953-4AA9-9BFA-D46CBF428502}" type="presParOf" srcId="{FE2575CC-0A09-4FE1-82D2-F0185BA1598B}" destId="{086C2E1B-08DD-44FF-921D-B70244E52AD1}" srcOrd="1" destOrd="0" presId="urn:microsoft.com/office/officeart/2005/8/layout/hierarchy4"/>
    <dgm:cxn modelId="{02CDD078-A6D0-4729-A0B4-3EA38EBD72B1}" type="presParOf" srcId="{AFC1C623-E4ED-441B-AF70-04157D14E12D}" destId="{D1083DD5-ED9A-4CEB-BFD1-475871ABE8AB}" srcOrd="1" destOrd="0" presId="urn:microsoft.com/office/officeart/2005/8/layout/hierarchy4"/>
    <dgm:cxn modelId="{D91A55DF-31B4-4754-8338-D4ABCC00E583}" type="presParOf" srcId="{AFC1C623-E4ED-441B-AF70-04157D14E12D}" destId="{EF5AA8B1-A955-4C00-8D11-F2E49A4F60B8}" srcOrd="2" destOrd="0" presId="urn:microsoft.com/office/officeart/2005/8/layout/hierarchy4"/>
    <dgm:cxn modelId="{C9401671-0AF1-4C8F-9D67-0183809E0B2A}" type="presParOf" srcId="{EF5AA8B1-A955-4C00-8D11-F2E49A4F60B8}" destId="{29DEFD82-A7E9-4138-A6E1-E2CDB083086D}" srcOrd="0" destOrd="0" presId="urn:microsoft.com/office/officeart/2005/8/layout/hierarchy4"/>
    <dgm:cxn modelId="{F5B1E059-F53D-4264-918F-E62E2D258E56}" type="presParOf" srcId="{EF5AA8B1-A955-4C00-8D11-F2E49A4F60B8}" destId="{1278EE22-E3EA-457E-835B-D066BC76034C}" srcOrd="1" destOrd="0" presId="urn:microsoft.com/office/officeart/2005/8/layout/hierarchy4"/>
    <dgm:cxn modelId="{310D201B-F539-40F9-A9DD-9C7FD47F4BD2}" type="presParOf" srcId="{EF5AA8B1-A955-4C00-8D11-F2E49A4F60B8}" destId="{025F4B39-C935-4278-A977-900C76CCDAB8}" srcOrd="2" destOrd="0" presId="urn:microsoft.com/office/officeart/2005/8/layout/hierarchy4"/>
    <dgm:cxn modelId="{B381CFCA-8B58-485C-8130-913FF03FBBA1}" type="presParOf" srcId="{025F4B39-C935-4278-A977-900C76CCDAB8}" destId="{FFB5E6D6-7D2C-4739-919C-D1B47B92481B}" srcOrd="0" destOrd="0" presId="urn:microsoft.com/office/officeart/2005/8/layout/hierarchy4"/>
    <dgm:cxn modelId="{E5C209ED-FA53-40CB-8370-0D5A0AC7C194}" type="presParOf" srcId="{FFB5E6D6-7D2C-4739-919C-D1B47B92481B}" destId="{E266DCD2-2F6D-4ADB-9031-17D55155BBAF}" srcOrd="0" destOrd="0" presId="urn:microsoft.com/office/officeart/2005/8/layout/hierarchy4"/>
    <dgm:cxn modelId="{B06E2E0F-3B6D-4B6C-96D5-496366C06021}" type="presParOf" srcId="{FFB5E6D6-7D2C-4739-919C-D1B47B92481B}" destId="{B99A1A5C-8147-4F40-9E45-4A490084709F}" srcOrd="1" destOrd="0" presId="urn:microsoft.com/office/officeart/2005/8/layout/hierarchy4"/>
    <dgm:cxn modelId="{6FA3E8EA-3861-40B1-A6C9-20454AA9A1BF}" type="presParOf" srcId="{FFB5E6D6-7D2C-4739-919C-D1B47B92481B}" destId="{D25EC229-A9FC-4BB5-8405-EF1E25A6C241}" srcOrd="2" destOrd="0" presId="urn:microsoft.com/office/officeart/2005/8/layout/hierarchy4"/>
    <dgm:cxn modelId="{F95E745D-E46F-4293-B3CD-2292BB648912}" type="presParOf" srcId="{D25EC229-A9FC-4BB5-8405-EF1E25A6C241}" destId="{67EE0285-A743-49CC-9E05-49AC705CCFCE}" srcOrd="0" destOrd="0" presId="urn:microsoft.com/office/officeart/2005/8/layout/hierarchy4"/>
    <dgm:cxn modelId="{66C86588-5124-40D8-85FF-BB7F6EB2561D}" type="presParOf" srcId="{67EE0285-A743-49CC-9E05-49AC705CCFCE}" destId="{71F1EDCC-0657-49B5-A15F-51121ADB25CD}" srcOrd="0" destOrd="0" presId="urn:microsoft.com/office/officeart/2005/8/layout/hierarchy4"/>
    <dgm:cxn modelId="{544401CF-D05C-445D-8EC2-1982F9BF42C8}" type="presParOf" srcId="{67EE0285-A743-49CC-9E05-49AC705CCFCE}" destId="{4E0A6D78-EFEF-4377-8B03-255C39D1970B}" srcOrd="1" destOrd="0" presId="urn:microsoft.com/office/officeart/2005/8/layout/hierarchy4"/>
    <dgm:cxn modelId="{7D730832-0CF1-446B-B972-D876C106878D}" type="presParOf" srcId="{D25EC229-A9FC-4BB5-8405-EF1E25A6C241}" destId="{7937FEDD-EE70-4F65-931F-8AA352568807}" srcOrd="1" destOrd="0" presId="urn:microsoft.com/office/officeart/2005/8/layout/hierarchy4"/>
    <dgm:cxn modelId="{1C3F88B7-DDE2-4DC4-949C-1519CDDE9B73}" type="presParOf" srcId="{D25EC229-A9FC-4BB5-8405-EF1E25A6C241}" destId="{3D5FED49-BF2F-4062-99C2-4E831EF976F8}" srcOrd="2" destOrd="0" presId="urn:microsoft.com/office/officeart/2005/8/layout/hierarchy4"/>
    <dgm:cxn modelId="{20139C18-9E81-4415-8F07-F554359C462A}" type="presParOf" srcId="{3D5FED49-BF2F-4062-99C2-4E831EF976F8}" destId="{942D6EAB-F563-4B40-BF7E-4E3C72F192CE}" srcOrd="0" destOrd="0" presId="urn:microsoft.com/office/officeart/2005/8/layout/hierarchy4"/>
    <dgm:cxn modelId="{6E9A3A1A-F5F5-40E7-9E29-A96F87D99CA5}" type="presParOf" srcId="{3D5FED49-BF2F-4062-99C2-4E831EF976F8}" destId="{E3E763BA-A134-45AD-8409-1F665AC1F4A2}" srcOrd="1" destOrd="0" presId="urn:microsoft.com/office/officeart/2005/8/layout/hierarchy4"/>
    <dgm:cxn modelId="{89F5FD68-A1BB-4EC6-8984-85516C10E3A7}" type="presParOf" srcId="{D25EC229-A9FC-4BB5-8405-EF1E25A6C241}" destId="{F9B6E665-499A-4E12-BCA1-12F877E52B8D}" srcOrd="3" destOrd="0" presId="urn:microsoft.com/office/officeart/2005/8/layout/hierarchy4"/>
    <dgm:cxn modelId="{65B0C6C9-259F-49C0-8877-9D9A5EECE154}" type="presParOf" srcId="{D25EC229-A9FC-4BB5-8405-EF1E25A6C241}" destId="{DD89B799-D0E5-429A-ACDC-FA170356998D}" srcOrd="4" destOrd="0" presId="urn:microsoft.com/office/officeart/2005/8/layout/hierarchy4"/>
    <dgm:cxn modelId="{CFB8B8F0-E070-4BFC-BF8F-FDA32A85C31E}" type="presParOf" srcId="{DD89B799-D0E5-429A-ACDC-FA170356998D}" destId="{2CD9042F-9E25-4481-98B7-6108670199C3}" srcOrd="0" destOrd="0" presId="urn:microsoft.com/office/officeart/2005/8/layout/hierarchy4"/>
    <dgm:cxn modelId="{7E19A9CA-0A4A-4AD7-8661-E1BC4042801E}" type="presParOf" srcId="{DD89B799-D0E5-429A-ACDC-FA170356998D}" destId="{859FFA13-5E49-4A58-ADFE-030F474B4317}" srcOrd="1" destOrd="0" presId="urn:microsoft.com/office/officeart/2005/8/layout/hierarchy4"/>
    <dgm:cxn modelId="{15CEFD86-10CC-4884-903D-0D1DBAE6BDFD}" type="presParOf" srcId="{DD89B799-D0E5-429A-ACDC-FA170356998D}" destId="{167B2330-371E-49E8-B1C7-AC8A9F2C7CCC}" srcOrd="2" destOrd="0" presId="urn:microsoft.com/office/officeart/2005/8/layout/hierarchy4"/>
    <dgm:cxn modelId="{B8FD9FB8-F41D-47AE-973C-948C6439763B}" type="presParOf" srcId="{167B2330-371E-49E8-B1C7-AC8A9F2C7CCC}" destId="{F23F3920-ACDB-4963-939A-3E87A6EAA7A4}" srcOrd="0" destOrd="0" presId="urn:microsoft.com/office/officeart/2005/8/layout/hierarchy4"/>
    <dgm:cxn modelId="{56B7CD8F-B739-4773-9444-1E606033C382}" type="presParOf" srcId="{F23F3920-ACDB-4963-939A-3E87A6EAA7A4}" destId="{832C6195-5C3D-43AB-AF3E-B4EED1BCDC3C}" srcOrd="0" destOrd="0" presId="urn:microsoft.com/office/officeart/2005/8/layout/hierarchy4"/>
    <dgm:cxn modelId="{8A66726B-EE37-4225-82ED-E915BEA365E2}" type="presParOf" srcId="{F23F3920-ACDB-4963-939A-3E87A6EAA7A4}" destId="{060831C1-49B8-4F3E-A0AD-A2BFCA5787E2}" srcOrd="1" destOrd="0" presId="urn:microsoft.com/office/officeart/2005/8/layout/hierarchy4"/>
    <dgm:cxn modelId="{0FE6BC66-5D06-4495-8B0F-87D678DA23FC}" type="presParOf" srcId="{F23F3920-ACDB-4963-939A-3E87A6EAA7A4}" destId="{45F77441-6AF0-4C62-89FF-2D9D0DEEE364}" srcOrd="2" destOrd="0" presId="urn:microsoft.com/office/officeart/2005/8/layout/hierarchy4"/>
    <dgm:cxn modelId="{22E2ABCA-3294-49AA-BF1E-CF16517B2336}" type="presParOf" srcId="{45F77441-6AF0-4C62-89FF-2D9D0DEEE364}" destId="{5309EF44-F941-405C-83FD-4EB1BFDB58A9}" srcOrd="0" destOrd="0" presId="urn:microsoft.com/office/officeart/2005/8/layout/hierarchy4"/>
    <dgm:cxn modelId="{7665029B-ECF0-406E-A199-F7E5097F9F83}" type="presParOf" srcId="{5309EF44-F941-405C-83FD-4EB1BFDB58A9}" destId="{E3E84549-8E3A-4D92-B046-8D6A1E73840B}" srcOrd="0" destOrd="0" presId="urn:microsoft.com/office/officeart/2005/8/layout/hierarchy4"/>
    <dgm:cxn modelId="{EA110241-A4AA-4C14-99C6-359930F3F8A5}" type="presParOf" srcId="{5309EF44-F941-405C-83FD-4EB1BFDB58A9}" destId="{2B867CC4-4E74-4BB5-8003-D5580A0BDF65}" srcOrd="1" destOrd="0" presId="urn:microsoft.com/office/officeart/2005/8/layout/hierarchy4"/>
    <dgm:cxn modelId="{DF7AFF6E-0671-422D-A283-E54536BEE050}" type="presParOf" srcId="{167B2330-371E-49E8-B1C7-AC8A9F2C7CCC}" destId="{474482DC-99D3-4ED4-A44C-5A4643784D8C}" srcOrd="1" destOrd="0" presId="urn:microsoft.com/office/officeart/2005/8/layout/hierarchy4"/>
    <dgm:cxn modelId="{B36BC66F-2B16-4A67-A943-FA9292020311}" type="presParOf" srcId="{167B2330-371E-49E8-B1C7-AC8A9F2C7CCC}" destId="{27D775DB-54EC-4648-8F6B-C3E76D935D23}" srcOrd="2" destOrd="0" presId="urn:microsoft.com/office/officeart/2005/8/layout/hierarchy4"/>
    <dgm:cxn modelId="{4E0F55D9-E860-4BA1-ADD3-5AC3AC11FBFE}" type="presParOf" srcId="{27D775DB-54EC-4648-8F6B-C3E76D935D23}" destId="{1DCD0629-8BE1-4ECA-930E-0D8F749A2EF9}" srcOrd="0" destOrd="0" presId="urn:microsoft.com/office/officeart/2005/8/layout/hierarchy4"/>
    <dgm:cxn modelId="{F66A2970-8B04-4F75-8C26-A407D702F3B8}" type="presParOf" srcId="{27D775DB-54EC-4648-8F6B-C3E76D935D23}" destId="{48C1F1AA-A1DC-407B-A74D-962382373CC1}" srcOrd="1" destOrd="0" presId="urn:microsoft.com/office/officeart/2005/8/layout/hierarchy4"/>
    <dgm:cxn modelId="{E51F367F-7F85-4923-8326-03B5871C39F8}" type="presParOf" srcId="{27D775DB-54EC-4648-8F6B-C3E76D935D23}" destId="{6E6349BF-DE66-4343-AD57-C55A247CBA7F}" srcOrd="2" destOrd="0" presId="urn:microsoft.com/office/officeart/2005/8/layout/hierarchy4"/>
    <dgm:cxn modelId="{4FF66870-9AEC-4D66-BBA2-220146364D20}" type="presParOf" srcId="{6E6349BF-DE66-4343-AD57-C55A247CBA7F}" destId="{5031357A-2EC1-49EB-BC5A-42002D83C2A4}" srcOrd="0" destOrd="0" presId="urn:microsoft.com/office/officeart/2005/8/layout/hierarchy4"/>
    <dgm:cxn modelId="{BB88BBD6-CEBF-4F30-8B6F-6B420B69B269}" type="presParOf" srcId="{5031357A-2EC1-49EB-BC5A-42002D83C2A4}" destId="{77CE7979-CDEF-4C42-A5F5-F9C8AF637993}" srcOrd="0" destOrd="0" presId="urn:microsoft.com/office/officeart/2005/8/layout/hierarchy4"/>
    <dgm:cxn modelId="{3B948B26-B90F-4239-A130-05720B08016C}" type="presParOf" srcId="{5031357A-2EC1-49EB-BC5A-42002D83C2A4}" destId="{4535C3B8-A833-4921-AE5F-957153E93724}" srcOrd="1" destOrd="0" presId="urn:microsoft.com/office/officeart/2005/8/layout/hierarchy4"/>
    <dgm:cxn modelId="{0E775E7C-6018-4977-9DB6-723C6EF6B170}" type="presParOf" srcId="{AFC1C623-E4ED-441B-AF70-04157D14E12D}" destId="{B98EB854-6E7A-4588-A08E-E66F0208E901}" srcOrd="3" destOrd="0" presId="urn:microsoft.com/office/officeart/2005/8/layout/hierarchy4"/>
    <dgm:cxn modelId="{700E69B3-42CD-4722-B55B-C4564E443C51}" type="presParOf" srcId="{AFC1C623-E4ED-441B-AF70-04157D14E12D}" destId="{71D8FA68-8949-44A6-8C2A-543F59A747E3}" srcOrd="4" destOrd="0" presId="urn:microsoft.com/office/officeart/2005/8/layout/hierarchy4"/>
    <dgm:cxn modelId="{29DA43DC-3656-4D6C-8058-B038013332DC}" type="presParOf" srcId="{71D8FA68-8949-44A6-8C2A-543F59A747E3}" destId="{35DBDC32-F0B4-45AF-84AF-AA0C5A68347F}" srcOrd="0" destOrd="0" presId="urn:microsoft.com/office/officeart/2005/8/layout/hierarchy4"/>
    <dgm:cxn modelId="{9BFF8E32-C30A-4C37-9873-CEE0E66A054C}" type="presParOf" srcId="{71D8FA68-8949-44A6-8C2A-543F59A747E3}" destId="{65432400-ACCE-49DE-A06C-010AFDD1DE0C}" srcOrd="1" destOrd="0" presId="urn:microsoft.com/office/officeart/2005/8/layout/hierarchy4"/>
    <dgm:cxn modelId="{B17503AE-6CE1-425E-A3B6-22E18FA3CD06}" type="presParOf" srcId="{71D8FA68-8949-44A6-8C2A-543F59A747E3}" destId="{C201B018-1514-48DB-AD34-FBA5D40F5976}" srcOrd="2" destOrd="0" presId="urn:microsoft.com/office/officeart/2005/8/layout/hierarchy4"/>
    <dgm:cxn modelId="{893BA084-4CC4-464D-A342-4EACC5DA5B03}" type="presParOf" srcId="{C201B018-1514-48DB-AD34-FBA5D40F5976}" destId="{4B34A592-9301-4BC8-95ED-F5BE1208BFBD}" srcOrd="0" destOrd="0" presId="urn:microsoft.com/office/officeart/2005/8/layout/hierarchy4"/>
    <dgm:cxn modelId="{6AA09F0E-EFFC-40F5-ADEA-247F5A91FF8F}" type="presParOf" srcId="{4B34A592-9301-4BC8-95ED-F5BE1208BFBD}" destId="{C130D4E3-FE37-4B14-A6CE-15123B018AF2}" srcOrd="0" destOrd="0" presId="urn:microsoft.com/office/officeart/2005/8/layout/hierarchy4"/>
    <dgm:cxn modelId="{799A757E-AB59-4E58-B508-426A4DD4BEE0}" type="presParOf" srcId="{4B34A592-9301-4BC8-95ED-F5BE1208BFBD}" destId="{F09C7CA3-0A72-4B36-8DB1-D887D701DC75}" srcOrd="1" destOrd="0" presId="urn:microsoft.com/office/officeart/2005/8/layout/hierarchy4"/>
    <dgm:cxn modelId="{DED9BED2-A927-4A99-A3C8-439979D514A4}" type="presParOf" srcId="{4B34A592-9301-4BC8-95ED-F5BE1208BFBD}" destId="{1CCA9831-FCED-410F-BDC3-6181CBE98B81}" srcOrd="2" destOrd="0" presId="urn:microsoft.com/office/officeart/2005/8/layout/hierarchy4"/>
    <dgm:cxn modelId="{DFAC3967-4C86-4062-9326-59C3DC1AF2D4}" type="presParOf" srcId="{1CCA9831-FCED-410F-BDC3-6181CBE98B81}" destId="{66DC946D-B6F0-4BF2-9AA7-80D61E8FA22A}" srcOrd="0" destOrd="0" presId="urn:microsoft.com/office/officeart/2005/8/layout/hierarchy4"/>
    <dgm:cxn modelId="{BD577BFD-0C39-4457-B4EE-992F86A04143}" type="presParOf" srcId="{66DC946D-B6F0-4BF2-9AA7-80D61E8FA22A}" destId="{06EBDD1A-E66A-44DF-89BB-60D257CEEAB6}" srcOrd="0" destOrd="0" presId="urn:microsoft.com/office/officeart/2005/8/layout/hierarchy4"/>
    <dgm:cxn modelId="{E27DA350-A439-4F17-A6E6-203EA9C4B00D}" type="presParOf" srcId="{66DC946D-B6F0-4BF2-9AA7-80D61E8FA22A}" destId="{E42746C4-BFE5-42D1-A032-3DA2EE50F297}" srcOrd="1" destOrd="0" presId="urn:microsoft.com/office/officeart/2005/8/layout/hierarchy4"/>
    <dgm:cxn modelId="{AF786492-207B-4787-AD5F-3260FDD9CF9B}" type="presParOf" srcId="{66DC946D-B6F0-4BF2-9AA7-80D61E8FA22A}" destId="{B7155081-09A7-46C8-811E-04D0261F5CF6}" srcOrd="2" destOrd="0" presId="urn:microsoft.com/office/officeart/2005/8/layout/hierarchy4"/>
    <dgm:cxn modelId="{66FCEAE9-EA80-42AF-90C8-5DC79E675B40}" type="presParOf" srcId="{B7155081-09A7-46C8-811E-04D0261F5CF6}" destId="{EC7821F0-456E-492D-8A76-5B740E20A358}" srcOrd="0" destOrd="0" presId="urn:microsoft.com/office/officeart/2005/8/layout/hierarchy4"/>
    <dgm:cxn modelId="{1CE926F6-491B-4171-BF66-72864F6B90C1}" type="presParOf" srcId="{EC7821F0-456E-492D-8A76-5B740E20A358}" destId="{D5B4FDE7-1A53-4617-A1D2-5F764BEDEA3B}" srcOrd="0" destOrd="0" presId="urn:microsoft.com/office/officeart/2005/8/layout/hierarchy4"/>
    <dgm:cxn modelId="{AC3F63BF-622D-4A95-9403-04EEB612F659}" type="presParOf" srcId="{EC7821F0-456E-492D-8A76-5B740E20A358}" destId="{624A2722-D412-4D24-849B-D13F570F928B}" srcOrd="1" destOrd="0" presId="urn:microsoft.com/office/officeart/2005/8/layout/hierarchy4"/>
    <dgm:cxn modelId="{7C1EC0A5-5B91-4853-82B7-092CC2304452}" type="presParOf" srcId="{B7155081-09A7-46C8-811E-04D0261F5CF6}" destId="{855A4914-8022-49D4-8F80-F3BEBA0F1054}" srcOrd="1" destOrd="0" presId="urn:microsoft.com/office/officeart/2005/8/layout/hierarchy4"/>
    <dgm:cxn modelId="{D89CB67B-9E77-4147-A915-7DBA21D97B4B}" type="presParOf" srcId="{B7155081-09A7-46C8-811E-04D0261F5CF6}" destId="{AE30DB10-39B7-4BB6-B331-D94C4B2069B6}" srcOrd="2" destOrd="0" presId="urn:microsoft.com/office/officeart/2005/8/layout/hierarchy4"/>
    <dgm:cxn modelId="{B7B003A4-B9BA-403A-A613-1A6A8F6F9257}" type="presParOf" srcId="{AE30DB10-39B7-4BB6-B331-D94C4B2069B6}" destId="{C0D1D73E-0CB8-442B-B98E-9179AD64A923}" srcOrd="0" destOrd="0" presId="urn:microsoft.com/office/officeart/2005/8/layout/hierarchy4"/>
    <dgm:cxn modelId="{84B997C3-2115-4307-B4CB-46AA8F57ECDF}" type="presParOf" srcId="{AE30DB10-39B7-4BB6-B331-D94C4B2069B6}" destId="{D523DEBF-0BC1-4987-9C05-8E745AB075A0}" srcOrd="1" destOrd="0" presId="urn:microsoft.com/office/officeart/2005/8/layout/hierarchy4"/>
    <dgm:cxn modelId="{3A633F73-30F3-4D37-BCC1-C85F163D9F46}" type="presParOf" srcId="{1CCA9831-FCED-410F-BDC3-6181CBE98B81}" destId="{998774FD-DDA2-42A9-A610-8CD4733BDDF8}" srcOrd="1" destOrd="0" presId="urn:microsoft.com/office/officeart/2005/8/layout/hierarchy4"/>
    <dgm:cxn modelId="{A3D7017F-B95C-4F2C-9FAE-04EA6BE451C3}" type="presParOf" srcId="{1CCA9831-FCED-410F-BDC3-6181CBE98B81}" destId="{AA569C9E-3592-454C-9CBD-7B2379B80C68}" srcOrd="2" destOrd="0" presId="urn:microsoft.com/office/officeart/2005/8/layout/hierarchy4"/>
    <dgm:cxn modelId="{9607B2A2-D02D-4D3F-B184-279A57297CFA}" type="presParOf" srcId="{AA569C9E-3592-454C-9CBD-7B2379B80C68}" destId="{115BA8E0-6BD8-4008-AEB7-AD26B286DFE6}" srcOrd="0" destOrd="0" presId="urn:microsoft.com/office/officeart/2005/8/layout/hierarchy4"/>
    <dgm:cxn modelId="{8F8FA661-7B71-4739-B279-744B8FB26390}" type="presParOf" srcId="{AA569C9E-3592-454C-9CBD-7B2379B80C68}" destId="{5600A4DF-B07E-4419-AC46-F95A18FC1606}" srcOrd="1" destOrd="0" presId="urn:microsoft.com/office/officeart/2005/8/layout/hierarchy4"/>
    <dgm:cxn modelId="{9925436A-55CE-4192-B088-8E164F6C004D}" type="presParOf" srcId="{AA569C9E-3592-454C-9CBD-7B2379B80C68}" destId="{B9523F22-66F3-4CA5-B3D7-D6817B55DAE5}" srcOrd="2" destOrd="0" presId="urn:microsoft.com/office/officeart/2005/8/layout/hierarchy4"/>
    <dgm:cxn modelId="{B41B48BD-2900-4970-9352-0A8A1F74E613}" type="presParOf" srcId="{B9523F22-66F3-4CA5-B3D7-D6817B55DAE5}" destId="{70A468EB-30B0-4CFA-956E-CFCE679F5EF6}" srcOrd="0" destOrd="0" presId="urn:microsoft.com/office/officeart/2005/8/layout/hierarchy4"/>
    <dgm:cxn modelId="{6E82D060-CDE3-4DAC-B6F9-ACCAB04D3A9D}" type="presParOf" srcId="{70A468EB-30B0-4CFA-956E-CFCE679F5EF6}" destId="{91E6C478-772D-4149-8EC6-4A6F635B027E}" srcOrd="0" destOrd="0" presId="urn:microsoft.com/office/officeart/2005/8/layout/hierarchy4"/>
    <dgm:cxn modelId="{7CFAA29A-1B39-4769-A558-B80488B81868}" type="presParOf" srcId="{70A468EB-30B0-4CFA-956E-CFCE679F5EF6}" destId="{AFEE2B0C-7BD6-4750-BCE8-289A8C3B7B0C}" srcOrd="1" destOrd="0" presId="urn:microsoft.com/office/officeart/2005/8/layout/hierarchy4"/>
    <dgm:cxn modelId="{60194879-0ACF-440B-9401-6BDCC24F47B6}" type="presParOf" srcId="{B9523F22-66F3-4CA5-B3D7-D6817B55DAE5}" destId="{25ACBD75-75DD-4B96-B7E2-670A3E5F5449}" srcOrd="1" destOrd="0" presId="urn:microsoft.com/office/officeart/2005/8/layout/hierarchy4"/>
    <dgm:cxn modelId="{644FF072-80C8-44C7-9CBB-A4BDA16E09F4}" type="presParOf" srcId="{B9523F22-66F3-4CA5-B3D7-D6817B55DAE5}" destId="{6F481D80-02FF-4C5A-97D9-AFE75A24DE38}" srcOrd="2" destOrd="0" presId="urn:microsoft.com/office/officeart/2005/8/layout/hierarchy4"/>
    <dgm:cxn modelId="{1EC805DA-72D5-4EBE-B827-43C94D5ADF2E}" type="presParOf" srcId="{6F481D80-02FF-4C5A-97D9-AFE75A24DE38}" destId="{9BA4276F-3B5D-48B6-A53B-0721A7CAAD80}" srcOrd="0" destOrd="0" presId="urn:microsoft.com/office/officeart/2005/8/layout/hierarchy4"/>
    <dgm:cxn modelId="{08025EE5-F626-45D3-AC69-03021262C27F}" type="presParOf" srcId="{6F481D80-02FF-4C5A-97D9-AFE75A24DE38}" destId="{F2B1C648-BD32-4B2A-87BF-D34C7879E2BF}" srcOrd="1" destOrd="0" presId="urn:microsoft.com/office/officeart/2005/8/layout/hierarchy4"/>
    <dgm:cxn modelId="{A96581FD-122B-445E-976D-7B9C109A5FED}" type="presParOf" srcId="{C201B018-1514-48DB-AD34-FBA5D40F5976}" destId="{063945B8-B713-4A27-ADE6-B9A01E710552}" srcOrd="1" destOrd="0" presId="urn:microsoft.com/office/officeart/2005/8/layout/hierarchy4"/>
    <dgm:cxn modelId="{53C9A1D3-3F7A-48CA-98FA-D6655F08B528}" type="presParOf" srcId="{C201B018-1514-48DB-AD34-FBA5D40F5976}" destId="{3DB9E402-D54C-4A26-9796-45483382F416}" srcOrd="2" destOrd="0" presId="urn:microsoft.com/office/officeart/2005/8/layout/hierarchy4"/>
    <dgm:cxn modelId="{9DD98AD1-ED83-43FD-B4D4-A44D6776F866}" type="presParOf" srcId="{3DB9E402-D54C-4A26-9796-45483382F416}" destId="{304BDAEB-BC2A-4062-8A0F-8956D6E1E938}" srcOrd="0" destOrd="0" presId="urn:microsoft.com/office/officeart/2005/8/layout/hierarchy4"/>
    <dgm:cxn modelId="{63873D07-8176-4D52-B826-AC3F1C69FB71}" type="presParOf" srcId="{3DB9E402-D54C-4A26-9796-45483382F416}" destId="{B8F063C5-30CA-47C3-82D2-AB810B11F412}" srcOrd="1" destOrd="0" presId="urn:microsoft.com/office/officeart/2005/8/layout/hierarchy4"/>
    <dgm:cxn modelId="{670B89AD-589A-4138-BA16-1C815AB9C6B7}" type="presParOf" srcId="{3DB9E402-D54C-4A26-9796-45483382F416}" destId="{49B3AD21-9632-4529-974C-D511DC495589}" srcOrd="2" destOrd="0" presId="urn:microsoft.com/office/officeart/2005/8/layout/hierarchy4"/>
    <dgm:cxn modelId="{E4F7C9DA-AB2E-4A1C-8648-6A4604F21F98}" type="presParOf" srcId="{49B3AD21-9632-4529-974C-D511DC495589}" destId="{F2AE7E88-8AE9-4B35-A6DE-0AEE293A3951}" srcOrd="0" destOrd="0" presId="urn:microsoft.com/office/officeart/2005/8/layout/hierarchy4"/>
    <dgm:cxn modelId="{2097666C-4038-4E8A-B72A-1D88176AE76D}" type="presParOf" srcId="{F2AE7E88-8AE9-4B35-A6DE-0AEE293A3951}" destId="{92186AA9-6314-4E81-AD43-81873C585005}" srcOrd="0" destOrd="0" presId="urn:microsoft.com/office/officeart/2005/8/layout/hierarchy4"/>
    <dgm:cxn modelId="{F44B54AE-F655-426D-9883-9FA2F04866E4}" type="presParOf" srcId="{F2AE7E88-8AE9-4B35-A6DE-0AEE293A3951}" destId="{8B1AEA7B-1E40-4270-895D-0E3C1A1D5173}" srcOrd="1" destOrd="0" presId="urn:microsoft.com/office/officeart/2005/8/layout/hierarchy4"/>
    <dgm:cxn modelId="{25009C02-00C0-404E-948F-5A1EB30A4791}" type="presParOf" srcId="{AFC1C623-E4ED-441B-AF70-04157D14E12D}" destId="{8CFEFD6A-37B1-4B96-96EB-76AE7F74FC67}" srcOrd="5" destOrd="0" presId="urn:microsoft.com/office/officeart/2005/8/layout/hierarchy4"/>
    <dgm:cxn modelId="{3B8A24E6-576A-4C1F-8638-DBC68D50083B}" type="presParOf" srcId="{AFC1C623-E4ED-441B-AF70-04157D14E12D}" destId="{A1BDD85C-A7B4-4E82-BCAE-DE8B9732B279}" srcOrd="6" destOrd="0" presId="urn:microsoft.com/office/officeart/2005/8/layout/hierarchy4"/>
    <dgm:cxn modelId="{76A78A32-CAF7-4DF0-8070-C60E1D8D6F7D}" type="presParOf" srcId="{A1BDD85C-A7B4-4E82-BCAE-DE8B9732B279}" destId="{2C49C894-AFA2-483E-9DD9-4EDF65AEC8DA}" srcOrd="0" destOrd="0" presId="urn:microsoft.com/office/officeart/2005/8/layout/hierarchy4"/>
    <dgm:cxn modelId="{E63C1C4C-E4D2-4F18-8EA2-79A67D0E9CB8}" type="presParOf" srcId="{A1BDD85C-A7B4-4E82-BCAE-DE8B9732B279}" destId="{A4FAF809-1275-436C-88F8-6C35D47511C5}" srcOrd="1" destOrd="0" presId="urn:microsoft.com/office/officeart/2005/8/layout/hierarchy4"/>
    <dgm:cxn modelId="{F4B04166-92E0-41D6-996C-E89DC7D5832D}" type="presParOf" srcId="{A1BDD85C-A7B4-4E82-BCAE-DE8B9732B279}" destId="{2A2ADD19-4015-4290-B201-0DAF7127BE24}" srcOrd="2" destOrd="0" presId="urn:microsoft.com/office/officeart/2005/8/layout/hierarchy4"/>
    <dgm:cxn modelId="{E981F466-5235-4EA5-AC23-CC601AEA9B88}" type="presParOf" srcId="{2A2ADD19-4015-4290-B201-0DAF7127BE24}" destId="{D90CC194-C730-4743-8955-52F3A53EA5F7}" srcOrd="0" destOrd="0" presId="urn:microsoft.com/office/officeart/2005/8/layout/hierarchy4"/>
    <dgm:cxn modelId="{CA97EC9A-C2C1-467F-9A02-57E0F62F654B}" type="presParOf" srcId="{D90CC194-C730-4743-8955-52F3A53EA5F7}" destId="{35432682-2E53-43F5-8B2E-311FB1FB8A71}" srcOrd="0" destOrd="0" presId="urn:microsoft.com/office/officeart/2005/8/layout/hierarchy4"/>
    <dgm:cxn modelId="{3B018199-639A-4247-B00A-9DA819B1D81F}" type="presParOf" srcId="{D90CC194-C730-4743-8955-52F3A53EA5F7}" destId="{5B180583-DCA4-435F-A923-CD321AC71407}" srcOrd="1" destOrd="0" presId="urn:microsoft.com/office/officeart/2005/8/layout/hierarchy4"/>
    <dgm:cxn modelId="{907FE020-2CA4-4EF8-BA4D-FBA615BA1315}" type="presParOf" srcId="{2A2ADD19-4015-4290-B201-0DAF7127BE24}" destId="{1B8A1B2D-3E17-41A1-9121-FC3509DDC432}" srcOrd="1" destOrd="0" presId="urn:microsoft.com/office/officeart/2005/8/layout/hierarchy4"/>
    <dgm:cxn modelId="{8DECFA3C-F4BC-4078-B1F3-0CD98264CCFF}" type="presParOf" srcId="{2A2ADD19-4015-4290-B201-0DAF7127BE24}" destId="{D7E6BD39-B10F-4F22-A300-485993401B9E}" srcOrd="2" destOrd="0" presId="urn:microsoft.com/office/officeart/2005/8/layout/hierarchy4"/>
    <dgm:cxn modelId="{8D2B3091-96E9-409C-A022-C7E9C680422E}" type="presParOf" srcId="{D7E6BD39-B10F-4F22-A300-485993401B9E}" destId="{82EF7BFA-6BC1-410D-B35B-34D384ADEFBB}" srcOrd="0" destOrd="0" presId="urn:microsoft.com/office/officeart/2005/8/layout/hierarchy4"/>
    <dgm:cxn modelId="{E66B40BA-A7E5-42E3-95C6-41B859419330}" type="presParOf" srcId="{D7E6BD39-B10F-4F22-A300-485993401B9E}" destId="{9ECB728E-A655-40AB-94E9-96A67947A66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72EF35F0-E15B-43CF-8A95-E1B864B66D1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61D3F498-D12B-48C5-99D7-E7F89D9D0CB5}">
      <dgm:prSet phldrT="[Texto]" custT="1"/>
      <dgm:spPr/>
      <dgm:t>
        <a:bodyPr/>
        <a:lstStyle/>
        <a:p>
          <a:r>
            <a:rPr lang="es-MX" sz="1800" dirty="0"/>
            <a:t>Intereses</a:t>
          </a:r>
        </a:p>
        <a:p>
          <a:r>
            <a:rPr lang="es-MX" sz="1000" dirty="0"/>
            <a:t>LISR 27-VII</a:t>
          </a:r>
        </a:p>
      </dgm:t>
    </dgm:pt>
    <dgm:pt modelId="{A5AE99F2-3C1C-4553-AB07-CBDFB8A3EDD4}" type="parTrans" cxnId="{0B00D55F-17C1-4F47-8977-CC297BF3FFB7}">
      <dgm:prSet/>
      <dgm:spPr/>
      <dgm:t>
        <a:bodyPr/>
        <a:lstStyle/>
        <a:p>
          <a:endParaRPr lang="es-MX"/>
        </a:p>
      </dgm:t>
    </dgm:pt>
    <dgm:pt modelId="{F8D6C375-5B8F-44D6-B9A7-A499A458E202}" type="sibTrans" cxnId="{0B00D55F-17C1-4F47-8977-CC297BF3FFB7}">
      <dgm:prSet/>
      <dgm:spPr/>
      <dgm:t>
        <a:bodyPr/>
        <a:lstStyle/>
        <a:p>
          <a:endParaRPr lang="es-MX"/>
        </a:p>
      </dgm:t>
    </dgm:pt>
    <dgm:pt modelId="{276E0EAE-EF0B-49A3-BB14-21F795BCDD23}">
      <dgm:prSet phldrT="[Texto]"/>
      <dgm:spPr/>
      <dgm:t>
        <a:bodyPr/>
        <a:lstStyle/>
        <a:p>
          <a:r>
            <a:rPr lang="es-MX" dirty="0"/>
            <a:t>Por capitales tomados en préstamo</a:t>
          </a:r>
        </a:p>
      </dgm:t>
    </dgm:pt>
    <dgm:pt modelId="{2D16D9A6-EBC8-4779-A12D-C10542800B28}" type="parTrans" cxnId="{F46BDF7C-9F43-4917-A553-47A19E5CDE8A}">
      <dgm:prSet/>
      <dgm:spPr/>
      <dgm:t>
        <a:bodyPr/>
        <a:lstStyle/>
        <a:p>
          <a:endParaRPr lang="es-MX"/>
        </a:p>
      </dgm:t>
    </dgm:pt>
    <dgm:pt modelId="{345567F7-BE42-4BFD-9B59-434DCF4D1275}" type="sibTrans" cxnId="{F46BDF7C-9F43-4917-A553-47A19E5CDE8A}">
      <dgm:prSet/>
      <dgm:spPr/>
      <dgm:t>
        <a:bodyPr/>
        <a:lstStyle/>
        <a:p>
          <a:endParaRPr lang="es-MX"/>
        </a:p>
      </dgm:t>
    </dgm:pt>
    <dgm:pt modelId="{1577105A-4F22-40C4-9152-98206D9FB4D5}">
      <dgm:prSet phldrT="[Texto]"/>
      <dgm:spPr/>
      <dgm:t>
        <a:bodyPr/>
        <a:lstStyle/>
        <a:p>
          <a:r>
            <a:rPr lang="es-MX" dirty="0"/>
            <a:t>Por inversiones no deducibles o parcialmente deducibles</a:t>
          </a:r>
        </a:p>
      </dgm:t>
    </dgm:pt>
    <dgm:pt modelId="{97983A56-81E9-4B33-BFD4-6026DD32B527}" type="parTrans" cxnId="{41EB595A-16C7-4C36-BA26-A54116B558F9}">
      <dgm:prSet/>
      <dgm:spPr/>
      <dgm:t>
        <a:bodyPr/>
        <a:lstStyle/>
        <a:p>
          <a:endParaRPr lang="es-MX"/>
        </a:p>
      </dgm:t>
    </dgm:pt>
    <dgm:pt modelId="{5338D63F-E74D-409F-9C40-0164913D1241}" type="sibTrans" cxnId="{41EB595A-16C7-4C36-BA26-A54116B558F9}">
      <dgm:prSet/>
      <dgm:spPr/>
      <dgm:t>
        <a:bodyPr/>
        <a:lstStyle/>
        <a:p>
          <a:endParaRPr lang="es-MX"/>
        </a:p>
      </dgm:t>
    </dgm:pt>
    <dgm:pt modelId="{F77C2FD4-4C9C-4B9A-8D68-F9BF2A2C5237}">
      <dgm:prSet custT="1"/>
      <dgm:spPr/>
      <dgm:t>
        <a:bodyPr/>
        <a:lstStyle/>
        <a:p>
          <a:r>
            <a:rPr lang="es-MX" sz="1400" dirty="0"/>
            <a:t>Capitalización Insuficiente</a:t>
          </a:r>
        </a:p>
        <a:p>
          <a:r>
            <a:rPr lang="es-MX" sz="1000" dirty="0"/>
            <a:t>LISR 28-XXVII</a:t>
          </a:r>
        </a:p>
      </dgm:t>
    </dgm:pt>
    <dgm:pt modelId="{8943F084-04E0-4DDA-814F-C95FBB33E9D7}" type="parTrans" cxnId="{011C1DBB-8A88-4080-8F16-0B5BD963FA4E}">
      <dgm:prSet/>
      <dgm:spPr/>
      <dgm:t>
        <a:bodyPr/>
        <a:lstStyle/>
        <a:p>
          <a:endParaRPr lang="es-MX"/>
        </a:p>
      </dgm:t>
    </dgm:pt>
    <dgm:pt modelId="{F41DD206-B749-49F6-991A-FB9C6E496633}" type="sibTrans" cxnId="{011C1DBB-8A88-4080-8F16-0B5BD963FA4E}">
      <dgm:prSet/>
      <dgm:spPr/>
      <dgm:t>
        <a:bodyPr/>
        <a:lstStyle/>
        <a:p>
          <a:endParaRPr lang="es-MX"/>
        </a:p>
      </dgm:t>
    </dgm:pt>
    <dgm:pt modelId="{ABB560D9-2FDE-42D6-A8A4-FC47646B2996}">
      <dgm:prSet/>
      <dgm:spPr/>
      <dgm:t>
        <a:bodyPr/>
        <a:lstStyle/>
        <a:p>
          <a:r>
            <a:rPr lang="es-MX" dirty="0"/>
            <a:t>Inversión en los fines del negocio</a:t>
          </a:r>
        </a:p>
      </dgm:t>
    </dgm:pt>
    <dgm:pt modelId="{E859850C-9AB6-4235-A0E4-C70D85F4F378}" type="parTrans" cxnId="{2F154E83-C0A6-4B49-882D-2156BC43C181}">
      <dgm:prSet/>
      <dgm:spPr/>
      <dgm:t>
        <a:bodyPr/>
        <a:lstStyle/>
        <a:p>
          <a:endParaRPr lang="es-MX"/>
        </a:p>
      </dgm:t>
    </dgm:pt>
    <dgm:pt modelId="{82A92ECE-77B9-4F6D-8176-1D5D62B2B585}" type="sibTrans" cxnId="{2F154E83-C0A6-4B49-882D-2156BC43C181}">
      <dgm:prSet/>
      <dgm:spPr/>
      <dgm:t>
        <a:bodyPr/>
        <a:lstStyle/>
        <a:p>
          <a:endParaRPr lang="es-MX"/>
        </a:p>
      </dgm:t>
    </dgm:pt>
    <dgm:pt modelId="{BB7D0524-FC0B-4127-91E7-DF1BF6145015}">
      <dgm:prSet/>
      <dgm:spPr/>
      <dgm:t>
        <a:bodyPr/>
        <a:lstStyle/>
        <a:p>
          <a:r>
            <a:rPr lang="es-MX" dirty="0"/>
            <a:t>Préstamos a terceros, trabajadores, funcionarios o accionistas</a:t>
          </a:r>
        </a:p>
      </dgm:t>
    </dgm:pt>
    <dgm:pt modelId="{6AD77E3E-B84F-47C7-B723-89ACA35465BC}" type="parTrans" cxnId="{43E37B89-F0E9-4230-980E-6807E8A2D3FE}">
      <dgm:prSet/>
      <dgm:spPr/>
      <dgm:t>
        <a:bodyPr/>
        <a:lstStyle/>
        <a:p>
          <a:endParaRPr lang="es-MX"/>
        </a:p>
      </dgm:t>
    </dgm:pt>
    <dgm:pt modelId="{0462BAE9-5DEF-42B9-8231-090474D986E2}" type="sibTrans" cxnId="{43E37B89-F0E9-4230-980E-6807E8A2D3FE}">
      <dgm:prSet/>
      <dgm:spPr/>
      <dgm:t>
        <a:bodyPr/>
        <a:lstStyle/>
        <a:p>
          <a:endParaRPr lang="es-MX"/>
        </a:p>
      </dgm:t>
    </dgm:pt>
    <dgm:pt modelId="{535BB0A4-B659-40D5-BAF9-1B2C5BBFCB8B}">
      <dgm:prSet/>
      <dgm:spPr/>
      <dgm:t>
        <a:bodyPr/>
        <a:lstStyle/>
        <a:p>
          <a:r>
            <a:rPr lang="es-MX" dirty="0"/>
            <a:t>Hasta por la tasa más baja</a:t>
          </a:r>
        </a:p>
      </dgm:t>
    </dgm:pt>
    <dgm:pt modelId="{05AD75AF-88EA-4035-8073-173F7D34118B}" type="parTrans" cxnId="{B1E62CA4-88EF-4999-AC1F-BEE85051064B}">
      <dgm:prSet/>
      <dgm:spPr/>
      <dgm:t>
        <a:bodyPr/>
        <a:lstStyle/>
        <a:p>
          <a:endParaRPr lang="es-MX"/>
        </a:p>
      </dgm:t>
    </dgm:pt>
    <dgm:pt modelId="{F9D1CF92-FA0B-4282-AFD5-6DA587D0294F}" type="sibTrans" cxnId="{B1E62CA4-88EF-4999-AC1F-BEE85051064B}">
      <dgm:prSet/>
      <dgm:spPr/>
      <dgm:t>
        <a:bodyPr/>
        <a:lstStyle/>
        <a:p>
          <a:endParaRPr lang="es-MX"/>
        </a:p>
      </dgm:t>
    </dgm:pt>
    <dgm:pt modelId="{81928668-30CF-40A0-8FBA-6D0F5D077A37}">
      <dgm:prSet/>
      <dgm:spPr/>
      <dgm:t>
        <a:bodyPr/>
        <a:lstStyle/>
        <a:p>
          <a:r>
            <a:rPr lang="es-MX" dirty="0"/>
            <a:t>En la porción del préstamo otorgado</a:t>
          </a:r>
        </a:p>
      </dgm:t>
    </dgm:pt>
    <dgm:pt modelId="{E37136F0-FF67-420B-B86B-2946498E310A}" type="parTrans" cxnId="{3C3A5B3C-1369-4AA7-8662-17A671BB0454}">
      <dgm:prSet/>
      <dgm:spPr/>
      <dgm:t>
        <a:bodyPr/>
        <a:lstStyle/>
        <a:p>
          <a:endParaRPr lang="es-MX"/>
        </a:p>
      </dgm:t>
    </dgm:pt>
    <dgm:pt modelId="{08A7BD5A-F3A6-4672-B76D-33D343ABAAF5}" type="sibTrans" cxnId="{3C3A5B3C-1369-4AA7-8662-17A671BB0454}">
      <dgm:prSet/>
      <dgm:spPr/>
      <dgm:t>
        <a:bodyPr/>
        <a:lstStyle/>
        <a:p>
          <a:endParaRPr lang="es-MX"/>
        </a:p>
      </dgm:t>
    </dgm:pt>
    <dgm:pt modelId="{776EAA52-AF2E-41AF-ACB6-04192763707D}">
      <dgm:prSet/>
      <dgm:spPr/>
      <dgm:t>
        <a:bodyPr/>
        <a:lstStyle/>
        <a:p>
          <a:r>
            <a:rPr lang="es-MX" dirty="0"/>
            <a:t>Entregar comprobante a quién se otorgó el préstamo</a:t>
          </a:r>
        </a:p>
      </dgm:t>
    </dgm:pt>
    <dgm:pt modelId="{C66D7BAB-FC9B-427B-919C-2CC080E5C565}" type="parTrans" cxnId="{EDA70633-2FE0-4C43-B4E6-E5D3361AB9DE}">
      <dgm:prSet/>
      <dgm:spPr/>
      <dgm:t>
        <a:bodyPr/>
        <a:lstStyle/>
        <a:p>
          <a:endParaRPr lang="es-MX"/>
        </a:p>
      </dgm:t>
    </dgm:pt>
    <dgm:pt modelId="{1860090D-854F-45FA-9620-8DCC7344064F}" type="sibTrans" cxnId="{EDA70633-2FE0-4C43-B4E6-E5D3361AB9DE}">
      <dgm:prSet/>
      <dgm:spPr/>
      <dgm:t>
        <a:bodyPr/>
        <a:lstStyle/>
        <a:p>
          <a:endParaRPr lang="es-MX"/>
        </a:p>
      </dgm:t>
    </dgm:pt>
    <dgm:pt modelId="{C20B9333-504D-4430-AA74-F4C2DB54B7E7}">
      <dgm:prSet/>
      <dgm:spPr/>
      <dgm:t>
        <a:bodyPr/>
        <a:lstStyle/>
        <a:p>
          <a:r>
            <a:rPr lang="es-MX" dirty="0"/>
            <a:t>Exceptuados</a:t>
          </a:r>
        </a:p>
      </dgm:t>
    </dgm:pt>
    <dgm:pt modelId="{B65C314A-AAAC-4A25-A963-CEEA2DA8CD05}" type="parTrans" cxnId="{8296CB8D-AA3D-490E-9C43-C6F8BE611A41}">
      <dgm:prSet/>
      <dgm:spPr/>
      <dgm:t>
        <a:bodyPr/>
        <a:lstStyle/>
        <a:p>
          <a:endParaRPr lang="es-MX"/>
        </a:p>
      </dgm:t>
    </dgm:pt>
    <dgm:pt modelId="{40E40C37-FB1F-48F2-A5AB-AB69F5FEDECC}" type="sibTrans" cxnId="{8296CB8D-AA3D-490E-9C43-C6F8BE611A41}">
      <dgm:prSet/>
      <dgm:spPr/>
      <dgm:t>
        <a:bodyPr/>
        <a:lstStyle/>
        <a:p>
          <a:endParaRPr lang="es-MX"/>
        </a:p>
      </dgm:t>
    </dgm:pt>
    <dgm:pt modelId="{8A455293-8C0B-4E62-B505-4CAB497880AE}">
      <dgm:prSet/>
      <dgm:spPr/>
      <dgm:t>
        <a:bodyPr/>
        <a:lstStyle/>
        <a:p>
          <a:r>
            <a:rPr lang="es-MX" dirty="0"/>
            <a:t>Instituciones de Crédito, SOFOMES y Organizaciones Auxiliares del Crédito</a:t>
          </a:r>
        </a:p>
      </dgm:t>
    </dgm:pt>
    <dgm:pt modelId="{3E72E4BB-CF7A-401E-944A-E35A4D01C290}" type="parTrans" cxnId="{99536844-368C-4613-B3C0-FAB324DE695E}">
      <dgm:prSet/>
      <dgm:spPr/>
      <dgm:t>
        <a:bodyPr/>
        <a:lstStyle/>
        <a:p>
          <a:endParaRPr lang="es-MX"/>
        </a:p>
      </dgm:t>
    </dgm:pt>
    <dgm:pt modelId="{54514AFB-F39F-4D8C-9DAD-EA3EAFB345BA}" type="sibTrans" cxnId="{99536844-368C-4613-B3C0-FAB324DE695E}">
      <dgm:prSet/>
      <dgm:spPr/>
      <dgm:t>
        <a:bodyPr/>
        <a:lstStyle/>
        <a:p>
          <a:endParaRPr lang="es-MX"/>
        </a:p>
      </dgm:t>
    </dgm:pt>
    <dgm:pt modelId="{4A46DAF1-5A53-4AF0-B066-2E73DB5EFA09}">
      <dgm:prSet/>
      <dgm:spPr/>
      <dgm:t>
        <a:bodyPr/>
        <a:lstStyle/>
        <a:p>
          <a:r>
            <a:rPr lang="es-MX" dirty="0"/>
            <a:t>Proporcional al monto deducible de la inversión</a:t>
          </a:r>
        </a:p>
      </dgm:t>
    </dgm:pt>
    <dgm:pt modelId="{DBB0CE73-298C-4EF2-B6F1-46AB1B643415}" type="parTrans" cxnId="{27F4C1A4-5CB8-4BCC-BEEE-DF032AB4B5CC}">
      <dgm:prSet/>
      <dgm:spPr/>
      <dgm:t>
        <a:bodyPr/>
        <a:lstStyle/>
        <a:p>
          <a:endParaRPr lang="es-MX"/>
        </a:p>
      </dgm:t>
    </dgm:pt>
    <dgm:pt modelId="{38336648-FA02-46C8-A73F-DEB71283B553}" type="sibTrans" cxnId="{27F4C1A4-5CB8-4BCC-BEEE-DF032AB4B5CC}">
      <dgm:prSet/>
      <dgm:spPr/>
      <dgm:t>
        <a:bodyPr/>
        <a:lstStyle/>
        <a:p>
          <a:endParaRPr lang="es-MX"/>
        </a:p>
      </dgm:t>
    </dgm:pt>
    <dgm:pt modelId="{74798059-FDD0-4E66-BB93-D46A7010CEF8}">
      <dgm:prSet/>
      <dgm:spPr/>
      <dgm:t>
        <a:bodyPr/>
        <a:lstStyle/>
        <a:p>
          <a:r>
            <a:rPr lang="es-MX" dirty="0"/>
            <a:t>Hasta su pago si son a Personas Físicas residentes</a:t>
          </a:r>
        </a:p>
      </dgm:t>
    </dgm:pt>
    <dgm:pt modelId="{DC6925DB-42CF-42A0-B80D-6EE307022A6A}" type="parTrans" cxnId="{54F3F037-6ADD-4FCA-905C-A4FDBFAFE702}">
      <dgm:prSet/>
      <dgm:spPr/>
      <dgm:t>
        <a:bodyPr/>
        <a:lstStyle/>
        <a:p>
          <a:endParaRPr lang="es-MX"/>
        </a:p>
      </dgm:t>
    </dgm:pt>
    <dgm:pt modelId="{B177E603-85B9-4951-B7FE-6B9084F0FEEA}" type="sibTrans" cxnId="{54F3F037-6ADD-4FCA-905C-A4FDBFAFE702}">
      <dgm:prSet/>
      <dgm:spPr/>
      <dgm:t>
        <a:bodyPr/>
        <a:lstStyle/>
        <a:p>
          <a:endParaRPr lang="es-MX"/>
        </a:p>
      </dgm:t>
    </dgm:pt>
    <dgm:pt modelId="{BED0E866-79FD-4A8B-A395-F29577C065B3}">
      <dgm:prSet custT="1"/>
      <dgm:spPr/>
      <dgm:t>
        <a:bodyPr/>
        <a:lstStyle/>
        <a:p>
          <a:r>
            <a:rPr lang="es-ES" sz="1200" kern="1200" dirty="0"/>
            <a:t>Limitante 30% Utilidad Fiscal Ajustada</a:t>
          </a:r>
        </a:p>
        <a:p>
          <a:r>
            <a:rPr lang="es-ES" sz="1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LISR 28-XXXII</a:t>
          </a:r>
          <a:endParaRPr lang="es-MX" sz="10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77BB5B53-B8C0-4677-8EDB-51A10ECDA561}" type="parTrans" cxnId="{E104010D-A11D-4895-8EB1-6510F7D1A251}">
      <dgm:prSet/>
      <dgm:spPr/>
      <dgm:t>
        <a:bodyPr/>
        <a:lstStyle/>
        <a:p>
          <a:endParaRPr lang="es-MX"/>
        </a:p>
      </dgm:t>
    </dgm:pt>
    <dgm:pt modelId="{373F8262-D655-483C-9239-587123969B74}" type="sibTrans" cxnId="{E104010D-A11D-4895-8EB1-6510F7D1A251}">
      <dgm:prSet/>
      <dgm:spPr/>
      <dgm:t>
        <a:bodyPr/>
        <a:lstStyle/>
        <a:p>
          <a:endParaRPr lang="es-MX"/>
        </a:p>
      </dgm:t>
    </dgm:pt>
    <dgm:pt modelId="{9E300FAE-FD50-47D5-8A03-75FB8394BA05}" type="pres">
      <dgm:prSet presAssocID="{72EF35F0-E15B-43CF-8A95-E1B864B66D1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18E4E02-668E-4200-A483-EF678899831B}" type="pres">
      <dgm:prSet presAssocID="{61D3F498-D12B-48C5-99D7-E7F89D9D0CB5}" presName="root1" presStyleCnt="0"/>
      <dgm:spPr/>
    </dgm:pt>
    <dgm:pt modelId="{DB478AB2-ACFA-4614-96C4-63F7933B2A64}" type="pres">
      <dgm:prSet presAssocID="{61D3F498-D12B-48C5-99D7-E7F89D9D0CB5}" presName="LevelOneTextNode" presStyleLbl="node0" presStyleIdx="0" presStyleCnt="1">
        <dgm:presLayoutVars>
          <dgm:chPref val="3"/>
        </dgm:presLayoutVars>
      </dgm:prSet>
      <dgm:spPr/>
    </dgm:pt>
    <dgm:pt modelId="{D3B4DD3B-1A7B-4E94-9294-F72EEBD068BE}" type="pres">
      <dgm:prSet presAssocID="{61D3F498-D12B-48C5-99D7-E7F89D9D0CB5}" presName="level2hierChild" presStyleCnt="0"/>
      <dgm:spPr/>
    </dgm:pt>
    <dgm:pt modelId="{3BF3A337-ED7A-4571-803D-6BB78E56721F}" type="pres">
      <dgm:prSet presAssocID="{2D16D9A6-EBC8-4779-A12D-C10542800B28}" presName="conn2-1" presStyleLbl="parChTrans1D2" presStyleIdx="0" presStyleCnt="5"/>
      <dgm:spPr/>
    </dgm:pt>
    <dgm:pt modelId="{422399BD-680C-4DF9-8D77-9741962C7AD2}" type="pres">
      <dgm:prSet presAssocID="{2D16D9A6-EBC8-4779-A12D-C10542800B28}" presName="connTx" presStyleLbl="parChTrans1D2" presStyleIdx="0" presStyleCnt="5"/>
      <dgm:spPr/>
    </dgm:pt>
    <dgm:pt modelId="{3440132A-CA02-4C3B-8ED5-CC87F3FE73BA}" type="pres">
      <dgm:prSet presAssocID="{276E0EAE-EF0B-49A3-BB14-21F795BCDD23}" presName="root2" presStyleCnt="0"/>
      <dgm:spPr/>
    </dgm:pt>
    <dgm:pt modelId="{8E83F4D3-583D-428B-A5FC-5A5175CBD5B3}" type="pres">
      <dgm:prSet presAssocID="{276E0EAE-EF0B-49A3-BB14-21F795BCDD23}" presName="LevelTwoTextNode" presStyleLbl="node2" presStyleIdx="0" presStyleCnt="5">
        <dgm:presLayoutVars>
          <dgm:chPref val="3"/>
        </dgm:presLayoutVars>
      </dgm:prSet>
      <dgm:spPr/>
    </dgm:pt>
    <dgm:pt modelId="{6F884123-1122-4082-9565-7EF1B306DA15}" type="pres">
      <dgm:prSet presAssocID="{276E0EAE-EF0B-49A3-BB14-21F795BCDD23}" presName="level3hierChild" presStyleCnt="0"/>
      <dgm:spPr/>
    </dgm:pt>
    <dgm:pt modelId="{BF6F63CA-98A2-4ACE-B1F6-030A761DDDF6}" type="pres">
      <dgm:prSet presAssocID="{E859850C-9AB6-4235-A0E4-C70D85F4F378}" presName="conn2-1" presStyleLbl="parChTrans1D3" presStyleIdx="0" presStyleCnt="3"/>
      <dgm:spPr/>
    </dgm:pt>
    <dgm:pt modelId="{4298B2D1-E908-4CAF-9173-EDB82E803B06}" type="pres">
      <dgm:prSet presAssocID="{E859850C-9AB6-4235-A0E4-C70D85F4F378}" presName="connTx" presStyleLbl="parChTrans1D3" presStyleIdx="0" presStyleCnt="3"/>
      <dgm:spPr/>
    </dgm:pt>
    <dgm:pt modelId="{2E8D9AB1-44F7-431F-97DA-7D05B5601D82}" type="pres">
      <dgm:prSet presAssocID="{ABB560D9-2FDE-42D6-A8A4-FC47646B2996}" presName="root2" presStyleCnt="0"/>
      <dgm:spPr/>
    </dgm:pt>
    <dgm:pt modelId="{AC876DB3-BAB5-4480-8C98-2E0194CEE545}" type="pres">
      <dgm:prSet presAssocID="{ABB560D9-2FDE-42D6-A8A4-FC47646B2996}" presName="LevelTwoTextNode" presStyleLbl="node3" presStyleIdx="0" presStyleCnt="3">
        <dgm:presLayoutVars>
          <dgm:chPref val="3"/>
        </dgm:presLayoutVars>
      </dgm:prSet>
      <dgm:spPr/>
    </dgm:pt>
    <dgm:pt modelId="{D45E70E2-ECCD-4514-92B6-299F14CEAD38}" type="pres">
      <dgm:prSet presAssocID="{ABB560D9-2FDE-42D6-A8A4-FC47646B2996}" presName="level3hierChild" presStyleCnt="0"/>
      <dgm:spPr/>
    </dgm:pt>
    <dgm:pt modelId="{72C6BCD5-198D-490F-96A9-17C809147F22}" type="pres">
      <dgm:prSet presAssocID="{6AD77E3E-B84F-47C7-B723-89ACA35465BC}" presName="conn2-1" presStyleLbl="parChTrans1D3" presStyleIdx="1" presStyleCnt="3"/>
      <dgm:spPr/>
    </dgm:pt>
    <dgm:pt modelId="{B08603B0-D6C9-45B6-9BC3-7C530E7C5F90}" type="pres">
      <dgm:prSet presAssocID="{6AD77E3E-B84F-47C7-B723-89ACA35465BC}" presName="connTx" presStyleLbl="parChTrans1D3" presStyleIdx="1" presStyleCnt="3"/>
      <dgm:spPr/>
    </dgm:pt>
    <dgm:pt modelId="{D748F9F4-4FD0-4613-A2D2-A07144FC0524}" type="pres">
      <dgm:prSet presAssocID="{BB7D0524-FC0B-4127-91E7-DF1BF6145015}" presName="root2" presStyleCnt="0"/>
      <dgm:spPr/>
    </dgm:pt>
    <dgm:pt modelId="{5D360116-4207-4680-BFC6-5A45EB2F7C08}" type="pres">
      <dgm:prSet presAssocID="{BB7D0524-FC0B-4127-91E7-DF1BF6145015}" presName="LevelTwoTextNode" presStyleLbl="node3" presStyleIdx="1" presStyleCnt="3">
        <dgm:presLayoutVars>
          <dgm:chPref val="3"/>
        </dgm:presLayoutVars>
      </dgm:prSet>
      <dgm:spPr/>
    </dgm:pt>
    <dgm:pt modelId="{FF15D881-5544-40FB-B8B5-AB442808A334}" type="pres">
      <dgm:prSet presAssocID="{BB7D0524-FC0B-4127-91E7-DF1BF6145015}" presName="level3hierChild" presStyleCnt="0"/>
      <dgm:spPr/>
    </dgm:pt>
    <dgm:pt modelId="{AE225884-E2F8-420F-98A2-F557A4D401CE}" type="pres">
      <dgm:prSet presAssocID="{05AD75AF-88EA-4035-8073-173F7D34118B}" presName="conn2-1" presStyleLbl="parChTrans1D4" presStyleIdx="0" presStyleCnt="5"/>
      <dgm:spPr/>
    </dgm:pt>
    <dgm:pt modelId="{A72D5FBF-94E6-4B7F-98E0-F6C672FB4C75}" type="pres">
      <dgm:prSet presAssocID="{05AD75AF-88EA-4035-8073-173F7D34118B}" presName="connTx" presStyleLbl="parChTrans1D4" presStyleIdx="0" presStyleCnt="5"/>
      <dgm:spPr/>
    </dgm:pt>
    <dgm:pt modelId="{8A976890-4F58-4714-BDCE-7D3C6073DD0A}" type="pres">
      <dgm:prSet presAssocID="{535BB0A4-B659-40D5-BAF9-1B2C5BBFCB8B}" presName="root2" presStyleCnt="0"/>
      <dgm:spPr/>
    </dgm:pt>
    <dgm:pt modelId="{B6DA1D5F-5A0C-4736-804A-9D9E877F5458}" type="pres">
      <dgm:prSet presAssocID="{535BB0A4-B659-40D5-BAF9-1B2C5BBFCB8B}" presName="LevelTwoTextNode" presStyleLbl="node4" presStyleIdx="0" presStyleCnt="5">
        <dgm:presLayoutVars>
          <dgm:chPref val="3"/>
        </dgm:presLayoutVars>
      </dgm:prSet>
      <dgm:spPr/>
    </dgm:pt>
    <dgm:pt modelId="{ACB50C1B-0C3C-4E09-95C7-588C7010B53C}" type="pres">
      <dgm:prSet presAssocID="{535BB0A4-B659-40D5-BAF9-1B2C5BBFCB8B}" presName="level3hierChild" presStyleCnt="0"/>
      <dgm:spPr/>
    </dgm:pt>
    <dgm:pt modelId="{FFDEB54E-CD86-4A34-8A0A-54EC60680AC6}" type="pres">
      <dgm:prSet presAssocID="{E37136F0-FF67-420B-B86B-2946498E310A}" presName="conn2-1" presStyleLbl="parChTrans1D4" presStyleIdx="1" presStyleCnt="5"/>
      <dgm:spPr/>
    </dgm:pt>
    <dgm:pt modelId="{699A8375-FFA8-40F4-A995-64B3C2FE5812}" type="pres">
      <dgm:prSet presAssocID="{E37136F0-FF67-420B-B86B-2946498E310A}" presName="connTx" presStyleLbl="parChTrans1D4" presStyleIdx="1" presStyleCnt="5"/>
      <dgm:spPr/>
    </dgm:pt>
    <dgm:pt modelId="{B5E7E788-3311-4C92-B195-038FA63B68E3}" type="pres">
      <dgm:prSet presAssocID="{81928668-30CF-40A0-8FBA-6D0F5D077A37}" presName="root2" presStyleCnt="0"/>
      <dgm:spPr/>
    </dgm:pt>
    <dgm:pt modelId="{7FB10854-D9EE-4D7F-AAAE-C448A5EC44AF}" type="pres">
      <dgm:prSet presAssocID="{81928668-30CF-40A0-8FBA-6D0F5D077A37}" presName="LevelTwoTextNode" presStyleLbl="node4" presStyleIdx="1" presStyleCnt="5">
        <dgm:presLayoutVars>
          <dgm:chPref val="3"/>
        </dgm:presLayoutVars>
      </dgm:prSet>
      <dgm:spPr/>
    </dgm:pt>
    <dgm:pt modelId="{50D5F173-3C24-4230-9296-E661F04947C3}" type="pres">
      <dgm:prSet presAssocID="{81928668-30CF-40A0-8FBA-6D0F5D077A37}" presName="level3hierChild" presStyleCnt="0"/>
      <dgm:spPr/>
    </dgm:pt>
    <dgm:pt modelId="{E43AF941-4C27-47D9-8F74-3AF33249FC87}" type="pres">
      <dgm:prSet presAssocID="{C66D7BAB-FC9B-427B-919C-2CC080E5C565}" presName="conn2-1" presStyleLbl="parChTrans1D4" presStyleIdx="2" presStyleCnt="5"/>
      <dgm:spPr/>
    </dgm:pt>
    <dgm:pt modelId="{263B9D73-1453-4D60-82C9-44924CA4E39F}" type="pres">
      <dgm:prSet presAssocID="{C66D7BAB-FC9B-427B-919C-2CC080E5C565}" presName="connTx" presStyleLbl="parChTrans1D4" presStyleIdx="2" presStyleCnt="5"/>
      <dgm:spPr/>
    </dgm:pt>
    <dgm:pt modelId="{7F67CB9A-D29B-4DC7-AF4D-C815D02CE4C6}" type="pres">
      <dgm:prSet presAssocID="{776EAA52-AF2E-41AF-ACB6-04192763707D}" presName="root2" presStyleCnt="0"/>
      <dgm:spPr/>
    </dgm:pt>
    <dgm:pt modelId="{B89417AC-1D85-4665-891C-E881887F4C66}" type="pres">
      <dgm:prSet presAssocID="{776EAA52-AF2E-41AF-ACB6-04192763707D}" presName="LevelTwoTextNode" presStyleLbl="node4" presStyleIdx="2" presStyleCnt="5">
        <dgm:presLayoutVars>
          <dgm:chPref val="3"/>
        </dgm:presLayoutVars>
      </dgm:prSet>
      <dgm:spPr/>
    </dgm:pt>
    <dgm:pt modelId="{7FD9877A-2650-4AD5-ADDB-64EB0DC5C34A}" type="pres">
      <dgm:prSet presAssocID="{776EAA52-AF2E-41AF-ACB6-04192763707D}" presName="level3hierChild" presStyleCnt="0"/>
      <dgm:spPr/>
    </dgm:pt>
    <dgm:pt modelId="{CF2B7A72-DB06-47F1-A17A-C884464E349A}" type="pres">
      <dgm:prSet presAssocID="{B65C314A-AAAC-4A25-A963-CEEA2DA8CD05}" presName="conn2-1" presStyleLbl="parChTrans1D4" presStyleIdx="3" presStyleCnt="5"/>
      <dgm:spPr/>
    </dgm:pt>
    <dgm:pt modelId="{AD37519D-22BC-49DF-9561-D056A80FC671}" type="pres">
      <dgm:prSet presAssocID="{B65C314A-AAAC-4A25-A963-CEEA2DA8CD05}" presName="connTx" presStyleLbl="parChTrans1D4" presStyleIdx="3" presStyleCnt="5"/>
      <dgm:spPr/>
    </dgm:pt>
    <dgm:pt modelId="{6596EF33-1151-4C9E-B49D-201AA698C23E}" type="pres">
      <dgm:prSet presAssocID="{C20B9333-504D-4430-AA74-F4C2DB54B7E7}" presName="root2" presStyleCnt="0"/>
      <dgm:spPr/>
    </dgm:pt>
    <dgm:pt modelId="{F18FA624-7148-4473-B2A2-494B7F40005C}" type="pres">
      <dgm:prSet presAssocID="{C20B9333-504D-4430-AA74-F4C2DB54B7E7}" presName="LevelTwoTextNode" presStyleLbl="node4" presStyleIdx="3" presStyleCnt="5">
        <dgm:presLayoutVars>
          <dgm:chPref val="3"/>
        </dgm:presLayoutVars>
      </dgm:prSet>
      <dgm:spPr/>
    </dgm:pt>
    <dgm:pt modelId="{F7926E60-8F37-497A-9E51-67A6F93B01B1}" type="pres">
      <dgm:prSet presAssocID="{C20B9333-504D-4430-AA74-F4C2DB54B7E7}" presName="level3hierChild" presStyleCnt="0"/>
      <dgm:spPr/>
    </dgm:pt>
    <dgm:pt modelId="{3CD23141-D031-41ED-B787-93377F34DAA6}" type="pres">
      <dgm:prSet presAssocID="{3E72E4BB-CF7A-401E-944A-E35A4D01C290}" presName="conn2-1" presStyleLbl="parChTrans1D4" presStyleIdx="4" presStyleCnt="5"/>
      <dgm:spPr/>
    </dgm:pt>
    <dgm:pt modelId="{F8F3B27E-1A52-41D4-A1C2-47F181A621E9}" type="pres">
      <dgm:prSet presAssocID="{3E72E4BB-CF7A-401E-944A-E35A4D01C290}" presName="connTx" presStyleLbl="parChTrans1D4" presStyleIdx="4" presStyleCnt="5"/>
      <dgm:spPr/>
    </dgm:pt>
    <dgm:pt modelId="{AA4A2D27-C6C4-4439-9DBF-222A4AEBAE2C}" type="pres">
      <dgm:prSet presAssocID="{8A455293-8C0B-4E62-B505-4CAB497880AE}" presName="root2" presStyleCnt="0"/>
      <dgm:spPr/>
    </dgm:pt>
    <dgm:pt modelId="{0C076FC6-E6E3-41F0-BCF8-F63E6273F4BB}" type="pres">
      <dgm:prSet presAssocID="{8A455293-8C0B-4E62-B505-4CAB497880AE}" presName="LevelTwoTextNode" presStyleLbl="node4" presStyleIdx="4" presStyleCnt="5">
        <dgm:presLayoutVars>
          <dgm:chPref val="3"/>
        </dgm:presLayoutVars>
      </dgm:prSet>
      <dgm:spPr/>
    </dgm:pt>
    <dgm:pt modelId="{CD562059-D2CE-4D70-8ED4-AF1CA2ACDAE7}" type="pres">
      <dgm:prSet presAssocID="{8A455293-8C0B-4E62-B505-4CAB497880AE}" presName="level3hierChild" presStyleCnt="0"/>
      <dgm:spPr/>
    </dgm:pt>
    <dgm:pt modelId="{97DE6806-A0A2-4573-965C-5037A123163A}" type="pres">
      <dgm:prSet presAssocID="{97983A56-81E9-4B33-BFD4-6026DD32B527}" presName="conn2-1" presStyleLbl="parChTrans1D2" presStyleIdx="1" presStyleCnt="5"/>
      <dgm:spPr/>
    </dgm:pt>
    <dgm:pt modelId="{8ECE8458-7AE6-4C21-8A9A-C354FDA19D31}" type="pres">
      <dgm:prSet presAssocID="{97983A56-81E9-4B33-BFD4-6026DD32B527}" presName="connTx" presStyleLbl="parChTrans1D2" presStyleIdx="1" presStyleCnt="5"/>
      <dgm:spPr/>
    </dgm:pt>
    <dgm:pt modelId="{9C11C880-D43D-411E-A552-18237036EB1B}" type="pres">
      <dgm:prSet presAssocID="{1577105A-4F22-40C4-9152-98206D9FB4D5}" presName="root2" presStyleCnt="0"/>
      <dgm:spPr/>
    </dgm:pt>
    <dgm:pt modelId="{E763A5B8-AC87-405F-A21F-969BDFBB8B02}" type="pres">
      <dgm:prSet presAssocID="{1577105A-4F22-40C4-9152-98206D9FB4D5}" presName="LevelTwoTextNode" presStyleLbl="node2" presStyleIdx="1" presStyleCnt="5">
        <dgm:presLayoutVars>
          <dgm:chPref val="3"/>
        </dgm:presLayoutVars>
      </dgm:prSet>
      <dgm:spPr/>
    </dgm:pt>
    <dgm:pt modelId="{285D19BD-4ABB-4E04-A3CF-A84F987A2556}" type="pres">
      <dgm:prSet presAssocID="{1577105A-4F22-40C4-9152-98206D9FB4D5}" presName="level3hierChild" presStyleCnt="0"/>
      <dgm:spPr/>
    </dgm:pt>
    <dgm:pt modelId="{21096709-54BA-4D81-83AC-ABCFAB258044}" type="pres">
      <dgm:prSet presAssocID="{DBB0CE73-298C-4EF2-B6F1-46AB1B643415}" presName="conn2-1" presStyleLbl="parChTrans1D3" presStyleIdx="2" presStyleCnt="3"/>
      <dgm:spPr/>
    </dgm:pt>
    <dgm:pt modelId="{FFF83AD5-7EAE-439B-965E-897E693D9EDD}" type="pres">
      <dgm:prSet presAssocID="{DBB0CE73-298C-4EF2-B6F1-46AB1B643415}" presName="connTx" presStyleLbl="parChTrans1D3" presStyleIdx="2" presStyleCnt="3"/>
      <dgm:spPr/>
    </dgm:pt>
    <dgm:pt modelId="{515BB9E7-677C-47FE-991A-6D4C7E266016}" type="pres">
      <dgm:prSet presAssocID="{4A46DAF1-5A53-4AF0-B066-2E73DB5EFA09}" presName="root2" presStyleCnt="0"/>
      <dgm:spPr/>
    </dgm:pt>
    <dgm:pt modelId="{33013B72-7F28-426B-9B60-178095607BEC}" type="pres">
      <dgm:prSet presAssocID="{4A46DAF1-5A53-4AF0-B066-2E73DB5EFA09}" presName="LevelTwoTextNode" presStyleLbl="node3" presStyleIdx="2" presStyleCnt="3">
        <dgm:presLayoutVars>
          <dgm:chPref val="3"/>
        </dgm:presLayoutVars>
      </dgm:prSet>
      <dgm:spPr/>
    </dgm:pt>
    <dgm:pt modelId="{230C7BD8-BF55-4AC2-ACE2-A9653483A212}" type="pres">
      <dgm:prSet presAssocID="{4A46DAF1-5A53-4AF0-B066-2E73DB5EFA09}" presName="level3hierChild" presStyleCnt="0"/>
      <dgm:spPr/>
    </dgm:pt>
    <dgm:pt modelId="{3C586A4A-D002-4AEC-A938-BD178FA130DA}" type="pres">
      <dgm:prSet presAssocID="{8943F084-04E0-4DDA-814F-C95FBB33E9D7}" presName="conn2-1" presStyleLbl="parChTrans1D2" presStyleIdx="2" presStyleCnt="5"/>
      <dgm:spPr/>
    </dgm:pt>
    <dgm:pt modelId="{7A1D3BE8-DAD8-4933-9043-63450F4ECAE9}" type="pres">
      <dgm:prSet presAssocID="{8943F084-04E0-4DDA-814F-C95FBB33E9D7}" presName="connTx" presStyleLbl="parChTrans1D2" presStyleIdx="2" presStyleCnt="5"/>
      <dgm:spPr/>
    </dgm:pt>
    <dgm:pt modelId="{362D28DB-BA5B-49E8-B368-7E8E17302462}" type="pres">
      <dgm:prSet presAssocID="{F77C2FD4-4C9C-4B9A-8D68-F9BF2A2C5237}" presName="root2" presStyleCnt="0"/>
      <dgm:spPr/>
    </dgm:pt>
    <dgm:pt modelId="{F5BCDB10-9A38-4D44-B393-410ADBF8AB59}" type="pres">
      <dgm:prSet presAssocID="{F77C2FD4-4C9C-4B9A-8D68-F9BF2A2C5237}" presName="LevelTwoTextNode" presStyleLbl="node2" presStyleIdx="2" presStyleCnt="5">
        <dgm:presLayoutVars>
          <dgm:chPref val="3"/>
        </dgm:presLayoutVars>
      </dgm:prSet>
      <dgm:spPr/>
    </dgm:pt>
    <dgm:pt modelId="{BC20B1EE-3139-41B6-9F77-14088961FB57}" type="pres">
      <dgm:prSet presAssocID="{F77C2FD4-4C9C-4B9A-8D68-F9BF2A2C5237}" presName="level3hierChild" presStyleCnt="0"/>
      <dgm:spPr/>
    </dgm:pt>
    <dgm:pt modelId="{BA2F4163-B7C3-4F7F-A4B9-D5787B6CB85C}" type="pres">
      <dgm:prSet presAssocID="{DC6925DB-42CF-42A0-B80D-6EE307022A6A}" presName="conn2-1" presStyleLbl="parChTrans1D2" presStyleIdx="3" presStyleCnt="5"/>
      <dgm:spPr/>
    </dgm:pt>
    <dgm:pt modelId="{1F6EA253-4764-4F4C-B5A2-ACD89FB13A61}" type="pres">
      <dgm:prSet presAssocID="{DC6925DB-42CF-42A0-B80D-6EE307022A6A}" presName="connTx" presStyleLbl="parChTrans1D2" presStyleIdx="3" presStyleCnt="5"/>
      <dgm:spPr/>
    </dgm:pt>
    <dgm:pt modelId="{5B802248-EF2B-4B8A-A036-45E892FB49CD}" type="pres">
      <dgm:prSet presAssocID="{74798059-FDD0-4E66-BB93-D46A7010CEF8}" presName="root2" presStyleCnt="0"/>
      <dgm:spPr/>
    </dgm:pt>
    <dgm:pt modelId="{DE96DD5D-5B17-4A06-85D8-2085FEA68DFF}" type="pres">
      <dgm:prSet presAssocID="{74798059-FDD0-4E66-BB93-D46A7010CEF8}" presName="LevelTwoTextNode" presStyleLbl="node2" presStyleIdx="3" presStyleCnt="5">
        <dgm:presLayoutVars>
          <dgm:chPref val="3"/>
        </dgm:presLayoutVars>
      </dgm:prSet>
      <dgm:spPr/>
    </dgm:pt>
    <dgm:pt modelId="{B70FF6A3-E026-45E2-9267-590A6E63D94F}" type="pres">
      <dgm:prSet presAssocID="{74798059-FDD0-4E66-BB93-D46A7010CEF8}" presName="level3hierChild" presStyleCnt="0"/>
      <dgm:spPr/>
    </dgm:pt>
    <dgm:pt modelId="{8AD2F8E3-48FD-4FA4-AA4B-289E2947F752}" type="pres">
      <dgm:prSet presAssocID="{77BB5B53-B8C0-4677-8EDB-51A10ECDA561}" presName="conn2-1" presStyleLbl="parChTrans1D2" presStyleIdx="4" presStyleCnt="5"/>
      <dgm:spPr/>
    </dgm:pt>
    <dgm:pt modelId="{95E203F8-02AB-42E1-9F3E-55DAEFE58049}" type="pres">
      <dgm:prSet presAssocID="{77BB5B53-B8C0-4677-8EDB-51A10ECDA561}" presName="connTx" presStyleLbl="parChTrans1D2" presStyleIdx="4" presStyleCnt="5"/>
      <dgm:spPr/>
    </dgm:pt>
    <dgm:pt modelId="{5AE7541A-2032-4A99-A24C-0B35E15573AE}" type="pres">
      <dgm:prSet presAssocID="{BED0E866-79FD-4A8B-A395-F29577C065B3}" presName="root2" presStyleCnt="0"/>
      <dgm:spPr/>
    </dgm:pt>
    <dgm:pt modelId="{99A9C942-F6C2-4887-AA0B-DE71E33D70BF}" type="pres">
      <dgm:prSet presAssocID="{BED0E866-79FD-4A8B-A395-F29577C065B3}" presName="LevelTwoTextNode" presStyleLbl="node2" presStyleIdx="4" presStyleCnt="5">
        <dgm:presLayoutVars>
          <dgm:chPref val="3"/>
        </dgm:presLayoutVars>
      </dgm:prSet>
      <dgm:spPr/>
    </dgm:pt>
    <dgm:pt modelId="{783C5AE9-691E-445B-ACE1-EE5232293FFB}" type="pres">
      <dgm:prSet presAssocID="{BED0E866-79FD-4A8B-A395-F29577C065B3}" presName="level3hierChild" presStyleCnt="0"/>
      <dgm:spPr/>
    </dgm:pt>
  </dgm:ptLst>
  <dgm:cxnLst>
    <dgm:cxn modelId="{A77EEC00-99F2-7548-83AD-05A4346F4341}" type="presOf" srcId="{4A46DAF1-5A53-4AF0-B066-2E73DB5EFA09}" destId="{33013B72-7F28-426B-9B60-178095607BEC}" srcOrd="0" destOrd="0" presId="urn:microsoft.com/office/officeart/2008/layout/HorizontalMultiLevelHierarchy"/>
    <dgm:cxn modelId="{E104010D-A11D-4895-8EB1-6510F7D1A251}" srcId="{61D3F498-D12B-48C5-99D7-E7F89D9D0CB5}" destId="{BED0E866-79FD-4A8B-A395-F29577C065B3}" srcOrd="4" destOrd="0" parTransId="{77BB5B53-B8C0-4677-8EDB-51A10ECDA561}" sibTransId="{373F8262-D655-483C-9239-587123969B74}"/>
    <dgm:cxn modelId="{76B89414-663A-A345-B705-286440CAF865}" type="presOf" srcId="{8943F084-04E0-4DDA-814F-C95FBB33E9D7}" destId="{3C586A4A-D002-4AEC-A938-BD178FA130DA}" srcOrd="0" destOrd="0" presId="urn:microsoft.com/office/officeart/2008/layout/HorizontalMultiLevelHierarchy"/>
    <dgm:cxn modelId="{CC6D9616-5211-6A41-9E5A-A46A1A7DC65D}" type="presOf" srcId="{74798059-FDD0-4E66-BB93-D46A7010CEF8}" destId="{DE96DD5D-5B17-4A06-85D8-2085FEA68DFF}" srcOrd="0" destOrd="0" presId="urn:microsoft.com/office/officeart/2008/layout/HorizontalMultiLevelHierarchy"/>
    <dgm:cxn modelId="{C9EB581A-D962-4253-BC2C-79F4F081D187}" type="presOf" srcId="{77BB5B53-B8C0-4677-8EDB-51A10ECDA561}" destId="{95E203F8-02AB-42E1-9F3E-55DAEFE58049}" srcOrd="1" destOrd="0" presId="urn:microsoft.com/office/officeart/2008/layout/HorizontalMultiLevelHierarchy"/>
    <dgm:cxn modelId="{15FA6E1B-6854-3F4A-AF79-D6AF2ABEDD4D}" type="presOf" srcId="{05AD75AF-88EA-4035-8073-173F7D34118B}" destId="{AE225884-E2F8-420F-98A2-F557A4D401CE}" srcOrd="0" destOrd="0" presId="urn:microsoft.com/office/officeart/2008/layout/HorizontalMultiLevelHierarchy"/>
    <dgm:cxn modelId="{D3289C1F-1F8A-9A46-9E8F-D8505AC72792}" type="presOf" srcId="{E859850C-9AB6-4235-A0E4-C70D85F4F378}" destId="{4298B2D1-E908-4CAF-9173-EDB82E803B06}" srcOrd="1" destOrd="0" presId="urn:microsoft.com/office/officeart/2008/layout/HorizontalMultiLevelHierarchy"/>
    <dgm:cxn modelId="{AC44E825-B38B-DF43-AA39-89CB8104C79D}" type="presOf" srcId="{535BB0A4-B659-40D5-BAF9-1B2C5BBFCB8B}" destId="{B6DA1D5F-5A0C-4736-804A-9D9E877F5458}" srcOrd="0" destOrd="0" presId="urn:microsoft.com/office/officeart/2008/layout/HorizontalMultiLevelHierarchy"/>
    <dgm:cxn modelId="{56724E2E-F920-6E4F-B60E-D7E019119A6B}" type="presOf" srcId="{E37136F0-FF67-420B-B86B-2946498E310A}" destId="{FFDEB54E-CD86-4A34-8A0A-54EC60680AC6}" srcOrd="0" destOrd="0" presId="urn:microsoft.com/office/officeart/2008/layout/HorizontalMultiLevelHierarchy"/>
    <dgm:cxn modelId="{EDA70633-2FE0-4C43-B4E6-E5D3361AB9DE}" srcId="{BB7D0524-FC0B-4127-91E7-DF1BF6145015}" destId="{776EAA52-AF2E-41AF-ACB6-04192763707D}" srcOrd="2" destOrd="0" parTransId="{C66D7BAB-FC9B-427B-919C-2CC080E5C565}" sibTransId="{1860090D-854F-45FA-9620-8DCC7344064F}"/>
    <dgm:cxn modelId="{B7DD8133-8AC2-492A-BA28-8D4ADAE05B0D}" type="presOf" srcId="{77BB5B53-B8C0-4677-8EDB-51A10ECDA561}" destId="{8AD2F8E3-48FD-4FA4-AA4B-289E2947F752}" srcOrd="0" destOrd="0" presId="urn:microsoft.com/office/officeart/2008/layout/HorizontalMultiLevelHierarchy"/>
    <dgm:cxn modelId="{54F3F037-6ADD-4FCA-905C-A4FDBFAFE702}" srcId="{61D3F498-D12B-48C5-99D7-E7F89D9D0CB5}" destId="{74798059-FDD0-4E66-BB93-D46A7010CEF8}" srcOrd="3" destOrd="0" parTransId="{DC6925DB-42CF-42A0-B80D-6EE307022A6A}" sibTransId="{B177E603-85B9-4951-B7FE-6B9084F0FEEA}"/>
    <dgm:cxn modelId="{203BFF37-D5F9-5147-9476-9C050CC81112}" type="presOf" srcId="{ABB560D9-2FDE-42D6-A8A4-FC47646B2996}" destId="{AC876DB3-BAB5-4480-8C98-2E0194CEE545}" srcOrd="0" destOrd="0" presId="urn:microsoft.com/office/officeart/2008/layout/HorizontalMultiLevelHierarchy"/>
    <dgm:cxn modelId="{C443453A-106E-DB47-B87F-FA39ECEF6D57}" type="presOf" srcId="{81928668-30CF-40A0-8FBA-6D0F5D077A37}" destId="{7FB10854-D9EE-4D7F-AAAE-C448A5EC44AF}" srcOrd="0" destOrd="0" presId="urn:microsoft.com/office/officeart/2008/layout/HorizontalMultiLevelHierarchy"/>
    <dgm:cxn modelId="{3C3A5B3C-1369-4AA7-8662-17A671BB0454}" srcId="{BB7D0524-FC0B-4127-91E7-DF1BF6145015}" destId="{81928668-30CF-40A0-8FBA-6D0F5D077A37}" srcOrd="1" destOrd="0" parTransId="{E37136F0-FF67-420B-B86B-2946498E310A}" sibTransId="{08A7BD5A-F3A6-4672-B76D-33D343ABAAF5}"/>
    <dgm:cxn modelId="{0EC03E40-C1A7-A743-8C57-268A02B38D3B}" type="presOf" srcId="{F77C2FD4-4C9C-4B9A-8D68-F9BF2A2C5237}" destId="{F5BCDB10-9A38-4D44-B393-410ADBF8AB59}" srcOrd="0" destOrd="0" presId="urn:microsoft.com/office/officeart/2008/layout/HorizontalMultiLevelHierarchy"/>
    <dgm:cxn modelId="{A5C8AD5D-D4FD-5E48-98CB-485551863F66}" type="presOf" srcId="{3E72E4BB-CF7A-401E-944A-E35A4D01C290}" destId="{F8F3B27E-1A52-41D4-A1C2-47F181A621E9}" srcOrd="1" destOrd="0" presId="urn:microsoft.com/office/officeart/2008/layout/HorizontalMultiLevelHierarchy"/>
    <dgm:cxn modelId="{0B00D55F-17C1-4F47-8977-CC297BF3FFB7}" srcId="{72EF35F0-E15B-43CF-8A95-E1B864B66D10}" destId="{61D3F498-D12B-48C5-99D7-E7F89D9D0CB5}" srcOrd="0" destOrd="0" parTransId="{A5AE99F2-3C1C-4553-AB07-CBDFB8A3EDD4}" sibTransId="{F8D6C375-5B8F-44D6-B9A7-A499A458E202}"/>
    <dgm:cxn modelId="{D6803C42-B343-3F43-AE13-2F1B36C6FF8F}" type="presOf" srcId="{C66D7BAB-FC9B-427B-919C-2CC080E5C565}" destId="{E43AF941-4C27-47D9-8F74-3AF33249FC87}" srcOrd="0" destOrd="0" presId="urn:microsoft.com/office/officeart/2008/layout/HorizontalMultiLevelHierarchy"/>
    <dgm:cxn modelId="{99536844-368C-4613-B3C0-FAB324DE695E}" srcId="{C20B9333-504D-4430-AA74-F4C2DB54B7E7}" destId="{8A455293-8C0B-4E62-B505-4CAB497880AE}" srcOrd="0" destOrd="0" parTransId="{3E72E4BB-CF7A-401E-944A-E35A4D01C290}" sibTransId="{54514AFB-F39F-4D8C-9DAD-EA3EAFB345BA}"/>
    <dgm:cxn modelId="{DC03B66A-5965-E04A-AEA8-D8AD903075EE}" type="presOf" srcId="{DC6925DB-42CF-42A0-B80D-6EE307022A6A}" destId="{1F6EA253-4764-4F4C-B5A2-ACD89FB13A61}" srcOrd="1" destOrd="0" presId="urn:microsoft.com/office/officeart/2008/layout/HorizontalMultiLevelHierarchy"/>
    <dgm:cxn modelId="{E49CBA53-10F7-4946-936D-B0ECBCBF6C6C}" type="presOf" srcId="{DC6925DB-42CF-42A0-B80D-6EE307022A6A}" destId="{BA2F4163-B7C3-4F7F-A4B9-D5787B6CB85C}" srcOrd="0" destOrd="0" presId="urn:microsoft.com/office/officeart/2008/layout/HorizontalMultiLevelHierarchy"/>
    <dgm:cxn modelId="{309E8258-ECB0-9E45-A67F-C8DE6AEB54A7}" type="presOf" srcId="{E859850C-9AB6-4235-A0E4-C70D85F4F378}" destId="{BF6F63CA-98A2-4ACE-B1F6-030A761DDDF6}" srcOrd="0" destOrd="0" presId="urn:microsoft.com/office/officeart/2008/layout/HorizontalMultiLevelHierarchy"/>
    <dgm:cxn modelId="{0B1D2C59-52D4-4848-89A7-2796C69438A0}" type="presOf" srcId="{DBB0CE73-298C-4EF2-B6F1-46AB1B643415}" destId="{21096709-54BA-4D81-83AC-ABCFAB258044}" srcOrd="0" destOrd="0" presId="urn:microsoft.com/office/officeart/2008/layout/HorizontalMultiLevelHierarchy"/>
    <dgm:cxn modelId="{B73C9C59-E88C-F248-9008-8397E7D191FC}" type="presOf" srcId="{3E72E4BB-CF7A-401E-944A-E35A4D01C290}" destId="{3CD23141-D031-41ED-B787-93377F34DAA6}" srcOrd="0" destOrd="0" presId="urn:microsoft.com/office/officeart/2008/layout/HorizontalMultiLevelHierarchy"/>
    <dgm:cxn modelId="{41EB595A-16C7-4C36-BA26-A54116B558F9}" srcId="{61D3F498-D12B-48C5-99D7-E7F89D9D0CB5}" destId="{1577105A-4F22-40C4-9152-98206D9FB4D5}" srcOrd="1" destOrd="0" parTransId="{97983A56-81E9-4B33-BFD4-6026DD32B527}" sibTransId="{5338D63F-E74D-409F-9C40-0164913D1241}"/>
    <dgm:cxn modelId="{F46BDF7C-9F43-4917-A553-47A19E5CDE8A}" srcId="{61D3F498-D12B-48C5-99D7-E7F89D9D0CB5}" destId="{276E0EAE-EF0B-49A3-BB14-21F795BCDD23}" srcOrd="0" destOrd="0" parTransId="{2D16D9A6-EBC8-4779-A12D-C10542800B28}" sibTransId="{345567F7-BE42-4BFD-9B59-434DCF4D1275}"/>
    <dgm:cxn modelId="{2F154E83-C0A6-4B49-882D-2156BC43C181}" srcId="{276E0EAE-EF0B-49A3-BB14-21F795BCDD23}" destId="{ABB560D9-2FDE-42D6-A8A4-FC47646B2996}" srcOrd="0" destOrd="0" parTransId="{E859850C-9AB6-4235-A0E4-C70D85F4F378}" sibTransId="{82A92ECE-77B9-4F6D-8176-1D5D62B2B585}"/>
    <dgm:cxn modelId="{43E37B89-F0E9-4230-980E-6807E8A2D3FE}" srcId="{276E0EAE-EF0B-49A3-BB14-21F795BCDD23}" destId="{BB7D0524-FC0B-4127-91E7-DF1BF6145015}" srcOrd="1" destOrd="0" parTransId="{6AD77E3E-B84F-47C7-B723-89ACA35465BC}" sibTransId="{0462BAE9-5DEF-42B9-8231-090474D986E2}"/>
    <dgm:cxn modelId="{8296CB8D-AA3D-490E-9C43-C6F8BE611A41}" srcId="{BB7D0524-FC0B-4127-91E7-DF1BF6145015}" destId="{C20B9333-504D-4430-AA74-F4C2DB54B7E7}" srcOrd="3" destOrd="0" parTransId="{B65C314A-AAAC-4A25-A963-CEEA2DA8CD05}" sibTransId="{40E40C37-FB1F-48F2-A5AB-AB69F5FEDECC}"/>
    <dgm:cxn modelId="{F052409F-1B7E-2D4C-8662-82BE67F7F912}" type="presOf" srcId="{72EF35F0-E15B-43CF-8A95-E1B864B66D10}" destId="{9E300FAE-FD50-47D5-8A03-75FB8394BA05}" srcOrd="0" destOrd="0" presId="urn:microsoft.com/office/officeart/2008/layout/HorizontalMultiLevelHierarchy"/>
    <dgm:cxn modelId="{1EA7D8A1-BAE8-B54B-A80D-49CF2F56F89B}" type="presOf" srcId="{1577105A-4F22-40C4-9152-98206D9FB4D5}" destId="{E763A5B8-AC87-405F-A21F-969BDFBB8B02}" srcOrd="0" destOrd="0" presId="urn:microsoft.com/office/officeart/2008/layout/HorizontalMultiLevelHierarchy"/>
    <dgm:cxn modelId="{E611AAA2-A6BA-C044-BBD1-F181618523A4}" type="presOf" srcId="{97983A56-81E9-4B33-BFD4-6026DD32B527}" destId="{8ECE8458-7AE6-4C21-8A9A-C354FDA19D31}" srcOrd="1" destOrd="0" presId="urn:microsoft.com/office/officeart/2008/layout/HorizontalMultiLevelHierarchy"/>
    <dgm:cxn modelId="{C41CF9A2-5051-D340-80DB-A89738C83418}" type="presOf" srcId="{C66D7BAB-FC9B-427B-919C-2CC080E5C565}" destId="{263B9D73-1453-4D60-82C9-44924CA4E39F}" srcOrd="1" destOrd="0" presId="urn:microsoft.com/office/officeart/2008/layout/HorizontalMultiLevelHierarchy"/>
    <dgm:cxn modelId="{B1E62CA4-88EF-4999-AC1F-BEE85051064B}" srcId="{BB7D0524-FC0B-4127-91E7-DF1BF6145015}" destId="{535BB0A4-B659-40D5-BAF9-1B2C5BBFCB8B}" srcOrd="0" destOrd="0" parTransId="{05AD75AF-88EA-4035-8073-173F7D34118B}" sibTransId="{F9D1CF92-FA0B-4282-AFD5-6DA587D0294F}"/>
    <dgm:cxn modelId="{27F4C1A4-5CB8-4BCC-BEEE-DF032AB4B5CC}" srcId="{1577105A-4F22-40C4-9152-98206D9FB4D5}" destId="{4A46DAF1-5A53-4AF0-B066-2E73DB5EFA09}" srcOrd="0" destOrd="0" parTransId="{DBB0CE73-298C-4EF2-B6F1-46AB1B643415}" sibTransId="{38336648-FA02-46C8-A73F-DEB71283B553}"/>
    <dgm:cxn modelId="{234528A6-3ADC-4E6F-852B-1B2587D7358A}" type="presOf" srcId="{BED0E866-79FD-4A8B-A395-F29577C065B3}" destId="{99A9C942-F6C2-4887-AA0B-DE71E33D70BF}" srcOrd="0" destOrd="0" presId="urn:microsoft.com/office/officeart/2008/layout/HorizontalMultiLevelHierarchy"/>
    <dgm:cxn modelId="{A1BFE5A8-6472-F440-91AF-0C01C87747C6}" type="presOf" srcId="{776EAA52-AF2E-41AF-ACB6-04192763707D}" destId="{B89417AC-1D85-4665-891C-E881887F4C66}" srcOrd="0" destOrd="0" presId="urn:microsoft.com/office/officeart/2008/layout/HorizontalMultiLevelHierarchy"/>
    <dgm:cxn modelId="{C346DAB3-0A54-DE4F-9A44-51102FB5E683}" type="presOf" srcId="{2D16D9A6-EBC8-4779-A12D-C10542800B28}" destId="{3BF3A337-ED7A-4571-803D-6BB78E56721F}" srcOrd="0" destOrd="0" presId="urn:microsoft.com/office/officeart/2008/layout/HorizontalMultiLevelHierarchy"/>
    <dgm:cxn modelId="{011C1DBB-8A88-4080-8F16-0B5BD963FA4E}" srcId="{61D3F498-D12B-48C5-99D7-E7F89D9D0CB5}" destId="{F77C2FD4-4C9C-4B9A-8D68-F9BF2A2C5237}" srcOrd="2" destOrd="0" parTransId="{8943F084-04E0-4DDA-814F-C95FBB33E9D7}" sibTransId="{F41DD206-B749-49F6-991A-FB9C6E496633}"/>
    <dgm:cxn modelId="{56CD57BE-C0CC-2D4C-80C1-16E44950EEFC}" type="presOf" srcId="{DBB0CE73-298C-4EF2-B6F1-46AB1B643415}" destId="{FFF83AD5-7EAE-439B-965E-897E693D9EDD}" srcOrd="1" destOrd="0" presId="urn:microsoft.com/office/officeart/2008/layout/HorizontalMultiLevelHierarchy"/>
    <dgm:cxn modelId="{01B90BC7-A21E-6A4D-AF97-7A94D17B7D19}" type="presOf" srcId="{2D16D9A6-EBC8-4779-A12D-C10542800B28}" destId="{422399BD-680C-4DF9-8D77-9741962C7AD2}" srcOrd="1" destOrd="0" presId="urn:microsoft.com/office/officeart/2008/layout/HorizontalMultiLevelHierarchy"/>
    <dgm:cxn modelId="{5B68C3C7-DD53-C043-9676-DEC7F9B63071}" type="presOf" srcId="{97983A56-81E9-4B33-BFD4-6026DD32B527}" destId="{97DE6806-A0A2-4573-965C-5037A123163A}" srcOrd="0" destOrd="0" presId="urn:microsoft.com/office/officeart/2008/layout/HorizontalMultiLevelHierarchy"/>
    <dgm:cxn modelId="{6D83A0CE-10B3-3742-B278-0EC3FA98FB9B}" type="presOf" srcId="{61D3F498-D12B-48C5-99D7-E7F89D9D0CB5}" destId="{DB478AB2-ACFA-4614-96C4-63F7933B2A64}" srcOrd="0" destOrd="0" presId="urn:microsoft.com/office/officeart/2008/layout/HorizontalMultiLevelHierarchy"/>
    <dgm:cxn modelId="{2B42D6CF-698D-F445-93FF-213991514798}" type="presOf" srcId="{C20B9333-504D-4430-AA74-F4C2DB54B7E7}" destId="{F18FA624-7148-4473-B2A2-494B7F40005C}" srcOrd="0" destOrd="0" presId="urn:microsoft.com/office/officeart/2008/layout/HorizontalMultiLevelHierarchy"/>
    <dgm:cxn modelId="{85DF56D4-3927-FA4E-9364-53BEBBA21E17}" type="presOf" srcId="{8943F084-04E0-4DDA-814F-C95FBB33E9D7}" destId="{7A1D3BE8-DAD8-4933-9043-63450F4ECAE9}" srcOrd="1" destOrd="0" presId="urn:microsoft.com/office/officeart/2008/layout/HorizontalMultiLevelHierarchy"/>
    <dgm:cxn modelId="{CE966AD5-785E-394A-B24F-E5B6328C5039}" type="presOf" srcId="{B65C314A-AAAC-4A25-A963-CEEA2DA8CD05}" destId="{AD37519D-22BC-49DF-9561-D056A80FC671}" srcOrd="1" destOrd="0" presId="urn:microsoft.com/office/officeart/2008/layout/HorizontalMultiLevelHierarchy"/>
    <dgm:cxn modelId="{24EF13D7-7081-9D49-B715-F88F3454EB08}" type="presOf" srcId="{8A455293-8C0B-4E62-B505-4CAB497880AE}" destId="{0C076FC6-E6E3-41F0-BCF8-F63E6273F4BB}" srcOrd="0" destOrd="0" presId="urn:microsoft.com/office/officeart/2008/layout/HorizontalMultiLevelHierarchy"/>
    <dgm:cxn modelId="{F73A52DA-AE62-D349-89E4-E3BE1A10FD08}" type="presOf" srcId="{6AD77E3E-B84F-47C7-B723-89ACA35465BC}" destId="{B08603B0-D6C9-45B6-9BC3-7C530E7C5F90}" srcOrd="1" destOrd="0" presId="urn:microsoft.com/office/officeart/2008/layout/HorizontalMultiLevelHierarchy"/>
    <dgm:cxn modelId="{50EC7DE8-4F7B-4743-A2CA-40EDF61C5085}" type="presOf" srcId="{B65C314A-AAAC-4A25-A963-CEEA2DA8CD05}" destId="{CF2B7A72-DB06-47F1-A17A-C884464E349A}" srcOrd="0" destOrd="0" presId="urn:microsoft.com/office/officeart/2008/layout/HorizontalMultiLevelHierarchy"/>
    <dgm:cxn modelId="{856033EB-A9F4-AF41-B65D-546569421880}" type="presOf" srcId="{E37136F0-FF67-420B-B86B-2946498E310A}" destId="{699A8375-FFA8-40F4-A995-64B3C2FE5812}" srcOrd="1" destOrd="0" presId="urn:microsoft.com/office/officeart/2008/layout/HorizontalMultiLevelHierarchy"/>
    <dgm:cxn modelId="{058236EB-FA1A-C44B-98D1-F4C10611FA57}" type="presOf" srcId="{BB7D0524-FC0B-4127-91E7-DF1BF6145015}" destId="{5D360116-4207-4680-BFC6-5A45EB2F7C08}" srcOrd="0" destOrd="0" presId="urn:microsoft.com/office/officeart/2008/layout/HorizontalMultiLevelHierarchy"/>
    <dgm:cxn modelId="{B3B687EE-8661-9647-B187-2D975240CF90}" type="presOf" srcId="{6AD77E3E-B84F-47C7-B723-89ACA35465BC}" destId="{72C6BCD5-198D-490F-96A9-17C809147F22}" srcOrd="0" destOrd="0" presId="urn:microsoft.com/office/officeart/2008/layout/HorizontalMultiLevelHierarchy"/>
    <dgm:cxn modelId="{EAEE2CF2-34AB-DC4C-A89A-A61834419FDB}" type="presOf" srcId="{05AD75AF-88EA-4035-8073-173F7D34118B}" destId="{A72D5FBF-94E6-4B7F-98E0-F6C672FB4C75}" srcOrd="1" destOrd="0" presId="urn:microsoft.com/office/officeart/2008/layout/HorizontalMultiLevelHierarchy"/>
    <dgm:cxn modelId="{D933E2FD-0C47-9549-A28A-E032ADAA48D6}" type="presOf" srcId="{276E0EAE-EF0B-49A3-BB14-21F795BCDD23}" destId="{8E83F4D3-583D-428B-A5FC-5A5175CBD5B3}" srcOrd="0" destOrd="0" presId="urn:microsoft.com/office/officeart/2008/layout/HorizontalMultiLevelHierarchy"/>
    <dgm:cxn modelId="{EEE631D7-DDD5-FF48-84D7-90F7F662AD5C}" type="presParOf" srcId="{9E300FAE-FD50-47D5-8A03-75FB8394BA05}" destId="{718E4E02-668E-4200-A483-EF678899831B}" srcOrd="0" destOrd="0" presId="urn:microsoft.com/office/officeart/2008/layout/HorizontalMultiLevelHierarchy"/>
    <dgm:cxn modelId="{BEBFA093-3424-D943-851B-686E7DE48C8D}" type="presParOf" srcId="{718E4E02-668E-4200-A483-EF678899831B}" destId="{DB478AB2-ACFA-4614-96C4-63F7933B2A64}" srcOrd="0" destOrd="0" presId="urn:microsoft.com/office/officeart/2008/layout/HorizontalMultiLevelHierarchy"/>
    <dgm:cxn modelId="{B831583D-E2C9-BA4C-BDE4-F0B24EA8F830}" type="presParOf" srcId="{718E4E02-668E-4200-A483-EF678899831B}" destId="{D3B4DD3B-1A7B-4E94-9294-F72EEBD068BE}" srcOrd="1" destOrd="0" presId="urn:microsoft.com/office/officeart/2008/layout/HorizontalMultiLevelHierarchy"/>
    <dgm:cxn modelId="{41B48FB1-BD02-E642-B05C-B129EB6A81A2}" type="presParOf" srcId="{D3B4DD3B-1A7B-4E94-9294-F72EEBD068BE}" destId="{3BF3A337-ED7A-4571-803D-6BB78E56721F}" srcOrd="0" destOrd="0" presId="urn:microsoft.com/office/officeart/2008/layout/HorizontalMultiLevelHierarchy"/>
    <dgm:cxn modelId="{B9379C8C-B73D-AD4F-BEBF-A3BC74382460}" type="presParOf" srcId="{3BF3A337-ED7A-4571-803D-6BB78E56721F}" destId="{422399BD-680C-4DF9-8D77-9741962C7AD2}" srcOrd="0" destOrd="0" presId="urn:microsoft.com/office/officeart/2008/layout/HorizontalMultiLevelHierarchy"/>
    <dgm:cxn modelId="{B739FEE4-1C3D-3044-AA45-8B91ED2748EA}" type="presParOf" srcId="{D3B4DD3B-1A7B-4E94-9294-F72EEBD068BE}" destId="{3440132A-CA02-4C3B-8ED5-CC87F3FE73BA}" srcOrd="1" destOrd="0" presId="urn:microsoft.com/office/officeart/2008/layout/HorizontalMultiLevelHierarchy"/>
    <dgm:cxn modelId="{954DFA6C-782A-6F46-84FE-F281BA17413F}" type="presParOf" srcId="{3440132A-CA02-4C3B-8ED5-CC87F3FE73BA}" destId="{8E83F4D3-583D-428B-A5FC-5A5175CBD5B3}" srcOrd="0" destOrd="0" presId="urn:microsoft.com/office/officeart/2008/layout/HorizontalMultiLevelHierarchy"/>
    <dgm:cxn modelId="{85B28E9D-4B5A-BE4B-893A-34C002448BEE}" type="presParOf" srcId="{3440132A-CA02-4C3B-8ED5-CC87F3FE73BA}" destId="{6F884123-1122-4082-9565-7EF1B306DA15}" srcOrd="1" destOrd="0" presId="urn:microsoft.com/office/officeart/2008/layout/HorizontalMultiLevelHierarchy"/>
    <dgm:cxn modelId="{A53C02D1-C76F-F340-B379-948265F61317}" type="presParOf" srcId="{6F884123-1122-4082-9565-7EF1B306DA15}" destId="{BF6F63CA-98A2-4ACE-B1F6-030A761DDDF6}" srcOrd="0" destOrd="0" presId="urn:microsoft.com/office/officeart/2008/layout/HorizontalMultiLevelHierarchy"/>
    <dgm:cxn modelId="{8BEC2071-B646-6A40-850C-3732F4543648}" type="presParOf" srcId="{BF6F63CA-98A2-4ACE-B1F6-030A761DDDF6}" destId="{4298B2D1-E908-4CAF-9173-EDB82E803B06}" srcOrd="0" destOrd="0" presId="urn:microsoft.com/office/officeart/2008/layout/HorizontalMultiLevelHierarchy"/>
    <dgm:cxn modelId="{C7D89A40-9D15-FB4E-9055-2B06099EFDEE}" type="presParOf" srcId="{6F884123-1122-4082-9565-7EF1B306DA15}" destId="{2E8D9AB1-44F7-431F-97DA-7D05B5601D82}" srcOrd="1" destOrd="0" presId="urn:microsoft.com/office/officeart/2008/layout/HorizontalMultiLevelHierarchy"/>
    <dgm:cxn modelId="{949F9002-8429-2A40-BC1A-0C89AA1397B0}" type="presParOf" srcId="{2E8D9AB1-44F7-431F-97DA-7D05B5601D82}" destId="{AC876DB3-BAB5-4480-8C98-2E0194CEE545}" srcOrd="0" destOrd="0" presId="urn:microsoft.com/office/officeart/2008/layout/HorizontalMultiLevelHierarchy"/>
    <dgm:cxn modelId="{C93B7461-547A-684E-A077-0ABBF9DA1C58}" type="presParOf" srcId="{2E8D9AB1-44F7-431F-97DA-7D05B5601D82}" destId="{D45E70E2-ECCD-4514-92B6-299F14CEAD38}" srcOrd="1" destOrd="0" presId="urn:microsoft.com/office/officeart/2008/layout/HorizontalMultiLevelHierarchy"/>
    <dgm:cxn modelId="{0EE1D31D-4B65-164E-8D61-A9EDB2B0D6DE}" type="presParOf" srcId="{6F884123-1122-4082-9565-7EF1B306DA15}" destId="{72C6BCD5-198D-490F-96A9-17C809147F22}" srcOrd="2" destOrd="0" presId="urn:microsoft.com/office/officeart/2008/layout/HorizontalMultiLevelHierarchy"/>
    <dgm:cxn modelId="{EF0C75EC-F1C7-7D4D-8FB3-2747E6374DAE}" type="presParOf" srcId="{72C6BCD5-198D-490F-96A9-17C809147F22}" destId="{B08603B0-D6C9-45B6-9BC3-7C530E7C5F90}" srcOrd="0" destOrd="0" presId="urn:microsoft.com/office/officeart/2008/layout/HorizontalMultiLevelHierarchy"/>
    <dgm:cxn modelId="{9060D168-6DB5-464B-93E7-CF77D24AD49C}" type="presParOf" srcId="{6F884123-1122-4082-9565-7EF1B306DA15}" destId="{D748F9F4-4FD0-4613-A2D2-A07144FC0524}" srcOrd="3" destOrd="0" presId="urn:microsoft.com/office/officeart/2008/layout/HorizontalMultiLevelHierarchy"/>
    <dgm:cxn modelId="{41508806-2855-2F45-A198-CA8861E8C8A8}" type="presParOf" srcId="{D748F9F4-4FD0-4613-A2D2-A07144FC0524}" destId="{5D360116-4207-4680-BFC6-5A45EB2F7C08}" srcOrd="0" destOrd="0" presId="urn:microsoft.com/office/officeart/2008/layout/HorizontalMultiLevelHierarchy"/>
    <dgm:cxn modelId="{3B637494-E5B4-FD40-ABC6-6672886A727D}" type="presParOf" srcId="{D748F9F4-4FD0-4613-A2D2-A07144FC0524}" destId="{FF15D881-5544-40FB-B8B5-AB442808A334}" srcOrd="1" destOrd="0" presId="urn:microsoft.com/office/officeart/2008/layout/HorizontalMultiLevelHierarchy"/>
    <dgm:cxn modelId="{2C708999-4F09-594A-9434-714C5FD22079}" type="presParOf" srcId="{FF15D881-5544-40FB-B8B5-AB442808A334}" destId="{AE225884-E2F8-420F-98A2-F557A4D401CE}" srcOrd="0" destOrd="0" presId="urn:microsoft.com/office/officeart/2008/layout/HorizontalMultiLevelHierarchy"/>
    <dgm:cxn modelId="{A0B4CBC8-C4ED-004C-B921-C3230686819D}" type="presParOf" srcId="{AE225884-E2F8-420F-98A2-F557A4D401CE}" destId="{A72D5FBF-94E6-4B7F-98E0-F6C672FB4C75}" srcOrd="0" destOrd="0" presId="urn:microsoft.com/office/officeart/2008/layout/HorizontalMultiLevelHierarchy"/>
    <dgm:cxn modelId="{18D3BDE4-9926-2041-9C92-7E9F75C0D925}" type="presParOf" srcId="{FF15D881-5544-40FB-B8B5-AB442808A334}" destId="{8A976890-4F58-4714-BDCE-7D3C6073DD0A}" srcOrd="1" destOrd="0" presId="urn:microsoft.com/office/officeart/2008/layout/HorizontalMultiLevelHierarchy"/>
    <dgm:cxn modelId="{9DAD2E72-628C-AC42-897E-E1D5AE0BE247}" type="presParOf" srcId="{8A976890-4F58-4714-BDCE-7D3C6073DD0A}" destId="{B6DA1D5F-5A0C-4736-804A-9D9E877F5458}" srcOrd="0" destOrd="0" presId="urn:microsoft.com/office/officeart/2008/layout/HorizontalMultiLevelHierarchy"/>
    <dgm:cxn modelId="{3A857F70-4B2C-5644-B2A5-E69CBF3F1607}" type="presParOf" srcId="{8A976890-4F58-4714-BDCE-7D3C6073DD0A}" destId="{ACB50C1B-0C3C-4E09-95C7-588C7010B53C}" srcOrd="1" destOrd="0" presId="urn:microsoft.com/office/officeart/2008/layout/HorizontalMultiLevelHierarchy"/>
    <dgm:cxn modelId="{BA536E67-012A-FC4C-8770-6662121A6102}" type="presParOf" srcId="{FF15D881-5544-40FB-B8B5-AB442808A334}" destId="{FFDEB54E-CD86-4A34-8A0A-54EC60680AC6}" srcOrd="2" destOrd="0" presId="urn:microsoft.com/office/officeart/2008/layout/HorizontalMultiLevelHierarchy"/>
    <dgm:cxn modelId="{A4320FD7-0EB1-C14B-B858-8025AF311B7A}" type="presParOf" srcId="{FFDEB54E-CD86-4A34-8A0A-54EC60680AC6}" destId="{699A8375-FFA8-40F4-A995-64B3C2FE5812}" srcOrd="0" destOrd="0" presId="urn:microsoft.com/office/officeart/2008/layout/HorizontalMultiLevelHierarchy"/>
    <dgm:cxn modelId="{E514064B-A21D-2848-8A27-98AE09321647}" type="presParOf" srcId="{FF15D881-5544-40FB-B8B5-AB442808A334}" destId="{B5E7E788-3311-4C92-B195-038FA63B68E3}" srcOrd="3" destOrd="0" presId="urn:microsoft.com/office/officeart/2008/layout/HorizontalMultiLevelHierarchy"/>
    <dgm:cxn modelId="{2CF35FD2-F690-7049-90CD-95EE1DA4BA54}" type="presParOf" srcId="{B5E7E788-3311-4C92-B195-038FA63B68E3}" destId="{7FB10854-D9EE-4D7F-AAAE-C448A5EC44AF}" srcOrd="0" destOrd="0" presId="urn:microsoft.com/office/officeart/2008/layout/HorizontalMultiLevelHierarchy"/>
    <dgm:cxn modelId="{317176B6-52DB-3143-8774-BB3444596D41}" type="presParOf" srcId="{B5E7E788-3311-4C92-B195-038FA63B68E3}" destId="{50D5F173-3C24-4230-9296-E661F04947C3}" srcOrd="1" destOrd="0" presId="urn:microsoft.com/office/officeart/2008/layout/HorizontalMultiLevelHierarchy"/>
    <dgm:cxn modelId="{9F1111DE-8D23-704C-AA70-F3A6AA843A7A}" type="presParOf" srcId="{FF15D881-5544-40FB-B8B5-AB442808A334}" destId="{E43AF941-4C27-47D9-8F74-3AF33249FC87}" srcOrd="4" destOrd="0" presId="urn:microsoft.com/office/officeart/2008/layout/HorizontalMultiLevelHierarchy"/>
    <dgm:cxn modelId="{9F04CFDD-DEA3-FA47-96A4-CFF95CA8C7AF}" type="presParOf" srcId="{E43AF941-4C27-47D9-8F74-3AF33249FC87}" destId="{263B9D73-1453-4D60-82C9-44924CA4E39F}" srcOrd="0" destOrd="0" presId="urn:microsoft.com/office/officeart/2008/layout/HorizontalMultiLevelHierarchy"/>
    <dgm:cxn modelId="{33B73314-7CC6-6B40-9505-C11C32368C3C}" type="presParOf" srcId="{FF15D881-5544-40FB-B8B5-AB442808A334}" destId="{7F67CB9A-D29B-4DC7-AF4D-C815D02CE4C6}" srcOrd="5" destOrd="0" presId="urn:microsoft.com/office/officeart/2008/layout/HorizontalMultiLevelHierarchy"/>
    <dgm:cxn modelId="{F4561959-EF6D-F64E-8658-0C115A118E0F}" type="presParOf" srcId="{7F67CB9A-D29B-4DC7-AF4D-C815D02CE4C6}" destId="{B89417AC-1D85-4665-891C-E881887F4C66}" srcOrd="0" destOrd="0" presId="urn:microsoft.com/office/officeart/2008/layout/HorizontalMultiLevelHierarchy"/>
    <dgm:cxn modelId="{304B75B2-2956-1C4F-96B9-6EE83840D11A}" type="presParOf" srcId="{7F67CB9A-D29B-4DC7-AF4D-C815D02CE4C6}" destId="{7FD9877A-2650-4AD5-ADDB-64EB0DC5C34A}" srcOrd="1" destOrd="0" presId="urn:microsoft.com/office/officeart/2008/layout/HorizontalMultiLevelHierarchy"/>
    <dgm:cxn modelId="{97E3CBFF-D96F-B94A-9472-426751D36F96}" type="presParOf" srcId="{FF15D881-5544-40FB-B8B5-AB442808A334}" destId="{CF2B7A72-DB06-47F1-A17A-C884464E349A}" srcOrd="6" destOrd="0" presId="urn:microsoft.com/office/officeart/2008/layout/HorizontalMultiLevelHierarchy"/>
    <dgm:cxn modelId="{ED3E0F59-1B79-B142-ACD0-A06922BE0622}" type="presParOf" srcId="{CF2B7A72-DB06-47F1-A17A-C884464E349A}" destId="{AD37519D-22BC-49DF-9561-D056A80FC671}" srcOrd="0" destOrd="0" presId="urn:microsoft.com/office/officeart/2008/layout/HorizontalMultiLevelHierarchy"/>
    <dgm:cxn modelId="{744464F4-3D84-8C44-B3D8-4A871B9AE810}" type="presParOf" srcId="{FF15D881-5544-40FB-B8B5-AB442808A334}" destId="{6596EF33-1151-4C9E-B49D-201AA698C23E}" srcOrd="7" destOrd="0" presId="urn:microsoft.com/office/officeart/2008/layout/HorizontalMultiLevelHierarchy"/>
    <dgm:cxn modelId="{F56AC050-6BFA-1B49-90DC-8B98CD6A1491}" type="presParOf" srcId="{6596EF33-1151-4C9E-B49D-201AA698C23E}" destId="{F18FA624-7148-4473-B2A2-494B7F40005C}" srcOrd="0" destOrd="0" presId="urn:microsoft.com/office/officeart/2008/layout/HorizontalMultiLevelHierarchy"/>
    <dgm:cxn modelId="{BAC68596-3707-6441-BAF0-61FB39990246}" type="presParOf" srcId="{6596EF33-1151-4C9E-B49D-201AA698C23E}" destId="{F7926E60-8F37-497A-9E51-67A6F93B01B1}" srcOrd="1" destOrd="0" presId="urn:microsoft.com/office/officeart/2008/layout/HorizontalMultiLevelHierarchy"/>
    <dgm:cxn modelId="{D59E2601-F028-EC4E-ADDE-739F4247AE7D}" type="presParOf" srcId="{F7926E60-8F37-497A-9E51-67A6F93B01B1}" destId="{3CD23141-D031-41ED-B787-93377F34DAA6}" srcOrd="0" destOrd="0" presId="urn:microsoft.com/office/officeart/2008/layout/HorizontalMultiLevelHierarchy"/>
    <dgm:cxn modelId="{EB70C73C-11D4-C641-BE46-B42CE204A67D}" type="presParOf" srcId="{3CD23141-D031-41ED-B787-93377F34DAA6}" destId="{F8F3B27E-1A52-41D4-A1C2-47F181A621E9}" srcOrd="0" destOrd="0" presId="urn:microsoft.com/office/officeart/2008/layout/HorizontalMultiLevelHierarchy"/>
    <dgm:cxn modelId="{AEC63BC1-10DD-1249-9681-FE0A5349D6CB}" type="presParOf" srcId="{F7926E60-8F37-497A-9E51-67A6F93B01B1}" destId="{AA4A2D27-C6C4-4439-9DBF-222A4AEBAE2C}" srcOrd="1" destOrd="0" presId="urn:microsoft.com/office/officeart/2008/layout/HorizontalMultiLevelHierarchy"/>
    <dgm:cxn modelId="{1FFDC662-60EE-BB4C-867B-76E5F0BFD112}" type="presParOf" srcId="{AA4A2D27-C6C4-4439-9DBF-222A4AEBAE2C}" destId="{0C076FC6-E6E3-41F0-BCF8-F63E6273F4BB}" srcOrd="0" destOrd="0" presId="urn:microsoft.com/office/officeart/2008/layout/HorizontalMultiLevelHierarchy"/>
    <dgm:cxn modelId="{D199A44A-2E4C-E84D-B497-9208ECE4D853}" type="presParOf" srcId="{AA4A2D27-C6C4-4439-9DBF-222A4AEBAE2C}" destId="{CD562059-D2CE-4D70-8ED4-AF1CA2ACDAE7}" srcOrd="1" destOrd="0" presId="urn:microsoft.com/office/officeart/2008/layout/HorizontalMultiLevelHierarchy"/>
    <dgm:cxn modelId="{449B2844-AE1C-7045-B47B-6FCE2DF6867C}" type="presParOf" srcId="{D3B4DD3B-1A7B-4E94-9294-F72EEBD068BE}" destId="{97DE6806-A0A2-4573-965C-5037A123163A}" srcOrd="2" destOrd="0" presId="urn:microsoft.com/office/officeart/2008/layout/HorizontalMultiLevelHierarchy"/>
    <dgm:cxn modelId="{BAC13EE6-CEB9-DC4E-8CF5-518195A3AD57}" type="presParOf" srcId="{97DE6806-A0A2-4573-965C-5037A123163A}" destId="{8ECE8458-7AE6-4C21-8A9A-C354FDA19D31}" srcOrd="0" destOrd="0" presId="urn:microsoft.com/office/officeart/2008/layout/HorizontalMultiLevelHierarchy"/>
    <dgm:cxn modelId="{BCC2DAF6-F596-E04D-A3CA-00EDB50E5608}" type="presParOf" srcId="{D3B4DD3B-1A7B-4E94-9294-F72EEBD068BE}" destId="{9C11C880-D43D-411E-A552-18237036EB1B}" srcOrd="3" destOrd="0" presId="urn:microsoft.com/office/officeart/2008/layout/HorizontalMultiLevelHierarchy"/>
    <dgm:cxn modelId="{E6E03D91-58B8-B444-AF15-B509057E8101}" type="presParOf" srcId="{9C11C880-D43D-411E-A552-18237036EB1B}" destId="{E763A5B8-AC87-405F-A21F-969BDFBB8B02}" srcOrd="0" destOrd="0" presId="urn:microsoft.com/office/officeart/2008/layout/HorizontalMultiLevelHierarchy"/>
    <dgm:cxn modelId="{D4B8EB8D-BA64-1E46-B50B-B0038F676314}" type="presParOf" srcId="{9C11C880-D43D-411E-A552-18237036EB1B}" destId="{285D19BD-4ABB-4E04-A3CF-A84F987A2556}" srcOrd="1" destOrd="0" presId="urn:microsoft.com/office/officeart/2008/layout/HorizontalMultiLevelHierarchy"/>
    <dgm:cxn modelId="{2F92F13D-DEF3-4C41-A116-9D9033569FD7}" type="presParOf" srcId="{285D19BD-4ABB-4E04-A3CF-A84F987A2556}" destId="{21096709-54BA-4D81-83AC-ABCFAB258044}" srcOrd="0" destOrd="0" presId="urn:microsoft.com/office/officeart/2008/layout/HorizontalMultiLevelHierarchy"/>
    <dgm:cxn modelId="{BB70E4A1-27D7-1045-96B8-8AE2F16B91BA}" type="presParOf" srcId="{21096709-54BA-4D81-83AC-ABCFAB258044}" destId="{FFF83AD5-7EAE-439B-965E-897E693D9EDD}" srcOrd="0" destOrd="0" presId="urn:microsoft.com/office/officeart/2008/layout/HorizontalMultiLevelHierarchy"/>
    <dgm:cxn modelId="{1FBEA76F-F662-2547-B692-5000AD5951AD}" type="presParOf" srcId="{285D19BD-4ABB-4E04-A3CF-A84F987A2556}" destId="{515BB9E7-677C-47FE-991A-6D4C7E266016}" srcOrd="1" destOrd="0" presId="urn:microsoft.com/office/officeart/2008/layout/HorizontalMultiLevelHierarchy"/>
    <dgm:cxn modelId="{8AA96A06-9525-D44A-99EE-7A6A211DFDAB}" type="presParOf" srcId="{515BB9E7-677C-47FE-991A-6D4C7E266016}" destId="{33013B72-7F28-426B-9B60-178095607BEC}" srcOrd="0" destOrd="0" presId="urn:microsoft.com/office/officeart/2008/layout/HorizontalMultiLevelHierarchy"/>
    <dgm:cxn modelId="{32452A03-29FA-494E-993B-7C9E6C3CDF6D}" type="presParOf" srcId="{515BB9E7-677C-47FE-991A-6D4C7E266016}" destId="{230C7BD8-BF55-4AC2-ACE2-A9653483A212}" srcOrd="1" destOrd="0" presId="urn:microsoft.com/office/officeart/2008/layout/HorizontalMultiLevelHierarchy"/>
    <dgm:cxn modelId="{1E82B77E-D817-094B-9FA9-8891DBC01F59}" type="presParOf" srcId="{D3B4DD3B-1A7B-4E94-9294-F72EEBD068BE}" destId="{3C586A4A-D002-4AEC-A938-BD178FA130DA}" srcOrd="4" destOrd="0" presId="urn:microsoft.com/office/officeart/2008/layout/HorizontalMultiLevelHierarchy"/>
    <dgm:cxn modelId="{8EFD8402-EF57-884F-B568-C67AD1FFEF39}" type="presParOf" srcId="{3C586A4A-D002-4AEC-A938-BD178FA130DA}" destId="{7A1D3BE8-DAD8-4933-9043-63450F4ECAE9}" srcOrd="0" destOrd="0" presId="urn:microsoft.com/office/officeart/2008/layout/HorizontalMultiLevelHierarchy"/>
    <dgm:cxn modelId="{A608188F-08BF-4A4B-9936-1A7F9CF1FC85}" type="presParOf" srcId="{D3B4DD3B-1A7B-4E94-9294-F72EEBD068BE}" destId="{362D28DB-BA5B-49E8-B368-7E8E17302462}" srcOrd="5" destOrd="0" presId="urn:microsoft.com/office/officeart/2008/layout/HorizontalMultiLevelHierarchy"/>
    <dgm:cxn modelId="{0CB1D2C6-D87F-C44B-9FFE-E11477BC615A}" type="presParOf" srcId="{362D28DB-BA5B-49E8-B368-7E8E17302462}" destId="{F5BCDB10-9A38-4D44-B393-410ADBF8AB59}" srcOrd="0" destOrd="0" presId="urn:microsoft.com/office/officeart/2008/layout/HorizontalMultiLevelHierarchy"/>
    <dgm:cxn modelId="{814E6BD6-2410-B341-9749-E2A0804F3E52}" type="presParOf" srcId="{362D28DB-BA5B-49E8-B368-7E8E17302462}" destId="{BC20B1EE-3139-41B6-9F77-14088961FB57}" srcOrd="1" destOrd="0" presId="urn:microsoft.com/office/officeart/2008/layout/HorizontalMultiLevelHierarchy"/>
    <dgm:cxn modelId="{7C6A2C67-F788-9D43-8200-18715C95CA13}" type="presParOf" srcId="{D3B4DD3B-1A7B-4E94-9294-F72EEBD068BE}" destId="{BA2F4163-B7C3-4F7F-A4B9-D5787B6CB85C}" srcOrd="6" destOrd="0" presId="urn:microsoft.com/office/officeart/2008/layout/HorizontalMultiLevelHierarchy"/>
    <dgm:cxn modelId="{E594201A-3F64-7747-B3F6-987781311900}" type="presParOf" srcId="{BA2F4163-B7C3-4F7F-A4B9-D5787B6CB85C}" destId="{1F6EA253-4764-4F4C-B5A2-ACD89FB13A61}" srcOrd="0" destOrd="0" presId="urn:microsoft.com/office/officeart/2008/layout/HorizontalMultiLevelHierarchy"/>
    <dgm:cxn modelId="{46F35E44-82CA-974B-94CE-CB58D9206AA4}" type="presParOf" srcId="{D3B4DD3B-1A7B-4E94-9294-F72EEBD068BE}" destId="{5B802248-EF2B-4B8A-A036-45E892FB49CD}" srcOrd="7" destOrd="0" presId="urn:microsoft.com/office/officeart/2008/layout/HorizontalMultiLevelHierarchy"/>
    <dgm:cxn modelId="{031F963A-5570-254B-8FDD-6580B2891A75}" type="presParOf" srcId="{5B802248-EF2B-4B8A-A036-45E892FB49CD}" destId="{DE96DD5D-5B17-4A06-85D8-2085FEA68DFF}" srcOrd="0" destOrd="0" presId="urn:microsoft.com/office/officeart/2008/layout/HorizontalMultiLevelHierarchy"/>
    <dgm:cxn modelId="{A1146267-D65E-BD42-959F-6C125F385457}" type="presParOf" srcId="{5B802248-EF2B-4B8A-A036-45E892FB49CD}" destId="{B70FF6A3-E026-45E2-9267-590A6E63D94F}" srcOrd="1" destOrd="0" presId="urn:microsoft.com/office/officeart/2008/layout/HorizontalMultiLevelHierarchy"/>
    <dgm:cxn modelId="{78CEA396-71DE-4FBA-B0E3-92F60F60B0FA}" type="presParOf" srcId="{D3B4DD3B-1A7B-4E94-9294-F72EEBD068BE}" destId="{8AD2F8E3-48FD-4FA4-AA4B-289E2947F752}" srcOrd="8" destOrd="0" presId="urn:microsoft.com/office/officeart/2008/layout/HorizontalMultiLevelHierarchy"/>
    <dgm:cxn modelId="{BAFEAA2F-9EEE-4E75-AB57-1615950CDBBC}" type="presParOf" srcId="{8AD2F8E3-48FD-4FA4-AA4B-289E2947F752}" destId="{95E203F8-02AB-42E1-9F3E-55DAEFE58049}" srcOrd="0" destOrd="0" presId="urn:microsoft.com/office/officeart/2008/layout/HorizontalMultiLevelHierarchy"/>
    <dgm:cxn modelId="{3AF04071-DEFA-41F6-8804-5AC35C68E1E5}" type="presParOf" srcId="{D3B4DD3B-1A7B-4E94-9294-F72EEBD068BE}" destId="{5AE7541A-2032-4A99-A24C-0B35E15573AE}" srcOrd="9" destOrd="0" presId="urn:microsoft.com/office/officeart/2008/layout/HorizontalMultiLevelHierarchy"/>
    <dgm:cxn modelId="{C99B95B7-A783-4517-B5D5-ED9A53039928}" type="presParOf" srcId="{5AE7541A-2032-4A99-A24C-0B35E15573AE}" destId="{99A9C942-F6C2-4887-AA0B-DE71E33D70BF}" srcOrd="0" destOrd="0" presId="urn:microsoft.com/office/officeart/2008/layout/HorizontalMultiLevelHierarchy"/>
    <dgm:cxn modelId="{A51EF638-B932-4CE0-B4C0-86C1492CF82B}" type="presParOf" srcId="{5AE7541A-2032-4A99-A24C-0B35E15573AE}" destId="{783C5AE9-691E-445B-ACE1-EE5232293FFB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D5457CF6-A0B0-456A-A11F-774833100AE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76BA4E88-FA3D-43CD-902A-DF22EC76D630}">
      <dgm:prSet phldrT="[Texto]"/>
      <dgm:spPr/>
      <dgm:t>
        <a:bodyPr/>
        <a:lstStyle/>
        <a:p>
          <a:r>
            <a:rPr lang="es-MX" dirty="0"/>
            <a:t>1. Capital Contable</a:t>
          </a:r>
        </a:p>
      </dgm:t>
    </dgm:pt>
    <dgm:pt modelId="{EAB4AE7F-CD69-4BC4-8E43-CEEE18E138AC}" type="parTrans" cxnId="{06CEE688-AE63-4B38-A0A4-8585E1D8728C}">
      <dgm:prSet/>
      <dgm:spPr/>
      <dgm:t>
        <a:bodyPr/>
        <a:lstStyle/>
        <a:p>
          <a:endParaRPr lang="es-MX"/>
        </a:p>
      </dgm:t>
    </dgm:pt>
    <dgm:pt modelId="{265ADA7B-4416-42BB-A4BE-F9314A148658}" type="sibTrans" cxnId="{06CEE688-AE63-4B38-A0A4-8585E1D8728C}">
      <dgm:prSet/>
      <dgm:spPr/>
      <dgm:t>
        <a:bodyPr/>
        <a:lstStyle/>
        <a:p>
          <a:endParaRPr lang="es-MX"/>
        </a:p>
      </dgm:t>
    </dgm:pt>
    <dgm:pt modelId="{06256751-1D44-4AE3-A50E-CF0031A1C768}">
      <dgm:prSet phldrT="[Texto]"/>
      <dgm:spPr/>
      <dgm:t>
        <a:bodyPr/>
        <a:lstStyle/>
        <a:p>
          <a:r>
            <a:rPr lang="es-MX" dirty="0"/>
            <a:t>2. Triple del Capital Contable</a:t>
          </a:r>
        </a:p>
      </dgm:t>
    </dgm:pt>
    <dgm:pt modelId="{C6D19001-9FE4-4250-91B4-C2F74786D9E5}" type="parTrans" cxnId="{D0F7202C-8088-47EF-90C4-D3EB95751741}">
      <dgm:prSet/>
      <dgm:spPr/>
      <dgm:t>
        <a:bodyPr/>
        <a:lstStyle/>
        <a:p>
          <a:endParaRPr lang="es-MX"/>
        </a:p>
      </dgm:t>
    </dgm:pt>
    <dgm:pt modelId="{C37293FE-DDF7-4CEA-A424-D0403C828E14}" type="sibTrans" cxnId="{D0F7202C-8088-47EF-90C4-D3EB95751741}">
      <dgm:prSet/>
      <dgm:spPr/>
      <dgm:t>
        <a:bodyPr/>
        <a:lstStyle/>
        <a:p>
          <a:endParaRPr lang="es-MX"/>
        </a:p>
      </dgm:t>
    </dgm:pt>
    <dgm:pt modelId="{E076B26B-26BD-43EA-A347-046FBD76F6B1}">
      <dgm:prSet phldrT="[Texto]"/>
      <dgm:spPr/>
      <dgm:t>
        <a:bodyPr/>
        <a:lstStyle/>
        <a:p>
          <a:r>
            <a:rPr lang="es-MX"/>
            <a:t>7. Intereses </a:t>
          </a:r>
          <a:r>
            <a:rPr lang="es-MX" dirty="0"/>
            <a:t>NO deducibles</a:t>
          </a:r>
        </a:p>
      </dgm:t>
    </dgm:pt>
    <dgm:pt modelId="{73685B65-5AAD-43BC-8B7C-6F40E7C7275F}" type="parTrans" cxnId="{CAC80748-F9F9-4705-8AA7-A8B8BE5CEFF8}">
      <dgm:prSet/>
      <dgm:spPr/>
      <dgm:t>
        <a:bodyPr/>
        <a:lstStyle/>
        <a:p>
          <a:endParaRPr lang="es-MX"/>
        </a:p>
      </dgm:t>
    </dgm:pt>
    <dgm:pt modelId="{177702CD-A5EC-4E24-8FB0-F147E658DA97}" type="sibTrans" cxnId="{CAC80748-F9F9-4705-8AA7-A8B8BE5CEFF8}">
      <dgm:prSet/>
      <dgm:spPr/>
      <dgm:t>
        <a:bodyPr/>
        <a:lstStyle/>
        <a:p>
          <a:endParaRPr lang="es-MX"/>
        </a:p>
      </dgm:t>
    </dgm:pt>
    <dgm:pt modelId="{C50FBC4B-EDED-49C3-9AA8-E517D57572A7}">
      <dgm:prSet/>
      <dgm:spPr/>
      <dgm:t>
        <a:bodyPr/>
        <a:lstStyle/>
        <a:p>
          <a:r>
            <a:rPr lang="es-MX" dirty="0"/>
            <a:t>3. Saldo Promedio de todas las deudas que devengan intereses</a:t>
          </a:r>
        </a:p>
      </dgm:t>
    </dgm:pt>
    <dgm:pt modelId="{E845E116-F6EB-4C38-BDD8-C0757CD75125}" type="parTrans" cxnId="{69123CD7-B01C-4C2C-B2BE-897A7402B871}">
      <dgm:prSet/>
      <dgm:spPr/>
      <dgm:t>
        <a:bodyPr/>
        <a:lstStyle/>
        <a:p>
          <a:endParaRPr lang="es-MX"/>
        </a:p>
      </dgm:t>
    </dgm:pt>
    <dgm:pt modelId="{04763E19-414B-438E-AB66-E584B65C22DE}" type="sibTrans" cxnId="{69123CD7-B01C-4C2C-B2BE-897A7402B871}">
      <dgm:prSet/>
      <dgm:spPr/>
      <dgm:t>
        <a:bodyPr/>
        <a:lstStyle/>
        <a:p>
          <a:endParaRPr lang="es-MX"/>
        </a:p>
      </dgm:t>
    </dgm:pt>
    <dgm:pt modelId="{360B8567-9011-4CA8-A573-04CB253B86EF}">
      <dgm:prSet/>
      <dgm:spPr/>
      <dgm:t>
        <a:bodyPr/>
        <a:lstStyle/>
        <a:p>
          <a:r>
            <a:rPr lang="es-MX" dirty="0"/>
            <a:t>4. Exceso de las deudas</a:t>
          </a:r>
        </a:p>
      </dgm:t>
    </dgm:pt>
    <dgm:pt modelId="{C49FB1B5-0AD0-4E9B-853A-CF3AE803940D}" type="parTrans" cxnId="{2CD5BEDF-3098-49E2-9F1F-60F2FE92E882}">
      <dgm:prSet/>
      <dgm:spPr/>
      <dgm:t>
        <a:bodyPr/>
        <a:lstStyle/>
        <a:p>
          <a:endParaRPr lang="es-MX"/>
        </a:p>
      </dgm:t>
    </dgm:pt>
    <dgm:pt modelId="{D7E01F9F-AB8F-4083-B46B-68AC122DF554}" type="sibTrans" cxnId="{2CD5BEDF-3098-49E2-9F1F-60F2FE92E882}">
      <dgm:prSet/>
      <dgm:spPr/>
      <dgm:t>
        <a:bodyPr/>
        <a:lstStyle/>
        <a:p>
          <a:endParaRPr lang="es-MX"/>
        </a:p>
      </dgm:t>
    </dgm:pt>
    <dgm:pt modelId="{F905F406-20B6-43F8-B77F-5B7468DC6E16}">
      <dgm:prSet/>
      <dgm:spPr/>
      <dgm:t>
        <a:bodyPr/>
        <a:lstStyle/>
        <a:p>
          <a:r>
            <a:rPr lang="es-MX" dirty="0"/>
            <a:t>5. Saldo Promedio de las deudas con partes relacionadas en el extranjero</a:t>
          </a:r>
        </a:p>
      </dgm:t>
    </dgm:pt>
    <dgm:pt modelId="{5DF60824-E414-4101-ADC3-21F588823DA6}" type="parTrans" cxnId="{C7238679-0EC4-4D05-A9F4-490CF679C1A7}">
      <dgm:prSet/>
      <dgm:spPr/>
      <dgm:t>
        <a:bodyPr/>
        <a:lstStyle/>
        <a:p>
          <a:endParaRPr lang="es-MX"/>
        </a:p>
      </dgm:t>
    </dgm:pt>
    <dgm:pt modelId="{F820A1C4-FCBE-44A5-AC73-214A144FEE18}" type="sibTrans" cxnId="{C7238679-0EC4-4D05-A9F4-490CF679C1A7}">
      <dgm:prSet/>
      <dgm:spPr/>
      <dgm:t>
        <a:bodyPr/>
        <a:lstStyle/>
        <a:p>
          <a:endParaRPr lang="es-MX"/>
        </a:p>
      </dgm:t>
    </dgm:pt>
    <dgm:pt modelId="{9A3AFDBB-450E-4C61-BEDC-B6EB5924541B}">
      <dgm:prSet/>
      <dgm:spPr/>
      <dgm:t>
        <a:bodyPr/>
        <a:lstStyle/>
        <a:p>
          <a:r>
            <a:rPr lang="es-MX" dirty="0"/>
            <a:t>6. Diferencia de Deudas y Exceso</a:t>
          </a:r>
        </a:p>
      </dgm:t>
    </dgm:pt>
    <dgm:pt modelId="{FA04C316-5D03-46C7-88E6-778A54AE285D}" type="parTrans" cxnId="{B113E656-0E28-47EE-A7D9-300B481D1B0D}">
      <dgm:prSet/>
      <dgm:spPr/>
      <dgm:t>
        <a:bodyPr/>
        <a:lstStyle/>
        <a:p>
          <a:endParaRPr lang="es-MX"/>
        </a:p>
      </dgm:t>
    </dgm:pt>
    <dgm:pt modelId="{443C4BDA-A413-42C3-B1DA-EC7F74787BE7}" type="sibTrans" cxnId="{B113E656-0E28-47EE-A7D9-300B481D1B0D}">
      <dgm:prSet/>
      <dgm:spPr/>
      <dgm:t>
        <a:bodyPr/>
        <a:lstStyle/>
        <a:p>
          <a:endParaRPr lang="es-MX"/>
        </a:p>
      </dgm:t>
    </dgm:pt>
    <dgm:pt modelId="{25B977AE-D66E-4104-8CD8-BD2BE74A5D9F}" type="pres">
      <dgm:prSet presAssocID="{D5457CF6-A0B0-456A-A11F-774833100AE2}" presName="CompostProcess" presStyleCnt="0">
        <dgm:presLayoutVars>
          <dgm:dir/>
          <dgm:resizeHandles val="exact"/>
        </dgm:presLayoutVars>
      </dgm:prSet>
      <dgm:spPr/>
    </dgm:pt>
    <dgm:pt modelId="{9BB20FA8-649B-4798-A11B-EA7AD0ABB9ED}" type="pres">
      <dgm:prSet presAssocID="{D5457CF6-A0B0-456A-A11F-774833100AE2}" presName="arrow" presStyleLbl="bgShp" presStyleIdx="0" presStyleCnt="1"/>
      <dgm:spPr>
        <a:solidFill>
          <a:srgbClr val="92D050"/>
        </a:solidFill>
      </dgm:spPr>
    </dgm:pt>
    <dgm:pt modelId="{9865BE90-FB9C-4322-B612-BAA7B2F8FEE5}" type="pres">
      <dgm:prSet presAssocID="{D5457CF6-A0B0-456A-A11F-774833100AE2}" presName="linearProcess" presStyleCnt="0"/>
      <dgm:spPr/>
    </dgm:pt>
    <dgm:pt modelId="{B9A1DCB9-012E-45C5-88D2-2FACC130394A}" type="pres">
      <dgm:prSet presAssocID="{76BA4E88-FA3D-43CD-902A-DF22EC76D630}" presName="textNode" presStyleLbl="node1" presStyleIdx="0" presStyleCnt="7">
        <dgm:presLayoutVars>
          <dgm:bulletEnabled val="1"/>
        </dgm:presLayoutVars>
      </dgm:prSet>
      <dgm:spPr/>
    </dgm:pt>
    <dgm:pt modelId="{8CDE83A5-92DD-4BE8-BF86-54751A691C26}" type="pres">
      <dgm:prSet presAssocID="{265ADA7B-4416-42BB-A4BE-F9314A148658}" presName="sibTrans" presStyleCnt="0"/>
      <dgm:spPr/>
    </dgm:pt>
    <dgm:pt modelId="{0C9F9078-B33D-478C-B401-3589711BA5F6}" type="pres">
      <dgm:prSet presAssocID="{06256751-1D44-4AE3-A50E-CF0031A1C768}" presName="textNode" presStyleLbl="node1" presStyleIdx="1" presStyleCnt="7">
        <dgm:presLayoutVars>
          <dgm:bulletEnabled val="1"/>
        </dgm:presLayoutVars>
      </dgm:prSet>
      <dgm:spPr/>
    </dgm:pt>
    <dgm:pt modelId="{469D1BC3-64D0-46A0-888A-08BA06DB81AD}" type="pres">
      <dgm:prSet presAssocID="{C37293FE-DDF7-4CEA-A424-D0403C828E14}" presName="sibTrans" presStyleCnt="0"/>
      <dgm:spPr/>
    </dgm:pt>
    <dgm:pt modelId="{06DDD462-5A5F-4DDE-82D4-E03FD54AF2AC}" type="pres">
      <dgm:prSet presAssocID="{C50FBC4B-EDED-49C3-9AA8-E517D57572A7}" presName="textNode" presStyleLbl="node1" presStyleIdx="2" presStyleCnt="7">
        <dgm:presLayoutVars>
          <dgm:bulletEnabled val="1"/>
        </dgm:presLayoutVars>
      </dgm:prSet>
      <dgm:spPr/>
    </dgm:pt>
    <dgm:pt modelId="{0C2189BC-BDC5-49E8-95DD-AAF8A68187D5}" type="pres">
      <dgm:prSet presAssocID="{04763E19-414B-438E-AB66-E584B65C22DE}" presName="sibTrans" presStyleCnt="0"/>
      <dgm:spPr/>
    </dgm:pt>
    <dgm:pt modelId="{139F5163-3209-42EB-9B00-3851D8D434C3}" type="pres">
      <dgm:prSet presAssocID="{360B8567-9011-4CA8-A573-04CB253B86EF}" presName="textNode" presStyleLbl="node1" presStyleIdx="3" presStyleCnt="7">
        <dgm:presLayoutVars>
          <dgm:bulletEnabled val="1"/>
        </dgm:presLayoutVars>
      </dgm:prSet>
      <dgm:spPr/>
    </dgm:pt>
    <dgm:pt modelId="{EF61EB7D-7D1F-44AF-9711-B892B3B3764A}" type="pres">
      <dgm:prSet presAssocID="{D7E01F9F-AB8F-4083-B46B-68AC122DF554}" presName="sibTrans" presStyleCnt="0"/>
      <dgm:spPr/>
    </dgm:pt>
    <dgm:pt modelId="{6CB70CE0-6D3F-4A3A-A8CA-97E7E3D71805}" type="pres">
      <dgm:prSet presAssocID="{F905F406-20B6-43F8-B77F-5B7468DC6E16}" presName="textNode" presStyleLbl="node1" presStyleIdx="4" presStyleCnt="7">
        <dgm:presLayoutVars>
          <dgm:bulletEnabled val="1"/>
        </dgm:presLayoutVars>
      </dgm:prSet>
      <dgm:spPr/>
    </dgm:pt>
    <dgm:pt modelId="{21FAAD06-9C5A-418C-AACC-DF490E3009ED}" type="pres">
      <dgm:prSet presAssocID="{F820A1C4-FCBE-44A5-AC73-214A144FEE18}" presName="sibTrans" presStyleCnt="0"/>
      <dgm:spPr/>
    </dgm:pt>
    <dgm:pt modelId="{11F900A8-1F0E-44D6-9D39-8149739FA182}" type="pres">
      <dgm:prSet presAssocID="{9A3AFDBB-450E-4C61-BEDC-B6EB5924541B}" presName="textNode" presStyleLbl="node1" presStyleIdx="5" presStyleCnt="7">
        <dgm:presLayoutVars>
          <dgm:bulletEnabled val="1"/>
        </dgm:presLayoutVars>
      </dgm:prSet>
      <dgm:spPr/>
    </dgm:pt>
    <dgm:pt modelId="{9ABD48A2-26EA-49CC-8CD2-2DFC554F4D53}" type="pres">
      <dgm:prSet presAssocID="{443C4BDA-A413-42C3-B1DA-EC7F74787BE7}" presName="sibTrans" presStyleCnt="0"/>
      <dgm:spPr/>
    </dgm:pt>
    <dgm:pt modelId="{01AF40AC-6921-419C-B93D-8176045AFD6B}" type="pres">
      <dgm:prSet presAssocID="{E076B26B-26BD-43EA-A347-046FBD76F6B1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0028AE05-2066-554E-8C86-979430147776}" type="presOf" srcId="{06256751-1D44-4AE3-A50E-CF0031A1C768}" destId="{0C9F9078-B33D-478C-B401-3589711BA5F6}" srcOrd="0" destOrd="0" presId="urn:microsoft.com/office/officeart/2005/8/layout/hProcess9"/>
    <dgm:cxn modelId="{D0F7202C-8088-47EF-90C4-D3EB95751741}" srcId="{D5457CF6-A0B0-456A-A11F-774833100AE2}" destId="{06256751-1D44-4AE3-A50E-CF0031A1C768}" srcOrd="1" destOrd="0" parTransId="{C6D19001-9FE4-4250-91B4-C2F74786D9E5}" sibTransId="{C37293FE-DDF7-4CEA-A424-D0403C828E14}"/>
    <dgm:cxn modelId="{1FE4872D-CD75-DB4D-BF4C-0CCC6E0DAA15}" type="presOf" srcId="{F905F406-20B6-43F8-B77F-5B7468DC6E16}" destId="{6CB70CE0-6D3F-4A3A-A8CA-97E7E3D71805}" srcOrd="0" destOrd="0" presId="urn:microsoft.com/office/officeart/2005/8/layout/hProcess9"/>
    <dgm:cxn modelId="{ACC5D137-23B3-F44D-9192-A102D81481B4}" type="presOf" srcId="{C50FBC4B-EDED-49C3-9AA8-E517D57572A7}" destId="{06DDD462-5A5F-4DDE-82D4-E03FD54AF2AC}" srcOrd="0" destOrd="0" presId="urn:microsoft.com/office/officeart/2005/8/layout/hProcess9"/>
    <dgm:cxn modelId="{12C06C38-9C98-1C48-9929-B7E7F86D2BB1}" type="presOf" srcId="{360B8567-9011-4CA8-A573-04CB253B86EF}" destId="{139F5163-3209-42EB-9B00-3851D8D434C3}" srcOrd="0" destOrd="0" presId="urn:microsoft.com/office/officeart/2005/8/layout/hProcess9"/>
    <dgm:cxn modelId="{CAC80748-F9F9-4705-8AA7-A8B8BE5CEFF8}" srcId="{D5457CF6-A0B0-456A-A11F-774833100AE2}" destId="{E076B26B-26BD-43EA-A347-046FBD76F6B1}" srcOrd="6" destOrd="0" parTransId="{73685B65-5AAD-43BC-8B7C-6F40E7C7275F}" sibTransId="{177702CD-A5EC-4E24-8FB0-F147E658DA97}"/>
    <dgm:cxn modelId="{B113E656-0E28-47EE-A7D9-300B481D1B0D}" srcId="{D5457CF6-A0B0-456A-A11F-774833100AE2}" destId="{9A3AFDBB-450E-4C61-BEDC-B6EB5924541B}" srcOrd="5" destOrd="0" parTransId="{FA04C316-5D03-46C7-88E6-778A54AE285D}" sibTransId="{443C4BDA-A413-42C3-B1DA-EC7F74787BE7}"/>
    <dgm:cxn modelId="{C7238679-0EC4-4D05-A9F4-490CF679C1A7}" srcId="{D5457CF6-A0B0-456A-A11F-774833100AE2}" destId="{F905F406-20B6-43F8-B77F-5B7468DC6E16}" srcOrd="4" destOrd="0" parTransId="{5DF60824-E414-4101-ADC3-21F588823DA6}" sibTransId="{F820A1C4-FCBE-44A5-AC73-214A144FEE18}"/>
    <dgm:cxn modelId="{06CEE688-AE63-4B38-A0A4-8585E1D8728C}" srcId="{D5457CF6-A0B0-456A-A11F-774833100AE2}" destId="{76BA4E88-FA3D-43CD-902A-DF22EC76D630}" srcOrd="0" destOrd="0" parTransId="{EAB4AE7F-CD69-4BC4-8E43-CEEE18E138AC}" sibTransId="{265ADA7B-4416-42BB-A4BE-F9314A148658}"/>
    <dgm:cxn modelId="{69123CD7-B01C-4C2C-B2BE-897A7402B871}" srcId="{D5457CF6-A0B0-456A-A11F-774833100AE2}" destId="{C50FBC4B-EDED-49C3-9AA8-E517D57572A7}" srcOrd="2" destOrd="0" parTransId="{E845E116-F6EB-4C38-BDD8-C0757CD75125}" sibTransId="{04763E19-414B-438E-AB66-E584B65C22DE}"/>
    <dgm:cxn modelId="{2CD5BEDF-3098-49E2-9F1F-60F2FE92E882}" srcId="{D5457CF6-A0B0-456A-A11F-774833100AE2}" destId="{360B8567-9011-4CA8-A573-04CB253B86EF}" srcOrd="3" destOrd="0" parTransId="{C49FB1B5-0AD0-4E9B-853A-CF3AE803940D}" sibTransId="{D7E01F9F-AB8F-4083-B46B-68AC122DF554}"/>
    <dgm:cxn modelId="{D15DBBE4-6D5F-F448-89B6-96D155534775}" type="presOf" srcId="{D5457CF6-A0B0-456A-A11F-774833100AE2}" destId="{25B977AE-D66E-4104-8CD8-BD2BE74A5D9F}" srcOrd="0" destOrd="0" presId="urn:microsoft.com/office/officeart/2005/8/layout/hProcess9"/>
    <dgm:cxn modelId="{E3F6A4E6-3A5C-C344-A5A6-EB55FBEFACFF}" type="presOf" srcId="{9A3AFDBB-450E-4C61-BEDC-B6EB5924541B}" destId="{11F900A8-1F0E-44D6-9D39-8149739FA182}" srcOrd="0" destOrd="0" presId="urn:microsoft.com/office/officeart/2005/8/layout/hProcess9"/>
    <dgm:cxn modelId="{DDB8F3F3-BE87-0D4B-A925-5D9DEDD4169E}" type="presOf" srcId="{76BA4E88-FA3D-43CD-902A-DF22EC76D630}" destId="{B9A1DCB9-012E-45C5-88D2-2FACC130394A}" srcOrd="0" destOrd="0" presId="urn:microsoft.com/office/officeart/2005/8/layout/hProcess9"/>
    <dgm:cxn modelId="{3465D9F4-AD97-8E46-ABC9-71BCCD40B733}" type="presOf" srcId="{E076B26B-26BD-43EA-A347-046FBD76F6B1}" destId="{01AF40AC-6921-419C-B93D-8176045AFD6B}" srcOrd="0" destOrd="0" presId="urn:microsoft.com/office/officeart/2005/8/layout/hProcess9"/>
    <dgm:cxn modelId="{BC5BE304-1835-1844-9DB4-754BD17D4AC3}" type="presParOf" srcId="{25B977AE-D66E-4104-8CD8-BD2BE74A5D9F}" destId="{9BB20FA8-649B-4798-A11B-EA7AD0ABB9ED}" srcOrd="0" destOrd="0" presId="urn:microsoft.com/office/officeart/2005/8/layout/hProcess9"/>
    <dgm:cxn modelId="{2CE683A9-90B2-0D47-A449-E5F99EEC8B75}" type="presParOf" srcId="{25B977AE-D66E-4104-8CD8-BD2BE74A5D9F}" destId="{9865BE90-FB9C-4322-B612-BAA7B2F8FEE5}" srcOrd="1" destOrd="0" presId="urn:microsoft.com/office/officeart/2005/8/layout/hProcess9"/>
    <dgm:cxn modelId="{0C46091E-F63F-8C42-8DA0-672A5EA73844}" type="presParOf" srcId="{9865BE90-FB9C-4322-B612-BAA7B2F8FEE5}" destId="{B9A1DCB9-012E-45C5-88D2-2FACC130394A}" srcOrd="0" destOrd="0" presId="urn:microsoft.com/office/officeart/2005/8/layout/hProcess9"/>
    <dgm:cxn modelId="{BC740784-B33F-254F-BBA5-306226EA3C7C}" type="presParOf" srcId="{9865BE90-FB9C-4322-B612-BAA7B2F8FEE5}" destId="{8CDE83A5-92DD-4BE8-BF86-54751A691C26}" srcOrd="1" destOrd="0" presId="urn:microsoft.com/office/officeart/2005/8/layout/hProcess9"/>
    <dgm:cxn modelId="{3AAFD4F6-49F9-114E-9F12-709A4FF9EB85}" type="presParOf" srcId="{9865BE90-FB9C-4322-B612-BAA7B2F8FEE5}" destId="{0C9F9078-B33D-478C-B401-3589711BA5F6}" srcOrd="2" destOrd="0" presId="urn:microsoft.com/office/officeart/2005/8/layout/hProcess9"/>
    <dgm:cxn modelId="{276A0BD4-A2D5-E641-9CF0-AA6581162C5C}" type="presParOf" srcId="{9865BE90-FB9C-4322-B612-BAA7B2F8FEE5}" destId="{469D1BC3-64D0-46A0-888A-08BA06DB81AD}" srcOrd="3" destOrd="0" presId="urn:microsoft.com/office/officeart/2005/8/layout/hProcess9"/>
    <dgm:cxn modelId="{B16EB29C-E195-F948-9D18-A33836F0A17A}" type="presParOf" srcId="{9865BE90-FB9C-4322-B612-BAA7B2F8FEE5}" destId="{06DDD462-5A5F-4DDE-82D4-E03FD54AF2AC}" srcOrd="4" destOrd="0" presId="urn:microsoft.com/office/officeart/2005/8/layout/hProcess9"/>
    <dgm:cxn modelId="{039B9B1E-221F-D842-9EF4-6DBF8F98339D}" type="presParOf" srcId="{9865BE90-FB9C-4322-B612-BAA7B2F8FEE5}" destId="{0C2189BC-BDC5-49E8-95DD-AAF8A68187D5}" srcOrd="5" destOrd="0" presId="urn:microsoft.com/office/officeart/2005/8/layout/hProcess9"/>
    <dgm:cxn modelId="{60BD5069-247A-3244-9AC3-641E0F251BD1}" type="presParOf" srcId="{9865BE90-FB9C-4322-B612-BAA7B2F8FEE5}" destId="{139F5163-3209-42EB-9B00-3851D8D434C3}" srcOrd="6" destOrd="0" presId="urn:microsoft.com/office/officeart/2005/8/layout/hProcess9"/>
    <dgm:cxn modelId="{EB8F8458-4EA9-3541-A594-BC492D8F225B}" type="presParOf" srcId="{9865BE90-FB9C-4322-B612-BAA7B2F8FEE5}" destId="{EF61EB7D-7D1F-44AF-9711-B892B3B3764A}" srcOrd="7" destOrd="0" presId="urn:microsoft.com/office/officeart/2005/8/layout/hProcess9"/>
    <dgm:cxn modelId="{1F64D446-5FE2-9242-8424-3605B82CDFEE}" type="presParOf" srcId="{9865BE90-FB9C-4322-B612-BAA7B2F8FEE5}" destId="{6CB70CE0-6D3F-4A3A-A8CA-97E7E3D71805}" srcOrd="8" destOrd="0" presId="urn:microsoft.com/office/officeart/2005/8/layout/hProcess9"/>
    <dgm:cxn modelId="{D49D2B77-6F80-544B-8F13-C1900D0024BA}" type="presParOf" srcId="{9865BE90-FB9C-4322-B612-BAA7B2F8FEE5}" destId="{21FAAD06-9C5A-418C-AACC-DF490E3009ED}" srcOrd="9" destOrd="0" presId="urn:microsoft.com/office/officeart/2005/8/layout/hProcess9"/>
    <dgm:cxn modelId="{5E8A079E-B001-C645-B8F8-76951DE4C9F9}" type="presParOf" srcId="{9865BE90-FB9C-4322-B612-BAA7B2F8FEE5}" destId="{11F900A8-1F0E-44D6-9D39-8149739FA182}" srcOrd="10" destOrd="0" presId="urn:microsoft.com/office/officeart/2005/8/layout/hProcess9"/>
    <dgm:cxn modelId="{79A23FC5-13D1-1247-9DDC-D10969BB7FCD}" type="presParOf" srcId="{9865BE90-FB9C-4322-B612-BAA7B2F8FEE5}" destId="{9ABD48A2-26EA-49CC-8CD2-2DFC554F4D53}" srcOrd="11" destOrd="0" presId="urn:microsoft.com/office/officeart/2005/8/layout/hProcess9"/>
    <dgm:cxn modelId="{16CDDF3A-A251-6A43-AD9E-6667CA565FDF}" type="presParOf" srcId="{9865BE90-FB9C-4322-B612-BAA7B2F8FEE5}" destId="{01AF40AC-6921-419C-B93D-8176045AFD6B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C3DCBF04-DE1D-184F-81BE-B6B510661469}" type="presOf" srcId="{999BBAA3-0632-4DE8-8610-B02FB2B2467D}" destId="{0E30C8B5-30D8-4E64-81F3-03C511BC79F8}" srcOrd="0" destOrd="0" presId="urn:microsoft.com/office/officeart/2008/layout/NameandTitleOrganizationalChart"/>
    <dgm:cxn modelId="{2E383015-D6E2-FC40-85CC-791E2496EFEF}" type="presOf" srcId="{2ABE50E3-15EA-4672-A04F-9F410A15D775}" destId="{DC8749FA-065E-4702-83BB-B20215DD0B31}" srcOrd="0" destOrd="0" presId="urn:microsoft.com/office/officeart/2008/layout/NameandTitleOrganizationalChart"/>
    <dgm:cxn modelId="{A3CE4D2E-C1F7-D04F-9598-ADB9A165C247}" type="presOf" srcId="{324AE759-EA5B-43E9-BFBE-7DBEDDB1EAF2}" destId="{1DEB55FD-3875-4EE0-AD4C-3102F78FAAD0}" srcOrd="0" destOrd="0" presId="urn:microsoft.com/office/officeart/2008/layout/NameandTitleOrganizationalChart"/>
    <dgm:cxn modelId="{03C38665-D185-FF4D-881F-3B653BA2DA33}" type="presOf" srcId="{7B1AF886-F7AB-4065-9612-6A6FEC4F4FE2}" destId="{0353F96E-D554-4C75-88E9-556714A9B955}" srcOrd="0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DDEF177F-9F10-164F-8879-5A06952BF21F}" type="presOf" srcId="{9B769433-A691-43AB-B1B5-B2700192D3BC}" destId="{0E6444CC-37DE-4CDE-8446-F4199A4A2755}" srcOrd="0" destOrd="0" presId="urn:microsoft.com/office/officeart/2008/layout/NameandTitleOrganizationalChart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6A41A28A-1D2A-E94E-B1F7-0D540234CD08}" type="presOf" srcId="{14180968-DDD1-4C35-8F9B-7E58374859DA}" destId="{0EC98064-6E1F-4786-A6E7-0BA6CD2CDCD5}" srcOrd="0" destOrd="0" presId="urn:microsoft.com/office/officeart/2008/layout/NameandTitleOrganizationalChart"/>
    <dgm:cxn modelId="{EA3D01B8-B127-994A-8082-B52C4756BA04}" type="presOf" srcId="{C71AFBDC-5A44-4084-A69B-7502BC756E7F}" destId="{B0D5236A-37CE-45BC-92FE-027BC0676FB2}" srcOrd="0" destOrd="0" presId="urn:microsoft.com/office/officeart/2008/layout/NameandTitleOrganizationalChart"/>
    <dgm:cxn modelId="{F6F166C0-714F-EF4B-8EBF-1C62EAD7DBE1}" type="presOf" srcId="{7B1AF886-F7AB-4065-9612-6A6FEC4F4FE2}" destId="{BF0DC753-1E97-4701-A19E-3D1C474DDAEA}" srcOrd="1" destOrd="0" presId="urn:microsoft.com/office/officeart/2008/layout/NameandTitleOrganizationalChart"/>
    <dgm:cxn modelId="{52324CDE-960F-0946-8E06-88664B7D2CC6}" type="presOf" srcId="{85AA00B2-F5D8-4B13-B4BC-92BE401FC4A9}" destId="{38884C4A-6D13-4D12-AF47-A4E1ED7C75ED}" srcOrd="0" destOrd="0" presId="urn:microsoft.com/office/officeart/2008/layout/NameandTitleOrganizationalChart"/>
    <dgm:cxn modelId="{FC40F5E2-C1D8-B84C-AABC-F63E2C858FEB}" type="presOf" srcId="{324AE759-EA5B-43E9-BFBE-7DBEDDB1EAF2}" destId="{27E13194-96EE-439E-B62A-9BD46198C5FD}" srcOrd="1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F57484F4-8991-C246-B286-E27453459879}" type="presOf" srcId="{C71AFBDC-5A44-4084-A69B-7502BC756E7F}" destId="{81C1CE97-68ED-4F4E-9530-89C7929AFCD8}" srcOrd="1" destOrd="0" presId="urn:microsoft.com/office/officeart/2008/layout/NameandTitleOrganizationalChart"/>
    <dgm:cxn modelId="{CDBB0957-950F-0F4A-B457-8465C9C40076}" type="presParOf" srcId="{0EC98064-6E1F-4786-A6E7-0BA6CD2CDCD5}" destId="{70B0F8D5-0393-4FBE-BC7D-BD55928CCBF2}" srcOrd="0" destOrd="0" presId="urn:microsoft.com/office/officeart/2008/layout/NameandTitleOrganizationalChart"/>
    <dgm:cxn modelId="{D53307A3-CC8F-D84D-A9E3-003F4C08964F}" type="presParOf" srcId="{70B0F8D5-0393-4FBE-BC7D-BD55928CCBF2}" destId="{E94A0BBF-CCAD-46BF-AFC9-EAE4CE98A36E}" srcOrd="0" destOrd="0" presId="urn:microsoft.com/office/officeart/2008/layout/NameandTitleOrganizationalChart"/>
    <dgm:cxn modelId="{C100AB8F-A7D9-624D-9F36-196F2A6D0E00}" type="presParOf" srcId="{E94A0BBF-CCAD-46BF-AFC9-EAE4CE98A36E}" destId="{1DEB55FD-3875-4EE0-AD4C-3102F78FAAD0}" srcOrd="0" destOrd="0" presId="urn:microsoft.com/office/officeart/2008/layout/NameandTitleOrganizationalChart"/>
    <dgm:cxn modelId="{BCB24070-D57C-E14A-866D-46DCA2279DD6}" type="presParOf" srcId="{E94A0BBF-CCAD-46BF-AFC9-EAE4CE98A36E}" destId="{38884C4A-6D13-4D12-AF47-A4E1ED7C75ED}" srcOrd="1" destOrd="0" presId="urn:microsoft.com/office/officeart/2008/layout/NameandTitleOrganizationalChart"/>
    <dgm:cxn modelId="{81570B26-2835-874A-976C-FFF05B0EB722}" type="presParOf" srcId="{E94A0BBF-CCAD-46BF-AFC9-EAE4CE98A36E}" destId="{27E13194-96EE-439E-B62A-9BD46198C5FD}" srcOrd="2" destOrd="0" presId="urn:microsoft.com/office/officeart/2008/layout/NameandTitleOrganizationalChart"/>
    <dgm:cxn modelId="{61C51FB2-16F2-5548-A496-E37B8FAA8710}" type="presParOf" srcId="{70B0F8D5-0393-4FBE-BC7D-BD55928CCBF2}" destId="{918091F6-5347-4F3D-A6A0-44439A0B27EE}" srcOrd="1" destOrd="0" presId="urn:microsoft.com/office/officeart/2008/layout/NameandTitleOrganizationalChart"/>
    <dgm:cxn modelId="{ED851F7E-C0A5-B94D-8975-E55014AED5B8}" type="presParOf" srcId="{70B0F8D5-0393-4FBE-BC7D-BD55928CCBF2}" destId="{9DE24B5D-4C99-41D1-AE4F-3FF48C2AF24C}" srcOrd="2" destOrd="0" presId="urn:microsoft.com/office/officeart/2008/layout/NameandTitleOrganizationalChart"/>
    <dgm:cxn modelId="{C4E77ADD-3C28-BB44-92ED-EFE7265E1E4B}" type="presParOf" srcId="{0EC98064-6E1F-4786-A6E7-0BA6CD2CDCD5}" destId="{42A7C26D-4A9D-43F2-A25C-6B4236ED9E0E}" srcOrd="1" destOrd="0" presId="urn:microsoft.com/office/officeart/2008/layout/NameandTitleOrganizationalChart"/>
    <dgm:cxn modelId="{1B980C33-D98D-AD43-82A1-556AEACAD4CC}" type="presParOf" srcId="{42A7C26D-4A9D-43F2-A25C-6B4236ED9E0E}" destId="{54A88C5B-FDE3-4C5F-8E16-133CD34C54A6}" srcOrd="0" destOrd="0" presId="urn:microsoft.com/office/officeart/2008/layout/NameandTitleOrganizationalChart"/>
    <dgm:cxn modelId="{8C8F4728-4A09-2446-AF2A-929EF44154CA}" type="presParOf" srcId="{54A88C5B-FDE3-4C5F-8E16-133CD34C54A6}" destId="{B0D5236A-37CE-45BC-92FE-027BC0676FB2}" srcOrd="0" destOrd="0" presId="urn:microsoft.com/office/officeart/2008/layout/NameandTitleOrganizationalChart"/>
    <dgm:cxn modelId="{E2F8A66D-361E-2348-BD7E-168369CC81C7}" type="presParOf" srcId="{54A88C5B-FDE3-4C5F-8E16-133CD34C54A6}" destId="{0E30C8B5-30D8-4E64-81F3-03C511BC79F8}" srcOrd="1" destOrd="0" presId="urn:microsoft.com/office/officeart/2008/layout/NameandTitleOrganizationalChart"/>
    <dgm:cxn modelId="{F935EC17-52A9-D84D-8082-5F72CEF9B6E8}" type="presParOf" srcId="{54A88C5B-FDE3-4C5F-8E16-133CD34C54A6}" destId="{81C1CE97-68ED-4F4E-9530-89C7929AFCD8}" srcOrd="2" destOrd="0" presId="urn:microsoft.com/office/officeart/2008/layout/NameandTitleOrganizationalChart"/>
    <dgm:cxn modelId="{A48D58EE-F121-E945-B50B-0ED341087979}" type="presParOf" srcId="{42A7C26D-4A9D-43F2-A25C-6B4236ED9E0E}" destId="{66100891-CADC-471F-BF1B-01BA8DEEE6DB}" srcOrd="1" destOrd="0" presId="urn:microsoft.com/office/officeart/2008/layout/NameandTitleOrganizationalChart"/>
    <dgm:cxn modelId="{74E91937-05A6-D646-8800-B002F41D0ECD}" type="presParOf" srcId="{66100891-CADC-471F-BF1B-01BA8DEEE6DB}" destId="{0E6444CC-37DE-4CDE-8446-F4199A4A2755}" srcOrd="0" destOrd="0" presId="urn:microsoft.com/office/officeart/2008/layout/NameandTitleOrganizationalChart"/>
    <dgm:cxn modelId="{4019C720-E0D4-CE4D-8FFA-46161BF12290}" type="presParOf" srcId="{66100891-CADC-471F-BF1B-01BA8DEEE6DB}" destId="{AC1C610F-ACD6-4FA0-8ABC-B7BF2D9DC523}" srcOrd="1" destOrd="0" presId="urn:microsoft.com/office/officeart/2008/layout/NameandTitleOrganizationalChart"/>
    <dgm:cxn modelId="{BAAE6334-C7C6-844B-86D3-3E8787EF4DCD}" type="presParOf" srcId="{AC1C610F-ACD6-4FA0-8ABC-B7BF2D9DC523}" destId="{BAF86E66-36F7-4F31-9EB8-16AFD289CBFA}" srcOrd="0" destOrd="0" presId="urn:microsoft.com/office/officeart/2008/layout/NameandTitleOrganizationalChart"/>
    <dgm:cxn modelId="{299DF938-3DE6-9A4E-B8C1-2633B18FF802}" type="presParOf" srcId="{BAF86E66-36F7-4F31-9EB8-16AFD289CBFA}" destId="{0353F96E-D554-4C75-88E9-556714A9B955}" srcOrd="0" destOrd="0" presId="urn:microsoft.com/office/officeart/2008/layout/NameandTitleOrganizationalChart"/>
    <dgm:cxn modelId="{54B21E40-F031-D142-8131-54CB2AB4ACEE}" type="presParOf" srcId="{BAF86E66-36F7-4F31-9EB8-16AFD289CBFA}" destId="{DC8749FA-065E-4702-83BB-B20215DD0B31}" srcOrd="1" destOrd="0" presId="urn:microsoft.com/office/officeart/2008/layout/NameandTitleOrganizationalChart"/>
    <dgm:cxn modelId="{F3AA6714-76FE-0547-935D-6C54DF298100}" type="presParOf" srcId="{BAF86E66-36F7-4F31-9EB8-16AFD289CBFA}" destId="{BF0DC753-1E97-4701-A19E-3D1C474DDAEA}" srcOrd="2" destOrd="0" presId="urn:microsoft.com/office/officeart/2008/layout/NameandTitleOrganizationalChart"/>
    <dgm:cxn modelId="{06F81196-AE1A-244C-B0C0-E28174A7BFE7}" type="presParOf" srcId="{AC1C610F-ACD6-4FA0-8ABC-B7BF2D9DC523}" destId="{7D8284A1-6243-430F-B8A6-2B1E996D8EA9}" srcOrd="1" destOrd="0" presId="urn:microsoft.com/office/officeart/2008/layout/NameandTitleOrganizationalChart"/>
    <dgm:cxn modelId="{D29D4E95-2DA9-6A47-B9D1-5B2857F3553D}" type="presParOf" srcId="{AC1C610F-ACD6-4FA0-8ABC-B7BF2D9DC523}" destId="{EEA32AE7-9A25-45D2-9E8A-6D42F65E172C}" srcOrd="2" destOrd="0" presId="urn:microsoft.com/office/officeart/2008/layout/NameandTitleOrganizationalChart"/>
    <dgm:cxn modelId="{EA7AAA54-386E-E442-B4ED-AEC7830383DE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7756D411-D91A-0043-A877-AE4ECE4871EF}" type="presOf" srcId="{9B769433-A691-43AB-B1B5-B2700192D3BC}" destId="{0E6444CC-37DE-4CDE-8446-F4199A4A2755}" srcOrd="0" destOrd="0" presId="urn:microsoft.com/office/officeart/2008/layout/NameandTitleOrganizationalChart"/>
    <dgm:cxn modelId="{84AA4F32-C6E6-4045-9E52-6484A344D541}" type="presOf" srcId="{2ABE50E3-15EA-4672-A04F-9F410A15D775}" destId="{DC8749FA-065E-4702-83BB-B20215DD0B31}" srcOrd="0" destOrd="0" presId="urn:microsoft.com/office/officeart/2008/layout/NameandTitleOrganizationalChart"/>
    <dgm:cxn modelId="{0A0BD432-7C97-8049-94BB-A050BC974DD3}" type="presOf" srcId="{324AE759-EA5B-43E9-BFBE-7DBEDDB1EAF2}" destId="{27E13194-96EE-439E-B62A-9BD46198C5FD}" srcOrd="1" destOrd="0" presId="urn:microsoft.com/office/officeart/2008/layout/NameandTitleOrganizationalChart"/>
    <dgm:cxn modelId="{10B20E5D-1373-9645-9419-C1893FEA414C}" type="presOf" srcId="{7B1AF886-F7AB-4065-9612-6A6FEC4F4FE2}" destId="{BF0DC753-1E97-4701-A19E-3D1C474DDAEA}" srcOrd="1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999AED72-3CD2-074F-B73C-87E3CADC1CF1}" type="presOf" srcId="{7B1AF886-F7AB-4065-9612-6A6FEC4F4FE2}" destId="{0353F96E-D554-4C75-88E9-556714A9B955}" srcOrd="0" destOrd="0" presId="urn:microsoft.com/office/officeart/2008/layout/NameandTitleOrganizationalChart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C365B889-E21A-DF4F-9382-F9E150779876}" type="presOf" srcId="{85AA00B2-F5D8-4B13-B4BC-92BE401FC4A9}" destId="{38884C4A-6D13-4D12-AF47-A4E1ED7C75ED}" srcOrd="0" destOrd="0" presId="urn:microsoft.com/office/officeart/2008/layout/NameandTitleOrganizationalChart"/>
    <dgm:cxn modelId="{9C61E3AD-FD45-9D4F-AA4C-FA157BB48910}" type="presOf" srcId="{324AE759-EA5B-43E9-BFBE-7DBEDDB1EAF2}" destId="{1DEB55FD-3875-4EE0-AD4C-3102F78FAAD0}" srcOrd="0" destOrd="0" presId="urn:microsoft.com/office/officeart/2008/layout/NameandTitleOrganizationalChart"/>
    <dgm:cxn modelId="{480209D2-543C-B64B-8CAD-8E9B9B62DBAE}" type="presOf" srcId="{999BBAA3-0632-4DE8-8610-B02FB2B2467D}" destId="{0E30C8B5-30D8-4E64-81F3-03C511BC79F8}" srcOrd="0" destOrd="0" presId="urn:microsoft.com/office/officeart/2008/layout/NameandTitleOrganizationalChart"/>
    <dgm:cxn modelId="{8A0BD9EB-07EF-B64F-AE91-D7F9100DE253}" type="presOf" srcId="{14180968-DDD1-4C35-8F9B-7E58374859DA}" destId="{0EC98064-6E1F-4786-A6E7-0BA6CD2CDCD5}" srcOrd="0" destOrd="0" presId="urn:microsoft.com/office/officeart/2008/layout/NameandTitleOrganizationalChart"/>
    <dgm:cxn modelId="{74E465ED-CE16-6B49-ADBE-979ED18C9AED}" type="presOf" srcId="{C71AFBDC-5A44-4084-A69B-7502BC756E7F}" destId="{B0D5236A-37CE-45BC-92FE-027BC0676FB2}" srcOrd="0" destOrd="0" presId="urn:microsoft.com/office/officeart/2008/layout/NameandTitleOrganizationalChart"/>
    <dgm:cxn modelId="{5585F9F0-5F97-564E-923D-1545F90248EC}" type="presOf" srcId="{C71AFBDC-5A44-4084-A69B-7502BC756E7F}" destId="{81C1CE97-68ED-4F4E-9530-89C7929AFCD8}" srcOrd="1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ABBCFFF8-26E3-5542-B1D5-E1BD66183600}" type="presParOf" srcId="{0EC98064-6E1F-4786-A6E7-0BA6CD2CDCD5}" destId="{70B0F8D5-0393-4FBE-BC7D-BD55928CCBF2}" srcOrd="0" destOrd="0" presId="urn:microsoft.com/office/officeart/2008/layout/NameandTitleOrganizationalChart"/>
    <dgm:cxn modelId="{8C33BAF7-46F4-F545-B49E-87522044E957}" type="presParOf" srcId="{70B0F8D5-0393-4FBE-BC7D-BD55928CCBF2}" destId="{E94A0BBF-CCAD-46BF-AFC9-EAE4CE98A36E}" srcOrd="0" destOrd="0" presId="urn:microsoft.com/office/officeart/2008/layout/NameandTitleOrganizationalChart"/>
    <dgm:cxn modelId="{67AF5113-EC99-8541-8FC2-C780FE321E81}" type="presParOf" srcId="{E94A0BBF-CCAD-46BF-AFC9-EAE4CE98A36E}" destId="{1DEB55FD-3875-4EE0-AD4C-3102F78FAAD0}" srcOrd="0" destOrd="0" presId="urn:microsoft.com/office/officeart/2008/layout/NameandTitleOrganizationalChart"/>
    <dgm:cxn modelId="{D2620716-7B36-0A46-9FAF-BA43EF1C1167}" type="presParOf" srcId="{E94A0BBF-CCAD-46BF-AFC9-EAE4CE98A36E}" destId="{38884C4A-6D13-4D12-AF47-A4E1ED7C75ED}" srcOrd="1" destOrd="0" presId="urn:microsoft.com/office/officeart/2008/layout/NameandTitleOrganizationalChart"/>
    <dgm:cxn modelId="{455AB984-0C45-734C-BB9A-C8E14F98B4F3}" type="presParOf" srcId="{E94A0BBF-CCAD-46BF-AFC9-EAE4CE98A36E}" destId="{27E13194-96EE-439E-B62A-9BD46198C5FD}" srcOrd="2" destOrd="0" presId="urn:microsoft.com/office/officeart/2008/layout/NameandTitleOrganizationalChart"/>
    <dgm:cxn modelId="{8C621376-E077-5142-8B9F-105F8F5BEBD4}" type="presParOf" srcId="{70B0F8D5-0393-4FBE-BC7D-BD55928CCBF2}" destId="{918091F6-5347-4F3D-A6A0-44439A0B27EE}" srcOrd="1" destOrd="0" presId="urn:microsoft.com/office/officeart/2008/layout/NameandTitleOrganizationalChart"/>
    <dgm:cxn modelId="{0F2B3D3B-4282-2942-9653-A5ADAFF7AD5F}" type="presParOf" srcId="{70B0F8D5-0393-4FBE-BC7D-BD55928CCBF2}" destId="{9DE24B5D-4C99-41D1-AE4F-3FF48C2AF24C}" srcOrd="2" destOrd="0" presId="urn:microsoft.com/office/officeart/2008/layout/NameandTitleOrganizationalChart"/>
    <dgm:cxn modelId="{FAE39009-4113-4B4F-8668-1E9FA3C2C0D5}" type="presParOf" srcId="{0EC98064-6E1F-4786-A6E7-0BA6CD2CDCD5}" destId="{42A7C26D-4A9D-43F2-A25C-6B4236ED9E0E}" srcOrd="1" destOrd="0" presId="urn:microsoft.com/office/officeart/2008/layout/NameandTitleOrganizationalChart"/>
    <dgm:cxn modelId="{F706913B-0449-1B4A-BDD2-16BB582A7322}" type="presParOf" srcId="{42A7C26D-4A9D-43F2-A25C-6B4236ED9E0E}" destId="{54A88C5B-FDE3-4C5F-8E16-133CD34C54A6}" srcOrd="0" destOrd="0" presId="urn:microsoft.com/office/officeart/2008/layout/NameandTitleOrganizationalChart"/>
    <dgm:cxn modelId="{E2B3B7FA-72C7-4747-A981-9740C0209A7C}" type="presParOf" srcId="{54A88C5B-FDE3-4C5F-8E16-133CD34C54A6}" destId="{B0D5236A-37CE-45BC-92FE-027BC0676FB2}" srcOrd="0" destOrd="0" presId="urn:microsoft.com/office/officeart/2008/layout/NameandTitleOrganizationalChart"/>
    <dgm:cxn modelId="{353BA502-6E00-6E4B-942E-9524323E20DB}" type="presParOf" srcId="{54A88C5B-FDE3-4C5F-8E16-133CD34C54A6}" destId="{0E30C8B5-30D8-4E64-81F3-03C511BC79F8}" srcOrd="1" destOrd="0" presId="urn:microsoft.com/office/officeart/2008/layout/NameandTitleOrganizationalChart"/>
    <dgm:cxn modelId="{E12E3DF9-1964-784E-AEAD-99CD9C11334E}" type="presParOf" srcId="{54A88C5B-FDE3-4C5F-8E16-133CD34C54A6}" destId="{81C1CE97-68ED-4F4E-9530-89C7929AFCD8}" srcOrd="2" destOrd="0" presId="urn:microsoft.com/office/officeart/2008/layout/NameandTitleOrganizationalChart"/>
    <dgm:cxn modelId="{27D84D72-29D1-0645-BBA5-37FB617BFD00}" type="presParOf" srcId="{42A7C26D-4A9D-43F2-A25C-6B4236ED9E0E}" destId="{66100891-CADC-471F-BF1B-01BA8DEEE6DB}" srcOrd="1" destOrd="0" presId="urn:microsoft.com/office/officeart/2008/layout/NameandTitleOrganizationalChart"/>
    <dgm:cxn modelId="{C0278DFD-1CBE-2640-B540-6514356218C0}" type="presParOf" srcId="{66100891-CADC-471F-BF1B-01BA8DEEE6DB}" destId="{0E6444CC-37DE-4CDE-8446-F4199A4A2755}" srcOrd="0" destOrd="0" presId="urn:microsoft.com/office/officeart/2008/layout/NameandTitleOrganizationalChart"/>
    <dgm:cxn modelId="{E5EF2491-4628-3E49-9265-7B574D15BB92}" type="presParOf" srcId="{66100891-CADC-471F-BF1B-01BA8DEEE6DB}" destId="{AC1C610F-ACD6-4FA0-8ABC-B7BF2D9DC523}" srcOrd="1" destOrd="0" presId="urn:microsoft.com/office/officeart/2008/layout/NameandTitleOrganizationalChart"/>
    <dgm:cxn modelId="{39894AF5-982D-ED47-9538-8D6789EC6964}" type="presParOf" srcId="{AC1C610F-ACD6-4FA0-8ABC-B7BF2D9DC523}" destId="{BAF86E66-36F7-4F31-9EB8-16AFD289CBFA}" srcOrd="0" destOrd="0" presId="urn:microsoft.com/office/officeart/2008/layout/NameandTitleOrganizationalChart"/>
    <dgm:cxn modelId="{45CDC9A6-04F2-6441-A3F4-F7DA821C69E4}" type="presParOf" srcId="{BAF86E66-36F7-4F31-9EB8-16AFD289CBFA}" destId="{0353F96E-D554-4C75-88E9-556714A9B955}" srcOrd="0" destOrd="0" presId="urn:microsoft.com/office/officeart/2008/layout/NameandTitleOrganizationalChart"/>
    <dgm:cxn modelId="{65C91F5F-2171-0746-AD6D-2884D58DDB1C}" type="presParOf" srcId="{BAF86E66-36F7-4F31-9EB8-16AFD289CBFA}" destId="{DC8749FA-065E-4702-83BB-B20215DD0B31}" srcOrd="1" destOrd="0" presId="urn:microsoft.com/office/officeart/2008/layout/NameandTitleOrganizationalChart"/>
    <dgm:cxn modelId="{8DD742E0-39A7-3843-B9B5-AAC6442A8600}" type="presParOf" srcId="{BAF86E66-36F7-4F31-9EB8-16AFD289CBFA}" destId="{BF0DC753-1E97-4701-A19E-3D1C474DDAEA}" srcOrd="2" destOrd="0" presId="urn:microsoft.com/office/officeart/2008/layout/NameandTitleOrganizationalChart"/>
    <dgm:cxn modelId="{6283FCD1-3EEE-6C42-8C76-12FE4B7043FA}" type="presParOf" srcId="{AC1C610F-ACD6-4FA0-8ABC-B7BF2D9DC523}" destId="{7D8284A1-6243-430F-B8A6-2B1E996D8EA9}" srcOrd="1" destOrd="0" presId="urn:microsoft.com/office/officeart/2008/layout/NameandTitleOrganizationalChart"/>
    <dgm:cxn modelId="{1B85E102-95A3-4945-9AF7-2BDAB070A667}" type="presParOf" srcId="{AC1C610F-ACD6-4FA0-8ABC-B7BF2D9DC523}" destId="{EEA32AE7-9A25-45D2-9E8A-6D42F65E172C}" srcOrd="2" destOrd="0" presId="urn:microsoft.com/office/officeart/2008/layout/NameandTitleOrganizationalChart"/>
    <dgm:cxn modelId="{1395060E-339B-3344-8B07-F9821BC2BDAB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FEDA940B-ED95-4147-9F09-DC707D3056E5}" type="presOf" srcId="{2ABE50E3-15EA-4672-A04F-9F410A15D775}" destId="{DC8749FA-065E-4702-83BB-B20215DD0B31}" srcOrd="0" destOrd="0" presId="urn:microsoft.com/office/officeart/2008/layout/NameandTitleOrganizationalChart"/>
    <dgm:cxn modelId="{86C3EF16-3C3E-5D48-AC7F-7D7DABD4CDDC}" type="presOf" srcId="{85AA00B2-F5D8-4B13-B4BC-92BE401FC4A9}" destId="{38884C4A-6D13-4D12-AF47-A4E1ED7C75ED}" srcOrd="0" destOrd="0" presId="urn:microsoft.com/office/officeart/2008/layout/NameandTitleOrganizationalChart"/>
    <dgm:cxn modelId="{9910F51A-BB3C-8F4A-9E46-C89C0984F6AC}" type="presOf" srcId="{324AE759-EA5B-43E9-BFBE-7DBEDDB1EAF2}" destId="{27E13194-96EE-439E-B62A-9BD46198C5FD}" srcOrd="1" destOrd="0" presId="urn:microsoft.com/office/officeart/2008/layout/NameandTitleOrganizationalChart"/>
    <dgm:cxn modelId="{8B092B1F-022D-6742-8E7E-59670DC7803B}" type="presOf" srcId="{C71AFBDC-5A44-4084-A69B-7502BC756E7F}" destId="{B0D5236A-37CE-45BC-92FE-027BC0676FB2}" srcOrd="0" destOrd="0" presId="urn:microsoft.com/office/officeart/2008/layout/NameandTitleOrganizationalChart"/>
    <dgm:cxn modelId="{A87B0330-B1B9-FC49-A535-6370E0FD5673}" type="presOf" srcId="{7B1AF886-F7AB-4065-9612-6A6FEC4F4FE2}" destId="{0353F96E-D554-4C75-88E9-556714A9B955}" srcOrd="0" destOrd="0" presId="urn:microsoft.com/office/officeart/2008/layout/NameandTitleOrganizationalChart"/>
    <dgm:cxn modelId="{9B7EFF67-6F90-3947-8423-536307FB0C73}" type="presOf" srcId="{C71AFBDC-5A44-4084-A69B-7502BC756E7F}" destId="{81C1CE97-68ED-4F4E-9530-89C7929AFCD8}" srcOrd="1" destOrd="0" presId="urn:microsoft.com/office/officeart/2008/layout/NameandTitleOrganizationalChart"/>
    <dgm:cxn modelId="{95E4A54C-2C0C-C148-9A13-8DBE8E444F8C}" type="presOf" srcId="{7B1AF886-F7AB-4065-9612-6A6FEC4F4FE2}" destId="{BF0DC753-1E97-4701-A19E-3D1C474DDAEA}" srcOrd="1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92B9F89C-AA24-784C-A964-A266674902E9}" type="presOf" srcId="{999BBAA3-0632-4DE8-8610-B02FB2B2467D}" destId="{0E30C8B5-30D8-4E64-81F3-03C511BC79F8}" srcOrd="0" destOrd="0" presId="urn:microsoft.com/office/officeart/2008/layout/NameandTitleOrganizationalChart"/>
    <dgm:cxn modelId="{EF14EEC6-6F78-2F4E-9CB4-BB264199EC34}" type="presOf" srcId="{14180968-DDD1-4C35-8F9B-7E58374859DA}" destId="{0EC98064-6E1F-4786-A6E7-0BA6CD2CDCD5}" srcOrd="0" destOrd="0" presId="urn:microsoft.com/office/officeart/2008/layout/NameandTitleOrganizationalChart"/>
    <dgm:cxn modelId="{052A91E4-7719-7D4C-B19E-CC78A5C77054}" type="presOf" srcId="{9B769433-A691-43AB-B1B5-B2700192D3BC}" destId="{0E6444CC-37DE-4CDE-8446-F4199A4A2755}" srcOrd="0" destOrd="0" presId="urn:microsoft.com/office/officeart/2008/layout/NameandTitleOrganizationalChart"/>
    <dgm:cxn modelId="{2C8A63E9-416F-7348-A0A6-DFEEABDF211B}" type="presOf" srcId="{324AE759-EA5B-43E9-BFBE-7DBEDDB1EAF2}" destId="{1DEB55FD-3875-4EE0-AD4C-3102F78FAAD0}" srcOrd="0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071D7910-CCED-E34F-BC32-4A17C4479638}" type="presParOf" srcId="{0EC98064-6E1F-4786-A6E7-0BA6CD2CDCD5}" destId="{70B0F8D5-0393-4FBE-BC7D-BD55928CCBF2}" srcOrd="0" destOrd="0" presId="urn:microsoft.com/office/officeart/2008/layout/NameandTitleOrganizationalChart"/>
    <dgm:cxn modelId="{736B0E5A-6961-774B-AF57-2C7AE3530328}" type="presParOf" srcId="{70B0F8D5-0393-4FBE-BC7D-BD55928CCBF2}" destId="{E94A0BBF-CCAD-46BF-AFC9-EAE4CE98A36E}" srcOrd="0" destOrd="0" presId="urn:microsoft.com/office/officeart/2008/layout/NameandTitleOrganizationalChart"/>
    <dgm:cxn modelId="{BAD41DDE-BBE7-DC45-95D4-F708639F95B0}" type="presParOf" srcId="{E94A0BBF-CCAD-46BF-AFC9-EAE4CE98A36E}" destId="{1DEB55FD-3875-4EE0-AD4C-3102F78FAAD0}" srcOrd="0" destOrd="0" presId="urn:microsoft.com/office/officeart/2008/layout/NameandTitleOrganizationalChart"/>
    <dgm:cxn modelId="{6E05FB6F-259E-A44E-8C60-74DA77D855E3}" type="presParOf" srcId="{E94A0BBF-CCAD-46BF-AFC9-EAE4CE98A36E}" destId="{38884C4A-6D13-4D12-AF47-A4E1ED7C75ED}" srcOrd="1" destOrd="0" presId="urn:microsoft.com/office/officeart/2008/layout/NameandTitleOrganizationalChart"/>
    <dgm:cxn modelId="{FFF57E6E-174E-824F-A426-2B82D96F6299}" type="presParOf" srcId="{E94A0BBF-CCAD-46BF-AFC9-EAE4CE98A36E}" destId="{27E13194-96EE-439E-B62A-9BD46198C5FD}" srcOrd="2" destOrd="0" presId="urn:microsoft.com/office/officeart/2008/layout/NameandTitleOrganizationalChart"/>
    <dgm:cxn modelId="{BC29B5AF-BD9C-EC45-BFB2-A7F6510B0A65}" type="presParOf" srcId="{70B0F8D5-0393-4FBE-BC7D-BD55928CCBF2}" destId="{918091F6-5347-4F3D-A6A0-44439A0B27EE}" srcOrd="1" destOrd="0" presId="urn:microsoft.com/office/officeart/2008/layout/NameandTitleOrganizationalChart"/>
    <dgm:cxn modelId="{2C7D4440-312B-E44C-9033-5370CFB2E85E}" type="presParOf" srcId="{70B0F8D5-0393-4FBE-BC7D-BD55928CCBF2}" destId="{9DE24B5D-4C99-41D1-AE4F-3FF48C2AF24C}" srcOrd="2" destOrd="0" presId="urn:microsoft.com/office/officeart/2008/layout/NameandTitleOrganizationalChart"/>
    <dgm:cxn modelId="{7660A002-6207-BE44-9672-31D0C6915422}" type="presParOf" srcId="{0EC98064-6E1F-4786-A6E7-0BA6CD2CDCD5}" destId="{42A7C26D-4A9D-43F2-A25C-6B4236ED9E0E}" srcOrd="1" destOrd="0" presId="urn:microsoft.com/office/officeart/2008/layout/NameandTitleOrganizationalChart"/>
    <dgm:cxn modelId="{C4873C58-187C-0F49-ABF3-2D2738E7A630}" type="presParOf" srcId="{42A7C26D-4A9D-43F2-A25C-6B4236ED9E0E}" destId="{54A88C5B-FDE3-4C5F-8E16-133CD34C54A6}" srcOrd="0" destOrd="0" presId="urn:microsoft.com/office/officeart/2008/layout/NameandTitleOrganizationalChart"/>
    <dgm:cxn modelId="{0EB8CCF3-7B38-174A-B43F-77D646993CE9}" type="presParOf" srcId="{54A88C5B-FDE3-4C5F-8E16-133CD34C54A6}" destId="{B0D5236A-37CE-45BC-92FE-027BC0676FB2}" srcOrd="0" destOrd="0" presId="urn:microsoft.com/office/officeart/2008/layout/NameandTitleOrganizationalChart"/>
    <dgm:cxn modelId="{AF701086-03E7-B44E-B77F-9F18CFF30A21}" type="presParOf" srcId="{54A88C5B-FDE3-4C5F-8E16-133CD34C54A6}" destId="{0E30C8B5-30D8-4E64-81F3-03C511BC79F8}" srcOrd="1" destOrd="0" presId="urn:microsoft.com/office/officeart/2008/layout/NameandTitleOrganizationalChart"/>
    <dgm:cxn modelId="{384425EF-354F-AB4D-8772-D780EF13F6EB}" type="presParOf" srcId="{54A88C5B-FDE3-4C5F-8E16-133CD34C54A6}" destId="{81C1CE97-68ED-4F4E-9530-89C7929AFCD8}" srcOrd="2" destOrd="0" presId="urn:microsoft.com/office/officeart/2008/layout/NameandTitleOrganizationalChart"/>
    <dgm:cxn modelId="{0284E67E-07BC-DC43-A3FF-1E562D564EF7}" type="presParOf" srcId="{42A7C26D-4A9D-43F2-A25C-6B4236ED9E0E}" destId="{66100891-CADC-471F-BF1B-01BA8DEEE6DB}" srcOrd="1" destOrd="0" presId="urn:microsoft.com/office/officeart/2008/layout/NameandTitleOrganizationalChart"/>
    <dgm:cxn modelId="{D0E8D87D-71D9-F945-AB8A-3CF18AD0B82C}" type="presParOf" srcId="{66100891-CADC-471F-BF1B-01BA8DEEE6DB}" destId="{0E6444CC-37DE-4CDE-8446-F4199A4A2755}" srcOrd="0" destOrd="0" presId="urn:microsoft.com/office/officeart/2008/layout/NameandTitleOrganizationalChart"/>
    <dgm:cxn modelId="{02C24BE9-DB3E-3741-8A00-84335EF765A0}" type="presParOf" srcId="{66100891-CADC-471F-BF1B-01BA8DEEE6DB}" destId="{AC1C610F-ACD6-4FA0-8ABC-B7BF2D9DC523}" srcOrd="1" destOrd="0" presId="urn:microsoft.com/office/officeart/2008/layout/NameandTitleOrganizationalChart"/>
    <dgm:cxn modelId="{B4D0741A-77E4-0047-AEF2-124ED0094D6A}" type="presParOf" srcId="{AC1C610F-ACD6-4FA0-8ABC-B7BF2D9DC523}" destId="{BAF86E66-36F7-4F31-9EB8-16AFD289CBFA}" srcOrd="0" destOrd="0" presId="urn:microsoft.com/office/officeart/2008/layout/NameandTitleOrganizationalChart"/>
    <dgm:cxn modelId="{A489ABB9-32FC-E741-9079-631CDA9A2C13}" type="presParOf" srcId="{BAF86E66-36F7-4F31-9EB8-16AFD289CBFA}" destId="{0353F96E-D554-4C75-88E9-556714A9B955}" srcOrd="0" destOrd="0" presId="urn:microsoft.com/office/officeart/2008/layout/NameandTitleOrganizationalChart"/>
    <dgm:cxn modelId="{0A3F86D5-0474-4442-B9E6-6B441212418E}" type="presParOf" srcId="{BAF86E66-36F7-4F31-9EB8-16AFD289CBFA}" destId="{DC8749FA-065E-4702-83BB-B20215DD0B31}" srcOrd="1" destOrd="0" presId="urn:microsoft.com/office/officeart/2008/layout/NameandTitleOrganizationalChart"/>
    <dgm:cxn modelId="{980143B1-36FF-F14B-ADCB-3EC1450A09C4}" type="presParOf" srcId="{BAF86E66-36F7-4F31-9EB8-16AFD289CBFA}" destId="{BF0DC753-1E97-4701-A19E-3D1C474DDAEA}" srcOrd="2" destOrd="0" presId="urn:microsoft.com/office/officeart/2008/layout/NameandTitleOrganizationalChart"/>
    <dgm:cxn modelId="{1F6E8A9A-7408-1640-914A-BFCFEEB7BD3D}" type="presParOf" srcId="{AC1C610F-ACD6-4FA0-8ABC-B7BF2D9DC523}" destId="{7D8284A1-6243-430F-B8A6-2B1E996D8EA9}" srcOrd="1" destOrd="0" presId="urn:microsoft.com/office/officeart/2008/layout/NameandTitleOrganizationalChart"/>
    <dgm:cxn modelId="{DC184199-6D38-D74C-821B-8548F8B5F02A}" type="presParOf" srcId="{AC1C610F-ACD6-4FA0-8ABC-B7BF2D9DC523}" destId="{EEA32AE7-9A25-45D2-9E8A-6D42F65E172C}" srcOrd="2" destOrd="0" presId="urn:microsoft.com/office/officeart/2008/layout/NameandTitleOrganizationalChart"/>
    <dgm:cxn modelId="{C6EC7D90-8771-D745-8B03-199CD185E91A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4AB75D08-A253-A74F-8F6B-5094B25F1707}" type="presOf" srcId="{14180968-DDD1-4C35-8F9B-7E58374859DA}" destId="{0EC98064-6E1F-4786-A6E7-0BA6CD2CDCD5}" srcOrd="0" destOrd="0" presId="urn:microsoft.com/office/officeart/2008/layout/NameandTitleOrganizationalChart"/>
    <dgm:cxn modelId="{8C9A1B27-C747-A24C-AFBB-10E038FD5319}" type="presOf" srcId="{C71AFBDC-5A44-4084-A69B-7502BC756E7F}" destId="{B0D5236A-37CE-45BC-92FE-027BC0676FB2}" srcOrd="0" destOrd="0" presId="urn:microsoft.com/office/officeart/2008/layout/NameandTitleOrganizationalChart"/>
    <dgm:cxn modelId="{09D6F83B-A2C5-B943-AB55-DE3C903CA720}" type="presOf" srcId="{2ABE50E3-15EA-4672-A04F-9F410A15D775}" destId="{DC8749FA-065E-4702-83BB-B20215DD0B31}" srcOrd="0" destOrd="0" presId="urn:microsoft.com/office/officeart/2008/layout/NameandTitleOrganizationalChart"/>
    <dgm:cxn modelId="{FB17786B-9997-E94C-B1D4-17B57BF40E07}" type="presOf" srcId="{999BBAA3-0632-4DE8-8610-B02FB2B2467D}" destId="{0E30C8B5-30D8-4E64-81F3-03C511BC79F8}" srcOrd="0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6F848273-A56C-7A4F-85EF-C5A7AA4E7A24}" type="presOf" srcId="{7B1AF886-F7AB-4065-9612-6A6FEC4F4FE2}" destId="{0353F96E-D554-4C75-88E9-556714A9B955}" srcOrd="0" destOrd="0" presId="urn:microsoft.com/office/officeart/2008/layout/NameandTitleOrganizationalChart"/>
    <dgm:cxn modelId="{3786A274-36EF-C848-9905-93D398E90B48}" type="presOf" srcId="{85AA00B2-F5D8-4B13-B4BC-92BE401FC4A9}" destId="{38884C4A-6D13-4D12-AF47-A4E1ED7C75ED}" srcOrd="0" destOrd="0" presId="urn:microsoft.com/office/officeart/2008/layout/NameandTitleOrganizationalChart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3F5B9E99-43E9-4A43-AC84-717865056019}" type="presOf" srcId="{324AE759-EA5B-43E9-BFBE-7DBEDDB1EAF2}" destId="{1DEB55FD-3875-4EE0-AD4C-3102F78FAAD0}" srcOrd="0" destOrd="0" presId="urn:microsoft.com/office/officeart/2008/layout/NameandTitleOrganizationalChart"/>
    <dgm:cxn modelId="{06583DB2-B423-5A4D-9E41-2EAEE964997E}" type="presOf" srcId="{7B1AF886-F7AB-4065-9612-6A6FEC4F4FE2}" destId="{BF0DC753-1E97-4701-A19E-3D1C474DDAEA}" srcOrd="1" destOrd="0" presId="urn:microsoft.com/office/officeart/2008/layout/NameandTitleOrganizationalChart"/>
    <dgm:cxn modelId="{7A5CD9C1-7809-934E-BC59-6CC284B6BDDE}" type="presOf" srcId="{C71AFBDC-5A44-4084-A69B-7502BC756E7F}" destId="{81C1CE97-68ED-4F4E-9530-89C7929AFCD8}" srcOrd="1" destOrd="0" presId="urn:microsoft.com/office/officeart/2008/layout/NameandTitleOrganizationalChart"/>
    <dgm:cxn modelId="{2126F8E3-591A-4C49-BD51-EE2162F9028C}" type="presOf" srcId="{9B769433-A691-43AB-B1B5-B2700192D3BC}" destId="{0E6444CC-37DE-4CDE-8446-F4199A4A2755}" srcOrd="0" destOrd="0" presId="urn:microsoft.com/office/officeart/2008/layout/NameandTitleOrganizationalChart"/>
    <dgm:cxn modelId="{90CA47EC-EC09-E84E-B623-98854CCB8B61}" type="presOf" srcId="{324AE759-EA5B-43E9-BFBE-7DBEDDB1EAF2}" destId="{27E13194-96EE-439E-B62A-9BD46198C5FD}" srcOrd="1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CEE579E2-8275-1244-BB73-35932D395999}" type="presParOf" srcId="{0EC98064-6E1F-4786-A6E7-0BA6CD2CDCD5}" destId="{70B0F8D5-0393-4FBE-BC7D-BD55928CCBF2}" srcOrd="0" destOrd="0" presId="urn:microsoft.com/office/officeart/2008/layout/NameandTitleOrganizationalChart"/>
    <dgm:cxn modelId="{56C5C531-E189-9B4E-9B53-11439AACD42B}" type="presParOf" srcId="{70B0F8D5-0393-4FBE-BC7D-BD55928CCBF2}" destId="{E94A0BBF-CCAD-46BF-AFC9-EAE4CE98A36E}" srcOrd="0" destOrd="0" presId="urn:microsoft.com/office/officeart/2008/layout/NameandTitleOrganizationalChart"/>
    <dgm:cxn modelId="{E3DE19F5-57CE-4A42-B464-1EA09B3AE675}" type="presParOf" srcId="{E94A0BBF-CCAD-46BF-AFC9-EAE4CE98A36E}" destId="{1DEB55FD-3875-4EE0-AD4C-3102F78FAAD0}" srcOrd="0" destOrd="0" presId="urn:microsoft.com/office/officeart/2008/layout/NameandTitleOrganizationalChart"/>
    <dgm:cxn modelId="{33178CD1-A1E2-374B-9339-58747DE178E8}" type="presParOf" srcId="{E94A0BBF-CCAD-46BF-AFC9-EAE4CE98A36E}" destId="{38884C4A-6D13-4D12-AF47-A4E1ED7C75ED}" srcOrd="1" destOrd="0" presId="urn:microsoft.com/office/officeart/2008/layout/NameandTitleOrganizationalChart"/>
    <dgm:cxn modelId="{52C7A828-92BB-FF4E-9AC8-AC67ABB1D9A6}" type="presParOf" srcId="{E94A0BBF-CCAD-46BF-AFC9-EAE4CE98A36E}" destId="{27E13194-96EE-439E-B62A-9BD46198C5FD}" srcOrd="2" destOrd="0" presId="urn:microsoft.com/office/officeart/2008/layout/NameandTitleOrganizationalChart"/>
    <dgm:cxn modelId="{98025784-0959-D046-BD52-6B4C17356F35}" type="presParOf" srcId="{70B0F8D5-0393-4FBE-BC7D-BD55928CCBF2}" destId="{918091F6-5347-4F3D-A6A0-44439A0B27EE}" srcOrd="1" destOrd="0" presId="urn:microsoft.com/office/officeart/2008/layout/NameandTitleOrganizationalChart"/>
    <dgm:cxn modelId="{8262D195-F400-B94A-BB0E-CB99FCC67C56}" type="presParOf" srcId="{70B0F8D5-0393-4FBE-BC7D-BD55928CCBF2}" destId="{9DE24B5D-4C99-41D1-AE4F-3FF48C2AF24C}" srcOrd="2" destOrd="0" presId="urn:microsoft.com/office/officeart/2008/layout/NameandTitleOrganizationalChart"/>
    <dgm:cxn modelId="{734C92CD-6B28-ED45-9336-8F7296FCF947}" type="presParOf" srcId="{0EC98064-6E1F-4786-A6E7-0BA6CD2CDCD5}" destId="{42A7C26D-4A9D-43F2-A25C-6B4236ED9E0E}" srcOrd="1" destOrd="0" presId="urn:microsoft.com/office/officeart/2008/layout/NameandTitleOrganizationalChart"/>
    <dgm:cxn modelId="{9A8F4DFB-B7C6-5942-94E7-E89F5112FF2E}" type="presParOf" srcId="{42A7C26D-4A9D-43F2-A25C-6B4236ED9E0E}" destId="{54A88C5B-FDE3-4C5F-8E16-133CD34C54A6}" srcOrd="0" destOrd="0" presId="urn:microsoft.com/office/officeart/2008/layout/NameandTitleOrganizationalChart"/>
    <dgm:cxn modelId="{3B53F0CD-6D3B-C840-8E10-8B542662ED7B}" type="presParOf" srcId="{54A88C5B-FDE3-4C5F-8E16-133CD34C54A6}" destId="{B0D5236A-37CE-45BC-92FE-027BC0676FB2}" srcOrd="0" destOrd="0" presId="urn:microsoft.com/office/officeart/2008/layout/NameandTitleOrganizationalChart"/>
    <dgm:cxn modelId="{E2118AFA-A59C-C84E-90D1-EBED4DFB5F45}" type="presParOf" srcId="{54A88C5B-FDE3-4C5F-8E16-133CD34C54A6}" destId="{0E30C8B5-30D8-4E64-81F3-03C511BC79F8}" srcOrd="1" destOrd="0" presId="urn:microsoft.com/office/officeart/2008/layout/NameandTitleOrganizationalChart"/>
    <dgm:cxn modelId="{00143425-0054-5741-B2B4-C44903EDA12F}" type="presParOf" srcId="{54A88C5B-FDE3-4C5F-8E16-133CD34C54A6}" destId="{81C1CE97-68ED-4F4E-9530-89C7929AFCD8}" srcOrd="2" destOrd="0" presId="urn:microsoft.com/office/officeart/2008/layout/NameandTitleOrganizationalChart"/>
    <dgm:cxn modelId="{1D80E05D-495E-514C-972F-DE0CBE845C1A}" type="presParOf" srcId="{42A7C26D-4A9D-43F2-A25C-6B4236ED9E0E}" destId="{66100891-CADC-471F-BF1B-01BA8DEEE6DB}" srcOrd="1" destOrd="0" presId="urn:microsoft.com/office/officeart/2008/layout/NameandTitleOrganizationalChart"/>
    <dgm:cxn modelId="{9D1D6CFC-0BE7-ED4A-A64C-AB4CCED30B03}" type="presParOf" srcId="{66100891-CADC-471F-BF1B-01BA8DEEE6DB}" destId="{0E6444CC-37DE-4CDE-8446-F4199A4A2755}" srcOrd="0" destOrd="0" presId="urn:microsoft.com/office/officeart/2008/layout/NameandTitleOrganizationalChart"/>
    <dgm:cxn modelId="{CD221419-2307-D443-B7F5-4E852C6C3B9B}" type="presParOf" srcId="{66100891-CADC-471F-BF1B-01BA8DEEE6DB}" destId="{AC1C610F-ACD6-4FA0-8ABC-B7BF2D9DC523}" srcOrd="1" destOrd="0" presId="urn:microsoft.com/office/officeart/2008/layout/NameandTitleOrganizationalChart"/>
    <dgm:cxn modelId="{1EB046AA-6FE3-DF47-BEE5-3C9A0088A3DF}" type="presParOf" srcId="{AC1C610F-ACD6-4FA0-8ABC-B7BF2D9DC523}" destId="{BAF86E66-36F7-4F31-9EB8-16AFD289CBFA}" srcOrd="0" destOrd="0" presId="urn:microsoft.com/office/officeart/2008/layout/NameandTitleOrganizationalChart"/>
    <dgm:cxn modelId="{3E0193EE-25CC-9C4E-A9B5-7D046DDA86D7}" type="presParOf" srcId="{BAF86E66-36F7-4F31-9EB8-16AFD289CBFA}" destId="{0353F96E-D554-4C75-88E9-556714A9B955}" srcOrd="0" destOrd="0" presId="urn:microsoft.com/office/officeart/2008/layout/NameandTitleOrganizationalChart"/>
    <dgm:cxn modelId="{690D7150-9F78-8D42-B8DE-D8AC53346B72}" type="presParOf" srcId="{BAF86E66-36F7-4F31-9EB8-16AFD289CBFA}" destId="{DC8749FA-065E-4702-83BB-B20215DD0B31}" srcOrd="1" destOrd="0" presId="urn:microsoft.com/office/officeart/2008/layout/NameandTitleOrganizationalChart"/>
    <dgm:cxn modelId="{7A0DD30E-0E60-0D44-B2DB-32EFA2E84E3A}" type="presParOf" srcId="{BAF86E66-36F7-4F31-9EB8-16AFD289CBFA}" destId="{BF0DC753-1E97-4701-A19E-3D1C474DDAEA}" srcOrd="2" destOrd="0" presId="urn:microsoft.com/office/officeart/2008/layout/NameandTitleOrganizationalChart"/>
    <dgm:cxn modelId="{477A06C1-AC61-334E-B427-0C1A7C2DE1BA}" type="presParOf" srcId="{AC1C610F-ACD6-4FA0-8ABC-B7BF2D9DC523}" destId="{7D8284A1-6243-430F-B8A6-2B1E996D8EA9}" srcOrd="1" destOrd="0" presId="urn:microsoft.com/office/officeart/2008/layout/NameandTitleOrganizationalChart"/>
    <dgm:cxn modelId="{CC388D75-A9BD-CA4B-B0CC-6B62648947B2}" type="presParOf" srcId="{AC1C610F-ACD6-4FA0-8ABC-B7BF2D9DC523}" destId="{EEA32AE7-9A25-45D2-9E8A-6D42F65E172C}" srcOrd="2" destOrd="0" presId="urn:microsoft.com/office/officeart/2008/layout/NameandTitleOrganizationalChart"/>
    <dgm:cxn modelId="{D8A1CC9E-7443-0C46-A3CE-3D0E0AB8AA5A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$200.01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0A86A80E-BE34-DB43-B82F-43AA6FB07F3E}" type="presOf" srcId="{7B1AF886-F7AB-4065-9612-6A6FEC4F4FE2}" destId="{0353F96E-D554-4C75-88E9-556714A9B955}" srcOrd="0" destOrd="0" presId="urn:microsoft.com/office/officeart/2008/layout/NameandTitleOrganizationalChart"/>
    <dgm:cxn modelId="{E517C22A-8EFB-F640-8D25-FF0C4B548976}" type="presOf" srcId="{324AE759-EA5B-43E9-BFBE-7DBEDDB1EAF2}" destId="{1DEB55FD-3875-4EE0-AD4C-3102F78FAAD0}" srcOrd="0" destOrd="0" presId="urn:microsoft.com/office/officeart/2008/layout/NameandTitleOrganizationalChart"/>
    <dgm:cxn modelId="{9367E65F-9079-0049-BA98-49D54678981F}" type="presOf" srcId="{85AA00B2-F5D8-4B13-B4BC-92BE401FC4A9}" destId="{38884C4A-6D13-4D12-AF47-A4E1ED7C75ED}" srcOrd="0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9F857E72-9E83-4B48-90A9-9BA8CD9A87E5}" type="presOf" srcId="{324AE759-EA5B-43E9-BFBE-7DBEDDB1EAF2}" destId="{27E13194-96EE-439E-B62A-9BD46198C5FD}" srcOrd="1" destOrd="0" presId="urn:microsoft.com/office/officeart/2008/layout/NameandTitleOrganizationalChart"/>
    <dgm:cxn modelId="{41EAE87B-B094-7B4C-B3E7-2EF6888CBC41}" type="presOf" srcId="{C71AFBDC-5A44-4084-A69B-7502BC756E7F}" destId="{B0D5236A-37CE-45BC-92FE-027BC0676FB2}" srcOrd="0" destOrd="0" presId="urn:microsoft.com/office/officeart/2008/layout/NameandTitleOrganizationalChart"/>
    <dgm:cxn modelId="{46F57788-2BC5-9B49-8DAD-EBB28A8ABFCB}" type="presOf" srcId="{14180968-DDD1-4C35-8F9B-7E58374859DA}" destId="{0EC98064-6E1F-4786-A6E7-0BA6CD2CDCD5}" srcOrd="0" destOrd="0" presId="urn:microsoft.com/office/officeart/2008/layout/NameandTitleOrganizationalChart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712B97DD-30F4-1B49-BC81-A11E6EB8CAB1}" type="presOf" srcId="{7B1AF886-F7AB-4065-9612-6A6FEC4F4FE2}" destId="{BF0DC753-1E97-4701-A19E-3D1C474DDAEA}" srcOrd="1" destOrd="0" presId="urn:microsoft.com/office/officeart/2008/layout/NameandTitleOrganizationalChart"/>
    <dgm:cxn modelId="{ED2410E2-D252-0746-9802-BAC144F1EFAD}" type="presOf" srcId="{9B769433-A691-43AB-B1B5-B2700192D3BC}" destId="{0E6444CC-37DE-4CDE-8446-F4199A4A2755}" srcOrd="0" destOrd="0" presId="urn:microsoft.com/office/officeart/2008/layout/NameandTitleOrganizationalChart"/>
    <dgm:cxn modelId="{3A6A3DEE-D10C-0A4B-8FD6-AA15CA46B89F}" type="presOf" srcId="{999BBAA3-0632-4DE8-8610-B02FB2B2467D}" destId="{0E30C8B5-30D8-4E64-81F3-03C511BC79F8}" srcOrd="0" destOrd="0" presId="urn:microsoft.com/office/officeart/2008/layout/NameandTitleOrganizationalChart"/>
    <dgm:cxn modelId="{2F1E38F3-2674-664B-AAC5-FC920A05C58A}" type="presOf" srcId="{2ABE50E3-15EA-4672-A04F-9F410A15D775}" destId="{DC8749FA-065E-4702-83BB-B20215DD0B31}" srcOrd="0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5743F7FA-E0FC-E546-8C19-931568B3554D}" type="presOf" srcId="{C71AFBDC-5A44-4084-A69B-7502BC756E7F}" destId="{81C1CE97-68ED-4F4E-9530-89C7929AFCD8}" srcOrd="1" destOrd="0" presId="urn:microsoft.com/office/officeart/2008/layout/NameandTitleOrganizationalChart"/>
    <dgm:cxn modelId="{F75C80D3-41C3-EB49-B16F-BF43C504E08B}" type="presParOf" srcId="{0EC98064-6E1F-4786-A6E7-0BA6CD2CDCD5}" destId="{70B0F8D5-0393-4FBE-BC7D-BD55928CCBF2}" srcOrd="0" destOrd="0" presId="urn:microsoft.com/office/officeart/2008/layout/NameandTitleOrganizationalChart"/>
    <dgm:cxn modelId="{F125E199-CB8E-774D-931A-CB7F9BBCE5CE}" type="presParOf" srcId="{70B0F8D5-0393-4FBE-BC7D-BD55928CCBF2}" destId="{E94A0BBF-CCAD-46BF-AFC9-EAE4CE98A36E}" srcOrd="0" destOrd="0" presId="urn:microsoft.com/office/officeart/2008/layout/NameandTitleOrganizationalChart"/>
    <dgm:cxn modelId="{2D9E76D1-5C27-534B-BFDC-BA5F2A39CD4D}" type="presParOf" srcId="{E94A0BBF-CCAD-46BF-AFC9-EAE4CE98A36E}" destId="{1DEB55FD-3875-4EE0-AD4C-3102F78FAAD0}" srcOrd="0" destOrd="0" presId="urn:microsoft.com/office/officeart/2008/layout/NameandTitleOrganizationalChart"/>
    <dgm:cxn modelId="{CA85B77C-C6FD-0D42-96EF-821255EC8E32}" type="presParOf" srcId="{E94A0BBF-CCAD-46BF-AFC9-EAE4CE98A36E}" destId="{38884C4A-6D13-4D12-AF47-A4E1ED7C75ED}" srcOrd="1" destOrd="0" presId="urn:microsoft.com/office/officeart/2008/layout/NameandTitleOrganizationalChart"/>
    <dgm:cxn modelId="{31199BD1-30FD-9A4F-977D-249BC3100834}" type="presParOf" srcId="{E94A0BBF-CCAD-46BF-AFC9-EAE4CE98A36E}" destId="{27E13194-96EE-439E-B62A-9BD46198C5FD}" srcOrd="2" destOrd="0" presId="urn:microsoft.com/office/officeart/2008/layout/NameandTitleOrganizationalChart"/>
    <dgm:cxn modelId="{688805B8-992A-3440-8444-5C966B8B709D}" type="presParOf" srcId="{70B0F8D5-0393-4FBE-BC7D-BD55928CCBF2}" destId="{918091F6-5347-4F3D-A6A0-44439A0B27EE}" srcOrd="1" destOrd="0" presId="urn:microsoft.com/office/officeart/2008/layout/NameandTitleOrganizationalChart"/>
    <dgm:cxn modelId="{C67A0387-8ECD-3B49-90A8-E07F061435BD}" type="presParOf" srcId="{70B0F8D5-0393-4FBE-BC7D-BD55928CCBF2}" destId="{9DE24B5D-4C99-41D1-AE4F-3FF48C2AF24C}" srcOrd="2" destOrd="0" presId="urn:microsoft.com/office/officeart/2008/layout/NameandTitleOrganizationalChart"/>
    <dgm:cxn modelId="{2E0AEB1F-1298-CC43-A4D0-4C8BA8F41B1F}" type="presParOf" srcId="{0EC98064-6E1F-4786-A6E7-0BA6CD2CDCD5}" destId="{42A7C26D-4A9D-43F2-A25C-6B4236ED9E0E}" srcOrd="1" destOrd="0" presId="urn:microsoft.com/office/officeart/2008/layout/NameandTitleOrganizationalChart"/>
    <dgm:cxn modelId="{17A20FA2-A86C-0547-96A6-99623EABD0DD}" type="presParOf" srcId="{42A7C26D-4A9D-43F2-A25C-6B4236ED9E0E}" destId="{54A88C5B-FDE3-4C5F-8E16-133CD34C54A6}" srcOrd="0" destOrd="0" presId="urn:microsoft.com/office/officeart/2008/layout/NameandTitleOrganizationalChart"/>
    <dgm:cxn modelId="{4945F135-21F0-BE4B-B17E-EFD72E20FCBC}" type="presParOf" srcId="{54A88C5B-FDE3-4C5F-8E16-133CD34C54A6}" destId="{B0D5236A-37CE-45BC-92FE-027BC0676FB2}" srcOrd="0" destOrd="0" presId="urn:microsoft.com/office/officeart/2008/layout/NameandTitleOrganizationalChart"/>
    <dgm:cxn modelId="{7F1209AE-D903-B64E-A60C-682D6C232275}" type="presParOf" srcId="{54A88C5B-FDE3-4C5F-8E16-133CD34C54A6}" destId="{0E30C8B5-30D8-4E64-81F3-03C511BC79F8}" srcOrd="1" destOrd="0" presId="urn:microsoft.com/office/officeart/2008/layout/NameandTitleOrganizationalChart"/>
    <dgm:cxn modelId="{461E7226-41DA-C94E-BCBD-2E9D90E7D081}" type="presParOf" srcId="{54A88C5B-FDE3-4C5F-8E16-133CD34C54A6}" destId="{81C1CE97-68ED-4F4E-9530-89C7929AFCD8}" srcOrd="2" destOrd="0" presId="urn:microsoft.com/office/officeart/2008/layout/NameandTitleOrganizationalChart"/>
    <dgm:cxn modelId="{AD4D1176-7EB3-BB46-8791-D98F39CD3B11}" type="presParOf" srcId="{42A7C26D-4A9D-43F2-A25C-6B4236ED9E0E}" destId="{66100891-CADC-471F-BF1B-01BA8DEEE6DB}" srcOrd="1" destOrd="0" presId="urn:microsoft.com/office/officeart/2008/layout/NameandTitleOrganizationalChart"/>
    <dgm:cxn modelId="{673748D9-0879-8A49-AB05-D6017B14F1D8}" type="presParOf" srcId="{66100891-CADC-471F-BF1B-01BA8DEEE6DB}" destId="{0E6444CC-37DE-4CDE-8446-F4199A4A2755}" srcOrd="0" destOrd="0" presId="urn:microsoft.com/office/officeart/2008/layout/NameandTitleOrganizationalChart"/>
    <dgm:cxn modelId="{1D3D80FF-977E-CF48-BF5A-4F06684F7123}" type="presParOf" srcId="{66100891-CADC-471F-BF1B-01BA8DEEE6DB}" destId="{AC1C610F-ACD6-4FA0-8ABC-B7BF2D9DC523}" srcOrd="1" destOrd="0" presId="urn:microsoft.com/office/officeart/2008/layout/NameandTitleOrganizationalChart"/>
    <dgm:cxn modelId="{EE550873-FC1F-1446-966D-006127067D4F}" type="presParOf" srcId="{AC1C610F-ACD6-4FA0-8ABC-B7BF2D9DC523}" destId="{BAF86E66-36F7-4F31-9EB8-16AFD289CBFA}" srcOrd="0" destOrd="0" presId="urn:microsoft.com/office/officeart/2008/layout/NameandTitleOrganizationalChart"/>
    <dgm:cxn modelId="{D78F3B8A-25B5-234A-B672-8AF3DCA81621}" type="presParOf" srcId="{BAF86E66-36F7-4F31-9EB8-16AFD289CBFA}" destId="{0353F96E-D554-4C75-88E9-556714A9B955}" srcOrd="0" destOrd="0" presId="urn:microsoft.com/office/officeart/2008/layout/NameandTitleOrganizationalChart"/>
    <dgm:cxn modelId="{289BE2E0-6766-5040-867A-82E0C19CC612}" type="presParOf" srcId="{BAF86E66-36F7-4F31-9EB8-16AFD289CBFA}" destId="{DC8749FA-065E-4702-83BB-B20215DD0B31}" srcOrd="1" destOrd="0" presId="urn:microsoft.com/office/officeart/2008/layout/NameandTitleOrganizationalChart"/>
    <dgm:cxn modelId="{ABB4E328-909A-8D44-B880-EC5E951466CF}" type="presParOf" srcId="{BAF86E66-36F7-4F31-9EB8-16AFD289CBFA}" destId="{BF0DC753-1E97-4701-A19E-3D1C474DDAEA}" srcOrd="2" destOrd="0" presId="urn:microsoft.com/office/officeart/2008/layout/NameandTitleOrganizationalChart"/>
    <dgm:cxn modelId="{60F6F796-35AA-0047-9A10-CB9B75AB5001}" type="presParOf" srcId="{AC1C610F-ACD6-4FA0-8ABC-B7BF2D9DC523}" destId="{7D8284A1-6243-430F-B8A6-2B1E996D8EA9}" srcOrd="1" destOrd="0" presId="urn:microsoft.com/office/officeart/2008/layout/NameandTitleOrganizationalChart"/>
    <dgm:cxn modelId="{4E803ADC-C2B8-324D-8301-8C05E131E4FC}" type="presParOf" srcId="{AC1C610F-ACD6-4FA0-8ABC-B7BF2D9DC523}" destId="{EEA32AE7-9A25-45D2-9E8A-6D42F65E172C}" srcOrd="2" destOrd="0" presId="urn:microsoft.com/office/officeart/2008/layout/NameandTitleOrganizationalChart"/>
    <dgm:cxn modelId="{04B46FF9-7C18-8B4B-8C16-42026D9F064B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D5457CF6-A0B0-456A-A11F-774833100AE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76BA4E88-FA3D-43CD-902A-DF22EC76D630}">
      <dgm:prSet phldrT="[Texto]"/>
      <dgm:spPr/>
      <dgm:t>
        <a:bodyPr/>
        <a:lstStyle/>
        <a:p>
          <a:r>
            <a:rPr lang="es-MX" dirty="0"/>
            <a:t>1. Intereses Netos</a:t>
          </a:r>
        </a:p>
      </dgm:t>
    </dgm:pt>
    <dgm:pt modelId="{EAB4AE7F-CD69-4BC4-8E43-CEEE18E138AC}" type="parTrans" cxnId="{06CEE688-AE63-4B38-A0A4-8585E1D8728C}">
      <dgm:prSet/>
      <dgm:spPr/>
      <dgm:t>
        <a:bodyPr/>
        <a:lstStyle/>
        <a:p>
          <a:endParaRPr lang="es-MX"/>
        </a:p>
      </dgm:t>
    </dgm:pt>
    <dgm:pt modelId="{265ADA7B-4416-42BB-A4BE-F9314A148658}" type="sibTrans" cxnId="{06CEE688-AE63-4B38-A0A4-8585E1D8728C}">
      <dgm:prSet/>
      <dgm:spPr/>
      <dgm:t>
        <a:bodyPr/>
        <a:lstStyle/>
        <a:p>
          <a:endParaRPr lang="es-MX"/>
        </a:p>
      </dgm:t>
    </dgm:pt>
    <dgm:pt modelId="{06256751-1D44-4AE3-A50E-CF0031A1C768}">
      <dgm:prSet phldrT="[Texto]"/>
      <dgm:spPr/>
      <dgm:t>
        <a:bodyPr/>
        <a:lstStyle/>
        <a:p>
          <a:r>
            <a:rPr lang="es-MX" dirty="0"/>
            <a:t>2. Utilidad Fiscal Ajustada (UFIA)</a:t>
          </a:r>
        </a:p>
      </dgm:t>
    </dgm:pt>
    <dgm:pt modelId="{C6D19001-9FE4-4250-91B4-C2F74786D9E5}" type="parTrans" cxnId="{D0F7202C-8088-47EF-90C4-D3EB95751741}">
      <dgm:prSet/>
      <dgm:spPr/>
      <dgm:t>
        <a:bodyPr/>
        <a:lstStyle/>
        <a:p>
          <a:endParaRPr lang="es-MX"/>
        </a:p>
      </dgm:t>
    </dgm:pt>
    <dgm:pt modelId="{C37293FE-DDF7-4CEA-A424-D0403C828E14}" type="sibTrans" cxnId="{D0F7202C-8088-47EF-90C4-D3EB95751741}">
      <dgm:prSet/>
      <dgm:spPr/>
      <dgm:t>
        <a:bodyPr/>
        <a:lstStyle/>
        <a:p>
          <a:endParaRPr lang="es-MX"/>
        </a:p>
      </dgm:t>
    </dgm:pt>
    <dgm:pt modelId="{E076B26B-26BD-43EA-A347-046FBD76F6B1}">
      <dgm:prSet phldrT="[Texto]"/>
      <dgm:spPr/>
      <dgm:t>
        <a:bodyPr/>
        <a:lstStyle/>
        <a:p>
          <a:r>
            <a:rPr lang="es-MX" dirty="0"/>
            <a:t>Intereses NO deducibles “permanentes”</a:t>
          </a:r>
        </a:p>
      </dgm:t>
    </dgm:pt>
    <dgm:pt modelId="{73685B65-5AAD-43BC-8B7C-6F40E7C7275F}" type="parTrans" cxnId="{CAC80748-F9F9-4705-8AA7-A8B8BE5CEFF8}">
      <dgm:prSet/>
      <dgm:spPr/>
      <dgm:t>
        <a:bodyPr/>
        <a:lstStyle/>
        <a:p>
          <a:endParaRPr lang="es-MX"/>
        </a:p>
      </dgm:t>
    </dgm:pt>
    <dgm:pt modelId="{177702CD-A5EC-4E24-8FB0-F147E658DA97}" type="sibTrans" cxnId="{CAC80748-F9F9-4705-8AA7-A8B8BE5CEFF8}">
      <dgm:prSet/>
      <dgm:spPr/>
      <dgm:t>
        <a:bodyPr/>
        <a:lstStyle/>
        <a:p>
          <a:endParaRPr lang="es-MX"/>
        </a:p>
      </dgm:t>
    </dgm:pt>
    <dgm:pt modelId="{C50FBC4B-EDED-49C3-9AA8-E517D57572A7}">
      <dgm:prSet/>
      <dgm:spPr/>
      <dgm:t>
        <a:bodyPr/>
        <a:lstStyle/>
        <a:p>
          <a:r>
            <a:rPr lang="es-MX" dirty="0"/>
            <a:t>3. Límite = 30% UFIA</a:t>
          </a:r>
        </a:p>
      </dgm:t>
    </dgm:pt>
    <dgm:pt modelId="{E845E116-F6EB-4C38-BDD8-C0757CD75125}" type="parTrans" cxnId="{69123CD7-B01C-4C2C-B2BE-897A7402B871}">
      <dgm:prSet/>
      <dgm:spPr/>
      <dgm:t>
        <a:bodyPr/>
        <a:lstStyle/>
        <a:p>
          <a:endParaRPr lang="es-MX"/>
        </a:p>
      </dgm:t>
    </dgm:pt>
    <dgm:pt modelId="{04763E19-414B-438E-AB66-E584B65C22DE}" type="sibTrans" cxnId="{69123CD7-B01C-4C2C-B2BE-897A7402B871}">
      <dgm:prSet/>
      <dgm:spPr/>
      <dgm:t>
        <a:bodyPr/>
        <a:lstStyle/>
        <a:p>
          <a:endParaRPr lang="es-MX"/>
        </a:p>
      </dgm:t>
    </dgm:pt>
    <dgm:pt modelId="{360B8567-9011-4CA8-A573-04CB253B86EF}">
      <dgm:prSet/>
      <dgm:spPr/>
      <dgm:t>
        <a:bodyPr/>
        <a:lstStyle/>
        <a:p>
          <a:r>
            <a:rPr lang="es-MX" dirty="0"/>
            <a:t>4. Diferencia No Deducible “Temporal”</a:t>
          </a:r>
        </a:p>
      </dgm:t>
    </dgm:pt>
    <dgm:pt modelId="{C49FB1B5-0AD0-4E9B-853A-CF3AE803940D}" type="parTrans" cxnId="{2CD5BEDF-3098-49E2-9F1F-60F2FE92E882}">
      <dgm:prSet/>
      <dgm:spPr/>
      <dgm:t>
        <a:bodyPr/>
        <a:lstStyle/>
        <a:p>
          <a:endParaRPr lang="es-MX"/>
        </a:p>
      </dgm:t>
    </dgm:pt>
    <dgm:pt modelId="{D7E01F9F-AB8F-4083-B46B-68AC122DF554}" type="sibTrans" cxnId="{2CD5BEDF-3098-49E2-9F1F-60F2FE92E882}">
      <dgm:prSet/>
      <dgm:spPr/>
      <dgm:t>
        <a:bodyPr/>
        <a:lstStyle/>
        <a:p>
          <a:endParaRPr lang="es-MX"/>
        </a:p>
      </dgm:t>
    </dgm:pt>
    <dgm:pt modelId="{F905F406-20B6-43F8-B77F-5B7468DC6E16}">
      <dgm:prSet/>
      <dgm:spPr/>
      <dgm:t>
        <a:bodyPr/>
        <a:lstStyle/>
        <a:p>
          <a:r>
            <a:rPr lang="es-MX" dirty="0"/>
            <a:t>5. En siguientes años deduces primero No Deducible “Temporal” de años anteriores</a:t>
          </a:r>
        </a:p>
      </dgm:t>
    </dgm:pt>
    <dgm:pt modelId="{5DF60824-E414-4101-ADC3-21F588823DA6}" type="parTrans" cxnId="{C7238679-0EC4-4D05-A9F4-490CF679C1A7}">
      <dgm:prSet/>
      <dgm:spPr/>
      <dgm:t>
        <a:bodyPr/>
        <a:lstStyle/>
        <a:p>
          <a:endParaRPr lang="es-MX"/>
        </a:p>
      </dgm:t>
    </dgm:pt>
    <dgm:pt modelId="{F820A1C4-FCBE-44A5-AC73-214A144FEE18}" type="sibTrans" cxnId="{C7238679-0EC4-4D05-A9F4-490CF679C1A7}">
      <dgm:prSet/>
      <dgm:spPr/>
      <dgm:t>
        <a:bodyPr/>
        <a:lstStyle/>
        <a:p>
          <a:endParaRPr lang="es-MX"/>
        </a:p>
      </dgm:t>
    </dgm:pt>
    <dgm:pt modelId="{9A3AFDBB-450E-4C61-BEDC-B6EB5924541B}">
      <dgm:prSet/>
      <dgm:spPr/>
      <dgm:t>
        <a:bodyPr/>
        <a:lstStyle/>
        <a:p>
          <a:r>
            <a:rPr lang="es-MX" dirty="0"/>
            <a:t>6. Si no puedes deducirlos en los siguientes 10 años</a:t>
          </a:r>
        </a:p>
      </dgm:t>
    </dgm:pt>
    <dgm:pt modelId="{FA04C316-5D03-46C7-88E6-778A54AE285D}" type="parTrans" cxnId="{B113E656-0E28-47EE-A7D9-300B481D1B0D}">
      <dgm:prSet/>
      <dgm:spPr/>
      <dgm:t>
        <a:bodyPr/>
        <a:lstStyle/>
        <a:p>
          <a:endParaRPr lang="es-MX"/>
        </a:p>
      </dgm:t>
    </dgm:pt>
    <dgm:pt modelId="{443C4BDA-A413-42C3-B1DA-EC7F74787BE7}" type="sibTrans" cxnId="{B113E656-0E28-47EE-A7D9-300B481D1B0D}">
      <dgm:prSet/>
      <dgm:spPr/>
      <dgm:t>
        <a:bodyPr/>
        <a:lstStyle/>
        <a:p>
          <a:endParaRPr lang="es-MX"/>
        </a:p>
      </dgm:t>
    </dgm:pt>
    <dgm:pt modelId="{25B977AE-D66E-4104-8CD8-BD2BE74A5D9F}" type="pres">
      <dgm:prSet presAssocID="{D5457CF6-A0B0-456A-A11F-774833100AE2}" presName="CompostProcess" presStyleCnt="0">
        <dgm:presLayoutVars>
          <dgm:dir/>
          <dgm:resizeHandles val="exact"/>
        </dgm:presLayoutVars>
      </dgm:prSet>
      <dgm:spPr/>
    </dgm:pt>
    <dgm:pt modelId="{9BB20FA8-649B-4798-A11B-EA7AD0ABB9ED}" type="pres">
      <dgm:prSet presAssocID="{D5457CF6-A0B0-456A-A11F-774833100AE2}" presName="arrow" presStyleLbl="bgShp" presStyleIdx="0" presStyleCnt="1"/>
      <dgm:spPr>
        <a:solidFill>
          <a:srgbClr val="92D050"/>
        </a:solidFill>
      </dgm:spPr>
    </dgm:pt>
    <dgm:pt modelId="{9865BE90-FB9C-4322-B612-BAA7B2F8FEE5}" type="pres">
      <dgm:prSet presAssocID="{D5457CF6-A0B0-456A-A11F-774833100AE2}" presName="linearProcess" presStyleCnt="0"/>
      <dgm:spPr/>
    </dgm:pt>
    <dgm:pt modelId="{B9A1DCB9-012E-45C5-88D2-2FACC130394A}" type="pres">
      <dgm:prSet presAssocID="{76BA4E88-FA3D-43CD-902A-DF22EC76D630}" presName="textNode" presStyleLbl="node1" presStyleIdx="0" presStyleCnt="7">
        <dgm:presLayoutVars>
          <dgm:bulletEnabled val="1"/>
        </dgm:presLayoutVars>
      </dgm:prSet>
      <dgm:spPr/>
    </dgm:pt>
    <dgm:pt modelId="{8CDE83A5-92DD-4BE8-BF86-54751A691C26}" type="pres">
      <dgm:prSet presAssocID="{265ADA7B-4416-42BB-A4BE-F9314A148658}" presName="sibTrans" presStyleCnt="0"/>
      <dgm:spPr/>
    </dgm:pt>
    <dgm:pt modelId="{0C9F9078-B33D-478C-B401-3589711BA5F6}" type="pres">
      <dgm:prSet presAssocID="{06256751-1D44-4AE3-A50E-CF0031A1C768}" presName="textNode" presStyleLbl="node1" presStyleIdx="1" presStyleCnt="7">
        <dgm:presLayoutVars>
          <dgm:bulletEnabled val="1"/>
        </dgm:presLayoutVars>
      </dgm:prSet>
      <dgm:spPr/>
    </dgm:pt>
    <dgm:pt modelId="{469D1BC3-64D0-46A0-888A-08BA06DB81AD}" type="pres">
      <dgm:prSet presAssocID="{C37293FE-DDF7-4CEA-A424-D0403C828E14}" presName="sibTrans" presStyleCnt="0"/>
      <dgm:spPr/>
    </dgm:pt>
    <dgm:pt modelId="{06DDD462-5A5F-4DDE-82D4-E03FD54AF2AC}" type="pres">
      <dgm:prSet presAssocID="{C50FBC4B-EDED-49C3-9AA8-E517D57572A7}" presName="textNode" presStyleLbl="node1" presStyleIdx="2" presStyleCnt="7">
        <dgm:presLayoutVars>
          <dgm:bulletEnabled val="1"/>
        </dgm:presLayoutVars>
      </dgm:prSet>
      <dgm:spPr/>
    </dgm:pt>
    <dgm:pt modelId="{0C2189BC-BDC5-49E8-95DD-AAF8A68187D5}" type="pres">
      <dgm:prSet presAssocID="{04763E19-414B-438E-AB66-E584B65C22DE}" presName="sibTrans" presStyleCnt="0"/>
      <dgm:spPr/>
    </dgm:pt>
    <dgm:pt modelId="{139F5163-3209-42EB-9B00-3851D8D434C3}" type="pres">
      <dgm:prSet presAssocID="{360B8567-9011-4CA8-A573-04CB253B86EF}" presName="textNode" presStyleLbl="node1" presStyleIdx="3" presStyleCnt="7">
        <dgm:presLayoutVars>
          <dgm:bulletEnabled val="1"/>
        </dgm:presLayoutVars>
      </dgm:prSet>
      <dgm:spPr/>
    </dgm:pt>
    <dgm:pt modelId="{EF61EB7D-7D1F-44AF-9711-B892B3B3764A}" type="pres">
      <dgm:prSet presAssocID="{D7E01F9F-AB8F-4083-B46B-68AC122DF554}" presName="sibTrans" presStyleCnt="0"/>
      <dgm:spPr/>
    </dgm:pt>
    <dgm:pt modelId="{6CB70CE0-6D3F-4A3A-A8CA-97E7E3D71805}" type="pres">
      <dgm:prSet presAssocID="{F905F406-20B6-43F8-B77F-5B7468DC6E16}" presName="textNode" presStyleLbl="node1" presStyleIdx="4" presStyleCnt="7">
        <dgm:presLayoutVars>
          <dgm:bulletEnabled val="1"/>
        </dgm:presLayoutVars>
      </dgm:prSet>
      <dgm:spPr/>
    </dgm:pt>
    <dgm:pt modelId="{21FAAD06-9C5A-418C-AACC-DF490E3009ED}" type="pres">
      <dgm:prSet presAssocID="{F820A1C4-FCBE-44A5-AC73-214A144FEE18}" presName="sibTrans" presStyleCnt="0"/>
      <dgm:spPr/>
    </dgm:pt>
    <dgm:pt modelId="{11F900A8-1F0E-44D6-9D39-8149739FA182}" type="pres">
      <dgm:prSet presAssocID="{9A3AFDBB-450E-4C61-BEDC-B6EB5924541B}" presName="textNode" presStyleLbl="node1" presStyleIdx="5" presStyleCnt="7">
        <dgm:presLayoutVars>
          <dgm:bulletEnabled val="1"/>
        </dgm:presLayoutVars>
      </dgm:prSet>
      <dgm:spPr/>
    </dgm:pt>
    <dgm:pt modelId="{9ABD48A2-26EA-49CC-8CD2-2DFC554F4D53}" type="pres">
      <dgm:prSet presAssocID="{443C4BDA-A413-42C3-B1DA-EC7F74787BE7}" presName="sibTrans" presStyleCnt="0"/>
      <dgm:spPr/>
    </dgm:pt>
    <dgm:pt modelId="{01AF40AC-6921-419C-B93D-8176045AFD6B}" type="pres">
      <dgm:prSet presAssocID="{E076B26B-26BD-43EA-A347-046FBD76F6B1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0028AE05-2066-554E-8C86-979430147776}" type="presOf" srcId="{06256751-1D44-4AE3-A50E-CF0031A1C768}" destId="{0C9F9078-B33D-478C-B401-3589711BA5F6}" srcOrd="0" destOrd="0" presId="urn:microsoft.com/office/officeart/2005/8/layout/hProcess9"/>
    <dgm:cxn modelId="{D0F7202C-8088-47EF-90C4-D3EB95751741}" srcId="{D5457CF6-A0B0-456A-A11F-774833100AE2}" destId="{06256751-1D44-4AE3-A50E-CF0031A1C768}" srcOrd="1" destOrd="0" parTransId="{C6D19001-9FE4-4250-91B4-C2F74786D9E5}" sibTransId="{C37293FE-DDF7-4CEA-A424-D0403C828E14}"/>
    <dgm:cxn modelId="{1FE4872D-CD75-DB4D-BF4C-0CCC6E0DAA15}" type="presOf" srcId="{F905F406-20B6-43F8-B77F-5B7468DC6E16}" destId="{6CB70CE0-6D3F-4A3A-A8CA-97E7E3D71805}" srcOrd="0" destOrd="0" presId="urn:microsoft.com/office/officeart/2005/8/layout/hProcess9"/>
    <dgm:cxn modelId="{ACC5D137-23B3-F44D-9192-A102D81481B4}" type="presOf" srcId="{C50FBC4B-EDED-49C3-9AA8-E517D57572A7}" destId="{06DDD462-5A5F-4DDE-82D4-E03FD54AF2AC}" srcOrd="0" destOrd="0" presId="urn:microsoft.com/office/officeart/2005/8/layout/hProcess9"/>
    <dgm:cxn modelId="{12C06C38-9C98-1C48-9929-B7E7F86D2BB1}" type="presOf" srcId="{360B8567-9011-4CA8-A573-04CB253B86EF}" destId="{139F5163-3209-42EB-9B00-3851D8D434C3}" srcOrd="0" destOrd="0" presId="urn:microsoft.com/office/officeart/2005/8/layout/hProcess9"/>
    <dgm:cxn modelId="{CAC80748-F9F9-4705-8AA7-A8B8BE5CEFF8}" srcId="{D5457CF6-A0B0-456A-A11F-774833100AE2}" destId="{E076B26B-26BD-43EA-A347-046FBD76F6B1}" srcOrd="6" destOrd="0" parTransId="{73685B65-5AAD-43BC-8B7C-6F40E7C7275F}" sibTransId="{177702CD-A5EC-4E24-8FB0-F147E658DA97}"/>
    <dgm:cxn modelId="{B113E656-0E28-47EE-A7D9-300B481D1B0D}" srcId="{D5457CF6-A0B0-456A-A11F-774833100AE2}" destId="{9A3AFDBB-450E-4C61-BEDC-B6EB5924541B}" srcOrd="5" destOrd="0" parTransId="{FA04C316-5D03-46C7-88E6-778A54AE285D}" sibTransId="{443C4BDA-A413-42C3-B1DA-EC7F74787BE7}"/>
    <dgm:cxn modelId="{C7238679-0EC4-4D05-A9F4-490CF679C1A7}" srcId="{D5457CF6-A0B0-456A-A11F-774833100AE2}" destId="{F905F406-20B6-43F8-B77F-5B7468DC6E16}" srcOrd="4" destOrd="0" parTransId="{5DF60824-E414-4101-ADC3-21F588823DA6}" sibTransId="{F820A1C4-FCBE-44A5-AC73-214A144FEE18}"/>
    <dgm:cxn modelId="{06CEE688-AE63-4B38-A0A4-8585E1D8728C}" srcId="{D5457CF6-A0B0-456A-A11F-774833100AE2}" destId="{76BA4E88-FA3D-43CD-902A-DF22EC76D630}" srcOrd="0" destOrd="0" parTransId="{EAB4AE7F-CD69-4BC4-8E43-CEEE18E138AC}" sibTransId="{265ADA7B-4416-42BB-A4BE-F9314A148658}"/>
    <dgm:cxn modelId="{69123CD7-B01C-4C2C-B2BE-897A7402B871}" srcId="{D5457CF6-A0B0-456A-A11F-774833100AE2}" destId="{C50FBC4B-EDED-49C3-9AA8-E517D57572A7}" srcOrd="2" destOrd="0" parTransId="{E845E116-F6EB-4C38-BDD8-C0757CD75125}" sibTransId="{04763E19-414B-438E-AB66-E584B65C22DE}"/>
    <dgm:cxn modelId="{2CD5BEDF-3098-49E2-9F1F-60F2FE92E882}" srcId="{D5457CF6-A0B0-456A-A11F-774833100AE2}" destId="{360B8567-9011-4CA8-A573-04CB253B86EF}" srcOrd="3" destOrd="0" parTransId="{C49FB1B5-0AD0-4E9B-853A-CF3AE803940D}" sibTransId="{D7E01F9F-AB8F-4083-B46B-68AC122DF554}"/>
    <dgm:cxn modelId="{D15DBBE4-6D5F-F448-89B6-96D155534775}" type="presOf" srcId="{D5457CF6-A0B0-456A-A11F-774833100AE2}" destId="{25B977AE-D66E-4104-8CD8-BD2BE74A5D9F}" srcOrd="0" destOrd="0" presId="urn:microsoft.com/office/officeart/2005/8/layout/hProcess9"/>
    <dgm:cxn modelId="{E3F6A4E6-3A5C-C344-A5A6-EB55FBEFACFF}" type="presOf" srcId="{9A3AFDBB-450E-4C61-BEDC-B6EB5924541B}" destId="{11F900A8-1F0E-44D6-9D39-8149739FA182}" srcOrd="0" destOrd="0" presId="urn:microsoft.com/office/officeart/2005/8/layout/hProcess9"/>
    <dgm:cxn modelId="{DDB8F3F3-BE87-0D4B-A925-5D9DEDD4169E}" type="presOf" srcId="{76BA4E88-FA3D-43CD-902A-DF22EC76D630}" destId="{B9A1DCB9-012E-45C5-88D2-2FACC130394A}" srcOrd="0" destOrd="0" presId="urn:microsoft.com/office/officeart/2005/8/layout/hProcess9"/>
    <dgm:cxn modelId="{3465D9F4-AD97-8E46-ABC9-71BCCD40B733}" type="presOf" srcId="{E076B26B-26BD-43EA-A347-046FBD76F6B1}" destId="{01AF40AC-6921-419C-B93D-8176045AFD6B}" srcOrd="0" destOrd="0" presId="urn:microsoft.com/office/officeart/2005/8/layout/hProcess9"/>
    <dgm:cxn modelId="{BC5BE304-1835-1844-9DB4-754BD17D4AC3}" type="presParOf" srcId="{25B977AE-D66E-4104-8CD8-BD2BE74A5D9F}" destId="{9BB20FA8-649B-4798-A11B-EA7AD0ABB9ED}" srcOrd="0" destOrd="0" presId="urn:microsoft.com/office/officeart/2005/8/layout/hProcess9"/>
    <dgm:cxn modelId="{2CE683A9-90B2-0D47-A449-E5F99EEC8B75}" type="presParOf" srcId="{25B977AE-D66E-4104-8CD8-BD2BE74A5D9F}" destId="{9865BE90-FB9C-4322-B612-BAA7B2F8FEE5}" srcOrd="1" destOrd="0" presId="urn:microsoft.com/office/officeart/2005/8/layout/hProcess9"/>
    <dgm:cxn modelId="{0C46091E-F63F-8C42-8DA0-672A5EA73844}" type="presParOf" srcId="{9865BE90-FB9C-4322-B612-BAA7B2F8FEE5}" destId="{B9A1DCB9-012E-45C5-88D2-2FACC130394A}" srcOrd="0" destOrd="0" presId="urn:microsoft.com/office/officeart/2005/8/layout/hProcess9"/>
    <dgm:cxn modelId="{BC740784-B33F-254F-BBA5-306226EA3C7C}" type="presParOf" srcId="{9865BE90-FB9C-4322-B612-BAA7B2F8FEE5}" destId="{8CDE83A5-92DD-4BE8-BF86-54751A691C26}" srcOrd="1" destOrd="0" presId="urn:microsoft.com/office/officeart/2005/8/layout/hProcess9"/>
    <dgm:cxn modelId="{3AAFD4F6-49F9-114E-9F12-709A4FF9EB85}" type="presParOf" srcId="{9865BE90-FB9C-4322-B612-BAA7B2F8FEE5}" destId="{0C9F9078-B33D-478C-B401-3589711BA5F6}" srcOrd="2" destOrd="0" presId="urn:microsoft.com/office/officeart/2005/8/layout/hProcess9"/>
    <dgm:cxn modelId="{276A0BD4-A2D5-E641-9CF0-AA6581162C5C}" type="presParOf" srcId="{9865BE90-FB9C-4322-B612-BAA7B2F8FEE5}" destId="{469D1BC3-64D0-46A0-888A-08BA06DB81AD}" srcOrd="3" destOrd="0" presId="urn:microsoft.com/office/officeart/2005/8/layout/hProcess9"/>
    <dgm:cxn modelId="{B16EB29C-E195-F948-9D18-A33836F0A17A}" type="presParOf" srcId="{9865BE90-FB9C-4322-B612-BAA7B2F8FEE5}" destId="{06DDD462-5A5F-4DDE-82D4-E03FD54AF2AC}" srcOrd="4" destOrd="0" presId="urn:microsoft.com/office/officeart/2005/8/layout/hProcess9"/>
    <dgm:cxn modelId="{039B9B1E-221F-D842-9EF4-6DBF8F98339D}" type="presParOf" srcId="{9865BE90-FB9C-4322-B612-BAA7B2F8FEE5}" destId="{0C2189BC-BDC5-49E8-95DD-AAF8A68187D5}" srcOrd="5" destOrd="0" presId="urn:microsoft.com/office/officeart/2005/8/layout/hProcess9"/>
    <dgm:cxn modelId="{60BD5069-247A-3244-9AC3-641E0F251BD1}" type="presParOf" srcId="{9865BE90-FB9C-4322-B612-BAA7B2F8FEE5}" destId="{139F5163-3209-42EB-9B00-3851D8D434C3}" srcOrd="6" destOrd="0" presId="urn:microsoft.com/office/officeart/2005/8/layout/hProcess9"/>
    <dgm:cxn modelId="{EB8F8458-4EA9-3541-A594-BC492D8F225B}" type="presParOf" srcId="{9865BE90-FB9C-4322-B612-BAA7B2F8FEE5}" destId="{EF61EB7D-7D1F-44AF-9711-B892B3B3764A}" srcOrd="7" destOrd="0" presId="urn:microsoft.com/office/officeart/2005/8/layout/hProcess9"/>
    <dgm:cxn modelId="{1F64D446-5FE2-9242-8424-3605B82CDFEE}" type="presParOf" srcId="{9865BE90-FB9C-4322-B612-BAA7B2F8FEE5}" destId="{6CB70CE0-6D3F-4A3A-A8CA-97E7E3D71805}" srcOrd="8" destOrd="0" presId="urn:microsoft.com/office/officeart/2005/8/layout/hProcess9"/>
    <dgm:cxn modelId="{D49D2B77-6F80-544B-8F13-C1900D0024BA}" type="presParOf" srcId="{9865BE90-FB9C-4322-B612-BAA7B2F8FEE5}" destId="{21FAAD06-9C5A-418C-AACC-DF490E3009ED}" srcOrd="9" destOrd="0" presId="urn:microsoft.com/office/officeart/2005/8/layout/hProcess9"/>
    <dgm:cxn modelId="{5E8A079E-B001-C645-B8F8-76951DE4C9F9}" type="presParOf" srcId="{9865BE90-FB9C-4322-B612-BAA7B2F8FEE5}" destId="{11F900A8-1F0E-44D6-9D39-8149739FA182}" srcOrd="10" destOrd="0" presId="urn:microsoft.com/office/officeart/2005/8/layout/hProcess9"/>
    <dgm:cxn modelId="{79A23FC5-13D1-1247-9DDC-D10969BB7FCD}" type="presParOf" srcId="{9865BE90-FB9C-4322-B612-BAA7B2F8FEE5}" destId="{9ABD48A2-26EA-49CC-8CD2-2DFC554F4D53}" srcOrd="11" destOrd="0" presId="urn:microsoft.com/office/officeart/2005/8/layout/hProcess9"/>
    <dgm:cxn modelId="{16CDDF3A-A251-6A43-AD9E-6667CA565FDF}" type="presParOf" srcId="{9865BE90-FB9C-4322-B612-BAA7B2F8FEE5}" destId="{01AF40AC-6921-419C-B93D-8176045AFD6B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BEA1B124-2961-4C6E-AF36-9F18E3AEA96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85CC74B-4D52-460B-80A2-19C479FF5942}">
      <dgm:prSet phldrT="[Text]" custT="1"/>
      <dgm:spPr/>
      <dgm:t>
        <a:bodyPr/>
        <a:lstStyle/>
        <a:p>
          <a:r>
            <a:rPr lang="es-MX" sz="1600" b="1" dirty="0"/>
            <a:t>Intereses Netos</a:t>
          </a:r>
        </a:p>
      </dgm:t>
    </dgm:pt>
    <dgm:pt modelId="{BC088E36-9970-4A04-AE98-886214C9068A}" type="parTrans" cxnId="{408F5C20-ED61-4D8F-8C3C-482645D02E81}">
      <dgm:prSet/>
      <dgm:spPr/>
      <dgm:t>
        <a:bodyPr/>
        <a:lstStyle/>
        <a:p>
          <a:endParaRPr lang="es-MX"/>
        </a:p>
      </dgm:t>
    </dgm:pt>
    <dgm:pt modelId="{47BF3487-B397-4B75-8121-930BBCEABD4A}" type="sibTrans" cxnId="{408F5C20-ED61-4D8F-8C3C-482645D02E81}">
      <dgm:prSet/>
      <dgm:spPr/>
      <dgm:t>
        <a:bodyPr/>
        <a:lstStyle/>
        <a:p>
          <a:endParaRPr lang="es-MX"/>
        </a:p>
      </dgm:t>
    </dgm:pt>
    <dgm:pt modelId="{F07A92F0-DDB9-43E5-9211-69F892728F95}">
      <dgm:prSet phldrT="[Text]"/>
      <dgm:spPr/>
      <dgm:t>
        <a:bodyPr/>
        <a:lstStyle/>
        <a:p>
          <a:r>
            <a:rPr lang="es-ES" dirty="0"/>
            <a:t>Intereses devengados que deriven de deudas </a:t>
          </a:r>
          <a:endParaRPr lang="es-MX" dirty="0"/>
        </a:p>
      </dgm:t>
    </dgm:pt>
    <dgm:pt modelId="{801C51E9-7B29-4D75-A39A-7DF13CBE33A8}" type="parTrans" cxnId="{118384FB-C280-4E76-A0D8-7A8448C31DA4}">
      <dgm:prSet/>
      <dgm:spPr/>
      <dgm:t>
        <a:bodyPr/>
        <a:lstStyle/>
        <a:p>
          <a:endParaRPr lang="es-MX"/>
        </a:p>
      </dgm:t>
    </dgm:pt>
    <dgm:pt modelId="{6D5FBB14-F03A-49C7-A7DE-480E11C518BE}" type="sibTrans" cxnId="{118384FB-C280-4E76-A0D8-7A8448C31DA4}">
      <dgm:prSet/>
      <dgm:spPr/>
      <dgm:t>
        <a:bodyPr/>
        <a:lstStyle/>
        <a:p>
          <a:endParaRPr lang="es-MX"/>
        </a:p>
      </dgm:t>
    </dgm:pt>
    <dgm:pt modelId="{0A225830-066B-4667-90F3-629364B3C76B}">
      <dgm:prSet phldrT="[Text]" custT="1"/>
      <dgm:spPr/>
      <dgm:t>
        <a:bodyPr/>
        <a:lstStyle/>
        <a:p>
          <a:r>
            <a:rPr lang="es-MX" sz="1600" b="1" u="none" dirty="0"/>
            <a:t>Utilidad Fiscal Ajustada (UFIA)</a:t>
          </a:r>
          <a:endParaRPr lang="es-MX" sz="1400" u="none" dirty="0"/>
        </a:p>
      </dgm:t>
    </dgm:pt>
    <dgm:pt modelId="{C4871BC8-38BF-4B21-AFC4-A87D9BCB2C1C}" type="parTrans" cxnId="{E99B58B0-C714-4BC6-ABEA-AA695E02EB71}">
      <dgm:prSet/>
      <dgm:spPr/>
      <dgm:t>
        <a:bodyPr/>
        <a:lstStyle/>
        <a:p>
          <a:endParaRPr lang="es-MX"/>
        </a:p>
      </dgm:t>
    </dgm:pt>
    <dgm:pt modelId="{AB0A4224-69F3-46FA-9037-D2EE5F317D22}" type="sibTrans" cxnId="{E99B58B0-C714-4BC6-ABEA-AA695E02EB71}">
      <dgm:prSet/>
      <dgm:spPr/>
      <dgm:t>
        <a:bodyPr/>
        <a:lstStyle/>
        <a:p>
          <a:endParaRPr lang="es-MX"/>
        </a:p>
      </dgm:t>
    </dgm:pt>
    <dgm:pt modelId="{8BF4A2E7-72F3-4814-B5C1-422FC16AB24C}">
      <dgm:prSet phldrT="[Text]"/>
      <dgm:spPr/>
      <dgm:t>
        <a:bodyPr/>
        <a:lstStyle/>
        <a:p>
          <a:r>
            <a:rPr lang="es-ES" dirty="0"/>
            <a:t>Utilidad Fiscal</a:t>
          </a:r>
          <a:endParaRPr lang="es-MX" dirty="0"/>
        </a:p>
      </dgm:t>
    </dgm:pt>
    <dgm:pt modelId="{A6B88B84-55EE-47F3-BF2E-441B68A6B3A2}" type="parTrans" cxnId="{C6FDB416-B9DC-495D-82A0-80256628D04D}">
      <dgm:prSet/>
      <dgm:spPr/>
      <dgm:t>
        <a:bodyPr/>
        <a:lstStyle/>
        <a:p>
          <a:endParaRPr lang="es-MX"/>
        </a:p>
      </dgm:t>
    </dgm:pt>
    <dgm:pt modelId="{D5773957-EDFD-4C1B-B818-AA2504912B0A}" type="sibTrans" cxnId="{C6FDB416-B9DC-495D-82A0-80256628D04D}">
      <dgm:prSet/>
      <dgm:spPr/>
      <dgm:t>
        <a:bodyPr/>
        <a:lstStyle/>
        <a:p>
          <a:endParaRPr lang="es-MX"/>
        </a:p>
      </dgm:t>
    </dgm:pt>
    <dgm:pt modelId="{49EFCB75-FE81-4729-B714-3FAA6B8B0B5E}">
      <dgm:prSet phldrT="[Text]" custT="1"/>
      <dgm:spPr/>
      <dgm:t>
        <a:bodyPr/>
        <a:lstStyle/>
        <a:p>
          <a:r>
            <a:rPr lang="es-MX" sz="1600" b="1" u="none" dirty="0"/>
            <a:t>Utilidad Fiscal Ajustada (UFIA)</a:t>
          </a:r>
          <a:endParaRPr lang="es-MX" sz="1400" dirty="0"/>
        </a:p>
      </dgm:t>
    </dgm:pt>
    <dgm:pt modelId="{0A0D2FCC-1A33-472E-819E-239C8BD56C56}" type="parTrans" cxnId="{82AA1984-313C-4DDA-9EFC-A309FE327FE7}">
      <dgm:prSet/>
      <dgm:spPr/>
      <dgm:t>
        <a:bodyPr/>
        <a:lstStyle/>
        <a:p>
          <a:endParaRPr lang="es-MX"/>
        </a:p>
      </dgm:t>
    </dgm:pt>
    <dgm:pt modelId="{BA986D67-D10B-4B05-8755-80D43421E3FB}" type="sibTrans" cxnId="{82AA1984-313C-4DDA-9EFC-A309FE327FE7}">
      <dgm:prSet/>
      <dgm:spPr/>
      <dgm:t>
        <a:bodyPr/>
        <a:lstStyle/>
        <a:p>
          <a:endParaRPr lang="es-MX"/>
        </a:p>
      </dgm:t>
    </dgm:pt>
    <dgm:pt modelId="{4EE6238D-3BEB-46EB-A984-C467D160918B}">
      <dgm:prSet phldrT="[Text]"/>
      <dgm:spPr/>
      <dgm:t>
        <a:bodyPr/>
        <a:lstStyle/>
        <a:p>
          <a:r>
            <a:rPr lang="es-ES" dirty="0"/>
            <a:t>Intereses devengados que deriven de deudas</a:t>
          </a:r>
          <a:endParaRPr lang="es-MX" dirty="0"/>
        </a:p>
      </dgm:t>
    </dgm:pt>
    <dgm:pt modelId="{2184963B-1FA4-4640-9CFA-DB96BD725AF6}" type="parTrans" cxnId="{7F345045-4762-4432-9856-7E0A061113C1}">
      <dgm:prSet/>
      <dgm:spPr/>
      <dgm:t>
        <a:bodyPr/>
        <a:lstStyle/>
        <a:p>
          <a:endParaRPr lang="es-MX"/>
        </a:p>
      </dgm:t>
    </dgm:pt>
    <dgm:pt modelId="{7D53207E-6781-4914-B84C-003B3D9ED919}" type="sibTrans" cxnId="{7F345045-4762-4432-9856-7E0A061113C1}">
      <dgm:prSet/>
      <dgm:spPr/>
      <dgm:t>
        <a:bodyPr/>
        <a:lstStyle/>
        <a:p>
          <a:endParaRPr lang="es-MX"/>
        </a:p>
      </dgm:t>
    </dgm:pt>
    <dgm:pt modelId="{5C193443-1418-4213-B833-4B174035EE8D}">
      <dgm:prSet custT="1"/>
      <dgm:spPr/>
      <dgm:t>
        <a:bodyPr/>
        <a:lstStyle/>
        <a:p>
          <a:r>
            <a:rPr lang="es-MX" sz="1600" b="1" u="none" dirty="0"/>
            <a:t>Consideraciones</a:t>
          </a:r>
          <a:endParaRPr lang="es-MX" sz="1600" dirty="0"/>
        </a:p>
      </dgm:t>
    </dgm:pt>
    <dgm:pt modelId="{E752DE53-119B-4645-8368-955853DDF996}" type="parTrans" cxnId="{1A7C9E4A-5E6C-4D15-8876-0BBFEEB55261}">
      <dgm:prSet/>
      <dgm:spPr/>
      <dgm:t>
        <a:bodyPr/>
        <a:lstStyle/>
        <a:p>
          <a:endParaRPr lang="es-MX"/>
        </a:p>
      </dgm:t>
    </dgm:pt>
    <dgm:pt modelId="{70409959-7BBB-4B3E-8394-561CD588050A}" type="sibTrans" cxnId="{1A7C9E4A-5E6C-4D15-8876-0BBFEEB55261}">
      <dgm:prSet/>
      <dgm:spPr/>
      <dgm:t>
        <a:bodyPr/>
        <a:lstStyle/>
        <a:p>
          <a:endParaRPr lang="es-MX"/>
        </a:p>
      </dgm:t>
    </dgm:pt>
    <dgm:pt modelId="{6FB95A20-DFC7-495D-B8DA-0C43DD7B88D7}">
      <dgm:prSet/>
      <dgm:spPr/>
      <dgm:t>
        <a:bodyPr/>
        <a:lstStyle/>
        <a:p>
          <a:r>
            <a:rPr lang="es-MX" dirty="0"/>
            <a:t>Ganancias o pérdidas cambiarias no son intereses</a:t>
          </a:r>
        </a:p>
      </dgm:t>
    </dgm:pt>
    <dgm:pt modelId="{12FA3358-37AC-45FF-85A5-451C20CD5385}" type="parTrans" cxnId="{413DE576-F752-4243-8607-C4105B5D5EAB}">
      <dgm:prSet/>
      <dgm:spPr/>
      <dgm:t>
        <a:bodyPr/>
        <a:lstStyle/>
        <a:p>
          <a:endParaRPr lang="es-MX"/>
        </a:p>
      </dgm:t>
    </dgm:pt>
    <dgm:pt modelId="{F93C2C99-76B8-4730-A6EC-D4758DB746A1}" type="sibTrans" cxnId="{413DE576-F752-4243-8607-C4105B5D5EAB}">
      <dgm:prSet/>
      <dgm:spPr/>
      <dgm:t>
        <a:bodyPr/>
        <a:lstStyle/>
        <a:p>
          <a:endParaRPr lang="es-MX"/>
        </a:p>
      </dgm:t>
    </dgm:pt>
    <dgm:pt modelId="{F94E8492-437C-498D-AB14-E38065ECF7E5}">
      <dgm:prSet phldrT="[Text]"/>
      <dgm:spPr/>
      <dgm:t>
        <a:bodyPr/>
        <a:lstStyle/>
        <a:p>
          <a:r>
            <a:rPr lang="es-MX" b="1" dirty="0"/>
            <a:t>MENOS</a:t>
          </a:r>
        </a:p>
      </dgm:t>
    </dgm:pt>
    <dgm:pt modelId="{26A18F4F-89CB-44B1-BB1D-6C0EDD7F7072}" type="parTrans" cxnId="{7EF167A7-95B3-482E-93DD-D076D21BD187}">
      <dgm:prSet/>
      <dgm:spPr/>
      <dgm:t>
        <a:bodyPr/>
        <a:lstStyle/>
        <a:p>
          <a:endParaRPr lang="es-MX"/>
        </a:p>
      </dgm:t>
    </dgm:pt>
    <dgm:pt modelId="{2D27DB52-A024-4CB0-BC16-2E99F28292C2}" type="sibTrans" cxnId="{7EF167A7-95B3-482E-93DD-D076D21BD187}">
      <dgm:prSet/>
      <dgm:spPr/>
      <dgm:t>
        <a:bodyPr/>
        <a:lstStyle/>
        <a:p>
          <a:endParaRPr lang="es-MX"/>
        </a:p>
      </dgm:t>
    </dgm:pt>
    <dgm:pt modelId="{3E3A831B-78E8-47E6-B028-B77602F79EB2}">
      <dgm:prSet phldrT="[Text]"/>
      <dgm:spPr/>
      <dgm:t>
        <a:bodyPr/>
        <a:lstStyle/>
        <a:p>
          <a:endParaRPr lang="es-MX" b="1" dirty="0"/>
        </a:p>
      </dgm:t>
    </dgm:pt>
    <dgm:pt modelId="{6F62B09A-D24D-46D0-9A16-11C5B3C913E7}" type="parTrans" cxnId="{E32F915D-3EB2-4AAD-BA0A-0869DF77CA54}">
      <dgm:prSet/>
      <dgm:spPr/>
      <dgm:t>
        <a:bodyPr/>
        <a:lstStyle/>
        <a:p>
          <a:endParaRPr lang="en-US"/>
        </a:p>
      </dgm:t>
    </dgm:pt>
    <dgm:pt modelId="{18EE73A9-7796-4A24-A4BA-EAD41428F21F}" type="sibTrans" cxnId="{E32F915D-3EB2-4AAD-BA0A-0869DF77CA54}">
      <dgm:prSet/>
      <dgm:spPr/>
      <dgm:t>
        <a:bodyPr/>
        <a:lstStyle/>
        <a:p>
          <a:endParaRPr lang="en-US"/>
        </a:p>
      </dgm:t>
    </dgm:pt>
    <dgm:pt modelId="{CBC55450-AB93-4C7B-9736-5962B7A14073}">
      <dgm:prSet phldrT="[Text]"/>
      <dgm:spPr/>
      <dgm:t>
        <a:bodyPr/>
        <a:lstStyle/>
        <a:p>
          <a:r>
            <a:rPr lang="es-ES" b="1" dirty="0"/>
            <a:t>MENOS</a:t>
          </a:r>
          <a:endParaRPr lang="es-MX" b="1" dirty="0"/>
        </a:p>
      </dgm:t>
    </dgm:pt>
    <dgm:pt modelId="{D825F6B2-E7D2-430F-B53E-5FCF43F8E701}" type="parTrans" cxnId="{1769E634-BA71-43F6-BC03-E840E914A546}">
      <dgm:prSet/>
      <dgm:spPr/>
      <dgm:t>
        <a:bodyPr/>
        <a:lstStyle/>
        <a:p>
          <a:endParaRPr lang="es-MX"/>
        </a:p>
      </dgm:t>
    </dgm:pt>
    <dgm:pt modelId="{20E0F044-EBAB-4170-8EF6-410A353E33EB}" type="sibTrans" cxnId="{1769E634-BA71-43F6-BC03-E840E914A546}">
      <dgm:prSet/>
      <dgm:spPr/>
      <dgm:t>
        <a:bodyPr/>
        <a:lstStyle/>
        <a:p>
          <a:endParaRPr lang="es-MX"/>
        </a:p>
      </dgm:t>
    </dgm:pt>
    <dgm:pt modelId="{70ACFE6A-22A4-4CD3-A4C1-992096D49E48}">
      <dgm:prSet phldrT="[Text]"/>
      <dgm:spPr/>
      <dgm:t>
        <a:bodyPr/>
        <a:lstStyle/>
        <a:p>
          <a:endParaRPr lang="es-MX" dirty="0"/>
        </a:p>
      </dgm:t>
    </dgm:pt>
    <dgm:pt modelId="{AFA8BAC2-F58F-4EA0-8669-CED3FE0F40F2}" type="parTrans" cxnId="{9256312E-9FEA-43B3-99D9-B617EA2D3CE2}">
      <dgm:prSet/>
      <dgm:spPr/>
      <dgm:t>
        <a:bodyPr/>
        <a:lstStyle/>
        <a:p>
          <a:endParaRPr lang="es-MX"/>
        </a:p>
      </dgm:t>
    </dgm:pt>
    <dgm:pt modelId="{371549F9-6225-4BA2-AB35-AE6CCB9ABF15}" type="sibTrans" cxnId="{9256312E-9FEA-43B3-99D9-B617EA2D3CE2}">
      <dgm:prSet/>
      <dgm:spPr/>
      <dgm:t>
        <a:bodyPr/>
        <a:lstStyle/>
        <a:p>
          <a:endParaRPr lang="es-MX"/>
        </a:p>
      </dgm:t>
    </dgm:pt>
    <dgm:pt modelId="{C8E5B179-9C5C-4566-B02E-2AEA1ADE253E}">
      <dgm:prSet phldrT="[Text]"/>
      <dgm:spPr/>
      <dgm:t>
        <a:bodyPr/>
        <a:lstStyle/>
        <a:p>
          <a:r>
            <a:rPr lang="es-ES" dirty="0"/>
            <a:t>Total de ingresos por intereses acumulados en el ejercicio</a:t>
          </a:r>
          <a:endParaRPr lang="es-MX" dirty="0"/>
        </a:p>
      </dgm:t>
    </dgm:pt>
    <dgm:pt modelId="{DC2D95A2-5FFF-4EC3-BED9-DEC6CB3F6BA2}" type="parTrans" cxnId="{688DB46F-4C11-4927-B0DE-6B5ADD74212A}">
      <dgm:prSet/>
      <dgm:spPr/>
      <dgm:t>
        <a:bodyPr/>
        <a:lstStyle/>
        <a:p>
          <a:endParaRPr lang="es-MX"/>
        </a:p>
      </dgm:t>
    </dgm:pt>
    <dgm:pt modelId="{43E0C423-6670-4AE1-9909-35BD781579F3}" type="sibTrans" cxnId="{688DB46F-4C11-4927-B0DE-6B5ADD74212A}">
      <dgm:prSet/>
      <dgm:spPr/>
      <dgm:t>
        <a:bodyPr/>
        <a:lstStyle/>
        <a:p>
          <a:endParaRPr lang="es-MX"/>
        </a:p>
      </dgm:t>
    </dgm:pt>
    <dgm:pt modelId="{13F0C6AE-B6FF-4601-9A15-7D8E838519D7}">
      <dgm:prSet phldrT="[Text]"/>
      <dgm:spPr/>
      <dgm:t>
        <a:bodyPr/>
        <a:lstStyle/>
        <a:p>
          <a:endParaRPr lang="es-MX" dirty="0"/>
        </a:p>
      </dgm:t>
    </dgm:pt>
    <dgm:pt modelId="{5F512EA7-A555-4193-961E-B99E47FCC093}" type="parTrans" cxnId="{12A4E57E-237E-4ADF-B982-22B3AE48D04C}">
      <dgm:prSet/>
      <dgm:spPr/>
      <dgm:t>
        <a:bodyPr/>
        <a:lstStyle/>
        <a:p>
          <a:endParaRPr lang="es-MX"/>
        </a:p>
      </dgm:t>
    </dgm:pt>
    <dgm:pt modelId="{E6581A07-676E-48EA-96AE-0DEECD909B2C}" type="sibTrans" cxnId="{12A4E57E-237E-4ADF-B982-22B3AE48D04C}">
      <dgm:prSet/>
      <dgm:spPr/>
      <dgm:t>
        <a:bodyPr/>
        <a:lstStyle/>
        <a:p>
          <a:endParaRPr lang="es-MX"/>
        </a:p>
      </dgm:t>
    </dgm:pt>
    <dgm:pt modelId="{251CF8B3-9C14-4795-ABD5-9AC916A8D0BA}">
      <dgm:prSet phldrT="[Text]"/>
      <dgm:spPr/>
      <dgm:t>
        <a:bodyPr/>
        <a:lstStyle/>
        <a:p>
          <a:r>
            <a:rPr lang="es-ES" b="1" dirty="0"/>
            <a:t>MENOS</a:t>
          </a:r>
          <a:endParaRPr lang="es-MX" b="1" dirty="0"/>
        </a:p>
      </dgm:t>
    </dgm:pt>
    <dgm:pt modelId="{1AF7E42B-1E3C-4FC8-AF37-7AC2BC256774}" type="parTrans" cxnId="{EC033A24-CAFA-4BF9-966D-F2DB2B247B57}">
      <dgm:prSet/>
      <dgm:spPr/>
      <dgm:t>
        <a:bodyPr/>
        <a:lstStyle/>
        <a:p>
          <a:endParaRPr lang="es-MX"/>
        </a:p>
      </dgm:t>
    </dgm:pt>
    <dgm:pt modelId="{61D482A5-406F-4D49-A0A8-AB87B1D3DFAA}" type="sibTrans" cxnId="{EC033A24-CAFA-4BF9-966D-F2DB2B247B57}">
      <dgm:prSet/>
      <dgm:spPr/>
      <dgm:t>
        <a:bodyPr/>
        <a:lstStyle/>
        <a:p>
          <a:endParaRPr lang="es-MX"/>
        </a:p>
      </dgm:t>
    </dgm:pt>
    <dgm:pt modelId="{C06B52A2-863E-4867-BB31-C23AB6D0F62D}">
      <dgm:prSet phldrT="[Text]"/>
      <dgm:spPr/>
      <dgm:t>
        <a:bodyPr/>
        <a:lstStyle/>
        <a:p>
          <a:endParaRPr lang="es-MX" dirty="0"/>
        </a:p>
      </dgm:t>
    </dgm:pt>
    <dgm:pt modelId="{9C3AF6B2-C361-4C85-B3BF-CC0189AE05B4}" type="parTrans" cxnId="{E430F8A0-8B80-47F7-93FF-07A48EA6002D}">
      <dgm:prSet/>
      <dgm:spPr/>
      <dgm:t>
        <a:bodyPr/>
        <a:lstStyle/>
        <a:p>
          <a:endParaRPr lang="es-MX"/>
        </a:p>
      </dgm:t>
    </dgm:pt>
    <dgm:pt modelId="{2703AF5D-440F-4360-BCA0-B63DDBE99E39}" type="sibTrans" cxnId="{E430F8A0-8B80-47F7-93FF-07A48EA6002D}">
      <dgm:prSet/>
      <dgm:spPr/>
      <dgm:t>
        <a:bodyPr/>
        <a:lstStyle/>
        <a:p>
          <a:endParaRPr lang="es-MX"/>
        </a:p>
      </dgm:t>
    </dgm:pt>
    <dgm:pt modelId="{82B3B737-84FD-43F0-A7E5-2DE80851F599}">
      <dgm:prSet phldrT="[Text]"/>
      <dgm:spPr/>
      <dgm:t>
        <a:bodyPr/>
        <a:lstStyle/>
        <a:p>
          <a:r>
            <a:rPr lang="es-ES" dirty="0"/>
            <a:t>$20,000,000</a:t>
          </a:r>
          <a:endParaRPr lang="es-MX" dirty="0"/>
        </a:p>
      </dgm:t>
    </dgm:pt>
    <dgm:pt modelId="{85F34375-1CBE-4E92-ADBB-A76E438A91C1}" type="parTrans" cxnId="{A5052881-7EAB-42C5-9557-E1226E842695}">
      <dgm:prSet/>
      <dgm:spPr/>
      <dgm:t>
        <a:bodyPr/>
        <a:lstStyle/>
        <a:p>
          <a:endParaRPr lang="es-MX"/>
        </a:p>
      </dgm:t>
    </dgm:pt>
    <dgm:pt modelId="{71317F10-4D88-49D3-8E0A-281FFFB5140D}" type="sibTrans" cxnId="{A5052881-7EAB-42C5-9557-E1226E842695}">
      <dgm:prSet/>
      <dgm:spPr/>
      <dgm:t>
        <a:bodyPr/>
        <a:lstStyle/>
        <a:p>
          <a:endParaRPr lang="es-MX"/>
        </a:p>
      </dgm:t>
    </dgm:pt>
    <dgm:pt modelId="{F34BE9DA-BF96-4BC6-9FC7-77EBDBBA447F}">
      <dgm:prSet phldrT="[Text]"/>
      <dgm:spPr/>
      <dgm:t>
        <a:bodyPr/>
        <a:lstStyle/>
        <a:p>
          <a:endParaRPr lang="es-MX" dirty="0"/>
        </a:p>
      </dgm:t>
    </dgm:pt>
    <dgm:pt modelId="{5C3BCDC5-90BF-41DF-A1B9-29CBB886ABE0}" type="parTrans" cxnId="{C589A197-DAF0-402D-8533-A6393EC9F7F6}">
      <dgm:prSet/>
      <dgm:spPr/>
      <dgm:t>
        <a:bodyPr/>
        <a:lstStyle/>
        <a:p>
          <a:endParaRPr lang="es-MX"/>
        </a:p>
      </dgm:t>
    </dgm:pt>
    <dgm:pt modelId="{1CE081E0-F680-4791-97CD-EE45D52DE9D6}" type="sibTrans" cxnId="{C589A197-DAF0-402D-8533-A6393EC9F7F6}">
      <dgm:prSet/>
      <dgm:spPr/>
      <dgm:t>
        <a:bodyPr/>
        <a:lstStyle/>
        <a:p>
          <a:endParaRPr lang="es-MX"/>
        </a:p>
      </dgm:t>
    </dgm:pt>
    <dgm:pt modelId="{76088871-5F72-42B5-B058-51A48A9D2F4F}">
      <dgm:prSet phldrT="[Text]"/>
      <dgm:spPr/>
      <dgm:t>
        <a:bodyPr/>
        <a:lstStyle/>
        <a:p>
          <a:r>
            <a:rPr lang="es-ES" b="1" dirty="0"/>
            <a:t>MÁS</a:t>
          </a:r>
          <a:endParaRPr lang="es-MX" b="1" dirty="0"/>
        </a:p>
      </dgm:t>
    </dgm:pt>
    <dgm:pt modelId="{CE594F75-1A0C-4054-8748-D3C1A7765C35}" type="parTrans" cxnId="{F4102501-929E-42B7-8395-883B79E9847C}">
      <dgm:prSet/>
      <dgm:spPr/>
      <dgm:t>
        <a:bodyPr/>
        <a:lstStyle/>
        <a:p>
          <a:endParaRPr lang="es-MX"/>
        </a:p>
      </dgm:t>
    </dgm:pt>
    <dgm:pt modelId="{77A420A9-4DB9-432B-81C8-1CF4A0F2D4C4}" type="sibTrans" cxnId="{F4102501-929E-42B7-8395-883B79E9847C}">
      <dgm:prSet/>
      <dgm:spPr/>
      <dgm:t>
        <a:bodyPr/>
        <a:lstStyle/>
        <a:p>
          <a:endParaRPr lang="es-MX"/>
        </a:p>
      </dgm:t>
    </dgm:pt>
    <dgm:pt modelId="{810913B7-12B2-409D-8729-21EBC04ABB96}">
      <dgm:prSet phldrT="[Text]"/>
      <dgm:spPr/>
      <dgm:t>
        <a:bodyPr/>
        <a:lstStyle/>
        <a:p>
          <a:endParaRPr lang="es-MX" dirty="0"/>
        </a:p>
      </dgm:t>
    </dgm:pt>
    <dgm:pt modelId="{8C8409A8-A635-4CFA-87C5-0807A9938402}" type="parTrans" cxnId="{C0298CBA-F842-4727-BCC5-05A0B331C1B5}">
      <dgm:prSet/>
      <dgm:spPr/>
      <dgm:t>
        <a:bodyPr/>
        <a:lstStyle/>
        <a:p>
          <a:endParaRPr lang="es-MX"/>
        </a:p>
      </dgm:t>
    </dgm:pt>
    <dgm:pt modelId="{FEA48C66-8FB6-4E11-9FFD-26E6A783A6E6}" type="sibTrans" cxnId="{C0298CBA-F842-4727-BCC5-05A0B331C1B5}">
      <dgm:prSet/>
      <dgm:spPr/>
      <dgm:t>
        <a:bodyPr/>
        <a:lstStyle/>
        <a:p>
          <a:endParaRPr lang="es-MX"/>
        </a:p>
      </dgm:t>
    </dgm:pt>
    <dgm:pt modelId="{CCE06554-0325-47E6-ADA0-F4FC8D41594D}">
      <dgm:prSet phldrT="[Text]"/>
      <dgm:spPr/>
      <dgm:t>
        <a:bodyPr/>
        <a:lstStyle/>
        <a:p>
          <a:r>
            <a:rPr lang="es-ES" dirty="0"/>
            <a:t>Intereses devengados que deriven de deudas</a:t>
          </a:r>
          <a:endParaRPr lang="es-MX" dirty="0"/>
        </a:p>
      </dgm:t>
    </dgm:pt>
    <dgm:pt modelId="{C6D797AD-4CB6-4070-BD29-01BD71D1A76C}" type="parTrans" cxnId="{1BCC33F0-C7F8-474E-9CCC-87A3E8D163F7}">
      <dgm:prSet/>
      <dgm:spPr/>
      <dgm:t>
        <a:bodyPr/>
        <a:lstStyle/>
        <a:p>
          <a:endParaRPr lang="es-MX"/>
        </a:p>
      </dgm:t>
    </dgm:pt>
    <dgm:pt modelId="{F154955F-3A4F-494A-AEDC-9094DAAD2C51}" type="sibTrans" cxnId="{1BCC33F0-C7F8-474E-9CCC-87A3E8D163F7}">
      <dgm:prSet/>
      <dgm:spPr/>
      <dgm:t>
        <a:bodyPr/>
        <a:lstStyle/>
        <a:p>
          <a:endParaRPr lang="es-MX"/>
        </a:p>
      </dgm:t>
    </dgm:pt>
    <dgm:pt modelId="{40F4906D-7B94-4193-949F-E796F0576F4E}">
      <dgm:prSet phldrT="[Text]"/>
      <dgm:spPr/>
      <dgm:t>
        <a:bodyPr/>
        <a:lstStyle/>
        <a:p>
          <a:endParaRPr lang="es-MX" dirty="0"/>
        </a:p>
      </dgm:t>
    </dgm:pt>
    <dgm:pt modelId="{BF205141-736D-4920-BCB7-5AC9E3280496}" type="parTrans" cxnId="{53EBDC9F-C5E6-4BFE-80F6-1FEC2E8FF5DE}">
      <dgm:prSet/>
      <dgm:spPr/>
      <dgm:t>
        <a:bodyPr/>
        <a:lstStyle/>
        <a:p>
          <a:endParaRPr lang="es-MX"/>
        </a:p>
      </dgm:t>
    </dgm:pt>
    <dgm:pt modelId="{231A9721-A253-4624-9B28-44C1F0B267D4}" type="sibTrans" cxnId="{53EBDC9F-C5E6-4BFE-80F6-1FEC2E8FF5DE}">
      <dgm:prSet/>
      <dgm:spPr/>
      <dgm:t>
        <a:bodyPr/>
        <a:lstStyle/>
        <a:p>
          <a:endParaRPr lang="es-MX"/>
        </a:p>
      </dgm:t>
    </dgm:pt>
    <dgm:pt modelId="{661F0761-5033-419E-BB13-411C3C3FC255}">
      <dgm:prSet phldrT="[Text]"/>
      <dgm:spPr/>
      <dgm:t>
        <a:bodyPr/>
        <a:lstStyle/>
        <a:p>
          <a:r>
            <a:rPr lang="es-ES" dirty="0"/>
            <a:t>Deducción de Inversiones</a:t>
          </a:r>
          <a:endParaRPr lang="es-MX" dirty="0"/>
        </a:p>
      </dgm:t>
    </dgm:pt>
    <dgm:pt modelId="{99D390F6-D804-42DA-9E61-CFD9C15BB9D3}" type="parTrans" cxnId="{2776D2F3-39E6-4867-9857-0A87C1EEB2EC}">
      <dgm:prSet/>
      <dgm:spPr/>
      <dgm:t>
        <a:bodyPr/>
        <a:lstStyle/>
        <a:p>
          <a:endParaRPr lang="es-MX"/>
        </a:p>
      </dgm:t>
    </dgm:pt>
    <dgm:pt modelId="{448A601F-CC99-4B25-9104-EA62FED6BE68}" type="sibTrans" cxnId="{2776D2F3-39E6-4867-9857-0A87C1EEB2EC}">
      <dgm:prSet/>
      <dgm:spPr/>
      <dgm:t>
        <a:bodyPr/>
        <a:lstStyle/>
        <a:p>
          <a:endParaRPr lang="es-MX"/>
        </a:p>
      </dgm:t>
    </dgm:pt>
    <dgm:pt modelId="{4B4CC2C3-6AC8-4978-88EB-36BF9964A2D8}">
      <dgm:prSet phldrT="[Text]"/>
      <dgm:spPr/>
      <dgm:t>
        <a:bodyPr/>
        <a:lstStyle/>
        <a:p>
          <a:r>
            <a:rPr lang="es-ES" dirty="0"/>
            <a:t>Activos fijos</a:t>
          </a:r>
          <a:endParaRPr lang="es-MX" dirty="0"/>
        </a:p>
      </dgm:t>
    </dgm:pt>
    <dgm:pt modelId="{681AFEC3-94AD-485E-B073-F7688C91ECDB}" type="parTrans" cxnId="{BA4BC9AB-B758-40F4-8698-CDFA7B2AEDF8}">
      <dgm:prSet/>
      <dgm:spPr/>
      <dgm:t>
        <a:bodyPr/>
        <a:lstStyle/>
        <a:p>
          <a:endParaRPr lang="es-MX"/>
        </a:p>
      </dgm:t>
    </dgm:pt>
    <dgm:pt modelId="{3BA8C481-DEE3-43A1-9FC2-4ABB5B12A080}" type="sibTrans" cxnId="{BA4BC9AB-B758-40F4-8698-CDFA7B2AEDF8}">
      <dgm:prSet/>
      <dgm:spPr/>
      <dgm:t>
        <a:bodyPr/>
        <a:lstStyle/>
        <a:p>
          <a:endParaRPr lang="es-MX"/>
        </a:p>
      </dgm:t>
    </dgm:pt>
    <dgm:pt modelId="{D20DA1B6-B758-4A36-868B-1EEADBEE7BE1}">
      <dgm:prSet phldrT="[Text]"/>
      <dgm:spPr/>
      <dgm:t>
        <a:bodyPr/>
        <a:lstStyle/>
        <a:p>
          <a:r>
            <a:rPr lang="es-ES" dirty="0"/>
            <a:t>Gastos diferidos</a:t>
          </a:r>
          <a:endParaRPr lang="es-MX" dirty="0"/>
        </a:p>
      </dgm:t>
    </dgm:pt>
    <dgm:pt modelId="{F790810B-A992-44BF-A749-74CB08FAFCB9}" type="parTrans" cxnId="{9C1271B4-683D-49E9-B255-770FD52CE913}">
      <dgm:prSet/>
      <dgm:spPr/>
      <dgm:t>
        <a:bodyPr/>
        <a:lstStyle/>
        <a:p>
          <a:endParaRPr lang="es-MX"/>
        </a:p>
      </dgm:t>
    </dgm:pt>
    <dgm:pt modelId="{FA0CAA89-E8E6-4801-B815-F443903D30A3}" type="sibTrans" cxnId="{9C1271B4-683D-49E9-B255-770FD52CE913}">
      <dgm:prSet/>
      <dgm:spPr/>
      <dgm:t>
        <a:bodyPr/>
        <a:lstStyle/>
        <a:p>
          <a:endParaRPr lang="es-MX"/>
        </a:p>
      </dgm:t>
    </dgm:pt>
    <dgm:pt modelId="{D72ECE8D-5E92-443B-91E7-AECB63B93F4F}">
      <dgm:prSet phldrT="[Text]"/>
      <dgm:spPr/>
      <dgm:t>
        <a:bodyPr/>
        <a:lstStyle/>
        <a:p>
          <a:r>
            <a:rPr lang="es-ES" dirty="0"/>
            <a:t>Cargos Diferidos</a:t>
          </a:r>
          <a:endParaRPr lang="es-MX" dirty="0"/>
        </a:p>
      </dgm:t>
    </dgm:pt>
    <dgm:pt modelId="{C33F1AC9-588F-4ECA-B3C7-774A09B0350D}" type="parTrans" cxnId="{030D0AB9-1E53-429E-A112-02E169DB13AD}">
      <dgm:prSet/>
      <dgm:spPr/>
      <dgm:t>
        <a:bodyPr/>
        <a:lstStyle/>
        <a:p>
          <a:endParaRPr lang="es-MX"/>
        </a:p>
      </dgm:t>
    </dgm:pt>
    <dgm:pt modelId="{86C7E224-8955-46E5-87A6-8761814ED966}" type="sibTrans" cxnId="{030D0AB9-1E53-429E-A112-02E169DB13AD}">
      <dgm:prSet/>
      <dgm:spPr/>
      <dgm:t>
        <a:bodyPr/>
        <a:lstStyle/>
        <a:p>
          <a:endParaRPr lang="es-MX"/>
        </a:p>
      </dgm:t>
    </dgm:pt>
    <dgm:pt modelId="{9DF5F683-70F5-465E-BA0F-CB554902C9DB}">
      <dgm:prSet phldrT="[Text]"/>
      <dgm:spPr/>
      <dgm:t>
        <a:bodyPr/>
        <a:lstStyle/>
        <a:p>
          <a:r>
            <a:rPr lang="es-ES" dirty="0"/>
            <a:t>Erogaciones en periodos preoperativos</a:t>
          </a:r>
          <a:endParaRPr lang="es-MX" dirty="0"/>
        </a:p>
      </dgm:t>
    </dgm:pt>
    <dgm:pt modelId="{C8BBC35E-C383-4435-B3DD-A3949D0DA6A0}" type="parTrans" cxnId="{7BAB6B89-5385-46D0-82DD-EDF48FBB38FD}">
      <dgm:prSet/>
      <dgm:spPr/>
      <dgm:t>
        <a:bodyPr/>
        <a:lstStyle/>
        <a:p>
          <a:endParaRPr lang="es-MX"/>
        </a:p>
      </dgm:t>
    </dgm:pt>
    <dgm:pt modelId="{45E6E108-F0FD-4A88-A11E-A0B94531BFB3}" type="sibTrans" cxnId="{7BAB6B89-5385-46D0-82DD-EDF48FBB38FD}">
      <dgm:prSet/>
      <dgm:spPr/>
      <dgm:t>
        <a:bodyPr/>
        <a:lstStyle/>
        <a:p>
          <a:endParaRPr lang="es-MX"/>
        </a:p>
      </dgm:t>
    </dgm:pt>
    <dgm:pt modelId="{81F078F6-C7C0-462B-A1DB-BFAB61D35756}">
      <dgm:prSet/>
      <dgm:spPr/>
      <dgm:t>
        <a:bodyPr/>
        <a:lstStyle/>
        <a:p>
          <a:r>
            <a:rPr lang="es-ES"/>
            <a:t>Deducción de Inversiones</a:t>
          </a:r>
          <a:endParaRPr lang="es-MX" dirty="0"/>
        </a:p>
      </dgm:t>
    </dgm:pt>
    <dgm:pt modelId="{E486187D-A8AF-405D-91A0-8D8065CD73BB}" type="parTrans" cxnId="{63028CA1-3C03-4275-A7A0-D9B67A8AD113}">
      <dgm:prSet/>
      <dgm:spPr/>
      <dgm:t>
        <a:bodyPr/>
        <a:lstStyle/>
        <a:p>
          <a:endParaRPr lang="es-MX"/>
        </a:p>
      </dgm:t>
    </dgm:pt>
    <dgm:pt modelId="{BAB48641-49C7-4263-B430-A2D0ED51402F}" type="sibTrans" cxnId="{63028CA1-3C03-4275-A7A0-D9B67A8AD113}">
      <dgm:prSet/>
      <dgm:spPr/>
      <dgm:t>
        <a:bodyPr/>
        <a:lstStyle/>
        <a:p>
          <a:endParaRPr lang="es-MX"/>
        </a:p>
      </dgm:t>
    </dgm:pt>
    <dgm:pt modelId="{C13FFBEC-5C8B-4F6C-9B43-C07C8D83476B}">
      <dgm:prSet/>
      <dgm:spPr/>
      <dgm:t>
        <a:bodyPr/>
        <a:lstStyle/>
        <a:p>
          <a:r>
            <a:rPr lang="es-ES"/>
            <a:t>Activos fijos</a:t>
          </a:r>
          <a:endParaRPr lang="es-MX" dirty="0"/>
        </a:p>
      </dgm:t>
    </dgm:pt>
    <dgm:pt modelId="{05138356-93A2-4A1B-B32E-52EACCF755CE}" type="parTrans" cxnId="{2E60FCD4-5471-4D6D-94BD-ABA5CAD98323}">
      <dgm:prSet/>
      <dgm:spPr/>
      <dgm:t>
        <a:bodyPr/>
        <a:lstStyle/>
        <a:p>
          <a:endParaRPr lang="es-MX"/>
        </a:p>
      </dgm:t>
    </dgm:pt>
    <dgm:pt modelId="{93D3513F-FBEB-4173-A3C2-11C8E417CAFD}" type="sibTrans" cxnId="{2E60FCD4-5471-4D6D-94BD-ABA5CAD98323}">
      <dgm:prSet/>
      <dgm:spPr/>
      <dgm:t>
        <a:bodyPr/>
        <a:lstStyle/>
        <a:p>
          <a:endParaRPr lang="es-MX"/>
        </a:p>
      </dgm:t>
    </dgm:pt>
    <dgm:pt modelId="{DA0F7AC7-2EAF-4BC2-AF68-039975F8E096}">
      <dgm:prSet/>
      <dgm:spPr/>
      <dgm:t>
        <a:bodyPr/>
        <a:lstStyle/>
        <a:p>
          <a:r>
            <a:rPr lang="es-ES"/>
            <a:t>Gastos diferidos</a:t>
          </a:r>
          <a:endParaRPr lang="es-MX" dirty="0"/>
        </a:p>
      </dgm:t>
    </dgm:pt>
    <dgm:pt modelId="{E4666CC7-3520-4845-B36C-70B31D2CA364}" type="parTrans" cxnId="{42819C93-53DD-4CCB-A0E1-44A2C74AC15D}">
      <dgm:prSet/>
      <dgm:spPr/>
      <dgm:t>
        <a:bodyPr/>
        <a:lstStyle/>
        <a:p>
          <a:endParaRPr lang="es-MX"/>
        </a:p>
      </dgm:t>
    </dgm:pt>
    <dgm:pt modelId="{32B1A4EE-E20C-48BE-A62E-4AD69CD8F6AE}" type="sibTrans" cxnId="{42819C93-53DD-4CCB-A0E1-44A2C74AC15D}">
      <dgm:prSet/>
      <dgm:spPr/>
      <dgm:t>
        <a:bodyPr/>
        <a:lstStyle/>
        <a:p>
          <a:endParaRPr lang="es-MX"/>
        </a:p>
      </dgm:t>
    </dgm:pt>
    <dgm:pt modelId="{495B30A1-1834-4AF5-A929-FB3B26F5B42A}">
      <dgm:prSet/>
      <dgm:spPr/>
      <dgm:t>
        <a:bodyPr/>
        <a:lstStyle/>
        <a:p>
          <a:r>
            <a:rPr lang="es-ES"/>
            <a:t>Cargos Diferidos</a:t>
          </a:r>
          <a:endParaRPr lang="es-MX" dirty="0"/>
        </a:p>
      </dgm:t>
    </dgm:pt>
    <dgm:pt modelId="{6EACF5F7-B5B1-43B8-9612-182D6AF04576}" type="parTrans" cxnId="{E6214C7D-ABD4-4433-A83A-57EF7F939210}">
      <dgm:prSet/>
      <dgm:spPr/>
      <dgm:t>
        <a:bodyPr/>
        <a:lstStyle/>
        <a:p>
          <a:endParaRPr lang="es-MX"/>
        </a:p>
      </dgm:t>
    </dgm:pt>
    <dgm:pt modelId="{0FAD3DA8-34AA-49F4-9904-E03F8AE5CB6E}" type="sibTrans" cxnId="{E6214C7D-ABD4-4433-A83A-57EF7F939210}">
      <dgm:prSet/>
      <dgm:spPr/>
      <dgm:t>
        <a:bodyPr/>
        <a:lstStyle/>
        <a:p>
          <a:endParaRPr lang="es-MX"/>
        </a:p>
      </dgm:t>
    </dgm:pt>
    <dgm:pt modelId="{C8F49A55-A4A3-4D81-86F9-214DE4C31C1F}">
      <dgm:prSet/>
      <dgm:spPr/>
      <dgm:t>
        <a:bodyPr/>
        <a:lstStyle/>
        <a:p>
          <a:r>
            <a:rPr lang="es-ES" dirty="0"/>
            <a:t>Erogaciones en periodos preoperativos</a:t>
          </a:r>
          <a:endParaRPr lang="es-MX" dirty="0"/>
        </a:p>
      </dgm:t>
    </dgm:pt>
    <dgm:pt modelId="{B8A246DE-7C29-446C-9168-3C29AC180991}" type="parTrans" cxnId="{13DDB749-254E-4F41-A6F3-8EF865428B3D}">
      <dgm:prSet/>
      <dgm:spPr/>
      <dgm:t>
        <a:bodyPr/>
        <a:lstStyle/>
        <a:p>
          <a:endParaRPr lang="es-MX"/>
        </a:p>
      </dgm:t>
    </dgm:pt>
    <dgm:pt modelId="{DB07B131-7516-41A7-8785-F2CF2BEFC263}" type="sibTrans" cxnId="{13DDB749-254E-4F41-A6F3-8EF865428B3D}">
      <dgm:prSet/>
      <dgm:spPr/>
      <dgm:t>
        <a:bodyPr/>
        <a:lstStyle/>
        <a:p>
          <a:endParaRPr lang="es-MX"/>
        </a:p>
      </dgm:t>
    </dgm:pt>
    <dgm:pt modelId="{5503BEB6-264E-4CFD-888C-F90AF362B8DB}">
      <dgm:prSet phldrT="[Text]"/>
      <dgm:spPr/>
      <dgm:t>
        <a:bodyPr/>
        <a:lstStyle/>
        <a:p>
          <a:r>
            <a:rPr lang="es-ES" dirty="0"/>
            <a:t>Pérdida fiscal</a:t>
          </a:r>
          <a:endParaRPr lang="es-MX" dirty="0"/>
        </a:p>
      </dgm:t>
    </dgm:pt>
    <dgm:pt modelId="{C8168B34-30E6-4A90-BD4E-4D70DFE67E52}" type="parTrans" cxnId="{4C8E5FE4-A3D0-46BC-A3CE-85A0B1DECF91}">
      <dgm:prSet/>
      <dgm:spPr/>
      <dgm:t>
        <a:bodyPr/>
        <a:lstStyle/>
        <a:p>
          <a:endParaRPr lang="es-MX"/>
        </a:p>
      </dgm:t>
    </dgm:pt>
    <dgm:pt modelId="{A81D3FFC-0775-4F01-B7DC-BF405DA0D9D7}" type="sibTrans" cxnId="{4C8E5FE4-A3D0-46BC-A3CE-85A0B1DECF91}">
      <dgm:prSet/>
      <dgm:spPr/>
      <dgm:t>
        <a:bodyPr/>
        <a:lstStyle/>
        <a:p>
          <a:endParaRPr lang="es-MX"/>
        </a:p>
      </dgm:t>
    </dgm:pt>
    <dgm:pt modelId="{1A142701-2088-46D2-8478-56759FAC6CE4}">
      <dgm:prSet phldrT="[Text]"/>
      <dgm:spPr/>
      <dgm:t>
        <a:bodyPr/>
        <a:lstStyle/>
        <a:p>
          <a:endParaRPr lang="es-MX" dirty="0"/>
        </a:p>
      </dgm:t>
    </dgm:pt>
    <dgm:pt modelId="{753BCAA7-D32F-476D-9F83-026D92C7C22D}" type="parTrans" cxnId="{F676BDAB-49E9-4A80-834F-AEBF2766F9E2}">
      <dgm:prSet/>
      <dgm:spPr/>
      <dgm:t>
        <a:bodyPr/>
        <a:lstStyle/>
        <a:p>
          <a:endParaRPr lang="es-MX"/>
        </a:p>
      </dgm:t>
    </dgm:pt>
    <dgm:pt modelId="{4E71BF9B-AD28-4885-AA75-5C1E570022C9}" type="sibTrans" cxnId="{F676BDAB-49E9-4A80-834F-AEBF2766F9E2}">
      <dgm:prSet/>
      <dgm:spPr/>
      <dgm:t>
        <a:bodyPr/>
        <a:lstStyle/>
        <a:p>
          <a:endParaRPr lang="es-MX"/>
        </a:p>
      </dgm:t>
    </dgm:pt>
    <dgm:pt modelId="{5AAEB18D-502E-4A34-B23D-17EE28E7FF20}">
      <dgm:prSet phldrT="[Text]"/>
      <dgm:spPr/>
      <dgm:t>
        <a:bodyPr/>
        <a:lstStyle/>
        <a:p>
          <a:r>
            <a:rPr lang="es-ES" dirty="0"/>
            <a:t>Intereses no deducibles “temporales” años anteriores</a:t>
          </a:r>
          <a:endParaRPr lang="es-MX" dirty="0"/>
        </a:p>
      </dgm:t>
    </dgm:pt>
    <dgm:pt modelId="{D4193203-CA1B-42F4-9AF7-5A7D06153D2B}" type="parTrans" cxnId="{3C29C8C6-D675-42DB-98A7-DCDE8B4F9109}">
      <dgm:prSet/>
      <dgm:spPr/>
      <dgm:t>
        <a:bodyPr/>
        <a:lstStyle/>
        <a:p>
          <a:endParaRPr lang="es-MX"/>
        </a:p>
      </dgm:t>
    </dgm:pt>
    <dgm:pt modelId="{72E6C484-6D30-4F0F-B896-2C90C98A8FAD}" type="sibTrans" cxnId="{3C29C8C6-D675-42DB-98A7-DCDE8B4F9109}">
      <dgm:prSet/>
      <dgm:spPr/>
      <dgm:t>
        <a:bodyPr/>
        <a:lstStyle/>
        <a:p>
          <a:endParaRPr lang="es-MX"/>
        </a:p>
      </dgm:t>
    </dgm:pt>
    <dgm:pt modelId="{27221396-0535-4729-8C1D-A69DB4DFACDF}">
      <dgm:prSet/>
      <dgm:spPr/>
      <dgm:t>
        <a:bodyPr/>
        <a:lstStyle/>
        <a:p>
          <a:r>
            <a:rPr lang="es-ES" dirty="0" err="1"/>
            <a:t>Carry</a:t>
          </a:r>
          <a:r>
            <a:rPr lang="es-ES" dirty="0"/>
            <a:t>-forward de intereses no deducibles “temporales” siguen mismas reglas que pérdidas fiscales</a:t>
          </a:r>
          <a:endParaRPr lang="es-MX" dirty="0"/>
        </a:p>
      </dgm:t>
    </dgm:pt>
    <dgm:pt modelId="{CB976592-2875-49D0-88AC-DD73778566DE}" type="parTrans" cxnId="{DE98F8C7-1F5A-41A0-85B9-0922BAF50C46}">
      <dgm:prSet/>
      <dgm:spPr/>
      <dgm:t>
        <a:bodyPr/>
        <a:lstStyle/>
        <a:p>
          <a:endParaRPr lang="es-MX"/>
        </a:p>
      </dgm:t>
    </dgm:pt>
    <dgm:pt modelId="{394AA383-4C12-4367-9CE5-92E65371BDDB}" type="sibTrans" cxnId="{DE98F8C7-1F5A-41A0-85B9-0922BAF50C46}">
      <dgm:prSet/>
      <dgm:spPr/>
      <dgm:t>
        <a:bodyPr/>
        <a:lstStyle/>
        <a:p>
          <a:endParaRPr lang="es-MX"/>
        </a:p>
      </dgm:t>
    </dgm:pt>
    <dgm:pt modelId="{7A4195EA-C5B1-4153-B1EB-395B0E051EBB}">
      <dgm:prSet/>
      <dgm:spPr/>
      <dgm:t>
        <a:bodyPr/>
        <a:lstStyle/>
        <a:p>
          <a:endParaRPr lang="es-MX" dirty="0"/>
        </a:p>
      </dgm:t>
    </dgm:pt>
    <dgm:pt modelId="{34C8E1F0-0EE8-4BCD-8865-1C087D601020}" type="parTrans" cxnId="{D37AF7A7-A430-4FFC-B123-51551DF2D694}">
      <dgm:prSet/>
      <dgm:spPr/>
      <dgm:t>
        <a:bodyPr/>
        <a:lstStyle/>
        <a:p>
          <a:endParaRPr lang="es-MX"/>
        </a:p>
      </dgm:t>
    </dgm:pt>
    <dgm:pt modelId="{58E0CF40-4270-46FB-9E54-FDC6C1357E73}" type="sibTrans" cxnId="{D37AF7A7-A430-4FFC-B123-51551DF2D694}">
      <dgm:prSet/>
      <dgm:spPr/>
      <dgm:t>
        <a:bodyPr/>
        <a:lstStyle/>
        <a:p>
          <a:endParaRPr lang="es-MX"/>
        </a:p>
      </dgm:t>
    </dgm:pt>
    <dgm:pt modelId="{F96434BE-C848-449F-849C-47ECDC7618A5}">
      <dgm:prSet/>
      <dgm:spPr/>
      <dgm:t>
        <a:bodyPr/>
        <a:lstStyle/>
        <a:p>
          <a:r>
            <a:rPr lang="es-ES" dirty="0"/>
            <a:t>Aplica sólo cuando interés no deducible sea mayor que con Capitalización Insuficiente</a:t>
          </a:r>
          <a:endParaRPr lang="es-MX" dirty="0"/>
        </a:p>
      </dgm:t>
    </dgm:pt>
    <dgm:pt modelId="{99842E31-5BE3-4833-A1BC-E54E9A05A143}" type="parTrans" cxnId="{81ECA568-40F0-42F9-B0DE-62EE55096714}">
      <dgm:prSet/>
      <dgm:spPr/>
      <dgm:t>
        <a:bodyPr/>
        <a:lstStyle/>
        <a:p>
          <a:endParaRPr lang="es-MX"/>
        </a:p>
      </dgm:t>
    </dgm:pt>
    <dgm:pt modelId="{009B1AE5-70FD-412F-8F34-3A4D07F2F1D4}" type="sibTrans" cxnId="{81ECA568-40F0-42F9-B0DE-62EE55096714}">
      <dgm:prSet/>
      <dgm:spPr/>
      <dgm:t>
        <a:bodyPr/>
        <a:lstStyle/>
        <a:p>
          <a:endParaRPr lang="es-MX"/>
        </a:p>
      </dgm:t>
    </dgm:pt>
    <dgm:pt modelId="{9B16A407-3939-491C-8EBF-D3C14D30C44C}">
      <dgm:prSet/>
      <dgm:spPr/>
      <dgm:t>
        <a:bodyPr/>
        <a:lstStyle/>
        <a:p>
          <a:endParaRPr lang="es-MX" dirty="0"/>
        </a:p>
      </dgm:t>
    </dgm:pt>
    <dgm:pt modelId="{E1E4D279-CACF-4769-95B9-7B6C11BA5119}" type="parTrans" cxnId="{E6CCC50F-6762-4628-BE5E-29C9FEA85529}">
      <dgm:prSet/>
      <dgm:spPr/>
      <dgm:t>
        <a:bodyPr/>
        <a:lstStyle/>
        <a:p>
          <a:endParaRPr lang="es-MX"/>
        </a:p>
      </dgm:t>
    </dgm:pt>
    <dgm:pt modelId="{895E64C8-9CAA-4F14-93F1-476B93C24A80}" type="sibTrans" cxnId="{E6CCC50F-6762-4628-BE5E-29C9FEA85529}">
      <dgm:prSet/>
      <dgm:spPr/>
      <dgm:t>
        <a:bodyPr/>
        <a:lstStyle/>
        <a:p>
          <a:endParaRPr lang="es-MX"/>
        </a:p>
      </dgm:t>
    </dgm:pt>
    <dgm:pt modelId="{F63DED2A-0AF3-45A7-B1A1-F01057CD5A92}">
      <dgm:prSet/>
      <dgm:spPr/>
      <dgm:t>
        <a:bodyPr/>
        <a:lstStyle/>
        <a:p>
          <a:r>
            <a:rPr lang="es-ES" dirty="0"/>
            <a:t>Posible determinación consolidada por Grupo (sin reglas claras)</a:t>
          </a:r>
          <a:endParaRPr lang="es-MX" dirty="0"/>
        </a:p>
      </dgm:t>
    </dgm:pt>
    <dgm:pt modelId="{3AF9A385-B318-4F02-9C8F-9004E1B4AC98}" type="parTrans" cxnId="{0F2A830A-5271-415B-A943-D0F1E9816179}">
      <dgm:prSet/>
      <dgm:spPr/>
      <dgm:t>
        <a:bodyPr/>
        <a:lstStyle/>
        <a:p>
          <a:endParaRPr lang="es-MX"/>
        </a:p>
      </dgm:t>
    </dgm:pt>
    <dgm:pt modelId="{0F7844D9-FADC-4E80-9BAE-69E58D1CF2FC}" type="sibTrans" cxnId="{0F2A830A-5271-415B-A943-D0F1E9816179}">
      <dgm:prSet/>
      <dgm:spPr/>
      <dgm:t>
        <a:bodyPr/>
        <a:lstStyle/>
        <a:p>
          <a:endParaRPr lang="es-MX"/>
        </a:p>
      </dgm:t>
    </dgm:pt>
    <dgm:pt modelId="{DBC203EB-AF8B-4024-95F0-0A440B4B18EA}">
      <dgm:prSet/>
      <dgm:spPr/>
      <dgm:t>
        <a:bodyPr/>
        <a:lstStyle/>
        <a:p>
          <a:endParaRPr lang="es-MX" dirty="0"/>
        </a:p>
      </dgm:t>
    </dgm:pt>
    <dgm:pt modelId="{F790D39F-C9AB-44C0-A4AC-D525A50FDBD1}" type="parTrans" cxnId="{16E18587-E683-46FA-9A60-8F1E2AB0A34E}">
      <dgm:prSet/>
      <dgm:spPr/>
      <dgm:t>
        <a:bodyPr/>
        <a:lstStyle/>
        <a:p>
          <a:endParaRPr lang="es-MX"/>
        </a:p>
      </dgm:t>
    </dgm:pt>
    <dgm:pt modelId="{37B7FB3C-6D3B-4970-854D-3CFC158201D1}" type="sibTrans" cxnId="{16E18587-E683-46FA-9A60-8F1E2AB0A34E}">
      <dgm:prSet/>
      <dgm:spPr/>
      <dgm:t>
        <a:bodyPr/>
        <a:lstStyle/>
        <a:p>
          <a:endParaRPr lang="es-MX"/>
        </a:p>
      </dgm:t>
    </dgm:pt>
    <dgm:pt modelId="{FA8F8A11-592D-4320-BE70-511A882E207C}" type="pres">
      <dgm:prSet presAssocID="{BEA1B124-2961-4C6E-AF36-9F18E3AEA96E}" presName="Name0" presStyleCnt="0">
        <dgm:presLayoutVars>
          <dgm:dir/>
          <dgm:animLvl val="lvl"/>
          <dgm:resizeHandles val="exact"/>
        </dgm:presLayoutVars>
      </dgm:prSet>
      <dgm:spPr/>
    </dgm:pt>
    <dgm:pt modelId="{B595E4E0-5D7A-446F-BA59-4A5DAB829215}" type="pres">
      <dgm:prSet presAssocID="{B85CC74B-4D52-460B-80A2-19C479FF5942}" presName="composite" presStyleCnt="0"/>
      <dgm:spPr/>
    </dgm:pt>
    <dgm:pt modelId="{1FD0B46B-FF90-4474-B38F-0A3D76A192B5}" type="pres">
      <dgm:prSet presAssocID="{B85CC74B-4D52-460B-80A2-19C479FF594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A18FF002-A7DE-4B8D-AD56-4E0FA7A3A4A1}" type="pres">
      <dgm:prSet presAssocID="{B85CC74B-4D52-460B-80A2-19C479FF5942}" presName="desTx" presStyleLbl="alignAccFollowNode1" presStyleIdx="0" presStyleCnt="4">
        <dgm:presLayoutVars>
          <dgm:bulletEnabled val="1"/>
        </dgm:presLayoutVars>
      </dgm:prSet>
      <dgm:spPr/>
    </dgm:pt>
    <dgm:pt modelId="{09B8B197-DEB2-4989-957D-B131E46113A7}" type="pres">
      <dgm:prSet presAssocID="{47BF3487-B397-4B75-8121-930BBCEABD4A}" presName="space" presStyleCnt="0"/>
      <dgm:spPr/>
    </dgm:pt>
    <dgm:pt modelId="{DFB095C9-67A2-4183-9889-5A42CEDD5DDF}" type="pres">
      <dgm:prSet presAssocID="{0A225830-066B-4667-90F3-629364B3C76B}" presName="composite" presStyleCnt="0"/>
      <dgm:spPr/>
    </dgm:pt>
    <dgm:pt modelId="{78B4F291-C532-4311-9F30-8F33272633D3}" type="pres">
      <dgm:prSet presAssocID="{0A225830-066B-4667-90F3-629364B3C76B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FCAD5A38-53CB-48B1-8D23-BDF2554657B4}" type="pres">
      <dgm:prSet presAssocID="{0A225830-066B-4667-90F3-629364B3C76B}" presName="desTx" presStyleLbl="alignAccFollowNode1" presStyleIdx="1" presStyleCnt="4">
        <dgm:presLayoutVars>
          <dgm:bulletEnabled val="1"/>
        </dgm:presLayoutVars>
      </dgm:prSet>
      <dgm:spPr/>
    </dgm:pt>
    <dgm:pt modelId="{E322B160-0957-4BAA-97E4-EC1EBF3AAA88}" type="pres">
      <dgm:prSet presAssocID="{AB0A4224-69F3-46FA-9037-D2EE5F317D22}" presName="space" presStyleCnt="0"/>
      <dgm:spPr/>
    </dgm:pt>
    <dgm:pt modelId="{A56B2D64-2066-4452-9316-B1B3AA05F30C}" type="pres">
      <dgm:prSet presAssocID="{49EFCB75-FE81-4729-B714-3FAA6B8B0B5E}" presName="composite" presStyleCnt="0"/>
      <dgm:spPr/>
    </dgm:pt>
    <dgm:pt modelId="{F2650154-7CEA-4C9D-A6E5-E5A9A2BE8315}" type="pres">
      <dgm:prSet presAssocID="{49EFCB75-FE81-4729-B714-3FAA6B8B0B5E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DC455E3-E3F4-4C0E-9FAD-CCE7006CABD1}" type="pres">
      <dgm:prSet presAssocID="{49EFCB75-FE81-4729-B714-3FAA6B8B0B5E}" presName="desTx" presStyleLbl="alignAccFollowNode1" presStyleIdx="2" presStyleCnt="4">
        <dgm:presLayoutVars>
          <dgm:bulletEnabled val="1"/>
        </dgm:presLayoutVars>
      </dgm:prSet>
      <dgm:spPr/>
    </dgm:pt>
    <dgm:pt modelId="{950CE5D0-4F14-44F0-AED1-C77F882BC4D1}" type="pres">
      <dgm:prSet presAssocID="{BA986D67-D10B-4B05-8755-80D43421E3FB}" presName="space" presStyleCnt="0"/>
      <dgm:spPr/>
    </dgm:pt>
    <dgm:pt modelId="{3320F88B-67B0-4637-9FDB-374DA6B506BD}" type="pres">
      <dgm:prSet presAssocID="{5C193443-1418-4213-B833-4B174035EE8D}" presName="composite" presStyleCnt="0"/>
      <dgm:spPr/>
    </dgm:pt>
    <dgm:pt modelId="{13A0F0F3-8758-4EFD-A9FC-FE9D4C8F4F7C}" type="pres">
      <dgm:prSet presAssocID="{5C193443-1418-4213-B833-4B174035EE8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C44A0415-1DA4-431D-8B23-CEF0B79FB1E4}" type="pres">
      <dgm:prSet presAssocID="{5C193443-1418-4213-B833-4B174035EE8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F4102501-929E-42B7-8395-883B79E9847C}" srcId="{0A225830-066B-4667-90F3-629364B3C76B}" destId="{76088871-5F72-42B5-B058-51A48A9D2F4F}" srcOrd="2" destOrd="0" parTransId="{CE594F75-1A0C-4054-8748-D3C1A7765C35}" sibTransId="{77A420A9-4DB9-432B-81C8-1CF4A0F2D4C4}"/>
    <dgm:cxn modelId="{DB2A5305-4B9A-4C48-9ADB-ABA1FFD28840}" type="presOf" srcId="{5503BEB6-264E-4CFD-888C-F90AF362B8DB}" destId="{7DC455E3-E3F4-4C0E-9FAD-CCE7006CABD1}" srcOrd="0" destOrd="9" presId="urn:microsoft.com/office/officeart/2005/8/layout/hList1"/>
    <dgm:cxn modelId="{AB7E4709-776C-7243-938F-2922FE6FC631}" type="presOf" srcId="{6FB95A20-DFC7-495D-B8DA-0C43DD7B88D7}" destId="{C44A0415-1DA4-431D-8B23-CEF0B79FB1E4}" srcOrd="0" destOrd="0" presId="urn:microsoft.com/office/officeart/2005/8/layout/hList1"/>
    <dgm:cxn modelId="{0F2A830A-5271-415B-A943-D0F1E9816179}" srcId="{5C193443-1418-4213-B833-4B174035EE8D}" destId="{F63DED2A-0AF3-45A7-B1A1-F01057CD5A92}" srcOrd="6" destOrd="0" parTransId="{3AF9A385-B318-4F02-9C8F-9004E1B4AC98}" sibTransId="{0F7844D9-FADC-4E80-9BAE-69E58D1CF2FC}"/>
    <dgm:cxn modelId="{E6CCC50F-6762-4628-BE5E-29C9FEA85529}" srcId="{5C193443-1418-4213-B833-4B174035EE8D}" destId="{9B16A407-3939-491C-8EBF-D3C14D30C44C}" srcOrd="3" destOrd="0" parTransId="{E1E4D279-CACF-4769-95B9-7B6C11BA5119}" sibTransId="{895E64C8-9CAA-4F14-93F1-476B93C24A80}"/>
    <dgm:cxn modelId="{6E25C314-2F01-E14C-A80E-8EC91345489C}" type="presOf" srcId="{BEA1B124-2961-4C6E-AF36-9F18E3AEA96E}" destId="{FA8F8A11-592D-4320-BE70-511A882E207C}" srcOrd="0" destOrd="0" presId="urn:microsoft.com/office/officeart/2005/8/layout/hList1"/>
    <dgm:cxn modelId="{C6FDB416-B9DC-495D-82A0-80256628D04D}" srcId="{0A225830-066B-4667-90F3-629364B3C76B}" destId="{8BF4A2E7-72F3-4814-B5C1-422FC16AB24C}" srcOrd="0" destOrd="0" parTransId="{A6B88B84-55EE-47F3-BF2E-441B68A6B3A2}" sibTransId="{D5773957-EDFD-4C1B-B818-AA2504912B0A}"/>
    <dgm:cxn modelId="{792C121D-27EA-42D2-8051-E989FC2A212A}" type="presOf" srcId="{70ACFE6A-22A4-4CD3-A4C1-992096D49E48}" destId="{A18FF002-A7DE-4B8D-AD56-4E0FA7A3A4A1}" srcOrd="0" destOrd="2" presId="urn:microsoft.com/office/officeart/2005/8/layout/hList1"/>
    <dgm:cxn modelId="{408F5C20-ED61-4D8F-8C3C-482645D02E81}" srcId="{BEA1B124-2961-4C6E-AF36-9F18E3AEA96E}" destId="{B85CC74B-4D52-460B-80A2-19C479FF5942}" srcOrd="0" destOrd="0" parTransId="{BC088E36-9970-4A04-AE98-886214C9068A}" sibTransId="{47BF3487-B397-4B75-8121-930BBCEABD4A}"/>
    <dgm:cxn modelId="{9C332223-62E2-4C4E-9ACF-90E9445E991B}" type="presOf" srcId="{13F0C6AE-B6FF-4601-9A15-7D8E838519D7}" destId="{A18FF002-A7DE-4B8D-AD56-4E0FA7A3A4A1}" srcOrd="0" destOrd="4" presId="urn:microsoft.com/office/officeart/2005/8/layout/hList1"/>
    <dgm:cxn modelId="{7BF85823-1822-4D4B-AB30-52BC84CE18BE}" type="presOf" srcId="{B85CC74B-4D52-460B-80A2-19C479FF5942}" destId="{1FD0B46B-FF90-4474-B38F-0A3D76A192B5}" srcOrd="0" destOrd="0" presId="urn:microsoft.com/office/officeart/2005/8/layout/hList1"/>
    <dgm:cxn modelId="{EC033A24-CAFA-4BF9-966D-F2DB2B247B57}" srcId="{B85CC74B-4D52-460B-80A2-19C479FF5942}" destId="{251CF8B3-9C14-4795-ABD5-9AC916A8D0BA}" srcOrd="7" destOrd="0" parTransId="{1AF7E42B-1E3C-4FC8-AF37-7AC2BC256774}" sibTransId="{61D482A5-406F-4D49-A0A8-AB87B1D3DFAA}"/>
    <dgm:cxn modelId="{9256312E-9FEA-43B3-99D9-B617EA2D3CE2}" srcId="{B85CC74B-4D52-460B-80A2-19C479FF5942}" destId="{70ACFE6A-22A4-4CD3-A4C1-992096D49E48}" srcOrd="2" destOrd="0" parTransId="{AFA8BAC2-F58F-4EA0-8669-CED3FE0F40F2}" sibTransId="{371549F9-6225-4BA2-AB35-AE6CCB9ABF15}"/>
    <dgm:cxn modelId="{1769E634-BA71-43F6-BC03-E840E914A546}" srcId="{B85CC74B-4D52-460B-80A2-19C479FF5942}" destId="{CBC55450-AB93-4C7B-9736-5962B7A14073}" srcOrd="3" destOrd="0" parTransId="{D825F6B2-E7D2-430F-B53E-5FCF43F8E701}" sibTransId="{20E0F044-EBAB-4170-8EF6-410A353E33EB}"/>
    <dgm:cxn modelId="{4A18B440-2733-4E81-8877-C669704A6CFE}" type="presOf" srcId="{9DF5F683-70F5-465E-BA0F-CB554902C9DB}" destId="{FCAD5A38-53CB-48B1-8D23-BDF2554657B4}" srcOrd="0" destOrd="9" presId="urn:microsoft.com/office/officeart/2005/8/layout/hList1"/>
    <dgm:cxn modelId="{E32F915D-3EB2-4AAD-BA0A-0869DF77CA54}" srcId="{49EFCB75-FE81-4729-B714-3FAA6B8B0B5E}" destId="{3E3A831B-78E8-47E6-B028-B77602F79EB2}" srcOrd="2" destOrd="0" parTransId="{6F62B09A-D24D-46D0-9A16-11C5B3C913E7}" sibTransId="{18EE73A9-7796-4A24-A4BA-EAD41428F21F}"/>
    <dgm:cxn modelId="{23E81742-4557-4A0D-90A1-B2E6F6AFEE8C}" type="presOf" srcId="{661F0761-5033-419E-BB13-411C3C3FC255}" destId="{FCAD5A38-53CB-48B1-8D23-BDF2554657B4}" srcOrd="0" destOrd="5" presId="urn:microsoft.com/office/officeart/2005/8/layout/hList1"/>
    <dgm:cxn modelId="{DFA28C42-10F2-4CE0-A7DE-5B0AF73EF13E}" type="presOf" srcId="{C13FFBEC-5C8B-4F6C-9B43-C07C8D83476B}" destId="{7DC455E3-E3F4-4C0E-9FAD-CCE7006CABD1}" srcOrd="0" destOrd="2" presId="urn:microsoft.com/office/officeart/2005/8/layout/hList1"/>
    <dgm:cxn modelId="{698E2845-2541-4A62-AB98-A853A6E5732C}" type="presOf" srcId="{251CF8B3-9C14-4795-ABD5-9AC916A8D0BA}" destId="{A18FF002-A7DE-4B8D-AD56-4E0FA7A3A4A1}" srcOrd="0" destOrd="7" presId="urn:microsoft.com/office/officeart/2005/8/layout/hList1"/>
    <dgm:cxn modelId="{7F345045-4762-4432-9856-7E0A061113C1}" srcId="{49EFCB75-FE81-4729-B714-3FAA6B8B0B5E}" destId="{4EE6238D-3BEB-46EB-A984-C467D160918B}" srcOrd="0" destOrd="0" parTransId="{2184963B-1FA4-4640-9CFA-DB96BD725AF6}" sibTransId="{7D53207E-6781-4914-B84C-003B3D9ED919}"/>
    <dgm:cxn modelId="{482D9748-63A4-40B6-B231-6B184D164AD6}" type="presOf" srcId="{CCE06554-0325-47E6-ADA0-F4FC8D41594D}" destId="{FCAD5A38-53CB-48B1-8D23-BDF2554657B4}" srcOrd="0" destOrd="4" presId="urn:microsoft.com/office/officeart/2005/8/layout/hList1"/>
    <dgm:cxn modelId="{81ECA568-40F0-42F9-B0DE-62EE55096714}" srcId="{5C193443-1418-4213-B833-4B174035EE8D}" destId="{F96434BE-C848-449F-849C-47ECDC7618A5}" srcOrd="4" destOrd="0" parTransId="{99842E31-5BE3-4833-A1BC-E54E9A05A143}" sibTransId="{009B1AE5-70FD-412F-8F34-3A4D07F2F1D4}"/>
    <dgm:cxn modelId="{13DDB749-254E-4F41-A6F3-8EF865428B3D}" srcId="{81F078F6-C7C0-462B-A1DB-BFAB61D35756}" destId="{C8F49A55-A4A3-4D81-86F9-214DE4C31C1F}" srcOrd="3" destOrd="0" parTransId="{B8A246DE-7C29-446C-9168-3C29AC180991}" sibTransId="{DB07B131-7516-41A7-8785-F2CF2BEFC263}"/>
    <dgm:cxn modelId="{1A7C9E4A-5E6C-4D15-8876-0BBFEEB55261}" srcId="{BEA1B124-2961-4C6E-AF36-9F18E3AEA96E}" destId="{5C193443-1418-4213-B833-4B174035EE8D}" srcOrd="3" destOrd="0" parTransId="{E752DE53-119B-4645-8368-955853DDF996}" sibTransId="{70409959-7BBB-4B3E-8394-561CD588050A}"/>
    <dgm:cxn modelId="{9DA8396C-ADC6-49A0-9890-0BD1DF4B5425}" type="presOf" srcId="{82B3B737-84FD-43F0-A7E5-2DE80851F599}" destId="{A18FF002-A7DE-4B8D-AD56-4E0FA7A3A4A1}" srcOrd="0" destOrd="9" presId="urn:microsoft.com/office/officeart/2005/8/layout/hList1"/>
    <dgm:cxn modelId="{FF8E526C-CE4F-430F-A19D-36128208539E}" type="presOf" srcId="{CBC55450-AB93-4C7B-9736-5962B7A14073}" destId="{A18FF002-A7DE-4B8D-AD56-4E0FA7A3A4A1}" srcOrd="0" destOrd="3" presId="urn:microsoft.com/office/officeart/2005/8/layout/hList1"/>
    <dgm:cxn modelId="{291FD76C-39A0-458C-8FC2-DC19257EFF28}" type="presOf" srcId="{F96434BE-C848-449F-849C-47ECDC7618A5}" destId="{C44A0415-1DA4-431D-8B23-CEF0B79FB1E4}" srcOrd="0" destOrd="4" presId="urn:microsoft.com/office/officeart/2005/8/layout/hList1"/>
    <dgm:cxn modelId="{AAB8AD6E-41BD-DA44-BC92-9E4EEEC051CA}" type="presOf" srcId="{3E3A831B-78E8-47E6-B028-B77602F79EB2}" destId="{7DC455E3-E3F4-4C0E-9FAD-CCE7006CABD1}" srcOrd="0" destOrd="6" presId="urn:microsoft.com/office/officeart/2005/8/layout/hList1"/>
    <dgm:cxn modelId="{8E059B6F-1D29-44C9-8AF2-D082C8D10906}" type="presOf" srcId="{495B30A1-1834-4AF5-A929-FB3B26F5B42A}" destId="{7DC455E3-E3F4-4C0E-9FAD-CCE7006CABD1}" srcOrd="0" destOrd="4" presId="urn:microsoft.com/office/officeart/2005/8/layout/hList1"/>
    <dgm:cxn modelId="{688DB46F-4C11-4927-B0DE-6B5ADD74212A}" srcId="{B85CC74B-4D52-460B-80A2-19C479FF5942}" destId="{C8E5B179-9C5C-4566-B02E-2AEA1ADE253E}" srcOrd="5" destOrd="0" parTransId="{DC2D95A2-5FFF-4EC3-BED9-DEC6CB3F6BA2}" sibTransId="{43E0C423-6670-4AE1-9909-35BD781579F3}"/>
    <dgm:cxn modelId="{9D729F72-EADB-422E-8595-17E36222407C}" type="presOf" srcId="{D72ECE8D-5E92-443B-91E7-AECB63B93F4F}" destId="{FCAD5A38-53CB-48B1-8D23-BDF2554657B4}" srcOrd="0" destOrd="8" presId="urn:microsoft.com/office/officeart/2005/8/layout/hList1"/>
    <dgm:cxn modelId="{49922953-ED2C-F64D-B1B6-196C71A7E2D5}" type="presOf" srcId="{F07A92F0-DDB9-43E5-9211-69F892728F95}" destId="{A18FF002-A7DE-4B8D-AD56-4E0FA7A3A4A1}" srcOrd="0" destOrd="0" presId="urn:microsoft.com/office/officeart/2005/8/layout/hList1"/>
    <dgm:cxn modelId="{A19AC854-D239-4510-ACCA-975A75411F3A}" type="presOf" srcId="{76088871-5F72-42B5-B058-51A48A9D2F4F}" destId="{FCAD5A38-53CB-48B1-8D23-BDF2554657B4}" srcOrd="0" destOrd="2" presId="urn:microsoft.com/office/officeart/2005/8/layout/hList1"/>
    <dgm:cxn modelId="{E33CE454-E858-48B4-83F0-B20DA5186711}" type="presOf" srcId="{1A142701-2088-46D2-8478-56759FAC6CE4}" destId="{7DC455E3-E3F4-4C0E-9FAD-CCE7006CABD1}" srcOrd="0" destOrd="8" presId="urn:microsoft.com/office/officeart/2005/8/layout/hList1"/>
    <dgm:cxn modelId="{413DE576-F752-4243-8607-C4105B5D5EAB}" srcId="{5C193443-1418-4213-B833-4B174035EE8D}" destId="{6FB95A20-DFC7-495D-B8DA-0C43DD7B88D7}" srcOrd="0" destOrd="0" parTransId="{12FA3358-37AC-45FF-85A5-451C20CD5385}" sibTransId="{F93C2C99-76B8-4730-A6EC-D4758DB746A1}"/>
    <dgm:cxn modelId="{3C315257-BC48-4472-9420-720C2D200576}" type="presOf" srcId="{9B16A407-3939-491C-8EBF-D3C14D30C44C}" destId="{C44A0415-1DA4-431D-8B23-CEF0B79FB1E4}" srcOrd="0" destOrd="3" presId="urn:microsoft.com/office/officeart/2005/8/layout/hList1"/>
    <dgm:cxn modelId="{A00B3B7A-C8E6-4CDB-B353-D807D0042738}" type="presOf" srcId="{27221396-0535-4729-8C1D-A69DB4DFACDF}" destId="{C44A0415-1DA4-431D-8B23-CEF0B79FB1E4}" srcOrd="0" destOrd="2" presId="urn:microsoft.com/office/officeart/2005/8/layout/hList1"/>
    <dgm:cxn modelId="{8CF10D7C-4ABF-47E9-901B-A1D345D6A8BA}" type="presOf" srcId="{DA0F7AC7-2EAF-4BC2-AF68-039975F8E096}" destId="{7DC455E3-E3F4-4C0E-9FAD-CCE7006CABD1}" srcOrd="0" destOrd="3" presId="urn:microsoft.com/office/officeart/2005/8/layout/hList1"/>
    <dgm:cxn modelId="{E6214C7D-ABD4-4433-A83A-57EF7F939210}" srcId="{81F078F6-C7C0-462B-A1DB-BFAB61D35756}" destId="{495B30A1-1834-4AF5-A929-FB3B26F5B42A}" srcOrd="2" destOrd="0" parTransId="{6EACF5F7-B5B1-43B8-9612-182D6AF04576}" sibTransId="{0FAD3DA8-34AA-49F4-9904-E03F8AE5CB6E}"/>
    <dgm:cxn modelId="{12A4E57E-237E-4ADF-B982-22B3AE48D04C}" srcId="{B85CC74B-4D52-460B-80A2-19C479FF5942}" destId="{13F0C6AE-B6FF-4601-9A15-7D8E838519D7}" srcOrd="4" destOrd="0" parTransId="{5F512EA7-A555-4193-961E-B99E47FCC093}" sibTransId="{E6581A07-676E-48EA-96AE-0DEECD909B2C}"/>
    <dgm:cxn modelId="{A5052881-7EAB-42C5-9557-E1226E842695}" srcId="{B85CC74B-4D52-460B-80A2-19C479FF5942}" destId="{82B3B737-84FD-43F0-A7E5-2DE80851F599}" srcOrd="9" destOrd="0" parTransId="{85F34375-1CBE-4E92-ADBB-A76E438A91C1}" sibTransId="{71317F10-4D88-49D3-8E0A-281FFFB5140D}"/>
    <dgm:cxn modelId="{58D10582-027D-ED4D-B422-7B9E3BDDE1C9}" type="presOf" srcId="{4EE6238D-3BEB-46EB-A984-C467D160918B}" destId="{7DC455E3-E3F4-4C0E-9FAD-CCE7006CABD1}" srcOrd="0" destOrd="0" presId="urn:microsoft.com/office/officeart/2005/8/layout/hList1"/>
    <dgm:cxn modelId="{82AA1984-313C-4DDA-9EFC-A309FE327FE7}" srcId="{BEA1B124-2961-4C6E-AF36-9F18E3AEA96E}" destId="{49EFCB75-FE81-4729-B714-3FAA6B8B0B5E}" srcOrd="2" destOrd="0" parTransId="{0A0D2FCC-1A33-472E-819E-239C8BD56C56}" sibTransId="{BA986D67-D10B-4B05-8755-80D43421E3FB}"/>
    <dgm:cxn modelId="{16E18587-E683-46FA-9A60-8F1E2AB0A34E}" srcId="{5C193443-1418-4213-B833-4B174035EE8D}" destId="{DBC203EB-AF8B-4024-95F0-0A440B4B18EA}" srcOrd="5" destOrd="0" parTransId="{F790D39F-C9AB-44C0-A4AC-D525A50FDBD1}" sibTransId="{37B7FB3C-6D3B-4970-854D-3CFC158201D1}"/>
    <dgm:cxn modelId="{7BAB6B89-5385-46D0-82DD-EDF48FBB38FD}" srcId="{661F0761-5033-419E-BB13-411C3C3FC255}" destId="{9DF5F683-70F5-465E-BA0F-CB554902C9DB}" srcOrd="3" destOrd="0" parTransId="{C8BBC35E-C383-4435-B3DD-A3949D0DA6A0}" sibTransId="{45E6E108-F0FD-4A88-A11E-A0B94531BFB3}"/>
    <dgm:cxn modelId="{47AF578D-31F8-437E-9E74-AF664E722F54}" type="presOf" srcId="{5AAEB18D-502E-4A34-B23D-17EE28E7FF20}" destId="{A18FF002-A7DE-4B8D-AD56-4E0FA7A3A4A1}" srcOrd="0" destOrd="1" presId="urn:microsoft.com/office/officeart/2005/8/layout/hList1"/>
    <dgm:cxn modelId="{DCFBCA92-5354-432E-9BC5-48C959ED3172}" type="presOf" srcId="{C06B52A2-863E-4867-BB31-C23AB6D0F62D}" destId="{A18FF002-A7DE-4B8D-AD56-4E0FA7A3A4A1}" srcOrd="0" destOrd="6" presId="urn:microsoft.com/office/officeart/2005/8/layout/hList1"/>
    <dgm:cxn modelId="{5E4B1593-F6BD-4820-BF3A-D4A8F467C42C}" type="presOf" srcId="{810913B7-12B2-409D-8729-21EBC04ABB96}" destId="{FCAD5A38-53CB-48B1-8D23-BDF2554657B4}" srcOrd="0" destOrd="1" presId="urn:microsoft.com/office/officeart/2005/8/layout/hList1"/>
    <dgm:cxn modelId="{42819C93-53DD-4CCB-A0E1-44A2C74AC15D}" srcId="{81F078F6-C7C0-462B-A1DB-BFAB61D35756}" destId="{DA0F7AC7-2EAF-4BC2-AF68-039975F8E096}" srcOrd="1" destOrd="0" parTransId="{E4666CC7-3520-4845-B36C-70B31D2CA364}" sibTransId="{32B1A4EE-E20C-48BE-A62E-4AD69CD8F6AE}"/>
    <dgm:cxn modelId="{C589A197-DAF0-402D-8533-A6393EC9F7F6}" srcId="{B85CC74B-4D52-460B-80A2-19C479FF5942}" destId="{F34BE9DA-BF96-4BC6-9FC7-77EBDBBA447F}" srcOrd="8" destOrd="0" parTransId="{5C3BCDC5-90BF-41DF-A1B9-29CBB886ABE0}" sibTransId="{1CE081E0-F680-4791-97CD-EE45D52DE9D6}"/>
    <dgm:cxn modelId="{05A1019A-E25A-41D9-BEF6-40842E0795C1}" type="presOf" srcId="{4B4CC2C3-6AC8-4978-88EB-36BF9964A2D8}" destId="{FCAD5A38-53CB-48B1-8D23-BDF2554657B4}" srcOrd="0" destOrd="6" presId="urn:microsoft.com/office/officeart/2005/8/layout/hList1"/>
    <dgm:cxn modelId="{53EBDC9F-C5E6-4BFE-80F6-1FEC2E8FF5DE}" srcId="{0A225830-066B-4667-90F3-629364B3C76B}" destId="{40F4906D-7B94-4193-949F-E796F0576F4E}" srcOrd="3" destOrd="0" parTransId="{BF205141-736D-4920-BCB7-5AC9E3280496}" sibTransId="{231A9721-A253-4624-9B28-44C1F0B267D4}"/>
    <dgm:cxn modelId="{E430F8A0-8B80-47F7-93FF-07A48EA6002D}" srcId="{B85CC74B-4D52-460B-80A2-19C479FF5942}" destId="{C06B52A2-863E-4867-BB31-C23AB6D0F62D}" srcOrd="6" destOrd="0" parTransId="{9C3AF6B2-C361-4C85-B3BF-CC0189AE05B4}" sibTransId="{2703AF5D-440F-4360-BCA0-B63DDBE99E39}"/>
    <dgm:cxn modelId="{63028CA1-3C03-4275-A7A0-D9B67A8AD113}" srcId="{49EFCB75-FE81-4729-B714-3FAA6B8B0B5E}" destId="{81F078F6-C7C0-462B-A1DB-BFAB61D35756}" srcOrd="1" destOrd="0" parTransId="{E486187D-A8AF-405D-91A0-8D8065CD73BB}" sibTransId="{BAB48641-49C7-4263-B430-A2D0ED51402F}"/>
    <dgm:cxn modelId="{E1C108A2-AB81-114A-B8A1-5408EEA75548}" type="presOf" srcId="{49EFCB75-FE81-4729-B714-3FAA6B8B0B5E}" destId="{F2650154-7CEA-4C9D-A6E5-E5A9A2BE8315}" srcOrd="0" destOrd="0" presId="urn:microsoft.com/office/officeart/2005/8/layout/hList1"/>
    <dgm:cxn modelId="{D5B02FA4-CD51-4326-8678-863EBB6307F5}" type="presOf" srcId="{F34BE9DA-BF96-4BC6-9FC7-77EBDBBA447F}" destId="{A18FF002-A7DE-4B8D-AD56-4E0FA7A3A4A1}" srcOrd="0" destOrd="8" presId="urn:microsoft.com/office/officeart/2005/8/layout/hList1"/>
    <dgm:cxn modelId="{7EF167A7-95B3-482E-93DD-D076D21BD187}" srcId="{49EFCB75-FE81-4729-B714-3FAA6B8B0B5E}" destId="{F94E8492-437C-498D-AB14-E38065ECF7E5}" srcOrd="3" destOrd="0" parTransId="{26A18F4F-89CB-44B1-BB1D-6C0EDD7F7072}" sibTransId="{2D27DB52-A024-4CB0-BC16-2E99F28292C2}"/>
    <dgm:cxn modelId="{D37AF7A7-A430-4FFC-B123-51551DF2D694}" srcId="{5C193443-1418-4213-B833-4B174035EE8D}" destId="{7A4195EA-C5B1-4153-B1EB-395B0E051EBB}" srcOrd="1" destOrd="0" parTransId="{34C8E1F0-0EE8-4BCD-8865-1C087D601020}" sibTransId="{58E0CF40-4270-46FB-9E54-FDC6C1357E73}"/>
    <dgm:cxn modelId="{8FC5A6A8-05AC-A243-BBDD-30864B7F7F85}" type="presOf" srcId="{0A225830-066B-4667-90F3-629364B3C76B}" destId="{78B4F291-C532-4311-9F30-8F33272633D3}" srcOrd="0" destOrd="0" presId="urn:microsoft.com/office/officeart/2005/8/layout/hList1"/>
    <dgm:cxn modelId="{F676BDAB-49E9-4A80-834F-AEBF2766F9E2}" srcId="{49EFCB75-FE81-4729-B714-3FAA6B8B0B5E}" destId="{1A142701-2088-46D2-8478-56759FAC6CE4}" srcOrd="4" destOrd="0" parTransId="{753BCAA7-D32F-476D-9F83-026D92C7C22D}" sibTransId="{4E71BF9B-AD28-4885-AA75-5C1E570022C9}"/>
    <dgm:cxn modelId="{BA4BC9AB-B758-40F4-8698-CDFA7B2AEDF8}" srcId="{661F0761-5033-419E-BB13-411C3C3FC255}" destId="{4B4CC2C3-6AC8-4978-88EB-36BF9964A2D8}" srcOrd="0" destOrd="0" parTransId="{681AFEC3-94AD-485E-B073-F7688C91ECDB}" sibTransId="{3BA8C481-DEE3-43A1-9FC2-4ABB5B12A080}"/>
    <dgm:cxn modelId="{E99B58B0-C714-4BC6-ABEA-AA695E02EB71}" srcId="{BEA1B124-2961-4C6E-AF36-9F18E3AEA96E}" destId="{0A225830-066B-4667-90F3-629364B3C76B}" srcOrd="1" destOrd="0" parTransId="{C4871BC8-38BF-4B21-AFC4-A87D9BCB2C1C}" sibTransId="{AB0A4224-69F3-46FA-9037-D2EE5F317D22}"/>
    <dgm:cxn modelId="{F3BAF5B1-C4F7-4CB3-9E5F-736F569FEC89}" type="presOf" srcId="{7A4195EA-C5B1-4153-B1EB-395B0E051EBB}" destId="{C44A0415-1DA4-431D-8B23-CEF0B79FB1E4}" srcOrd="0" destOrd="1" presId="urn:microsoft.com/office/officeart/2005/8/layout/hList1"/>
    <dgm:cxn modelId="{9C1271B4-683D-49E9-B255-770FD52CE913}" srcId="{661F0761-5033-419E-BB13-411C3C3FC255}" destId="{D20DA1B6-B758-4A36-868B-1EEADBEE7BE1}" srcOrd="1" destOrd="0" parTransId="{F790810B-A992-44BF-A749-74CB08FAFCB9}" sibTransId="{FA0CAA89-E8E6-4801-B815-F443903D30A3}"/>
    <dgm:cxn modelId="{030D0AB9-1E53-429E-A112-02E169DB13AD}" srcId="{661F0761-5033-419E-BB13-411C3C3FC255}" destId="{D72ECE8D-5E92-443B-91E7-AECB63B93F4F}" srcOrd="2" destOrd="0" parTransId="{C33F1AC9-588F-4ECA-B3C7-774A09B0350D}" sibTransId="{86C7E224-8955-46E5-87A6-8761814ED966}"/>
    <dgm:cxn modelId="{C0298CBA-F842-4727-BCC5-05A0B331C1B5}" srcId="{0A225830-066B-4667-90F3-629364B3C76B}" destId="{810913B7-12B2-409D-8729-21EBC04ABB96}" srcOrd="1" destOrd="0" parTransId="{8C8409A8-A635-4CFA-87C5-0807A9938402}" sibTransId="{FEA48C66-8FB6-4E11-9FFD-26E6A783A6E6}"/>
    <dgm:cxn modelId="{664E52BC-4675-4B7E-9B99-1BADDEA730E7}" type="presOf" srcId="{DBC203EB-AF8B-4024-95F0-0A440B4B18EA}" destId="{C44A0415-1DA4-431D-8B23-CEF0B79FB1E4}" srcOrd="0" destOrd="5" presId="urn:microsoft.com/office/officeart/2005/8/layout/hList1"/>
    <dgm:cxn modelId="{416486BE-1465-2B45-A5EE-9EBACD66EC59}" type="presOf" srcId="{8BF4A2E7-72F3-4814-B5C1-422FC16AB24C}" destId="{FCAD5A38-53CB-48B1-8D23-BDF2554657B4}" srcOrd="0" destOrd="0" presId="urn:microsoft.com/office/officeart/2005/8/layout/hList1"/>
    <dgm:cxn modelId="{3C29C8C6-D675-42DB-98A7-DCDE8B4F9109}" srcId="{B85CC74B-4D52-460B-80A2-19C479FF5942}" destId="{5AAEB18D-502E-4A34-B23D-17EE28E7FF20}" srcOrd="1" destOrd="0" parTransId="{D4193203-CA1B-42F4-9AF7-5A7D06153D2B}" sibTransId="{72E6C484-6D30-4F0F-B896-2C90C98A8FAD}"/>
    <dgm:cxn modelId="{DE98F8C7-1F5A-41A0-85B9-0922BAF50C46}" srcId="{5C193443-1418-4213-B833-4B174035EE8D}" destId="{27221396-0535-4729-8C1D-A69DB4DFACDF}" srcOrd="2" destOrd="0" parTransId="{CB976592-2875-49D0-88AC-DD73778566DE}" sibTransId="{394AA383-4C12-4367-9CE5-92E65371BDDB}"/>
    <dgm:cxn modelId="{1EBA10CC-1113-4EF3-A110-826B9821FD4C}" type="presOf" srcId="{81F078F6-C7C0-462B-A1DB-BFAB61D35756}" destId="{7DC455E3-E3F4-4C0E-9FAD-CCE7006CABD1}" srcOrd="0" destOrd="1" presId="urn:microsoft.com/office/officeart/2005/8/layout/hList1"/>
    <dgm:cxn modelId="{2E60FCD4-5471-4D6D-94BD-ABA5CAD98323}" srcId="{81F078F6-C7C0-462B-A1DB-BFAB61D35756}" destId="{C13FFBEC-5C8B-4F6C-9B43-C07C8D83476B}" srcOrd="0" destOrd="0" parTransId="{05138356-93A2-4A1B-B32E-52EACCF755CE}" sibTransId="{93D3513F-FBEB-4173-A3C2-11C8E417CAFD}"/>
    <dgm:cxn modelId="{99B814D8-B27C-47F8-AEE2-2E921C0BA65C}" type="presOf" srcId="{F63DED2A-0AF3-45A7-B1A1-F01057CD5A92}" destId="{C44A0415-1DA4-431D-8B23-CEF0B79FB1E4}" srcOrd="0" destOrd="6" presId="urn:microsoft.com/office/officeart/2005/8/layout/hList1"/>
    <dgm:cxn modelId="{EE07EADA-B6B5-7541-AB40-6F8BE7C6F521}" type="presOf" srcId="{F94E8492-437C-498D-AB14-E38065ECF7E5}" destId="{7DC455E3-E3F4-4C0E-9FAD-CCE7006CABD1}" srcOrd="0" destOrd="7" presId="urn:microsoft.com/office/officeart/2005/8/layout/hList1"/>
    <dgm:cxn modelId="{E168DFDD-B485-49C4-A663-9AB1824766FD}" type="presOf" srcId="{40F4906D-7B94-4193-949F-E796F0576F4E}" destId="{FCAD5A38-53CB-48B1-8D23-BDF2554657B4}" srcOrd="0" destOrd="3" presId="urn:microsoft.com/office/officeart/2005/8/layout/hList1"/>
    <dgm:cxn modelId="{4C8E5FE4-A3D0-46BC-A3CE-85A0B1DECF91}" srcId="{49EFCB75-FE81-4729-B714-3FAA6B8B0B5E}" destId="{5503BEB6-264E-4CFD-888C-F90AF362B8DB}" srcOrd="5" destOrd="0" parTransId="{C8168B34-30E6-4A90-BD4E-4D70DFE67E52}" sibTransId="{A81D3FFC-0775-4F01-B7DC-BF405DA0D9D7}"/>
    <dgm:cxn modelId="{1BCC33F0-C7F8-474E-9CCC-87A3E8D163F7}" srcId="{0A225830-066B-4667-90F3-629364B3C76B}" destId="{CCE06554-0325-47E6-ADA0-F4FC8D41594D}" srcOrd="4" destOrd="0" parTransId="{C6D797AD-4CB6-4070-BD29-01BD71D1A76C}" sibTransId="{F154955F-3A4F-494A-AEDC-9094DAAD2C51}"/>
    <dgm:cxn modelId="{FA3BEDF1-214E-2348-9C18-57EDB90096D0}" type="presOf" srcId="{5C193443-1418-4213-B833-4B174035EE8D}" destId="{13A0F0F3-8758-4EFD-A9FC-FE9D4C8F4F7C}" srcOrd="0" destOrd="0" presId="urn:microsoft.com/office/officeart/2005/8/layout/hList1"/>
    <dgm:cxn modelId="{2776D2F3-39E6-4867-9857-0A87C1EEB2EC}" srcId="{0A225830-066B-4667-90F3-629364B3C76B}" destId="{661F0761-5033-419E-BB13-411C3C3FC255}" srcOrd="5" destOrd="0" parTransId="{99D390F6-D804-42DA-9E61-CFD9C15BB9D3}" sibTransId="{448A601F-CC99-4B25-9104-EA62FED6BE68}"/>
    <dgm:cxn modelId="{118384FB-C280-4E76-A0D8-7A8448C31DA4}" srcId="{B85CC74B-4D52-460B-80A2-19C479FF5942}" destId="{F07A92F0-DDB9-43E5-9211-69F892728F95}" srcOrd="0" destOrd="0" parTransId="{801C51E9-7B29-4D75-A39A-7DF13CBE33A8}" sibTransId="{6D5FBB14-F03A-49C7-A7DE-480E11C518BE}"/>
    <dgm:cxn modelId="{07FCCEFB-55C5-456D-BEB7-82FD3B846478}" type="presOf" srcId="{D20DA1B6-B758-4A36-868B-1EEADBEE7BE1}" destId="{FCAD5A38-53CB-48B1-8D23-BDF2554657B4}" srcOrd="0" destOrd="7" presId="urn:microsoft.com/office/officeart/2005/8/layout/hList1"/>
    <dgm:cxn modelId="{5E12ADFD-0705-4C77-868A-E4030559CA06}" type="presOf" srcId="{C8E5B179-9C5C-4566-B02E-2AEA1ADE253E}" destId="{A18FF002-A7DE-4B8D-AD56-4E0FA7A3A4A1}" srcOrd="0" destOrd="5" presId="urn:microsoft.com/office/officeart/2005/8/layout/hList1"/>
    <dgm:cxn modelId="{86E2BDFF-2633-4695-8CB2-699ECEA35A57}" type="presOf" srcId="{C8F49A55-A4A3-4D81-86F9-214DE4C31C1F}" destId="{7DC455E3-E3F4-4C0E-9FAD-CCE7006CABD1}" srcOrd="0" destOrd="5" presId="urn:microsoft.com/office/officeart/2005/8/layout/hList1"/>
    <dgm:cxn modelId="{C75879F1-759E-3E4C-B87C-1FA138A0403F}" type="presParOf" srcId="{FA8F8A11-592D-4320-BE70-511A882E207C}" destId="{B595E4E0-5D7A-446F-BA59-4A5DAB829215}" srcOrd="0" destOrd="0" presId="urn:microsoft.com/office/officeart/2005/8/layout/hList1"/>
    <dgm:cxn modelId="{71A37DAC-7CAA-D34C-92F1-55B354F28CA8}" type="presParOf" srcId="{B595E4E0-5D7A-446F-BA59-4A5DAB829215}" destId="{1FD0B46B-FF90-4474-B38F-0A3D76A192B5}" srcOrd="0" destOrd="0" presId="urn:microsoft.com/office/officeart/2005/8/layout/hList1"/>
    <dgm:cxn modelId="{A8030FC4-3FD0-314A-80C4-5CDD47CD1BBA}" type="presParOf" srcId="{B595E4E0-5D7A-446F-BA59-4A5DAB829215}" destId="{A18FF002-A7DE-4B8D-AD56-4E0FA7A3A4A1}" srcOrd="1" destOrd="0" presId="urn:microsoft.com/office/officeart/2005/8/layout/hList1"/>
    <dgm:cxn modelId="{11DCE61B-A8CA-4445-985C-581C78E74F91}" type="presParOf" srcId="{FA8F8A11-592D-4320-BE70-511A882E207C}" destId="{09B8B197-DEB2-4989-957D-B131E46113A7}" srcOrd="1" destOrd="0" presId="urn:microsoft.com/office/officeart/2005/8/layout/hList1"/>
    <dgm:cxn modelId="{64FE7061-D810-5F4D-868F-5ABB82C10D6E}" type="presParOf" srcId="{FA8F8A11-592D-4320-BE70-511A882E207C}" destId="{DFB095C9-67A2-4183-9889-5A42CEDD5DDF}" srcOrd="2" destOrd="0" presId="urn:microsoft.com/office/officeart/2005/8/layout/hList1"/>
    <dgm:cxn modelId="{7BA85153-2D12-8945-B769-D2B234B040C1}" type="presParOf" srcId="{DFB095C9-67A2-4183-9889-5A42CEDD5DDF}" destId="{78B4F291-C532-4311-9F30-8F33272633D3}" srcOrd="0" destOrd="0" presId="urn:microsoft.com/office/officeart/2005/8/layout/hList1"/>
    <dgm:cxn modelId="{36E80FDE-E7D1-2F40-AE20-79372448158D}" type="presParOf" srcId="{DFB095C9-67A2-4183-9889-5A42CEDD5DDF}" destId="{FCAD5A38-53CB-48B1-8D23-BDF2554657B4}" srcOrd="1" destOrd="0" presId="urn:microsoft.com/office/officeart/2005/8/layout/hList1"/>
    <dgm:cxn modelId="{38969603-D456-8B41-A867-77FF84CCAC30}" type="presParOf" srcId="{FA8F8A11-592D-4320-BE70-511A882E207C}" destId="{E322B160-0957-4BAA-97E4-EC1EBF3AAA88}" srcOrd="3" destOrd="0" presId="urn:microsoft.com/office/officeart/2005/8/layout/hList1"/>
    <dgm:cxn modelId="{65816C74-9BF9-A845-9231-8A33A8CCA952}" type="presParOf" srcId="{FA8F8A11-592D-4320-BE70-511A882E207C}" destId="{A56B2D64-2066-4452-9316-B1B3AA05F30C}" srcOrd="4" destOrd="0" presId="urn:microsoft.com/office/officeart/2005/8/layout/hList1"/>
    <dgm:cxn modelId="{8E2D4D01-5224-9045-A658-C5E7F56843AD}" type="presParOf" srcId="{A56B2D64-2066-4452-9316-B1B3AA05F30C}" destId="{F2650154-7CEA-4C9D-A6E5-E5A9A2BE8315}" srcOrd="0" destOrd="0" presId="urn:microsoft.com/office/officeart/2005/8/layout/hList1"/>
    <dgm:cxn modelId="{80D30F9E-004B-154B-A1D7-BE4E868EE9D9}" type="presParOf" srcId="{A56B2D64-2066-4452-9316-B1B3AA05F30C}" destId="{7DC455E3-E3F4-4C0E-9FAD-CCE7006CABD1}" srcOrd="1" destOrd="0" presId="urn:microsoft.com/office/officeart/2005/8/layout/hList1"/>
    <dgm:cxn modelId="{5A39030B-E0C6-564C-A977-186F193A6E37}" type="presParOf" srcId="{FA8F8A11-592D-4320-BE70-511A882E207C}" destId="{950CE5D0-4F14-44F0-AED1-C77F882BC4D1}" srcOrd="5" destOrd="0" presId="urn:microsoft.com/office/officeart/2005/8/layout/hList1"/>
    <dgm:cxn modelId="{96C1212F-C6CF-AE44-A6FF-A539DCCF5AF1}" type="presParOf" srcId="{FA8F8A11-592D-4320-BE70-511A882E207C}" destId="{3320F88B-67B0-4637-9FDB-374DA6B506BD}" srcOrd="6" destOrd="0" presId="urn:microsoft.com/office/officeart/2005/8/layout/hList1"/>
    <dgm:cxn modelId="{06A3B2FE-731A-8847-9B9E-1DD0FE17F393}" type="presParOf" srcId="{3320F88B-67B0-4637-9FDB-374DA6B506BD}" destId="{13A0F0F3-8758-4EFD-A9FC-FE9D4C8F4F7C}" srcOrd="0" destOrd="0" presId="urn:microsoft.com/office/officeart/2005/8/layout/hList1"/>
    <dgm:cxn modelId="{40752D57-6960-7F40-A061-AEA165CFF47B}" type="presParOf" srcId="{3320F88B-67B0-4637-9FDB-374DA6B506BD}" destId="{C44A0415-1DA4-431D-8B23-CEF0B79FB1E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BEA1B124-2961-4C6E-AF36-9F18E3AEA96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85CC74B-4D52-460B-80A2-19C479FF5942}">
      <dgm:prSet phldrT="[Text]" custT="1"/>
      <dgm:spPr/>
      <dgm:t>
        <a:bodyPr/>
        <a:lstStyle/>
        <a:p>
          <a:r>
            <a:rPr lang="es-MX" sz="1600" b="1" dirty="0"/>
            <a:t>Casos en los que no aplica la limitante</a:t>
          </a:r>
        </a:p>
      </dgm:t>
    </dgm:pt>
    <dgm:pt modelId="{BC088E36-9970-4A04-AE98-886214C9068A}" type="parTrans" cxnId="{408F5C20-ED61-4D8F-8C3C-482645D02E81}">
      <dgm:prSet/>
      <dgm:spPr/>
      <dgm:t>
        <a:bodyPr/>
        <a:lstStyle/>
        <a:p>
          <a:endParaRPr lang="es-MX"/>
        </a:p>
      </dgm:t>
    </dgm:pt>
    <dgm:pt modelId="{47BF3487-B397-4B75-8121-930BBCEABD4A}" type="sibTrans" cxnId="{408F5C20-ED61-4D8F-8C3C-482645D02E81}">
      <dgm:prSet/>
      <dgm:spPr/>
      <dgm:t>
        <a:bodyPr/>
        <a:lstStyle/>
        <a:p>
          <a:endParaRPr lang="es-MX"/>
        </a:p>
      </dgm:t>
    </dgm:pt>
    <dgm:pt modelId="{F07A92F0-DDB9-43E5-9211-69F892728F95}">
      <dgm:prSet phldrT="[Text]"/>
      <dgm:spPr/>
      <dgm:t>
        <a:bodyPr/>
        <a:lstStyle/>
        <a:p>
          <a:r>
            <a:rPr lang="es-ES" dirty="0"/>
            <a:t>Intereses derivados de deudas para: </a:t>
          </a:r>
          <a:endParaRPr lang="es-MX" dirty="0"/>
        </a:p>
      </dgm:t>
    </dgm:pt>
    <dgm:pt modelId="{801C51E9-7B29-4D75-A39A-7DF13CBE33A8}" type="parTrans" cxnId="{118384FB-C280-4E76-A0D8-7A8448C31DA4}">
      <dgm:prSet/>
      <dgm:spPr/>
      <dgm:t>
        <a:bodyPr/>
        <a:lstStyle/>
        <a:p>
          <a:endParaRPr lang="es-MX"/>
        </a:p>
      </dgm:t>
    </dgm:pt>
    <dgm:pt modelId="{6D5FBB14-F03A-49C7-A7DE-480E11C518BE}" type="sibTrans" cxnId="{118384FB-C280-4E76-A0D8-7A8448C31DA4}">
      <dgm:prSet/>
      <dgm:spPr/>
      <dgm:t>
        <a:bodyPr/>
        <a:lstStyle/>
        <a:p>
          <a:endParaRPr lang="es-MX"/>
        </a:p>
      </dgm:t>
    </dgm:pt>
    <dgm:pt modelId="{50634FC3-249E-44EA-A892-98ABACBF8D8F}">
      <dgm:prSet phldrT="[Text]"/>
      <dgm:spPr/>
      <dgm:t>
        <a:bodyPr/>
        <a:lstStyle/>
        <a:p>
          <a:r>
            <a:rPr lang="es-ES" dirty="0"/>
            <a:t>Financiar infraestructura pública</a:t>
          </a:r>
          <a:endParaRPr lang="es-MX" dirty="0"/>
        </a:p>
      </dgm:t>
    </dgm:pt>
    <dgm:pt modelId="{2CD28532-246F-4183-9D7C-A36C006E208E}" type="parTrans" cxnId="{458410C4-D16B-4EAA-A2F7-4F6EACF97941}">
      <dgm:prSet/>
      <dgm:spPr/>
      <dgm:t>
        <a:bodyPr/>
        <a:lstStyle/>
        <a:p>
          <a:endParaRPr lang="es-MX"/>
        </a:p>
      </dgm:t>
    </dgm:pt>
    <dgm:pt modelId="{BA951C2A-145D-46AE-BEE0-AF8A214C0C52}" type="sibTrans" cxnId="{458410C4-D16B-4EAA-A2F7-4F6EACF97941}">
      <dgm:prSet/>
      <dgm:spPr/>
      <dgm:t>
        <a:bodyPr/>
        <a:lstStyle/>
        <a:p>
          <a:endParaRPr lang="es-MX"/>
        </a:p>
      </dgm:t>
    </dgm:pt>
    <dgm:pt modelId="{93E4BB94-ADF2-4D18-9062-7969D08A8242}">
      <dgm:prSet phldrT="[Text]"/>
      <dgm:spPr/>
      <dgm:t>
        <a:bodyPr/>
        <a:lstStyle/>
        <a:p>
          <a:r>
            <a:rPr lang="es-ES" dirty="0"/>
            <a:t>Financiar construcciones o adquisición de terrenos en MÉXICO</a:t>
          </a:r>
          <a:endParaRPr lang="es-MX" dirty="0"/>
        </a:p>
      </dgm:t>
    </dgm:pt>
    <dgm:pt modelId="{B293D103-722B-4314-ABB4-FAFDB33F95CD}" type="parTrans" cxnId="{17B94D3D-1EA8-4DBB-B04D-AEA57BD2665F}">
      <dgm:prSet/>
      <dgm:spPr/>
      <dgm:t>
        <a:bodyPr/>
        <a:lstStyle/>
        <a:p>
          <a:endParaRPr lang="es-MX"/>
        </a:p>
      </dgm:t>
    </dgm:pt>
    <dgm:pt modelId="{B3BE638E-833C-4015-8BE8-27EC1B02FF54}" type="sibTrans" cxnId="{17B94D3D-1EA8-4DBB-B04D-AEA57BD2665F}">
      <dgm:prSet/>
      <dgm:spPr/>
      <dgm:t>
        <a:bodyPr/>
        <a:lstStyle/>
        <a:p>
          <a:endParaRPr lang="es-MX"/>
        </a:p>
      </dgm:t>
    </dgm:pt>
    <dgm:pt modelId="{9F571B73-E91F-40DD-A19C-219CBA5D9E60}">
      <dgm:prSet phldrT="[Text]"/>
      <dgm:spPr/>
      <dgm:t>
        <a:bodyPr/>
        <a:lstStyle/>
        <a:p>
          <a:r>
            <a:rPr lang="es-ES" dirty="0"/>
            <a:t>Financiar exploración, extracción, transporte, almacenamiento o distribución de petróleo o hidrocarburos</a:t>
          </a:r>
          <a:endParaRPr lang="es-MX" dirty="0"/>
        </a:p>
      </dgm:t>
    </dgm:pt>
    <dgm:pt modelId="{03F3B58F-3C4C-493B-A402-FAFEF84011D9}" type="parTrans" cxnId="{26ADE5BE-140B-4C63-A7F7-E64CC7C16A1E}">
      <dgm:prSet/>
      <dgm:spPr/>
      <dgm:t>
        <a:bodyPr/>
        <a:lstStyle/>
        <a:p>
          <a:endParaRPr lang="es-MX"/>
        </a:p>
      </dgm:t>
    </dgm:pt>
    <dgm:pt modelId="{9335C20C-380D-483C-973E-5C92F6A79735}" type="sibTrans" cxnId="{26ADE5BE-140B-4C63-A7F7-E64CC7C16A1E}">
      <dgm:prSet/>
      <dgm:spPr/>
      <dgm:t>
        <a:bodyPr/>
        <a:lstStyle/>
        <a:p>
          <a:endParaRPr lang="es-MX"/>
        </a:p>
      </dgm:t>
    </dgm:pt>
    <dgm:pt modelId="{51B0CF95-C41A-413E-BF04-BC805A5677D8}">
      <dgm:prSet phldrT="[Text]"/>
      <dgm:spPr/>
      <dgm:t>
        <a:bodyPr/>
        <a:lstStyle/>
        <a:p>
          <a:r>
            <a:rPr lang="es-ES" dirty="0"/>
            <a:t>Otros proyectos de industria extractiva y para la generación, transmisión o almacenamiento de electricidad o agua</a:t>
          </a:r>
          <a:endParaRPr lang="es-MX" dirty="0"/>
        </a:p>
      </dgm:t>
    </dgm:pt>
    <dgm:pt modelId="{BB1B3CB1-0533-43BA-ABAD-0261B83EC33E}" type="parTrans" cxnId="{437DA735-84E1-4208-8D6D-D88A57274026}">
      <dgm:prSet/>
      <dgm:spPr/>
      <dgm:t>
        <a:bodyPr/>
        <a:lstStyle/>
        <a:p>
          <a:endParaRPr lang="es-MX"/>
        </a:p>
      </dgm:t>
    </dgm:pt>
    <dgm:pt modelId="{0CADFC99-F964-4616-B923-08F34754F8D2}" type="sibTrans" cxnId="{437DA735-84E1-4208-8D6D-D88A57274026}">
      <dgm:prSet/>
      <dgm:spPr/>
      <dgm:t>
        <a:bodyPr/>
        <a:lstStyle/>
        <a:p>
          <a:endParaRPr lang="es-MX"/>
        </a:p>
      </dgm:t>
    </dgm:pt>
    <dgm:pt modelId="{EEC01E05-7973-458A-BA5B-8FDE17D060D1}">
      <dgm:prSet phldrT="[Text]"/>
      <dgm:spPr/>
      <dgm:t>
        <a:bodyPr/>
        <a:lstStyle/>
        <a:p>
          <a:r>
            <a:rPr lang="es-ES" dirty="0"/>
            <a:t>Rendimientos de deuda pública</a:t>
          </a:r>
          <a:endParaRPr lang="es-MX" dirty="0"/>
        </a:p>
      </dgm:t>
    </dgm:pt>
    <dgm:pt modelId="{CB5A7602-2D12-4A73-BB47-09B35155ACA5}" type="parTrans" cxnId="{31BB6DDA-1A10-46BD-B12C-15D11696F6C4}">
      <dgm:prSet/>
      <dgm:spPr/>
      <dgm:t>
        <a:bodyPr/>
        <a:lstStyle/>
        <a:p>
          <a:endParaRPr lang="es-MX"/>
        </a:p>
      </dgm:t>
    </dgm:pt>
    <dgm:pt modelId="{BD268C7D-C06B-433E-87D3-7BE4F2C7DB4C}" type="sibTrans" cxnId="{31BB6DDA-1A10-46BD-B12C-15D11696F6C4}">
      <dgm:prSet/>
      <dgm:spPr/>
      <dgm:t>
        <a:bodyPr/>
        <a:lstStyle/>
        <a:p>
          <a:endParaRPr lang="es-MX"/>
        </a:p>
      </dgm:t>
    </dgm:pt>
    <dgm:pt modelId="{802AD015-82D1-49BB-8272-5F8FC2ECB787}">
      <dgm:prSet phldrT="[Text]"/>
      <dgm:spPr/>
      <dgm:t>
        <a:bodyPr/>
        <a:lstStyle/>
        <a:p>
          <a:endParaRPr lang="es-MX" dirty="0"/>
        </a:p>
      </dgm:t>
    </dgm:pt>
    <dgm:pt modelId="{9E75A100-BAC8-4047-9515-DA24813C213B}" type="parTrans" cxnId="{7F736309-DEA8-4AF2-911A-DE437E7C1930}">
      <dgm:prSet/>
      <dgm:spPr/>
      <dgm:t>
        <a:bodyPr/>
        <a:lstStyle/>
        <a:p>
          <a:endParaRPr lang="es-MX"/>
        </a:p>
      </dgm:t>
    </dgm:pt>
    <dgm:pt modelId="{DDB02701-BB05-4FCC-891E-88F2409A9F98}" type="sibTrans" cxnId="{7F736309-DEA8-4AF2-911A-DE437E7C1930}">
      <dgm:prSet/>
      <dgm:spPr/>
      <dgm:t>
        <a:bodyPr/>
        <a:lstStyle/>
        <a:p>
          <a:endParaRPr lang="es-MX"/>
        </a:p>
      </dgm:t>
    </dgm:pt>
    <dgm:pt modelId="{63673C04-C0BF-4C50-8834-5B5D489A1ACC}">
      <dgm:prSet phldrT="[Text]"/>
      <dgm:spPr/>
      <dgm:t>
        <a:bodyPr/>
        <a:lstStyle/>
        <a:p>
          <a:r>
            <a:rPr lang="es-ES" dirty="0"/>
            <a:t>NO APLICA LIMITANTE a miembros del sistema financiero o empresas productivas del Estado</a:t>
          </a:r>
          <a:endParaRPr lang="es-MX" dirty="0"/>
        </a:p>
      </dgm:t>
    </dgm:pt>
    <dgm:pt modelId="{C353F1C8-9120-4500-9409-53AB35F2B1C7}" type="parTrans" cxnId="{60BC83C7-4B98-4F86-B1D7-C01D02506511}">
      <dgm:prSet/>
      <dgm:spPr/>
      <dgm:t>
        <a:bodyPr/>
        <a:lstStyle/>
        <a:p>
          <a:endParaRPr lang="es-MX"/>
        </a:p>
      </dgm:t>
    </dgm:pt>
    <dgm:pt modelId="{145777D7-F4F1-45B7-9EBB-95BBE918B498}" type="sibTrans" cxnId="{60BC83C7-4B98-4F86-B1D7-C01D02506511}">
      <dgm:prSet/>
      <dgm:spPr/>
      <dgm:t>
        <a:bodyPr/>
        <a:lstStyle/>
        <a:p>
          <a:endParaRPr lang="es-MX"/>
        </a:p>
      </dgm:t>
    </dgm:pt>
    <dgm:pt modelId="{4E016AE7-F243-4285-8249-9B1AAE44C59D}">
      <dgm:prSet phldrT="[Text]"/>
      <dgm:spPr/>
      <dgm:t>
        <a:bodyPr/>
        <a:lstStyle/>
        <a:p>
          <a:endParaRPr lang="es-MX" dirty="0"/>
        </a:p>
      </dgm:t>
    </dgm:pt>
    <dgm:pt modelId="{B6503291-EE8F-4846-BA69-DED731874796}" type="parTrans" cxnId="{C0F573D7-ED67-41CE-9799-E75F632A1D13}">
      <dgm:prSet/>
      <dgm:spPr/>
      <dgm:t>
        <a:bodyPr/>
        <a:lstStyle/>
        <a:p>
          <a:endParaRPr lang="es-MX"/>
        </a:p>
      </dgm:t>
    </dgm:pt>
    <dgm:pt modelId="{44B1C17B-7C4D-4EF6-AA95-D68D85F380AC}" type="sibTrans" cxnId="{C0F573D7-ED67-41CE-9799-E75F632A1D13}">
      <dgm:prSet/>
      <dgm:spPr/>
      <dgm:t>
        <a:bodyPr/>
        <a:lstStyle/>
        <a:p>
          <a:endParaRPr lang="es-MX"/>
        </a:p>
      </dgm:t>
    </dgm:pt>
    <dgm:pt modelId="{FA8F8A11-592D-4320-BE70-511A882E207C}" type="pres">
      <dgm:prSet presAssocID="{BEA1B124-2961-4C6E-AF36-9F18E3AEA96E}" presName="Name0" presStyleCnt="0">
        <dgm:presLayoutVars>
          <dgm:dir/>
          <dgm:animLvl val="lvl"/>
          <dgm:resizeHandles val="exact"/>
        </dgm:presLayoutVars>
      </dgm:prSet>
      <dgm:spPr/>
    </dgm:pt>
    <dgm:pt modelId="{B595E4E0-5D7A-446F-BA59-4A5DAB829215}" type="pres">
      <dgm:prSet presAssocID="{B85CC74B-4D52-460B-80A2-19C479FF5942}" presName="composite" presStyleCnt="0"/>
      <dgm:spPr/>
    </dgm:pt>
    <dgm:pt modelId="{1FD0B46B-FF90-4474-B38F-0A3D76A192B5}" type="pres">
      <dgm:prSet presAssocID="{B85CC74B-4D52-460B-80A2-19C479FF5942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A18FF002-A7DE-4B8D-AD56-4E0FA7A3A4A1}" type="pres">
      <dgm:prSet presAssocID="{B85CC74B-4D52-460B-80A2-19C479FF5942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7F736309-DEA8-4AF2-911A-DE437E7C1930}" srcId="{B85CC74B-4D52-460B-80A2-19C479FF5942}" destId="{802AD015-82D1-49BB-8272-5F8FC2ECB787}" srcOrd="1" destOrd="0" parTransId="{9E75A100-BAC8-4047-9515-DA24813C213B}" sibTransId="{DDB02701-BB05-4FCC-891E-88F2409A9F98}"/>
    <dgm:cxn modelId="{89CC7C0A-3E2F-420E-BED7-ABAE6EF7988F}" type="presOf" srcId="{EEC01E05-7973-458A-BA5B-8FDE17D060D1}" destId="{A18FF002-A7DE-4B8D-AD56-4E0FA7A3A4A1}" srcOrd="0" destOrd="6" presId="urn:microsoft.com/office/officeart/2005/8/layout/hList1"/>
    <dgm:cxn modelId="{6E25C314-2F01-E14C-A80E-8EC91345489C}" type="presOf" srcId="{BEA1B124-2961-4C6E-AF36-9F18E3AEA96E}" destId="{FA8F8A11-592D-4320-BE70-511A882E207C}" srcOrd="0" destOrd="0" presId="urn:microsoft.com/office/officeart/2005/8/layout/hList1"/>
    <dgm:cxn modelId="{F4C09A1D-BE6E-4904-A302-26D8734036E7}" type="presOf" srcId="{4E016AE7-F243-4285-8249-9B1AAE44C59D}" destId="{A18FF002-A7DE-4B8D-AD56-4E0FA7A3A4A1}" srcOrd="0" destOrd="7" presId="urn:microsoft.com/office/officeart/2005/8/layout/hList1"/>
    <dgm:cxn modelId="{408F5C20-ED61-4D8F-8C3C-482645D02E81}" srcId="{BEA1B124-2961-4C6E-AF36-9F18E3AEA96E}" destId="{B85CC74B-4D52-460B-80A2-19C479FF5942}" srcOrd="0" destOrd="0" parTransId="{BC088E36-9970-4A04-AE98-886214C9068A}" sibTransId="{47BF3487-B397-4B75-8121-930BBCEABD4A}"/>
    <dgm:cxn modelId="{7BF85823-1822-4D4B-AB30-52BC84CE18BE}" type="presOf" srcId="{B85CC74B-4D52-460B-80A2-19C479FF5942}" destId="{1FD0B46B-FF90-4474-B38F-0A3D76A192B5}" srcOrd="0" destOrd="0" presId="urn:microsoft.com/office/officeart/2005/8/layout/hList1"/>
    <dgm:cxn modelId="{43FDE624-9ADE-49CD-BB6B-353BC276DAA1}" type="presOf" srcId="{63673C04-C0BF-4C50-8834-5B5D489A1ACC}" destId="{A18FF002-A7DE-4B8D-AD56-4E0FA7A3A4A1}" srcOrd="0" destOrd="8" presId="urn:microsoft.com/office/officeart/2005/8/layout/hList1"/>
    <dgm:cxn modelId="{D5E0FF24-8041-40F5-99A8-084BA9635D6C}" type="presOf" srcId="{50634FC3-249E-44EA-A892-98ABACBF8D8F}" destId="{A18FF002-A7DE-4B8D-AD56-4E0FA7A3A4A1}" srcOrd="0" destOrd="1" presId="urn:microsoft.com/office/officeart/2005/8/layout/hList1"/>
    <dgm:cxn modelId="{437DA735-84E1-4208-8D6D-D88A57274026}" srcId="{F07A92F0-DDB9-43E5-9211-69F892728F95}" destId="{51B0CF95-C41A-413E-BF04-BC805A5677D8}" srcOrd="3" destOrd="0" parTransId="{BB1B3CB1-0533-43BA-ABAD-0261B83EC33E}" sibTransId="{0CADFC99-F964-4616-B923-08F34754F8D2}"/>
    <dgm:cxn modelId="{17B94D3D-1EA8-4DBB-B04D-AEA57BD2665F}" srcId="{F07A92F0-DDB9-43E5-9211-69F892728F95}" destId="{93E4BB94-ADF2-4D18-9062-7969D08A8242}" srcOrd="1" destOrd="0" parTransId="{B293D103-722B-4314-ABB4-FAFDB33F95CD}" sibTransId="{B3BE638E-833C-4015-8BE8-27EC1B02FF54}"/>
    <dgm:cxn modelId="{49922953-ED2C-F64D-B1B6-196C71A7E2D5}" type="presOf" srcId="{F07A92F0-DDB9-43E5-9211-69F892728F95}" destId="{A18FF002-A7DE-4B8D-AD56-4E0FA7A3A4A1}" srcOrd="0" destOrd="0" presId="urn:microsoft.com/office/officeart/2005/8/layout/hList1"/>
    <dgm:cxn modelId="{2A2851A6-F59F-4ADF-886B-606F4EFD8538}" type="presOf" srcId="{93E4BB94-ADF2-4D18-9062-7969D08A8242}" destId="{A18FF002-A7DE-4B8D-AD56-4E0FA7A3A4A1}" srcOrd="0" destOrd="2" presId="urn:microsoft.com/office/officeart/2005/8/layout/hList1"/>
    <dgm:cxn modelId="{26ADE5BE-140B-4C63-A7F7-E64CC7C16A1E}" srcId="{F07A92F0-DDB9-43E5-9211-69F892728F95}" destId="{9F571B73-E91F-40DD-A19C-219CBA5D9E60}" srcOrd="2" destOrd="0" parTransId="{03F3B58F-3C4C-493B-A402-FAFEF84011D9}" sibTransId="{9335C20C-380D-483C-973E-5C92F6A79735}"/>
    <dgm:cxn modelId="{458410C4-D16B-4EAA-A2F7-4F6EACF97941}" srcId="{F07A92F0-DDB9-43E5-9211-69F892728F95}" destId="{50634FC3-249E-44EA-A892-98ABACBF8D8F}" srcOrd="0" destOrd="0" parTransId="{2CD28532-246F-4183-9D7C-A36C006E208E}" sibTransId="{BA951C2A-145D-46AE-BEE0-AF8A214C0C52}"/>
    <dgm:cxn modelId="{60BC83C7-4B98-4F86-B1D7-C01D02506511}" srcId="{B85CC74B-4D52-460B-80A2-19C479FF5942}" destId="{63673C04-C0BF-4C50-8834-5B5D489A1ACC}" srcOrd="4" destOrd="0" parTransId="{C353F1C8-9120-4500-9409-53AB35F2B1C7}" sibTransId="{145777D7-F4F1-45B7-9EBB-95BBE918B498}"/>
    <dgm:cxn modelId="{9732F8D3-BB18-45D4-AD69-2525994A610C}" type="presOf" srcId="{51B0CF95-C41A-413E-BF04-BC805A5677D8}" destId="{A18FF002-A7DE-4B8D-AD56-4E0FA7A3A4A1}" srcOrd="0" destOrd="4" presId="urn:microsoft.com/office/officeart/2005/8/layout/hList1"/>
    <dgm:cxn modelId="{C0F573D7-ED67-41CE-9799-E75F632A1D13}" srcId="{B85CC74B-4D52-460B-80A2-19C479FF5942}" destId="{4E016AE7-F243-4285-8249-9B1AAE44C59D}" srcOrd="3" destOrd="0" parTransId="{B6503291-EE8F-4846-BA69-DED731874796}" sibTransId="{44B1C17B-7C4D-4EF6-AA95-D68D85F380AC}"/>
    <dgm:cxn modelId="{31BB6DDA-1A10-46BD-B12C-15D11696F6C4}" srcId="{B85CC74B-4D52-460B-80A2-19C479FF5942}" destId="{EEC01E05-7973-458A-BA5B-8FDE17D060D1}" srcOrd="2" destOrd="0" parTransId="{CB5A7602-2D12-4A73-BB47-09B35155ACA5}" sibTransId="{BD268C7D-C06B-433E-87D3-7BE4F2C7DB4C}"/>
    <dgm:cxn modelId="{1F4D76E0-CDFB-4BDC-A2BF-244A9F2B3DA2}" type="presOf" srcId="{802AD015-82D1-49BB-8272-5F8FC2ECB787}" destId="{A18FF002-A7DE-4B8D-AD56-4E0FA7A3A4A1}" srcOrd="0" destOrd="5" presId="urn:microsoft.com/office/officeart/2005/8/layout/hList1"/>
    <dgm:cxn modelId="{7A8FBEE2-062F-46EB-8AD2-9BDF72CE8538}" type="presOf" srcId="{9F571B73-E91F-40DD-A19C-219CBA5D9E60}" destId="{A18FF002-A7DE-4B8D-AD56-4E0FA7A3A4A1}" srcOrd="0" destOrd="3" presId="urn:microsoft.com/office/officeart/2005/8/layout/hList1"/>
    <dgm:cxn modelId="{118384FB-C280-4E76-A0D8-7A8448C31DA4}" srcId="{B85CC74B-4D52-460B-80A2-19C479FF5942}" destId="{F07A92F0-DDB9-43E5-9211-69F892728F95}" srcOrd="0" destOrd="0" parTransId="{801C51E9-7B29-4D75-A39A-7DF13CBE33A8}" sibTransId="{6D5FBB14-F03A-49C7-A7DE-480E11C518BE}"/>
    <dgm:cxn modelId="{C75879F1-759E-3E4C-B87C-1FA138A0403F}" type="presParOf" srcId="{FA8F8A11-592D-4320-BE70-511A882E207C}" destId="{B595E4E0-5D7A-446F-BA59-4A5DAB829215}" srcOrd="0" destOrd="0" presId="urn:microsoft.com/office/officeart/2005/8/layout/hList1"/>
    <dgm:cxn modelId="{71A37DAC-7CAA-D34C-92F1-55B354F28CA8}" type="presParOf" srcId="{B595E4E0-5D7A-446F-BA59-4A5DAB829215}" destId="{1FD0B46B-FF90-4474-B38F-0A3D76A192B5}" srcOrd="0" destOrd="0" presId="urn:microsoft.com/office/officeart/2005/8/layout/hList1"/>
    <dgm:cxn modelId="{A8030FC4-3FD0-314A-80C4-5CDD47CD1BBA}" type="presParOf" srcId="{B595E4E0-5D7A-446F-BA59-4A5DAB829215}" destId="{A18FF002-A7DE-4B8D-AD56-4E0FA7A3A4A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F72E6401-ECB8-4ED7-BD1A-9EFED4DF552B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7B0EC02-0BC0-449F-95BC-9EE03DAF187A}">
      <dgm:prSet phldrT="[Text]" custT="1"/>
      <dgm:spPr/>
      <dgm:t>
        <a:bodyPr/>
        <a:lstStyle/>
        <a:p>
          <a:r>
            <a:rPr lang="es-MX" sz="2300" dirty="0"/>
            <a:t>Costo de lo Vendido</a:t>
          </a:r>
        </a:p>
      </dgm:t>
    </dgm:pt>
    <dgm:pt modelId="{34376781-3DC9-4130-9F56-DA197446F70A}" type="parTrans" cxnId="{B7D706D0-E17D-42A2-B5C4-C58499EEDD8F}">
      <dgm:prSet/>
      <dgm:spPr/>
      <dgm:t>
        <a:bodyPr/>
        <a:lstStyle/>
        <a:p>
          <a:endParaRPr lang="es-MX"/>
        </a:p>
      </dgm:t>
    </dgm:pt>
    <dgm:pt modelId="{FDD7783C-946C-48DB-A8AA-D3916376003C}" type="sibTrans" cxnId="{B7D706D0-E17D-42A2-B5C4-C58499EEDD8F}">
      <dgm:prSet/>
      <dgm:spPr/>
      <dgm:t>
        <a:bodyPr/>
        <a:lstStyle/>
        <a:p>
          <a:endParaRPr lang="es-MX"/>
        </a:p>
      </dgm:t>
    </dgm:pt>
    <dgm:pt modelId="{7CA87769-F3AB-4FA9-8E65-17075582E110}">
      <dgm:prSet phldrT="[Text]"/>
      <dgm:spPr/>
      <dgm:t>
        <a:bodyPr/>
        <a:lstStyle/>
        <a:p>
          <a:r>
            <a:rPr lang="es-MX" dirty="0"/>
            <a:t>Sistema Absorbente</a:t>
          </a:r>
        </a:p>
        <a:p>
          <a:r>
            <a:rPr lang="es-MX" dirty="0"/>
            <a:t>LISR 39</a:t>
          </a:r>
        </a:p>
      </dgm:t>
    </dgm:pt>
    <dgm:pt modelId="{E41A240D-5EC4-44BD-95A9-8727BBFFF7FE}" type="parTrans" cxnId="{F04AB961-E5D0-47B0-AC7D-2698AD099F53}">
      <dgm:prSet/>
      <dgm:spPr/>
      <dgm:t>
        <a:bodyPr/>
        <a:lstStyle/>
        <a:p>
          <a:endParaRPr lang="es-MX"/>
        </a:p>
      </dgm:t>
    </dgm:pt>
    <dgm:pt modelId="{48DE0315-0A76-4E29-B222-D8707263E40C}" type="sibTrans" cxnId="{F04AB961-E5D0-47B0-AC7D-2698AD099F53}">
      <dgm:prSet/>
      <dgm:spPr/>
      <dgm:t>
        <a:bodyPr/>
        <a:lstStyle/>
        <a:p>
          <a:endParaRPr lang="es-MX"/>
        </a:p>
      </dgm:t>
    </dgm:pt>
    <dgm:pt modelId="{DE3A3B83-2738-4F72-B1F0-342EAF892694}">
      <dgm:prSet phldrT="[Text]"/>
      <dgm:spPr/>
      <dgm:t>
        <a:bodyPr/>
        <a:lstStyle/>
        <a:p>
          <a:r>
            <a:rPr lang="es-MX" dirty="0"/>
            <a:t>Métodos de Inventarios</a:t>
          </a:r>
        </a:p>
        <a:p>
          <a:r>
            <a:rPr lang="es-MX" dirty="0"/>
            <a:t>(Cambio con requisitos y limitantes)</a:t>
          </a:r>
        </a:p>
        <a:p>
          <a:r>
            <a:rPr lang="es-MX" dirty="0"/>
            <a:t>LISR 41</a:t>
          </a:r>
        </a:p>
      </dgm:t>
    </dgm:pt>
    <dgm:pt modelId="{2F091D2B-E885-4757-AF30-4B4F060B008A}" type="parTrans" cxnId="{F3D2DC99-09B0-4F4D-8ED0-3CE4ACE09B67}">
      <dgm:prSet/>
      <dgm:spPr/>
      <dgm:t>
        <a:bodyPr/>
        <a:lstStyle/>
        <a:p>
          <a:endParaRPr lang="es-MX"/>
        </a:p>
      </dgm:t>
    </dgm:pt>
    <dgm:pt modelId="{60359AAD-3063-46DB-9548-C1E8EBD5D2A2}" type="sibTrans" cxnId="{F3D2DC99-09B0-4F4D-8ED0-3CE4ACE09B67}">
      <dgm:prSet/>
      <dgm:spPr/>
      <dgm:t>
        <a:bodyPr/>
        <a:lstStyle/>
        <a:p>
          <a:endParaRPr lang="es-MX"/>
        </a:p>
      </dgm:t>
    </dgm:pt>
    <dgm:pt modelId="{43D6F5BB-E211-4BF8-B32E-4A54A8393761}">
      <dgm:prSet phldrT="[Text]"/>
      <dgm:spPr/>
      <dgm:t>
        <a:bodyPr/>
        <a:lstStyle/>
        <a:p>
          <a:r>
            <a:rPr lang="es-MX" dirty="0"/>
            <a:t>Deducción en el Ejercicio en que se acumule el ingreso</a:t>
          </a:r>
        </a:p>
        <a:p>
          <a:r>
            <a:rPr lang="es-MX" dirty="0"/>
            <a:t>LISR 39 y 43</a:t>
          </a:r>
        </a:p>
      </dgm:t>
    </dgm:pt>
    <dgm:pt modelId="{0F1575B8-3F49-4281-8954-32F9FD9E8F49}" type="parTrans" cxnId="{53953156-5A3E-47CA-8B76-974E9CC7EFD1}">
      <dgm:prSet/>
      <dgm:spPr/>
      <dgm:t>
        <a:bodyPr/>
        <a:lstStyle/>
        <a:p>
          <a:endParaRPr lang="es-MX"/>
        </a:p>
      </dgm:t>
    </dgm:pt>
    <dgm:pt modelId="{D5EEDF4C-FA3D-45FF-B21C-29686CBD59B0}" type="sibTrans" cxnId="{53953156-5A3E-47CA-8B76-974E9CC7EFD1}">
      <dgm:prSet/>
      <dgm:spPr/>
      <dgm:t>
        <a:bodyPr/>
        <a:lstStyle/>
        <a:p>
          <a:endParaRPr lang="es-MX"/>
        </a:p>
      </dgm:t>
    </dgm:pt>
    <dgm:pt modelId="{8D8E1574-074C-4285-B7BC-9DBC9BE14D14}">
      <dgm:prSet/>
      <dgm:spPr/>
      <dgm:t>
        <a:bodyPr/>
        <a:lstStyle/>
        <a:p>
          <a:r>
            <a:rPr lang="es-MX" dirty="0"/>
            <a:t>PEPS</a:t>
          </a:r>
        </a:p>
      </dgm:t>
    </dgm:pt>
    <dgm:pt modelId="{8D071694-2BC8-43F2-A948-C2606D78CADC}" type="parTrans" cxnId="{396C7A5C-A85C-4B6C-919D-447009CC860A}">
      <dgm:prSet/>
      <dgm:spPr/>
      <dgm:t>
        <a:bodyPr/>
        <a:lstStyle/>
        <a:p>
          <a:endParaRPr lang="es-MX"/>
        </a:p>
      </dgm:t>
    </dgm:pt>
    <dgm:pt modelId="{E4D38A82-1012-4228-8D82-93DB42ED841D}" type="sibTrans" cxnId="{396C7A5C-A85C-4B6C-919D-447009CC860A}">
      <dgm:prSet/>
      <dgm:spPr/>
      <dgm:t>
        <a:bodyPr/>
        <a:lstStyle/>
        <a:p>
          <a:endParaRPr lang="es-MX"/>
        </a:p>
      </dgm:t>
    </dgm:pt>
    <dgm:pt modelId="{39F404BB-B536-435D-869C-E694C64A6803}">
      <dgm:prSet/>
      <dgm:spPr/>
      <dgm:t>
        <a:bodyPr/>
        <a:lstStyle/>
        <a:p>
          <a:r>
            <a:rPr lang="es-MX" dirty="0"/>
            <a:t>Identificado</a:t>
          </a:r>
        </a:p>
      </dgm:t>
    </dgm:pt>
    <dgm:pt modelId="{373C1F96-2D4B-4F79-9384-577AD4F7535E}" type="parTrans" cxnId="{684F599A-5753-430E-BEE4-51B7FDFB996A}">
      <dgm:prSet/>
      <dgm:spPr/>
      <dgm:t>
        <a:bodyPr/>
        <a:lstStyle/>
        <a:p>
          <a:endParaRPr lang="es-MX"/>
        </a:p>
      </dgm:t>
    </dgm:pt>
    <dgm:pt modelId="{2FA34665-0884-4EED-8532-30AE9354B622}" type="sibTrans" cxnId="{684F599A-5753-430E-BEE4-51B7FDFB996A}">
      <dgm:prSet/>
      <dgm:spPr/>
      <dgm:t>
        <a:bodyPr/>
        <a:lstStyle/>
        <a:p>
          <a:endParaRPr lang="es-MX"/>
        </a:p>
      </dgm:t>
    </dgm:pt>
    <dgm:pt modelId="{9B88D8A9-E085-49AE-B207-1256B6492112}">
      <dgm:prSet/>
      <dgm:spPr/>
      <dgm:t>
        <a:bodyPr/>
        <a:lstStyle/>
        <a:p>
          <a:r>
            <a:rPr lang="es-MX" dirty="0"/>
            <a:t>Promedio</a:t>
          </a:r>
        </a:p>
      </dgm:t>
    </dgm:pt>
    <dgm:pt modelId="{91A0B415-912F-463C-B02B-15F7946A5213}" type="parTrans" cxnId="{A04CD39F-57DF-4A27-BBD3-3E953A9E5164}">
      <dgm:prSet/>
      <dgm:spPr/>
      <dgm:t>
        <a:bodyPr/>
        <a:lstStyle/>
        <a:p>
          <a:endParaRPr lang="es-MX"/>
        </a:p>
      </dgm:t>
    </dgm:pt>
    <dgm:pt modelId="{A0098F27-AAA6-4CC2-A83F-FB4660104BA9}" type="sibTrans" cxnId="{A04CD39F-57DF-4A27-BBD3-3E953A9E5164}">
      <dgm:prSet/>
      <dgm:spPr/>
      <dgm:t>
        <a:bodyPr/>
        <a:lstStyle/>
        <a:p>
          <a:endParaRPr lang="es-MX"/>
        </a:p>
      </dgm:t>
    </dgm:pt>
    <dgm:pt modelId="{4CE9886F-B662-44E9-87D1-DD7F4111F153}">
      <dgm:prSet/>
      <dgm:spPr/>
      <dgm:t>
        <a:bodyPr/>
        <a:lstStyle/>
        <a:p>
          <a:r>
            <a:rPr lang="es-MX" dirty="0"/>
            <a:t>Detallista</a:t>
          </a:r>
        </a:p>
      </dgm:t>
    </dgm:pt>
    <dgm:pt modelId="{7EBB8A29-DDD7-4E02-AFF8-28990BD7623B}" type="parTrans" cxnId="{B9804029-2220-450C-972B-E8C6336F91D8}">
      <dgm:prSet/>
      <dgm:spPr/>
      <dgm:t>
        <a:bodyPr/>
        <a:lstStyle/>
        <a:p>
          <a:endParaRPr lang="es-MX"/>
        </a:p>
      </dgm:t>
    </dgm:pt>
    <dgm:pt modelId="{F3B78415-B6DF-4BA6-9EAC-7880A120BF3E}" type="sibTrans" cxnId="{B9804029-2220-450C-972B-E8C6336F91D8}">
      <dgm:prSet/>
      <dgm:spPr/>
      <dgm:t>
        <a:bodyPr/>
        <a:lstStyle/>
        <a:p>
          <a:endParaRPr lang="es-MX"/>
        </a:p>
      </dgm:t>
    </dgm:pt>
    <dgm:pt modelId="{07D2246C-CBF4-44BC-984B-E6F64E58B837}">
      <dgm:prSet/>
      <dgm:spPr/>
      <dgm:t>
        <a:bodyPr/>
        <a:lstStyle/>
        <a:p>
          <a:r>
            <a:rPr lang="es-MX" dirty="0"/>
            <a:t>Obligatorio si se identifica por número de serie y es superior a $50,000</a:t>
          </a:r>
        </a:p>
      </dgm:t>
    </dgm:pt>
    <dgm:pt modelId="{FE1C0058-CC9B-492C-BA6D-5BE670D70E26}" type="parTrans" cxnId="{54504CE5-F4AB-49E9-A6CD-3234A7FFB1A1}">
      <dgm:prSet/>
      <dgm:spPr/>
      <dgm:t>
        <a:bodyPr/>
        <a:lstStyle/>
        <a:p>
          <a:endParaRPr lang="es-MX"/>
        </a:p>
      </dgm:t>
    </dgm:pt>
    <dgm:pt modelId="{FF4F1EF4-0F1E-482F-AD28-AD88EEA373ED}" type="sibTrans" cxnId="{54504CE5-F4AB-49E9-A6CD-3234A7FFB1A1}">
      <dgm:prSet/>
      <dgm:spPr/>
      <dgm:t>
        <a:bodyPr/>
        <a:lstStyle/>
        <a:p>
          <a:endParaRPr lang="es-MX"/>
        </a:p>
      </dgm:t>
    </dgm:pt>
    <dgm:pt modelId="{F9D65FFE-898B-485B-9BDA-F4BA2570D691}">
      <dgm:prSet/>
      <dgm:spPr/>
      <dgm:t>
        <a:bodyPr/>
        <a:lstStyle/>
        <a:p>
          <a:r>
            <a:rPr lang="es-MX" dirty="0"/>
            <a:t>Actividades Comerciales</a:t>
          </a:r>
        </a:p>
      </dgm:t>
    </dgm:pt>
    <dgm:pt modelId="{073331FE-195A-4705-B576-13E877722909}" type="parTrans" cxnId="{BE39A753-ACF4-450F-A352-BF0479A05B65}">
      <dgm:prSet/>
      <dgm:spPr/>
      <dgm:t>
        <a:bodyPr/>
        <a:lstStyle/>
        <a:p>
          <a:endParaRPr lang="es-MX"/>
        </a:p>
      </dgm:t>
    </dgm:pt>
    <dgm:pt modelId="{F38D5506-9EB6-4836-90CB-FF807C9837CB}" type="sibTrans" cxnId="{BE39A753-ACF4-450F-A352-BF0479A05B65}">
      <dgm:prSet/>
      <dgm:spPr/>
      <dgm:t>
        <a:bodyPr/>
        <a:lstStyle/>
        <a:p>
          <a:endParaRPr lang="es-MX"/>
        </a:p>
      </dgm:t>
    </dgm:pt>
    <dgm:pt modelId="{DBFC53B7-7FB8-48CD-8CF0-382ECC06941F}">
      <dgm:prSet/>
      <dgm:spPr/>
      <dgm:t>
        <a:bodyPr/>
        <a:lstStyle/>
        <a:p>
          <a:r>
            <a:rPr lang="es-MX" dirty="0"/>
            <a:t>Actividades NO Comerciales</a:t>
          </a:r>
        </a:p>
      </dgm:t>
    </dgm:pt>
    <dgm:pt modelId="{CB754F65-2702-4237-9078-E4EAF09CC0B7}" type="parTrans" cxnId="{06D379C5-062D-45EA-865B-AC29F42ED0C1}">
      <dgm:prSet/>
      <dgm:spPr/>
      <dgm:t>
        <a:bodyPr/>
        <a:lstStyle/>
        <a:p>
          <a:endParaRPr lang="es-MX"/>
        </a:p>
      </dgm:t>
    </dgm:pt>
    <dgm:pt modelId="{C291A1E4-51D8-4AA0-9AE9-3F0D75BDF1D7}" type="sibTrans" cxnId="{06D379C5-062D-45EA-865B-AC29F42ED0C1}">
      <dgm:prSet/>
      <dgm:spPr/>
      <dgm:t>
        <a:bodyPr/>
        <a:lstStyle/>
        <a:p>
          <a:endParaRPr lang="es-MX"/>
        </a:p>
      </dgm:t>
    </dgm:pt>
    <dgm:pt modelId="{7FE1863B-0DC3-4BB4-91AC-372DB1F63005}">
      <dgm:prSet/>
      <dgm:spPr/>
      <dgm:t>
        <a:bodyPr/>
        <a:lstStyle/>
        <a:p>
          <a:r>
            <a:rPr lang="es-MX" dirty="0"/>
            <a:t>Compras Netas</a:t>
          </a:r>
        </a:p>
      </dgm:t>
    </dgm:pt>
    <dgm:pt modelId="{E9C94E2E-25E2-4394-A3C9-DFBDBC9C9289}" type="parTrans" cxnId="{F0EF4055-A6A0-437F-8469-97C61323B633}">
      <dgm:prSet/>
      <dgm:spPr/>
      <dgm:t>
        <a:bodyPr/>
        <a:lstStyle/>
        <a:p>
          <a:endParaRPr lang="es-MX"/>
        </a:p>
      </dgm:t>
    </dgm:pt>
    <dgm:pt modelId="{DB0BA756-3679-47B6-B711-1CB31D468962}" type="sibTrans" cxnId="{F0EF4055-A6A0-437F-8469-97C61323B633}">
      <dgm:prSet/>
      <dgm:spPr/>
      <dgm:t>
        <a:bodyPr/>
        <a:lstStyle/>
        <a:p>
          <a:endParaRPr lang="es-MX"/>
        </a:p>
      </dgm:t>
    </dgm:pt>
    <dgm:pt modelId="{B634629B-89FA-400C-8A5D-3347F7400127}">
      <dgm:prSet/>
      <dgm:spPr/>
      <dgm:t>
        <a:bodyPr/>
        <a:lstStyle/>
        <a:p>
          <a:r>
            <a:rPr lang="es-MX" dirty="0"/>
            <a:t>Gastos</a:t>
          </a:r>
        </a:p>
      </dgm:t>
    </dgm:pt>
    <dgm:pt modelId="{9595A6C0-51E4-4201-AE2D-6777D552F989}" type="parTrans" cxnId="{3FE52975-9FEA-4D1A-B610-5DCC28CBDC25}">
      <dgm:prSet/>
      <dgm:spPr/>
      <dgm:t>
        <a:bodyPr/>
        <a:lstStyle/>
        <a:p>
          <a:endParaRPr lang="es-MX"/>
        </a:p>
      </dgm:t>
    </dgm:pt>
    <dgm:pt modelId="{CA60373A-93EE-433A-8A10-A6FDC9347D02}" type="sibTrans" cxnId="{3FE52975-9FEA-4D1A-B610-5DCC28CBDC25}">
      <dgm:prSet/>
      <dgm:spPr/>
      <dgm:t>
        <a:bodyPr/>
        <a:lstStyle/>
        <a:p>
          <a:endParaRPr lang="es-MX"/>
        </a:p>
      </dgm:t>
    </dgm:pt>
    <dgm:pt modelId="{7A500319-8ECA-471A-8A11-5A35116031F9}">
      <dgm:prSet/>
      <dgm:spPr/>
      <dgm:t>
        <a:bodyPr/>
        <a:lstStyle/>
        <a:p>
          <a:r>
            <a:rPr lang="es-MX" dirty="0"/>
            <a:t>Compras Netas</a:t>
          </a:r>
        </a:p>
      </dgm:t>
    </dgm:pt>
    <dgm:pt modelId="{31998898-EF1A-46B6-9B59-D9DC2CED3577}" type="parTrans" cxnId="{90E28D4B-A57F-4327-B3D9-B9E825E2E038}">
      <dgm:prSet/>
      <dgm:spPr/>
      <dgm:t>
        <a:bodyPr/>
        <a:lstStyle/>
        <a:p>
          <a:endParaRPr lang="es-MX"/>
        </a:p>
      </dgm:t>
    </dgm:pt>
    <dgm:pt modelId="{4290D13E-A311-455A-A146-7214BCA8557C}" type="sibTrans" cxnId="{90E28D4B-A57F-4327-B3D9-B9E825E2E038}">
      <dgm:prSet/>
      <dgm:spPr/>
      <dgm:t>
        <a:bodyPr/>
        <a:lstStyle/>
        <a:p>
          <a:endParaRPr lang="es-MX"/>
        </a:p>
      </dgm:t>
    </dgm:pt>
    <dgm:pt modelId="{4820EF70-8E6C-4D04-8D12-935185060791}">
      <dgm:prSet/>
      <dgm:spPr/>
      <dgm:t>
        <a:bodyPr/>
        <a:lstStyle/>
        <a:p>
          <a:r>
            <a:rPr lang="es-MX" dirty="0"/>
            <a:t>Mano de Obra</a:t>
          </a:r>
        </a:p>
      </dgm:t>
    </dgm:pt>
    <dgm:pt modelId="{C7532141-83D7-4837-9B78-ECECF43B0C1D}" type="parTrans" cxnId="{6E565A03-135B-4FAE-90B7-59B591CAA7E4}">
      <dgm:prSet/>
      <dgm:spPr/>
      <dgm:t>
        <a:bodyPr/>
        <a:lstStyle/>
        <a:p>
          <a:endParaRPr lang="es-MX"/>
        </a:p>
      </dgm:t>
    </dgm:pt>
    <dgm:pt modelId="{EBF94F85-8CE9-4457-9041-29CBF1B3637B}" type="sibTrans" cxnId="{6E565A03-135B-4FAE-90B7-59B591CAA7E4}">
      <dgm:prSet/>
      <dgm:spPr/>
      <dgm:t>
        <a:bodyPr/>
        <a:lstStyle/>
        <a:p>
          <a:endParaRPr lang="es-MX"/>
        </a:p>
      </dgm:t>
    </dgm:pt>
    <dgm:pt modelId="{9BB048BE-DF8C-4A7F-B0DE-2941D1C743A9}">
      <dgm:prSet/>
      <dgm:spPr/>
      <dgm:t>
        <a:bodyPr/>
        <a:lstStyle/>
        <a:p>
          <a:r>
            <a:rPr lang="es-MX" dirty="0"/>
            <a:t>Gastos de Fabricación</a:t>
          </a:r>
        </a:p>
      </dgm:t>
    </dgm:pt>
    <dgm:pt modelId="{042BC47D-5CAF-44B5-A60F-A70256C2F127}" type="parTrans" cxnId="{FAC57C50-25FC-4BC7-AA0A-BE6AC4DDCFC1}">
      <dgm:prSet/>
      <dgm:spPr/>
      <dgm:t>
        <a:bodyPr/>
        <a:lstStyle/>
        <a:p>
          <a:endParaRPr lang="es-MX"/>
        </a:p>
      </dgm:t>
    </dgm:pt>
    <dgm:pt modelId="{9BE94794-E52B-4A7A-9F17-5B74A56D4CF9}" type="sibTrans" cxnId="{FAC57C50-25FC-4BC7-AA0A-BE6AC4DDCFC1}">
      <dgm:prSet/>
      <dgm:spPr/>
      <dgm:t>
        <a:bodyPr/>
        <a:lstStyle/>
        <a:p>
          <a:endParaRPr lang="es-MX"/>
        </a:p>
      </dgm:t>
    </dgm:pt>
    <dgm:pt modelId="{A868E06E-4F41-4C21-9834-5FBAFA389B80}">
      <dgm:prSet/>
      <dgm:spPr/>
      <dgm:t>
        <a:bodyPr/>
        <a:lstStyle/>
        <a:p>
          <a:r>
            <a:rPr lang="es-MX" dirty="0"/>
            <a:t>Gastos Indirectos</a:t>
          </a:r>
        </a:p>
      </dgm:t>
    </dgm:pt>
    <dgm:pt modelId="{118B32E0-FD14-4857-B018-BF3C4EB6869C}" type="parTrans" cxnId="{D266C630-22EC-4346-98A7-36D56C16787B}">
      <dgm:prSet/>
      <dgm:spPr/>
      <dgm:t>
        <a:bodyPr/>
        <a:lstStyle/>
        <a:p>
          <a:endParaRPr lang="es-MX"/>
        </a:p>
      </dgm:t>
    </dgm:pt>
    <dgm:pt modelId="{4E9C6353-4383-4EBB-B67A-C29C4867F6DB}" type="sibTrans" cxnId="{D266C630-22EC-4346-98A7-36D56C16787B}">
      <dgm:prSet/>
      <dgm:spPr/>
      <dgm:t>
        <a:bodyPr/>
        <a:lstStyle/>
        <a:p>
          <a:endParaRPr lang="es-MX"/>
        </a:p>
      </dgm:t>
    </dgm:pt>
    <dgm:pt modelId="{89E3B21B-7CE5-4736-938F-984EB0CFD8E4}">
      <dgm:prSet/>
      <dgm:spPr/>
      <dgm:t>
        <a:bodyPr/>
        <a:lstStyle/>
        <a:p>
          <a:r>
            <a:rPr lang="es-MX" dirty="0"/>
            <a:t>Deducción de Inversiones</a:t>
          </a:r>
        </a:p>
      </dgm:t>
    </dgm:pt>
    <dgm:pt modelId="{3D195222-F911-45D9-B8BB-E5C6E5B30020}" type="parTrans" cxnId="{4EDCED1C-D5C0-49DE-8E92-3054BD79271C}">
      <dgm:prSet/>
      <dgm:spPr/>
      <dgm:t>
        <a:bodyPr/>
        <a:lstStyle/>
        <a:p>
          <a:endParaRPr lang="es-MX"/>
        </a:p>
      </dgm:t>
    </dgm:pt>
    <dgm:pt modelId="{00ADDF32-40F3-4B24-B25E-4B196D4AE31B}" type="sibTrans" cxnId="{4EDCED1C-D5C0-49DE-8E92-3054BD79271C}">
      <dgm:prSet/>
      <dgm:spPr/>
      <dgm:t>
        <a:bodyPr/>
        <a:lstStyle/>
        <a:p>
          <a:endParaRPr lang="es-MX"/>
        </a:p>
      </dgm:t>
    </dgm:pt>
    <dgm:pt modelId="{1FA3878C-E1B7-4749-B068-FDFC0626B064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No deducibles en el ejercicio en el que se incurran</a:t>
          </a:r>
        </a:p>
        <a:p>
          <a:r>
            <a:rPr lang="es-MX" dirty="0"/>
            <a:t>LISR 28-XXI</a:t>
          </a:r>
        </a:p>
      </dgm:t>
    </dgm:pt>
    <dgm:pt modelId="{7C1BEEF5-8473-45C0-8AC1-2E3E2056AA7D}" type="parTrans" cxnId="{1316E694-8EED-435C-B45A-D793D1435271}">
      <dgm:prSet/>
      <dgm:spPr/>
      <dgm:t>
        <a:bodyPr/>
        <a:lstStyle/>
        <a:p>
          <a:endParaRPr lang="es-MX"/>
        </a:p>
      </dgm:t>
    </dgm:pt>
    <dgm:pt modelId="{F2F643A8-ABA9-4247-B399-23CB2F2E146B}" type="sibTrans" cxnId="{1316E694-8EED-435C-B45A-D793D1435271}">
      <dgm:prSet/>
      <dgm:spPr/>
      <dgm:t>
        <a:bodyPr/>
        <a:lstStyle/>
        <a:p>
          <a:endParaRPr lang="es-MX"/>
        </a:p>
      </dgm:t>
    </dgm:pt>
    <dgm:pt modelId="{273009F1-ABAF-4953-901E-9377587B40C1}" type="pres">
      <dgm:prSet presAssocID="{F72E6401-ECB8-4ED7-BD1A-9EFED4DF552B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FD04B11-97D8-4AC8-B438-52B536A8ED10}" type="pres">
      <dgm:prSet presAssocID="{E7B0EC02-0BC0-449F-95BC-9EE03DAF187A}" presName="root1" presStyleCnt="0"/>
      <dgm:spPr/>
    </dgm:pt>
    <dgm:pt modelId="{42B56153-4910-4D70-A71C-71D3A693AF78}" type="pres">
      <dgm:prSet presAssocID="{E7B0EC02-0BC0-449F-95BC-9EE03DAF187A}" presName="LevelOneTextNode" presStyleLbl="node0" presStyleIdx="0" presStyleCnt="1">
        <dgm:presLayoutVars>
          <dgm:chPref val="3"/>
        </dgm:presLayoutVars>
      </dgm:prSet>
      <dgm:spPr/>
    </dgm:pt>
    <dgm:pt modelId="{C565F073-6BEA-49AD-926F-1E249E909319}" type="pres">
      <dgm:prSet presAssocID="{E7B0EC02-0BC0-449F-95BC-9EE03DAF187A}" presName="level2hierChild" presStyleCnt="0"/>
      <dgm:spPr/>
    </dgm:pt>
    <dgm:pt modelId="{23805F1E-B2FE-4655-8F90-E7549B21721C}" type="pres">
      <dgm:prSet presAssocID="{E41A240D-5EC4-44BD-95A9-8727BBFFF7FE}" presName="conn2-1" presStyleLbl="parChTrans1D2" presStyleIdx="0" presStyleCnt="4"/>
      <dgm:spPr/>
    </dgm:pt>
    <dgm:pt modelId="{607FED98-7767-451F-9519-059F49F1BE18}" type="pres">
      <dgm:prSet presAssocID="{E41A240D-5EC4-44BD-95A9-8727BBFFF7FE}" presName="connTx" presStyleLbl="parChTrans1D2" presStyleIdx="0" presStyleCnt="4"/>
      <dgm:spPr/>
    </dgm:pt>
    <dgm:pt modelId="{E20F786A-83D2-43D5-88A6-A4A6C5553A4F}" type="pres">
      <dgm:prSet presAssocID="{7CA87769-F3AB-4FA9-8E65-17075582E110}" presName="root2" presStyleCnt="0"/>
      <dgm:spPr/>
    </dgm:pt>
    <dgm:pt modelId="{12D007CD-258E-4557-AA72-0A2E1990EFBD}" type="pres">
      <dgm:prSet presAssocID="{7CA87769-F3AB-4FA9-8E65-17075582E110}" presName="LevelTwoTextNode" presStyleLbl="node2" presStyleIdx="0" presStyleCnt="4">
        <dgm:presLayoutVars>
          <dgm:chPref val="3"/>
        </dgm:presLayoutVars>
      </dgm:prSet>
      <dgm:spPr/>
    </dgm:pt>
    <dgm:pt modelId="{B4C6E02B-6343-44A7-B050-991D43C6EFC6}" type="pres">
      <dgm:prSet presAssocID="{7CA87769-F3AB-4FA9-8E65-17075582E110}" presName="level3hierChild" presStyleCnt="0"/>
      <dgm:spPr/>
    </dgm:pt>
    <dgm:pt modelId="{951130A1-C2E0-4D6A-8EAF-7C864300771C}" type="pres">
      <dgm:prSet presAssocID="{073331FE-195A-4705-B576-13E877722909}" presName="conn2-1" presStyleLbl="parChTrans1D3" presStyleIdx="0" presStyleCnt="6"/>
      <dgm:spPr/>
    </dgm:pt>
    <dgm:pt modelId="{AA84FF96-BFBF-4EEB-9BE8-20B5368DF233}" type="pres">
      <dgm:prSet presAssocID="{073331FE-195A-4705-B576-13E877722909}" presName="connTx" presStyleLbl="parChTrans1D3" presStyleIdx="0" presStyleCnt="6"/>
      <dgm:spPr/>
    </dgm:pt>
    <dgm:pt modelId="{8D1F7270-1748-4379-AD78-3A6E809ECAFF}" type="pres">
      <dgm:prSet presAssocID="{F9D65FFE-898B-485B-9BDA-F4BA2570D691}" presName="root2" presStyleCnt="0"/>
      <dgm:spPr/>
    </dgm:pt>
    <dgm:pt modelId="{2672E141-5FBC-4A15-843A-F8B1BBEAB264}" type="pres">
      <dgm:prSet presAssocID="{F9D65FFE-898B-485B-9BDA-F4BA2570D691}" presName="LevelTwoTextNode" presStyleLbl="node3" presStyleIdx="0" presStyleCnt="6">
        <dgm:presLayoutVars>
          <dgm:chPref val="3"/>
        </dgm:presLayoutVars>
      </dgm:prSet>
      <dgm:spPr/>
    </dgm:pt>
    <dgm:pt modelId="{5C577211-4D27-40D7-A2E6-D335B6F230F5}" type="pres">
      <dgm:prSet presAssocID="{F9D65FFE-898B-485B-9BDA-F4BA2570D691}" presName="level3hierChild" presStyleCnt="0"/>
      <dgm:spPr/>
    </dgm:pt>
    <dgm:pt modelId="{F48E628A-0788-464E-B06D-12CEA0D7506A}" type="pres">
      <dgm:prSet presAssocID="{E9C94E2E-25E2-4394-A3C9-DFBDBC9C9289}" presName="conn2-1" presStyleLbl="parChTrans1D4" presStyleIdx="0" presStyleCnt="8"/>
      <dgm:spPr/>
    </dgm:pt>
    <dgm:pt modelId="{72E31610-0124-4BAA-B4F1-9DF46FF0708E}" type="pres">
      <dgm:prSet presAssocID="{E9C94E2E-25E2-4394-A3C9-DFBDBC9C9289}" presName="connTx" presStyleLbl="parChTrans1D4" presStyleIdx="0" presStyleCnt="8"/>
      <dgm:spPr/>
    </dgm:pt>
    <dgm:pt modelId="{45BF238D-A93B-44F8-AAAF-E11D8BDBEDB3}" type="pres">
      <dgm:prSet presAssocID="{7FE1863B-0DC3-4BB4-91AC-372DB1F63005}" presName="root2" presStyleCnt="0"/>
      <dgm:spPr/>
    </dgm:pt>
    <dgm:pt modelId="{694683EC-06D4-449E-A797-B32F7B488856}" type="pres">
      <dgm:prSet presAssocID="{7FE1863B-0DC3-4BB4-91AC-372DB1F63005}" presName="LevelTwoTextNode" presStyleLbl="node4" presStyleIdx="0" presStyleCnt="8">
        <dgm:presLayoutVars>
          <dgm:chPref val="3"/>
        </dgm:presLayoutVars>
      </dgm:prSet>
      <dgm:spPr/>
    </dgm:pt>
    <dgm:pt modelId="{695F2FD6-F35F-4DF1-AA7D-E98A89D1E5FF}" type="pres">
      <dgm:prSet presAssocID="{7FE1863B-0DC3-4BB4-91AC-372DB1F63005}" presName="level3hierChild" presStyleCnt="0"/>
      <dgm:spPr/>
    </dgm:pt>
    <dgm:pt modelId="{FE78E29C-0BC1-49BA-B13A-EA011714458A}" type="pres">
      <dgm:prSet presAssocID="{9595A6C0-51E4-4201-AE2D-6777D552F989}" presName="conn2-1" presStyleLbl="parChTrans1D4" presStyleIdx="1" presStyleCnt="8"/>
      <dgm:spPr/>
    </dgm:pt>
    <dgm:pt modelId="{E4366BA4-92BF-4CAE-92EA-1440D92BA35E}" type="pres">
      <dgm:prSet presAssocID="{9595A6C0-51E4-4201-AE2D-6777D552F989}" presName="connTx" presStyleLbl="parChTrans1D4" presStyleIdx="1" presStyleCnt="8"/>
      <dgm:spPr/>
    </dgm:pt>
    <dgm:pt modelId="{7A12E8C9-E9FF-4770-BC32-3F8598B03BE1}" type="pres">
      <dgm:prSet presAssocID="{B634629B-89FA-400C-8A5D-3347F7400127}" presName="root2" presStyleCnt="0"/>
      <dgm:spPr/>
    </dgm:pt>
    <dgm:pt modelId="{E27455B7-5603-49BC-9BA8-E957CF0B83D3}" type="pres">
      <dgm:prSet presAssocID="{B634629B-89FA-400C-8A5D-3347F7400127}" presName="LevelTwoTextNode" presStyleLbl="node4" presStyleIdx="1" presStyleCnt="8">
        <dgm:presLayoutVars>
          <dgm:chPref val="3"/>
        </dgm:presLayoutVars>
      </dgm:prSet>
      <dgm:spPr/>
    </dgm:pt>
    <dgm:pt modelId="{0D12E3F3-EC2D-4711-AA10-FE2A14E653D1}" type="pres">
      <dgm:prSet presAssocID="{B634629B-89FA-400C-8A5D-3347F7400127}" presName="level3hierChild" presStyleCnt="0"/>
      <dgm:spPr/>
    </dgm:pt>
    <dgm:pt modelId="{08A9C57C-A113-4447-A076-09F9E907199D}" type="pres">
      <dgm:prSet presAssocID="{CB754F65-2702-4237-9078-E4EAF09CC0B7}" presName="conn2-1" presStyleLbl="parChTrans1D3" presStyleIdx="1" presStyleCnt="6"/>
      <dgm:spPr/>
    </dgm:pt>
    <dgm:pt modelId="{96907E1E-A9F3-4EA2-9C2B-86744872F9B9}" type="pres">
      <dgm:prSet presAssocID="{CB754F65-2702-4237-9078-E4EAF09CC0B7}" presName="connTx" presStyleLbl="parChTrans1D3" presStyleIdx="1" presStyleCnt="6"/>
      <dgm:spPr/>
    </dgm:pt>
    <dgm:pt modelId="{DF479E39-D46A-4C30-8C9B-D116E681AAC5}" type="pres">
      <dgm:prSet presAssocID="{DBFC53B7-7FB8-48CD-8CF0-382ECC06941F}" presName="root2" presStyleCnt="0"/>
      <dgm:spPr/>
    </dgm:pt>
    <dgm:pt modelId="{C2F8CE64-AA5C-4A3B-8540-01D2F2C38EAF}" type="pres">
      <dgm:prSet presAssocID="{DBFC53B7-7FB8-48CD-8CF0-382ECC06941F}" presName="LevelTwoTextNode" presStyleLbl="node3" presStyleIdx="1" presStyleCnt="6">
        <dgm:presLayoutVars>
          <dgm:chPref val="3"/>
        </dgm:presLayoutVars>
      </dgm:prSet>
      <dgm:spPr/>
    </dgm:pt>
    <dgm:pt modelId="{76DAC2C6-F901-4E53-9CF1-3749DBB30021}" type="pres">
      <dgm:prSet presAssocID="{DBFC53B7-7FB8-48CD-8CF0-382ECC06941F}" presName="level3hierChild" presStyleCnt="0"/>
      <dgm:spPr/>
    </dgm:pt>
    <dgm:pt modelId="{376ADF53-00FC-4C2F-A2A2-479BCF52199B}" type="pres">
      <dgm:prSet presAssocID="{31998898-EF1A-46B6-9B59-D9DC2CED3577}" presName="conn2-1" presStyleLbl="parChTrans1D4" presStyleIdx="2" presStyleCnt="8"/>
      <dgm:spPr/>
    </dgm:pt>
    <dgm:pt modelId="{0674C6CC-5099-452E-B17D-5FC5282FE966}" type="pres">
      <dgm:prSet presAssocID="{31998898-EF1A-46B6-9B59-D9DC2CED3577}" presName="connTx" presStyleLbl="parChTrans1D4" presStyleIdx="2" presStyleCnt="8"/>
      <dgm:spPr/>
    </dgm:pt>
    <dgm:pt modelId="{7855E991-1208-4FFA-B62B-10596CEB8E6E}" type="pres">
      <dgm:prSet presAssocID="{7A500319-8ECA-471A-8A11-5A35116031F9}" presName="root2" presStyleCnt="0"/>
      <dgm:spPr/>
    </dgm:pt>
    <dgm:pt modelId="{763C22A9-31FD-47F9-AE1C-242B34842E27}" type="pres">
      <dgm:prSet presAssocID="{7A500319-8ECA-471A-8A11-5A35116031F9}" presName="LevelTwoTextNode" presStyleLbl="node4" presStyleIdx="2" presStyleCnt="8">
        <dgm:presLayoutVars>
          <dgm:chPref val="3"/>
        </dgm:presLayoutVars>
      </dgm:prSet>
      <dgm:spPr/>
    </dgm:pt>
    <dgm:pt modelId="{CE73C963-7825-4C0B-81A1-0995F7F4DF7A}" type="pres">
      <dgm:prSet presAssocID="{7A500319-8ECA-471A-8A11-5A35116031F9}" presName="level3hierChild" presStyleCnt="0"/>
      <dgm:spPr/>
    </dgm:pt>
    <dgm:pt modelId="{605B85A3-AF8B-4706-9477-8291100D0BBD}" type="pres">
      <dgm:prSet presAssocID="{C7532141-83D7-4837-9B78-ECECF43B0C1D}" presName="conn2-1" presStyleLbl="parChTrans1D4" presStyleIdx="3" presStyleCnt="8"/>
      <dgm:spPr/>
    </dgm:pt>
    <dgm:pt modelId="{317DF7DB-C3A0-4DC6-A4C3-B9FA5E65E140}" type="pres">
      <dgm:prSet presAssocID="{C7532141-83D7-4837-9B78-ECECF43B0C1D}" presName="connTx" presStyleLbl="parChTrans1D4" presStyleIdx="3" presStyleCnt="8"/>
      <dgm:spPr/>
    </dgm:pt>
    <dgm:pt modelId="{094D4BC2-6A85-4F00-AD97-7EEB85BAE8C4}" type="pres">
      <dgm:prSet presAssocID="{4820EF70-8E6C-4D04-8D12-935185060791}" presName="root2" presStyleCnt="0"/>
      <dgm:spPr/>
    </dgm:pt>
    <dgm:pt modelId="{B4C163E9-1137-4B73-8700-07C1B8B5DFA1}" type="pres">
      <dgm:prSet presAssocID="{4820EF70-8E6C-4D04-8D12-935185060791}" presName="LevelTwoTextNode" presStyleLbl="node4" presStyleIdx="3" presStyleCnt="8">
        <dgm:presLayoutVars>
          <dgm:chPref val="3"/>
        </dgm:presLayoutVars>
      </dgm:prSet>
      <dgm:spPr/>
    </dgm:pt>
    <dgm:pt modelId="{9210353D-C337-40F4-919F-7183062A6430}" type="pres">
      <dgm:prSet presAssocID="{4820EF70-8E6C-4D04-8D12-935185060791}" presName="level3hierChild" presStyleCnt="0"/>
      <dgm:spPr/>
    </dgm:pt>
    <dgm:pt modelId="{BECB9F43-69BF-4864-AD5F-A9E5741B6B07}" type="pres">
      <dgm:prSet presAssocID="{042BC47D-5CAF-44B5-A60F-A70256C2F127}" presName="conn2-1" presStyleLbl="parChTrans1D4" presStyleIdx="4" presStyleCnt="8"/>
      <dgm:spPr/>
    </dgm:pt>
    <dgm:pt modelId="{8C76197B-4D91-4704-9F2B-9929896B5C03}" type="pres">
      <dgm:prSet presAssocID="{042BC47D-5CAF-44B5-A60F-A70256C2F127}" presName="connTx" presStyleLbl="parChTrans1D4" presStyleIdx="4" presStyleCnt="8"/>
      <dgm:spPr/>
    </dgm:pt>
    <dgm:pt modelId="{FA729714-C7C2-4F11-BB4A-691D7EFD6ED3}" type="pres">
      <dgm:prSet presAssocID="{9BB048BE-DF8C-4A7F-B0DE-2941D1C743A9}" presName="root2" presStyleCnt="0"/>
      <dgm:spPr/>
    </dgm:pt>
    <dgm:pt modelId="{EAC5946D-63E9-4723-9B7F-074A0F5E3F26}" type="pres">
      <dgm:prSet presAssocID="{9BB048BE-DF8C-4A7F-B0DE-2941D1C743A9}" presName="LevelTwoTextNode" presStyleLbl="node4" presStyleIdx="4" presStyleCnt="8">
        <dgm:presLayoutVars>
          <dgm:chPref val="3"/>
        </dgm:presLayoutVars>
      </dgm:prSet>
      <dgm:spPr/>
    </dgm:pt>
    <dgm:pt modelId="{5E40F7BD-3482-4106-A539-B9348493C532}" type="pres">
      <dgm:prSet presAssocID="{9BB048BE-DF8C-4A7F-B0DE-2941D1C743A9}" presName="level3hierChild" presStyleCnt="0"/>
      <dgm:spPr/>
    </dgm:pt>
    <dgm:pt modelId="{9EC3F3AD-5A31-4B9F-B4E5-85404D9C14B7}" type="pres">
      <dgm:prSet presAssocID="{118B32E0-FD14-4857-B018-BF3C4EB6869C}" presName="conn2-1" presStyleLbl="parChTrans1D4" presStyleIdx="5" presStyleCnt="8"/>
      <dgm:spPr/>
    </dgm:pt>
    <dgm:pt modelId="{A45C73AB-3096-45B3-AC91-9A6CC912F5D5}" type="pres">
      <dgm:prSet presAssocID="{118B32E0-FD14-4857-B018-BF3C4EB6869C}" presName="connTx" presStyleLbl="parChTrans1D4" presStyleIdx="5" presStyleCnt="8"/>
      <dgm:spPr/>
    </dgm:pt>
    <dgm:pt modelId="{228437B1-9A2A-4AEE-B7AE-4D14C2F79C07}" type="pres">
      <dgm:prSet presAssocID="{A868E06E-4F41-4C21-9834-5FBAFA389B80}" presName="root2" presStyleCnt="0"/>
      <dgm:spPr/>
    </dgm:pt>
    <dgm:pt modelId="{E56F5747-D798-4AA4-8ADA-9D7F086BDEED}" type="pres">
      <dgm:prSet presAssocID="{A868E06E-4F41-4C21-9834-5FBAFA389B80}" presName="LevelTwoTextNode" presStyleLbl="node4" presStyleIdx="5" presStyleCnt="8">
        <dgm:presLayoutVars>
          <dgm:chPref val="3"/>
        </dgm:presLayoutVars>
      </dgm:prSet>
      <dgm:spPr/>
    </dgm:pt>
    <dgm:pt modelId="{3E21A7AA-EDEF-4235-A41E-7E57214330A8}" type="pres">
      <dgm:prSet presAssocID="{A868E06E-4F41-4C21-9834-5FBAFA389B80}" presName="level3hierChild" presStyleCnt="0"/>
      <dgm:spPr/>
    </dgm:pt>
    <dgm:pt modelId="{A0AB36C6-C52D-4C66-A692-13EE1AE3C8CE}" type="pres">
      <dgm:prSet presAssocID="{3D195222-F911-45D9-B8BB-E5C6E5B30020}" presName="conn2-1" presStyleLbl="parChTrans1D4" presStyleIdx="6" presStyleCnt="8"/>
      <dgm:spPr/>
    </dgm:pt>
    <dgm:pt modelId="{F51E7F97-EA22-4850-AEE7-8E6AC9A977F8}" type="pres">
      <dgm:prSet presAssocID="{3D195222-F911-45D9-B8BB-E5C6E5B30020}" presName="connTx" presStyleLbl="parChTrans1D4" presStyleIdx="6" presStyleCnt="8"/>
      <dgm:spPr/>
    </dgm:pt>
    <dgm:pt modelId="{2D73EAFD-CE3C-46DC-9D7F-FB401A51BE35}" type="pres">
      <dgm:prSet presAssocID="{89E3B21B-7CE5-4736-938F-984EB0CFD8E4}" presName="root2" presStyleCnt="0"/>
      <dgm:spPr/>
    </dgm:pt>
    <dgm:pt modelId="{4203E704-4C66-4866-9514-F331AA31A881}" type="pres">
      <dgm:prSet presAssocID="{89E3B21B-7CE5-4736-938F-984EB0CFD8E4}" presName="LevelTwoTextNode" presStyleLbl="node4" presStyleIdx="6" presStyleCnt="8">
        <dgm:presLayoutVars>
          <dgm:chPref val="3"/>
        </dgm:presLayoutVars>
      </dgm:prSet>
      <dgm:spPr/>
    </dgm:pt>
    <dgm:pt modelId="{DC0005F1-992C-4D12-829D-F4BC9618C7C5}" type="pres">
      <dgm:prSet presAssocID="{89E3B21B-7CE5-4736-938F-984EB0CFD8E4}" presName="level3hierChild" presStyleCnt="0"/>
      <dgm:spPr/>
    </dgm:pt>
    <dgm:pt modelId="{278AF4DE-0A7B-4F0E-9B4A-2AB1EA93D2EB}" type="pres">
      <dgm:prSet presAssocID="{2F091D2B-E885-4757-AF30-4B4F060B008A}" presName="conn2-1" presStyleLbl="parChTrans1D2" presStyleIdx="1" presStyleCnt="4"/>
      <dgm:spPr/>
    </dgm:pt>
    <dgm:pt modelId="{2466C556-B956-4E04-B2A5-FAA160852A97}" type="pres">
      <dgm:prSet presAssocID="{2F091D2B-E885-4757-AF30-4B4F060B008A}" presName="connTx" presStyleLbl="parChTrans1D2" presStyleIdx="1" presStyleCnt="4"/>
      <dgm:spPr/>
    </dgm:pt>
    <dgm:pt modelId="{52DF56D2-9D25-4F64-B520-38FA37E8480B}" type="pres">
      <dgm:prSet presAssocID="{DE3A3B83-2738-4F72-B1F0-342EAF892694}" presName="root2" presStyleCnt="0"/>
      <dgm:spPr/>
    </dgm:pt>
    <dgm:pt modelId="{82AD2097-C2F2-4FEF-BC7E-F5DF9FFED207}" type="pres">
      <dgm:prSet presAssocID="{DE3A3B83-2738-4F72-B1F0-342EAF892694}" presName="LevelTwoTextNode" presStyleLbl="node2" presStyleIdx="1" presStyleCnt="4">
        <dgm:presLayoutVars>
          <dgm:chPref val="3"/>
        </dgm:presLayoutVars>
      </dgm:prSet>
      <dgm:spPr/>
    </dgm:pt>
    <dgm:pt modelId="{56E5C785-4B3D-4B67-B279-FC8FFFF479E7}" type="pres">
      <dgm:prSet presAssocID="{DE3A3B83-2738-4F72-B1F0-342EAF892694}" presName="level3hierChild" presStyleCnt="0"/>
      <dgm:spPr/>
    </dgm:pt>
    <dgm:pt modelId="{0E418D71-632B-43DF-93A1-CA6E826F96E7}" type="pres">
      <dgm:prSet presAssocID="{8D071694-2BC8-43F2-A948-C2606D78CADC}" presName="conn2-1" presStyleLbl="parChTrans1D3" presStyleIdx="2" presStyleCnt="6"/>
      <dgm:spPr/>
    </dgm:pt>
    <dgm:pt modelId="{4E7E6CBC-ACC8-426E-B36E-01D8DC42A31E}" type="pres">
      <dgm:prSet presAssocID="{8D071694-2BC8-43F2-A948-C2606D78CADC}" presName="connTx" presStyleLbl="parChTrans1D3" presStyleIdx="2" presStyleCnt="6"/>
      <dgm:spPr/>
    </dgm:pt>
    <dgm:pt modelId="{004921D3-63C3-437D-A9D4-C6E51DEF161F}" type="pres">
      <dgm:prSet presAssocID="{8D8E1574-074C-4285-B7BC-9DBC9BE14D14}" presName="root2" presStyleCnt="0"/>
      <dgm:spPr/>
    </dgm:pt>
    <dgm:pt modelId="{DCD241A6-4DFB-4E96-90F9-CC3EB93642DE}" type="pres">
      <dgm:prSet presAssocID="{8D8E1574-074C-4285-B7BC-9DBC9BE14D14}" presName="LevelTwoTextNode" presStyleLbl="node3" presStyleIdx="2" presStyleCnt="6">
        <dgm:presLayoutVars>
          <dgm:chPref val="3"/>
        </dgm:presLayoutVars>
      </dgm:prSet>
      <dgm:spPr/>
    </dgm:pt>
    <dgm:pt modelId="{82E7B7E2-CF94-461F-A549-F58655017DC5}" type="pres">
      <dgm:prSet presAssocID="{8D8E1574-074C-4285-B7BC-9DBC9BE14D14}" presName="level3hierChild" presStyleCnt="0"/>
      <dgm:spPr/>
    </dgm:pt>
    <dgm:pt modelId="{EFCBD193-8783-4D54-8979-AFDFE992C587}" type="pres">
      <dgm:prSet presAssocID="{373C1F96-2D4B-4F79-9384-577AD4F7535E}" presName="conn2-1" presStyleLbl="parChTrans1D3" presStyleIdx="3" presStyleCnt="6"/>
      <dgm:spPr/>
    </dgm:pt>
    <dgm:pt modelId="{7AE722BF-1334-4176-8286-853A2216FF97}" type="pres">
      <dgm:prSet presAssocID="{373C1F96-2D4B-4F79-9384-577AD4F7535E}" presName="connTx" presStyleLbl="parChTrans1D3" presStyleIdx="3" presStyleCnt="6"/>
      <dgm:spPr/>
    </dgm:pt>
    <dgm:pt modelId="{F34F701C-1AA4-4D1B-8094-0404C215F6E4}" type="pres">
      <dgm:prSet presAssocID="{39F404BB-B536-435D-869C-E694C64A6803}" presName="root2" presStyleCnt="0"/>
      <dgm:spPr/>
    </dgm:pt>
    <dgm:pt modelId="{9C400C7B-FA89-4BA5-A087-FAD9551E8559}" type="pres">
      <dgm:prSet presAssocID="{39F404BB-B536-435D-869C-E694C64A6803}" presName="LevelTwoTextNode" presStyleLbl="node3" presStyleIdx="3" presStyleCnt="6">
        <dgm:presLayoutVars>
          <dgm:chPref val="3"/>
        </dgm:presLayoutVars>
      </dgm:prSet>
      <dgm:spPr/>
    </dgm:pt>
    <dgm:pt modelId="{A3FE1282-BE62-4F8A-BD78-9789F607A2B4}" type="pres">
      <dgm:prSet presAssocID="{39F404BB-B536-435D-869C-E694C64A6803}" presName="level3hierChild" presStyleCnt="0"/>
      <dgm:spPr/>
    </dgm:pt>
    <dgm:pt modelId="{FAC67C50-8963-410F-9770-F8DD4CA8DA35}" type="pres">
      <dgm:prSet presAssocID="{FE1C0058-CC9B-492C-BA6D-5BE670D70E26}" presName="conn2-1" presStyleLbl="parChTrans1D4" presStyleIdx="7" presStyleCnt="8"/>
      <dgm:spPr/>
    </dgm:pt>
    <dgm:pt modelId="{BEE3E7FF-81A6-41AD-9661-D1CD81F5ED18}" type="pres">
      <dgm:prSet presAssocID="{FE1C0058-CC9B-492C-BA6D-5BE670D70E26}" presName="connTx" presStyleLbl="parChTrans1D4" presStyleIdx="7" presStyleCnt="8"/>
      <dgm:spPr/>
    </dgm:pt>
    <dgm:pt modelId="{F28A5CF3-9EFB-40D0-8061-38AE40CBF3A2}" type="pres">
      <dgm:prSet presAssocID="{07D2246C-CBF4-44BC-984B-E6F64E58B837}" presName="root2" presStyleCnt="0"/>
      <dgm:spPr/>
    </dgm:pt>
    <dgm:pt modelId="{0792798A-3967-4E5B-A3B7-EAB1DD524312}" type="pres">
      <dgm:prSet presAssocID="{07D2246C-CBF4-44BC-984B-E6F64E58B837}" presName="LevelTwoTextNode" presStyleLbl="node4" presStyleIdx="7" presStyleCnt="8">
        <dgm:presLayoutVars>
          <dgm:chPref val="3"/>
        </dgm:presLayoutVars>
      </dgm:prSet>
      <dgm:spPr/>
    </dgm:pt>
    <dgm:pt modelId="{EEB87CB5-03E7-4BC4-A6AC-99F3717F5B75}" type="pres">
      <dgm:prSet presAssocID="{07D2246C-CBF4-44BC-984B-E6F64E58B837}" presName="level3hierChild" presStyleCnt="0"/>
      <dgm:spPr/>
    </dgm:pt>
    <dgm:pt modelId="{D92FBC75-4221-456C-AC99-C1BDDBD38599}" type="pres">
      <dgm:prSet presAssocID="{91A0B415-912F-463C-B02B-15F7946A5213}" presName="conn2-1" presStyleLbl="parChTrans1D3" presStyleIdx="4" presStyleCnt="6"/>
      <dgm:spPr/>
    </dgm:pt>
    <dgm:pt modelId="{B45E34CD-A94E-44DE-8385-A1E988E8BCBA}" type="pres">
      <dgm:prSet presAssocID="{91A0B415-912F-463C-B02B-15F7946A5213}" presName="connTx" presStyleLbl="parChTrans1D3" presStyleIdx="4" presStyleCnt="6"/>
      <dgm:spPr/>
    </dgm:pt>
    <dgm:pt modelId="{5409C683-6C18-471A-85DD-C948A8056864}" type="pres">
      <dgm:prSet presAssocID="{9B88D8A9-E085-49AE-B207-1256B6492112}" presName="root2" presStyleCnt="0"/>
      <dgm:spPr/>
    </dgm:pt>
    <dgm:pt modelId="{4EE4AD30-7FE1-42FA-A943-A82AD4124473}" type="pres">
      <dgm:prSet presAssocID="{9B88D8A9-E085-49AE-B207-1256B6492112}" presName="LevelTwoTextNode" presStyleLbl="node3" presStyleIdx="4" presStyleCnt="6">
        <dgm:presLayoutVars>
          <dgm:chPref val="3"/>
        </dgm:presLayoutVars>
      </dgm:prSet>
      <dgm:spPr/>
    </dgm:pt>
    <dgm:pt modelId="{C61A5343-5611-4FBA-935A-158C67B60873}" type="pres">
      <dgm:prSet presAssocID="{9B88D8A9-E085-49AE-B207-1256B6492112}" presName="level3hierChild" presStyleCnt="0"/>
      <dgm:spPr/>
    </dgm:pt>
    <dgm:pt modelId="{5AD54AC6-4066-4E81-A977-742A8F27D889}" type="pres">
      <dgm:prSet presAssocID="{7EBB8A29-DDD7-4E02-AFF8-28990BD7623B}" presName="conn2-1" presStyleLbl="parChTrans1D3" presStyleIdx="5" presStyleCnt="6"/>
      <dgm:spPr/>
    </dgm:pt>
    <dgm:pt modelId="{67EFC286-B63D-43F6-8DB4-3B7E95838BD1}" type="pres">
      <dgm:prSet presAssocID="{7EBB8A29-DDD7-4E02-AFF8-28990BD7623B}" presName="connTx" presStyleLbl="parChTrans1D3" presStyleIdx="5" presStyleCnt="6"/>
      <dgm:spPr/>
    </dgm:pt>
    <dgm:pt modelId="{73600C24-FE83-4A4E-BADF-0347339625E7}" type="pres">
      <dgm:prSet presAssocID="{4CE9886F-B662-44E9-87D1-DD7F4111F153}" presName="root2" presStyleCnt="0"/>
      <dgm:spPr/>
    </dgm:pt>
    <dgm:pt modelId="{1F8DEDAD-79F2-47E5-9836-92DC5E5A16BB}" type="pres">
      <dgm:prSet presAssocID="{4CE9886F-B662-44E9-87D1-DD7F4111F153}" presName="LevelTwoTextNode" presStyleLbl="node3" presStyleIdx="5" presStyleCnt="6">
        <dgm:presLayoutVars>
          <dgm:chPref val="3"/>
        </dgm:presLayoutVars>
      </dgm:prSet>
      <dgm:spPr/>
    </dgm:pt>
    <dgm:pt modelId="{1A8D33CF-5491-4E46-A8B3-9AAECF68F71B}" type="pres">
      <dgm:prSet presAssocID="{4CE9886F-B662-44E9-87D1-DD7F4111F153}" presName="level3hierChild" presStyleCnt="0"/>
      <dgm:spPr/>
    </dgm:pt>
    <dgm:pt modelId="{D5417238-EAB1-42C2-BDD2-3C8CD3E7935B}" type="pres">
      <dgm:prSet presAssocID="{0F1575B8-3F49-4281-8954-32F9FD9E8F49}" presName="conn2-1" presStyleLbl="parChTrans1D2" presStyleIdx="2" presStyleCnt="4"/>
      <dgm:spPr/>
    </dgm:pt>
    <dgm:pt modelId="{CC907927-E892-4F4D-B172-2CB34374B423}" type="pres">
      <dgm:prSet presAssocID="{0F1575B8-3F49-4281-8954-32F9FD9E8F49}" presName="connTx" presStyleLbl="parChTrans1D2" presStyleIdx="2" presStyleCnt="4"/>
      <dgm:spPr/>
    </dgm:pt>
    <dgm:pt modelId="{079B9E81-A52F-4521-A84C-45DE8512B8EA}" type="pres">
      <dgm:prSet presAssocID="{43D6F5BB-E211-4BF8-B32E-4A54A8393761}" presName="root2" presStyleCnt="0"/>
      <dgm:spPr/>
    </dgm:pt>
    <dgm:pt modelId="{434E45BD-1C7C-44C2-88D2-8967B7726460}" type="pres">
      <dgm:prSet presAssocID="{43D6F5BB-E211-4BF8-B32E-4A54A8393761}" presName="LevelTwoTextNode" presStyleLbl="node2" presStyleIdx="2" presStyleCnt="4">
        <dgm:presLayoutVars>
          <dgm:chPref val="3"/>
        </dgm:presLayoutVars>
      </dgm:prSet>
      <dgm:spPr/>
    </dgm:pt>
    <dgm:pt modelId="{DBFD0642-48AD-43E7-97F1-8725CE12B8E7}" type="pres">
      <dgm:prSet presAssocID="{43D6F5BB-E211-4BF8-B32E-4A54A8393761}" presName="level3hierChild" presStyleCnt="0"/>
      <dgm:spPr/>
    </dgm:pt>
    <dgm:pt modelId="{14307CF8-AE28-4C6B-A35C-A0E54DEDE79E}" type="pres">
      <dgm:prSet presAssocID="{7C1BEEF5-8473-45C0-8AC1-2E3E2056AA7D}" presName="conn2-1" presStyleLbl="parChTrans1D2" presStyleIdx="3" presStyleCnt="4"/>
      <dgm:spPr/>
    </dgm:pt>
    <dgm:pt modelId="{EADECC80-535F-4200-9CFD-01759133F992}" type="pres">
      <dgm:prSet presAssocID="{7C1BEEF5-8473-45C0-8AC1-2E3E2056AA7D}" presName="connTx" presStyleLbl="parChTrans1D2" presStyleIdx="3" presStyleCnt="4"/>
      <dgm:spPr/>
    </dgm:pt>
    <dgm:pt modelId="{22A7484B-D5E9-4AB8-BF63-D4F8EE7CA23A}" type="pres">
      <dgm:prSet presAssocID="{1FA3878C-E1B7-4749-B068-FDFC0626B064}" presName="root2" presStyleCnt="0"/>
      <dgm:spPr/>
    </dgm:pt>
    <dgm:pt modelId="{7AE3BDB3-9197-4F50-92D6-AC85AA1283E9}" type="pres">
      <dgm:prSet presAssocID="{1FA3878C-E1B7-4749-B068-FDFC0626B064}" presName="LevelTwoTextNode" presStyleLbl="node2" presStyleIdx="3" presStyleCnt="4">
        <dgm:presLayoutVars>
          <dgm:chPref val="3"/>
        </dgm:presLayoutVars>
      </dgm:prSet>
      <dgm:spPr/>
    </dgm:pt>
    <dgm:pt modelId="{9546DBA7-528E-48B6-B429-BD594A01E3B4}" type="pres">
      <dgm:prSet presAssocID="{1FA3878C-E1B7-4749-B068-FDFC0626B064}" presName="level3hierChild" presStyleCnt="0"/>
      <dgm:spPr/>
    </dgm:pt>
  </dgm:ptLst>
  <dgm:cxnLst>
    <dgm:cxn modelId="{6E565A03-135B-4FAE-90B7-59B591CAA7E4}" srcId="{DBFC53B7-7FB8-48CD-8CF0-382ECC06941F}" destId="{4820EF70-8E6C-4D04-8D12-935185060791}" srcOrd="1" destOrd="0" parTransId="{C7532141-83D7-4837-9B78-ECECF43B0C1D}" sibTransId="{EBF94F85-8CE9-4457-9041-29CBF1B3637B}"/>
    <dgm:cxn modelId="{3B856511-2D25-47DE-9820-40F95FAF77F0}" type="presOf" srcId="{FE1C0058-CC9B-492C-BA6D-5BE670D70E26}" destId="{BEE3E7FF-81A6-41AD-9661-D1CD81F5ED18}" srcOrd="1" destOrd="0" presId="urn:microsoft.com/office/officeart/2008/layout/HorizontalMultiLevelHierarchy"/>
    <dgm:cxn modelId="{F6FA8F12-066B-4C49-9562-56357969212D}" type="presOf" srcId="{118B32E0-FD14-4857-B018-BF3C4EB6869C}" destId="{9EC3F3AD-5A31-4B9F-B4E5-85404D9C14B7}" srcOrd="0" destOrd="0" presId="urn:microsoft.com/office/officeart/2008/layout/HorizontalMultiLevelHierarchy"/>
    <dgm:cxn modelId="{64556115-07CD-49CE-8734-72C6D0BC2CBA}" type="presOf" srcId="{042BC47D-5CAF-44B5-A60F-A70256C2F127}" destId="{BECB9F43-69BF-4864-AD5F-A9E5741B6B07}" srcOrd="0" destOrd="0" presId="urn:microsoft.com/office/officeart/2008/layout/HorizontalMultiLevelHierarchy"/>
    <dgm:cxn modelId="{D6CE8818-429F-46CB-9CB1-3C8F25F32271}" type="presOf" srcId="{8D071694-2BC8-43F2-A948-C2606D78CADC}" destId="{4E7E6CBC-ACC8-426E-B36E-01D8DC42A31E}" srcOrd="1" destOrd="0" presId="urn:microsoft.com/office/officeart/2008/layout/HorizontalMultiLevelHierarchy"/>
    <dgm:cxn modelId="{4EDCED1C-D5C0-49DE-8E92-3054BD79271C}" srcId="{DBFC53B7-7FB8-48CD-8CF0-382ECC06941F}" destId="{89E3B21B-7CE5-4736-938F-984EB0CFD8E4}" srcOrd="4" destOrd="0" parTransId="{3D195222-F911-45D9-B8BB-E5C6E5B30020}" sibTransId="{00ADDF32-40F3-4B24-B25E-4B196D4AE31B}"/>
    <dgm:cxn modelId="{5275B021-94CE-496B-A630-DEC3AE6F7236}" type="presOf" srcId="{E9C94E2E-25E2-4394-A3C9-DFBDBC9C9289}" destId="{72E31610-0124-4BAA-B4F1-9DF46FF0708E}" srcOrd="1" destOrd="0" presId="urn:microsoft.com/office/officeart/2008/layout/HorizontalMultiLevelHierarchy"/>
    <dgm:cxn modelId="{A03BDB23-7764-44DB-A56F-864EE7E68A24}" type="presOf" srcId="{0F1575B8-3F49-4281-8954-32F9FD9E8F49}" destId="{D5417238-EAB1-42C2-BDD2-3C8CD3E7935B}" srcOrd="0" destOrd="0" presId="urn:microsoft.com/office/officeart/2008/layout/HorizontalMultiLevelHierarchy"/>
    <dgm:cxn modelId="{B9804029-2220-450C-972B-E8C6336F91D8}" srcId="{DE3A3B83-2738-4F72-B1F0-342EAF892694}" destId="{4CE9886F-B662-44E9-87D1-DD7F4111F153}" srcOrd="3" destOrd="0" parTransId="{7EBB8A29-DDD7-4E02-AFF8-28990BD7623B}" sibTransId="{F3B78415-B6DF-4BA6-9EAC-7880A120BF3E}"/>
    <dgm:cxn modelId="{94EB682F-863E-4EC8-843A-3DA7ABC9193A}" type="presOf" srcId="{0F1575B8-3F49-4281-8954-32F9FD9E8F49}" destId="{CC907927-E892-4F4D-B172-2CB34374B423}" srcOrd="1" destOrd="0" presId="urn:microsoft.com/office/officeart/2008/layout/HorizontalMultiLevelHierarchy"/>
    <dgm:cxn modelId="{D266C630-22EC-4346-98A7-36D56C16787B}" srcId="{DBFC53B7-7FB8-48CD-8CF0-382ECC06941F}" destId="{A868E06E-4F41-4C21-9834-5FBAFA389B80}" srcOrd="3" destOrd="0" parTransId="{118B32E0-FD14-4857-B018-BF3C4EB6869C}" sibTransId="{4E9C6353-4383-4EBB-B67A-C29C4867F6DB}"/>
    <dgm:cxn modelId="{7D2C6431-E735-42B6-8490-7A3279BBD022}" type="presOf" srcId="{31998898-EF1A-46B6-9B59-D9DC2CED3577}" destId="{0674C6CC-5099-452E-B17D-5FC5282FE966}" srcOrd="1" destOrd="0" presId="urn:microsoft.com/office/officeart/2008/layout/HorizontalMultiLevelHierarchy"/>
    <dgm:cxn modelId="{B5933137-EA5F-4769-BD2E-73B15D7E67EE}" type="presOf" srcId="{F9D65FFE-898B-485B-9BDA-F4BA2570D691}" destId="{2672E141-5FBC-4A15-843A-F8B1BBEAB264}" srcOrd="0" destOrd="0" presId="urn:microsoft.com/office/officeart/2008/layout/HorizontalMultiLevelHierarchy"/>
    <dgm:cxn modelId="{CCE35B39-1F7A-4499-92B8-87B1AA8264F2}" type="presOf" srcId="{E41A240D-5EC4-44BD-95A9-8727BBFFF7FE}" destId="{607FED98-7767-451F-9519-059F49F1BE18}" srcOrd="1" destOrd="0" presId="urn:microsoft.com/office/officeart/2008/layout/HorizontalMultiLevelHierarchy"/>
    <dgm:cxn modelId="{33DF693C-7D00-497B-95A0-A6ECA1CF68BE}" type="presOf" srcId="{39F404BB-B536-435D-869C-E694C64A6803}" destId="{9C400C7B-FA89-4BA5-A087-FAD9551E8559}" srcOrd="0" destOrd="0" presId="urn:microsoft.com/office/officeart/2008/layout/HorizontalMultiLevelHierarchy"/>
    <dgm:cxn modelId="{BA07973E-D138-4B81-B5B8-AB52C5AD788D}" type="presOf" srcId="{A868E06E-4F41-4C21-9834-5FBAFA389B80}" destId="{E56F5747-D798-4AA4-8ADA-9D7F086BDEED}" srcOrd="0" destOrd="0" presId="urn:microsoft.com/office/officeart/2008/layout/HorizontalMultiLevelHierarchy"/>
    <dgm:cxn modelId="{396C7A5C-A85C-4B6C-919D-447009CC860A}" srcId="{DE3A3B83-2738-4F72-B1F0-342EAF892694}" destId="{8D8E1574-074C-4285-B7BC-9DBC9BE14D14}" srcOrd="0" destOrd="0" parTransId="{8D071694-2BC8-43F2-A948-C2606D78CADC}" sibTransId="{E4D38A82-1012-4228-8D82-93DB42ED841D}"/>
    <dgm:cxn modelId="{9E8A535D-1BFD-42DA-99AA-9140FABB9956}" type="presOf" srcId="{8D8E1574-074C-4285-B7BC-9DBC9BE14D14}" destId="{DCD241A6-4DFB-4E96-90F9-CC3EB93642DE}" srcOrd="0" destOrd="0" presId="urn:microsoft.com/office/officeart/2008/layout/HorizontalMultiLevelHierarchy"/>
    <dgm:cxn modelId="{EB500B5E-DE74-43E6-81E8-E51D4A77C88A}" type="presOf" srcId="{31998898-EF1A-46B6-9B59-D9DC2CED3577}" destId="{376ADF53-00FC-4C2F-A2A2-479BCF52199B}" srcOrd="0" destOrd="0" presId="urn:microsoft.com/office/officeart/2008/layout/HorizontalMultiLevelHierarchy"/>
    <dgm:cxn modelId="{B5A05941-25EA-4C0F-AFDC-181B3F92E6AF}" type="presOf" srcId="{C7532141-83D7-4837-9B78-ECECF43B0C1D}" destId="{317DF7DB-C3A0-4DC6-A4C3-B9FA5E65E140}" srcOrd="1" destOrd="0" presId="urn:microsoft.com/office/officeart/2008/layout/HorizontalMultiLevelHierarchy"/>
    <dgm:cxn modelId="{F04AB961-E5D0-47B0-AC7D-2698AD099F53}" srcId="{E7B0EC02-0BC0-449F-95BC-9EE03DAF187A}" destId="{7CA87769-F3AB-4FA9-8E65-17075582E110}" srcOrd="0" destOrd="0" parTransId="{E41A240D-5EC4-44BD-95A9-8727BBFFF7FE}" sibTransId="{48DE0315-0A76-4E29-B222-D8707263E40C}"/>
    <dgm:cxn modelId="{32E2F861-BABF-4298-86BD-E8F50668F27D}" type="presOf" srcId="{7C1BEEF5-8473-45C0-8AC1-2E3E2056AA7D}" destId="{14307CF8-AE28-4C6B-A35C-A0E54DEDE79E}" srcOrd="0" destOrd="0" presId="urn:microsoft.com/office/officeart/2008/layout/HorizontalMultiLevelHierarchy"/>
    <dgm:cxn modelId="{9B724046-5A8E-4053-B4E0-AAA82A61B463}" type="presOf" srcId="{9B88D8A9-E085-49AE-B207-1256B6492112}" destId="{4EE4AD30-7FE1-42FA-A943-A82AD4124473}" srcOrd="0" destOrd="0" presId="urn:microsoft.com/office/officeart/2008/layout/HorizontalMultiLevelHierarchy"/>
    <dgm:cxn modelId="{2B7E7D48-968C-41FF-8B51-C83DF4A99CFA}" type="presOf" srcId="{89E3B21B-7CE5-4736-938F-984EB0CFD8E4}" destId="{4203E704-4C66-4866-9514-F331AA31A881}" srcOrd="0" destOrd="0" presId="urn:microsoft.com/office/officeart/2008/layout/HorizontalMultiLevelHierarchy"/>
    <dgm:cxn modelId="{90E28D4B-A57F-4327-B3D9-B9E825E2E038}" srcId="{DBFC53B7-7FB8-48CD-8CF0-382ECC06941F}" destId="{7A500319-8ECA-471A-8A11-5A35116031F9}" srcOrd="0" destOrd="0" parTransId="{31998898-EF1A-46B6-9B59-D9DC2CED3577}" sibTransId="{4290D13E-A311-455A-A146-7214BCA8557C}"/>
    <dgm:cxn modelId="{6759D74B-B0CA-40A6-914F-77FC1F185A9B}" type="presOf" srcId="{CB754F65-2702-4237-9078-E4EAF09CC0B7}" destId="{08A9C57C-A113-4447-A076-09F9E907199D}" srcOrd="0" destOrd="0" presId="urn:microsoft.com/office/officeart/2008/layout/HorizontalMultiLevelHierarchy"/>
    <dgm:cxn modelId="{AFE7224E-ABEA-44D3-ADFF-69DCD7C00989}" type="presOf" srcId="{2F091D2B-E885-4757-AF30-4B4F060B008A}" destId="{278AF4DE-0A7B-4F0E-9B4A-2AB1EA93D2EB}" srcOrd="0" destOrd="0" presId="urn:microsoft.com/office/officeart/2008/layout/HorizontalMultiLevelHierarchy"/>
    <dgm:cxn modelId="{7A61814E-6850-443C-A343-4B97C8E4DF0F}" type="presOf" srcId="{E9C94E2E-25E2-4394-A3C9-DFBDBC9C9289}" destId="{F48E628A-0788-464E-B06D-12CEA0D7506A}" srcOrd="0" destOrd="0" presId="urn:microsoft.com/office/officeart/2008/layout/HorizontalMultiLevelHierarchy"/>
    <dgm:cxn modelId="{2363D06F-F742-4A30-BF66-ED62579B6A04}" type="presOf" srcId="{B634629B-89FA-400C-8A5D-3347F7400127}" destId="{E27455B7-5603-49BC-9BA8-E957CF0B83D3}" srcOrd="0" destOrd="0" presId="urn:microsoft.com/office/officeart/2008/layout/HorizontalMultiLevelHierarchy"/>
    <dgm:cxn modelId="{FAC57C50-25FC-4BC7-AA0A-BE6AC4DDCFC1}" srcId="{DBFC53B7-7FB8-48CD-8CF0-382ECC06941F}" destId="{9BB048BE-DF8C-4A7F-B0DE-2941D1C743A9}" srcOrd="2" destOrd="0" parTransId="{042BC47D-5CAF-44B5-A60F-A70256C2F127}" sibTransId="{9BE94794-E52B-4A7A-9F17-5B74A56D4CF9}"/>
    <dgm:cxn modelId="{D6839751-4429-40A4-84C4-1E310A3F83EC}" type="presOf" srcId="{042BC47D-5CAF-44B5-A60F-A70256C2F127}" destId="{8C76197B-4D91-4704-9F2B-9929896B5C03}" srcOrd="1" destOrd="0" presId="urn:microsoft.com/office/officeart/2008/layout/HorizontalMultiLevelHierarchy"/>
    <dgm:cxn modelId="{7FFFEE51-92F9-4EC6-B890-D19D1D406EB0}" type="presOf" srcId="{073331FE-195A-4705-B576-13E877722909}" destId="{AA84FF96-BFBF-4EEB-9BE8-20B5368DF233}" srcOrd="1" destOrd="0" presId="urn:microsoft.com/office/officeart/2008/layout/HorizontalMultiLevelHierarchy"/>
    <dgm:cxn modelId="{BE39A753-ACF4-450F-A352-BF0479A05B65}" srcId="{7CA87769-F3AB-4FA9-8E65-17075582E110}" destId="{F9D65FFE-898B-485B-9BDA-F4BA2570D691}" srcOrd="0" destOrd="0" parTransId="{073331FE-195A-4705-B576-13E877722909}" sibTransId="{F38D5506-9EB6-4836-90CB-FF807C9837CB}"/>
    <dgm:cxn modelId="{D22EFC53-061E-47FD-9BC1-6AB96FE68A30}" type="presOf" srcId="{8D071694-2BC8-43F2-A948-C2606D78CADC}" destId="{0E418D71-632B-43DF-93A1-CA6E826F96E7}" srcOrd="0" destOrd="0" presId="urn:microsoft.com/office/officeart/2008/layout/HorizontalMultiLevelHierarchy"/>
    <dgm:cxn modelId="{F46E0C74-D39A-42FB-9B4B-3D3FDDBF4886}" type="presOf" srcId="{43D6F5BB-E211-4BF8-B32E-4A54A8393761}" destId="{434E45BD-1C7C-44C2-88D2-8967B7726460}" srcOrd="0" destOrd="0" presId="urn:microsoft.com/office/officeart/2008/layout/HorizontalMultiLevelHierarchy"/>
    <dgm:cxn modelId="{3FE52975-9FEA-4D1A-B610-5DCC28CBDC25}" srcId="{F9D65FFE-898B-485B-9BDA-F4BA2570D691}" destId="{B634629B-89FA-400C-8A5D-3347F7400127}" srcOrd="1" destOrd="0" parTransId="{9595A6C0-51E4-4201-AE2D-6777D552F989}" sibTransId="{CA60373A-93EE-433A-8A10-A6FDC9347D02}"/>
    <dgm:cxn modelId="{F0EF4055-A6A0-437F-8469-97C61323B633}" srcId="{F9D65FFE-898B-485B-9BDA-F4BA2570D691}" destId="{7FE1863B-0DC3-4BB4-91AC-372DB1F63005}" srcOrd="0" destOrd="0" parTransId="{E9C94E2E-25E2-4394-A3C9-DFBDBC9C9289}" sibTransId="{DB0BA756-3679-47B6-B711-1CB31D468962}"/>
    <dgm:cxn modelId="{53953156-5A3E-47CA-8B76-974E9CC7EFD1}" srcId="{E7B0EC02-0BC0-449F-95BC-9EE03DAF187A}" destId="{43D6F5BB-E211-4BF8-B32E-4A54A8393761}" srcOrd="2" destOrd="0" parTransId="{0F1575B8-3F49-4281-8954-32F9FD9E8F49}" sibTransId="{D5EEDF4C-FA3D-45FF-B21C-29686CBD59B0}"/>
    <dgm:cxn modelId="{3708A176-001C-4BE4-8582-BD493A249532}" type="presOf" srcId="{E7B0EC02-0BC0-449F-95BC-9EE03DAF187A}" destId="{42B56153-4910-4D70-A71C-71D3A693AF78}" srcOrd="0" destOrd="0" presId="urn:microsoft.com/office/officeart/2008/layout/HorizontalMultiLevelHierarchy"/>
    <dgm:cxn modelId="{0B69A576-4931-43FE-9383-DDC6EBB5C19B}" type="presOf" srcId="{E41A240D-5EC4-44BD-95A9-8727BBFFF7FE}" destId="{23805F1E-B2FE-4655-8F90-E7549B21721C}" srcOrd="0" destOrd="0" presId="urn:microsoft.com/office/officeart/2008/layout/HorizontalMultiLevelHierarchy"/>
    <dgm:cxn modelId="{74BFDA57-1D4B-4392-AE42-446C3FDE0EDD}" type="presOf" srcId="{1FA3878C-E1B7-4749-B068-FDFC0626B064}" destId="{7AE3BDB3-9197-4F50-92D6-AC85AA1283E9}" srcOrd="0" destOrd="0" presId="urn:microsoft.com/office/officeart/2008/layout/HorizontalMultiLevelHierarchy"/>
    <dgm:cxn modelId="{794D567A-4738-4934-9D17-B06CD69ECBF3}" type="presOf" srcId="{7A500319-8ECA-471A-8A11-5A35116031F9}" destId="{763C22A9-31FD-47F9-AE1C-242B34842E27}" srcOrd="0" destOrd="0" presId="urn:microsoft.com/office/officeart/2008/layout/HorizontalMultiLevelHierarchy"/>
    <dgm:cxn modelId="{81A85A5A-3BF7-40AF-9DE9-9E0D4A1388F2}" type="presOf" srcId="{7FE1863B-0DC3-4BB4-91AC-372DB1F63005}" destId="{694683EC-06D4-449E-A797-B32F7B488856}" srcOrd="0" destOrd="0" presId="urn:microsoft.com/office/officeart/2008/layout/HorizontalMultiLevelHierarchy"/>
    <dgm:cxn modelId="{D48F337F-19FF-4E83-99F3-29084ADA58B6}" type="presOf" srcId="{91A0B415-912F-463C-B02B-15F7946A5213}" destId="{B45E34CD-A94E-44DE-8385-A1E988E8BCBA}" srcOrd="1" destOrd="0" presId="urn:microsoft.com/office/officeart/2008/layout/HorizontalMultiLevelHierarchy"/>
    <dgm:cxn modelId="{2113FD81-69F7-4C89-8134-6AF37EA332FA}" type="presOf" srcId="{DE3A3B83-2738-4F72-B1F0-342EAF892694}" destId="{82AD2097-C2F2-4FEF-BC7E-F5DF9FFED207}" srcOrd="0" destOrd="0" presId="urn:microsoft.com/office/officeart/2008/layout/HorizontalMultiLevelHierarchy"/>
    <dgm:cxn modelId="{95DF8F86-76AC-48D2-A6CF-CE8934861BF9}" type="presOf" srcId="{9595A6C0-51E4-4201-AE2D-6777D552F989}" destId="{FE78E29C-0BC1-49BA-B13A-EA011714458A}" srcOrd="0" destOrd="0" presId="urn:microsoft.com/office/officeart/2008/layout/HorizontalMultiLevelHierarchy"/>
    <dgm:cxn modelId="{23AA0F8F-6408-4453-A529-5DB70A617D91}" type="presOf" srcId="{118B32E0-FD14-4857-B018-BF3C4EB6869C}" destId="{A45C73AB-3096-45B3-AC91-9A6CC912F5D5}" srcOrd="1" destOrd="0" presId="urn:microsoft.com/office/officeart/2008/layout/HorizontalMultiLevelHierarchy"/>
    <dgm:cxn modelId="{1316E694-8EED-435C-B45A-D793D1435271}" srcId="{E7B0EC02-0BC0-449F-95BC-9EE03DAF187A}" destId="{1FA3878C-E1B7-4749-B068-FDFC0626B064}" srcOrd="3" destOrd="0" parTransId="{7C1BEEF5-8473-45C0-8AC1-2E3E2056AA7D}" sibTransId="{F2F643A8-ABA9-4247-B399-23CB2F2E146B}"/>
    <dgm:cxn modelId="{2E713197-5856-4064-9F6C-F13E8CCFA305}" type="presOf" srcId="{4820EF70-8E6C-4D04-8D12-935185060791}" destId="{B4C163E9-1137-4B73-8700-07C1B8B5DFA1}" srcOrd="0" destOrd="0" presId="urn:microsoft.com/office/officeart/2008/layout/HorizontalMultiLevelHierarchy"/>
    <dgm:cxn modelId="{22872999-B2F5-45FC-A20F-FC69ABAD6D98}" type="presOf" srcId="{9595A6C0-51E4-4201-AE2D-6777D552F989}" destId="{E4366BA4-92BF-4CAE-92EA-1440D92BA35E}" srcOrd="1" destOrd="0" presId="urn:microsoft.com/office/officeart/2008/layout/HorizontalMultiLevelHierarchy"/>
    <dgm:cxn modelId="{F3D2DC99-09B0-4F4D-8ED0-3CE4ACE09B67}" srcId="{E7B0EC02-0BC0-449F-95BC-9EE03DAF187A}" destId="{DE3A3B83-2738-4F72-B1F0-342EAF892694}" srcOrd="1" destOrd="0" parTransId="{2F091D2B-E885-4757-AF30-4B4F060B008A}" sibTransId="{60359AAD-3063-46DB-9548-C1E8EBD5D2A2}"/>
    <dgm:cxn modelId="{684F599A-5753-430E-BEE4-51B7FDFB996A}" srcId="{DE3A3B83-2738-4F72-B1F0-342EAF892694}" destId="{39F404BB-B536-435D-869C-E694C64A6803}" srcOrd="1" destOrd="0" parTransId="{373C1F96-2D4B-4F79-9384-577AD4F7535E}" sibTransId="{2FA34665-0884-4EED-8532-30AE9354B622}"/>
    <dgm:cxn modelId="{AC5A299C-AFC7-41B4-A006-F451F39C1258}" type="presOf" srcId="{CB754F65-2702-4237-9078-E4EAF09CC0B7}" destId="{96907E1E-A9F3-4EA2-9C2B-86744872F9B9}" srcOrd="1" destOrd="0" presId="urn:microsoft.com/office/officeart/2008/layout/HorizontalMultiLevelHierarchy"/>
    <dgm:cxn modelId="{1A9E8F9E-239F-4F91-8F98-F1D7BB48B971}" type="presOf" srcId="{2F091D2B-E885-4757-AF30-4B4F060B008A}" destId="{2466C556-B956-4E04-B2A5-FAA160852A97}" srcOrd="1" destOrd="0" presId="urn:microsoft.com/office/officeart/2008/layout/HorizontalMultiLevelHierarchy"/>
    <dgm:cxn modelId="{CF55E69E-890C-4978-9F3E-2052002C0BB9}" type="presOf" srcId="{7EBB8A29-DDD7-4E02-AFF8-28990BD7623B}" destId="{67EFC286-B63D-43F6-8DB4-3B7E95838BD1}" srcOrd="1" destOrd="0" presId="urn:microsoft.com/office/officeart/2008/layout/HorizontalMultiLevelHierarchy"/>
    <dgm:cxn modelId="{A04CD39F-57DF-4A27-BBD3-3E953A9E5164}" srcId="{DE3A3B83-2738-4F72-B1F0-342EAF892694}" destId="{9B88D8A9-E085-49AE-B207-1256B6492112}" srcOrd="2" destOrd="0" parTransId="{91A0B415-912F-463C-B02B-15F7946A5213}" sibTransId="{A0098F27-AAA6-4CC2-A83F-FB4660104BA9}"/>
    <dgm:cxn modelId="{99704BA0-B397-4D86-BEF2-65C2BADBE0BF}" type="presOf" srcId="{9BB048BE-DF8C-4A7F-B0DE-2941D1C743A9}" destId="{EAC5946D-63E9-4723-9B7F-074A0F5E3F26}" srcOrd="0" destOrd="0" presId="urn:microsoft.com/office/officeart/2008/layout/HorizontalMultiLevelHierarchy"/>
    <dgm:cxn modelId="{0022DCA6-3A32-4AC7-880C-D653AAB327D7}" type="presOf" srcId="{F72E6401-ECB8-4ED7-BD1A-9EFED4DF552B}" destId="{273009F1-ABAF-4953-901E-9377587B40C1}" srcOrd="0" destOrd="0" presId="urn:microsoft.com/office/officeart/2008/layout/HorizontalMultiLevelHierarchy"/>
    <dgm:cxn modelId="{37025DA8-2E39-4E6B-8C00-069A211A940E}" type="presOf" srcId="{4CE9886F-B662-44E9-87D1-DD7F4111F153}" destId="{1F8DEDAD-79F2-47E5-9836-92DC5E5A16BB}" srcOrd="0" destOrd="0" presId="urn:microsoft.com/office/officeart/2008/layout/HorizontalMultiLevelHierarchy"/>
    <dgm:cxn modelId="{9AACA9B2-2E25-454F-AF91-DE35007BA01B}" type="presOf" srcId="{7CA87769-F3AB-4FA9-8E65-17075582E110}" destId="{12D007CD-258E-4557-AA72-0A2E1990EFBD}" srcOrd="0" destOrd="0" presId="urn:microsoft.com/office/officeart/2008/layout/HorizontalMultiLevelHierarchy"/>
    <dgm:cxn modelId="{946304B9-814F-47ED-B40B-C43BE8CA492E}" type="presOf" srcId="{07D2246C-CBF4-44BC-984B-E6F64E58B837}" destId="{0792798A-3967-4E5B-A3B7-EAB1DD524312}" srcOrd="0" destOrd="0" presId="urn:microsoft.com/office/officeart/2008/layout/HorizontalMultiLevelHierarchy"/>
    <dgm:cxn modelId="{7CE647C1-E9F7-485E-8A4A-287C17904904}" type="presOf" srcId="{073331FE-195A-4705-B576-13E877722909}" destId="{951130A1-C2E0-4D6A-8EAF-7C864300771C}" srcOrd="0" destOrd="0" presId="urn:microsoft.com/office/officeart/2008/layout/HorizontalMultiLevelHierarchy"/>
    <dgm:cxn modelId="{06D379C5-062D-45EA-865B-AC29F42ED0C1}" srcId="{7CA87769-F3AB-4FA9-8E65-17075582E110}" destId="{DBFC53B7-7FB8-48CD-8CF0-382ECC06941F}" srcOrd="1" destOrd="0" parTransId="{CB754F65-2702-4237-9078-E4EAF09CC0B7}" sibTransId="{C291A1E4-51D8-4AA0-9AE9-3F0D75BDF1D7}"/>
    <dgm:cxn modelId="{AC4A85C9-AE4B-4F76-9CD0-74FD2B53F9A5}" type="presOf" srcId="{373C1F96-2D4B-4F79-9384-577AD4F7535E}" destId="{7AE722BF-1334-4176-8286-853A2216FF97}" srcOrd="1" destOrd="0" presId="urn:microsoft.com/office/officeart/2008/layout/HorizontalMultiLevelHierarchy"/>
    <dgm:cxn modelId="{B7D706D0-E17D-42A2-B5C4-C58499EEDD8F}" srcId="{F72E6401-ECB8-4ED7-BD1A-9EFED4DF552B}" destId="{E7B0EC02-0BC0-449F-95BC-9EE03DAF187A}" srcOrd="0" destOrd="0" parTransId="{34376781-3DC9-4130-9F56-DA197446F70A}" sibTransId="{FDD7783C-946C-48DB-A8AA-D3916376003C}"/>
    <dgm:cxn modelId="{43C4B9D2-D550-48DE-B1AD-95B23D5C6724}" type="presOf" srcId="{3D195222-F911-45D9-B8BB-E5C6E5B30020}" destId="{A0AB36C6-C52D-4C66-A692-13EE1AE3C8CE}" srcOrd="0" destOrd="0" presId="urn:microsoft.com/office/officeart/2008/layout/HorizontalMultiLevelHierarchy"/>
    <dgm:cxn modelId="{19CD32D8-CAF8-466B-BCF0-1D982B6B9141}" type="presOf" srcId="{C7532141-83D7-4837-9B78-ECECF43B0C1D}" destId="{605B85A3-AF8B-4706-9477-8291100D0BBD}" srcOrd="0" destOrd="0" presId="urn:microsoft.com/office/officeart/2008/layout/HorizontalMultiLevelHierarchy"/>
    <dgm:cxn modelId="{54504CE5-F4AB-49E9-A6CD-3234A7FFB1A1}" srcId="{39F404BB-B536-435D-869C-E694C64A6803}" destId="{07D2246C-CBF4-44BC-984B-E6F64E58B837}" srcOrd="0" destOrd="0" parTransId="{FE1C0058-CC9B-492C-BA6D-5BE670D70E26}" sibTransId="{FF4F1EF4-0F1E-482F-AD28-AD88EEA373ED}"/>
    <dgm:cxn modelId="{2CBD5EE9-BB65-4158-B44C-BD5B34E57990}" type="presOf" srcId="{7EBB8A29-DDD7-4E02-AFF8-28990BD7623B}" destId="{5AD54AC6-4066-4E81-A977-742A8F27D889}" srcOrd="0" destOrd="0" presId="urn:microsoft.com/office/officeart/2008/layout/HorizontalMultiLevelHierarchy"/>
    <dgm:cxn modelId="{C144F4ED-B8F2-481F-AF15-7D5F1B2D8EF9}" type="presOf" srcId="{3D195222-F911-45D9-B8BB-E5C6E5B30020}" destId="{F51E7F97-EA22-4850-AEE7-8E6AC9A977F8}" srcOrd="1" destOrd="0" presId="urn:microsoft.com/office/officeart/2008/layout/HorizontalMultiLevelHierarchy"/>
    <dgm:cxn modelId="{8AA3D6F1-1D79-408E-AAE2-C34F082FE66A}" type="presOf" srcId="{7C1BEEF5-8473-45C0-8AC1-2E3E2056AA7D}" destId="{EADECC80-535F-4200-9CFD-01759133F992}" srcOrd="1" destOrd="0" presId="urn:microsoft.com/office/officeart/2008/layout/HorizontalMultiLevelHierarchy"/>
    <dgm:cxn modelId="{5A9E20F8-1A32-43FE-A34B-EEF58CE91580}" type="presOf" srcId="{DBFC53B7-7FB8-48CD-8CF0-382ECC06941F}" destId="{C2F8CE64-AA5C-4A3B-8540-01D2F2C38EAF}" srcOrd="0" destOrd="0" presId="urn:microsoft.com/office/officeart/2008/layout/HorizontalMultiLevelHierarchy"/>
    <dgm:cxn modelId="{70D8B1F9-B8EC-477C-AAD5-5A800C8590FB}" type="presOf" srcId="{373C1F96-2D4B-4F79-9384-577AD4F7535E}" destId="{EFCBD193-8783-4D54-8979-AFDFE992C587}" srcOrd="0" destOrd="0" presId="urn:microsoft.com/office/officeart/2008/layout/HorizontalMultiLevelHierarchy"/>
    <dgm:cxn modelId="{E0E96BFA-21F6-4E6B-AFDB-8C1D3D16AEA9}" type="presOf" srcId="{FE1C0058-CC9B-492C-BA6D-5BE670D70E26}" destId="{FAC67C50-8963-410F-9770-F8DD4CA8DA35}" srcOrd="0" destOrd="0" presId="urn:microsoft.com/office/officeart/2008/layout/HorizontalMultiLevelHierarchy"/>
    <dgm:cxn modelId="{DF8226FD-C821-4393-917D-246DC0673901}" type="presOf" srcId="{91A0B415-912F-463C-B02B-15F7946A5213}" destId="{D92FBC75-4221-456C-AC99-C1BDDBD38599}" srcOrd="0" destOrd="0" presId="urn:microsoft.com/office/officeart/2008/layout/HorizontalMultiLevelHierarchy"/>
    <dgm:cxn modelId="{0BC76018-A606-4CBC-BA0F-C02E5576C400}" type="presParOf" srcId="{273009F1-ABAF-4953-901E-9377587B40C1}" destId="{9FD04B11-97D8-4AC8-B438-52B536A8ED10}" srcOrd="0" destOrd="0" presId="urn:microsoft.com/office/officeart/2008/layout/HorizontalMultiLevelHierarchy"/>
    <dgm:cxn modelId="{4FFD2401-132A-460E-9569-FAA19E2435B7}" type="presParOf" srcId="{9FD04B11-97D8-4AC8-B438-52B536A8ED10}" destId="{42B56153-4910-4D70-A71C-71D3A693AF78}" srcOrd="0" destOrd="0" presId="urn:microsoft.com/office/officeart/2008/layout/HorizontalMultiLevelHierarchy"/>
    <dgm:cxn modelId="{3A961CA0-098D-42A7-9110-AF85F0AFDDAC}" type="presParOf" srcId="{9FD04B11-97D8-4AC8-B438-52B536A8ED10}" destId="{C565F073-6BEA-49AD-926F-1E249E909319}" srcOrd="1" destOrd="0" presId="urn:microsoft.com/office/officeart/2008/layout/HorizontalMultiLevelHierarchy"/>
    <dgm:cxn modelId="{70D9697B-3085-429E-829E-92A115B0818E}" type="presParOf" srcId="{C565F073-6BEA-49AD-926F-1E249E909319}" destId="{23805F1E-B2FE-4655-8F90-E7549B21721C}" srcOrd="0" destOrd="0" presId="urn:microsoft.com/office/officeart/2008/layout/HorizontalMultiLevelHierarchy"/>
    <dgm:cxn modelId="{3E36356D-A615-4C73-9DE0-BAFCA3855FE9}" type="presParOf" srcId="{23805F1E-B2FE-4655-8F90-E7549B21721C}" destId="{607FED98-7767-451F-9519-059F49F1BE18}" srcOrd="0" destOrd="0" presId="urn:microsoft.com/office/officeart/2008/layout/HorizontalMultiLevelHierarchy"/>
    <dgm:cxn modelId="{7993592A-2D89-4623-A1A3-21420B9B8E31}" type="presParOf" srcId="{C565F073-6BEA-49AD-926F-1E249E909319}" destId="{E20F786A-83D2-43D5-88A6-A4A6C5553A4F}" srcOrd="1" destOrd="0" presId="urn:microsoft.com/office/officeart/2008/layout/HorizontalMultiLevelHierarchy"/>
    <dgm:cxn modelId="{AAC7A4CF-0DD7-4B7B-B689-FC7174325849}" type="presParOf" srcId="{E20F786A-83D2-43D5-88A6-A4A6C5553A4F}" destId="{12D007CD-258E-4557-AA72-0A2E1990EFBD}" srcOrd="0" destOrd="0" presId="urn:microsoft.com/office/officeart/2008/layout/HorizontalMultiLevelHierarchy"/>
    <dgm:cxn modelId="{9543D143-2826-4D31-BCCF-DA2CCDA9BC09}" type="presParOf" srcId="{E20F786A-83D2-43D5-88A6-A4A6C5553A4F}" destId="{B4C6E02B-6343-44A7-B050-991D43C6EFC6}" srcOrd="1" destOrd="0" presId="urn:microsoft.com/office/officeart/2008/layout/HorizontalMultiLevelHierarchy"/>
    <dgm:cxn modelId="{4FCE401D-5905-4098-9A3A-812AFF41B28B}" type="presParOf" srcId="{B4C6E02B-6343-44A7-B050-991D43C6EFC6}" destId="{951130A1-C2E0-4D6A-8EAF-7C864300771C}" srcOrd="0" destOrd="0" presId="urn:microsoft.com/office/officeart/2008/layout/HorizontalMultiLevelHierarchy"/>
    <dgm:cxn modelId="{BF42C313-3F6D-4363-B827-DC5F5148CB86}" type="presParOf" srcId="{951130A1-C2E0-4D6A-8EAF-7C864300771C}" destId="{AA84FF96-BFBF-4EEB-9BE8-20B5368DF233}" srcOrd="0" destOrd="0" presId="urn:microsoft.com/office/officeart/2008/layout/HorizontalMultiLevelHierarchy"/>
    <dgm:cxn modelId="{8DEE2B89-0F7E-45D4-A0B8-8029301B47DE}" type="presParOf" srcId="{B4C6E02B-6343-44A7-B050-991D43C6EFC6}" destId="{8D1F7270-1748-4379-AD78-3A6E809ECAFF}" srcOrd="1" destOrd="0" presId="urn:microsoft.com/office/officeart/2008/layout/HorizontalMultiLevelHierarchy"/>
    <dgm:cxn modelId="{3F9719C2-D8C1-4C1E-91D7-AF3DB3826AF5}" type="presParOf" srcId="{8D1F7270-1748-4379-AD78-3A6E809ECAFF}" destId="{2672E141-5FBC-4A15-843A-F8B1BBEAB264}" srcOrd="0" destOrd="0" presId="urn:microsoft.com/office/officeart/2008/layout/HorizontalMultiLevelHierarchy"/>
    <dgm:cxn modelId="{CC618F20-64FA-461D-8D56-46E08835E762}" type="presParOf" srcId="{8D1F7270-1748-4379-AD78-3A6E809ECAFF}" destId="{5C577211-4D27-40D7-A2E6-D335B6F230F5}" srcOrd="1" destOrd="0" presId="urn:microsoft.com/office/officeart/2008/layout/HorizontalMultiLevelHierarchy"/>
    <dgm:cxn modelId="{4F55BE7D-9894-4806-9490-B0121766DC6D}" type="presParOf" srcId="{5C577211-4D27-40D7-A2E6-D335B6F230F5}" destId="{F48E628A-0788-464E-B06D-12CEA0D7506A}" srcOrd="0" destOrd="0" presId="urn:microsoft.com/office/officeart/2008/layout/HorizontalMultiLevelHierarchy"/>
    <dgm:cxn modelId="{84110E46-2EEB-437F-81EC-FCBD819E4AA0}" type="presParOf" srcId="{F48E628A-0788-464E-B06D-12CEA0D7506A}" destId="{72E31610-0124-4BAA-B4F1-9DF46FF0708E}" srcOrd="0" destOrd="0" presId="urn:microsoft.com/office/officeart/2008/layout/HorizontalMultiLevelHierarchy"/>
    <dgm:cxn modelId="{9AD58BE4-CBDD-437D-A62F-58606FC66E95}" type="presParOf" srcId="{5C577211-4D27-40D7-A2E6-D335B6F230F5}" destId="{45BF238D-A93B-44F8-AAAF-E11D8BDBEDB3}" srcOrd="1" destOrd="0" presId="urn:microsoft.com/office/officeart/2008/layout/HorizontalMultiLevelHierarchy"/>
    <dgm:cxn modelId="{5E8C9433-3251-4CF6-BF83-11EB508E391B}" type="presParOf" srcId="{45BF238D-A93B-44F8-AAAF-E11D8BDBEDB3}" destId="{694683EC-06D4-449E-A797-B32F7B488856}" srcOrd="0" destOrd="0" presId="urn:microsoft.com/office/officeart/2008/layout/HorizontalMultiLevelHierarchy"/>
    <dgm:cxn modelId="{E13B5FEF-0939-4428-B903-CA1E508CB76E}" type="presParOf" srcId="{45BF238D-A93B-44F8-AAAF-E11D8BDBEDB3}" destId="{695F2FD6-F35F-4DF1-AA7D-E98A89D1E5FF}" srcOrd="1" destOrd="0" presId="urn:microsoft.com/office/officeart/2008/layout/HorizontalMultiLevelHierarchy"/>
    <dgm:cxn modelId="{B1F06F0C-F44C-4CB1-9BEC-5BF380CD04AC}" type="presParOf" srcId="{5C577211-4D27-40D7-A2E6-D335B6F230F5}" destId="{FE78E29C-0BC1-49BA-B13A-EA011714458A}" srcOrd="2" destOrd="0" presId="urn:microsoft.com/office/officeart/2008/layout/HorizontalMultiLevelHierarchy"/>
    <dgm:cxn modelId="{60577902-8853-41BC-BD49-0CF2C17879BD}" type="presParOf" srcId="{FE78E29C-0BC1-49BA-B13A-EA011714458A}" destId="{E4366BA4-92BF-4CAE-92EA-1440D92BA35E}" srcOrd="0" destOrd="0" presId="urn:microsoft.com/office/officeart/2008/layout/HorizontalMultiLevelHierarchy"/>
    <dgm:cxn modelId="{D981D4E7-12FC-440D-B7FA-874A9EB36EBE}" type="presParOf" srcId="{5C577211-4D27-40D7-A2E6-D335B6F230F5}" destId="{7A12E8C9-E9FF-4770-BC32-3F8598B03BE1}" srcOrd="3" destOrd="0" presId="urn:microsoft.com/office/officeart/2008/layout/HorizontalMultiLevelHierarchy"/>
    <dgm:cxn modelId="{75B0E8AF-ED53-47BC-8922-CBCA781F1B31}" type="presParOf" srcId="{7A12E8C9-E9FF-4770-BC32-3F8598B03BE1}" destId="{E27455B7-5603-49BC-9BA8-E957CF0B83D3}" srcOrd="0" destOrd="0" presId="urn:microsoft.com/office/officeart/2008/layout/HorizontalMultiLevelHierarchy"/>
    <dgm:cxn modelId="{4C16AFC1-10A6-4FCF-8A2A-A00F5D77969D}" type="presParOf" srcId="{7A12E8C9-E9FF-4770-BC32-3F8598B03BE1}" destId="{0D12E3F3-EC2D-4711-AA10-FE2A14E653D1}" srcOrd="1" destOrd="0" presId="urn:microsoft.com/office/officeart/2008/layout/HorizontalMultiLevelHierarchy"/>
    <dgm:cxn modelId="{2B14FA9B-10DF-47EC-92E7-EEE9FEEA259D}" type="presParOf" srcId="{B4C6E02B-6343-44A7-B050-991D43C6EFC6}" destId="{08A9C57C-A113-4447-A076-09F9E907199D}" srcOrd="2" destOrd="0" presId="urn:microsoft.com/office/officeart/2008/layout/HorizontalMultiLevelHierarchy"/>
    <dgm:cxn modelId="{3ED09125-7B3D-48D5-A6DE-F8C5E62032AA}" type="presParOf" srcId="{08A9C57C-A113-4447-A076-09F9E907199D}" destId="{96907E1E-A9F3-4EA2-9C2B-86744872F9B9}" srcOrd="0" destOrd="0" presId="urn:microsoft.com/office/officeart/2008/layout/HorizontalMultiLevelHierarchy"/>
    <dgm:cxn modelId="{22E90CFA-0365-4477-A787-2DEAA112A3D8}" type="presParOf" srcId="{B4C6E02B-6343-44A7-B050-991D43C6EFC6}" destId="{DF479E39-D46A-4C30-8C9B-D116E681AAC5}" srcOrd="3" destOrd="0" presId="urn:microsoft.com/office/officeart/2008/layout/HorizontalMultiLevelHierarchy"/>
    <dgm:cxn modelId="{BCADD0D0-9D27-4B9C-A7FD-6055045A9BBF}" type="presParOf" srcId="{DF479E39-D46A-4C30-8C9B-D116E681AAC5}" destId="{C2F8CE64-AA5C-4A3B-8540-01D2F2C38EAF}" srcOrd="0" destOrd="0" presId="urn:microsoft.com/office/officeart/2008/layout/HorizontalMultiLevelHierarchy"/>
    <dgm:cxn modelId="{208E2E3A-9138-4DFB-BA26-74550E4F6E49}" type="presParOf" srcId="{DF479E39-D46A-4C30-8C9B-D116E681AAC5}" destId="{76DAC2C6-F901-4E53-9CF1-3749DBB30021}" srcOrd="1" destOrd="0" presId="urn:microsoft.com/office/officeart/2008/layout/HorizontalMultiLevelHierarchy"/>
    <dgm:cxn modelId="{CD1F8FBC-D8FA-4B30-84D6-C548A89158E1}" type="presParOf" srcId="{76DAC2C6-F901-4E53-9CF1-3749DBB30021}" destId="{376ADF53-00FC-4C2F-A2A2-479BCF52199B}" srcOrd="0" destOrd="0" presId="urn:microsoft.com/office/officeart/2008/layout/HorizontalMultiLevelHierarchy"/>
    <dgm:cxn modelId="{5CAAA3F0-7431-4095-A748-FD66904ADC89}" type="presParOf" srcId="{376ADF53-00FC-4C2F-A2A2-479BCF52199B}" destId="{0674C6CC-5099-452E-B17D-5FC5282FE966}" srcOrd="0" destOrd="0" presId="urn:microsoft.com/office/officeart/2008/layout/HorizontalMultiLevelHierarchy"/>
    <dgm:cxn modelId="{104998C6-16DA-480A-BD31-08109D322543}" type="presParOf" srcId="{76DAC2C6-F901-4E53-9CF1-3749DBB30021}" destId="{7855E991-1208-4FFA-B62B-10596CEB8E6E}" srcOrd="1" destOrd="0" presId="urn:microsoft.com/office/officeart/2008/layout/HorizontalMultiLevelHierarchy"/>
    <dgm:cxn modelId="{6A1680AA-19D2-4874-BB34-34167A331F28}" type="presParOf" srcId="{7855E991-1208-4FFA-B62B-10596CEB8E6E}" destId="{763C22A9-31FD-47F9-AE1C-242B34842E27}" srcOrd="0" destOrd="0" presId="urn:microsoft.com/office/officeart/2008/layout/HorizontalMultiLevelHierarchy"/>
    <dgm:cxn modelId="{2667DB07-6CEA-4DB9-B5F5-CCF0D84EF969}" type="presParOf" srcId="{7855E991-1208-4FFA-B62B-10596CEB8E6E}" destId="{CE73C963-7825-4C0B-81A1-0995F7F4DF7A}" srcOrd="1" destOrd="0" presId="urn:microsoft.com/office/officeart/2008/layout/HorizontalMultiLevelHierarchy"/>
    <dgm:cxn modelId="{92E827CC-D6C9-4FFF-AE16-F84376F60D92}" type="presParOf" srcId="{76DAC2C6-F901-4E53-9CF1-3749DBB30021}" destId="{605B85A3-AF8B-4706-9477-8291100D0BBD}" srcOrd="2" destOrd="0" presId="urn:microsoft.com/office/officeart/2008/layout/HorizontalMultiLevelHierarchy"/>
    <dgm:cxn modelId="{E391CFCE-2AB6-4796-891B-4F252198818D}" type="presParOf" srcId="{605B85A3-AF8B-4706-9477-8291100D0BBD}" destId="{317DF7DB-C3A0-4DC6-A4C3-B9FA5E65E140}" srcOrd="0" destOrd="0" presId="urn:microsoft.com/office/officeart/2008/layout/HorizontalMultiLevelHierarchy"/>
    <dgm:cxn modelId="{4B573770-FA04-4AC9-A733-CE2D730BA79E}" type="presParOf" srcId="{76DAC2C6-F901-4E53-9CF1-3749DBB30021}" destId="{094D4BC2-6A85-4F00-AD97-7EEB85BAE8C4}" srcOrd="3" destOrd="0" presId="urn:microsoft.com/office/officeart/2008/layout/HorizontalMultiLevelHierarchy"/>
    <dgm:cxn modelId="{0D0DBB45-1A69-431F-8079-4B5024CB7B9D}" type="presParOf" srcId="{094D4BC2-6A85-4F00-AD97-7EEB85BAE8C4}" destId="{B4C163E9-1137-4B73-8700-07C1B8B5DFA1}" srcOrd="0" destOrd="0" presId="urn:microsoft.com/office/officeart/2008/layout/HorizontalMultiLevelHierarchy"/>
    <dgm:cxn modelId="{FF19DF1B-9929-4202-BA3D-760D1857B1AF}" type="presParOf" srcId="{094D4BC2-6A85-4F00-AD97-7EEB85BAE8C4}" destId="{9210353D-C337-40F4-919F-7183062A6430}" srcOrd="1" destOrd="0" presId="urn:microsoft.com/office/officeart/2008/layout/HorizontalMultiLevelHierarchy"/>
    <dgm:cxn modelId="{1D7A7165-BBDC-4E70-9BF5-78F9E740AC71}" type="presParOf" srcId="{76DAC2C6-F901-4E53-9CF1-3749DBB30021}" destId="{BECB9F43-69BF-4864-AD5F-A9E5741B6B07}" srcOrd="4" destOrd="0" presId="urn:microsoft.com/office/officeart/2008/layout/HorizontalMultiLevelHierarchy"/>
    <dgm:cxn modelId="{B879E9F3-0362-41E5-BCB5-BD9587F4721C}" type="presParOf" srcId="{BECB9F43-69BF-4864-AD5F-A9E5741B6B07}" destId="{8C76197B-4D91-4704-9F2B-9929896B5C03}" srcOrd="0" destOrd="0" presId="urn:microsoft.com/office/officeart/2008/layout/HorizontalMultiLevelHierarchy"/>
    <dgm:cxn modelId="{B50C43C6-70D7-487C-9DBD-36FCEC9FD5F9}" type="presParOf" srcId="{76DAC2C6-F901-4E53-9CF1-3749DBB30021}" destId="{FA729714-C7C2-4F11-BB4A-691D7EFD6ED3}" srcOrd="5" destOrd="0" presId="urn:microsoft.com/office/officeart/2008/layout/HorizontalMultiLevelHierarchy"/>
    <dgm:cxn modelId="{6E8C15A5-9F06-4AD3-B72B-A0D0512938E9}" type="presParOf" srcId="{FA729714-C7C2-4F11-BB4A-691D7EFD6ED3}" destId="{EAC5946D-63E9-4723-9B7F-074A0F5E3F26}" srcOrd="0" destOrd="0" presId="urn:microsoft.com/office/officeart/2008/layout/HorizontalMultiLevelHierarchy"/>
    <dgm:cxn modelId="{064CCD02-FA12-48AB-B24B-0726567AAE1E}" type="presParOf" srcId="{FA729714-C7C2-4F11-BB4A-691D7EFD6ED3}" destId="{5E40F7BD-3482-4106-A539-B9348493C532}" srcOrd="1" destOrd="0" presId="urn:microsoft.com/office/officeart/2008/layout/HorizontalMultiLevelHierarchy"/>
    <dgm:cxn modelId="{DEEA7DF8-E6DF-49CE-B2EA-B106EDF34A1D}" type="presParOf" srcId="{76DAC2C6-F901-4E53-9CF1-3749DBB30021}" destId="{9EC3F3AD-5A31-4B9F-B4E5-85404D9C14B7}" srcOrd="6" destOrd="0" presId="urn:microsoft.com/office/officeart/2008/layout/HorizontalMultiLevelHierarchy"/>
    <dgm:cxn modelId="{A0F02513-D3B6-4BB0-80F4-E4A0A8A5880C}" type="presParOf" srcId="{9EC3F3AD-5A31-4B9F-B4E5-85404D9C14B7}" destId="{A45C73AB-3096-45B3-AC91-9A6CC912F5D5}" srcOrd="0" destOrd="0" presId="urn:microsoft.com/office/officeart/2008/layout/HorizontalMultiLevelHierarchy"/>
    <dgm:cxn modelId="{F8CD922C-5C20-4E91-ACA6-11D6C81B46C6}" type="presParOf" srcId="{76DAC2C6-F901-4E53-9CF1-3749DBB30021}" destId="{228437B1-9A2A-4AEE-B7AE-4D14C2F79C07}" srcOrd="7" destOrd="0" presId="urn:microsoft.com/office/officeart/2008/layout/HorizontalMultiLevelHierarchy"/>
    <dgm:cxn modelId="{2AD3AF22-94A7-4BAC-8F8E-03BA584FC7AE}" type="presParOf" srcId="{228437B1-9A2A-4AEE-B7AE-4D14C2F79C07}" destId="{E56F5747-D798-4AA4-8ADA-9D7F086BDEED}" srcOrd="0" destOrd="0" presId="urn:microsoft.com/office/officeart/2008/layout/HorizontalMultiLevelHierarchy"/>
    <dgm:cxn modelId="{FFCFE5F8-D1F9-4BF1-AC8A-F6CC00D20A74}" type="presParOf" srcId="{228437B1-9A2A-4AEE-B7AE-4D14C2F79C07}" destId="{3E21A7AA-EDEF-4235-A41E-7E57214330A8}" srcOrd="1" destOrd="0" presId="urn:microsoft.com/office/officeart/2008/layout/HorizontalMultiLevelHierarchy"/>
    <dgm:cxn modelId="{F41D57C3-B303-46EE-BB7F-66B7EA72956E}" type="presParOf" srcId="{76DAC2C6-F901-4E53-9CF1-3749DBB30021}" destId="{A0AB36C6-C52D-4C66-A692-13EE1AE3C8CE}" srcOrd="8" destOrd="0" presId="urn:microsoft.com/office/officeart/2008/layout/HorizontalMultiLevelHierarchy"/>
    <dgm:cxn modelId="{89622910-040F-4830-AF83-DB2FCA23B3E0}" type="presParOf" srcId="{A0AB36C6-C52D-4C66-A692-13EE1AE3C8CE}" destId="{F51E7F97-EA22-4850-AEE7-8E6AC9A977F8}" srcOrd="0" destOrd="0" presId="urn:microsoft.com/office/officeart/2008/layout/HorizontalMultiLevelHierarchy"/>
    <dgm:cxn modelId="{D1D3D01A-6C52-4B5F-BE15-442872C8022C}" type="presParOf" srcId="{76DAC2C6-F901-4E53-9CF1-3749DBB30021}" destId="{2D73EAFD-CE3C-46DC-9D7F-FB401A51BE35}" srcOrd="9" destOrd="0" presId="urn:microsoft.com/office/officeart/2008/layout/HorizontalMultiLevelHierarchy"/>
    <dgm:cxn modelId="{E9A6E81F-3712-41FB-A462-1558A6B459A2}" type="presParOf" srcId="{2D73EAFD-CE3C-46DC-9D7F-FB401A51BE35}" destId="{4203E704-4C66-4866-9514-F331AA31A881}" srcOrd="0" destOrd="0" presId="urn:microsoft.com/office/officeart/2008/layout/HorizontalMultiLevelHierarchy"/>
    <dgm:cxn modelId="{058C3F47-F3E2-4C16-B4FE-AC23B8FC4C89}" type="presParOf" srcId="{2D73EAFD-CE3C-46DC-9D7F-FB401A51BE35}" destId="{DC0005F1-992C-4D12-829D-F4BC9618C7C5}" srcOrd="1" destOrd="0" presId="urn:microsoft.com/office/officeart/2008/layout/HorizontalMultiLevelHierarchy"/>
    <dgm:cxn modelId="{93E12611-BFBB-4441-940A-4CAAB2C09713}" type="presParOf" srcId="{C565F073-6BEA-49AD-926F-1E249E909319}" destId="{278AF4DE-0A7B-4F0E-9B4A-2AB1EA93D2EB}" srcOrd="2" destOrd="0" presId="urn:microsoft.com/office/officeart/2008/layout/HorizontalMultiLevelHierarchy"/>
    <dgm:cxn modelId="{B002E271-D6B5-434D-84DB-399EA3F67ED7}" type="presParOf" srcId="{278AF4DE-0A7B-4F0E-9B4A-2AB1EA93D2EB}" destId="{2466C556-B956-4E04-B2A5-FAA160852A97}" srcOrd="0" destOrd="0" presId="urn:microsoft.com/office/officeart/2008/layout/HorizontalMultiLevelHierarchy"/>
    <dgm:cxn modelId="{E12F9770-3BA9-4AD3-919F-FA00C2CF39AC}" type="presParOf" srcId="{C565F073-6BEA-49AD-926F-1E249E909319}" destId="{52DF56D2-9D25-4F64-B520-38FA37E8480B}" srcOrd="3" destOrd="0" presId="urn:microsoft.com/office/officeart/2008/layout/HorizontalMultiLevelHierarchy"/>
    <dgm:cxn modelId="{ECDDE070-416F-4C88-A373-87F1138C62B2}" type="presParOf" srcId="{52DF56D2-9D25-4F64-B520-38FA37E8480B}" destId="{82AD2097-C2F2-4FEF-BC7E-F5DF9FFED207}" srcOrd="0" destOrd="0" presId="urn:microsoft.com/office/officeart/2008/layout/HorizontalMultiLevelHierarchy"/>
    <dgm:cxn modelId="{C3AD348C-0925-41DA-9919-58D5EB86FEFB}" type="presParOf" srcId="{52DF56D2-9D25-4F64-B520-38FA37E8480B}" destId="{56E5C785-4B3D-4B67-B279-FC8FFFF479E7}" srcOrd="1" destOrd="0" presId="urn:microsoft.com/office/officeart/2008/layout/HorizontalMultiLevelHierarchy"/>
    <dgm:cxn modelId="{A434DB15-A9F8-41FE-92DC-C6D7B14714E7}" type="presParOf" srcId="{56E5C785-4B3D-4B67-B279-FC8FFFF479E7}" destId="{0E418D71-632B-43DF-93A1-CA6E826F96E7}" srcOrd="0" destOrd="0" presId="urn:microsoft.com/office/officeart/2008/layout/HorizontalMultiLevelHierarchy"/>
    <dgm:cxn modelId="{91CF93F4-AB49-49FD-9C96-0825732B6ACE}" type="presParOf" srcId="{0E418D71-632B-43DF-93A1-CA6E826F96E7}" destId="{4E7E6CBC-ACC8-426E-B36E-01D8DC42A31E}" srcOrd="0" destOrd="0" presId="urn:microsoft.com/office/officeart/2008/layout/HorizontalMultiLevelHierarchy"/>
    <dgm:cxn modelId="{1507CFF9-B8FF-49A9-BA73-3249672B501F}" type="presParOf" srcId="{56E5C785-4B3D-4B67-B279-FC8FFFF479E7}" destId="{004921D3-63C3-437D-A9D4-C6E51DEF161F}" srcOrd="1" destOrd="0" presId="urn:microsoft.com/office/officeart/2008/layout/HorizontalMultiLevelHierarchy"/>
    <dgm:cxn modelId="{37067776-6E71-453E-ABA8-D5DF06CBC666}" type="presParOf" srcId="{004921D3-63C3-437D-A9D4-C6E51DEF161F}" destId="{DCD241A6-4DFB-4E96-90F9-CC3EB93642DE}" srcOrd="0" destOrd="0" presId="urn:microsoft.com/office/officeart/2008/layout/HorizontalMultiLevelHierarchy"/>
    <dgm:cxn modelId="{05F88CC5-E5B2-4DE1-B88D-0DA49DB4565E}" type="presParOf" srcId="{004921D3-63C3-437D-A9D4-C6E51DEF161F}" destId="{82E7B7E2-CF94-461F-A549-F58655017DC5}" srcOrd="1" destOrd="0" presId="urn:microsoft.com/office/officeart/2008/layout/HorizontalMultiLevelHierarchy"/>
    <dgm:cxn modelId="{69F0D47C-3B11-46DE-ABCB-FB23BE626428}" type="presParOf" srcId="{56E5C785-4B3D-4B67-B279-FC8FFFF479E7}" destId="{EFCBD193-8783-4D54-8979-AFDFE992C587}" srcOrd="2" destOrd="0" presId="urn:microsoft.com/office/officeart/2008/layout/HorizontalMultiLevelHierarchy"/>
    <dgm:cxn modelId="{1AC54092-C041-4134-8DE5-F31BD753732D}" type="presParOf" srcId="{EFCBD193-8783-4D54-8979-AFDFE992C587}" destId="{7AE722BF-1334-4176-8286-853A2216FF97}" srcOrd="0" destOrd="0" presId="urn:microsoft.com/office/officeart/2008/layout/HorizontalMultiLevelHierarchy"/>
    <dgm:cxn modelId="{979A7940-7B80-446E-B929-1632FA00E70B}" type="presParOf" srcId="{56E5C785-4B3D-4B67-B279-FC8FFFF479E7}" destId="{F34F701C-1AA4-4D1B-8094-0404C215F6E4}" srcOrd="3" destOrd="0" presId="urn:microsoft.com/office/officeart/2008/layout/HorizontalMultiLevelHierarchy"/>
    <dgm:cxn modelId="{ED82DB0A-DF65-4883-8B91-48B900460F3F}" type="presParOf" srcId="{F34F701C-1AA4-4D1B-8094-0404C215F6E4}" destId="{9C400C7B-FA89-4BA5-A087-FAD9551E8559}" srcOrd="0" destOrd="0" presId="urn:microsoft.com/office/officeart/2008/layout/HorizontalMultiLevelHierarchy"/>
    <dgm:cxn modelId="{4F6900A7-1DDF-40F1-92A9-27B32B1EA891}" type="presParOf" srcId="{F34F701C-1AA4-4D1B-8094-0404C215F6E4}" destId="{A3FE1282-BE62-4F8A-BD78-9789F607A2B4}" srcOrd="1" destOrd="0" presId="urn:microsoft.com/office/officeart/2008/layout/HorizontalMultiLevelHierarchy"/>
    <dgm:cxn modelId="{430BA859-34BD-4E97-86CD-AE682E610E75}" type="presParOf" srcId="{A3FE1282-BE62-4F8A-BD78-9789F607A2B4}" destId="{FAC67C50-8963-410F-9770-F8DD4CA8DA35}" srcOrd="0" destOrd="0" presId="urn:microsoft.com/office/officeart/2008/layout/HorizontalMultiLevelHierarchy"/>
    <dgm:cxn modelId="{40425FE0-66AE-4301-A36D-9838200FFB22}" type="presParOf" srcId="{FAC67C50-8963-410F-9770-F8DD4CA8DA35}" destId="{BEE3E7FF-81A6-41AD-9661-D1CD81F5ED18}" srcOrd="0" destOrd="0" presId="urn:microsoft.com/office/officeart/2008/layout/HorizontalMultiLevelHierarchy"/>
    <dgm:cxn modelId="{DB600C15-E4FF-4FE7-B6EF-749D2C3024A6}" type="presParOf" srcId="{A3FE1282-BE62-4F8A-BD78-9789F607A2B4}" destId="{F28A5CF3-9EFB-40D0-8061-38AE40CBF3A2}" srcOrd="1" destOrd="0" presId="urn:microsoft.com/office/officeart/2008/layout/HorizontalMultiLevelHierarchy"/>
    <dgm:cxn modelId="{2F838ADB-1F60-4723-BB98-5FECEEB645A8}" type="presParOf" srcId="{F28A5CF3-9EFB-40D0-8061-38AE40CBF3A2}" destId="{0792798A-3967-4E5B-A3B7-EAB1DD524312}" srcOrd="0" destOrd="0" presId="urn:microsoft.com/office/officeart/2008/layout/HorizontalMultiLevelHierarchy"/>
    <dgm:cxn modelId="{D7E06927-2A77-435D-B072-81B391D8EF3D}" type="presParOf" srcId="{F28A5CF3-9EFB-40D0-8061-38AE40CBF3A2}" destId="{EEB87CB5-03E7-4BC4-A6AC-99F3717F5B75}" srcOrd="1" destOrd="0" presId="urn:microsoft.com/office/officeart/2008/layout/HorizontalMultiLevelHierarchy"/>
    <dgm:cxn modelId="{B78E6129-F817-4BA3-A464-C653D4E4B8EE}" type="presParOf" srcId="{56E5C785-4B3D-4B67-B279-FC8FFFF479E7}" destId="{D92FBC75-4221-456C-AC99-C1BDDBD38599}" srcOrd="4" destOrd="0" presId="urn:microsoft.com/office/officeart/2008/layout/HorizontalMultiLevelHierarchy"/>
    <dgm:cxn modelId="{CD7D83DE-801E-4A02-943B-D621A24A23AC}" type="presParOf" srcId="{D92FBC75-4221-456C-AC99-C1BDDBD38599}" destId="{B45E34CD-A94E-44DE-8385-A1E988E8BCBA}" srcOrd="0" destOrd="0" presId="urn:microsoft.com/office/officeart/2008/layout/HorizontalMultiLevelHierarchy"/>
    <dgm:cxn modelId="{92494DA8-F326-4769-A9DD-F58DF2C5173D}" type="presParOf" srcId="{56E5C785-4B3D-4B67-B279-FC8FFFF479E7}" destId="{5409C683-6C18-471A-85DD-C948A8056864}" srcOrd="5" destOrd="0" presId="urn:microsoft.com/office/officeart/2008/layout/HorizontalMultiLevelHierarchy"/>
    <dgm:cxn modelId="{01AA2C59-D686-4D27-BF91-F9B7A4A04E12}" type="presParOf" srcId="{5409C683-6C18-471A-85DD-C948A8056864}" destId="{4EE4AD30-7FE1-42FA-A943-A82AD4124473}" srcOrd="0" destOrd="0" presId="urn:microsoft.com/office/officeart/2008/layout/HorizontalMultiLevelHierarchy"/>
    <dgm:cxn modelId="{77B757D8-2225-4449-8A98-1FDAF54A1CD0}" type="presParOf" srcId="{5409C683-6C18-471A-85DD-C948A8056864}" destId="{C61A5343-5611-4FBA-935A-158C67B60873}" srcOrd="1" destOrd="0" presId="urn:microsoft.com/office/officeart/2008/layout/HorizontalMultiLevelHierarchy"/>
    <dgm:cxn modelId="{3A15A874-25D3-4DE2-8A50-D4FBA8DE20D1}" type="presParOf" srcId="{56E5C785-4B3D-4B67-B279-FC8FFFF479E7}" destId="{5AD54AC6-4066-4E81-A977-742A8F27D889}" srcOrd="6" destOrd="0" presId="urn:microsoft.com/office/officeart/2008/layout/HorizontalMultiLevelHierarchy"/>
    <dgm:cxn modelId="{B00E3F4C-2632-49A2-A3AE-6F1DE9F8B48A}" type="presParOf" srcId="{5AD54AC6-4066-4E81-A977-742A8F27D889}" destId="{67EFC286-B63D-43F6-8DB4-3B7E95838BD1}" srcOrd="0" destOrd="0" presId="urn:microsoft.com/office/officeart/2008/layout/HorizontalMultiLevelHierarchy"/>
    <dgm:cxn modelId="{47949F1B-6B17-4FE6-8AA3-6F24587E4F69}" type="presParOf" srcId="{56E5C785-4B3D-4B67-B279-FC8FFFF479E7}" destId="{73600C24-FE83-4A4E-BADF-0347339625E7}" srcOrd="7" destOrd="0" presId="urn:microsoft.com/office/officeart/2008/layout/HorizontalMultiLevelHierarchy"/>
    <dgm:cxn modelId="{C678804C-D140-409D-9C16-B5F4CC066C3E}" type="presParOf" srcId="{73600C24-FE83-4A4E-BADF-0347339625E7}" destId="{1F8DEDAD-79F2-47E5-9836-92DC5E5A16BB}" srcOrd="0" destOrd="0" presId="urn:microsoft.com/office/officeart/2008/layout/HorizontalMultiLevelHierarchy"/>
    <dgm:cxn modelId="{6E90E5FE-E0E7-459A-ADD2-0CF5F2D541B9}" type="presParOf" srcId="{73600C24-FE83-4A4E-BADF-0347339625E7}" destId="{1A8D33CF-5491-4E46-A8B3-9AAECF68F71B}" srcOrd="1" destOrd="0" presId="urn:microsoft.com/office/officeart/2008/layout/HorizontalMultiLevelHierarchy"/>
    <dgm:cxn modelId="{D333070E-01DD-4FBA-B529-3A5F1F4EE5F4}" type="presParOf" srcId="{C565F073-6BEA-49AD-926F-1E249E909319}" destId="{D5417238-EAB1-42C2-BDD2-3C8CD3E7935B}" srcOrd="4" destOrd="0" presId="urn:microsoft.com/office/officeart/2008/layout/HorizontalMultiLevelHierarchy"/>
    <dgm:cxn modelId="{093146B1-E66D-4D92-9643-7A9600331D4F}" type="presParOf" srcId="{D5417238-EAB1-42C2-BDD2-3C8CD3E7935B}" destId="{CC907927-E892-4F4D-B172-2CB34374B423}" srcOrd="0" destOrd="0" presId="urn:microsoft.com/office/officeart/2008/layout/HorizontalMultiLevelHierarchy"/>
    <dgm:cxn modelId="{D7A5B426-80E9-4676-87C9-30137027203D}" type="presParOf" srcId="{C565F073-6BEA-49AD-926F-1E249E909319}" destId="{079B9E81-A52F-4521-A84C-45DE8512B8EA}" srcOrd="5" destOrd="0" presId="urn:microsoft.com/office/officeart/2008/layout/HorizontalMultiLevelHierarchy"/>
    <dgm:cxn modelId="{EE241912-AFDE-42D7-A542-489BA2C206B8}" type="presParOf" srcId="{079B9E81-A52F-4521-A84C-45DE8512B8EA}" destId="{434E45BD-1C7C-44C2-88D2-8967B7726460}" srcOrd="0" destOrd="0" presId="urn:microsoft.com/office/officeart/2008/layout/HorizontalMultiLevelHierarchy"/>
    <dgm:cxn modelId="{12BFCB8D-7DFF-4057-80EE-844BF9901212}" type="presParOf" srcId="{079B9E81-A52F-4521-A84C-45DE8512B8EA}" destId="{DBFD0642-48AD-43E7-97F1-8725CE12B8E7}" srcOrd="1" destOrd="0" presId="urn:microsoft.com/office/officeart/2008/layout/HorizontalMultiLevelHierarchy"/>
    <dgm:cxn modelId="{7431FAC0-170B-442B-BF9D-A358210C350B}" type="presParOf" srcId="{C565F073-6BEA-49AD-926F-1E249E909319}" destId="{14307CF8-AE28-4C6B-A35C-A0E54DEDE79E}" srcOrd="6" destOrd="0" presId="urn:microsoft.com/office/officeart/2008/layout/HorizontalMultiLevelHierarchy"/>
    <dgm:cxn modelId="{5145FBAD-905C-4737-9227-CA5E0965228F}" type="presParOf" srcId="{14307CF8-AE28-4C6B-A35C-A0E54DEDE79E}" destId="{EADECC80-535F-4200-9CFD-01759133F992}" srcOrd="0" destOrd="0" presId="urn:microsoft.com/office/officeart/2008/layout/HorizontalMultiLevelHierarchy"/>
    <dgm:cxn modelId="{94D00A24-0F44-4EE1-9875-3F08187EC43B}" type="presParOf" srcId="{C565F073-6BEA-49AD-926F-1E249E909319}" destId="{22A7484B-D5E9-4AB8-BF63-D4F8EE7CA23A}" srcOrd="7" destOrd="0" presId="urn:microsoft.com/office/officeart/2008/layout/HorizontalMultiLevelHierarchy"/>
    <dgm:cxn modelId="{0A40CFD6-1077-482D-9658-4343721EE583}" type="presParOf" srcId="{22A7484B-D5E9-4AB8-BF63-D4F8EE7CA23A}" destId="{7AE3BDB3-9197-4F50-92D6-AC85AA1283E9}" srcOrd="0" destOrd="0" presId="urn:microsoft.com/office/officeart/2008/layout/HorizontalMultiLevelHierarchy"/>
    <dgm:cxn modelId="{E195C7C7-E406-407C-A2E9-2DB74C82D874}" type="presParOf" srcId="{22A7484B-D5E9-4AB8-BF63-D4F8EE7CA23A}" destId="{9546DBA7-528E-48B6-B429-BD594A01E3B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0F6E0AE2-5FAE-498B-AD04-E21216925C0F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EC32015-2F25-4A43-8453-7F18E88183D0}">
      <dgm:prSet phldrT="[Text]"/>
      <dgm:spPr/>
      <dgm:t>
        <a:bodyPr/>
        <a:lstStyle/>
        <a:p>
          <a:r>
            <a:rPr lang="es-MX" dirty="0"/>
            <a:t>Mercado</a:t>
          </a:r>
        </a:p>
      </dgm:t>
    </dgm:pt>
    <dgm:pt modelId="{A2C187FA-8C1F-47DE-9576-561FB02AEA83}" type="parTrans" cxnId="{89247B38-5FB1-46F0-B495-5C3706AFF811}">
      <dgm:prSet/>
      <dgm:spPr/>
      <dgm:t>
        <a:bodyPr/>
        <a:lstStyle/>
        <a:p>
          <a:endParaRPr lang="es-MX"/>
        </a:p>
      </dgm:t>
    </dgm:pt>
    <dgm:pt modelId="{E0929439-0368-4D50-B992-47093A1FF9C3}" type="sibTrans" cxnId="{89247B38-5FB1-46F0-B495-5C3706AFF811}">
      <dgm:prSet/>
      <dgm:spPr/>
      <dgm:t>
        <a:bodyPr/>
        <a:lstStyle/>
        <a:p>
          <a:endParaRPr lang="es-MX"/>
        </a:p>
      </dgm:t>
    </dgm:pt>
    <dgm:pt modelId="{820919EE-C3BE-488B-B660-106D035BABDD}">
      <dgm:prSet phldrT="[Text]"/>
      <dgm:spPr/>
      <dgm:t>
        <a:bodyPr/>
        <a:lstStyle/>
        <a:p>
          <a:r>
            <a:rPr lang="es-MX" dirty="0"/>
            <a:t>Reposición</a:t>
          </a:r>
        </a:p>
      </dgm:t>
    </dgm:pt>
    <dgm:pt modelId="{2E9ACFE2-2B33-4A66-8E9D-D1ADBEEAEC74}" type="parTrans" cxnId="{8762D800-3CD5-4D94-B287-0CFC5D2E5974}">
      <dgm:prSet/>
      <dgm:spPr/>
      <dgm:t>
        <a:bodyPr/>
        <a:lstStyle/>
        <a:p>
          <a:endParaRPr lang="es-MX"/>
        </a:p>
      </dgm:t>
    </dgm:pt>
    <dgm:pt modelId="{ED979129-63F5-4592-BE0F-557884E78335}" type="sibTrans" cxnId="{8762D800-3CD5-4D94-B287-0CFC5D2E5974}">
      <dgm:prSet/>
      <dgm:spPr/>
      <dgm:t>
        <a:bodyPr/>
        <a:lstStyle/>
        <a:p>
          <a:endParaRPr lang="es-MX"/>
        </a:p>
      </dgm:t>
    </dgm:pt>
    <dgm:pt modelId="{648AD525-BD31-4880-B1FC-3EFCA7CE4791}">
      <dgm:prSet phldrT="[Text]"/>
      <dgm:spPr/>
      <dgm:t>
        <a:bodyPr/>
        <a:lstStyle/>
        <a:p>
          <a:r>
            <a:rPr lang="es-MX" dirty="0"/>
            <a:t>Neto de Realización</a:t>
          </a:r>
        </a:p>
      </dgm:t>
    </dgm:pt>
    <dgm:pt modelId="{34A4810F-289B-4B10-8DBC-52E42F1CE0A2}" type="parTrans" cxnId="{3BF25011-71DD-47AB-A0FF-CEE9C275B10A}">
      <dgm:prSet/>
      <dgm:spPr/>
      <dgm:t>
        <a:bodyPr/>
        <a:lstStyle/>
        <a:p>
          <a:endParaRPr lang="es-MX"/>
        </a:p>
      </dgm:t>
    </dgm:pt>
    <dgm:pt modelId="{4FE915FF-82C0-4F22-99D5-D9203CADDBFD}" type="sibTrans" cxnId="{3BF25011-71DD-47AB-A0FF-CEE9C275B10A}">
      <dgm:prSet/>
      <dgm:spPr/>
      <dgm:t>
        <a:bodyPr/>
        <a:lstStyle/>
        <a:p>
          <a:endParaRPr lang="es-MX"/>
        </a:p>
      </dgm:t>
    </dgm:pt>
    <dgm:pt modelId="{6B75D819-429D-4AE2-A3DD-8B8F3EF8780D}">
      <dgm:prSet phldrT="[Text]"/>
      <dgm:spPr/>
      <dgm:t>
        <a:bodyPr/>
        <a:lstStyle/>
        <a:p>
          <a:r>
            <a:rPr lang="es-MX" dirty="0"/>
            <a:t>Realización</a:t>
          </a:r>
        </a:p>
      </dgm:t>
    </dgm:pt>
    <dgm:pt modelId="{0BD81400-2841-416F-99D3-249BC00643CE}" type="parTrans" cxnId="{A7EE02D5-AC19-4BE7-8DE5-58ED3F65CC7E}">
      <dgm:prSet/>
      <dgm:spPr/>
      <dgm:t>
        <a:bodyPr/>
        <a:lstStyle/>
        <a:p>
          <a:endParaRPr lang="es-MX"/>
        </a:p>
      </dgm:t>
    </dgm:pt>
    <dgm:pt modelId="{E885CDC1-0C4A-426A-A2C6-5459F245D752}" type="sibTrans" cxnId="{A7EE02D5-AC19-4BE7-8DE5-58ED3F65CC7E}">
      <dgm:prSet/>
      <dgm:spPr/>
      <dgm:t>
        <a:bodyPr/>
        <a:lstStyle/>
        <a:p>
          <a:endParaRPr lang="es-MX"/>
        </a:p>
      </dgm:t>
    </dgm:pt>
    <dgm:pt modelId="{378AE3E7-455A-4FCC-B640-B6963675449F}" type="pres">
      <dgm:prSet presAssocID="{0F6E0AE2-5FAE-498B-AD04-E21216925C0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D2D19BB-1CC5-4B30-AB27-FB714F07AB0C}" type="pres">
      <dgm:prSet presAssocID="{EEC32015-2F25-4A43-8453-7F18E88183D0}" presName="root1" presStyleCnt="0"/>
      <dgm:spPr/>
    </dgm:pt>
    <dgm:pt modelId="{3785F535-2C52-4310-AD8A-4E3CBCD1C709}" type="pres">
      <dgm:prSet presAssocID="{EEC32015-2F25-4A43-8453-7F18E88183D0}" presName="LevelOneTextNode" presStyleLbl="node0" presStyleIdx="0" presStyleCnt="1">
        <dgm:presLayoutVars>
          <dgm:chPref val="3"/>
        </dgm:presLayoutVars>
      </dgm:prSet>
      <dgm:spPr/>
    </dgm:pt>
    <dgm:pt modelId="{0B6DE779-1C22-4D4C-88D9-EED005A36BA6}" type="pres">
      <dgm:prSet presAssocID="{EEC32015-2F25-4A43-8453-7F18E88183D0}" presName="level2hierChild" presStyleCnt="0"/>
      <dgm:spPr/>
    </dgm:pt>
    <dgm:pt modelId="{6571D269-6FB1-4D43-84F8-4904C55E3D21}" type="pres">
      <dgm:prSet presAssocID="{2E9ACFE2-2B33-4A66-8E9D-D1ADBEEAEC74}" presName="conn2-1" presStyleLbl="parChTrans1D2" presStyleIdx="0" presStyleCnt="2"/>
      <dgm:spPr/>
    </dgm:pt>
    <dgm:pt modelId="{36D60ECC-16B2-43F4-9E7D-41AB3A3A44BF}" type="pres">
      <dgm:prSet presAssocID="{2E9ACFE2-2B33-4A66-8E9D-D1ADBEEAEC74}" presName="connTx" presStyleLbl="parChTrans1D2" presStyleIdx="0" presStyleCnt="2"/>
      <dgm:spPr/>
    </dgm:pt>
    <dgm:pt modelId="{82F4552E-C4D7-40CD-81E2-83A5E56EB12B}" type="pres">
      <dgm:prSet presAssocID="{820919EE-C3BE-488B-B660-106D035BABDD}" presName="root2" presStyleCnt="0"/>
      <dgm:spPr/>
    </dgm:pt>
    <dgm:pt modelId="{010C0A13-2866-4A0E-A576-AC29B871EAA1}" type="pres">
      <dgm:prSet presAssocID="{820919EE-C3BE-488B-B660-106D035BABDD}" presName="LevelTwoTextNode" presStyleLbl="node2" presStyleIdx="0" presStyleCnt="2">
        <dgm:presLayoutVars>
          <dgm:chPref val="3"/>
        </dgm:presLayoutVars>
      </dgm:prSet>
      <dgm:spPr/>
    </dgm:pt>
    <dgm:pt modelId="{99507439-80F0-4199-910A-27A793626C52}" type="pres">
      <dgm:prSet presAssocID="{820919EE-C3BE-488B-B660-106D035BABDD}" presName="level3hierChild" presStyleCnt="0"/>
      <dgm:spPr/>
    </dgm:pt>
    <dgm:pt modelId="{17D001BF-1EFF-44FF-9D2E-F49780AE07CF}" type="pres">
      <dgm:prSet presAssocID="{34A4810F-289B-4B10-8DBC-52E42F1CE0A2}" presName="conn2-1" presStyleLbl="parChTrans1D3" presStyleIdx="0" presStyleCnt="1"/>
      <dgm:spPr/>
    </dgm:pt>
    <dgm:pt modelId="{EB78254A-DE73-4973-9B20-6D8294BFEE65}" type="pres">
      <dgm:prSet presAssocID="{34A4810F-289B-4B10-8DBC-52E42F1CE0A2}" presName="connTx" presStyleLbl="parChTrans1D3" presStyleIdx="0" presStyleCnt="1"/>
      <dgm:spPr/>
    </dgm:pt>
    <dgm:pt modelId="{8447C5AE-62D6-402F-80C3-FEA577E784B4}" type="pres">
      <dgm:prSet presAssocID="{648AD525-BD31-4880-B1FC-3EFCA7CE4791}" presName="root2" presStyleCnt="0"/>
      <dgm:spPr/>
    </dgm:pt>
    <dgm:pt modelId="{D213BFCD-8363-47BE-9D6F-ED5D3B332FC1}" type="pres">
      <dgm:prSet presAssocID="{648AD525-BD31-4880-B1FC-3EFCA7CE4791}" presName="LevelTwoTextNode" presStyleLbl="node3" presStyleIdx="0" presStyleCnt="1">
        <dgm:presLayoutVars>
          <dgm:chPref val="3"/>
        </dgm:presLayoutVars>
      </dgm:prSet>
      <dgm:spPr/>
    </dgm:pt>
    <dgm:pt modelId="{6BDEE0B9-21CD-4209-BA0D-B1DB14AE5689}" type="pres">
      <dgm:prSet presAssocID="{648AD525-BD31-4880-B1FC-3EFCA7CE4791}" presName="level3hierChild" presStyleCnt="0"/>
      <dgm:spPr/>
    </dgm:pt>
    <dgm:pt modelId="{03946DEE-BB4F-4164-A9B7-D2131771C128}" type="pres">
      <dgm:prSet presAssocID="{0BD81400-2841-416F-99D3-249BC00643CE}" presName="conn2-1" presStyleLbl="parChTrans1D2" presStyleIdx="1" presStyleCnt="2"/>
      <dgm:spPr/>
    </dgm:pt>
    <dgm:pt modelId="{25C271D0-D8A9-4541-88EA-E46D59E893D3}" type="pres">
      <dgm:prSet presAssocID="{0BD81400-2841-416F-99D3-249BC00643CE}" presName="connTx" presStyleLbl="parChTrans1D2" presStyleIdx="1" presStyleCnt="2"/>
      <dgm:spPr/>
    </dgm:pt>
    <dgm:pt modelId="{759181DA-B940-4505-84A7-795F55FC298F}" type="pres">
      <dgm:prSet presAssocID="{6B75D819-429D-4AE2-A3DD-8B8F3EF8780D}" presName="root2" presStyleCnt="0"/>
      <dgm:spPr/>
    </dgm:pt>
    <dgm:pt modelId="{E13ECAF3-E048-4236-B23B-282EC0C32E6D}" type="pres">
      <dgm:prSet presAssocID="{6B75D819-429D-4AE2-A3DD-8B8F3EF8780D}" presName="LevelTwoTextNode" presStyleLbl="node2" presStyleIdx="1" presStyleCnt="2">
        <dgm:presLayoutVars>
          <dgm:chPref val="3"/>
        </dgm:presLayoutVars>
      </dgm:prSet>
      <dgm:spPr/>
    </dgm:pt>
    <dgm:pt modelId="{D6D7DCDD-4D8E-4E2D-A834-852B51E02A80}" type="pres">
      <dgm:prSet presAssocID="{6B75D819-429D-4AE2-A3DD-8B8F3EF8780D}" presName="level3hierChild" presStyleCnt="0"/>
      <dgm:spPr/>
    </dgm:pt>
  </dgm:ptLst>
  <dgm:cxnLst>
    <dgm:cxn modelId="{8762D800-3CD5-4D94-B287-0CFC5D2E5974}" srcId="{EEC32015-2F25-4A43-8453-7F18E88183D0}" destId="{820919EE-C3BE-488B-B660-106D035BABDD}" srcOrd="0" destOrd="0" parTransId="{2E9ACFE2-2B33-4A66-8E9D-D1ADBEEAEC74}" sibTransId="{ED979129-63F5-4592-BE0F-557884E78335}"/>
    <dgm:cxn modelId="{50F27101-2647-4508-A443-B56D6F920288}" type="presOf" srcId="{34A4810F-289B-4B10-8DBC-52E42F1CE0A2}" destId="{EB78254A-DE73-4973-9B20-6D8294BFEE65}" srcOrd="1" destOrd="0" presId="urn:microsoft.com/office/officeart/2005/8/layout/hierarchy2"/>
    <dgm:cxn modelId="{3BF25011-71DD-47AB-A0FF-CEE9C275B10A}" srcId="{820919EE-C3BE-488B-B660-106D035BABDD}" destId="{648AD525-BD31-4880-B1FC-3EFCA7CE4791}" srcOrd="0" destOrd="0" parTransId="{34A4810F-289B-4B10-8DBC-52E42F1CE0A2}" sibTransId="{4FE915FF-82C0-4F22-99D5-D9203CADDBFD}"/>
    <dgm:cxn modelId="{F783DD18-00F9-44BB-A7B7-197CAC368CB8}" type="presOf" srcId="{0BD81400-2841-416F-99D3-249BC00643CE}" destId="{03946DEE-BB4F-4164-A9B7-D2131771C128}" srcOrd="0" destOrd="0" presId="urn:microsoft.com/office/officeart/2005/8/layout/hierarchy2"/>
    <dgm:cxn modelId="{CF0ED82C-11D2-4289-865A-1DD55158179A}" type="presOf" srcId="{6B75D819-429D-4AE2-A3DD-8B8F3EF8780D}" destId="{E13ECAF3-E048-4236-B23B-282EC0C32E6D}" srcOrd="0" destOrd="0" presId="urn:microsoft.com/office/officeart/2005/8/layout/hierarchy2"/>
    <dgm:cxn modelId="{9D012238-5B6F-4E13-B5C8-DBBCF6B9DC7B}" type="presOf" srcId="{0F6E0AE2-5FAE-498B-AD04-E21216925C0F}" destId="{378AE3E7-455A-4FCC-B640-B6963675449F}" srcOrd="0" destOrd="0" presId="urn:microsoft.com/office/officeart/2005/8/layout/hierarchy2"/>
    <dgm:cxn modelId="{89247B38-5FB1-46F0-B495-5C3706AFF811}" srcId="{0F6E0AE2-5FAE-498B-AD04-E21216925C0F}" destId="{EEC32015-2F25-4A43-8453-7F18E88183D0}" srcOrd="0" destOrd="0" parTransId="{A2C187FA-8C1F-47DE-9576-561FB02AEA83}" sibTransId="{E0929439-0368-4D50-B992-47093A1FF9C3}"/>
    <dgm:cxn modelId="{F8E89958-A60A-45DD-9101-E67210A3147E}" type="presOf" srcId="{34A4810F-289B-4B10-8DBC-52E42F1CE0A2}" destId="{17D001BF-1EFF-44FF-9D2E-F49780AE07CF}" srcOrd="0" destOrd="0" presId="urn:microsoft.com/office/officeart/2005/8/layout/hierarchy2"/>
    <dgm:cxn modelId="{50C4FE91-4643-4B67-8E16-2EC0DE8701DD}" type="presOf" srcId="{648AD525-BD31-4880-B1FC-3EFCA7CE4791}" destId="{D213BFCD-8363-47BE-9D6F-ED5D3B332FC1}" srcOrd="0" destOrd="0" presId="urn:microsoft.com/office/officeart/2005/8/layout/hierarchy2"/>
    <dgm:cxn modelId="{38C15FA2-CA60-4ACA-BB4A-6C9061959DCA}" type="presOf" srcId="{0BD81400-2841-416F-99D3-249BC00643CE}" destId="{25C271D0-D8A9-4541-88EA-E46D59E893D3}" srcOrd="1" destOrd="0" presId="urn:microsoft.com/office/officeart/2005/8/layout/hierarchy2"/>
    <dgm:cxn modelId="{BF3A3BC0-F6F9-4F53-AA15-94121311965A}" type="presOf" srcId="{2E9ACFE2-2B33-4A66-8E9D-D1ADBEEAEC74}" destId="{36D60ECC-16B2-43F4-9E7D-41AB3A3A44BF}" srcOrd="1" destOrd="0" presId="urn:microsoft.com/office/officeart/2005/8/layout/hierarchy2"/>
    <dgm:cxn modelId="{A7EE02D5-AC19-4BE7-8DE5-58ED3F65CC7E}" srcId="{EEC32015-2F25-4A43-8453-7F18E88183D0}" destId="{6B75D819-429D-4AE2-A3DD-8B8F3EF8780D}" srcOrd="1" destOrd="0" parTransId="{0BD81400-2841-416F-99D3-249BC00643CE}" sibTransId="{E885CDC1-0C4A-426A-A2C6-5459F245D752}"/>
    <dgm:cxn modelId="{0324EFDE-5398-40AA-9BB7-721DE49DCE28}" type="presOf" srcId="{EEC32015-2F25-4A43-8453-7F18E88183D0}" destId="{3785F535-2C52-4310-AD8A-4E3CBCD1C709}" srcOrd="0" destOrd="0" presId="urn:microsoft.com/office/officeart/2005/8/layout/hierarchy2"/>
    <dgm:cxn modelId="{72063DF9-0DD9-4BCB-9D45-EEB4A44BD10F}" type="presOf" srcId="{2E9ACFE2-2B33-4A66-8E9D-D1ADBEEAEC74}" destId="{6571D269-6FB1-4D43-84F8-4904C55E3D21}" srcOrd="0" destOrd="0" presId="urn:microsoft.com/office/officeart/2005/8/layout/hierarchy2"/>
    <dgm:cxn modelId="{929CB9FE-01DD-45B2-9086-BAEAE442C585}" type="presOf" srcId="{820919EE-C3BE-488B-B660-106D035BABDD}" destId="{010C0A13-2866-4A0E-A576-AC29B871EAA1}" srcOrd="0" destOrd="0" presId="urn:microsoft.com/office/officeart/2005/8/layout/hierarchy2"/>
    <dgm:cxn modelId="{7597E1D0-38CC-49B3-B863-7BE8E2F441D8}" type="presParOf" srcId="{378AE3E7-455A-4FCC-B640-B6963675449F}" destId="{ED2D19BB-1CC5-4B30-AB27-FB714F07AB0C}" srcOrd="0" destOrd="0" presId="urn:microsoft.com/office/officeart/2005/8/layout/hierarchy2"/>
    <dgm:cxn modelId="{A7D6D961-DD77-44E7-9975-672210460984}" type="presParOf" srcId="{ED2D19BB-1CC5-4B30-AB27-FB714F07AB0C}" destId="{3785F535-2C52-4310-AD8A-4E3CBCD1C709}" srcOrd="0" destOrd="0" presId="urn:microsoft.com/office/officeart/2005/8/layout/hierarchy2"/>
    <dgm:cxn modelId="{34BE0F36-E8AF-475A-8F29-B06B6C42CEB0}" type="presParOf" srcId="{ED2D19BB-1CC5-4B30-AB27-FB714F07AB0C}" destId="{0B6DE779-1C22-4D4C-88D9-EED005A36BA6}" srcOrd="1" destOrd="0" presId="urn:microsoft.com/office/officeart/2005/8/layout/hierarchy2"/>
    <dgm:cxn modelId="{D60BE9E7-6599-4E60-B183-F7C500BA6CD9}" type="presParOf" srcId="{0B6DE779-1C22-4D4C-88D9-EED005A36BA6}" destId="{6571D269-6FB1-4D43-84F8-4904C55E3D21}" srcOrd="0" destOrd="0" presId="urn:microsoft.com/office/officeart/2005/8/layout/hierarchy2"/>
    <dgm:cxn modelId="{1AE7B583-7CD0-4C08-AC89-E91B584FB679}" type="presParOf" srcId="{6571D269-6FB1-4D43-84F8-4904C55E3D21}" destId="{36D60ECC-16B2-43F4-9E7D-41AB3A3A44BF}" srcOrd="0" destOrd="0" presId="urn:microsoft.com/office/officeart/2005/8/layout/hierarchy2"/>
    <dgm:cxn modelId="{5A7F2AF4-ED98-48C4-B84E-8A65A166CE4B}" type="presParOf" srcId="{0B6DE779-1C22-4D4C-88D9-EED005A36BA6}" destId="{82F4552E-C4D7-40CD-81E2-83A5E56EB12B}" srcOrd="1" destOrd="0" presId="urn:microsoft.com/office/officeart/2005/8/layout/hierarchy2"/>
    <dgm:cxn modelId="{4A190930-DE44-4F89-831E-82548C819604}" type="presParOf" srcId="{82F4552E-C4D7-40CD-81E2-83A5E56EB12B}" destId="{010C0A13-2866-4A0E-A576-AC29B871EAA1}" srcOrd="0" destOrd="0" presId="urn:microsoft.com/office/officeart/2005/8/layout/hierarchy2"/>
    <dgm:cxn modelId="{7B53D4BB-7BEF-4FF6-97BC-4938006ADE90}" type="presParOf" srcId="{82F4552E-C4D7-40CD-81E2-83A5E56EB12B}" destId="{99507439-80F0-4199-910A-27A793626C52}" srcOrd="1" destOrd="0" presId="urn:microsoft.com/office/officeart/2005/8/layout/hierarchy2"/>
    <dgm:cxn modelId="{C81E8F37-30EF-4EDE-8076-DFBCDE0F86F7}" type="presParOf" srcId="{99507439-80F0-4199-910A-27A793626C52}" destId="{17D001BF-1EFF-44FF-9D2E-F49780AE07CF}" srcOrd="0" destOrd="0" presId="urn:microsoft.com/office/officeart/2005/8/layout/hierarchy2"/>
    <dgm:cxn modelId="{4A0FC185-AE61-425E-8699-D12168EAFA28}" type="presParOf" srcId="{17D001BF-1EFF-44FF-9D2E-F49780AE07CF}" destId="{EB78254A-DE73-4973-9B20-6D8294BFEE65}" srcOrd="0" destOrd="0" presId="urn:microsoft.com/office/officeart/2005/8/layout/hierarchy2"/>
    <dgm:cxn modelId="{0B1A4B46-671D-44CD-A57D-F330FED0184C}" type="presParOf" srcId="{99507439-80F0-4199-910A-27A793626C52}" destId="{8447C5AE-62D6-402F-80C3-FEA577E784B4}" srcOrd="1" destOrd="0" presId="urn:microsoft.com/office/officeart/2005/8/layout/hierarchy2"/>
    <dgm:cxn modelId="{E0A1C6EB-A23C-4E93-8A5A-B34B354832C8}" type="presParOf" srcId="{8447C5AE-62D6-402F-80C3-FEA577E784B4}" destId="{D213BFCD-8363-47BE-9D6F-ED5D3B332FC1}" srcOrd="0" destOrd="0" presId="urn:microsoft.com/office/officeart/2005/8/layout/hierarchy2"/>
    <dgm:cxn modelId="{5C4C0442-A46F-43B5-B9E2-7E03422BCE4E}" type="presParOf" srcId="{8447C5AE-62D6-402F-80C3-FEA577E784B4}" destId="{6BDEE0B9-21CD-4209-BA0D-B1DB14AE5689}" srcOrd="1" destOrd="0" presId="urn:microsoft.com/office/officeart/2005/8/layout/hierarchy2"/>
    <dgm:cxn modelId="{0D08B6AD-C2EF-4D63-B44E-09E3CAF9F0FA}" type="presParOf" srcId="{0B6DE779-1C22-4D4C-88D9-EED005A36BA6}" destId="{03946DEE-BB4F-4164-A9B7-D2131771C128}" srcOrd="2" destOrd="0" presId="urn:microsoft.com/office/officeart/2005/8/layout/hierarchy2"/>
    <dgm:cxn modelId="{2EA71065-82FA-49A5-8FE3-F63A1C1B84E7}" type="presParOf" srcId="{03946DEE-BB4F-4164-A9B7-D2131771C128}" destId="{25C271D0-D8A9-4541-88EA-E46D59E893D3}" srcOrd="0" destOrd="0" presId="urn:microsoft.com/office/officeart/2005/8/layout/hierarchy2"/>
    <dgm:cxn modelId="{214CB1FB-53D1-47DE-838E-6AEE22A75EB1}" type="presParOf" srcId="{0B6DE779-1C22-4D4C-88D9-EED005A36BA6}" destId="{759181DA-B940-4505-84A7-795F55FC298F}" srcOrd="3" destOrd="0" presId="urn:microsoft.com/office/officeart/2005/8/layout/hierarchy2"/>
    <dgm:cxn modelId="{A5E9B771-278A-4840-8E82-AA5E56014888}" type="presParOf" srcId="{759181DA-B940-4505-84A7-795F55FC298F}" destId="{E13ECAF3-E048-4236-B23B-282EC0C32E6D}" srcOrd="0" destOrd="0" presId="urn:microsoft.com/office/officeart/2005/8/layout/hierarchy2"/>
    <dgm:cxn modelId="{C4F0DA3F-F748-4519-BDE3-FFD76C989FEF}" type="presParOf" srcId="{759181DA-B940-4505-84A7-795F55FC298F}" destId="{D6D7DCDD-4D8E-4E2D-A834-852B51E02A8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AA11B-0D93-4E32-9F64-CBDB7B69C243}">
      <dsp:nvSpPr>
        <dsp:cNvPr id="0" name=""/>
        <dsp:cNvSpPr/>
      </dsp:nvSpPr>
      <dsp:spPr>
        <a:xfrm>
          <a:off x="4401045" y="4201772"/>
          <a:ext cx="1713508" cy="1713508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Deducciones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LISR 25</a:t>
          </a:r>
        </a:p>
      </dsp:txBody>
      <dsp:txXfrm>
        <a:off x="4651982" y="4452709"/>
        <a:ext cx="1211634" cy="1211634"/>
      </dsp:txXfrm>
    </dsp:sp>
    <dsp:sp modelId="{1377C4D1-CF71-4782-B34B-26F6EA9271A6}">
      <dsp:nvSpPr>
        <dsp:cNvPr id="0" name=""/>
        <dsp:cNvSpPr/>
      </dsp:nvSpPr>
      <dsp:spPr>
        <a:xfrm rot="10800000">
          <a:off x="608853" y="4814351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FA04E-14ED-4127-8EC2-825600D9EA26}">
      <dsp:nvSpPr>
        <dsp:cNvPr id="0" name=""/>
        <dsp:cNvSpPr/>
      </dsp:nvSpPr>
      <dsp:spPr>
        <a:xfrm>
          <a:off x="9125" y="4578744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Devoluciones y Descuentos</a:t>
          </a:r>
        </a:p>
      </dsp:txBody>
      <dsp:txXfrm>
        <a:off x="37230" y="4606849"/>
        <a:ext cx="1143246" cy="903354"/>
      </dsp:txXfrm>
    </dsp:sp>
    <dsp:sp modelId="{0FE3D8B1-421D-4B96-A3CE-1F70AC9FDF67}">
      <dsp:nvSpPr>
        <dsp:cNvPr id="0" name=""/>
        <dsp:cNvSpPr/>
      </dsp:nvSpPr>
      <dsp:spPr>
        <a:xfrm rot="12000000">
          <a:off x="781159" y="3837153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6A3B5-199B-4FC1-8A37-96EEB4BDCE18}">
      <dsp:nvSpPr>
        <dsp:cNvPr id="0" name=""/>
        <dsp:cNvSpPr/>
      </dsp:nvSpPr>
      <dsp:spPr>
        <a:xfrm>
          <a:off x="289491" y="2988710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Costo de Ventas</a:t>
          </a:r>
        </a:p>
      </dsp:txBody>
      <dsp:txXfrm>
        <a:off x="317596" y="3016815"/>
        <a:ext cx="1143246" cy="903354"/>
      </dsp:txXfrm>
    </dsp:sp>
    <dsp:sp modelId="{0A23C9A2-E296-4B4F-8855-6C344BBDE7C7}">
      <dsp:nvSpPr>
        <dsp:cNvPr id="0" name=""/>
        <dsp:cNvSpPr/>
      </dsp:nvSpPr>
      <dsp:spPr>
        <a:xfrm rot="13200000">
          <a:off x="1277296" y="2977820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EAA5DE-EDCD-4FE6-9A72-D6555B9521E9}">
      <dsp:nvSpPr>
        <dsp:cNvPr id="0" name=""/>
        <dsp:cNvSpPr/>
      </dsp:nvSpPr>
      <dsp:spPr>
        <a:xfrm>
          <a:off x="1096772" y="1590459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Gastos</a:t>
          </a:r>
        </a:p>
      </dsp:txBody>
      <dsp:txXfrm>
        <a:off x="1124877" y="1618564"/>
        <a:ext cx="1143246" cy="903354"/>
      </dsp:txXfrm>
    </dsp:sp>
    <dsp:sp modelId="{665AED0D-5A5C-4941-B2EB-294277084756}">
      <dsp:nvSpPr>
        <dsp:cNvPr id="0" name=""/>
        <dsp:cNvSpPr/>
      </dsp:nvSpPr>
      <dsp:spPr>
        <a:xfrm rot="14400000">
          <a:off x="2037421" y="2339999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15CCD-485C-47A2-AE7E-29C5D12E7D64}">
      <dsp:nvSpPr>
        <dsp:cNvPr id="0" name=""/>
        <dsp:cNvSpPr/>
      </dsp:nvSpPr>
      <dsp:spPr>
        <a:xfrm>
          <a:off x="2333598" y="552638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Inversiones</a:t>
          </a:r>
        </a:p>
      </dsp:txBody>
      <dsp:txXfrm>
        <a:off x="2361703" y="580743"/>
        <a:ext cx="1143246" cy="903354"/>
      </dsp:txXfrm>
    </dsp:sp>
    <dsp:sp modelId="{975E8FEE-BE77-45BA-AC55-79B656F4AD3A}">
      <dsp:nvSpPr>
        <dsp:cNvPr id="0" name=""/>
        <dsp:cNvSpPr/>
      </dsp:nvSpPr>
      <dsp:spPr>
        <a:xfrm rot="15600000">
          <a:off x="2969852" y="2000622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009AF-D1CA-441B-9827-A2E0684ACC00}">
      <dsp:nvSpPr>
        <dsp:cNvPr id="0" name=""/>
        <dsp:cNvSpPr/>
      </dsp:nvSpPr>
      <dsp:spPr>
        <a:xfrm>
          <a:off x="3850790" y="425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Incobrables</a:t>
          </a:r>
        </a:p>
      </dsp:txBody>
      <dsp:txXfrm>
        <a:off x="3878895" y="28530"/>
        <a:ext cx="1143246" cy="903354"/>
      </dsp:txXfrm>
    </dsp:sp>
    <dsp:sp modelId="{8BF5ADD9-EAD5-4D2A-9EAF-9AF9D6785F0F}">
      <dsp:nvSpPr>
        <dsp:cNvPr id="0" name=""/>
        <dsp:cNvSpPr/>
      </dsp:nvSpPr>
      <dsp:spPr>
        <a:xfrm rot="16800000">
          <a:off x="3962125" y="2000622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64CB1-1E45-4992-B901-65AFFF9DD6B3}">
      <dsp:nvSpPr>
        <dsp:cNvPr id="0" name=""/>
        <dsp:cNvSpPr/>
      </dsp:nvSpPr>
      <dsp:spPr>
        <a:xfrm>
          <a:off x="5465352" y="425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Cuotas IMSS</a:t>
          </a:r>
        </a:p>
      </dsp:txBody>
      <dsp:txXfrm>
        <a:off x="5493457" y="28530"/>
        <a:ext cx="1143246" cy="903354"/>
      </dsp:txXfrm>
    </dsp:sp>
    <dsp:sp modelId="{03C0FA68-C71C-49E7-B3BB-7C6767A4B5BD}">
      <dsp:nvSpPr>
        <dsp:cNvPr id="0" name=""/>
        <dsp:cNvSpPr/>
      </dsp:nvSpPr>
      <dsp:spPr>
        <a:xfrm rot="18000000">
          <a:off x="4894557" y="2339999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A209F-7E5F-4E30-A07A-D62AE4AC40FC}">
      <dsp:nvSpPr>
        <dsp:cNvPr id="0" name=""/>
        <dsp:cNvSpPr/>
      </dsp:nvSpPr>
      <dsp:spPr>
        <a:xfrm>
          <a:off x="6982545" y="552638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Intereses Devengados</a:t>
          </a:r>
        </a:p>
      </dsp:txBody>
      <dsp:txXfrm>
        <a:off x="7010650" y="580743"/>
        <a:ext cx="1143246" cy="903354"/>
      </dsp:txXfrm>
    </dsp:sp>
    <dsp:sp modelId="{DFF91DDA-EFA6-4CD4-8532-4ECE3200B2C4}">
      <dsp:nvSpPr>
        <dsp:cNvPr id="0" name=""/>
        <dsp:cNvSpPr/>
      </dsp:nvSpPr>
      <dsp:spPr>
        <a:xfrm rot="19200000">
          <a:off x="5654682" y="2977820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4B3C30-B2C9-4AAB-B988-766592E74E0F}">
      <dsp:nvSpPr>
        <dsp:cNvPr id="0" name=""/>
        <dsp:cNvSpPr/>
      </dsp:nvSpPr>
      <dsp:spPr>
        <a:xfrm>
          <a:off x="8219371" y="1590459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Ajuste Anual por Inflación</a:t>
          </a:r>
        </a:p>
      </dsp:txBody>
      <dsp:txXfrm>
        <a:off x="8247476" y="1618564"/>
        <a:ext cx="1143246" cy="903354"/>
      </dsp:txXfrm>
    </dsp:sp>
    <dsp:sp modelId="{18FCF44E-5610-4E83-A818-64D193880066}">
      <dsp:nvSpPr>
        <dsp:cNvPr id="0" name=""/>
        <dsp:cNvSpPr/>
      </dsp:nvSpPr>
      <dsp:spPr>
        <a:xfrm rot="20400000">
          <a:off x="6150818" y="3837153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A32AC-2687-48D0-96CE-A6D2ACCF4816}">
      <dsp:nvSpPr>
        <dsp:cNvPr id="0" name=""/>
        <dsp:cNvSpPr/>
      </dsp:nvSpPr>
      <dsp:spPr>
        <a:xfrm>
          <a:off x="9026652" y="2988710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Anticipos a Socios de SC</a:t>
          </a:r>
        </a:p>
      </dsp:txBody>
      <dsp:txXfrm>
        <a:off x="9054757" y="3016815"/>
        <a:ext cx="1143246" cy="903354"/>
      </dsp:txXfrm>
    </dsp:sp>
    <dsp:sp modelId="{EF6A3786-3031-43A5-854B-B3A86F5752F7}">
      <dsp:nvSpPr>
        <dsp:cNvPr id="0" name=""/>
        <dsp:cNvSpPr/>
      </dsp:nvSpPr>
      <dsp:spPr>
        <a:xfrm>
          <a:off x="6323124" y="4814351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871E9-C7F8-4A55-B98A-919F4BBBA8A6}">
      <dsp:nvSpPr>
        <dsp:cNvPr id="0" name=""/>
        <dsp:cNvSpPr/>
      </dsp:nvSpPr>
      <dsp:spPr>
        <a:xfrm>
          <a:off x="9307018" y="4578744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Reservas para Fondos de Pensiones</a:t>
          </a:r>
        </a:p>
      </dsp:txBody>
      <dsp:txXfrm>
        <a:off x="9335123" y="4606849"/>
        <a:ext cx="1143246" cy="9033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B3505-D9EC-4023-BFB1-BAF825008C07}">
      <dsp:nvSpPr>
        <dsp:cNvPr id="0" name=""/>
        <dsp:cNvSpPr/>
      </dsp:nvSpPr>
      <dsp:spPr>
        <a:xfrm>
          <a:off x="3925533" y="1685913"/>
          <a:ext cx="2664533" cy="2664533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Deducciones</a:t>
          </a:r>
        </a:p>
      </dsp:txBody>
      <dsp:txXfrm>
        <a:off x="4315745" y="2076125"/>
        <a:ext cx="1884109" cy="1884109"/>
      </dsp:txXfrm>
    </dsp:sp>
    <dsp:sp modelId="{F0FDA065-50C3-43A0-AF52-5A0F5FD64052}">
      <dsp:nvSpPr>
        <dsp:cNvPr id="0" name=""/>
        <dsp:cNvSpPr/>
      </dsp:nvSpPr>
      <dsp:spPr>
        <a:xfrm rot="12900000">
          <a:off x="2209872" y="1219905"/>
          <a:ext cx="2043974" cy="75939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CBE1E-BD4C-48E1-9903-EFA3DE152641}">
      <dsp:nvSpPr>
        <dsp:cNvPr id="0" name=""/>
        <dsp:cNvSpPr/>
      </dsp:nvSpPr>
      <dsp:spPr>
        <a:xfrm>
          <a:off x="1129043" y="890"/>
          <a:ext cx="2531307" cy="2025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55245" rIns="55245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Requisitos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LISR-27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(22 Fracciones)</a:t>
          </a:r>
        </a:p>
      </dsp:txBody>
      <dsp:txXfrm>
        <a:off x="1188355" y="60202"/>
        <a:ext cx="2412683" cy="1906421"/>
      </dsp:txXfrm>
    </dsp:sp>
    <dsp:sp modelId="{43EB76C9-5FC4-425B-8085-569F1040D3FA}">
      <dsp:nvSpPr>
        <dsp:cNvPr id="0" name=""/>
        <dsp:cNvSpPr/>
      </dsp:nvSpPr>
      <dsp:spPr>
        <a:xfrm rot="19500000">
          <a:off x="6261752" y="1219905"/>
          <a:ext cx="2043974" cy="75939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8B32B6-80FA-473E-8EF7-E58B5C0B63A0}">
      <dsp:nvSpPr>
        <dsp:cNvPr id="0" name=""/>
        <dsp:cNvSpPr/>
      </dsp:nvSpPr>
      <dsp:spPr>
        <a:xfrm>
          <a:off x="6855249" y="890"/>
          <a:ext cx="2531307" cy="2025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55245" rIns="55245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No Deducibles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LISR-28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(31 Fracciones)</a:t>
          </a:r>
        </a:p>
      </dsp:txBody>
      <dsp:txXfrm>
        <a:off x="6914561" y="60202"/>
        <a:ext cx="2412683" cy="19064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5613E-F9B8-490B-A3AC-6EDA5C7823AA}">
      <dsp:nvSpPr>
        <dsp:cNvPr id="0" name=""/>
        <dsp:cNvSpPr/>
      </dsp:nvSpPr>
      <dsp:spPr>
        <a:xfrm>
          <a:off x="4511952" y="4701843"/>
          <a:ext cx="1491695" cy="1491695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Requisitos Generales</a:t>
          </a:r>
        </a:p>
      </dsp:txBody>
      <dsp:txXfrm>
        <a:off x="4730406" y="4920297"/>
        <a:ext cx="1054787" cy="1054787"/>
      </dsp:txXfrm>
    </dsp:sp>
    <dsp:sp modelId="{68630665-B243-451B-8B34-A0CB7062AAEF}">
      <dsp:nvSpPr>
        <dsp:cNvPr id="0" name=""/>
        <dsp:cNvSpPr/>
      </dsp:nvSpPr>
      <dsp:spPr>
        <a:xfrm rot="10800000">
          <a:off x="525901" y="5235124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86750-C771-44A5-BE40-199C7C0DD104}">
      <dsp:nvSpPr>
        <dsp:cNvPr id="0" name=""/>
        <dsp:cNvSpPr/>
      </dsp:nvSpPr>
      <dsp:spPr>
        <a:xfrm>
          <a:off x="3808" y="5030016"/>
          <a:ext cx="1044186" cy="835349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Estrictamente Indispensables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</a:t>
          </a:r>
        </a:p>
      </dsp:txBody>
      <dsp:txXfrm>
        <a:off x="28275" y="5054483"/>
        <a:ext cx="995252" cy="786415"/>
      </dsp:txXfrm>
    </dsp:sp>
    <dsp:sp modelId="{271056A0-C551-40E4-ABFE-D032C17ED2CB}">
      <dsp:nvSpPr>
        <dsp:cNvPr id="0" name=""/>
        <dsp:cNvSpPr/>
      </dsp:nvSpPr>
      <dsp:spPr>
        <a:xfrm rot="11781818">
          <a:off x="641285" y="4432611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102EC-F31B-4328-856C-410E4234BEDC}">
      <dsp:nvSpPr>
        <dsp:cNvPr id="0" name=""/>
        <dsp:cNvSpPr/>
      </dsp:nvSpPr>
      <dsp:spPr>
        <a:xfrm>
          <a:off x="195483" y="3696886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Comprobantes Fiscales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27-III</a:t>
          </a:r>
        </a:p>
      </dsp:txBody>
      <dsp:txXfrm>
        <a:off x="219950" y="3721353"/>
        <a:ext cx="995252" cy="786415"/>
      </dsp:txXfrm>
    </dsp:sp>
    <dsp:sp modelId="{C5651CF0-C5AB-47CC-AE34-998E61CADCBC}">
      <dsp:nvSpPr>
        <dsp:cNvPr id="0" name=""/>
        <dsp:cNvSpPr/>
      </dsp:nvSpPr>
      <dsp:spPr>
        <a:xfrm rot="12763636">
          <a:off x="978089" y="3695114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511CD-08BC-436C-AEA1-1C8421936AE3}">
      <dsp:nvSpPr>
        <dsp:cNvPr id="0" name=""/>
        <dsp:cNvSpPr/>
      </dsp:nvSpPr>
      <dsp:spPr>
        <a:xfrm>
          <a:off x="754980" y="2471758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Forma de pago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27-III</a:t>
          </a:r>
        </a:p>
      </dsp:txBody>
      <dsp:txXfrm>
        <a:off x="779447" y="2496225"/>
        <a:ext cx="995252" cy="786415"/>
      </dsp:txXfrm>
    </dsp:sp>
    <dsp:sp modelId="{3C9ABC46-5EFE-45C2-9648-6860A4981CE8}">
      <dsp:nvSpPr>
        <dsp:cNvPr id="0" name=""/>
        <dsp:cNvSpPr/>
      </dsp:nvSpPr>
      <dsp:spPr>
        <a:xfrm rot="13745455">
          <a:off x="1509027" y="3082379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F708D-F5D9-47EF-B470-1881D05E4862}">
      <dsp:nvSpPr>
        <dsp:cNvPr id="0" name=""/>
        <dsp:cNvSpPr/>
      </dsp:nvSpPr>
      <dsp:spPr>
        <a:xfrm>
          <a:off x="1636972" y="1453885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Registro Contable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27-IV</a:t>
          </a:r>
        </a:p>
      </dsp:txBody>
      <dsp:txXfrm>
        <a:off x="1661439" y="1478352"/>
        <a:ext cx="995252" cy="786415"/>
      </dsp:txXfrm>
    </dsp:sp>
    <dsp:sp modelId="{AA03561A-ED2B-415B-886F-B6DB8FCDB0FB}">
      <dsp:nvSpPr>
        <dsp:cNvPr id="0" name=""/>
        <dsp:cNvSpPr/>
      </dsp:nvSpPr>
      <dsp:spPr>
        <a:xfrm rot="14727273">
          <a:off x="2191085" y="2644047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C6DEA-59A5-4ADD-A9AF-3A4D62CCDDD0}">
      <dsp:nvSpPr>
        <dsp:cNvPr id="0" name=""/>
        <dsp:cNvSpPr/>
      </dsp:nvSpPr>
      <dsp:spPr>
        <a:xfrm>
          <a:off x="2770004" y="725729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Restarse una sola vez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27-IV</a:t>
          </a:r>
        </a:p>
      </dsp:txBody>
      <dsp:txXfrm>
        <a:off x="2794471" y="750196"/>
        <a:ext cx="995252" cy="786415"/>
      </dsp:txXfrm>
    </dsp:sp>
    <dsp:sp modelId="{8170D6AC-6300-4D24-B761-24C15E171976}">
      <dsp:nvSpPr>
        <dsp:cNvPr id="0" name=""/>
        <dsp:cNvSpPr/>
      </dsp:nvSpPr>
      <dsp:spPr>
        <a:xfrm rot="15709091">
          <a:off x="2969008" y="2415628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F1A67-6116-49E2-8630-3C1E375EF90D}">
      <dsp:nvSpPr>
        <dsp:cNvPr id="0" name=""/>
        <dsp:cNvSpPr/>
      </dsp:nvSpPr>
      <dsp:spPr>
        <a:xfrm>
          <a:off x="4062287" y="346281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Retención y pago de impuestos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</a:t>
          </a:r>
        </a:p>
      </dsp:txBody>
      <dsp:txXfrm>
        <a:off x="4086754" y="370748"/>
        <a:ext cx="995252" cy="786415"/>
      </dsp:txXfrm>
    </dsp:sp>
    <dsp:sp modelId="{78C9800D-5598-4D62-B049-F0AB933FA51C}">
      <dsp:nvSpPr>
        <dsp:cNvPr id="0" name=""/>
        <dsp:cNvSpPr/>
      </dsp:nvSpPr>
      <dsp:spPr>
        <a:xfrm rot="16690909">
          <a:off x="3779773" y="2415628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77706-C678-4BFE-B0FD-069EDD12B822}">
      <dsp:nvSpPr>
        <dsp:cNvPr id="0" name=""/>
        <dsp:cNvSpPr/>
      </dsp:nvSpPr>
      <dsp:spPr>
        <a:xfrm>
          <a:off x="5409125" y="346281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Simetría en el que acumula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27-VIII</a:t>
          </a:r>
        </a:p>
      </dsp:txBody>
      <dsp:txXfrm>
        <a:off x="5433592" y="370748"/>
        <a:ext cx="995252" cy="786415"/>
      </dsp:txXfrm>
    </dsp:sp>
    <dsp:sp modelId="{CB2CB013-E369-4457-8B7A-4A5F3B3199AD}">
      <dsp:nvSpPr>
        <dsp:cNvPr id="0" name=""/>
        <dsp:cNvSpPr/>
      </dsp:nvSpPr>
      <dsp:spPr>
        <a:xfrm rot="17672727">
          <a:off x="4557696" y="2644047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C7FF8-8D7B-47D2-A6ED-344850BDC293}">
      <dsp:nvSpPr>
        <dsp:cNvPr id="0" name=""/>
        <dsp:cNvSpPr/>
      </dsp:nvSpPr>
      <dsp:spPr>
        <a:xfrm>
          <a:off x="6701408" y="725729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Valores de Mercado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27-XIII</a:t>
          </a:r>
        </a:p>
      </dsp:txBody>
      <dsp:txXfrm>
        <a:off x="6725875" y="750196"/>
        <a:ext cx="995252" cy="786415"/>
      </dsp:txXfrm>
    </dsp:sp>
    <dsp:sp modelId="{B6BF052E-92CB-4336-93B1-BD77C9050466}">
      <dsp:nvSpPr>
        <dsp:cNvPr id="0" name=""/>
        <dsp:cNvSpPr/>
      </dsp:nvSpPr>
      <dsp:spPr>
        <a:xfrm rot="18654545">
          <a:off x="5239754" y="3082379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76CD9F-9A2A-4D1A-88E8-0B451E1EF40F}">
      <dsp:nvSpPr>
        <dsp:cNvPr id="0" name=""/>
        <dsp:cNvSpPr/>
      </dsp:nvSpPr>
      <dsp:spPr>
        <a:xfrm>
          <a:off x="7834441" y="1453885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Legal Importación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27-XIV</a:t>
          </a:r>
        </a:p>
      </dsp:txBody>
      <dsp:txXfrm>
        <a:off x="7858908" y="1478352"/>
        <a:ext cx="995252" cy="786415"/>
      </dsp:txXfrm>
    </dsp:sp>
    <dsp:sp modelId="{008523D0-8F78-4A14-A30F-51CC4DDA343D}">
      <dsp:nvSpPr>
        <dsp:cNvPr id="0" name=""/>
        <dsp:cNvSpPr/>
      </dsp:nvSpPr>
      <dsp:spPr>
        <a:xfrm rot="19636364">
          <a:off x="5770692" y="3695114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0B3AD-BDF3-40AB-9D9E-3CAED9C95582}">
      <dsp:nvSpPr>
        <dsp:cNvPr id="0" name=""/>
        <dsp:cNvSpPr/>
      </dsp:nvSpPr>
      <dsp:spPr>
        <a:xfrm>
          <a:off x="8716432" y="2471758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No ser provisiones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28-VIII</a:t>
          </a:r>
        </a:p>
      </dsp:txBody>
      <dsp:txXfrm>
        <a:off x="8740899" y="2496225"/>
        <a:ext cx="995252" cy="786415"/>
      </dsp:txXfrm>
    </dsp:sp>
    <dsp:sp modelId="{F35DC7BF-39F3-43C1-9538-C8FCECF112AF}">
      <dsp:nvSpPr>
        <dsp:cNvPr id="0" name=""/>
        <dsp:cNvSpPr/>
      </dsp:nvSpPr>
      <dsp:spPr>
        <a:xfrm rot="20618182">
          <a:off x="6107496" y="4432611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F6198-E229-4226-A0E2-C0B01CA80603}">
      <dsp:nvSpPr>
        <dsp:cNvPr id="0" name=""/>
        <dsp:cNvSpPr/>
      </dsp:nvSpPr>
      <dsp:spPr>
        <a:xfrm>
          <a:off x="9275929" y="3696886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No corresponder a  prorratas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28-XVIII</a:t>
          </a:r>
        </a:p>
      </dsp:txBody>
      <dsp:txXfrm>
        <a:off x="9300396" y="3721353"/>
        <a:ext cx="995252" cy="786415"/>
      </dsp:txXfrm>
    </dsp:sp>
    <dsp:sp modelId="{B4A7F1CC-1459-4190-9F45-26FA522FA62C}">
      <dsp:nvSpPr>
        <dsp:cNvPr id="0" name=""/>
        <dsp:cNvSpPr/>
      </dsp:nvSpPr>
      <dsp:spPr>
        <a:xfrm>
          <a:off x="6222880" y="5235124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CE851-4029-4336-BEBB-CB6D14260CC8}">
      <dsp:nvSpPr>
        <dsp:cNvPr id="0" name=""/>
        <dsp:cNvSpPr/>
      </dsp:nvSpPr>
      <dsp:spPr>
        <a:xfrm>
          <a:off x="9467604" y="5030016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No corresponder a utilidades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28-XVI</a:t>
          </a:r>
        </a:p>
      </dsp:txBody>
      <dsp:txXfrm>
        <a:off x="9492071" y="5054483"/>
        <a:ext cx="995252" cy="7864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E2BE49-BD5C-47B3-8849-8E9740B90BAE}">
      <dsp:nvSpPr>
        <dsp:cNvPr id="0" name=""/>
        <dsp:cNvSpPr/>
      </dsp:nvSpPr>
      <dsp:spPr>
        <a:xfrm>
          <a:off x="7063101" y="3526748"/>
          <a:ext cx="479853" cy="4571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9926" y="0"/>
              </a:lnTo>
              <a:lnTo>
                <a:pt x="239926" y="457177"/>
              </a:lnTo>
              <a:lnTo>
                <a:pt x="479853" y="4571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86459" y="3738767"/>
        <a:ext cx="33138" cy="33138"/>
      </dsp:txXfrm>
    </dsp:sp>
    <dsp:sp modelId="{A006C587-9D0D-45F1-8889-551AB4B56110}">
      <dsp:nvSpPr>
        <dsp:cNvPr id="0" name=""/>
        <dsp:cNvSpPr/>
      </dsp:nvSpPr>
      <dsp:spPr>
        <a:xfrm>
          <a:off x="7063101" y="3069570"/>
          <a:ext cx="479853" cy="457177"/>
        </a:xfrm>
        <a:custGeom>
          <a:avLst/>
          <a:gdLst/>
          <a:ahLst/>
          <a:cxnLst/>
          <a:rect l="0" t="0" r="0" b="0"/>
          <a:pathLst>
            <a:path>
              <a:moveTo>
                <a:pt x="0" y="457177"/>
              </a:moveTo>
              <a:lnTo>
                <a:pt x="239926" y="457177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86459" y="3281590"/>
        <a:ext cx="33138" cy="33138"/>
      </dsp:txXfrm>
    </dsp:sp>
    <dsp:sp modelId="{AA336435-D9C8-4B0A-AED6-37299BC234F2}">
      <dsp:nvSpPr>
        <dsp:cNvPr id="0" name=""/>
        <dsp:cNvSpPr/>
      </dsp:nvSpPr>
      <dsp:spPr>
        <a:xfrm>
          <a:off x="4183981" y="3069570"/>
          <a:ext cx="479853" cy="4571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9926" y="0"/>
              </a:lnTo>
              <a:lnTo>
                <a:pt x="239926" y="457177"/>
              </a:lnTo>
              <a:lnTo>
                <a:pt x="479853" y="4571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07339" y="3281590"/>
        <a:ext cx="33138" cy="33138"/>
      </dsp:txXfrm>
    </dsp:sp>
    <dsp:sp modelId="{06B57ED0-A674-47B8-8EF1-935D956CC5C0}">
      <dsp:nvSpPr>
        <dsp:cNvPr id="0" name=""/>
        <dsp:cNvSpPr/>
      </dsp:nvSpPr>
      <dsp:spPr>
        <a:xfrm>
          <a:off x="4183981" y="2612393"/>
          <a:ext cx="479853" cy="457177"/>
        </a:xfrm>
        <a:custGeom>
          <a:avLst/>
          <a:gdLst/>
          <a:ahLst/>
          <a:cxnLst/>
          <a:rect l="0" t="0" r="0" b="0"/>
          <a:pathLst>
            <a:path>
              <a:moveTo>
                <a:pt x="0" y="457177"/>
              </a:moveTo>
              <a:lnTo>
                <a:pt x="239926" y="457177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07339" y="2824412"/>
        <a:ext cx="33138" cy="33138"/>
      </dsp:txXfrm>
    </dsp:sp>
    <dsp:sp modelId="{E4598CA2-CAD7-4372-BE25-404DD55FF3FC}">
      <dsp:nvSpPr>
        <dsp:cNvPr id="0" name=""/>
        <dsp:cNvSpPr/>
      </dsp:nvSpPr>
      <dsp:spPr>
        <a:xfrm>
          <a:off x="1304862" y="1926627"/>
          <a:ext cx="479853" cy="11429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9926" y="0"/>
              </a:lnTo>
              <a:lnTo>
                <a:pt x="239926" y="1142943"/>
              </a:lnTo>
              <a:lnTo>
                <a:pt x="479853" y="114294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513798" y="2467109"/>
        <a:ext cx="61979" cy="61979"/>
      </dsp:txXfrm>
    </dsp:sp>
    <dsp:sp modelId="{B4D0725D-0124-4AE3-AF39-390BA80A389B}">
      <dsp:nvSpPr>
        <dsp:cNvPr id="0" name=""/>
        <dsp:cNvSpPr/>
      </dsp:nvSpPr>
      <dsp:spPr>
        <a:xfrm>
          <a:off x="4183981" y="1235163"/>
          <a:ext cx="479853" cy="462875"/>
        </a:xfrm>
        <a:custGeom>
          <a:avLst/>
          <a:gdLst/>
          <a:ahLst/>
          <a:cxnLst/>
          <a:rect l="0" t="0" r="0" b="0"/>
          <a:pathLst>
            <a:path>
              <a:moveTo>
                <a:pt x="0" y="462875"/>
              </a:moveTo>
              <a:lnTo>
                <a:pt x="239926" y="462875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07240" y="1449933"/>
        <a:ext cx="33335" cy="33335"/>
      </dsp:txXfrm>
    </dsp:sp>
    <dsp:sp modelId="{76FDFECE-60A1-474C-86BA-08EE996B25AF}">
      <dsp:nvSpPr>
        <dsp:cNvPr id="0" name=""/>
        <dsp:cNvSpPr/>
      </dsp:nvSpPr>
      <dsp:spPr>
        <a:xfrm>
          <a:off x="1304862" y="1698039"/>
          <a:ext cx="479853" cy="228588"/>
        </a:xfrm>
        <a:custGeom>
          <a:avLst/>
          <a:gdLst/>
          <a:ahLst/>
          <a:cxnLst/>
          <a:rect l="0" t="0" r="0" b="0"/>
          <a:pathLst>
            <a:path>
              <a:moveTo>
                <a:pt x="0" y="228588"/>
              </a:moveTo>
              <a:lnTo>
                <a:pt x="239926" y="228588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531500" y="1799045"/>
        <a:ext cx="26575" cy="26575"/>
      </dsp:txXfrm>
    </dsp:sp>
    <dsp:sp modelId="{370049AC-971A-4301-9744-AAF3927589F3}">
      <dsp:nvSpPr>
        <dsp:cNvPr id="0" name=""/>
        <dsp:cNvSpPr/>
      </dsp:nvSpPr>
      <dsp:spPr>
        <a:xfrm>
          <a:off x="4183981" y="783684"/>
          <a:ext cx="479853" cy="4511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9926" y="0"/>
              </a:lnTo>
              <a:lnTo>
                <a:pt x="239926" y="451157"/>
              </a:lnTo>
              <a:lnTo>
                <a:pt x="479853" y="4511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07442" y="992797"/>
        <a:ext cx="32931" cy="32931"/>
      </dsp:txXfrm>
    </dsp:sp>
    <dsp:sp modelId="{F7699245-F5A0-419E-8720-D8FAF5869212}">
      <dsp:nvSpPr>
        <dsp:cNvPr id="0" name=""/>
        <dsp:cNvSpPr/>
      </dsp:nvSpPr>
      <dsp:spPr>
        <a:xfrm>
          <a:off x="1304862" y="783684"/>
          <a:ext cx="479853" cy="1142943"/>
        </a:xfrm>
        <a:custGeom>
          <a:avLst/>
          <a:gdLst/>
          <a:ahLst/>
          <a:cxnLst/>
          <a:rect l="0" t="0" r="0" b="0"/>
          <a:pathLst>
            <a:path>
              <a:moveTo>
                <a:pt x="0" y="1142943"/>
              </a:moveTo>
              <a:lnTo>
                <a:pt x="239926" y="1142943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513798" y="1324166"/>
        <a:ext cx="61979" cy="61979"/>
      </dsp:txXfrm>
    </dsp:sp>
    <dsp:sp modelId="{8079E338-520C-4EB9-B3E6-D0EE9EC0AFE4}">
      <dsp:nvSpPr>
        <dsp:cNvPr id="0" name=""/>
        <dsp:cNvSpPr/>
      </dsp:nvSpPr>
      <dsp:spPr>
        <a:xfrm rot="16200000">
          <a:off x="-985836" y="1560885"/>
          <a:ext cx="3849914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Donativos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</a:t>
          </a:r>
        </a:p>
      </dsp:txBody>
      <dsp:txXfrm>
        <a:off x="-985836" y="1560885"/>
        <a:ext cx="3849914" cy="731483"/>
      </dsp:txXfrm>
    </dsp:sp>
    <dsp:sp modelId="{5045F56C-672A-4E1C-BEDF-6003DE67887A}">
      <dsp:nvSpPr>
        <dsp:cNvPr id="0" name=""/>
        <dsp:cNvSpPr/>
      </dsp:nvSpPr>
      <dsp:spPr>
        <a:xfrm>
          <a:off x="1784715" y="417942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Onerosos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(Con Gravámenes</a:t>
          </a:r>
          <a:r>
            <a:rPr lang="es-MX" sz="1600" kern="1200" dirty="0"/>
            <a:t>)</a:t>
          </a:r>
        </a:p>
      </dsp:txBody>
      <dsp:txXfrm>
        <a:off x="1784715" y="417942"/>
        <a:ext cx="2399266" cy="731483"/>
      </dsp:txXfrm>
    </dsp:sp>
    <dsp:sp modelId="{663712CA-D880-41E6-86C7-4002315EEF53}">
      <dsp:nvSpPr>
        <dsp:cNvPr id="0" name=""/>
        <dsp:cNvSpPr/>
      </dsp:nvSpPr>
      <dsp:spPr>
        <a:xfrm>
          <a:off x="4663835" y="869099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4663835" y="869099"/>
        <a:ext cx="2399266" cy="731483"/>
      </dsp:txXfrm>
    </dsp:sp>
    <dsp:sp modelId="{07A7B7AC-D465-46E5-967B-3D4A514A5F51}">
      <dsp:nvSpPr>
        <dsp:cNvPr id="0" name=""/>
        <dsp:cNvSpPr/>
      </dsp:nvSpPr>
      <dsp:spPr>
        <a:xfrm>
          <a:off x="1784715" y="1332297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Remunerativos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(Por Servicios Recibidos)</a:t>
          </a:r>
        </a:p>
      </dsp:txBody>
      <dsp:txXfrm>
        <a:off x="1784715" y="1332297"/>
        <a:ext cx="2399266" cy="731483"/>
      </dsp:txXfrm>
    </dsp:sp>
    <dsp:sp modelId="{C319C423-7319-443D-9B62-4BD0EF03D182}">
      <dsp:nvSpPr>
        <dsp:cNvPr id="0" name=""/>
        <dsp:cNvSpPr/>
      </dsp:nvSpPr>
      <dsp:spPr>
        <a:xfrm>
          <a:off x="4663835" y="869421"/>
          <a:ext cx="2399266" cy="731483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Estrictamente Indispensables</a:t>
          </a:r>
        </a:p>
      </dsp:txBody>
      <dsp:txXfrm>
        <a:off x="4663835" y="869421"/>
        <a:ext cx="2399266" cy="731483"/>
      </dsp:txXfrm>
    </dsp:sp>
    <dsp:sp modelId="{9398CBF6-977D-4382-A495-46C6F5CA9764}">
      <dsp:nvSpPr>
        <dsp:cNvPr id="0" name=""/>
        <dsp:cNvSpPr/>
      </dsp:nvSpPr>
      <dsp:spPr>
        <a:xfrm>
          <a:off x="1784715" y="2703829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Altruistas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(No Indispensables)</a:t>
          </a:r>
        </a:p>
      </dsp:txBody>
      <dsp:txXfrm>
        <a:off x="1784715" y="2703829"/>
        <a:ext cx="2399266" cy="731483"/>
      </dsp:txXfrm>
    </dsp:sp>
    <dsp:sp modelId="{84B52692-9C4B-4950-8647-6B600319A9EC}">
      <dsp:nvSpPr>
        <dsp:cNvPr id="0" name=""/>
        <dsp:cNvSpPr/>
      </dsp:nvSpPr>
      <dsp:spPr>
        <a:xfrm>
          <a:off x="4663835" y="2246651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Beneficiarios Aprobados</a:t>
          </a:r>
        </a:p>
      </dsp:txBody>
      <dsp:txXfrm>
        <a:off x="4663835" y="2246651"/>
        <a:ext cx="2399266" cy="731483"/>
      </dsp:txXfrm>
    </dsp:sp>
    <dsp:sp modelId="{F4EA3A93-0F9E-4034-8365-588DB511DD33}">
      <dsp:nvSpPr>
        <dsp:cNvPr id="0" name=""/>
        <dsp:cNvSpPr/>
      </dsp:nvSpPr>
      <dsp:spPr>
        <a:xfrm>
          <a:off x="4663835" y="3161006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Monto limitado a un porciento de la Utilidad del Ejercicio Anterior</a:t>
          </a:r>
        </a:p>
      </dsp:txBody>
      <dsp:txXfrm>
        <a:off x="4663835" y="3161006"/>
        <a:ext cx="2399266" cy="731483"/>
      </dsp:txXfrm>
    </dsp:sp>
    <dsp:sp modelId="{2AC3913F-FBED-40FB-935A-EF042652384D}">
      <dsp:nvSpPr>
        <dsp:cNvPr id="0" name=""/>
        <dsp:cNvSpPr/>
      </dsp:nvSpPr>
      <dsp:spPr>
        <a:xfrm>
          <a:off x="7542955" y="2703829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Privados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7% </a:t>
          </a:r>
        </a:p>
      </dsp:txBody>
      <dsp:txXfrm>
        <a:off x="7542955" y="2703829"/>
        <a:ext cx="2399266" cy="731483"/>
      </dsp:txXfrm>
    </dsp:sp>
    <dsp:sp modelId="{5886FDB3-2255-449C-BF4C-DD65DF32C319}">
      <dsp:nvSpPr>
        <dsp:cNvPr id="0" name=""/>
        <dsp:cNvSpPr/>
      </dsp:nvSpPr>
      <dsp:spPr>
        <a:xfrm>
          <a:off x="7542955" y="3618183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Entidades de Gobierno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4%</a:t>
          </a:r>
        </a:p>
      </dsp:txBody>
      <dsp:txXfrm>
        <a:off x="7542955" y="3618183"/>
        <a:ext cx="2399266" cy="7314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B1A19-1BD3-4059-AAD2-6DF2962665F5}">
      <dsp:nvSpPr>
        <dsp:cNvPr id="0" name=""/>
        <dsp:cNvSpPr/>
      </dsp:nvSpPr>
      <dsp:spPr>
        <a:xfrm>
          <a:off x="5671177" y="3209111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516721"/>
              </a:lnTo>
              <a:lnTo>
                <a:pt x="542350" y="5167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23625" y="3448745"/>
        <a:ext cx="37454" cy="37454"/>
      </dsp:txXfrm>
    </dsp:sp>
    <dsp:sp modelId="{B0B60BC0-8F39-4670-8DF3-55DDEC575D92}">
      <dsp:nvSpPr>
        <dsp:cNvPr id="0" name=""/>
        <dsp:cNvSpPr/>
      </dsp:nvSpPr>
      <dsp:spPr>
        <a:xfrm>
          <a:off x="5671177" y="2692390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516721"/>
              </a:moveTo>
              <a:lnTo>
                <a:pt x="271175" y="516721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23625" y="2932023"/>
        <a:ext cx="37454" cy="37454"/>
      </dsp:txXfrm>
    </dsp:sp>
    <dsp:sp modelId="{5B482610-ACA5-4BDD-B8CC-04FB815CC229}">
      <dsp:nvSpPr>
        <dsp:cNvPr id="0" name=""/>
        <dsp:cNvSpPr/>
      </dsp:nvSpPr>
      <dsp:spPr>
        <a:xfrm>
          <a:off x="2417072" y="2175669"/>
          <a:ext cx="542350" cy="1033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1033442"/>
              </a:lnTo>
              <a:lnTo>
                <a:pt x="542350" y="10334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59070" y="2663212"/>
        <a:ext cx="58355" cy="58355"/>
      </dsp:txXfrm>
    </dsp:sp>
    <dsp:sp modelId="{83D0BCE6-06EC-4801-817B-0C3C4C06878A}">
      <dsp:nvSpPr>
        <dsp:cNvPr id="0" name=""/>
        <dsp:cNvSpPr/>
      </dsp:nvSpPr>
      <dsp:spPr>
        <a:xfrm>
          <a:off x="2417072" y="2129948"/>
          <a:ext cx="5423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2350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74689" y="2162110"/>
        <a:ext cx="27117" cy="27117"/>
      </dsp:txXfrm>
    </dsp:sp>
    <dsp:sp modelId="{DF18E460-7B67-4B69-AE49-103E7FDF4295}">
      <dsp:nvSpPr>
        <dsp:cNvPr id="0" name=""/>
        <dsp:cNvSpPr/>
      </dsp:nvSpPr>
      <dsp:spPr>
        <a:xfrm>
          <a:off x="2417072" y="1142226"/>
          <a:ext cx="542350" cy="1033442"/>
        </a:xfrm>
        <a:custGeom>
          <a:avLst/>
          <a:gdLst/>
          <a:ahLst/>
          <a:cxnLst/>
          <a:rect l="0" t="0" r="0" b="0"/>
          <a:pathLst>
            <a:path>
              <a:moveTo>
                <a:pt x="0" y="1033442"/>
              </a:moveTo>
              <a:lnTo>
                <a:pt x="271175" y="1033442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59070" y="1629769"/>
        <a:ext cx="58355" cy="58355"/>
      </dsp:txXfrm>
    </dsp:sp>
    <dsp:sp modelId="{5C693C82-EF1D-4440-8C05-CF27E4277B23}">
      <dsp:nvSpPr>
        <dsp:cNvPr id="0" name=""/>
        <dsp:cNvSpPr/>
      </dsp:nvSpPr>
      <dsp:spPr>
        <a:xfrm rot="16200000">
          <a:off x="-171973" y="1762291"/>
          <a:ext cx="4351338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kern="1200" dirty="0"/>
            <a:t>Comprobantes Fiscales</a:t>
          </a:r>
        </a:p>
      </dsp:txBody>
      <dsp:txXfrm>
        <a:off x="-171973" y="1762291"/>
        <a:ext cx="4351338" cy="826754"/>
      </dsp:txXfrm>
    </dsp:sp>
    <dsp:sp modelId="{B304A67C-4B4D-4998-8495-7A7AC6146065}">
      <dsp:nvSpPr>
        <dsp:cNvPr id="0" name=""/>
        <dsp:cNvSpPr/>
      </dsp:nvSpPr>
      <dsp:spPr>
        <a:xfrm>
          <a:off x="2959423" y="728849"/>
          <a:ext cx="2711753" cy="826754"/>
        </a:xfrm>
        <a:prstGeom prst="rect">
          <a:avLst/>
        </a:prstGeom>
        <a:solidFill>
          <a:srgbClr val="5B9BD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Emitir</a:t>
          </a:r>
          <a:r>
            <a:rPr lang="en-US" sz="1700" kern="1200" dirty="0"/>
            <a:t> </a:t>
          </a:r>
          <a:r>
            <a:rPr lang="en-US" sz="1700" kern="1200" dirty="0" err="1"/>
            <a:t>por</a:t>
          </a:r>
          <a:r>
            <a:rPr lang="en-US" sz="1700" kern="1200" dirty="0"/>
            <a:t> </a:t>
          </a:r>
          <a:r>
            <a:rPr lang="en-US" sz="1700" kern="1200" dirty="0" err="1"/>
            <a:t>operaciones</a:t>
          </a:r>
          <a:r>
            <a:rPr lang="en-US" sz="1700" kern="1200" dirty="0"/>
            <a:t> </a:t>
          </a:r>
          <a:r>
            <a:rPr lang="en-US" sz="1700" kern="1200" dirty="0" err="1"/>
            <a:t>propias</a:t>
          </a:r>
          <a:endParaRPr lang="en-US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LISR 76-II</a:t>
          </a:r>
        </a:p>
      </dsp:txBody>
      <dsp:txXfrm>
        <a:off x="2959423" y="728849"/>
        <a:ext cx="2711753" cy="826754"/>
      </dsp:txXfrm>
    </dsp:sp>
    <dsp:sp modelId="{EF5C22CD-7FA7-4B26-944F-5CA8A7710EF4}">
      <dsp:nvSpPr>
        <dsp:cNvPr id="0" name=""/>
        <dsp:cNvSpPr/>
      </dsp:nvSpPr>
      <dsp:spPr>
        <a:xfrm>
          <a:off x="2959423" y="1762291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Recabar los emitidos por Terceros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27-XVIII</a:t>
          </a:r>
        </a:p>
      </dsp:txBody>
      <dsp:txXfrm>
        <a:off x="2959423" y="1762291"/>
        <a:ext cx="2711753" cy="826754"/>
      </dsp:txXfrm>
    </dsp:sp>
    <dsp:sp modelId="{2E75D12B-E4A5-44E9-98EB-5B46B8F31897}">
      <dsp:nvSpPr>
        <dsp:cNvPr id="0" name=""/>
        <dsp:cNvSpPr/>
      </dsp:nvSpPr>
      <dsp:spPr>
        <a:xfrm>
          <a:off x="2959423" y="2795734"/>
          <a:ext cx="2711753" cy="82675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Emitir por operaciones de Terceros</a:t>
          </a:r>
        </a:p>
      </dsp:txBody>
      <dsp:txXfrm>
        <a:off x="2959423" y="2795734"/>
        <a:ext cx="2711753" cy="826754"/>
      </dsp:txXfrm>
    </dsp:sp>
    <dsp:sp modelId="{6E07BA9B-A044-4DD2-902E-E1DEC83879E6}">
      <dsp:nvSpPr>
        <dsp:cNvPr id="0" name=""/>
        <dsp:cNvSpPr/>
      </dsp:nvSpPr>
      <dsp:spPr>
        <a:xfrm>
          <a:off x="6213527" y="2279013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Sueldos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99-III</a:t>
          </a:r>
        </a:p>
      </dsp:txBody>
      <dsp:txXfrm>
        <a:off x="6213527" y="2279013"/>
        <a:ext cx="2711753" cy="826754"/>
      </dsp:txXfrm>
    </dsp:sp>
    <dsp:sp modelId="{D716D824-F7FD-4D1C-B279-529436F4407D}">
      <dsp:nvSpPr>
        <dsp:cNvPr id="0" name=""/>
        <dsp:cNvSpPr/>
      </dsp:nvSpPr>
      <dsp:spPr>
        <a:xfrm>
          <a:off x="6213527" y="3312456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Pagos con Fuente de Riqueza en México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76-III</a:t>
          </a:r>
        </a:p>
      </dsp:txBody>
      <dsp:txXfrm>
        <a:off x="6213527" y="3312456"/>
        <a:ext cx="2711753" cy="8267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FCFBD6-78D8-43D8-8061-7A7814D53FCD}">
      <dsp:nvSpPr>
        <dsp:cNvPr id="0" name=""/>
        <dsp:cNvSpPr/>
      </dsp:nvSpPr>
      <dsp:spPr>
        <a:xfrm>
          <a:off x="4070199" y="3439718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5349" y="0"/>
              </a:lnTo>
              <a:lnTo>
                <a:pt x="265349" y="505619"/>
              </a:lnTo>
              <a:lnTo>
                <a:pt x="530698" y="5056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17224" y="3674203"/>
        <a:ext cx="36650" cy="36650"/>
      </dsp:txXfrm>
    </dsp:sp>
    <dsp:sp modelId="{D0C9CD26-E5EB-4058-8877-564512F68379}">
      <dsp:nvSpPr>
        <dsp:cNvPr id="0" name=""/>
        <dsp:cNvSpPr/>
      </dsp:nvSpPr>
      <dsp:spPr>
        <a:xfrm>
          <a:off x="7254392" y="2934098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5349" y="0"/>
              </a:lnTo>
              <a:lnTo>
                <a:pt x="265349" y="505619"/>
              </a:lnTo>
              <a:lnTo>
                <a:pt x="530698" y="5056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01416" y="3168583"/>
        <a:ext cx="36650" cy="36650"/>
      </dsp:txXfrm>
    </dsp:sp>
    <dsp:sp modelId="{8DBEA226-5EBB-485C-B147-EE977830C29D}">
      <dsp:nvSpPr>
        <dsp:cNvPr id="0" name=""/>
        <dsp:cNvSpPr/>
      </dsp:nvSpPr>
      <dsp:spPr>
        <a:xfrm>
          <a:off x="7254392" y="2428478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505619"/>
              </a:moveTo>
              <a:lnTo>
                <a:pt x="265349" y="505619"/>
              </a:lnTo>
              <a:lnTo>
                <a:pt x="265349" y="0"/>
              </a:lnTo>
              <a:lnTo>
                <a:pt x="530698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01416" y="2662963"/>
        <a:ext cx="36650" cy="36650"/>
      </dsp:txXfrm>
    </dsp:sp>
    <dsp:sp modelId="{D3319BCC-5296-4BE4-8A21-CD6AAEDD84CD}">
      <dsp:nvSpPr>
        <dsp:cNvPr id="0" name=""/>
        <dsp:cNvSpPr/>
      </dsp:nvSpPr>
      <dsp:spPr>
        <a:xfrm>
          <a:off x="4070199" y="2934098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505619"/>
              </a:moveTo>
              <a:lnTo>
                <a:pt x="265349" y="505619"/>
              </a:lnTo>
              <a:lnTo>
                <a:pt x="265349" y="0"/>
              </a:lnTo>
              <a:lnTo>
                <a:pt x="530698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17224" y="3168583"/>
        <a:ext cx="36650" cy="36650"/>
      </dsp:txXfrm>
    </dsp:sp>
    <dsp:sp modelId="{FA3CCB07-9886-46F7-8F69-50B69573CE3F}">
      <dsp:nvSpPr>
        <dsp:cNvPr id="0" name=""/>
        <dsp:cNvSpPr/>
      </dsp:nvSpPr>
      <dsp:spPr>
        <a:xfrm>
          <a:off x="886007" y="2175669"/>
          <a:ext cx="530698" cy="1264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5349" y="0"/>
              </a:lnTo>
              <a:lnTo>
                <a:pt x="265349" y="1264049"/>
              </a:lnTo>
              <a:lnTo>
                <a:pt x="530698" y="12640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117083" y="2773420"/>
        <a:ext cx="68546" cy="68546"/>
      </dsp:txXfrm>
    </dsp:sp>
    <dsp:sp modelId="{B6032D0B-51B8-4073-962F-BD36E28C8211}">
      <dsp:nvSpPr>
        <dsp:cNvPr id="0" name=""/>
        <dsp:cNvSpPr/>
      </dsp:nvSpPr>
      <dsp:spPr>
        <a:xfrm>
          <a:off x="4070199" y="911619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5349" y="0"/>
              </a:lnTo>
              <a:lnTo>
                <a:pt x="265349" y="505619"/>
              </a:lnTo>
              <a:lnTo>
                <a:pt x="530698" y="5056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17224" y="1146104"/>
        <a:ext cx="36650" cy="36650"/>
      </dsp:txXfrm>
    </dsp:sp>
    <dsp:sp modelId="{7791F8EB-3931-4883-9A06-7A277F5E0840}">
      <dsp:nvSpPr>
        <dsp:cNvPr id="0" name=""/>
        <dsp:cNvSpPr/>
      </dsp:nvSpPr>
      <dsp:spPr>
        <a:xfrm>
          <a:off x="4070199" y="405999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505619"/>
              </a:moveTo>
              <a:lnTo>
                <a:pt x="265349" y="505619"/>
              </a:lnTo>
              <a:lnTo>
                <a:pt x="265349" y="0"/>
              </a:lnTo>
              <a:lnTo>
                <a:pt x="530698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17224" y="640484"/>
        <a:ext cx="36650" cy="36650"/>
      </dsp:txXfrm>
    </dsp:sp>
    <dsp:sp modelId="{FD99CEE1-BB37-4E41-AEEF-64322381E776}">
      <dsp:nvSpPr>
        <dsp:cNvPr id="0" name=""/>
        <dsp:cNvSpPr/>
      </dsp:nvSpPr>
      <dsp:spPr>
        <a:xfrm>
          <a:off x="886007" y="911619"/>
          <a:ext cx="530698" cy="1264049"/>
        </a:xfrm>
        <a:custGeom>
          <a:avLst/>
          <a:gdLst/>
          <a:ahLst/>
          <a:cxnLst/>
          <a:rect l="0" t="0" r="0" b="0"/>
          <a:pathLst>
            <a:path>
              <a:moveTo>
                <a:pt x="0" y="1264049"/>
              </a:moveTo>
              <a:lnTo>
                <a:pt x="265349" y="1264049"/>
              </a:lnTo>
              <a:lnTo>
                <a:pt x="265349" y="0"/>
              </a:lnTo>
              <a:lnTo>
                <a:pt x="53069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117083" y="1509370"/>
        <a:ext cx="68546" cy="68546"/>
      </dsp:txXfrm>
    </dsp:sp>
    <dsp:sp modelId="{E372E050-08EA-437D-9BFF-23C6D75050AF}">
      <dsp:nvSpPr>
        <dsp:cNvPr id="0" name=""/>
        <dsp:cNvSpPr/>
      </dsp:nvSpPr>
      <dsp:spPr>
        <a:xfrm rot="16200000">
          <a:off x="-1647414" y="1771173"/>
          <a:ext cx="4257852" cy="8089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Forma de Pago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27-III</a:t>
          </a:r>
        </a:p>
      </dsp:txBody>
      <dsp:txXfrm>
        <a:off x="-1647414" y="1771173"/>
        <a:ext cx="4257852" cy="808991"/>
      </dsp:txXfrm>
    </dsp:sp>
    <dsp:sp modelId="{44F1C7B6-D27D-4D10-9441-1DC46086C023}">
      <dsp:nvSpPr>
        <dsp:cNvPr id="0" name=""/>
        <dsp:cNvSpPr/>
      </dsp:nvSpPr>
      <dsp:spPr>
        <a:xfrm>
          <a:off x="1416706" y="507123"/>
          <a:ext cx="2653493" cy="8089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Combustibles</a:t>
          </a:r>
        </a:p>
      </dsp:txBody>
      <dsp:txXfrm>
        <a:off x="1416706" y="507123"/>
        <a:ext cx="2653493" cy="808991"/>
      </dsp:txXfrm>
    </dsp:sp>
    <dsp:sp modelId="{564D51C0-F78B-46CD-9DFA-F3E530C12963}">
      <dsp:nvSpPr>
        <dsp:cNvPr id="0" name=""/>
        <dsp:cNvSpPr/>
      </dsp:nvSpPr>
      <dsp:spPr>
        <a:xfrm>
          <a:off x="4600898" y="1503"/>
          <a:ext cx="2653493" cy="808991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En efectivo</a:t>
          </a:r>
        </a:p>
      </dsp:txBody>
      <dsp:txXfrm>
        <a:off x="4600898" y="1503"/>
        <a:ext cx="2653493" cy="808991"/>
      </dsp:txXfrm>
    </dsp:sp>
    <dsp:sp modelId="{E3CFD999-8DE0-45BE-9C6B-AEE881EDD46D}">
      <dsp:nvSpPr>
        <dsp:cNvPr id="0" name=""/>
        <dsp:cNvSpPr/>
      </dsp:nvSpPr>
      <dsp:spPr>
        <a:xfrm>
          <a:off x="4600898" y="1012743"/>
          <a:ext cx="2653493" cy="808991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Medios formales</a:t>
          </a:r>
        </a:p>
      </dsp:txBody>
      <dsp:txXfrm>
        <a:off x="4600898" y="1012743"/>
        <a:ext cx="2653493" cy="808991"/>
      </dsp:txXfrm>
    </dsp:sp>
    <dsp:sp modelId="{C6A1CAB0-5137-43CE-82BB-5287ADF58240}">
      <dsp:nvSpPr>
        <dsp:cNvPr id="0" name=""/>
        <dsp:cNvSpPr/>
      </dsp:nvSpPr>
      <dsp:spPr>
        <a:xfrm>
          <a:off x="1416706" y="3035222"/>
          <a:ext cx="2653493" cy="8089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Otros</a:t>
          </a:r>
        </a:p>
      </dsp:txBody>
      <dsp:txXfrm>
        <a:off x="1416706" y="3035222"/>
        <a:ext cx="2653493" cy="808991"/>
      </dsp:txXfrm>
    </dsp:sp>
    <dsp:sp modelId="{7CDEA580-7334-49F7-B33B-FDDCDCD8F1DB}">
      <dsp:nvSpPr>
        <dsp:cNvPr id="0" name=""/>
        <dsp:cNvSpPr/>
      </dsp:nvSpPr>
      <dsp:spPr>
        <a:xfrm>
          <a:off x="4600898" y="2529602"/>
          <a:ext cx="2653493" cy="808991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>
              <a:solidFill>
                <a:schemeClr val="tx1"/>
              </a:solidFill>
            </a:rPr>
            <a:t>En Efectivo</a:t>
          </a:r>
        </a:p>
      </dsp:txBody>
      <dsp:txXfrm>
        <a:off x="4600898" y="2529602"/>
        <a:ext cx="2653493" cy="808991"/>
      </dsp:txXfrm>
    </dsp:sp>
    <dsp:sp modelId="{D3B323F3-6BD3-42E8-881A-BCB76E8AF08C}">
      <dsp:nvSpPr>
        <dsp:cNvPr id="0" name=""/>
        <dsp:cNvSpPr/>
      </dsp:nvSpPr>
      <dsp:spPr>
        <a:xfrm>
          <a:off x="7785090" y="2023983"/>
          <a:ext cx="2653493" cy="808991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Hasta $2,000</a:t>
          </a:r>
        </a:p>
      </dsp:txBody>
      <dsp:txXfrm>
        <a:off x="7785090" y="2023983"/>
        <a:ext cx="2653493" cy="808991"/>
      </dsp:txXfrm>
    </dsp:sp>
    <dsp:sp modelId="{BAAD1F8D-7EFB-4211-BD92-A01BF46FFA48}">
      <dsp:nvSpPr>
        <dsp:cNvPr id="0" name=""/>
        <dsp:cNvSpPr/>
      </dsp:nvSpPr>
      <dsp:spPr>
        <a:xfrm>
          <a:off x="7785090" y="3035222"/>
          <a:ext cx="2653493" cy="808991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Mayores a $2,000</a:t>
          </a:r>
        </a:p>
      </dsp:txBody>
      <dsp:txXfrm>
        <a:off x="7785090" y="3035222"/>
        <a:ext cx="2653493" cy="808991"/>
      </dsp:txXfrm>
    </dsp:sp>
    <dsp:sp modelId="{6235106C-1013-45D0-8162-3A2DB603D66F}">
      <dsp:nvSpPr>
        <dsp:cNvPr id="0" name=""/>
        <dsp:cNvSpPr/>
      </dsp:nvSpPr>
      <dsp:spPr>
        <a:xfrm>
          <a:off x="4600898" y="3540842"/>
          <a:ext cx="2653493" cy="808991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Medios formales</a:t>
          </a:r>
        </a:p>
      </dsp:txBody>
      <dsp:txXfrm>
        <a:off x="4600898" y="3540842"/>
        <a:ext cx="2653493" cy="80899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DC88F-69C5-4A73-92F3-7C3273317B7A}">
      <dsp:nvSpPr>
        <dsp:cNvPr id="0" name=""/>
        <dsp:cNvSpPr/>
      </dsp:nvSpPr>
      <dsp:spPr>
        <a:xfrm>
          <a:off x="2766615" y="2175669"/>
          <a:ext cx="475616" cy="18125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1812561"/>
              </a:lnTo>
              <a:lnTo>
                <a:pt x="475616" y="181256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2957575" y="3035101"/>
        <a:ext cx="93696" cy="93696"/>
      </dsp:txXfrm>
    </dsp:sp>
    <dsp:sp modelId="{B489B4AB-2285-481D-9635-87230E07A231}">
      <dsp:nvSpPr>
        <dsp:cNvPr id="0" name=""/>
        <dsp:cNvSpPr/>
      </dsp:nvSpPr>
      <dsp:spPr>
        <a:xfrm>
          <a:off x="2766615" y="2175669"/>
          <a:ext cx="475616" cy="906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906280"/>
              </a:lnTo>
              <a:lnTo>
                <a:pt x="475616" y="9062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78835" y="2603221"/>
        <a:ext cx="51175" cy="51175"/>
      </dsp:txXfrm>
    </dsp:sp>
    <dsp:sp modelId="{C1F62210-688F-4420-A8C8-F641AD59F9D8}">
      <dsp:nvSpPr>
        <dsp:cNvPr id="0" name=""/>
        <dsp:cNvSpPr/>
      </dsp:nvSpPr>
      <dsp:spPr>
        <a:xfrm>
          <a:off x="2766615" y="2129948"/>
          <a:ext cx="4756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5616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92532" y="2163778"/>
        <a:ext cx="23780" cy="23780"/>
      </dsp:txXfrm>
    </dsp:sp>
    <dsp:sp modelId="{D7B68A06-4AAA-4A0E-97CB-A5F5337CD147}">
      <dsp:nvSpPr>
        <dsp:cNvPr id="0" name=""/>
        <dsp:cNvSpPr/>
      </dsp:nvSpPr>
      <dsp:spPr>
        <a:xfrm>
          <a:off x="5620312" y="1269388"/>
          <a:ext cx="475616" cy="453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453140"/>
              </a:lnTo>
              <a:lnTo>
                <a:pt x="475616" y="4531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1697" y="1479535"/>
        <a:ext cx="32846" cy="32846"/>
      </dsp:txXfrm>
    </dsp:sp>
    <dsp:sp modelId="{0CDA6888-1876-4996-ABEB-089DD694A4CF}">
      <dsp:nvSpPr>
        <dsp:cNvPr id="0" name=""/>
        <dsp:cNvSpPr/>
      </dsp:nvSpPr>
      <dsp:spPr>
        <a:xfrm>
          <a:off x="5620312" y="816247"/>
          <a:ext cx="475616" cy="453140"/>
        </a:xfrm>
        <a:custGeom>
          <a:avLst/>
          <a:gdLst/>
          <a:ahLst/>
          <a:cxnLst/>
          <a:rect l="0" t="0" r="0" b="0"/>
          <a:pathLst>
            <a:path>
              <a:moveTo>
                <a:pt x="0" y="453140"/>
              </a:moveTo>
              <a:lnTo>
                <a:pt x="237808" y="453140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1697" y="1026394"/>
        <a:ext cx="32846" cy="32846"/>
      </dsp:txXfrm>
    </dsp:sp>
    <dsp:sp modelId="{7318754D-90FE-4FCE-8DC7-1331CF313F1E}">
      <dsp:nvSpPr>
        <dsp:cNvPr id="0" name=""/>
        <dsp:cNvSpPr/>
      </dsp:nvSpPr>
      <dsp:spPr>
        <a:xfrm>
          <a:off x="2766615" y="1269388"/>
          <a:ext cx="475616" cy="906280"/>
        </a:xfrm>
        <a:custGeom>
          <a:avLst/>
          <a:gdLst/>
          <a:ahLst/>
          <a:cxnLst/>
          <a:rect l="0" t="0" r="0" b="0"/>
          <a:pathLst>
            <a:path>
              <a:moveTo>
                <a:pt x="0" y="906280"/>
              </a:moveTo>
              <a:lnTo>
                <a:pt x="237808" y="906280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78835" y="1696941"/>
        <a:ext cx="51175" cy="51175"/>
      </dsp:txXfrm>
    </dsp:sp>
    <dsp:sp modelId="{C990ACCD-7503-4922-A6C4-AC445EF621E8}">
      <dsp:nvSpPr>
        <dsp:cNvPr id="0" name=""/>
        <dsp:cNvSpPr/>
      </dsp:nvSpPr>
      <dsp:spPr>
        <a:xfrm>
          <a:off x="2766615" y="363107"/>
          <a:ext cx="475616" cy="1812561"/>
        </a:xfrm>
        <a:custGeom>
          <a:avLst/>
          <a:gdLst/>
          <a:ahLst/>
          <a:cxnLst/>
          <a:rect l="0" t="0" r="0" b="0"/>
          <a:pathLst>
            <a:path>
              <a:moveTo>
                <a:pt x="0" y="1812561"/>
              </a:moveTo>
              <a:lnTo>
                <a:pt x="237808" y="1812561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2957575" y="1222540"/>
        <a:ext cx="93696" cy="93696"/>
      </dsp:txXfrm>
    </dsp:sp>
    <dsp:sp modelId="{6501E5AA-0C68-4D51-A274-F73FA8ED4C70}">
      <dsp:nvSpPr>
        <dsp:cNvPr id="0" name=""/>
        <dsp:cNvSpPr/>
      </dsp:nvSpPr>
      <dsp:spPr>
        <a:xfrm rot="16200000">
          <a:off x="496143" y="1813156"/>
          <a:ext cx="3815919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Medios Formales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27-III</a:t>
          </a:r>
        </a:p>
      </dsp:txBody>
      <dsp:txXfrm>
        <a:off x="496143" y="1813156"/>
        <a:ext cx="3815919" cy="725024"/>
      </dsp:txXfrm>
    </dsp:sp>
    <dsp:sp modelId="{B38EDA95-0F5A-45B4-8820-6C9D2EE20222}">
      <dsp:nvSpPr>
        <dsp:cNvPr id="0" name=""/>
        <dsp:cNvSpPr/>
      </dsp:nvSpPr>
      <dsp:spPr>
        <a:xfrm>
          <a:off x="3242231" y="594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Transferencia desde cuenta del contribuyente</a:t>
          </a:r>
        </a:p>
      </dsp:txBody>
      <dsp:txXfrm>
        <a:off x="3242231" y="594"/>
        <a:ext cx="2378081" cy="725024"/>
      </dsp:txXfrm>
    </dsp:sp>
    <dsp:sp modelId="{3BDE4A44-B414-46F4-849B-697073125D30}">
      <dsp:nvSpPr>
        <dsp:cNvPr id="0" name=""/>
        <dsp:cNvSpPr/>
      </dsp:nvSpPr>
      <dsp:spPr>
        <a:xfrm>
          <a:off x="3242231" y="906875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Cheque nominativo</a:t>
          </a:r>
        </a:p>
      </dsp:txBody>
      <dsp:txXfrm>
        <a:off x="3242231" y="906875"/>
        <a:ext cx="2378081" cy="725024"/>
      </dsp:txXfrm>
    </dsp:sp>
    <dsp:sp modelId="{F096DB8D-DFE7-4132-86FC-A6AD64F464AA}">
      <dsp:nvSpPr>
        <dsp:cNvPr id="0" name=""/>
        <dsp:cNvSpPr/>
      </dsp:nvSpPr>
      <dsp:spPr>
        <a:xfrm>
          <a:off x="6095928" y="453735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“Para Abono en Cuenta del Beneficiario”</a:t>
          </a:r>
        </a:p>
      </dsp:txBody>
      <dsp:txXfrm>
        <a:off x="6095928" y="453735"/>
        <a:ext cx="2378081" cy="725024"/>
      </dsp:txXfrm>
    </dsp:sp>
    <dsp:sp modelId="{54AC64FB-B58F-4A46-999F-1655DE1AC260}">
      <dsp:nvSpPr>
        <dsp:cNvPr id="0" name=""/>
        <dsp:cNvSpPr/>
      </dsp:nvSpPr>
      <dsp:spPr>
        <a:xfrm>
          <a:off x="6095928" y="1360016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RFC de quien lo expide</a:t>
          </a:r>
        </a:p>
      </dsp:txBody>
      <dsp:txXfrm>
        <a:off x="6095928" y="1360016"/>
        <a:ext cx="2378081" cy="725024"/>
      </dsp:txXfrm>
    </dsp:sp>
    <dsp:sp modelId="{24F3F970-524D-4DAC-B816-BF6F4FF86D8C}">
      <dsp:nvSpPr>
        <dsp:cNvPr id="0" name=""/>
        <dsp:cNvSpPr/>
      </dsp:nvSpPr>
      <dsp:spPr>
        <a:xfrm>
          <a:off x="3242231" y="1813156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Tarjeta de Débito o Crédito</a:t>
          </a:r>
        </a:p>
      </dsp:txBody>
      <dsp:txXfrm>
        <a:off x="3242231" y="1813156"/>
        <a:ext cx="2378081" cy="725024"/>
      </dsp:txXfrm>
    </dsp:sp>
    <dsp:sp modelId="{F3D06451-B2BC-4F20-86E3-884628EB851F}">
      <dsp:nvSpPr>
        <dsp:cNvPr id="0" name=""/>
        <dsp:cNvSpPr/>
      </dsp:nvSpPr>
      <dsp:spPr>
        <a:xfrm>
          <a:off x="3242231" y="2719437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Tarjeta de Servicios</a:t>
          </a:r>
        </a:p>
      </dsp:txBody>
      <dsp:txXfrm>
        <a:off x="3242231" y="2719437"/>
        <a:ext cx="2378081" cy="725024"/>
      </dsp:txXfrm>
    </dsp:sp>
    <dsp:sp modelId="{6072D71B-10D6-4FFA-BB35-08C496C78B43}">
      <dsp:nvSpPr>
        <dsp:cNvPr id="0" name=""/>
        <dsp:cNvSpPr/>
      </dsp:nvSpPr>
      <dsp:spPr>
        <a:xfrm>
          <a:off x="3242231" y="3625718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Monedero Electrónico</a:t>
          </a:r>
        </a:p>
      </dsp:txBody>
      <dsp:txXfrm>
        <a:off x="3242231" y="3625718"/>
        <a:ext cx="2378081" cy="7250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12445C-513F-4117-812E-C340116A0F55}">
      <dsp:nvSpPr>
        <dsp:cNvPr id="0" name=""/>
        <dsp:cNvSpPr/>
      </dsp:nvSpPr>
      <dsp:spPr>
        <a:xfrm>
          <a:off x="4044124" y="2175669"/>
          <a:ext cx="542350" cy="1033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1033442"/>
              </a:lnTo>
              <a:lnTo>
                <a:pt x="542350" y="10334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286122" y="2663212"/>
        <a:ext cx="58355" cy="58355"/>
      </dsp:txXfrm>
    </dsp:sp>
    <dsp:sp modelId="{C3EDEAF0-8BEE-4C9A-9F20-78D932F8AB61}">
      <dsp:nvSpPr>
        <dsp:cNvPr id="0" name=""/>
        <dsp:cNvSpPr/>
      </dsp:nvSpPr>
      <dsp:spPr>
        <a:xfrm>
          <a:off x="4044124" y="2129948"/>
          <a:ext cx="5423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2350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1741" y="2162110"/>
        <a:ext cx="27117" cy="27117"/>
      </dsp:txXfrm>
    </dsp:sp>
    <dsp:sp modelId="{E388DCF7-11A5-412E-A024-2B8E39898F92}">
      <dsp:nvSpPr>
        <dsp:cNvPr id="0" name=""/>
        <dsp:cNvSpPr/>
      </dsp:nvSpPr>
      <dsp:spPr>
        <a:xfrm>
          <a:off x="4044124" y="1142226"/>
          <a:ext cx="542350" cy="1033442"/>
        </a:xfrm>
        <a:custGeom>
          <a:avLst/>
          <a:gdLst/>
          <a:ahLst/>
          <a:cxnLst/>
          <a:rect l="0" t="0" r="0" b="0"/>
          <a:pathLst>
            <a:path>
              <a:moveTo>
                <a:pt x="0" y="1033442"/>
              </a:moveTo>
              <a:lnTo>
                <a:pt x="271175" y="1033442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286122" y="1629769"/>
        <a:ext cx="58355" cy="58355"/>
      </dsp:txXfrm>
    </dsp:sp>
    <dsp:sp modelId="{8402A73F-6E99-417E-B79B-82141FF520D0}">
      <dsp:nvSpPr>
        <dsp:cNvPr id="0" name=""/>
        <dsp:cNvSpPr/>
      </dsp:nvSpPr>
      <dsp:spPr>
        <a:xfrm rot="16200000">
          <a:off x="1455078" y="1762291"/>
          <a:ext cx="4351338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Impuestos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27-VI</a:t>
          </a:r>
        </a:p>
      </dsp:txBody>
      <dsp:txXfrm>
        <a:off x="1455078" y="1762291"/>
        <a:ext cx="4351338" cy="826754"/>
      </dsp:txXfrm>
    </dsp:sp>
    <dsp:sp modelId="{5A2C3E84-63D9-4D21-A336-F626A68A3160}">
      <dsp:nvSpPr>
        <dsp:cNvPr id="0" name=""/>
        <dsp:cNvSpPr/>
      </dsp:nvSpPr>
      <dsp:spPr>
        <a:xfrm>
          <a:off x="4586475" y="728849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300" kern="1200" dirty="0"/>
            <a:t>Trasladados</a:t>
          </a:r>
        </a:p>
      </dsp:txBody>
      <dsp:txXfrm>
        <a:off x="4586475" y="728849"/>
        <a:ext cx="2711753" cy="826754"/>
      </dsp:txXfrm>
    </dsp:sp>
    <dsp:sp modelId="{736A1AB7-1AB1-4522-A6FD-737A22F5CF20}">
      <dsp:nvSpPr>
        <dsp:cNvPr id="0" name=""/>
        <dsp:cNvSpPr/>
      </dsp:nvSpPr>
      <dsp:spPr>
        <a:xfrm>
          <a:off x="4586475" y="1762291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300" kern="1200" dirty="0"/>
            <a:t>Retenidos</a:t>
          </a:r>
        </a:p>
      </dsp:txBody>
      <dsp:txXfrm>
        <a:off x="4586475" y="1762291"/>
        <a:ext cx="2711753" cy="826754"/>
      </dsp:txXfrm>
    </dsp:sp>
    <dsp:sp modelId="{1B308FE6-1425-4C95-B065-341763694701}">
      <dsp:nvSpPr>
        <dsp:cNvPr id="0" name=""/>
        <dsp:cNvSpPr/>
      </dsp:nvSpPr>
      <dsp:spPr>
        <a:xfrm>
          <a:off x="4586475" y="2795734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300" kern="1200" dirty="0"/>
            <a:t>Marbetes</a:t>
          </a:r>
        </a:p>
      </dsp:txBody>
      <dsp:txXfrm>
        <a:off x="4586475" y="2795734"/>
        <a:ext cx="2711753" cy="8267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18D72-27C4-429D-A49A-1759E116D7FC}">
      <dsp:nvSpPr>
        <dsp:cNvPr id="0" name=""/>
        <dsp:cNvSpPr/>
      </dsp:nvSpPr>
      <dsp:spPr>
        <a:xfrm>
          <a:off x="2766615" y="2175669"/>
          <a:ext cx="475616" cy="18125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1812561"/>
              </a:lnTo>
              <a:lnTo>
                <a:pt x="475616" y="181256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2957575" y="3035101"/>
        <a:ext cx="93696" cy="93696"/>
      </dsp:txXfrm>
    </dsp:sp>
    <dsp:sp modelId="{1ABFBA65-4AF1-484D-B48E-AC77D8C30850}">
      <dsp:nvSpPr>
        <dsp:cNvPr id="0" name=""/>
        <dsp:cNvSpPr/>
      </dsp:nvSpPr>
      <dsp:spPr>
        <a:xfrm>
          <a:off x="5620312" y="3081949"/>
          <a:ext cx="475616" cy="453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453140"/>
              </a:lnTo>
              <a:lnTo>
                <a:pt x="475616" y="4531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1697" y="3292097"/>
        <a:ext cx="32846" cy="32846"/>
      </dsp:txXfrm>
    </dsp:sp>
    <dsp:sp modelId="{BAB04DBC-6AD6-41F2-AE05-E0F3E235734E}">
      <dsp:nvSpPr>
        <dsp:cNvPr id="0" name=""/>
        <dsp:cNvSpPr/>
      </dsp:nvSpPr>
      <dsp:spPr>
        <a:xfrm>
          <a:off x="5620312" y="2628809"/>
          <a:ext cx="475616" cy="453140"/>
        </a:xfrm>
        <a:custGeom>
          <a:avLst/>
          <a:gdLst/>
          <a:ahLst/>
          <a:cxnLst/>
          <a:rect l="0" t="0" r="0" b="0"/>
          <a:pathLst>
            <a:path>
              <a:moveTo>
                <a:pt x="0" y="453140"/>
              </a:moveTo>
              <a:lnTo>
                <a:pt x="237808" y="453140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1697" y="2838956"/>
        <a:ext cx="32846" cy="32846"/>
      </dsp:txXfrm>
    </dsp:sp>
    <dsp:sp modelId="{2151A81A-5D9E-4206-91F5-4C5DE0419493}">
      <dsp:nvSpPr>
        <dsp:cNvPr id="0" name=""/>
        <dsp:cNvSpPr/>
      </dsp:nvSpPr>
      <dsp:spPr>
        <a:xfrm>
          <a:off x="2766615" y="2175669"/>
          <a:ext cx="475616" cy="906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906280"/>
              </a:lnTo>
              <a:lnTo>
                <a:pt x="475616" y="9062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78835" y="2603221"/>
        <a:ext cx="51175" cy="51175"/>
      </dsp:txXfrm>
    </dsp:sp>
    <dsp:sp modelId="{BEDEE256-1B04-4E91-81F8-CCD03CD86CF2}">
      <dsp:nvSpPr>
        <dsp:cNvPr id="0" name=""/>
        <dsp:cNvSpPr/>
      </dsp:nvSpPr>
      <dsp:spPr>
        <a:xfrm>
          <a:off x="2766615" y="2129948"/>
          <a:ext cx="4756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5616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92532" y="2163778"/>
        <a:ext cx="23780" cy="23780"/>
      </dsp:txXfrm>
    </dsp:sp>
    <dsp:sp modelId="{3B6C18D4-3539-4484-9FAB-E58580E54BA1}">
      <dsp:nvSpPr>
        <dsp:cNvPr id="0" name=""/>
        <dsp:cNvSpPr/>
      </dsp:nvSpPr>
      <dsp:spPr>
        <a:xfrm>
          <a:off x="2766615" y="1269388"/>
          <a:ext cx="475616" cy="906280"/>
        </a:xfrm>
        <a:custGeom>
          <a:avLst/>
          <a:gdLst/>
          <a:ahLst/>
          <a:cxnLst/>
          <a:rect l="0" t="0" r="0" b="0"/>
          <a:pathLst>
            <a:path>
              <a:moveTo>
                <a:pt x="0" y="906280"/>
              </a:moveTo>
              <a:lnTo>
                <a:pt x="237808" y="906280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78835" y="1696941"/>
        <a:ext cx="51175" cy="51175"/>
      </dsp:txXfrm>
    </dsp:sp>
    <dsp:sp modelId="{AD480681-AB5D-47D2-A5D7-DE4699B49C87}">
      <dsp:nvSpPr>
        <dsp:cNvPr id="0" name=""/>
        <dsp:cNvSpPr/>
      </dsp:nvSpPr>
      <dsp:spPr>
        <a:xfrm>
          <a:off x="2766615" y="363107"/>
          <a:ext cx="475616" cy="1812561"/>
        </a:xfrm>
        <a:custGeom>
          <a:avLst/>
          <a:gdLst/>
          <a:ahLst/>
          <a:cxnLst/>
          <a:rect l="0" t="0" r="0" b="0"/>
          <a:pathLst>
            <a:path>
              <a:moveTo>
                <a:pt x="0" y="1812561"/>
              </a:moveTo>
              <a:lnTo>
                <a:pt x="237808" y="1812561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2957575" y="1222540"/>
        <a:ext cx="93696" cy="93696"/>
      </dsp:txXfrm>
    </dsp:sp>
    <dsp:sp modelId="{1EFA3485-60AC-4828-9ECC-AFFD3ED15DBC}">
      <dsp:nvSpPr>
        <dsp:cNvPr id="0" name=""/>
        <dsp:cNvSpPr/>
      </dsp:nvSpPr>
      <dsp:spPr>
        <a:xfrm rot="16200000">
          <a:off x="496143" y="1813156"/>
          <a:ext cx="3815919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Pago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27-VIII</a:t>
          </a:r>
        </a:p>
      </dsp:txBody>
      <dsp:txXfrm>
        <a:off x="496143" y="1813156"/>
        <a:ext cx="3815919" cy="725024"/>
      </dsp:txXfrm>
    </dsp:sp>
    <dsp:sp modelId="{2F1AADBC-3E2E-4541-8865-4B855E159DCD}">
      <dsp:nvSpPr>
        <dsp:cNvPr id="0" name=""/>
        <dsp:cNvSpPr/>
      </dsp:nvSpPr>
      <dsp:spPr>
        <a:xfrm>
          <a:off x="3242231" y="594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Efectivo</a:t>
          </a:r>
        </a:p>
      </dsp:txBody>
      <dsp:txXfrm>
        <a:off x="3242231" y="594"/>
        <a:ext cx="2378081" cy="725024"/>
      </dsp:txXfrm>
    </dsp:sp>
    <dsp:sp modelId="{D39DE058-1B3B-47B8-8203-838E2EFF2582}">
      <dsp:nvSpPr>
        <dsp:cNvPr id="0" name=""/>
        <dsp:cNvSpPr/>
      </dsp:nvSpPr>
      <dsp:spPr>
        <a:xfrm>
          <a:off x="3242231" y="906875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Transferencia </a:t>
          </a:r>
        </a:p>
      </dsp:txBody>
      <dsp:txXfrm>
        <a:off x="3242231" y="906875"/>
        <a:ext cx="2378081" cy="725024"/>
      </dsp:txXfrm>
    </dsp:sp>
    <dsp:sp modelId="{94044AC7-2685-45BB-9E9A-6D84DFA5BB1A}">
      <dsp:nvSpPr>
        <dsp:cNvPr id="0" name=""/>
        <dsp:cNvSpPr/>
      </dsp:nvSpPr>
      <dsp:spPr>
        <a:xfrm>
          <a:off x="3242231" y="1813156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Bienes distintos de títulos</a:t>
          </a:r>
        </a:p>
      </dsp:txBody>
      <dsp:txXfrm>
        <a:off x="3242231" y="1813156"/>
        <a:ext cx="2378081" cy="725024"/>
      </dsp:txXfrm>
    </dsp:sp>
    <dsp:sp modelId="{09986CB8-7161-4897-9F01-B7164A5F453B}">
      <dsp:nvSpPr>
        <dsp:cNvPr id="0" name=""/>
        <dsp:cNvSpPr/>
      </dsp:nvSpPr>
      <dsp:spPr>
        <a:xfrm>
          <a:off x="3242231" y="2719437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Cheque</a:t>
          </a:r>
        </a:p>
      </dsp:txBody>
      <dsp:txXfrm>
        <a:off x="3242231" y="2719437"/>
        <a:ext cx="2378081" cy="725024"/>
      </dsp:txXfrm>
    </dsp:sp>
    <dsp:sp modelId="{EAE268AD-F4E4-44B0-AA32-9094BC033C0A}">
      <dsp:nvSpPr>
        <dsp:cNvPr id="0" name=""/>
        <dsp:cNvSpPr/>
      </dsp:nvSpPr>
      <dsp:spPr>
        <a:xfrm>
          <a:off x="6095928" y="2266297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Cobro efectivo</a:t>
          </a:r>
        </a:p>
      </dsp:txBody>
      <dsp:txXfrm>
        <a:off x="6095928" y="2266297"/>
        <a:ext cx="2378081" cy="725024"/>
      </dsp:txXfrm>
    </dsp:sp>
    <dsp:sp modelId="{06FE405C-76AD-42AB-A10D-504A42675F8D}">
      <dsp:nvSpPr>
        <dsp:cNvPr id="0" name=""/>
        <dsp:cNvSpPr/>
      </dsp:nvSpPr>
      <dsp:spPr>
        <a:xfrm>
          <a:off x="6095928" y="3172577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Transmisión a un tercero, excepto en procuración</a:t>
          </a:r>
        </a:p>
      </dsp:txBody>
      <dsp:txXfrm>
        <a:off x="6095928" y="3172577"/>
        <a:ext cx="2378081" cy="725024"/>
      </dsp:txXfrm>
    </dsp:sp>
    <dsp:sp modelId="{E7A72451-3225-43B9-92E0-64B162A529F5}">
      <dsp:nvSpPr>
        <dsp:cNvPr id="0" name=""/>
        <dsp:cNvSpPr/>
      </dsp:nvSpPr>
      <dsp:spPr>
        <a:xfrm>
          <a:off x="3242231" y="3625718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Satisfacción del Acreedor</a:t>
          </a:r>
        </a:p>
      </dsp:txBody>
      <dsp:txXfrm>
        <a:off x="3242231" y="3625718"/>
        <a:ext cx="2378081" cy="72502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CC10D-45D2-4DDD-8AAE-2475FC323E1F}">
      <dsp:nvSpPr>
        <dsp:cNvPr id="0" name=""/>
        <dsp:cNvSpPr/>
      </dsp:nvSpPr>
      <dsp:spPr>
        <a:xfrm>
          <a:off x="5580478" y="3567034"/>
          <a:ext cx="292075" cy="556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556546"/>
              </a:lnTo>
              <a:lnTo>
                <a:pt x="292075" y="5565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10803" y="3829594"/>
        <a:ext cx="31426" cy="31426"/>
      </dsp:txXfrm>
    </dsp:sp>
    <dsp:sp modelId="{DE3CC1D2-3DF0-4E9B-8C43-4AF99E1A6613}">
      <dsp:nvSpPr>
        <dsp:cNvPr id="0" name=""/>
        <dsp:cNvSpPr/>
      </dsp:nvSpPr>
      <dsp:spPr>
        <a:xfrm>
          <a:off x="5580478" y="3521314"/>
          <a:ext cx="2920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07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19214" y="3559732"/>
        <a:ext cx="14603" cy="14603"/>
      </dsp:txXfrm>
    </dsp:sp>
    <dsp:sp modelId="{B9FF6C35-595D-49F0-8273-E1619F598A0D}">
      <dsp:nvSpPr>
        <dsp:cNvPr id="0" name=""/>
        <dsp:cNvSpPr/>
      </dsp:nvSpPr>
      <dsp:spPr>
        <a:xfrm>
          <a:off x="5580478" y="3010488"/>
          <a:ext cx="292075" cy="556546"/>
        </a:xfrm>
        <a:custGeom>
          <a:avLst/>
          <a:gdLst/>
          <a:ahLst/>
          <a:cxnLst/>
          <a:rect l="0" t="0" r="0" b="0"/>
          <a:pathLst>
            <a:path>
              <a:moveTo>
                <a:pt x="0" y="556546"/>
              </a:moveTo>
              <a:lnTo>
                <a:pt x="146037" y="556546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10803" y="3273048"/>
        <a:ext cx="31426" cy="31426"/>
      </dsp:txXfrm>
    </dsp:sp>
    <dsp:sp modelId="{151CC5D4-8E9C-4192-87D5-11FC5A26746A}">
      <dsp:nvSpPr>
        <dsp:cNvPr id="0" name=""/>
        <dsp:cNvSpPr/>
      </dsp:nvSpPr>
      <dsp:spPr>
        <a:xfrm>
          <a:off x="3828026" y="3521314"/>
          <a:ext cx="2920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07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66761" y="3559732"/>
        <a:ext cx="14603" cy="14603"/>
      </dsp:txXfrm>
    </dsp:sp>
    <dsp:sp modelId="{BF1ED447-AE6A-4269-A1A1-885C627817A1}">
      <dsp:nvSpPr>
        <dsp:cNvPr id="0" name=""/>
        <dsp:cNvSpPr/>
      </dsp:nvSpPr>
      <dsp:spPr>
        <a:xfrm>
          <a:off x="2075573" y="2175669"/>
          <a:ext cx="292075" cy="13913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1391365"/>
              </a:lnTo>
              <a:lnTo>
                <a:pt x="292075" y="13913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186068" y="2835809"/>
        <a:ext cx="71084" cy="71084"/>
      </dsp:txXfrm>
    </dsp:sp>
    <dsp:sp modelId="{90D59080-5FA9-4814-BF0D-4291A14CA7FC}">
      <dsp:nvSpPr>
        <dsp:cNvPr id="0" name=""/>
        <dsp:cNvSpPr/>
      </dsp:nvSpPr>
      <dsp:spPr>
        <a:xfrm>
          <a:off x="3828026" y="2175669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278273"/>
              </a:lnTo>
              <a:lnTo>
                <a:pt x="292075" y="27827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63978" y="2304720"/>
        <a:ext cx="20170" cy="20170"/>
      </dsp:txXfrm>
    </dsp:sp>
    <dsp:sp modelId="{0B850697-F0FB-4FE0-B7BC-0C5A36AF9482}">
      <dsp:nvSpPr>
        <dsp:cNvPr id="0" name=""/>
        <dsp:cNvSpPr/>
      </dsp:nvSpPr>
      <dsp:spPr>
        <a:xfrm>
          <a:off x="7332931" y="2129949"/>
          <a:ext cx="2920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07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471667" y="2168367"/>
        <a:ext cx="14603" cy="14603"/>
      </dsp:txXfrm>
    </dsp:sp>
    <dsp:sp modelId="{F8E93B5A-96FA-41CE-A758-16EFE93E75A9}">
      <dsp:nvSpPr>
        <dsp:cNvPr id="0" name=""/>
        <dsp:cNvSpPr/>
      </dsp:nvSpPr>
      <dsp:spPr>
        <a:xfrm>
          <a:off x="5580478" y="1897395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278273"/>
              </a:lnTo>
              <a:lnTo>
                <a:pt x="292075" y="27827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16431" y="2026447"/>
        <a:ext cx="20170" cy="20170"/>
      </dsp:txXfrm>
    </dsp:sp>
    <dsp:sp modelId="{5EAC026D-0D1E-4A75-AB3C-C68695CAB046}">
      <dsp:nvSpPr>
        <dsp:cNvPr id="0" name=""/>
        <dsp:cNvSpPr/>
      </dsp:nvSpPr>
      <dsp:spPr>
        <a:xfrm>
          <a:off x="5580478" y="1619122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278273"/>
              </a:moveTo>
              <a:lnTo>
                <a:pt x="146037" y="278273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16431" y="1748173"/>
        <a:ext cx="20170" cy="20170"/>
      </dsp:txXfrm>
    </dsp:sp>
    <dsp:sp modelId="{4E37D65D-1B7D-4200-AB5F-CB0790F229D5}">
      <dsp:nvSpPr>
        <dsp:cNvPr id="0" name=""/>
        <dsp:cNvSpPr/>
      </dsp:nvSpPr>
      <dsp:spPr>
        <a:xfrm>
          <a:off x="3828026" y="1897395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278273"/>
              </a:moveTo>
              <a:lnTo>
                <a:pt x="146037" y="278273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63978" y="2026447"/>
        <a:ext cx="20170" cy="20170"/>
      </dsp:txXfrm>
    </dsp:sp>
    <dsp:sp modelId="{5543D4D8-F7E0-4EA8-A791-D4586082B78D}">
      <dsp:nvSpPr>
        <dsp:cNvPr id="0" name=""/>
        <dsp:cNvSpPr/>
      </dsp:nvSpPr>
      <dsp:spPr>
        <a:xfrm>
          <a:off x="2075573" y="2129948"/>
          <a:ext cx="2920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075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214309" y="2168367"/>
        <a:ext cx="14603" cy="14603"/>
      </dsp:txXfrm>
    </dsp:sp>
    <dsp:sp modelId="{DB7B376D-7898-4EB3-A7CF-EEDCE56D329D}">
      <dsp:nvSpPr>
        <dsp:cNvPr id="0" name=""/>
        <dsp:cNvSpPr/>
      </dsp:nvSpPr>
      <dsp:spPr>
        <a:xfrm>
          <a:off x="3828026" y="784303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278273"/>
              </a:lnTo>
              <a:lnTo>
                <a:pt x="292075" y="27827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63978" y="913354"/>
        <a:ext cx="20170" cy="20170"/>
      </dsp:txXfrm>
    </dsp:sp>
    <dsp:sp modelId="{F58AED50-7F32-4D69-A23C-8BE56A28DEFA}">
      <dsp:nvSpPr>
        <dsp:cNvPr id="0" name=""/>
        <dsp:cNvSpPr/>
      </dsp:nvSpPr>
      <dsp:spPr>
        <a:xfrm>
          <a:off x="5580478" y="506030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278273"/>
              </a:lnTo>
              <a:lnTo>
                <a:pt x="292075" y="27827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16431" y="635081"/>
        <a:ext cx="20170" cy="20170"/>
      </dsp:txXfrm>
    </dsp:sp>
    <dsp:sp modelId="{48B789A4-A15A-479C-A0AD-8FFD69AFC280}">
      <dsp:nvSpPr>
        <dsp:cNvPr id="0" name=""/>
        <dsp:cNvSpPr/>
      </dsp:nvSpPr>
      <dsp:spPr>
        <a:xfrm>
          <a:off x="5580478" y="227757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278273"/>
              </a:moveTo>
              <a:lnTo>
                <a:pt x="146037" y="278273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16431" y="356808"/>
        <a:ext cx="20170" cy="20170"/>
      </dsp:txXfrm>
    </dsp:sp>
    <dsp:sp modelId="{C99B02FB-B8B8-496A-AEDB-936657C217B9}">
      <dsp:nvSpPr>
        <dsp:cNvPr id="0" name=""/>
        <dsp:cNvSpPr/>
      </dsp:nvSpPr>
      <dsp:spPr>
        <a:xfrm>
          <a:off x="3828026" y="506030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278273"/>
              </a:moveTo>
              <a:lnTo>
                <a:pt x="146037" y="278273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63978" y="635081"/>
        <a:ext cx="20170" cy="20170"/>
      </dsp:txXfrm>
    </dsp:sp>
    <dsp:sp modelId="{AA6BD481-2ADB-4F7C-A8D1-B804229FB7DE}">
      <dsp:nvSpPr>
        <dsp:cNvPr id="0" name=""/>
        <dsp:cNvSpPr/>
      </dsp:nvSpPr>
      <dsp:spPr>
        <a:xfrm>
          <a:off x="2075573" y="784303"/>
          <a:ext cx="292075" cy="1391365"/>
        </a:xfrm>
        <a:custGeom>
          <a:avLst/>
          <a:gdLst/>
          <a:ahLst/>
          <a:cxnLst/>
          <a:rect l="0" t="0" r="0" b="0"/>
          <a:pathLst>
            <a:path>
              <a:moveTo>
                <a:pt x="0" y="1391365"/>
              </a:moveTo>
              <a:lnTo>
                <a:pt x="146037" y="1391365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186068" y="1444443"/>
        <a:ext cx="71084" cy="71084"/>
      </dsp:txXfrm>
    </dsp:sp>
    <dsp:sp modelId="{CC591316-8B2E-409F-A874-190895DC09CC}">
      <dsp:nvSpPr>
        <dsp:cNvPr id="0" name=""/>
        <dsp:cNvSpPr/>
      </dsp:nvSpPr>
      <dsp:spPr>
        <a:xfrm rot="16200000">
          <a:off x="581218" y="1852990"/>
          <a:ext cx="2343352" cy="6453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Valores de Mercado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27-XIII</a:t>
          </a:r>
        </a:p>
      </dsp:txBody>
      <dsp:txXfrm>
        <a:off x="581218" y="1852990"/>
        <a:ext cx="2343352" cy="645357"/>
      </dsp:txXfrm>
    </dsp:sp>
    <dsp:sp modelId="{2F999524-7C77-4166-8B47-E9FC2DD37D69}">
      <dsp:nvSpPr>
        <dsp:cNvPr id="0" name=""/>
        <dsp:cNvSpPr/>
      </dsp:nvSpPr>
      <dsp:spPr>
        <a:xfrm>
          <a:off x="2367648" y="561684"/>
          <a:ext cx="1460377" cy="445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Con REFIPRES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28-XXIII</a:t>
          </a:r>
        </a:p>
      </dsp:txBody>
      <dsp:txXfrm>
        <a:off x="2367648" y="561684"/>
        <a:ext cx="1460377" cy="445236"/>
      </dsp:txXfrm>
    </dsp:sp>
    <dsp:sp modelId="{C08A0DD4-B011-4C57-9BA1-3C07097773F7}">
      <dsp:nvSpPr>
        <dsp:cNvPr id="0" name=""/>
        <dsp:cNvSpPr/>
      </dsp:nvSpPr>
      <dsp:spPr>
        <a:xfrm>
          <a:off x="4120101" y="283411"/>
          <a:ext cx="1460377" cy="445236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chemeClr val="tx1"/>
              </a:solidFill>
            </a:rPr>
            <a:t>Con Estudio de Precios de Transferencia</a:t>
          </a:r>
        </a:p>
      </dsp:txBody>
      <dsp:txXfrm>
        <a:off x="4120101" y="283411"/>
        <a:ext cx="1460377" cy="445236"/>
      </dsp:txXfrm>
    </dsp:sp>
    <dsp:sp modelId="{839D4C65-77B4-4A00-B810-F2FC483F8123}">
      <dsp:nvSpPr>
        <dsp:cNvPr id="0" name=""/>
        <dsp:cNvSpPr/>
      </dsp:nvSpPr>
      <dsp:spPr>
        <a:xfrm>
          <a:off x="5872554" y="5138"/>
          <a:ext cx="1460377" cy="445236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En</a:t>
          </a:r>
          <a:r>
            <a:rPr lang="en-US" sz="1200" kern="1200" dirty="0"/>
            <a:t> </a:t>
          </a:r>
          <a:r>
            <a:rPr lang="en-US" sz="1200" kern="1200" dirty="0" err="1"/>
            <a:t>rango</a:t>
          </a:r>
          <a:endParaRPr lang="en-US" sz="1200" kern="1200" dirty="0"/>
        </a:p>
      </dsp:txBody>
      <dsp:txXfrm>
        <a:off x="5872554" y="5138"/>
        <a:ext cx="1460377" cy="445236"/>
      </dsp:txXfrm>
    </dsp:sp>
    <dsp:sp modelId="{1F48218B-5A89-46CD-AA7B-54D41F04D0F1}">
      <dsp:nvSpPr>
        <dsp:cNvPr id="0" name=""/>
        <dsp:cNvSpPr/>
      </dsp:nvSpPr>
      <dsp:spPr>
        <a:xfrm>
          <a:off x="5872554" y="561684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Fuera</a:t>
          </a:r>
          <a:r>
            <a:rPr lang="en-US" sz="1200" kern="1200" dirty="0"/>
            <a:t> de </a:t>
          </a:r>
          <a:r>
            <a:rPr lang="en-US" sz="1200" kern="1200" dirty="0" err="1"/>
            <a:t>Rango</a:t>
          </a:r>
          <a:endParaRPr lang="en-US" sz="1200" kern="1200" dirty="0"/>
        </a:p>
      </dsp:txBody>
      <dsp:txXfrm>
        <a:off x="5872554" y="561684"/>
        <a:ext cx="1460377" cy="445236"/>
      </dsp:txXfrm>
    </dsp:sp>
    <dsp:sp modelId="{1A290415-E497-4DFB-9A50-A168E31F4774}">
      <dsp:nvSpPr>
        <dsp:cNvPr id="0" name=""/>
        <dsp:cNvSpPr/>
      </dsp:nvSpPr>
      <dsp:spPr>
        <a:xfrm>
          <a:off x="4120101" y="839958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Sin </a:t>
          </a:r>
          <a:r>
            <a:rPr lang="en-US" sz="1200" kern="1200" dirty="0" err="1"/>
            <a:t>Estudio</a:t>
          </a:r>
          <a:r>
            <a:rPr lang="en-US" sz="1200" kern="1200" dirty="0"/>
            <a:t> de </a:t>
          </a:r>
          <a:r>
            <a:rPr lang="en-US" sz="1200" kern="1200" dirty="0" err="1"/>
            <a:t>Precios</a:t>
          </a:r>
          <a:r>
            <a:rPr lang="en-US" sz="1200" kern="1200" dirty="0"/>
            <a:t> de </a:t>
          </a:r>
          <a:r>
            <a:rPr lang="en-US" sz="1200" kern="1200" dirty="0" err="1"/>
            <a:t>Transferencia</a:t>
          </a:r>
          <a:endParaRPr lang="en-US" sz="1200" kern="1200" dirty="0"/>
        </a:p>
      </dsp:txBody>
      <dsp:txXfrm>
        <a:off x="4120101" y="839958"/>
        <a:ext cx="1460377" cy="445236"/>
      </dsp:txXfrm>
    </dsp:sp>
    <dsp:sp modelId="{CC4F0220-885B-4744-802B-1D6C8AA6FDAD}">
      <dsp:nvSpPr>
        <dsp:cNvPr id="0" name=""/>
        <dsp:cNvSpPr/>
      </dsp:nvSpPr>
      <dsp:spPr>
        <a:xfrm>
          <a:off x="2367648" y="1953050"/>
          <a:ext cx="1460377" cy="445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Con Partes Relacionadas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76-IX y XII</a:t>
          </a:r>
        </a:p>
      </dsp:txBody>
      <dsp:txXfrm>
        <a:off x="2367648" y="1953050"/>
        <a:ext cx="1460377" cy="445236"/>
      </dsp:txXfrm>
    </dsp:sp>
    <dsp:sp modelId="{6ADBFE87-F9E4-42CB-BEAB-53AE608F4CDC}">
      <dsp:nvSpPr>
        <dsp:cNvPr id="0" name=""/>
        <dsp:cNvSpPr/>
      </dsp:nvSpPr>
      <dsp:spPr>
        <a:xfrm>
          <a:off x="4120101" y="1674777"/>
          <a:ext cx="1460377" cy="445236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chemeClr val="tx1"/>
              </a:solidFill>
            </a:rPr>
            <a:t>Con Estudio de Precios de Transferencia</a:t>
          </a:r>
        </a:p>
      </dsp:txBody>
      <dsp:txXfrm>
        <a:off x="4120101" y="1674777"/>
        <a:ext cx="1460377" cy="445236"/>
      </dsp:txXfrm>
    </dsp:sp>
    <dsp:sp modelId="{EB6E7B48-1F1A-4188-B5AA-08ECAAE3E7F4}">
      <dsp:nvSpPr>
        <dsp:cNvPr id="0" name=""/>
        <dsp:cNvSpPr/>
      </dsp:nvSpPr>
      <dsp:spPr>
        <a:xfrm>
          <a:off x="5872554" y="1396504"/>
          <a:ext cx="1460377" cy="445236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En rango</a:t>
          </a:r>
        </a:p>
      </dsp:txBody>
      <dsp:txXfrm>
        <a:off x="5872554" y="1396504"/>
        <a:ext cx="1460377" cy="445236"/>
      </dsp:txXfrm>
    </dsp:sp>
    <dsp:sp modelId="{99BA189B-DC87-46E4-811C-7DDE2FF95749}">
      <dsp:nvSpPr>
        <dsp:cNvPr id="0" name=""/>
        <dsp:cNvSpPr/>
      </dsp:nvSpPr>
      <dsp:spPr>
        <a:xfrm>
          <a:off x="5872554" y="1953050"/>
          <a:ext cx="1460377" cy="445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Fuera de Rango</a:t>
          </a:r>
        </a:p>
      </dsp:txBody>
      <dsp:txXfrm>
        <a:off x="5872554" y="1953050"/>
        <a:ext cx="1460377" cy="445236"/>
      </dsp:txXfrm>
    </dsp:sp>
    <dsp:sp modelId="{2F9FC62E-D7DF-47FF-B05F-A250AAE64CE1}">
      <dsp:nvSpPr>
        <dsp:cNvPr id="0" name=""/>
        <dsp:cNvSpPr/>
      </dsp:nvSpPr>
      <dsp:spPr>
        <a:xfrm>
          <a:off x="7625006" y="1953050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No deducible el Excedente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27-XIII</a:t>
          </a:r>
        </a:p>
      </dsp:txBody>
      <dsp:txXfrm>
        <a:off x="7625006" y="1953050"/>
        <a:ext cx="1460377" cy="445236"/>
      </dsp:txXfrm>
    </dsp:sp>
    <dsp:sp modelId="{7CF7526B-0976-4565-9C93-9053299448A7}">
      <dsp:nvSpPr>
        <dsp:cNvPr id="0" name=""/>
        <dsp:cNvSpPr/>
      </dsp:nvSpPr>
      <dsp:spPr>
        <a:xfrm>
          <a:off x="4120101" y="2231323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Sin Estudio de Precios de Transferencia</a:t>
          </a:r>
        </a:p>
      </dsp:txBody>
      <dsp:txXfrm>
        <a:off x="4120101" y="2231323"/>
        <a:ext cx="1460377" cy="445236"/>
      </dsp:txXfrm>
    </dsp:sp>
    <dsp:sp modelId="{70536E9F-1172-437D-BC3F-A819EEA7798B}">
      <dsp:nvSpPr>
        <dsp:cNvPr id="0" name=""/>
        <dsp:cNvSpPr/>
      </dsp:nvSpPr>
      <dsp:spPr>
        <a:xfrm>
          <a:off x="2367648" y="3344416"/>
          <a:ext cx="1460377" cy="445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Con Controladora o Controlada NO Residente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28-XXXI</a:t>
          </a:r>
        </a:p>
      </dsp:txBody>
      <dsp:txXfrm>
        <a:off x="2367648" y="3344416"/>
        <a:ext cx="1460377" cy="445236"/>
      </dsp:txXfrm>
    </dsp:sp>
    <dsp:sp modelId="{6D34A05A-20A2-401B-8DB3-08301F21B8FC}">
      <dsp:nvSpPr>
        <dsp:cNvPr id="0" name=""/>
        <dsp:cNvSpPr/>
      </dsp:nvSpPr>
      <dsp:spPr>
        <a:xfrm>
          <a:off x="4120101" y="3344416"/>
          <a:ext cx="1460377" cy="445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Intereses, Regalías o Asistencia Técnica</a:t>
          </a:r>
        </a:p>
      </dsp:txBody>
      <dsp:txXfrm>
        <a:off x="4120101" y="3344416"/>
        <a:ext cx="1460377" cy="445236"/>
      </dsp:txXfrm>
    </dsp:sp>
    <dsp:sp modelId="{2A71E051-644B-467F-9F8E-34DB5671A9BD}">
      <dsp:nvSpPr>
        <dsp:cNvPr id="0" name=""/>
        <dsp:cNvSpPr/>
      </dsp:nvSpPr>
      <dsp:spPr>
        <a:xfrm>
          <a:off x="5872554" y="2787869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Entidad Transparente</a:t>
          </a:r>
        </a:p>
      </dsp:txBody>
      <dsp:txXfrm>
        <a:off x="5872554" y="2787869"/>
        <a:ext cx="1460377" cy="445236"/>
      </dsp:txXfrm>
    </dsp:sp>
    <dsp:sp modelId="{536B75A4-A3CE-49E6-A5EB-0154FBA2555F}">
      <dsp:nvSpPr>
        <dsp:cNvPr id="0" name=""/>
        <dsp:cNvSpPr/>
      </dsp:nvSpPr>
      <dsp:spPr>
        <a:xfrm>
          <a:off x="5872554" y="3344416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Pago inexistente fiscalmente</a:t>
          </a:r>
        </a:p>
      </dsp:txBody>
      <dsp:txXfrm>
        <a:off x="5872554" y="3344416"/>
        <a:ext cx="1460377" cy="445236"/>
      </dsp:txXfrm>
    </dsp:sp>
    <dsp:sp modelId="{A3322C06-C992-4BC9-B768-91AC3EE5D049}">
      <dsp:nvSpPr>
        <dsp:cNvPr id="0" name=""/>
        <dsp:cNvSpPr/>
      </dsp:nvSpPr>
      <dsp:spPr>
        <a:xfrm>
          <a:off x="5872554" y="3900962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Ingreso no gravado</a:t>
          </a:r>
        </a:p>
      </dsp:txBody>
      <dsp:txXfrm>
        <a:off x="5872554" y="3900962"/>
        <a:ext cx="1460377" cy="44523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21568-6B54-4FE8-9E39-BE5F7B78AD11}">
      <dsp:nvSpPr>
        <dsp:cNvPr id="0" name=""/>
        <dsp:cNvSpPr/>
      </dsp:nvSpPr>
      <dsp:spPr>
        <a:xfrm>
          <a:off x="1774" y="108642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Legal Importación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27-XIV</a:t>
          </a:r>
        </a:p>
      </dsp:txBody>
      <dsp:txXfrm>
        <a:off x="42285" y="1126937"/>
        <a:ext cx="2685307" cy="1302142"/>
      </dsp:txXfrm>
    </dsp:sp>
    <dsp:sp modelId="{D2E93428-C9BB-4FEB-8D4E-AFCE488856B5}">
      <dsp:nvSpPr>
        <dsp:cNvPr id="0" name=""/>
        <dsp:cNvSpPr/>
      </dsp:nvSpPr>
      <dsp:spPr>
        <a:xfrm rot="19457599">
          <a:off x="2640020" y="135174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87302" y="1346281"/>
        <a:ext cx="68134" cy="68134"/>
      </dsp:txXfrm>
    </dsp:sp>
    <dsp:sp modelId="{A55046B5-D825-4E57-BEE8-4CE70AD1EE49}">
      <dsp:nvSpPr>
        <dsp:cNvPr id="0" name=""/>
        <dsp:cNvSpPr/>
      </dsp:nvSpPr>
      <dsp:spPr>
        <a:xfrm>
          <a:off x="3874635" y="291107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200" kern="1200" dirty="0"/>
            <a:t>Hasta por el Valor Declarado</a:t>
          </a:r>
        </a:p>
      </dsp:txBody>
      <dsp:txXfrm>
        <a:off x="3915146" y="331618"/>
        <a:ext cx="2685307" cy="1302142"/>
      </dsp:txXfrm>
    </dsp:sp>
    <dsp:sp modelId="{7C4F2C80-8385-4625-9678-CB5725D1DA4B}">
      <dsp:nvSpPr>
        <dsp:cNvPr id="0" name=""/>
        <dsp:cNvSpPr/>
      </dsp:nvSpPr>
      <dsp:spPr>
        <a:xfrm rot="2142401">
          <a:off x="2640020" y="214706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87302" y="2141601"/>
        <a:ext cx="68134" cy="68134"/>
      </dsp:txXfrm>
    </dsp:sp>
    <dsp:sp modelId="{86F4B34E-4C5A-4F69-B447-2779B9F6ED09}">
      <dsp:nvSpPr>
        <dsp:cNvPr id="0" name=""/>
        <dsp:cNvSpPr/>
      </dsp:nvSpPr>
      <dsp:spPr>
        <a:xfrm>
          <a:off x="3874635" y="188174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Servicios Aduaneros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28-XXII</a:t>
          </a:r>
        </a:p>
      </dsp:txBody>
      <dsp:txXfrm>
        <a:off x="3915146" y="1922257"/>
        <a:ext cx="2685307" cy="1302142"/>
      </dsp:txXfrm>
    </dsp:sp>
    <dsp:sp modelId="{D00465F2-21CA-4F3B-8AD1-A20765160B2F}">
      <dsp:nvSpPr>
        <dsp:cNvPr id="0" name=""/>
        <dsp:cNvSpPr/>
      </dsp:nvSpPr>
      <dsp:spPr>
        <a:xfrm rot="19457599">
          <a:off x="6512881" y="214706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60162" y="2141601"/>
        <a:ext cx="68134" cy="68134"/>
      </dsp:txXfrm>
    </dsp:sp>
    <dsp:sp modelId="{DF4FD044-391B-4968-A45C-3B37A0EC8268}">
      <dsp:nvSpPr>
        <dsp:cNvPr id="0" name=""/>
        <dsp:cNvSpPr/>
      </dsp:nvSpPr>
      <dsp:spPr>
        <a:xfrm>
          <a:off x="7747496" y="108642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200" kern="1200" dirty="0"/>
            <a:t>Honorarios</a:t>
          </a:r>
        </a:p>
      </dsp:txBody>
      <dsp:txXfrm>
        <a:off x="7788007" y="1126937"/>
        <a:ext cx="2685307" cy="1302142"/>
      </dsp:txXfrm>
    </dsp:sp>
    <dsp:sp modelId="{A9BB30AB-658E-4907-951A-38C60F1AF898}">
      <dsp:nvSpPr>
        <dsp:cNvPr id="0" name=""/>
        <dsp:cNvSpPr/>
      </dsp:nvSpPr>
      <dsp:spPr>
        <a:xfrm rot="2142401">
          <a:off x="6512881" y="294238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60162" y="2936921"/>
        <a:ext cx="68134" cy="68134"/>
      </dsp:txXfrm>
    </dsp:sp>
    <dsp:sp modelId="{40813B51-FFE6-469D-AEDC-CDF96504393A}">
      <dsp:nvSpPr>
        <dsp:cNvPr id="0" name=""/>
        <dsp:cNvSpPr/>
      </dsp:nvSpPr>
      <dsp:spPr>
        <a:xfrm>
          <a:off x="7747496" y="267706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200" kern="1200" dirty="0"/>
            <a:t>Gastos del Agente</a:t>
          </a:r>
        </a:p>
      </dsp:txBody>
      <dsp:txXfrm>
        <a:off x="7788007" y="2717577"/>
        <a:ext cx="2685307" cy="130214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FF522-13C5-43EE-AF57-0CD5CF528ECB}">
      <dsp:nvSpPr>
        <dsp:cNvPr id="0" name=""/>
        <dsp:cNvSpPr/>
      </dsp:nvSpPr>
      <dsp:spPr>
        <a:xfrm>
          <a:off x="252061" y="1517019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200" kern="1200" dirty="0"/>
            <a:t>Provisiones</a:t>
          </a:r>
        </a:p>
      </dsp:txBody>
      <dsp:txXfrm>
        <a:off x="290643" y="1555601"/>
        <a:ext cx="2557435" cy="1240135"/>
      </dsp:txXfrm>
    </dsp:sp>
    <dsp:sp modelId="{7B32F6C4-5275-470F-A4AA-AA854ECF10FC}">
      <dsp:nvSpPr>
        <dsp:cNvPr id="0" name=""/>
        <dsp:cNvSpPr/>
      </dsp:nvSpPr>
      <dsp:spPr>
        <a:xfrm rot="18289469">
          <a:off x="2490882" y="1390975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3367445" y="1372086"/>
        <a:ext cx="92269" cy="92269"/>
      </dsp:txXfrm>
    </dsp:sp>
    <dsp:sp modelId="{F9E6FCAE-D786-4D0E-B483-B184AB61B398}">
      <dsp:nvSpPr>
        <dsp:cNvPr id="0" name=""/>
        <dsp:cNvSpPr/>
      </dsp:nvSpPr>
      <dsp:spPr>
        <a:xfrm>
          <a:off x="3940500" y="2124"/>
          <a:ext cx="2634599" cy="1317299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Gratificaciones al Personal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28-VIII</a:t>
          </a:r>
        </a:p>
      </dsp:txBody>
      <dsp:txXfrm>
        <a:off x="3979082" y="40706"/>
        <a:ext cx="2557435" cy="1240135"/>
      </dsp:txXfrm>
    </dsp:sp>
    <dsp:sp modelId="{D2179D95-2268-467A-BD6F-4238492CF36F}">
      <dsp:nvSpPr>
        <dsp:cNvPr id="0" name=""/>
        <dsp:cNvSpPr/>
      </dsp:nvSpPr>
      <dsp:spPr>
        <a:xfrm>
          <a:off x="2886660" y="2148422"/>
          <a:ext cx="105383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053839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87234" y="2149323"/>
        <a:ext cx="52691" cy="52691"/>
      </dsp:txXfrm>
    </dsp:sp>
    <dsp:sp modelId="{DED36DF9-D56E-4C07-BEC2-E8049AB563E0}">
      <dsp:nvSpPr>
        <dsp:cNvPr id="0" name=""/>
        <dsp:cNvSpPr/>
      </dsp:nvSpPr>
      <dsp:spPr>
        <a:xfrm>
          <a:off x="3940500" y="1517019"/>
          <a:ext cx="2634599" cy="1317299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Indemnizaciones al Personal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28-IX</a:t>
          </a:r>
        </a:p>
      </dsp:txBody>
      <dsp:txXfrm>
        <a:off x="3979082" y="1555601"/>
        <a:ext cx="2557435" cy="1240135"/>
      </dsp:txXfrm>
    </dsp:sp>
    <dsp:sp modelId="{BCC5DAC5-8BE2-48B6-B436-BF0C514FA92E}">
      <dsp:nvSpPr>
        <dsp:cNvPr id="0" name=""/>
        <dsp:cNvSpPr/>
      </dsp:nvSpPr>
      <dsp:spPr>
        <a:xfrm>
          <a:off x="6575099" y="2148422"/>
          <a:ext cx="105383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053839" y="272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075673" y="2149323"/>
        <a:ext cx="52691" cy="52691"/>
      </dsp:txXfrm>
    </dsp:sp>
    <dsp:sp modelId="{18A0948F-9D81-4E24-A2E4-382687FCEBF6}">
      <dsp:nvSpPr>
        <dsp:cNvPr id="0" name=""/>
        <dsp:cNvSpPr/>
      </dsp:nvSpPr>
      <dsp:spPr>
        <a:xfrm>
          <a:off x="7628939" y="1517019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Requisitos</a:t>
          </a:r>
        </a:p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29</a:t>
          </a:r>
        </a:p>
      </dsp:txBody>
      <dsp:txXfrm>
        <a:off x="7667521" y="1555601"/>
        <a:ext cx="2557435" cy="1240135"/>
      </dsp:txXfrm>
    </dsp:sp>
    <dsp:sp modelId="{2253FC4D-5C08-42E0-992E-CFCE5F2E8E79}">
      <dsp:nvSpPr>
        <dsp:cNvPr id="0" name=""/>
        <dsp:cNvSpPr/>
      </dsp:nvSpPr>
      <dsp:spPr>
        <a:xfrm rot="3310531">
          <a:off x="2490882" y="2905870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3367445" y="2886981"/>
        <a:ext cx="92269" cy="92269"/>
      </dsp:txXfrm>
    </dsp:sp>
    <dsp:sp modelId="{14EB7ACF-A4D5-4A69-BCCF-37D4A4636C53}">
      <dsp:nvSpPr>
        <dsp:cNvPr id="0" name=""/>
        <dsp:cNvSpPr/>
      </dsp:nvSpPr>
      <dsp:spPr>
        <a:xfrm>
          <a:off x="3940500" y="3031913"/>
          <a:ext cx="2634599" cy="1317299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200" kern="1200" dirty="0"/>
            <a:t>Otras</a:t>
          </a:r>
        </a:p>
      </dsp:txBody>
      <dsp:txXfrm>
        <a:off x="3979082" y="3070495"/>
        <a:ext cx="2557435" cy="124013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140B60-B966-4963-BF69-59AC92BE9068}">
      <dsp:nvSpPr>
        <dsp:cNvPr id="0" name=""/>
        <dsp:cNvSpPr/>
      </dsp:nvSpPr>
      <dsp:spPr>
        <a:xfrm>
          <a:off x="403338" y="1164322"/>
          <a:ext cx="4045384" cy="20226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5500" kern="1200" dirty="0"/>
            <a:t>Prorrata</a:t>
          </a:r>
        </a:p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28-XVIII</a:t>
          </a:r>
        </a:p>
      </dsp:txBody>
      <dsp:txXfrm>
        <a:off x="462581" y="1223565"/>
        <a:ext cx="3926898" cy="1904206"/>
      </dsp:txXfrm>
    </dsp:sp>
    <dsp:sp modelId="{0ECF1442-1B59-4CCF-BEE8-CB87A6F1D9CD}">
      <dsp:nvSpPr>
        <dsp:cNvPr id="0" name=""/>
        <dsp:cNvSpPr/>
      </dsp:nvSpPr>
      <dsp:spPr>
        <a:xfrm rot="19457599">
          <a:off x="4261418" y="1552309"/>
          <a:ext cx="1992762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992762" y="4183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5207980" y="1544325"/>
        <a:ext cx="99638" cy="99638"/>
      </dsp:txXfrm>
    </dsp:sp>
    <dsp:sp modelId="{C1B15660-5FAD-4A8A-95B0-A4120F75D444}">
      <dsp:nvSpPr>
        <dsp:cNvPr id="0" name=""/>
        <dsp:cNvSpPr/>
      </dsp:nvSpPr>
      <dsp:spPr>
        <a:xfrm>
          <a:off x="6066876" y="1274"/>
          <a:ext cx="4045384" cy="2022692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/>
            <a:t>No Residentes</a:t>
          </a:r>
        </a:p>
      </dsp:txBody>
      <dsp:txXfrm>
        <a:off x="6126119" y="60517"/>
        <a:ext cx="3926898" cy="1904206"/>
      </dsp:txXfrm>
    </dsp:sp>
    <dsp:sp modelId="{B7DF9745-F1C7-4B2A-B2CD-C0FC93A1A8B2}">
      <dsp:nvSpPr>
        <dsp:cNvPr id="0" name=""/>
        <dsp:cNvSpPr/>
      </dsp:nvSpPr>
      <dsp:spPr>
        <a:xfrm rot="2142401">
          <a:off x="4261418" y="2715357"/>
          <a:ext cx="1992762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992762" y="4183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5207980" y="2707373"/>
        <a:ext cx="99638" cy="99638"/>
      </dsp:txXfrm>
    </dsp:sp>
    <dsp:sp modelId="{1BB53080-3C4D-4975-A04D-45B7AF83B7F7}">
      <dsp:nvSpPr>
        <dsp:cNvPr id="0" name=""/>
        <dsp:cNvSpPr/>
      </dsp:nvSpPr>
      <dsp:spPr>
        <a:xfrm>
          <a:off x="6066876" y="2327370"/>
          <a:ext cx="4045384" cy="2022692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/>
            <a:t>Residentes</a:t>
          </a:r>
        </a:p>
      </dsp:txBody>
      <dsp:txXfrm>
        <a:off x="6126119" y="2386613"/>
        <a:ext cx="3926898" cy="190420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AFB24-25F3-4756-B553-AA23D7D72E84}">
      <dsp:nvSpPr>
        <dsp:cNvPr id="0" name=""/>
        <dsp:cNvSpPr/>
      </dsp:nvSpPr>
      <dsp:spPr>
        <a:xfrm>
          <a:off x="5513738" y="3775285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319923"/>
              </a:lnTo>
              <a:lnTo>
                <a:pt x="335791" y="3199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670039" y="3923651"/>
        <a:ext cx="23189" cy="23189"/>
      </dsp:txXfrm>
    </dsp:sp>
    <dsp:sp modelId="{93A23D04-863F-41ED-8842-FF45118224DF}">
      <dsp:nvSpPr>
        <dsp:cNvPr id="0" name=""/>
        <dsp:cNvSpPr/>
      </dsp:nvSpPr>
      <dsp:spPr>
        <a:xfrm>
          <a:off x="5513738" y="3455361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319923"/>
              </a:moveTo>
              <a:lnTo>
                <a:pt x="167895" y="319923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670039" y="3603728"/>
        <a:ext cx="23189" cy="23189"/>
      </dsp:txXfrm>
    </dsp:sp>
    <dsp:sp modelId="{EED6D895-B842-4090-9D2C-C7F05CEC095B}">
      <dsp:nvSpPr>
        <dsp:cNvPr id="0" name=""/>
        <dsp:cNvSpPr/>
      </dsp:nvSpPr>
      <dsp:spPr>
        <a:xfrm>
          <a:off x="3498990" y="3729565"/>
          <a:ext cx="3357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579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8491" y="3766890"/>
        <a:ext cx="16789" cy="16789"/>
      </dsp:txXfrm>
    </dsp:sp>
    <dsp:sp modelId="{5308DBA2-7CA1-48E7-A13F-ED0DB02C3941}">
      <dsp:nvSpPr>
        <dsp:cNvPr id="0" name=""/>
        <dsp:cNvSpPr/>
      </dsp:nvSpPr>
      <dsp:spPr>
        <a:xfrm>
          <a:off x="1484241" y="2015707"/>
          <a:ext cx="335791" cy="1759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1759577"/>
              </a:lnTo>
              <a:lnTo>
                <a:pt x="335791" y="1759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1607354" y="2850712"/>
        <a:ext cx="89566" cy="89566"/>
      </dsp:txXfrm>
    </dsp:sp>
    <dsp:sp modelId="{7B31E049-F9F5-4D23-9E59-8C9CFFB35894}">
      <dsp:nvSpPr>
        <dsp:cNvPr id="0" name=""/>
        <dsp:cNvSpPr/>
      </dsp:nvSpPr>
      <dsp:spPr>
        <a:xfrm>
          <a:off x="3498990" y="2495592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319923"/>
              </a:lnTo>
              <a:lnTo>
                <a:pt x="335791" y="3199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5290" y="2643958"/>
        <a:ext cx="23189" cy="23189"/>
      </dsp:txXfrm>
    </dsp:sp>
    <dsp:sp modelId="{5FAE0879-779E-4E71-ABBC-22412B479E56}">
      <dsp:nvSpPr>
        <dsp:cNvPr id="0" name=""/>
        <dsp:cNvSpPr/>
      </dsp:nvSpPr>
      <dsp:spPr>
        <a:xfrm>
          <a:off x="3498990" y="2175669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319923"/>
              </a:moveTo>
              <a:lnTo>
                <a:pt x="167895" y="319923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5290" y="2324035"/>
        <a:ext cx="23189" cy="23189"/>
      </dsp:txXfrm>
    </dsp:sp>
    <dsp:sp modelId="{ACBADD5B-4D3C-4B6C-A8AA-0C4D07071E61}">
      <dsp:nvSpPr>
        <dsp:cNvPr id="0" name=""/>
        <dsp:cNvSpPr/>
      </dsp:nvSpPr>
      <dsp:spPr>
        <a:xfrm>
          <a:off x="1484241" y="2015707"/>
          <a:ext cx="335791" cy="4798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479884"/>
              </a:lnTo>
              <a:lnTo>
                <a:pt x="335791" y="4798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37495" y="2241007"/>
        <a:ext cx="29285" cy="29285"/>
      </dsp:txXfrm>
    </dsp:sp>
    <dsp:sp modelId="{32F29C24-2F90-4E88-A0A4-E6422C071F7E}">
      <dsp:nvSpPr>
        <dsp:cNvPr id="0" name=""/>
        <dsp:cNvSpPr/>
      </dsp:nvSpPr>
      <dsp:spPr>
        <a:xfrm>
          <a:off x="1484241" y="1855745"/>
          <a:ext cx="335791" cy="159961"/>
        </a:xfrm>
        <a:custGeom>
          <a:avLst/>
          <a:gdLst/>
          <a:ahLst/>
          <a:cxnLst/>
          <a:rect l="0" t="0" r="0" b="0"/>
          <a:pathLst>
            <a:path>
              <a:moveTo>
                <a:pt x="0" y="159961"/>
              </a:moveTo>
              <a:lnTo>
                <a:pt x="167895" y="159961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42838" y="1926427"/>
        <a:ext cx="18597" cy="18597"/>
      </dsp:txXfrm>
    </dsp:sp>
    <dsp:sp modelId="{9018C097-DF1D-476D-AD1F-B35049963F2E}">
      <dsp:nvSpPr>
        <dsp:cNvPr id="0" name=""/>
        <dsp:cNvSpPr/>
      </dsp:nvSpPr>
      <dsp:spPr>
        <a:xfrm>
          <a:off x="7528486" y="1535822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319923"/>
              </a:lnTo>
              <a:lnTo>
                <a:pt x="335791" y="3199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684787" y="1684189"/>
        <a:ext cx="23189" cy="23189"/>
      </dsp:txXfrm>
    </dsp:sp>
    <dsp:sp modelId="{CAF82E34-67CF-4F63-8C0C-C3F11D72CA7A}">
      <dsp:nvSpPr>
        <dsp:cNvPr id="0" name=""/>
        <dsp:cNvSpPr/>
      </dsp:nvSpPr>
      <dsp:spPr>
        <a:xfrm>
          <a:off x="7528486" y="1215899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319923"/>
              </a:moveTo>
              <a:lnTo>
                <a:pt x="167895" y="319923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684787" y="1364266"/>
        <a:ext cx="23189" cy="23189"/>
      </dsp:txXfrm>
    </dsp:sp>
    <dsp:sp modelId="{174CD767-57D3-4490-BDC8-786803748C18}">
      <dsp:nvSpPr>
        <dsp:cNvPr id="0" name=""/>
        <dsp:cNvSpPr/>
      </dsp:nvSpPr>
      <dsp:spPr>
        <a:xfrm>
          <a:off x="5513738" y="1490102"/>
          <a:ext cx="3357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579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673239" y="1527427"/>
        <a:ext cx="16789" cy="16789"/>
      </dsp:txXfrm>
    </dsp:sp>
    <dsp:sp modelId="{2E770EF0-90D4-4CA8-9115-0D348C0BCCBA}">
      <dsp:nvSpPr>
        <dsp:cNvPr id="0" name=""/>
        <dsp:cNvSpPr/>
      </dsp:nvSpPr>
      <dsp:spPr>
        <a:xfrm>
          <a:off x="3498990" y="1215899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319923"/>
              </a:lnTo>
              <a:lnTo>
                <a:pt x="335791" y="3199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5290" y="1364266"/>
        <a:ext cx="23189" cy="23189"/>
      </dsp:txXfrm>
    </dsp:sp>
    <dsp:sp modelId="{118265EA-6CA3-4BC4-AC2F-98E8A30B57DD}">
      <dsp:nvSpPr>
        <dsp:cNvPr id="0" name=""/>
        <dsp:cNvSpPr/>
      </dsp:nvSpPr>
      <dsp:spPr>
        <a:xfrm>
          <a:off x="3498990" y="895976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319923"/>
              </a:moveTo>
              <a:lnTo>
                <a:pt x="167895" y="319923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5290" y="1044342"/>
        <a:ext cx="23189" cy="23189"/>
      </dsp:txXfrm>
    </dsp:sp>
    <dsp:sp modelId="{2752DD7F-2517-4BC3-B5F2-5B983FED302D}">
      <dsp:nvSpPr>
        <dsp:cNvPr id="0" name=""/>
        <dsp:cNvSpPr/>
      </dsp:nvSpPr>
      <dsp:spPr>
        <a:xfrm>
          <a:off x="1484241" y="1215899"/>
          <a:ext cx="335791" cy="799808"/>
        </a:xfrm>
        <a:custGeom>
          <a:avLst/>
          <a:gdLst/>
          <a:ahLst/>
          <a:cxnLst/>
          <a:rect l="0" t="0" r="0" b="0"/>
          <a:pathLst>
            <a:path>
              <a:moveTo>
                <a:pt x="0" y="799808"/>
              </a:moveTo>
              <a:lnTo>
                <a:pt x="167895" y="799808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30451" y="1594117"/>
        <a:ext cx="43371" cy="43371"/>
      </dsp:txXfrm>
    </dsp:sp>
    <dsp:sp modelId="{005D03FB-04DE-4D2F-8C51-F1A03E25F847}">
      <dsp:nvSpPr>
        <dsp:cNvPr id="0" name=""/>
        <dsp:cNvSpPr/>
      </dsp:nvSpPr>
      <dsp:spPr>
        <a:xfrm>
          <a:off x="3498990" y="210409"/>
          <a:ext cx="3357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579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8491" y="247734"/>
        <a:ext cx="16789" cy="16789"/>
      </dsp:txXfrm>
    </dsp:sp>
    <dsp:sp modelId="{2BD05804-9995-40BA-85F0-2B2BE4C810CF}">
      <dsp:nvSpPr>
        <dsp:cNvPr id="0" name=""/>
        <dsp:cNvSpPr/>
      </dsp:nvSpPr>
      <dsp:spPr>
        <a:xfrm>
          <a:off x="1484241" y="256129"/>
          <a:ext cx="335791" cy="1759577"/>
        </a:xfrm>
        <a:custGeom>
          <a:avLst/>
          <a:gdLst/>
          <a:ahLst/>
          <a:cxnLst/>
          <a:rect l="0" t="0" r="0" b="0"/>
          <a:pathLst>
            <a:path>
              <a:moveTo>
                <a:pt x="0" y="1759577"/>
              </a:moveTo>
              <a:lnTo>
                <a:pt x="167895" y="1759577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1607354" y="1091135"/>
        <a:ext cx="89566" cy="89566"/>
      </dsp:txXfrm>
    </dsp:sp>
    <dsp:sp modelId="{574F023D-7304-4FA7-928F-5E765D3947C2}">
      <dsp:nvSpPr>
        <dsp:cNvPr id="0" name=""/>
        <dsp:cNvSpPr/>
      </dsp:nvSpPr>
      <dsp:spPr>
        <a:xfrm rot="16200000">
          <a:off x="-118741" y="1759768"/>
          <a:ext cx="2694090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Plazos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27-XVIII</a:t>
          </a:r>
        </a:p>
      </dsp:txBody>
      <dsp:txXfrm>
        <a:off x="-118741" y="1759768"/>
        <a:ext cx="2694090" cy="511877"/>
      </dsp:txXfrm>
    </dsp:sp>
    <dsp:sp modelId="{1AFBD72E-1B56-4EED-8898-CD4E64AD8FE4}">
      <dsp:nvSpPr>
        <dsp:cNvPr id="0" name=""/>
        <dsp:cNvSpPr/>
      </dsp:nvSpPr>
      <dsp:spPr>
        <a:xfrm>
          <a:off x="1820033" y="191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Requisitos Particulares</a:t>
          </a:r>
        </a:p>
      </dsp:txBody>
      <dsp:txXfrm>
        <a:off x="1820033" y="191"/>
        <a:ext cx="1678956" cy="511877"/>
      </dsp:txXfrm>
    </dsp:sp>
    <dsp:sp modelId="{28C9EB2A-E24B-428D-9551-FCCD09B350C7}">
      <dsp:nvSpPr>
        <dsp:cNvPr id="0" name=""/>
        <dsp:cNvSpPr/>
      </dsp:nvSpPr>
      <dsp:spPr>
        <a:xfrm>
          <a:off x="3834781" y="191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Según el caso</a:t>
          </a:r>
        </a:p>
      </dsp:txBody>
      <dsp:txXfrm>
        <a:off x="3834781" y="191"/>
        <a:ext cx="1678956" cy="511877"/>
      </dsp:txXfrm>
    </dsp:sp>
    <dsp:sp modelId="{C480F608-E7C8-4945-BFFA-26881BE5A07F}">
      <dsp:nvSpPr>
        <dsp:cNvPr id="0" name=""/>
        <dsp:cNvSpPr/>
      </dsp:nvSpPr>
      <dsp:spPr>
        <a:xfrm>
          <a:off x="1820033" y="959960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Comprobantes Fiscales</a:t>
          </a:r>
        </a:p>
      </dsp:txBody>
      <dsp:txXfrm>
        <a:off x="1820033" y="959960"/>
        <a:ext cx="1678956" cy="511877"/>
      </dsp:txXfrm>
    </dsp:sp>
    <dsp:sp modelId="{BF282468-9673-4A24-B5A3-EC4487B68A8E}">
      <dsp:nvSpPr>
        <dsp:cNvPr id="0" name=""/>
        <dsp:cNvSpPr/>
      </dsp:nvSpPr>
      <dsp:spPr>
        <a:xfrm>
          <a:off x="3834781" y="640037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Fecha de Declaración Anual</a:t>
          </a:r>
        </a:p>
      </dsp:txBody>
      <dsp:txXfrm>
        <a:off x="3834781" y="640037"/>
        <a:ext cx="1678956" cy="511877"/>
      </dsp:txXfrm>
    </dsp:sp>
    <dsp:sp modelId="{D1BF5D92-80B5-4896-9833-E019F8B84AD0}">
      <dsp:nvSpPr>
        <dsp:cNvPr id="0" name=""/>
        <dsp:cNvSpPr/>
      </dsp:nvSpPr>
      <dsp:spPr>
        <a:xfrm>
          <a:off x="3834781" y="1279884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Fecha de Expedición</a:t>
          </a:r>
        </a:p>
      </dsp:txBody>
      <dsp:txXfrm>
        <a:off x="3834781" y="1279884"/>
        <a:ext cx="1678956" cy="511877"/>
      </dsp:txXfrm>
    </dsp:sp>
    <dsp:sp modelId="{8C5A3C91-1097-4135-86CC-0722E17D09B3}">
      <dsp:nvSpPr>
        <dsp:cNvPr id="0" name=""/>
        <dsp:cNvSpPr/>
      </dsp:nvSpPr>
      <dsp:spPr>
        <a:xfrm>
          <a:off x="5849529" y="1279884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 el Ejercicio de deducción</a:t>
          </a:r>
        </a:p>
      </dsp:txBody>
      <dsp:txXfrm>
        <a:off x="5849529" y="1279884"/>
        <a:ext cx="1678956" cy="511877"/>
      </dsp:txXfrm>
    </dsp:sp>
    <dsp:sp modelId="{D72A9442-9A13-4DB0-A957-F89D53AAED5D}">
      <dsp:nvSpPr>
        <dsp:cNvPr id="0" name=""/>
        <dsp:cNvSpPr/>
      </dsp:nvSpPr>
      <dsp:spPr>
        <a:xfrm>
          <a:off x="7864278" y="959960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Operación</a:t>
          </a:r>
        </a:p>
      </dsp:txBody>
      <dsp:txXfrm>
        <a:off x="7864278" y="959960"/>
        <a:ext cx="1678956" cy="511877"/>
      </dsp:txXfrm>
    </dsp:sp>
    <dsp:sp modelId="{D9B72231-559A-4953-A441-8ECEB2DF96F1}">
      <dsp:nvSpPr>
        <dsp:cNvPr id="0" name=""/>
        <dsp:cNvSpPr/>
      </dsp:nvSpPr>
      <dsp:spPr>
        <a:xfrm>
          <a:off x="7864278" y="1599807"/>
          <a:ext cx="1678956" cy="511877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tx1"/>
              </a:solidFill>
            </a:rPr>
            <a:t>Expedición</a:t>
          </a:r>
        </a:p>
      </dsp:txBody>
      <dsp:txXfrm>
        <a:off x="7864278" y="1599807"/>
        <a:ext cx="1678956" cy="511877"/>
      </dsp:txXfrm>
    </dsp:sp>
    <dsp:sp modelId="{74640D85-4679-4A97-9687-6C7E665B3E05}">
      <dsp:nvSpPr>
        <dsp:cNvPr id="0" name=""/>
        <dsp:cNvSpPr/>
      </dsp:nvSpPr>
      <dsp:spPr>
        <a:xfrm>
          <a:off x="1820033" y="1599807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Retenciones y pagos</a:t>
          </a:r>
        </a:p>
      </dsp:txBody>
      <dsp:txXfrm>
        <a:off x="1820033" y="1599807"/>
        <a:ext cx="1678956" cy="511877"/>
      </dsp:txXfrm>
    </dsp:sp>
    <dsp:sp modelId="{CF7EC3B3-1D7D-4F9E-8679-771948894442}">
      <dsp:nvSpPr>
        <dsp:cNvPr id="0" name=""/>
        <dsp:cNvSpPr/>
      </dsp:nvSpPr>
      <dsp:spPr>
        <a:xfrm>
          <a:off x="1820033" y="2239653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Declaraciones Informativas</a:t>
          </a:r>
        </a:p>
      </dsp:txBody>
      <dsp:txXfrm>
        <a:off x="1820033" y="2239653"/>
        <a:ext cx="1678956" cy="511877"/>
      </dsp:txXfrm>
    </dsp:sp>
    <dsp:sp modelId="{991AA0F9-115C-4438-9D1C-53B631FB46F0}">
      <dsp:nvSpPr>
        <dsp:cNvPr id="0" name=""/>
        <dsp:cNvSpPr/>
      </dsp:nvSpPr>
      <dsp:spPr>
        <a:xfrm>
          <a:off x="3834781" y="1919730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 los plazos establecidos</a:t>
          </a:r>
        </a:p>
      </dsp:txBody>
      <dsp:txXfrm>
        <a:off x="3834781" y="1919730"/>
        <a:ext cx="1678956" cy="511877"/>
      </dsp:txXfrm>
    </dsp:sp>
    <dsp:sp modelId="{D4B01E22-081B-4F4B-997C-D0FF90A806DE}">
      <dsp:nvSpPr>
        <dsp:cNvPr id="0" name=""/>
        <dsp:cNvSpPr/>
      </dsp:nvSpPr>
      <dsp:spPr>
        <a:xfrm>
          <a:off x="3834781" y="2559576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60 días al requerimiento</a:t>
          </a:r>
        </a:p>
      </dsp:txBody>
      <dsp:txXfrm>
        <a:off x="3834781" y="2559576"/>
        <a:ext cx="1678956" cy="511877"/>
      </dsp:txXfrm>
    </dsp:sp>
    <dsp:sp modelId="{A50B2C61-C414-4AD8-A20C-E258A84A1449}">
      <dsp:nvSpPr>
        <dsp:cNvPr id="0" name=""/>
        <dsp:cNvSpPr/>
      </dsp:nvSpPr>
      <dsp:spPr>
        <a:xfrm>
          <a:off x="1820033" y="3519346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Anticipos</a:t>
          </a:r>
        </a:p>
      </dsp:txBody>
      <dsp:txXfrm>
        <a:off x="1820033" y="3519346"/>
        <a:ext cx="1678956" cy="511877"/>
      </dsp:txXfrm>
    </dsp:sp>
    <dsp:sp modelId="{A8177D1C-FD92-4668-9632-0E269573DE08}">
      <dsp:nvSpPr>
        <dsp:cNvPr id="0" name=""/>
        <dsp:cNvSpPr/>
      </dsp:nvSpPr>
      <dsp:spPr>
        <a:xfrm>
          <a:off x="3834781" y="3519346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 el Ejercicio en que se efectúa</a:t>
          </a:r>
        </a:p>
      </dsp:txBody>
      <dsp:txXfrm>
        <a:off x="3834781" y="3519346"/>
        <a:ext cx="1678956" cy="511877"/>
      </dsp:txXfrm>
    </dsp:sp>
    <dsp:sp modelId="{12E9F049-0B3F-4F35-9CF7-AF35FB3D313C}">
      <dsp:nvSpPr>
        <dsp:cNvPr id="0" name=""/>
        <dsp:cNvSpPr/>
      </dsp:nvSpPr>
      <dsp:spPr>
        <a:xfrm>
          <a:off x="5849529" y="3199423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Comprobante en el Ejercicio</a:t>
          </a:r>
        </a:p>
      </dsp:txBody>
      <dsp:txXfrm>
        <a:off x="5849529" y="3199423"/>
        <a:ext cx="1678956" cy="511877"/>
      </dsp:txXfrm>
    </dsp:sp>
    <dsp:sp modelId="{105FA589-A711-4495-A185-9E07A6387873}">
      <dsp:nvSpPr>
        <dsp:cNvPr id="0" name=""/>
        <dsp:cNvSpPr/>
      </dsp:nvSpPr>
      <dsp:spPr>
        <a:xfrm>
          <a:off x="5849529" y="3839269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Comprobante final en el siguiente Ejercicio</a:t>
          </a:r>
        </a:p>
      </dsp:txBody>
      <dsp:txXfrm>
        <a:off x="5849529" y="3839269"/>
        <a:ext cx="1678956" cy="51187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DBF681-C8B3-403A-AEA8-09232CBCC3D5}">
      <dsp:nvSpPr>
        <dsp:cNvPr id="0" name=""/>
        <dsp:cNvSpPr/>
      </dsp:nvSpPr>
      <dsp:spPr>
        <a:xfrm>
          <a:off x="2417072" y="2175669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516721"/>
              </a:lnTo>
              <a:lnTo>
                <a:pt x="542350" y="5167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69520" y="2415302"/>
        <a:ext cx="37454" cy="37454"/>
      </dsp:txXfrm>
    </dsp:sp>
    <dsp:sp modelId="{9791333C-D930-42FC-8E03-0CCA1246934E}">
      <dsp:nvSpPr>
        <dsp:cNvPr id="0" name=""/>
        <dsp:cNvSpPr/>
      </dsp:nvSpPr>
      <dsp:spPr>
        <a:xfrm>
          <a:off x="5671177" y="1613227"/>
          <a:ext cx="5423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2350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28793" y="1645388"/>
        <a:ext cx="27117" cy="27117"/>
      </dsp:txXfrm>
    </dsp:sp>
    <dsp:sp modelId="{6720F437-BB02-45AA-841A-CF516800E2F6}">
      <dsp:nvSpPr>
        <dsp:cNvPr id="0" name=""/>
        <dsp:cNvSpPr/>
      </dsp:nvSpPr>
      <dsp:spPr>
        <a:xfrm>
          <a:off x="2417072" y="1658947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516721"/>
              </a:moveTo>
              <a:lnTo>
                <a:pt x="271175" y="516721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69520" y="1898580"/>
        <a:ext cx="37454" cy="37454"/>
      </dsp:txXfrm>
    </dsp:sp>
    <dsp:sp modelId="{234993EC-15DD-4431-85A1-2B9DBA24A21F}">
      <dsp:nvSpPr>
        <dsp:cNvPr id="0" name=""/>
        <dsp:cNvSpPr/>
      </dsp:nvSpPr>
      <dsp:spPr>
        <a:xfrm rot="16200000">
          <a:off x="-171973" y="1762291"/>
          <a:ext cx="4351338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Hospedaje, alimentación, etc.</a:t>
          </a:r>
        </a:p>
      </dsp:txBody>
      <dsp:txXfrm>
        <a:off x="-171973" y="1762291"/>
        <a:ext cx="4351338" cy="826754"/>
      </dsp:txXfrm>
    </dsp:sp>
    <dsp:sp modelId="{5B4EAE11-5268-4F86-9249-6E2D786306F8}">
      <dsp:nvSpPr>
        <dsp:cNvPr id="0" name=""/>
        <dsp:cNvSpPr/>
      </dsp:nvSpPr>
      <dsp:spPr>
        <a:xfrm>
          <a:off x="2959423" y="1245570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Viajes y Viáticos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28-V</a:t>
          </a:r>
        </a:p>
      </dsp:txBody>
      <dsp:txXfrm>
        <a:off x="2959423" y="1245570"/>
        <a:ext cx="2711753" cy="826754"/>
      </dsp:txXfrm>
    </dsp:sp>
    <dsp:sp modelId="{CAB1C53C-7EDA-4BA9-86CE-74D78538D80B}">
      <dsp:nvSpPr>
        <dsp:cNvPr id="0" name=""/>
        <dsp:cNvSpPr/>
      </dsp:nvSpPr>
      <dsp:spPr>
        <a:xfrm>
          <a:off x="6213527" y="1245570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Faja mayor a 50 km</a:t>
          </a:r>
        </a:p>
      </dsp:txBody>
      <dsp:txXfrm>
        <a:off x="6213527" y="1245570"/>
        <a:ext cx="2711753" cy="826754"/>
      </dsp:txXfrm>
    </dsp:sp>
    <dsp:sp modelId="{D94A2879-DBEC-40BC-84BF-1675011AD14A}">
      <dsp:nvSpPr>
        <dsp:cNvPr id="0" name=""/>
        <dsp:cNvSpPr/>
      </dsp:nvSpPr>
      <dsp:spPr>
        <a:xfrm>
          <a:off x="2959423" y="2279013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Gastos Locales</a:t>
          </a:r>
        </a:p>
      </dsp:txBody>
      <dsp:txXfrm>
        <a:off x="2959423" y="2279013"/>
        <a:ext cx="2711753" cy="82675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6485CC-8547-42F8-B59A-821D5568C7B6}">
      <dsp:nvSpPr>
        <dsp:cNvPr id="0" name=""/>
        <dsp:cNvSpPr/>
      </dsp:nvSpPr>
      <dsp:spPr>
        <a:xfrm>
          <a:off x="1858728" y="3748877"/>
          <a:ext cx="319639" cy="6090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609068"/>
              </a:lnTo>
              <a:lnTo>
                <a:pt x="319639" y="6090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001352" y="4036216"/>
        <a:ext cx="34392" cy="34392"/>
      </dsp:txXfrm>
    </dsp:sp>
    <dsp:sp modelId="{6706F55C-1B84-4681-90EC-2270F9347957}">
      <dsp:nvSpPr>
        <dsp:cNvPr id="0" name=""/>
        <dsp:cNvSpPr/>
      </dsp:nvSpPr>
      <dsp:spPr>
        <a:xfrm>
          <a:off x="1858728" y="3703157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010557" y="3740886"/>
        <a:ext cx="15981" cy="15981"/>
      </dsp:txXfrm>
    </dsp:sp>
    <dsp:sp modelId="{9A911F7B-3911-46A0-B631-34D2FB01D055}">
      <dsp:nvSpPr>
        <dsp:cNvPr id="0" name=""/>
        <dsp:cNvSpPr/>
      </dsp:nvSpPr>
      <dsp:spPr>
        <a:xfrm>
          <a:off x="3776565" y="3139808"/>
          <a:ext cx="319639" cy="25885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2588543"/>
              </a:lnTo>
              <a:lnTo>
                <a:pt x="319639" y="258854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3871179" y="4368875"/>
        <a:ext cx="130410" cy="130410"/>
      </dsp:txXfrm>
    </dsp:sp>
    <dsp:sp modelId="{D467ECE9-8583-4DF7-AF44-F1E936223E8D}">
      <dsp:nvSpPr>
        <dsp:cNvPr id="0" name=""/>
        <dsp:cNvSpPr/>
      </dsp:nvSpPr>
      <dsp:spPr>
        <a:xfrm>
          <a:off x="7612237" y="5378097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5415826"/>
        <a:ext cx="15981" cy="15981"/>
      </dsp:txXfrm>
    </dsp:sp>
    <dsp:sp modelId="{EE0BE73F-E8A1-4611-8AF0-BD78A28BD8A3}">
      <dsp:nvSpPr>
        <dsp:cNvPr id="0" name=""/>
        <dsp:cNvSpPr/>
      </dsp:nvSpPr>
      <dsp:spPr>
        <a:xfrm>
          <a:off x="5694401" y="5119282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304534"/>
              </a:lnTo>
              <a:lnTo>
                <a:pt x="319639" y="3045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5260512"/>
        <a:ext cx="22074" cy="22074"/>
      </dsp:txXfrm>
    </dsp:sp>
    <dsp:sp modelId="{58070B23-7B70-48DB-A48F-A8FD1C4E068B}">
      <dsp:nvSpPr>
        <dsp:cNvPr id="0" name=""/>
        <dsp:cNvSpPr/>
      </dsp:nvSpPr>
      <dsp:spPr>
        <a:xfrm>
          <a:off x="7612237" y="4769028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4806757"/>
        <a:ext cx="15981" cy="15981"/>
      </dsp:txXfrm>
    </dsp:sp>
    <dsp:sp modelId="{609F2009-82C6-4437-8488-3A995B47CAB0}">
      <dsp:nvSpPr>
        <dsp:cNvPr id="0" name=""/>
        <dsp:cNvSpPr/>
      </dsp:nvSpPr>
      <dsp:spPr>
        <a:xfrm>
          <a:off x="5694401" y="4814748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4955978"/>
        <a:ext cx="22074" cy="22074"/>
      </dsp:txXfrm>
    </dsp:sp>
    <dsp:sp modelId="{1EA81994-87E5-449E-9036-14A37798ADCF}">
      <dsp:nvSpPr>
        <dsp:cNvPr id="0" name=""/>
        <dsp:cNvSpPr/>
      </dsp:nvSpPr>
      <dsp:spPr>
        <a:xfrm>
          <a:off x="3776565" y="3139808"/>
          <a:ext cx="319639" cy="19794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1979474"/>
              </a:lnTo>
              <a:lnTo>
                <a:pt x="319639" y="19794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3886257" y="4079417"/>
        <a:ext cx="100255" cy="100255"/>
      </dsp:txXfrm>
    </dsp:sp>
    <dsp:sp modelId="{82E3D863-7E1D-42C2-992E-19C395376F84}">
      <dsp:nvSpPr>
        <dsp:cNvPr id="0" name=""/>
        <dsp:cNvSpPr/>
      </dsp:nvSpPr>
      <dsp:spPr>
        <a:xfrm>
          <a:off x="3776565" y="3139808"/>
          <a:ext cx="319639" cy="13704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1370405"/>
              </a:lnTo>
              <a:lnTo>
                <a:pt x="319639" y="137040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1205" y="3789831"/>
        <a:ext cx="70359" cy="70359"/>
      </dsp:txXfrm>
    </dsp:sp>
    <dsp:sp modelId="{E007051F-53B4-4ACA-BDBC-9F2C4C7EC001}">
      <dsp:nvSpPr>
        <dsp:cNvPr id="0" name=""/>
        <dsp:cNvSpPr/>
      </dsp:nvSpPr>
      <dsp:spPr>
        <a:xfrm>
          <a:off x="7612237" y="4159959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4197688"/>
        <a:ext cx="15981" cy="15981"/>
      </dsp:txXfrm>
    </dsp:sp>
    <dsp:sp modelId="{C27DAB4B-D8BC-41B0-8CF0-274BF896C9A1}">
      <dsp:nvSpPr>
        <dsp:cNvPr id="0" name=""/>
        <dsp:cNvSpPr/>
      </dsp:nvSpPr>
      <dsp:spPr>
        <a:xfrm>
          <a:off x="5694401" y="3901144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304534"/>
              </a:lnTo>
              <a:lnTo>
                <a:pt x="319639" y="3045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4042375"/>
        <a:ext cx="22074" cy="22074"/>
      </dsp:txXfrm>
    </dsp:sp>
    <dsp:sp modelId="{7F823384-CDFC-4093-ADC0-F35BCC26A858}">
      <dsp:nvSpPr>
        <dsp:cNvPr id="0" name=""/>
        <dsp:cNvSpPr/>
      </dsp:nvSpPr>
      <dsp:spPr>
        <a:xfrm>
          <a:off x="5694401" y="3596610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3737840"/>
        <a:ext cx="22074" cy="22074"/>
      </dsp:txXfrm>
    </dsp:sp>
    <dsp:sp modelId="{F19EBE58-EC45-4AAE-8152-69F49EF32C1A}">
      <dsp:nvSpPr>
        <dsp:cNvPr id="0" name=""/>
        <dsp:cNvSpPr/>
      </dsp:nvSpPr>
      <dsp:spPr>
        <a:xfrm>
          <a:off x="3776565" y="3139808"/>
          <a:ext cx="319639" cy="761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761336"/>
              </a:lnTo>
              <a:lnTo>
                <a:pt x="319639" y="76133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15742" y="3499834"/>
        <a:ext cx="41285" cy="41285"/>
      </dsp:txXfrm>
    </dsp:sp>
    <dsp:sp modelId="{52D27A3B-7471-433C-8F60-BEC60E12D1B9}">
      <dsp:nvSpPr>
        <dsp:cNvPr id="0" name=""/>
        <dsp:cNvSpPr/>
      </dsp:nvSpPr>
      <dsp:spPr>
        <a:xfrm>
          <a:off x="3776565" y="2835274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25347" y="2976504"/>
        <a:ext cx="22074" cy="22074"/>
      </dsp:txXfrm>
    </dsp:sp>
    <dsp:sp modelId="{6D50EB19-522F-41A8-B3FD-BBD27EE1F0CE}">
      <dsp:nvSpPr>
        <dsp:cNvPr id="0" name=""/>
        <dsp:cNvSpPr/>
      </dsp:nvSpPr>
      <dsp:spPr>
        <a:xfrm>
          <a:off x="7612237" y="2987541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304534"/>
              </a:lnTo>
              <a:lnTo>
                <a:pt x="319639" y="3045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1020" y="3128771"/>
        <a:ext cx="22074" cy="22074"/>
      </dsp:txXfrm>
    </dsp:sp>
    <dsp:sp modelId="{B6D86504-F4CE-4114-B495-4AD37D34C06C}">
      <dsp:nvSpPr>
        <dsp:cNvPr id="0" name=""/>
        <dsp:cNvSpPr/>
      </dsp:nvSpPr>
      <dsp:spPr>
        <a:xfrm>
          <a:off x="7612237" y="2683007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1020" y="2824237"/>
        <a:ext cx="22074" cy="22074"/>
      </dsp:txXfrm>
    </dsp:sp>
    <dsp:sp modelId="{82B14C8B-BD17-4888-8A31-785D68C5DA73}">
      <dsp:nvSpPr>
        <dsp:cNvPr id="0" name=""/>
        <dsp:cNvSpPr/>
      </dsp:nvSpPr>
      <dsp:spPr>
        <a:xfrm>
          <a:off x="5694401" y="2226205"/>
          <a:ext cx="319639" cy="761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761336"/>
              </a:lnTo>
              <a:lnTo>
                <a:pt x="319639" y="76133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33578" y="2586230"/>
        <a:ext cx="41285" cy="41285"/>
      </dsp:txXfrm>
    </dsp:sp>
    <dsp:sp modelId="{37F98FBC-896B-4BE2-8E1C-E0DB22AD86E3}">
      <dsp:nvSpPr>
        <dsp:cNvPr id="0" name=""/>
        <dsp:cNvSpPr/>
      </dsp:nvSpPr>
      <dsp:spPr>
        <a:xfrm>
          <a:off x="7612237" y="2028218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2065947"/>
        <a:ext cx="15981" cy="15981"/>
      </dsp:txXfrm>
    </dsp:sp>
    <dsp:sp modelId="{49B1ECDE-FEF2-4B9B-B70F-E12E4B9A9955}">
      <dsp:nvSpPr>
        <dsp:cNvPr id="0" name=""/>
        <dsp:cNvSpPr/>
      </dsp:nvSpPr>
      <dsp:spPr>
        <a:xfrm>
          <a:off x="5694401" y="2073938"/>
          <a:ext cx="319639" cy="152267"/>
        </a:xfrm>
        <a:custGeom>
          <a:avLst/>
          <a:gdLst/>
          <a:ahLst/>
          <a:cxnLst/>
          <a:rect l="0" t="0" r="0" b="0"/>
          <a:pathLst>
            <a:path>
              <a:moveTo>
                <a:pt x="0" y="152267"/>
              </a:moveTo>
              <a:lnTo>
                <a:pt x="159819" y="152267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5369" y="2141220"/>
        <a:ext cx="17702" cy="17702"/>
      </dsp:txXfrm>
    </dsp:sp>
    <dsp:sp modelId="{0E8B67DC-FDF1-4C6B-B6D8-C33881865AE4}">
      <dsp:nvSpPr>
        <dsp:cNvPr id="0" name=""/>
        <dsp:cNvSpPr/>
      </dsp:nvSpPr>
      <dsp:spPr>
        <a:xfrm>
          <a:off x="7612237" y="1419149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1456878"/>
        <a:ext cx="15981" cy="15981"/>
      </dsp:txXfrm>
    </dsp:sp>
    <dsp:sp modelId="{2CC65795-DA22-4335-98B1-7BB146E19E35}">
      <dsp:nvSpPr>
        <dsp:cNvPr id="0" name=""/>
        <dsp:cNvSpPr/>
      </dsp:nvSpPr>
      <dsp:spPr>
        <a:xfrm>
          <a:off x="5694401" y="1464869"/>
          <a:ext cx="319639" cy="761336"/>
        </a:xfrm>
        <a:custGeom>
          <a:avLst/>
          <a:gdLst/>
          <a:ahLst/>
          <a:cxnLst/>
          <a:rect l="0" t="0" r="0" b="0"/>
          <a:pathLst>
            <a:path>
              <a:moveTo>
                <a:pt x="0" y="761336"/>
              </a:moveTo>
              <a:lnTo>
                <a:pt x="159819" y="761336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33578" y="1824894"/>
        <a:ext cx="41285" cy="41285"/>
      </dsp:txXfrm>
    </dsp:sp>
    <dsp:sp modelId="{108A11E4-8993-4034-8010-F09B920AFB2A}">
      <dsp:nvSpPr>
        <dsp:cNvPr id="0" name=""/>
        <dsp:cNvSpPr/>
      </dsp:nvSpPr>
      <dsp:spPr>
        <a:xfrm>
          <a:off x="3776565" y="2226205"/>
          <a:ext cx="319639" cy="913603"/>
        </a:xfrm>
        <a:custGeom>
          <a:avLst/>
          <a:gdLst/>
          <a:ahLst/>
          <a:cxnLst/>
          <a:rect l="0" t="0" r="0" b="0"/>
          <a:pathLst>
            <a:path>
              <a:moveTo>
                <a:pt x="0" y="913603"/>
              </a:moveTo>
              <a:lnTo>
                <a:pt x="159819" y="913603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12187" y="2658809"/>
        <a:ext cx="48395" cy="48395"/>
      </dsp:txXfrm>
    </dsp:sp>
    <dsp:sp modelId="{443DB235-054C-45E3-B3CD-4F8E984FAFCC}">
      <dsp:nvSpPr>
        <dsp:cNvPr id="0" name=""/>
        <dsp:cNvSpPr/>
      </dsp:nvSpPr>
      <dsp:spPr>
        <a:xfrm>
          <a:off x="7612237" y="810080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847809"/>
        <a:ext cx="15981" cy="15981"/>
      </dsp:txXfrm>
    </dsp:sp>
    <dsp:sp modelId="{FC6AE720-D739-4E3D-84FA-9DDC8B5559CE}">
      <dsp:nvSpPr>
        <dsp:cNvPr id="0" name=""/>
        <dsp:cNvSpPr/>
      </dsp:nvSpPr>
      <dsp:spPr>
        <a:xfrm>
          <a:off x="5694401" y="551265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304534"/>
              </a:lnTo>
              <a:lnTo>
                <a:pt x="319639" y="3045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692495"/>
        <a:ext cx="22074" cy="22074"/>
      </dsp:txXfrm>
    </dsp:sp>
    <dsp:sp modelId="{EF86D741-6276-4C96-BE51-F4B0552B0FBC}">
      <dsp:nvSpPr>
        <dsp:cNvPr id="0" name=""/>
        <dsp:cNvSpPr/>
      </dsp:nvSpPr>
      <dsp:spPr>
        <a:xfrm>
          <a:off x="5694401" y="246731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387961"/>
        <a:ext cx="22074" cy="22074"/>
      </dsp:txXfrm>
    </dsp:sp>
    <dsp:sp modelId="{191C93BA-73A7-4760-B66A-6DFF6EF2B752}">
      <dsp:nvSpPr>
        <dsp:cNvPr id="0" name=""/>
        <dsp:cNvSpPr/>
      </dsp:nvSpPr>
      <dsp:spPr>
        <a:xfrm>
          <a:off x="3776565" y="551265"/>
          <a:ext cx="319639" cy="2588543"/>
        </a:xfrm>
        <a:custGeom>
          <a:avLst/>
          <a:gdLst/>
          <a:ahLst/>
          <a:cxnLst/>
          <a:rect l="0" t="0" r="0" b="0"/>
          <a:pathLst>
            <a:path>
              <a:moveTo>
                <a:pt x="0" y="2588543"/>
              </a:moveTo>
              <a:lnTo>
                <a:pt x="159819" y="2588543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3871179" y="1780332"/>
        <a:ext cx="130410" cy="130410"/>
      </dsp:txXfrm>
    </dsp:sp>
    <dsp:sp modelId="{959A348E-4682-458E-9A4C-BFF4D40B371C}">
      <dsp:nvSpPr>
        <dsp:cNvPr id="0" name=""/>
        <dsp:cNvSpPr/>
      </dsp:nvSpPr>
      <dsp:spPr>
        <a:xfrm>
          <a:off x="1858728" y="3139808"/>
          <a:ext cx="319639" cy="609068"/>
        </a:xfrm>
        <a:custGeom>
          <a:avLst/>
          <a:gdLst/>
          <a:ahLst/>
          <a:cxnLst/>
          <a:rect l="0" t="0" r="0" b="0"/>
          <a:pathLst>
            <a:path>
              <a:moveTo>
                <a:pt x="0" y="609068"/>
              </a:moveTo>
              <a:lnTo>
                <a:pt x="159819" y="609068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001352" y="3427147"/>
        <a:ext cx="34392" cy="34392"/>
      </dsp:txXfrm>
    </dsp:sp>
    <dsp:sp modelId="{4EF99D55-7292-4C79-A165-C0FBEEF3C6A0}">
      <dsp:nvSpPr>
        <dsp:cNvPr id="0" name=""/>
        <dsp:cNvSpPr/>
      </dsp:nvSpPr>
      <dsp:spPr>
        <a:xfrm rot="16200000">
          <a:off x="332850" y="3505250"/>
          <a:ext cx="2564500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Viajes y Viáticos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28-V</a:t>
          </a:r>
        </a:p>
      </dsp:txBody>
      <dsp:txXfrm>
        <a:off x="332850" y="3505250"/>
        <a:ext cx="2564500" cy="487255"/>
      </dsp:txXfrm>
    </dsp:sp>
    <dsp:sp modelId="{584C7F3D-CBF8-452D-9E4E-B55F4C153055}">
      <dsp:nvSpPr>
        <dsp:cNvPr id="0" name=""/>
        <dsp:cNvSpPr/>
      </dsp:nvSpPr>
      <dsp:spPr>
        <a:xfrm>
          <a:off x="2178368" y="289618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Faja mayor a 50 km</a:t>
          </a:r>
        </a:p>
      </dsp:txBody>
      <dsp:txXfrm>
        <a:off x="2178368" y="2896181"/>
        <a:ext cx="1598196" cy="487255"/>
      </dsp:txXfrm>
    </dsp:sp>
    <dsp:sp modelId="{BACDAF55-47B8-4329-AB4B-76375B751EF6}">
      <dsp:nvSpPr>
        <dsp:cNvPr id="0" name=""/>
        <dsp:cNvSpPr/>
      </dsp:nvSpPr>
      <dsp:spPr>
        <a:xfrm>
          <a:off x="4096204" y="307638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Hospedaje</a:t>
          </a:r>
        </a:p>
      </dsp:txBody>
      <dsp:txXfrm>
        <a:off x="4096204" y="307638"/>
        <a:ext cx="1598196" cy="487255"/>
      </dsp:txXfrm>
    </dsp:sp>
    <dsp:sp modelId="{EF0877AB-6EAB-45B2-A434-77BBE9A1AAF5}">
      <dsp:nvSpPr>
        <dsp:cNvPr id="0" name=""/>
        <dsp:cNvSpPr/>
      </dsp:nvSpPr>
      <dsp:spPr>
        <a:xfrm>
          <a:off x="6014040" y="3103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México</a:t>
          </a:r>
        </a:p>
      </dsp:txBody>
      <dsp:txXfrm>
        <a:off x="6014040" y="3103"/>
        <a:ext cx="1598196" cy="487255"/>
      </dsp:txXfrm>
    </dsp:sp>
    <dsp:sp modelId="{D6B7E650-E0A8-4D16-8CA6-44821E4D81A1}">
      <dsp:nvSpPr>
        <dsp:cNvPr id="0" name=""/>
        <dsp:cNvSpPr/>
      </dsp:nvSpPr>
      <dsp:spPr>
        <a:xfrm>
          <a:off x="6014040" y="612172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Extranjero</a:t>
          </a:r>
        </a:p>
      </dsp:txBody>
      <dsp:txXfrm>
        <a:off x="6014040" y="612172"/>
        <a:ext cx="1598196" cy="487255"/>
      </dsp:txXfrm>
    </dsp:sp>
    <dsp:sp modelId="{46DB634A-570B-427C-B52E-69D22CE18C82}">
      <dsp:nvSpPr>
        <dsp:cNvPr id="0" name=""/>
        <dsp:cNvSpPr/>
      </dsp:nvSpPr>
      <dsp:spPr>
        <a:xfrm>
          <a:off x="7931877" y="612172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$3,850 diarios</a:t>
          </a:r>
        </a:p>
      </dsp:txBody>
      <dsp:txXfrm>
        <a:off x="7931877" y="612172"/>
        <a:ext cx="1598196" cy="487255"/>
      </dsp:txXfrm>
    </dsp:sp>
    <dsp:sp modelId="{F7639075-7D85-4A2A-9DF1-1CBFB70F4B05}">
      <dsp:nvSpPr>
        <dsp:cNvPr id="0" name=""/>
        <dsp:cNvSpPr/>
      </dsp:nvSpPr>
      <dsp:spPr>
        <a:xfrm>
          <a:off x="4096204" y="1982577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Alimentación</a:t>
          </a:r>
        </a:p>
      </dsp:txBody>
      <dsp:txXfrm>
        <a:off x="4096204" y="1982577"/>
        <a:ext cx="1598196" cy="487255"/>
      </dsp:txXfrm>
    </dsp:sp>
    <dsp:sp modelId="{CC34D396-BB74-4A2E-AC0A-68E5B2D10304}">
      <dsp:nvSpPr>
        <dsp:cNvPr id="0" name=""/>
        <dsp:cNvSpPr/>
      </dsp:nvSpPr>
      <dsp:spPr>
        <a:xfrm>
          <a:off x="6014040" y="122124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México</a:t>
          </a:r>
        </a:p>
      </dsp:txBody>
      <dsp:txXfrm>
        <a:off x="6014040" y="1221241"/>
        <a:ext cx="1598196" cy="487255"/>
      </dsp:txXfrm>
    </dsp:sp>
    <dsp:sp modelId="{BFD6C910-A4D9-442F-BEDF-0C2F7A1119F4}">
      <dsp:nvSpPr>
        <dsp:cNvPr id="0" name=""/>
        <dsp:cNvSpPr/>
      </dsp:nvSpPr>
      <dsp:spPr>
        <a:xfrm>
          <a:off x="7931877" y="122124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$750 diarios</a:t>
          </a:r>
        </a:p>
      </dsp:txBody>
      <dsp:txXfrm>
        <a:off x="7931877" y="1221241"/>
        <a:ext cx="1598196" cy="487255"/>
      </dsp:txXfrm>
    </dsp:sp>
    <dsp:sp modelId="{A613927A-3150-441E-A1EF-6D74D6471404}">
      <dsp:nvSpPr>
        <dsp:cNvPr id="0" name=""/>
        <dsp:cNvSpPr/>
      </dsp:nvSpPr>
      <dsp:spPr>
        <a:xfrm>
          <a:off x="6014040" y="183031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Extranjero</a:t>
          </a:r>
        </a:p>
      </dsp:txBody>
      <dsp:txXfrm>
        <a:off x="6014040" y="1830310"/>
        <a:ext cx="1598196" cy="487255"/>
      </dsp:txXfrm>
    </dsp:sp>
    <dsp:sp modelId="{30EE1D30-2042-49D3-B893-1D913D11F7E6}">
      <dsp:nvSpPr>
        <dsp:cNvPr id="0" name=""/>
        <dsp:cNvSpPr/>
      </dsp:nvSpPr>
      <dsp:spPr>
        <a:xfrm>
          <a:off x="7931877" y="183031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$1,500</a:t>
          </a:r>
        </a:p>
      </dsp:txBody>
      <dsp:txXfrm>
        <a:off x="7931877" y="1830310"/>
        <a:ext cx="1598196" cy="487255"/>
      </dsp:txXfrm>
    </dsp:sp>
    <dsp:sp modelId="{91A4084A-AD2A-46A6-9C9B-4F97DC8E9BE4}">
      <dsp:nvSpPr>
        <dsp:cNvPr id="0" name=""/>
        <dsp:cNvSpPr/>
      </dsp:nvSpPr>
      <dsp:spPr>
        <a:xfrm>
          <a:off x="6014040" y="2743913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Documentación</a:t>
          </a:r>
        </a:p>
      </dsp:txBody>
      <dsp:txXfrm>
        <a:off x="6014040" y="2743913"/>
        <a:ext cx="1598196" cy="487255"/>
      </dsp:txXfrm>
    </dsp:sp>
    <dsp:sp modelId="{062A2557-14EB-450B-80D1-7E4EFC29F81A}">
      <dsp:nvSpPr>
        <dsp:cNvPr id="0" name=""/>
        <dsp:cNvSpPr/>
      </dsp:nvSpPr>
      <dsp:spPr>
        <a:xfrm>
          <a:off x="7931877" y="2439379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Acompañar hospedaje o transportación</a:t>
          </a:r>
        </a:p>
      </dsp:txBody>
      <dsp:txXfrm>
        <a:off x="7931877" y="2439379"/>
        <a:ext cx="1598196" cy="487255"/>
      </dsp:txXfrm>
    </dsp:sp>
    <dsp:sp modelId="{0BB7778E-A308-433A-9DBD-73826C793A8B}">
      <dsp:nvSpPr>
        <dsp:cNvPr id="0" name=""/>
        <dsp:cNvSpPr/>
      </dsp:nvSpPr>
      <dsp:spPr>
        <a:xfrm>
          <a:off x="7931877" y="3048448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Pago tarjeta personal si solo hay transportación</a:t>
          </a:r>
        </a:p>
      </dsp:txBody>
      <dsp:txXfrm>
        <a:off x="7931877" y="3048448"/>
        <a:ext cx="1598196" cy="487255"/>
      </dsp:txXfrm>
    </dsp:sp>
    <dsp:sp modelId="{D4AC65C6-9769-4DC0-95BC-0E6578A7FEC4}">
      <dsp:nvSpPr>
        <dsp:cNvPr id="0" name=""/>
        <dsp:cNvSpPr/>
      </dsp:nvSpPr>
      <dsp:spPr>
        <a:xfrm>
          <a:off x="4096204" y="2591646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Transporte</a:t>
          </a:r>
        </a:p>
      </dsp:txBody>
      <dsp:txXfrm>
        <a:off x="4096204" y="2591646"/>
        <a:ext cx="1598196" cy="487255"/>
      </dsp:txXfrm>
    </dsp:sp>
    <dsp:sp modelId="{BF9457E7-158B-4205-BDA9-24FF28170F55}">
      <dsp:nvSpPr>
        <dsp:cNvPr id="0" name=""/>
        <dsp:cNvSpPr/>
      </dsp:nvSpPr>
      <dsp:spPr>
        <a:xfrm>
          <a:off x="4096204" y="3657517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Renta de Autos</a:t>
          </a:r>
        </a:p>
      </dsp:txBody>
      <dsp:txXfrm>
        <a:off x="4096204" y="3657517"/>
        <a:ext cx="1598196" cy="487255"/>
      </dsp:txXfrm>
    </dsp:sp>
    <dsp:sp modelId="{D8DA4D8F-C589-48E0-9A49-280A56096395}">
      <dsp:nvSpPr>
        <dsp:cNvPr id="0" name=""/>
        <dsp:cNvSpPr/>
      </dsp:nvSpPr>
      <dsp:spPr>
        <a:xfrm>
          <a:off x="6014040" y="3352982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$850 diarios</a:t>
          </a:r>
        </a:p>
      </dsp:txBody>
      <dsp:txXfrm>
        <a:off x="6014040" y="3352982"/>
        <a:ext cx="1598196" cy="487255"/>
      </dsp:txXfrm>
    </dsp:sp>
    <dsp:sp modelId="{CE8921FC-A490-4075-8383-2928868A6257}">
      <dsp:nvSpPr>
        <dsp:cNvPr id="0" name=""/>
        <dsp:cNvSpPr/>
      </dsp:nvSpPr>
      <dsp:spPr>
        <a:xfrm>
          <a:off x="6014040" y="396205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Documentación</a:t>
          </a:r>
        </a:p>
      </dsp:txBody>
      <dsp:txXfrm>
        <a:off x="6014040" y="3962051"/>
        <a:ext cx="1598196" cy="487255"/>
      </dsp:txXfrm>
    </dsp:sp>
    <dsp:sp modelId="{62F6E572-5E74-4BC5-87F9-99E2B88ABB6B}">
      <dsp:nvSpPr>
        <dsp:cNvPr id="0" name=""/>
        <dsp:cNvSpPr/>
      </dsp:nvSpPr>
      <dsp:spPr>
        <a:xfrm>
          <a:off x="7931877" y="396205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Acompañar hospedaje o transportación</a:t>
          </a:r>
        </a:p>
      </dsp:txBody>
      <dsp:txXfrm>
        <a:off x="7931877" y="3962051"/>
        <a:ext cx="1598196" cy="487255"/>
      </dsp:txXfrm>
    </dsp:sp>
    <dsp:sp modelId="{9DC67E14-49E6-45A5-B672-F703BC6C9264}">
      <dsp:nvSpPr>
        <dsp:cNvPr id="0" name=""/>
        <dsp:cNvSpPr/>
      </dsp:nvSpPr>
      <dsp:spPr>
        <a:xfrm>
          <a:off x="4096204" y="4266586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Autos de Empleados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58</a:t>
          </a:r>
        </a:p>
      </dsp:txBody>
      <dsp:txXfrm>
        <a:off x="4096204" y="4266586"/>
        <a:ext cx="1598196" cy="487255"/>
      </dsp:txXfrm>
    </dsp:sp>
    <dsp:sp modelId="{4B8FA5F0-45CC-42F6-9E52-686EA38B00AE}">
      <dsp:nvSpPr>
        <dsp:cNvPr id="0" name=""/>
        <dsp:cNvSpPr/>
      </dsp:nvSpPr>
      <dsp:spPr>
        <a:xfrm>
          <a:off x="4096204" y="4875655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Seminarios y Convenciones</a:t>
          </a:r>
        </a:p>
      </dsp:txBody>
      <dsp:txXfrm>
        <a:off x="4096204" y="4875655"/>
        <a:ext cx="1598196" cy="487255"/>
      </dsp:txXfrm>
    </dsp:sp>
    <dsp:sp modelId="{64A40FE5-8129-43E9-9A75-C0C669D7D742}">
      <dsp:nvSpPr>
        <dsp:cNvPr id="0" name=""/>
        <dsp:cNvSpPr/>
      </dsp:nvSpPr>
      <dsp:spPr>
        <a:xfrm>
          <a:off x="6014040" y="457112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Cuota desglosada</a:t>
          </a:r>
        </a:p>
      </dsp:txBody>
      <dsp:txXfrm>
        <a:off x="6014040" y="4571120"/>
        <a:ext cx="1598196" cy="487255"/>
      </dsp:txXfrm>
    </dsp:sp>
    <dsp:sp modelId="{73F1D649-5D94-4697-AA74-9815392B2F67}">
      <dsp:nvSpPr>
        <dsp:cNvPr id="0" name=""/>
        <dsp:cNvSpPr/>
      </dsp:nvSpPr>
      <dsp:spPr>
        <a:xfrm>
          <a:off x="7931877" y="457112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Límites por concepto</a:t>
          </a:r>
        </a:p>
      </dsp:txBody>
      <dsp:txXfrm>
        <a:off x="7931877" y="4571120"/>
        <a:ext cx="1598196" cy="487255"/>
      </dsp:txXfrm>
    </dsp:sp>
    <dsp:sp modelId="{192C5F08-FFDA-48D1-972D-92220FA5BD37}">
      <dsp:nvSpPr>
        <dsp:cNvPr id="0" name=""/>
        <dsp:cNvSpPr/>
      </dsp:nvSpPr>
      <dsp:spPr>
        <a:xfrm>
          <a:off x="6014040" y="5180189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Cuota no desglosada</a:t>
          </a:r>
        </a:p>
      </dsp:txBody>
      <dsp:txXfrm>
        <a:off x="6014040" y="5180189"/>
        <a:ext cx="1598196" cy="487255"/>
      </dsp:txXfrm>
    </dsp:sp>
    <dsp:sp modelId="{2B59CBE0-8B81-4540-8759-92815E99DF3E}">
      <dsp:nvSpPr>
        <dsp:cNvPr id="0" name=""/>
        <dsp:cNvSpPr/>
      </dsp:nvSpPr>
      <dsp:spPr>
        <a:xfrm>
          <a:off x="7931877" y="5180189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Límites de Alimentación</a:t>
          </a:r>
        </a:p>
      </dsp:txBody>
      <dsp:txXfrm>
        <a:off x="7931877" y="5180189"/>
        <a:ext cx="1598196" cy="487255"/>
      </dsp:txXfrm>
    </dsp:sp>
    <dsp:sp modelId="{0FF1DF2B-0EA2-4E49-BB55-D89B1380BC6D}">
      <dsp:nvSpPr>
        <dsp:cNvPr id="0" name=""/>
        <dsp:cNvSpPr/>
      </dsp:nvSpPr>
      <dsp:spPr>
        <a:xfrm>
          <a:off x="4096204" y="5484724"/>
          <a:ext cx="1598196" cy="487255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Bares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</a:t>
          </a:r>
        </a:p>
      </dsp:txBody>
      <dsp:txXfrm>
        <a:off x="4096204" y="5484724"/>
        <a:ext cx="1598196" cy="487255"/>
      </dsp:txXfrm>
    </dsp:sp>
    <dsp:sp modelId="{063A904C-A704-4433-B6BB-AB42F6B12325}">
      <dsp:nvSpPr>
        <dsp:cNvPr id="0" name=""/>
        <dsp:cNvSpPr/>
      </dsp:nvSpPr>
      <dsp:spPr>
        <a:xfrm>
          <a:off x="2178368" y="350525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Relación Laboral</a:t>
          </a:r>
        </a:p>
      </dsp:txBody>
      <dsp:txXfrm>
        <a:off x="2178368" y="3505250"/>
        <a:ext cx="1598196" cy="487255"/>
      </dsp:txXfrm>
    </dsp:sp>
    <dsp:sp modelId="{9E9DBD87-1C17-44E4-BD36-D0FE77671F0B}">
      <dsp:nvSpPr>
        <dsp:cNvPr id="0" name=""/>
        <dsp:cNvSpPr/>
      </dsp:nvSpPr>
      <dsp:spPr>
        <a:xfrm>
          <a:off x="2178368" y="4114319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Servicios Independientes</a:t>
          </a:r>
        </a:p>
      </dsp:txBody>
      <dsp:txXfrm>
        <a:off x="2178368" y="4114319"/>
        <a:ext cx="1598196" cy="48725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1C6B0-12F2-4902-B91E-5793D6007960}">
      <dsp:nvSpPr>
        <dsp:cNvPr id="0" name=""/>
        <dsp:cNvSpPr/>
      </dsp:nvSpPr>
      <dsp:spPr>
        <a:xfrm>
          <a:off x="1575178" y="3325433"/>
          <a:ext cx="447039" cy="2555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2555483"/>
              </a:lnTo>
              <a:lnTo>
                <a:pt x="447039" y="255548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1733840" y="4538318"/>
        <a:ext cx="129714" cy="129714"/>
      </dsp:txXfrm>
    </dsp:sp>
    <dsp:sp modelId="{4ABE7369-9C80-4895-A77F-530947B4EA4B}">
      <dsp:nvSpPr>
        <dsp:cNvPr id="0" name=""/>
        <dsp:cNvSpPr/>
      </dsp:nvSpPr>
      <dsp:spPr>
        <a:xfrm>
          <a:off x="4257413" y="5029089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425913"/>
              </a:lnTo>
              <a:lnTo>
                <a:pt x="447039" y="4259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5496" y="5226610"/>
        <a:ext cx="30872" cy="30872"/>
      </dsp:txXfrm>
    </dsp:sp>
    <dsp:sp modelId="{755099F6-2E99-442D-8986-D411BA7642C1}">
      <dsp:nvSpPr>
        <dsp:cNvPr id="0" name=""/>
        <dsp:cNvSpPr/>
      </dsp:nvSpPr>
      <dsp:spPr>
        <a:xfrm>
          <a:off x="4257413" y="4603175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425913"/>
              </a:moveTo>
              <a:lnTo>
                <a:pt x="223519" y="425913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5496" y="4800696"/>
        <a:ext cx="30872" cy="30872"/>
      </dsp:txXfrm>
    </dsp:sp>
    <dsp:sp modelId="{285C5F79-BB5D-454D-A731-EC27098F2701}">
      <dsp:nvSpPr>
        <dsp:cNvPr id="0" name=""/>
        <dsp:cNvSpPr/>
      </dsp:nvSpPr>
      <dsp:spPr>
        <a:xfrm>
          <a:off x="1575178" y="3325433"/>
          <a:ext cx="447039" cy="17036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1703655"/>
              </a:lnTo>
              <a:lnTo>
                <a:pt x="447039" y="17036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1754664" y="4133228"/>
        <a:ext cx="88066" cy="88066"/>
      </dsp:txXfrm>
    </dsp:sp>
    <dsp:sp modelId="{94276C73-08DA-4396-A8B5-4FD2DAA2F6E4}">
      <dsp:nvSpPr>
        <dsp:cNvPr id="0" name=""/>
        <dsp:cNvSpPr/>
      </dsp:nvSpPr>
      <dsp:spPr>
        <a:xfrm>
          <a:off x="6939648" y="3705627"/>
          <a:ext cx="4470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70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51992" y="3740171"/>
        <a:ext cx="22351" cy="22351"/>
      </dsp:txXfrm>
    </dsp:sp>
    <dsp:sp modelId="{73114E23-9689-4EEA-A535-19A2C0F2DC4A}">
      <dsp:nvSpPr>
        <dsp:cNvPr id="0" name=""/>
        <dsp:cNvSpPr/>
      </dsp:nvSpPr>
      <dsp:spPr>
        <a:xfrm>
          <a:off x="4257413" y="3705627"/>
          <a:ext cx="4470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70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9757" y="3740171"/>
        <a:ext cx="22351" cy="22351"/>
      </dsp:txXfrm>
    </dsp:sp>
    <dsp:sp modelId="{3025BC53-6786-49D2-A423-0A23317DA508}">
      <dsp:nvSpPr>
        <dsp:cNvPr id="0" name=""/>
        <dsp:cNvSpPr/>
      </dsp:nvSpPr>
      <dsp:spPr>
        <a:xfrm>
          <a:off x="1575178" y="3325433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425913"/>
              </a:lnTo>
              <a:lnTo>
                <a:pt x="447039" y="4259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783261" y="3522954"/>
        <a:ext cx="30872" cy="30872"/>
      </dsp:txXfrm>
    </dsp:sp>
    <dsp:sp modelId="{A02BAF34-7D2F-41DC-AAB0-991F97F2CD19}">
      <dsp:nvSpPr>
        <dsp:cNvPr id="0" name=""/>
        <dsp:cNvSpPr/>
      </dsp:nvSpPr>
      <dsp:spPr>
        <a:xfrm>
          <a:off x="4257413" y="2473606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425913"/>
              </a:lnTo>
              <a:lnTo>
                <a:pt x="447039" y="4259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5496" y="2671126"/>
        <a:ext cx="30872" cy="30872"/>
      </dsp:txXfrm>
    </dsp:sp>
    <dsp:sp modelId="{02A64D6C-940E-44A7-91A5-86A4BC99E2E5}">
      <dsp:nvSpPr>
        <dsp:cNvPr id="0" name=""/>
        <dsp:cNvSpPr/>
      </dsp:nvSpPr>
      <dsp:spPr>
        <a:xfrm>
          <a:off x="4257413" y="2047692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425913"/>
              </a:moveTo>
              <a:lnTo>
                <a:pt x="223519" y="425913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5496" y="2245212"/>
        <a:ext cx="30872" cy="30872"/>
      </dsp:txXfrm>
    </dsp:sp>
    <dsp:sp modelId="{54235042-A2FD-4FF8-809C-B60A87658072}">
      <dsp:nvSpPr>
        <dsp:cNvPr id="0" name=""/>
        <dsp:cNvSpPr/>
      </dsp:nvSpPr>
      <dsp:spPr>
        <a:xfrm>
          <a:off x="1575178" y="2473606"/>
          <a:ext cx="447039" cy="851827"/>
        </a:xfrm>
        <a:custGeom>
          <a:avLst/>
          <a:gdLst/>
          <a:ahLst/>
          <a:cxnLst/>
          <a:rect l="0" t="0" r="0" b="0"/>
          <a:pathLst>
            <a:path>
              <a:moveTo>
                <a:pt x="0" y="851827"/>
              </a:moveTo>
              <a:lnTo>
                <a:pt x="223519" y="851827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774647" y="2875469"/>
        <a:ext cx="48100" cy="48100"/>
      </dsp:txXfrm>
    </dsp:sp>
    <dsp:sp modelId="{7D011F53-C5E0-4E78-BD5F-25CB9E825A1D}">
      <dsp:nvSpPr>
        <dsp:cNvPr id="0" name=""/>
        <dsp:cNvSpPr/>
      </dsp:nvSpPr>
      <dsp:spPr>
        <a:xfrm>
          <a:off x="1575178" y="1621778"/>
          <a:ext cx="447039" cy="1703655"/>
        </a:xfrm>
        <a:custGeom>
          <a:avLst/>
          <a:gdLst/>
          <a:ahLst/>
          <a:cxnLst/>
          <a:rect l="0" t="0" r="0" b="0"/>
          <a:pathLst>
            <a:path>
              <a:moveTo>
                <a:pt x="0" y="1703655"/>
              </a:moveTo>
              <a:lnTo>
                <a:pt x="223519" y="1703655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1754664" y="2429572"/>
        <a:ext cx="88066" cy="88066"/>
      </dsp:txXfrm>
    </dsp:sp>
    <dsp:sp modelId="{81A44CCE-6C6C-4C19-8DDC-62B37DC58BD3}">
      <dsp:nvSpPr>
        <dsp:cNvPr id="0" name=""/>
        <dsp:cNvSpPr/>
      </dsp:nvSpPr>
      <dsp:spPr>
        <a:xfrm>
          <a:off x="4257413" y="769950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425913"/>
              </a:lnTo>
              <a:lnTo>
                <a:pt x="447039" y="4259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5496" y="967471"/>
        <a:ext cx="30872" cy="30872"/>
      </dsp:txXfrm>
    </dsp:sp>
    <dsp:sp modelId="{A288E9FC-CEB3-4405-ADCD-785D219B62BF}">
      <dsp:nvSpPr>
        <dsp:cNvPr id="0" name=""/>
        <dsp:cNvSpPr/>
      </dsp:nvSpPr>
      <dsp:spPr>
        <a:xfrm>
          <a:off x="4257413" y="344036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425913"/>
              </a:moveTo>
              <a:lnTo>
                <a:pt x="223519" y="425913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5496" y="541557"/>
        <a:ext cx="30872" cy="30872"/>
      </dsp:txXfrm>
    </dsp:sp>
    <dsp:sp modelId="{5A8A1969-9826-4034-A90C-62A3D031711D}">
      <dsp:nvSpPr>
        <dsp:cNvPr id="0" name=""/>
        <dsp:cNvSpPr/>
      </dsp:nvSpPr>
      <dsp:spPr>
        <a:xfrm>
          <a:off x="1575178" y="769950"/>
          <a:ext cx="447039" cy="2555483"/>
        </a:xfrm>
        <a:custGeom>
          <a:avLst/>
          <a:gdLst/>
          <a:ahLst/>
          <a:cxnLst/>
          <a:rect l="0" t="0" r="0" b="0"/>
          <a:pathLst>
            <a:path>
              <a:moveTo>
                <a:pt x="0" y="2555483"/>
              </a:moveTo>
              <a:lnTo>
                <a:pt x="223519" y="2555483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1733840" y="1982834"/>
        <a:ext cx="129714" cy="129714"/>
      </dsp:txXfrm>
    </dsp:sp>
    <dsp:sp modelId="{A9AA72A2-5EDB-4AEC-8C44-65F0B6BC9AFA}">
      <dsp:nvSpPr>
        <dsp:cNvPr id="0" name=""/>
        <dsp:cNvSpPr/>
      </dsp:nvSpPr>
      <dsp:spPr>
        <a:xfrm rot="16200000">
          <a:off x="-558874" y="2984702"/>
          <a:ext cx="3586643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Gastos Locales</a:t>
          </a:r>
        </a:p>
      </dsp:txBody>
      <dsp:txXfrm>
        <a:off x="-558874" y="2984702"/>
        <a:ext cx="3586643" cy="681462"/>
      </dsp:txXfrm>
    </dsp:sp>
    <dsp:sp modelId="{17C4A40E-ADCE-4D00-94C1-CAA081CE04ED}">
      <dsp:nvSpPr>
        <dsp:cNvPr id="0" name=""/>
        <dsp:cNvSpPr/>
      </dsp:nvSpPr>
      <dsp:spPr>
        <a:xfrm>
          <a:off x="2022217" y="429219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Restaurantes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</a:t>
          </a:r>
        </a:p>
      </dsp:txBody>
      <dsp:txXfrm>
        <a:off x="2022217" y="429219"/>
        <a:ext cx="2235196" cy="681462"/>
      </dsp:txXfrm>
    </dsp:sp>
    <dsp:sp modelId="{49B33DAE-DC14-49BA-92B2-9BF15B0D25AF}">
      <dsp:nvSpPr>
        <dsp:cNvPr id="0" name=""/>
        <dsp:cNvSpPr/>
      </dsp:nvSpPr>
      <dsp:spPr>
        <a:xfrm>
          <a:off x="4704452" y="3305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8.5% del Consumo</a:t>
          </a:r>
        </a:p>
      </dsp:txBody>
      <dsp:txXfrm>
        <a:off x="4704452" y="3305"/>
        <a:ext cx="2235196" cy="681462"/>
      </dsp:txXfrm>
    </dsp:sp>
    <dsp:sp modelId="{39A56E30-F472-4991-BA54-96A318E364AA}">
      <dsp:nvSpPr>
        <dsp:cNvPr id="0" name=""/>
        <dsp:cNvSpPr/>
      </dsp:nvSpPr>
      <dsp:spPr>
        <a:xfrm>
          <a:off x="4704452" y="855133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Pago con tarjeta o monedero</a:t>
          </a:r>
        </a:p>
      </dsp:txBody>
      <dsp:txXfrm>
        <a:off x="4704452" y="855133"/>
        <a:ext cx="2235196" cy="681462"/>
      </dsp:txXfrm>
    </dsp:sp>
    <dsp:sp modelId="{016F5DFB-8202-43BB-8D08-54659CB6A845}">
      <dsp:nvSpPr>
        <dsp:cNvPr id="0" name=""/>
        <dsp:cNvSpPr/>
      </dsp:nvSpPr>
      <dsp:spPr>
        <a:xfrm>
          <a:off x="2022217" y="1281047"/>
          <a:ext cx="2235196" cy="68146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Bares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</a:t>
          </a:r>
        </a:p>
      </dsp:txBody>
      <dsp:txXfrm>
        <a:off x="2022217" y="1281047"/>
        <a:ext cx="2235196" cy="681462"/>
      </dsp:txXfrm>
    </dsp:sp>
    <dsp:sp modelId="{42F47DD4-6157-41A3-A34E-64FD844F9F2A}">
      <dsp:nvSpPr>
        <dsp:cNvPr id="0" name=""/>
        <dsp:cNvSpPr/>
      </dsp:nvSpPr>
      <dsp:spPr>
        <a:xfrm>
          <a:off x="2022217" y="2132875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Renta de Autos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28-XIII</a:t>
          </a:r>
        </a:p>
      </dsp:txBody>
      <dsp:txXfrm>
        <a:off x="2022217" y="2132875"/>
        <a:ext cx="2235196" cy="681462"/>
      </dsp:txXfrm>
    </dsp:sp>
    <dsp:sp modelId="{26B82B11-0151-48EB-92A7-D6E3D545D027}">
      <dsp:nvSpPr>
        <dsp:cNvPr id="0" name=""/>
        <dsp:cNvSpPr/>
      </dsp:nvSpPr>
      <dsp:spPr>
        <a:xfrm>
          <a:off x="4704452" y="1706961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$200 diarios</a:t>
          </a:r>
        </a:p>
      </dsp:txBody>
      <dsp:txXfrm>
        <a:off x="4704452" y="1706961"/>
        <a:ext cx="2235196" cy="681462"/>
      </dsp:txXfrm>
    </dsp:sp>
    <dsp:sp modelId="{1E371167-1205-4196-AFE5-01909AC0074D}">
      <dsp:nvSpPr>
        <dsp:cNvPr id="0" name=""/>
        <dsp:cNvSpPr/>
      </dsp:nvSpPr>
      <dsp:spPr>
        <a:xfrm>
          <a:off x="4704452" y="2558788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$285 </a:t>
          </a:r>
          <a:r>
            <a:rPr lang="en-US" sz="1800" kern="1200" dirty="0" err="1"/>
            <a:t>diarios</a:t>
          </a:r>
          <a:r>
            <a:rPr lang="en-US" sz="1800" kern="1200" dirty="0"/>
            <a:t>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(</a:t>
          </a:r>
          <a:r>
            <a:rPr lang="en-US" sz="1800" kern="1200" dirty="0" err="1"/>
            <a:t>eléctricos</a:t>
          </a:r>
          <a:r>
            <a:rPr lang="en-US" sz="1800" kern="1200" dirty="0"/>
            <a:t> o </a:t>
          </a:r>
          <a:r>
            <a:rPr lang="en-US" sz="1800" kern="1200" dirty="0" err="1"/>
            <a:t>híbridos</a:t>
          </a:r>
          <a:r>
            <a:rPr lang="en-US" sz="1800" kern="1200" dirty="0"/>
            <a:t>)</a:t>
          </a:r>
        </a:p>
      </dsp:txBody>
      <dsp:txXfrm>
        <a:off x="4704452" y="2558788"/>
        <a:ext cx="2235196" cy="681462"/>
      </dsp:txXfrm>
    </dsp:sp>
    <dsp:sp modelId="{22EA56AA-C579-4617-818F-E0E1CFB138F3}">
      <dsp:nvSpPr>
        <dsp:cNvPr id="0" name=""/>
        <dsp:cNvSpPr/>
      </dsp:nvSpPr>
      <dsp:spPr>
        <a:xfrm>
          <a:off x="2022217" y="3410616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Comedores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28-XXI</a:t>
          </a:r>
        </a:p>
      </dsp:txBody>
      <dsp:txXfrm>
        <a:off x="2022217" y="3410616"/>
        <a:ext cx="2235196" cy="681462"/>
      </dsp:txXfrm>
    </dsp:sp>
    <dsp:sp modelId="{C2B620F3-2730-4E4E-BD46-90335D2D454A}">
      <dsp:nvSpPr>
        <dsp:cNvPr id="0" name=""/>
        <dsp:cNvSpPr/>
      </dsp:nvSpPr>
      <dsp:spPr>
        <a:xfrm>
          <a:off x="4704452" y="3410616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A disposición de todos los trabajadores</a:t>
          </a:r>
        </a:p>
      </dsp:txBody>
      <dsp:txXfrm>
        <a:off x="4704452" y="3410616"/>
        <a:ext cx="2235196" cy="681462"/>
      </dsp:txXfrm>
    </dsp:sp>
    <dsp:sp modelId="{BD318386-84F4-4AF9-A7BA-D9F97DB930D8}">
      <dsp:nvSpPr>
        <dsp:cNvPr id="0" name=""/>
        <dsp:cNvSpPr/>
      </dsp:nvSpPr>
      <dsp:spPr>
        <a:xfrm>
          <a:off x="7386688" y="3410616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Gastos limitados a 1 SM por día por trabajador</a:t>
          </a:r>
        </a:p>
      </dsp:txBody>
      <dsp:txXfrm>
        <a:off x="7386688" y="3410616"/>
        <a:ext cx="2235196" cy="681462"/>
      </dsp:txXfrm>
    </dsp:sp>
    <dsp:sp modelId="{D880B222-457F-45F2-96F1-A8EF9F73F5A8}">
      <dsp:nvSpPr>
        <dsp:cNvPr id="0" name=""/>
        <dsp:cNvSpPr/>
      </dsp:nvSpPr>
      <dsp:spPr>
        <a:xfrm>
          <a:off x="2022217" y="4688358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Automóviles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</a:t>
          </a:r>
        </a:p>
      </dsp:txBody>
      <dsp:txXfrm>
        <a:off x="2022217" y="4688358"/>
        <a:ext cx="2235196" cy="681462"/>
      </dsp:txXfrm>
    </dsp:sp>
    <dsp:sp modelId="{15C12DD6-887A-4987-9F14-712F5D6A96B4}">
      <dsp:nvSpPr>
        <dsp:cNvPr id="0" name=""/>
        <dsp:cNvSpPr/>
      </dsp:nvSpPr>
      <dsp:spPr>
        <a:xfrm>
          <a:off x="4704452" y="4262444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Hasta $175,000</a:t>
          </a:r>
        </a:p>
      </dsp:txBody>
      <dsp:txXfrm>
        <a:off x="4704452" y="4262444"/>
        <a:ext cx="2235196" cy="681462"/>
      </dsp:txXfrm>
    </dsp:sp>
    <dsp:sp modelId="{CEF93867-2A93-48EF-9648-F57A83EFB145}">
      <dsp:nvSpPr>
        <dsp:cNvPr id="0" name=""/>
        <dsp:cNvSpPr/>
      </dsp:nvSpPr>
      <dsp:spPr>
        <a:xfrm>
          <a:off x="4704452" y="5114272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Hasta $250,000 </a:t>
          </a:r>
          <a:r>
            <a:rPr lang="en-US" sz="1800" kern="1200" dirty="0" err="1"/>
            <a:t>si</a:t>
          </a:r>
          <a:r>
            <a:rPr lang="en-US" sz="1800" kern="1200" dirty="0"/>
            <a:t> son </a:t>
          </a:r>
          <a:r>
            <a:rPr lang="en-US" sz="1800" kern="1200" dirty="0" err="1"/>
            <a:t>eléctricos</a:t>
          </a:r>
          <a:r>
            <a:rPr lang="en-US" sz="1800" kern="1200" dirty="0"/>
            <a:t> o </a:t>
          </a:r>
          <a:r>
            <a:rPr lang="en-US" sz="1800" kern="1200" dirty="0" err="1"/>
            <a:t>híbridos</a:t>
          </a:r>
          <a:endParaRPr lang="en-US" sz="1800" kern="1200" dirty="0"/>
        </a:p>
      </dsp:txBody>
      <dsp:txXfrm>
        <a:off x="4704452" y="5114272"/>
        <a:ext cx="2235196" cy="681462"/>
      </dsp:txXfrm>
    </dsp:sp>
    <dsp:sp modelId="{2B13997F-E73E-4F44-AECC-E52F2D8B7F3A}">
      <dsp:nvSpPr>
        <dsp:cNvPr id="0" name=""/>
        <dsp:cNvSpPr/>
      </dsp:nvSpPr>
      <dsp:spPr>
        <a:xfrm>
          <a:off x="2022217" y="5540186"/>
          <a:ext cx="2235196" cy="68146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Casas de Recreo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/>
            <a:t>LISR 28-XIII</a:t>
          </a:r>
          <a:endParaRPr lang="es-MX" sz="1000" kern="1200" dirty="0"/>
        </a:p>
      </dsp:txBody>
      <dsp:txXfrm>
        <a:off x="2022217" y="5540186"/>
        <a:ext cx="2235196" cy="68146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BDEE2-6E0A-4D4F-AF73-FDE05BC5571A}">
      <dsp:nvSpPr>
        <dsp:cNvPr id="0" name=""/>
        <dsp:cNvSpPr/>
      </dsp:nvSpPr>
      <dsp:spPr>
        <a:xfrm>
          <a:off x="5826792" y="4417177"/>
          <a:ext cx="746517" cy="711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3258" y="0"/>
              </a:lnTo>
              <a:lnTo>
                <a:pt x="373258" y="711240"/>
              </a:lnTo>
              <a:lnTo>
                <a:pt x="746517" y="7112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74273" y="4747020"/>
        <a:ext cx="51554" cy="51554"/>
      </dsp:txXfrm>
    </dsp:sp>
    <dsp:sp modelId="{9D2192CF-FB32-44CD-A64B-D28B2A14DB24}">
      <dsp:nvSpPr>
        <dsp:cNvPr id="0" name=""/>
        <dsp:cNvSpPr/>
      </dsp:nvSpPr>
      <dsp:spPr>
        <a:xfrm>
          <a:off x="5826792" y="3705936"/>
          <a:ext cx="746517" cy="711240"/>
        </a:xfrm>
        <a:custGeom>
          <a:avLst/>
          <a:gdLst/>
          <a:ahLst/>
          <a:cxnLst/>
          <a:rect l="0" t="0" r="0" b="0"/>
          <a:pathLst>
            <a:path>
              <a:moveTo>
                <a:pt x="0" y="711240"/>
              </a:moveTo>
              <a:lnTo>
                <a:pt x="373258" y="711240"/>
              </a:lnTo>
              <a:lnTo>
                <a:pt x="373258" y="0"/>
              </a:lnTo>
              <a:lnTo>
                <a:pt x="746517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74273" y="4035779"/>
        <a:ext cx="51554" cy="51554"/>
      </dsp:txXfrm>
    </dsp:sp>
    <dsp:sp modelId="{0C829D6D-B7AA-4267-A55D-AF53AFEACB1A}">
      <dsp:nvSpPr>
        <dsp:cNvPr id="0" name=""/>
        <dsp:cNvSpPr/>
      </dsp:nvSpPr>
      <dsp:spPr>
        <a:xfrm>
          <a:off x="1347684" y="2994696"/>
          <a:ext cx="746517" cy="1422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3258" y="0"/>
              </a:lnTo>
              <a:lnTo>
                <a:pt x="373258" y="1422480"/>
              </a:lnTo>
              <a:lnTo>
                <a:pt x="746517" y="14224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80781" y="3665775"/>
        <a:ext cx="80323" cy="80323"/>
      </dsp:txXfrm>
    </dsp:sp>
    <dsp:sp modelId="{9CA12748-45A7-4E1B-A63D-896AA834B414}">
      <dsp:nvSpPr>
        <dsp:cNvPr id="0" name=""/>
        <dsp:cNvSpPr/>
      </dsp:nvSpPr>
      <dsp:spPr>
        <a:xfrm>
          <a:off x="5826792" y="1572215"/>
          <a:ext cx="746517" cy="711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3258" y="0"/>
              </a:lnTo>
              <a:lnTo>
                <a:pt x="373258" y="711240"/>
              </a:lnTo>
              <a:lnTo>
                <a:pt x="746517" y="7112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74273" y="1902058"/>
        <a:ext cx="51554" cy="51554"/>
      </dsp:txXfrm>
    </dsp:sp>
    <dsp:sp modelId="{D850621C-95BC-412C-9022-2C9F4FB9C349}">
      <dsp:nvSpPr>
        <dsp:cNvPr id="0" name=""/>
        <dsp:cNvSpPr/>
      </dsp:nvSpPr>
      <dsp:spPr>
        <a:xfrm>
          <a:off x="5826792" y="860975"/>
          <a:ext cx="746517" cy="711240"/>
        </a:xfrm>
        <a:custGeom>
          <a:avLst/>
          <a:gdLst/>
          <a:ahLst/>
          <a:cxnLst/>
          <a:rect l="0" t="0" r="0" b="0"/>
          <a:pathLst>
            <a:path>
              <a:moveTo>
                <a:pt x="0" y="711240"/>
              </a:moveTo>
              <a:lnTo>
                <a:pt x="373258" y="711240"/>
              </a:lnTo>
              <a:lnTo>
                <a:pt x="373258" y="0"/>
              </a:lnTo>
              <a:lnTo>
                <a:pt x="746517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74273" y="1190818"/>
        <a:ext cx="51554" cy="51554"/>
      </dsp:txXfrm>
    </dsp:sp>
    <dsp:sp modelId="{5737AC7B-8D0D-46EA-93C9-2FCD99C4A1B8}">
      <dsp:nvSpPr>
        <dsp:cNvPr id="0" name=""/>
        <dsp:cNvSpPr/>
      </dsp:nvSpPr>
      <dsp:spPr>
        <a:xfrm>
          <a:off x="1347684" y="1572215"/>
          <a:ext cx="746517" cy="1422480"/>
        </a:xfrm>
        <a:custGeom>
          <a:avLst/>
          <a:gdLst/>
          <a:ahLst/>
          <a:cxnLst/>
          <a:rect l="0" t="0" r="0" b="0"/>
          <a:pathLst>
            <a:path>
              <a:moveTo>
                <a:pt x="0" y="1422480"/>
              </a:moveTo>
              <a:lnTo>
                <a:pt x="373258" y="1422480"/>
              </a:lnTo>
              <a:lnTo>
                <a:pt x="373258" y="0"/>
              </a:lnTo>
              <a:lnTo>
                <a:pt x="74651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80781" y="2243294"/>
        <a:ext cx="80323" cy="80323"/>
      </dsp:txXfrm>
    </dsp:sp>
    <dsp:sp modelId="{ABB86CFE-0B46-41B9-970C-C233C3B44DD3}">
      <dsp:nvSpPr>
        <dsp:cNvPr id="0" name=""/>
        <dsp:cNvSpPr/>
      </dsp:nvSpPr>
      <dsp:spPr>
        <a:xfrm rot="16200000">
          <a:off x="-2216004" y="2425704"/>
          <a:ext cx="5989393" cy="1137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Remuneración al Personal</a:t>
          </a:r>
        </a:p>
      </dsp:txBody>
      <dsp:txXfrm>
        <a:off x="-2216004" y="2425704"/>
        <a:ext cx="5989393" cy="1137984"/>
      </dsp:txXfrm>
    </dsp:sp>
    <dsp:sp modelId="{FE37A762-C5A9-4066-8186-F7B5C666C6D2}">
      <dsp:nvSpPr>
        <dsp:cNvPr id="0" name=""/>
        <dsp:cNvSpPr/>
      </dsp:nvSpPr>
      <dsp:spPr>
        <a:xfrm>
          <a:off x="2094202" y="1003223"/>
          <a:ext cx="3732589" cy="1137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Sueldos y Salarios</a:t>
          </a:r>
        </a:p>
      </dsp:txBody>
      <dsp:txXfrm>
        <a:off x="2094202" y="1003223"/>
        <a:ext cx="3732589" cy="1137984"/>
      </dsp:txXfrm>
    </dsp:sp>
    <dsp:sp modelId="{19F96155-789F-4E9A-AE68-47BDE031C6B9}">
      <dsp:nvSpPr>
        <dsp:cNvPr id="0" name=""/>
        <dsp:cNvSpPr/>
      </dsp:nvSpPr>
      <dsp:spPr>
        <a:xfrm>
          <a:off x="6573310" y="291982"/>
          <a:ext cx="3732589" cy="113798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Gravado</a:t>
          </a:r>
        </a:p>
      </dsp:txBody>
      <dsp:txXfrm>
        <a:off x="6573310" y="291982"/>
        <a:ext cx="3732589" cy="1137984"/>
      </dsp:txXfrm>
    </dsp:sp>
    <dsp:sp modelId="{733A7B17-375A-4707-9821-060F1CF90120}">
      <dsp:nvSpPr>
        <dsp:cNvPr id="0" name=""/>
        <dsp:cNvSpPr/>
      </dsp:nvSpPr>
      <dsp:spPr>
        <a:xfrm>
          <a:off x="6573310" y="1714463"/>
          <a:ext cx="3732589" cy="113798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Exento</a:t>
          </a:r>
        </a:p>
      </dsp:txBody>
      <dsp:txXfrm>
        <a:off x="6573310" y="1714463"/>
        <a:ext cx="3732589" cy="1137984"/>
      </dsp:txXfrm>
    </dsp:sp>
    <dsp:sp modelId="{FDE1F1F0-A301-46D6-B027-B50C8AB8D727}">
      <dsp:nvSpPr>
        <dsp:cNvPr id="0" name=""/>
        <dsp:cNvSpPr/>
      </dsp:nvSpPr>
      <dsp:spPr>
        <a:xfrm>
          <a:off x="2094202" y="3848185"/>
          <a:ext cx="3732589" cy="1137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Previsión Social</a:t>
          </a:r>
        </a:p>
      </dsp:txBody>
      <dsp:txXfrm>
        <a:off x="2094202" y="3848185"/>
        <a:ext cx="3732589" cy="1137984"/>
      </dsp:txXfrm>
    </dsp:sp>
    <dsp:sp modelId="{A9F49FBB-3A47-4239-A9AC-8059C937BCF4}">
      <dsp:nvSpPr>
        <dsp:cNvPr id="0" name=""/>
        <dsp:cNvSpPr/>
      </dsp:nvSpPr>
      <dsp:spPr>
        <a:xfrm>
          <a:off x="6573310" y="3136944"/>
          <a:ext cx="3732589" cy="113798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Gravado</a:t>
          </a:r>
        </a:p>
      </dsp:txBody>
      <dsp:txXfrm>
        <a:off x="6573310" y="3136944"/>
        <a:ext cx="3732589" cy="1137984"/>
      </dsp:txXfrm>
    </dsp:sp>
    <dsp:sp modelId="{EB1C6387-B432-46B1-8B0A-0AABFAAE755C}">
      <dsp:nvSpPr>
        <dsp:cNvPr id="0" name=""/>
        <dsp:cNvSpPr/>
      </dsp:nvSpPr>
      <dsp:spPr>
        <a:xfrm>
          <a:off x="6573310" y="4559425"/>
          <a:ext cx="3732589" cy="113798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Exento</a:t>
          </a:r>
        </a:p>
      </dsp:txBody>
      <dsp:txXfrm>
        <a:off x="6573310" y="4559425"/>
        <a:ext cx="3732589" cy="113798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556F3-C649-424F-B483-ED44AAC68F1B}">
      <dsp:nvSpPr>
        <dsp:cNvPr id="0" name=""/>
        <dsp:cNvSpPr/>
      </dsp:nvSpPr>
      <dsp:spPr>
        <a:xfrm>
          <a:off x="2871472" y="2951915"/>
          <a:ext cx="455596" cy="26044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7798" y="0"/>
              </a:lnTo>
              <a:lnTo>
                <a:pt x="227798" y="2604402"/>
              </a:lnTo>
              <a:lnTo>
                <a:pt x="455596" y="26044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3033172" y="4188017"/>
        <a:ext cx="132197" cy="132197"/>
      </dsp:txXfrm>
    </dsp:sp>
    <dsp:sp modelId="{487916F0-4538-4070-AE0F-349E8B3BD188}">
      <dsp:nvSpPr>
        <dsp:cNvPr id="0" name=""/>
        <dsp:cNvSpPr/>
      </dsp:nvSpPr>
      <dsp:spPr>
        <a:xfrm>
          <a:off x="5605053" y="4642463"/>
          <a:ext cx="4555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559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21462" y="4676793"/>
        <a:ext cx="22779" cy="22779"/>
      </dsp:txXfrm>
    </dsp:sp>
    <dsp:sp modelId="{C93E3D71-94DF-4C58-8A74-DCC2DCA6F2B8}">
      <dsp:nvSpPr>
        <dsp:cNvPr id="0" name=""/>
        <dsp:cNvSpPr/>
      </dsp:nvSpPr>
      <dsp:spPr>
        <a:xfrm>
          <a:off x="2871472" y="2951915"/>
          <a:ext cx="455596" cy="17362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7798" y="0"/>
              </a:lnTo>
              <a:lnTo>
                <a:pt x="227798" y="1736268"/>
              </a:lnTo>
              <a:lnTo>
                <a:pt x="455596" y="17362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3054395" y="3775173"/>
        <a:ext cx="89752" cy="89752"/>
      </dsp:txXfrm>
    </dsp:sp>
    <dsp:sp modelId="{A5E3703F-B717-46EC-A601-C5A86936D992}">
      <dsp:nvSpPr>
        <dsp:cNvPr id="0" name=""/>
        <dsp:cNvSpPr/>
      </dsp:nvSpPr>
      <dsp:spPr>
        <a:xfrm>
          <a:off x="5605053" y="2517848"/>
          <a:ext cx="455596" cy="1302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7798" y="0"/>
              </a:lnTo>
              <a:lnTo>
                <a:pt x="227798" y="1302201"/>
              </a:lnTo>
              <a:lnTo>
                <a:pt x="455596" y="1302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98362" y="3134459"/>
        <a:ext cx="68980" cy="68980"/>
      </dsp:txXfrm>
    </dsp:sp>
    <dsp:sp modelId="{D4D1ADDE-C329-4C81-83B3-B660E60DDFAA}">
      <dsp:nvSpPr>
        <dsp:cNvPr id="0" name=""/>
        <dsp:cNvSpPr/>
      </dsp:nvSpPr>
      <dsp:spPr>
        <a:xfrm>
          <a:off x="5605053" y="2517848"/>
          <a:ext cx="455596" cy="4340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7798" y="0"/>
              </a:lnTo>
              <a:lnTo>
                <a:pt x="227798" y="434067"/>
              </a:lnTo>
              <a:lnTo>
                <a:pt x="455596" y="43406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17120" y="2719150"/>
        <a:ext cx="31463" cy="31463"/>
      </dsp:txXfrm>
    </dsp:sp>
    <dsp:sp modelId="{F6B2B85C-BC87-4DF1-9B76-179F4590F084}">
      <dsp:nvSpPr>
        <dsp:cNvPr id="0" name=""/>
        <dsp:cNvSpPr/>
      </dsp:nvSpPr>
      <dsp:spPr>
        <a:xfrm>
          <a:off x="5605053" y="2083781"/>
          <a:ext cx="455596" cy="434067"/>
        </a:xfrm>
        <a:custGeom>
          <a:avLst/>
          <a:gdLst/>
          <a:ahLst/>
          <a:cxnLst/>
          <a:rect l="0" t="0" r="0" b="0"/>
          <a:pathLst>
            <a:path>
              <a:moveTo>
                <a:pt x="0" y="434067"/>
              </a:moveTo>
              <a:lnTo>
                <a:pt x="227798" y="434067"/>
              </a:lnTo>
              <a:lnTo>
                <a:pt x="227798" y="0"/>
              </a:lnTo>
              <a:lnTo>
                <a:pt x="45559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17120" y="2285083"/>
        <a:ext cx="31463" cy="31463"/>
      </dsp:txXfrm>
    </dsp:sp>
    <dsp:sp modelId="{30B3B1F2-6158-4E85-B878-22AE18EB68D2}">
      <dsp:nvSpPr>
        <dsp:cNvPr id="0" name=""/>
        <dsp:cNvSpPr/>
      </dsp:nvSpPr>
      <dsp:spPr>
        <a:xfrm>
          <a:off x="5605053" y="1215647"/>
          <a:ext cx="455596" cy="1302201"/>
        </a:xfrm>
        <a:custGeom>
          <a:avLst/>
          <a:gdLst/>
          <a:ahLst/>
          <a:cxnLst/>
          <a:rect l="0" t="0" r="0" b="0"/>
          <a:pathLst>
            <a:path>
              <a:moveTo>
                <a:pt x="0" y="1302201"/>
              </a:moveTo>
              <a:lnTo>
                <a:pt x="227798" y="1302201"/>
              </a:lnTo>
              <a:lnTo>
                <a:pt x="227798" y="0"/>
              </a:lnTo>
              <a:lnTo>
                <a:pt x="45559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98362" y="1832257"/>
        <a:ext cx="68980" cy="68980"/>
      </dsp:txXfrm>
    </dsp:sp>
    <dsp:sp modelId="{3D6C8965-D53D-4AF1-978D-7B62A869D3B2}">
      <dsp:nvSpPr>
        <dsp:cNvPr id="0" name=""/>
        <dsp:cNvSpPr/>
      </dsp:nvSpPr>
      <dsp:spPr>
        <a:xfrm>
          <a:off x="2871472" y="2517848"/>
          <a:ext cx="455596" cy="434067"/>
        </a:xfrm>
        <a:custGeom>
          <a:avLst/>
          <a:gdLst/>
          <a:ahLst/>
          <a:cxnLst/>
          <a:rect l="0" t="0" r="0" b="0"/>
          <a:pathLst>
            <a:path>
              <a:moveTo>
                <a:pt x="0" y="434067"/>
              </a:moveTo>
              <a:lnTo>
                <a:pt x="227798" y="434067"/>
              </a:lnTo>
              <a:lnTo>
                <a:pt x="227798" y="0"/>
              </a:lnTo>
              <a:lnTo>
                <a:pt x="45559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083539" y="2719150"/>
        <a:ext cx="31463" cy="31463"/>
      </dsp:txXfrm>
    </dsp:sp>
    <dsp:sp modelId="{63E14550-4254-49D1-9FA9-4909F60A4D51}">
      <dsp:nvSpPr>
        <dsp:cNvPr id="0" name=""/>
        <dsp:cNvSpPr/>
      </dsp:nvSpPr>
      <dsp:spPr>
        <a:xfrm>
          <a:off x="5605053" y="301793"/>
          <a:ext cx="4555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559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21462" y="336123"/>
        <a:ext cx="22779" cy="22779"/>
      </dsp:txXfrm>
    </dsp:sp>
    <dsp:sp modelId="{1A68E28B-E2FA-4776-A2EE-35ACA90B19F8}">
      <dsp:nvSpPr>
        <dsp:cNvPr id="0" name=""/>
        <dsp:cNvSpPr/>
      </dsp:nvSpPr>
      <dsp:spPr>
        <a:xfrm>
          <a:off x="2871472" y="347513"/>
          <a:ext cx="455596" cy="2604402"/>
        </a:xfrm>
        <a:custGeom>
          <a:avLst/>
          <a:gdLst/>
          <a:ahLst/>
          <a:cxnLst/>
          <a:rect l="0" t="0" r="0" b="0"/>
          <a:pathLst>
            <a:path>
              <a:moveTo>
                <a:pt x="0" y="2604402"/>
              </a:moveTo>
              <a:lnTo>
                <a:pt x="227798" y="2604402"/>
              </a:lnTo>
              <a:lnTo>
                <a:pt x="227798" y="0"/>
              </a:lnTo>
              <a:lnTo>
                <a:pt x="45559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3033172" y="1583615"/>
        <a:ext cx="132197" cy="132197"/>
      </dsp:txXfrm>
    </dsp:sp>
    <dsp:sp modelId="{F852ED4D-C72D-49F4-A0E1-68522E5B6329}">
      <dsp:nvSpPr>
        <dsp:cNvPr id="0" name=""/>
        <dsp:cNvSpPr/>
      </dsp:nvSpPr>
      <dsp:spPr>
        <a:xfrm rot="16200000">
          <a:off x="696568" y="2604661"/>
          <a:ext cx="3655301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900" kern="1200" dirty="0"/>
            <a:t>Sueldos y Salarios</a:t>
          </a:r>
        </a:p>
      </dsp:txBody>
      <dsp:txXfrm>
        <a:off x="696568" y="2604661"/>
        <a:ext cx="3655301" cy="694507"/>
      </dsp:txXfrm>
    </dsp:sp>
    <dsp:sp modelId="{81FB937A-7885-4869-A575-5812EA0669C1}">
      <dsp:nvSpPr>
        <dsp:cNvPr id="0" name=""/>
        <dsp:cNvSpPr/>
      </dsp:nvSpPr>
      <dsp:spPr>
        <a:xfrm>
          <a:off x="3327069" y="259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Comprobantes Fiscales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LISR27-V y  99-III</a:t>
          </a:r>
        </a:p>
      </dsp:txBody>
      <dsp:txXfrm>
        <a:off x="3327069" y="259"/>
        <a:ext cx="2277983" cy="694507"/>
      </dsp:txXfrm>
    </dsp:sp>
    <dsp:sp modelId="{FD6708F2-2FE2-4DF7-9A6A-4681A060CD09}">
      <dsp:nvSpPr>
        <dsp:cNvPr id="0" name=""/>
        <dsp:cNvSpPr/>
      </dsp:nvSpPr>
      <dsp:spPr>
        <a:xfrm>
          <a:off x="6060650" y="259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Erogaciones, Retenciones, Impuestos Locales, Deducciones en general</a:t>
          </a:r>
        </a:p>
      </dsp:txBody>
      <dsp:txXfrm>
        <a:off x="6060650" y="259"/>
        <a:ext cx="2277983" cy="694507"/>
      </dsp:txXfrm>
    </dsp:sp>
    <dsp:sp modelId="{B43F3791-F984-449C-BE1E-E038511CAFCC}">
      <dsp:nvSpPr>
        <dsp:cNvPr id="0" name=""/>
        <dsp:cNvSpPr/>
      </dsp:nvSpPr>
      <dsp:spPr>
        <a:xfrm>
          <a:off x="3327069" y="2170594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Obligaciones</a:t>
          </a:r>
        </a:p>
      </dsp:txBody>
      <dsp:txXfrm>
        <a:off x="3327069" y="2170594"/>
        <a:ext cx="2277983" cy="694507"/>
      </dsp:txXfrm>
    </dsp:sp>
    <dsp:sp modelId="{D041F791-7F8E-42D7-9169-965E7D62B03F}">
      <dsp:nvSpPr>
        <dsp:cNvPr id="0" name=""/>
        <dsp:cNvSpPr/>
      </dsp:nvSpPr>
      <dsp:spPr>
        <a:xfrm>
          <a:off x="6060650" y="868393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Retenciones ISR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99-I</a:t>
          </a:r>
        </a:p>
      </dsp:txBody>
      <dsp:txXfrm>
        <a:off x="6060650" y="868393"/>
        <a:ext cx="2277983" cy="694507"/>
      </dsp:txXfrm>
    </dsp:sp>
    <dsp:sp modelId="{34A5764A-8B41-4BA8-8369-20D619AD3774}">
      <dsp:nvSpPr>
        <dsp:cNvPr id="0" name=""/>
        <dsp:cNvSpPr/>
      </dsp:nvSpPr>
      <dsp:spPr>
        <a:xfrm>
          <a:off x="6060650" y="1736527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Cálculo Anual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99-II</a:t>
          </a:r>
        </a:p>
      </dsp:txBody>
      <dsp:txXfrm>
        <a:off x="6060650" y="1736527"/>
        <a:ext cx="2277983" cy="694507"/>
      </dsp:txXfrm>
    </dsp:sp>
    <dsp:sp modelId="{E45BD35F-E424-4908-A3EE-A10CBEE11EF7}">
      <dsp:nvSpPr>
        <dsp:cNvPr id="0" name=""/>
        <dsp:cNvSpPr/>
      </dsp:nvSpPr>
      <dsp:spPr>
        <a:xfrm>
          <a:off x="6060650" y="2604661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Expedir Recibos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99-III</a:t>
          </a:r>
        </a:p>
      </dsp:txBody>
      <dsp:txXfrm>
        <a:off x="6060650" y="2604661"/>
        <a:ext cx="2277983" cy="694507"/>
      </dsp:txXfrm>
    </dsp:sp>
    <dsp:sp modelId="{A1B5C1E5-77DD-4994-B0DD-95874DD44D0A}">
      <dsp:nvSpPr>
        <dsp:cNvPr id="0" name=""/>
        <dsp:cNvSpPr/>
      </dsp:nvSpPr>
      <dsp:spPr>
        <a:xfrm>
          <a:off x="6060650" y="3472795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RFC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99-V</a:t>
          </a:r>
        </a:p>
      </dsp:txBody>
      <dsp:txXfrm>
        <a:off x="6060650" y="3472795"/>
        <a:ext cx="2277983" cy="694507"/>
      </dsp:txXfrm>
    </dsp:sp>
    <dsp:sp modelId="{C231FFC3-A8C9-47D2-A205-69C660835FDC}">
      <dsp:nvSpPr>
        <dsp:cNvPr id="0" name=""/>
        <dsp:cNvSpPr/>
      </dsp:nvSpPr>
      <dsp:spPr>
        <a:xfrm>
          <a:off x="3327069" y="4340930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Subsidio al Empleo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</a:t>
          </a:r>
        </a:p>
      </dsp:txBody>
      <dsp:txXfrm>
        <a:off x="3327069" y="4340930"/>
        <a:ext cx="2277983" cy="694507"/>
      </dsp:txXfrm>
    </dsp:sp>
    <dsp:sp modelId="{875C84E5-BF28-4FE9-B8EE-A5E2B88983EB}">
      <dsp:nvSpPr>
        <dsp:cNvPr id="0" name=""/>
        <dsp:cNvSpPr/>
      </dsp:nvSpPr>
      <dsp:spPr>
        <a:xfrm>
          <a:off x="6060650" y="4340930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Entrega Efectiva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27-XIX</a:t>
          </a:r>
        </a:p>
      </dsp:txBody>
      <dsp:txXfrm>
        <a:off x="6060650" y="4340930"/>
        <a:ext cx="2277983" cy="694507"/>
      </dsp:txXfrm>
    </dsp:sp>
    <dsp:sp modelId="{52B5C62B-0C7A-4453-9129-7FC6A5D71BFE}">
      <dsp:nvSpPr>
        <dsp:cNvPr id="0" name=""/>
        <dsp:cNvSpPr/>
      </dsp:nvSpPr>
      <dsp:spPr>
        <a:xfrm>
          <a:off x="3327069" y="5209064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Inscripción IMSS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</a:t>
          </a:r>
        </a:p>
      </dsp:txBody>
      <dsp:txXfrm>
        <a:off x="3327069" y="5209064"/>
        <a:ext cx="2277983" cy="69450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7BA71-06D0-461C-B2CD-9480AA629A12}">
      <dsp:nvSpPr>
        <dsp:cNvPr id="0" name=""/>
        <dsp:cNvSpPr/>
      </dsp:nvSpPr>
      <dsp:spPr>
        <a:xfrm>
          <a:off x="0" y="2618"/>
          <a:ext cx="10515600" cy="175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Erogaciones efectuadas que tengan por objeto satisfacer</a:t>
          </a:r>
        </a:p>
      </dsp:txBody>
      <dsp:txXfrm>
        <a:off x="85444" y="88062"/>
        <a:ext cx="10344712" cy="1579432"/>
      </dsp:txXfrm>
    </dsp:sp>
    <dsp:sp modelId="{88431DFE-6E26-4246-8C82-2731D355A05D}">
      <dsp:nvSpPr>
        <dsp:cNvPr id="0" name=""/>
        <dsp:cNvSpPr/>
      </dsp:nvSpPr>
      <dsp:spPr>
        <a:xfrm>
          <a:off x="0" y="1752939"/>
          <a:ext cx="10515600" cy="259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3400" kern="1200" dirty="0"/>
            <a:t>Contingencias o necesidades presentes o futuras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3400" kern="1200" dirty="0"/>
            <a:t>Otorgar beneficios a favor de los trabajadores, tendientes a su superación física, social, económica o cultural, que les permita el mejoramiento en su calidad de vida y en la de su familia</a:t>
          </a:r>
        </a:p>
      </dsp:txBody>
      <dsp:txXfrm>
        <a:off x="0" y="1752939"/>
        <a:ext cx="10515600" cy="259578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991302-88FF-454A-98E9-4781B2531D1A}">
      <dsp:nvSpPr>
        <dsp:cNvPr id="0" name=""/>
        <dsp:cNvSpPr/>
      </dsp:nvSpPr>
      <dsp:spPr>
        <a:xfrm>
          <a:off x="3716798" y="4540313"/>
          <a:ext cx="403601" cy="15381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1538114"/>
              </a:lnTo>
              <a:lnTo>
                <a:pt x="403601" y="15381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78844" y="5269615"/>
        <a:ext cx="79509" cy="79509"/>
      </dsp:txXfrm>
    </dsp:sp>
    <dsp:sp modelId="{7A3E325C-5219-4432-A1A7-0AC8843DF098}">
      <dsp:nvSpPr>
        <dsp:cNvPr id="0" name=""/>
        <dsp:cNvSpPr/>
      </dsp:nvSpPr>
      <dsp:spPr>
        <a:xfrm>
          <a:off x="3716798" y="4540313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769057"/>
              </a:lnTo>
              <a:lnTo>
                <a:pt x="403601" y="769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96886" y="4903128"/>
        <a:ext cx="43426" cy="43426"/>
      </dsp:txXfrm>
    </dsp:sp>
    <dsp:sp modelId="{E407D6DF-3104-4F62-8375-11238FCD03E3}">
      <dsp:nvSpPr>
        <dsp:cNvPr id="0" name=""/>
        <dsp:cNvSpPr/>
      </dsp:nvSpPr>
      <dsp:spPr>
        <a:xfrm>
          <a:off x="8560015" y="5309370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769057"/>
              </a:lnTo>
              <a:lnTo>
                <a:pt x="403601" y="769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40102" y="5672186"/>
        <a:ext cx="43426" cy="43426"/>
      </dsp:txXfrm>
    </dsp:sp>
    <dsp:sp modelId="{D58189F9-187E-4B3C-A800-AC8B9D8C64E9}">
      <dsp:nvSpPr>
        <dsp:cNvPr id="0" name=""/>
        <dsp:cNvSpPr/>
      </dsp:nvSpPr>
      <dsp:spPr>
        <a:xfrm>
          <a:off x="8560015" y="5263650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51725" y="5299280"/>
        <a:ext cx="20180" cy="20180"/>
      </dsp:txXfrm>
    </dsp:sp>
    <dsp:sp modelId="{EE35C12F-C682-496E-A342-FD715F1CF563}">
      <dsp:nvSpPr>
        <dsp:cNvPr id="0" name=""/>
        <dsp:cNvSpPr/>
      </dsp:nvSpPr>
      <dsp:spPr>
        <a:xfrm>
          <a:off x="8560015" y="4540313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769057"/>
              </a:moveTo>
              <a:lnTo>
                <a:pt x="201800" y="769057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40102" y="4903128"/>
        <a:ext cx="43426" cy="43426"/>
      </dsp:txXfrm>
    </dsp:sp>
    <dsp:sp modelId="{B94521F8-463A-4DE1-AB33-9CDD8E51C49B}">
      <dsp:nvSpPr>
        <dsp:cNvPr id="0" name=""/>
        <dsp:cNvSpPr/>
      </dsp:nvSpPr>
      <dsp:spPr>
        <a:xfrm>
          <a:off x="6138406" y="4540313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769057"/>
              </a:lnTo>
              <a:lnTo>
                <a:pt x="403601" y="769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18494" y="4903128"/>
        <a:ext cx="43426" cy="43426"/>
      </dsp:txXfrm>
    </dsp:sp>
    <dsp:sp modelId="{36ACAA0B-53A7-4FF4-97DD-7C21F72E10B4}">
      <dsp:nvSpPr>
        <dsp:cNvPr id="0" name=""/>
        <dsp:cNvSpPr/>
      </dsp:nvSpPr>
      <dsp:spPr>
        <a:xfrm>
          <a:off x="6138406" y="4494593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30117" y="4530223"/>
        <a:ext cx="20180" cy="20180"/>
      </dsp:txXfrm>
    </dsp:sp>
    <dsp:sp modelId="{7B1BFE8A-F412-4D9E-BC98-79C9286930D2}">
      <dsp:nvSpPr>
        <dsp:cNvPr id="0" name=""/>
        <dsp:cNvSpPr/>
      </dsp:nvSpPr>
      <dsp:spPr>
        <a:xfrm>
          <a:off x="6138406" y="3771255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769057"/>
              </a:moveTo>
              <a:lnTo>
                <a:pt x="201800" y="769057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18494" y="4134071"/>
        <a:ext cx="43426" cy="43426"/>
      </dsp:txXfrm>
    </dsp:sp>
    <dsp:sp modelId="{838F26AA-0F09-4A93-80D5-845EE89E5B05}">
      <dsp:nvSpPr>
        <dsp:cNvPr id="0" name=""/>
        <dsp:cNvSpPr/>
      </dsp:nvSpPr>
      <dsp:spPr>
        <a:xfrm>
          <a:off x="3716798" y="4494593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8509" y="4530223"/>
        <a:ext cx="20180" cy="20180"/>
      </dsp:txXfrm>
    </dsp:sp>
    <dsp:sp modelId="{263B7250-EDA4-4C8B-A0B3-77BBC1A7A4AF}">
      <dsp:nvSpPr>
        <dsp:cNvPr id="0" name=""/>
        <dsp:cNvSpPr/>
      </dsp:nvSpPr>
      <dsp:spPr>
        <a:xfrm>
          <a:off x="6138406" y="2956478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30117" y="2992108"/>
        <a:ext cx="20180" cy="20180"/>
      </dsp:txXfrm>
    </dsp:sp>
    <dsp:sp modelId="{E44E768B-EC56-47EB-9175-18D48CAB669B}">
      <dsp:nvSpPr>
        <dsp:cNvPr id="0" name=""/>
        <dsp:cNvSpPr/>
      </dsp:nvSpPr>
      <dsp:spPr>
        <a:xfrm>
          <a:off x="3716798" y="3002198"/>
          <a:ext cx="403601" cy="1538114"/>
        </a:xfrm>
        <a:custGeom>
          <a:avLst/>
          <a:gdLst/>
          <a:ahLst/>
          <a:cxnLst/>
          <a:rect l="0" t="0" r="0" b="0"/>
          <a:pathLst>
            <a:path>
              <a:moveTo>
                <a:pt x="0" y="1538114"/>
              </a:moveTo>
              <a:lnTo>
                <a:pt x="201800" y="1538114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78844" y="3731500"/>
        <a:ext cx="79509" cy="79509"/>
      </dsp:txXfrm>
    </dsp:sp>
    <dsp:sp modelId="{581E7F14-F012-43CA-AA10-A4A7ECBC8FBD}">
      <dsp:nvSpPr>
        <dsp:cNvPr id="0" name=""/>
        <dsp:cNvSpPr/>
      </dsp:nvSpPr>
      <dsp:spPr>
        <a:xfrm>
          <a:off x="1295190" y="2425405"/>
          <a:ext cx="403601" cy="21149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2114908"/>
              </a:lnTo>
              <a:lnTo>
                <a:pt x="403601" y="21149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1443164" y="3429032"/>
        <a:ext cx="107653" cy="107653"/>
      </dsp:txXfrm>
    </dsp:sp>
    <dsp:sp modelId="{21557A4D-40C1-4764-A1E1-4BDD117A4C43}">
      <dsp:nvSpPr>
        <dsp:cNvPr id="0" name=""/>
        <dsp:cNvSpPr/>
      </dsp:nvSpPr>
      <dsp:spPr>
        <a:xfrm>
          <a:off x="8560015" y="2187420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51725" y="2223050"/>
        <a:ext cx="20180" cy="20180"/>
      </dsp:txXfrm>
    </dsp:sp>
    <dsp:sp modelId="{EF177393-4D70-4DED-A2B7-E262EB176C19}">
      <dsp:nvSpPr>
        <dsp:cNvPr id="0" name=""/>
        <dsp:cNvSpPr/>
      </dsp:nvSpPr>
      <dsp:spPr>
        <a:xfrm>
          <a:off x="6138406" y="1848611"/>
          <a:ext cx="403601" cy="384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384528"/>
              </a:lnTo>
              <a:lnTo>
                <a:pt x="403601" y="3845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26271" y="2026939"/>
        <a:ext cx="27872" cy="27872"/>
      </dsp:txXfrm>
    </dsp:sp>
    <dsp:sp modelId="{1D7933AC-2F45-4820-8099-2D041DDD813D}">
      <dsp:nvSpPr>
        <dsp:cNvPr id="0" name=""/>
        <dsp:cNvSpPr/>
      </dsp:nvSpPr>
      <dsp:spPr>
        <a:xfrm>
          <a:off x="8560015" y="1418363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51725" y="1453993"/>
        <a:ext cx="20180" cy="20180"/>
      </dsp:txXfrm>
    </dsp:sp>
    <dsp:sp modelId="{54B15045-CB64-4861-BFEE-41F12AA31D41}">
      <dsp:nvSpPr>
        <dsp:cNvPr id="0" name=""/>
        <dsp:cNvSpPr/>
      </dsp:nvSpPr>
      <dsp:spPr>
        <a:xfrm>
          <a:off x="6138406" y="1464083"/>
          <a:ext cx="403601" cy="384528"/>
        </a:xfrm>
        <a:custGeom>
          <a:avLst/>
          <a:gdLst/>
          <a:ahLst/>
          <a:cxnLst/>
          <a:rect l="0" t="0" r="0" b="0"/>
          <a:pathLst>
            <a:path>
              <a:moveTo>
                <a:pt x="0" y="384528"/>
              </a:moveTo>
              <a:lnTo>
                <a:pt x="201800" y="384528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26271" y="1642411"/>
        <a:ext cx="27872" cy="27872"/>
      </dsp:txXfrm>
    </dsp:sp>
    <dsp:sp modelId="{35909694-352D-49C6-AC0F-F59FD48722CA}">
      <dsp:nvSpPr>
        <dsp:cNvPr id="0" name=""/>
        <dsp:cNvSpPr/>
      </dsp:nvSpPr>
      <dsp:spPr>
        <a:xfrm>
          <a:off x="3716798" y="1464083"/>
          <a:ext cx="403601" cy="384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384528"/>
              </a:lnTo>
              <a:lnTo>
                <a:pt x="403601" y="3845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4663" y="1642411"/>
        <a:ext cx="27872" cy="27872"/>
      </dsp:txXfrm>
    </dsp:sp>
    <dsp:sp modelId="{6E9BBFC7-D3D0-42DA-93CE-BD34F8A3AB21}">
      <dsp:nvSpPr>
        <dsp:cNvPr id="0" name=""/>
        <dsp:cNvSpPr/>
      </dsp:nvSpPr>
      <dsp:spPr>
        <a:xfrm>
          <a:off x="3716798" y="1079554"/>
          <a:ext cx="403601" cy="384528"/>
        </a:xfrm>
        <a:custGeom>
          <a:avLst/>
          <a:gdLst/>
          <a:ahLst/>
          <a:cxnLst/>
          <a:rect l="0" t="0" r="0" b="0"/>
          <a:pathLst>
            <a:path>
              <a:moveTo>
                <a:pt x="0" y="384528"/>
              </a:moveTo>
              <a:lnTo>
                <a:pt x="201800" y="384528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4663" y="1257882"/>
        <a:ext cx="27872" cy="27872"/>
      </dsp:txXfrm>
    </dsp:sp>
    <dsp:sp modelId="{E7ABF8AB-46C8-4B31-B26C-49ECEA67580E}">
      <dsp:nvSpPr>
        <dsp:cNvPr id="0" name=""/>
        <dsp:cNvSpPr/>
      </dsp:nvSpPr>
      <dsp:spPr>
        <a:xfrm>
          <a:off x="1295190" y="1464083"/>
          <a:ext cx="403601" cy="961321"/>
        </a:xfrm>
        <a:custGeom>
          <a:avLst/>
          <a:gdLst/>
          <a:ahLst/>
          <a:cxnLst/>
          <a:rect l="0" t="0" r="0" b="0"/>
          <a:pathLst>
            <a:path>
              <a:moveTo>
                <a:pt x="0" y="961321"/>
              </a:moveTo>
              <a:lnTo>
                <a:pt x="201800" y="961321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470926" y="1918678"/>
        <a:ext cx="52130" cy="52130"/>
      </dsp:txXfrm>
    </dsp:sp>
    <dsp:sp modelId="{BC0A63C0-9109-42BC-90F7-C84F73645E50}">
      <dsp:nvSpPr>
        <dsp:cNvPr id="0" name=""/>
        <dsp:cNvSpPr/>
      </dsp:nvSpPr>
      <dsp:spPr>
        <a:xfrm>
          <a:off x="3716798" y="264776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8509" y="300406"/>
        <a:ext cx="20180" cy="20180"/>
      </dsp:txXfrm>
    </dsp:sp>
    <dsp:sp modelId="{54F771EF-C262-41CD-8B06-B62A7ED71F4A}">
      <dsp:nvSpPr>
        <dsp:cNvPr id="0" name=""/>
        <dsp:cNvSpPr/>
      </dsp:nvSpPr>
      <dsp:spPr>
        <a:xfrm>
          <a:off x="1295190" y="310496"/>
          <a:ext cx="403601" cy="2114908"/>
        </a:xfrm>
        <a:custGeom>
          <a:avLst/>
          <a:gdLst/>
          <a:ahLst/>
          <a:cxnLst/>
          <a:rect l="0" t="0" r="0" b="0"/>
          <a:pathLst>
            <a:path>
              <a:moveTo>
                <a:pt x="0" y="2114908"/>
              </a:moveTo>
              <a:lnTo>
                <a:pt x="201800" y="2114908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1443164" y="1314124"/>
        <a:ext cx="107653" cy="107653"/>
      </dsp:txXfrm>
    </dsp:sp>
    <dsp:sp modelId="{AD2AEF27-C265-4C65-A15D-15C352467E82}">
      <dsp:nvSpPr>
        <dsp:cNvPr id="0" name=""/>
        <dsp:cNvSpPr/>
      </dsp:nvSpPr>
      <dsp:spPr>
        <a:xfrm rot="16200000">
          <a:off x="-631500" y="2117782"/>
          <a:ext cx="323813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Previsión Social</a:t>
          </a:r>
        </a:p>
      </dsp:txBody>
      <dsp:txXfrm>
        <a:off x="-631500" y="2117782"/>
        <a:ext cx="3238136" cy="615245"/>
      </dsp:txXfrm>
    </dsp:sp>
    <dsp:sp modelId="{772D9794-2FAC-4696-92A4-C53BC0CBF99A}">
      <dsp:nvSpPr>
        <dsp:cNvPr id="0" name=""/>
        <dsp:cNvSpPr/>
      </dsp:nvSpPr>
      <dsp:spPr>
        <a:xfrm>
          <a:off x="1698791" y="2873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Beneficiarios</a:t>
          </a:r>
        </a:p>
      </dsp:txBody>
      <dsp:txXfrm>
        <a:off x="1698791" y="2873"/>
        <a:ext cx="2018006" cy="615245"/>
      </dsp:txXfrm>
    </dsp:sp>
    <dsp:sp modelId="{0D9D6663-DEB9-410D-9E07-9D2E9764B6DB}">
      <dsp:nvSpPr>
        <dsp:cNvPr id="0" name=""/>
        <dsp:cNvSpPr/>
      </dsp:nvSpPr>
      <dsp:spPr>
        <a:xfrm>
          <a:off x="4120400" y="2873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Cónyuge, concubina, ascendientes y descendientes con dependencia económica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46-II</a:t>
          </a:r>
        </a:p>
      </dsp:txBody>
      <dsp:txXfrm>
        <a:off x="4120400" y="2873"/>
        <a:ext cx="2018006" cy="615245"/>
      </dsp:txXfrm>
    </dsp:sp>
    <dsp:sp modelId="{5F31CA7D-C0E2-43EE-9ED9-BAD6D3870222}">
      <dsp:nvSpPr>
        <dsp:cNvPr id="0" name=""/>
        <dsp:cNvSpPr/>
      </dsp:nvSpPr>
      <dsp:spPr>
        <a:xfrm>
          <a:off x="1698791" y="115646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Requisitos Generales</a:t>
          </a:r>
        </a:p>
      </dsp:txBody>
      <dsp:txXfrm>
        <a:off x="1698791" y="1156460"/>
        <a:ext cx="2018006" cy="615245"/>
      </dsp:txXfrm>
    </dsp:sp>
    <dsp:sp modelId="{AF1DD1D7-9B6E-4B7A-9220-043AEC0D1B00}">
      <dsp:nvSpPr>
        <dsp:cNvPr id="0" name=""/>
        <dsp:cNvSpPr/>
      </dsp:nvSpPr>
      <dsp:spPr>
        <a:xfrm>
          <a:off x="4120400" y="771931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En México si ahí se encuentra el trabajador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46-I</a:t>
          </a:r>
        </a:p>
      </dsp:txBody>
      <dsp:txXfrm>
        <a:off x="4120400" y="771931"/>
        <a:ext cx="2018006" cy="615245"/>
      </dsp:txXfrm>
    </dsp:sp>
    <dsp:sp modelId="{05DEFEEF-A470-4DEE-A787-9DF279702DCC}">
      <dsp:nvSpPr>
        <dsp:cNvPr id="0" name=""/>
        <dsp:cNvSpPr/>
      </dsp:nvSpPr>
      <dsp:spPr>
        <a:xfrm>
          <a:off x="4120400" y="1540988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En forma general y en beneficio de todos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</a:t>
          </a:r>
        </a:p>
      </dsp:txBody>
      <dsp:txXfrm>
        <a:off x="4120400" y="1540988"/>
        <a:ext cx="2018006" cy="615245"/>
      </dsp:txXfrm>
    </dsp:sp>
    <dsp:sp modelId="{8E138077-2A22-43D2-9BB9-15A41F13D05F}">
      <dsp:nvSpPr>
        <dsp:cNvPr id="0" name=""/>
        <dsp:cNvSpPr/>
      </dsp:nvSpPr>
      <dsp:spPr>
        <a:xfrm>
          <a:off x="6542008" y="115646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NO Sindicalizados</a:t>
          </a:r>
        </a:p>
      </dsp:txBody>
      <dsp:txXfrm>
        <a:off x="6542008" y="1156460"/>
        <a:ext cx="2018006" cy="615245"/>
      </dsp:txXfrm>
    </dsp:sp>
    <dsp:sp modelId="{7812BC2C-8B44-4178-8CE4-0C1BC871F4E1}">
      <dsp:nvSpPr>
        <dsp:cNvPr id="0" name=""/>
        <dsp:cNvSpPr/>
      </dsp:nvSpPr>
      <dsp:spPr>
        <a:xfrm>
          <a:off x="8963616" y="115646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Mismas prestaciones a todos</a:t>
          </a:r>
        </a:p>
      </dsp:txBody>
      <dsp:txXfrm>
        <a:off x="8963616" y="1156460"/>
        <a:ext cx="2018006" cy="615245"/>
      </dsp:txXfrm>
    </dsp:sp>
    <dsp:sp modelId="{9FB95A2F-3C8E-431A-9C07-42F2CD61E5AD}">
      <dsp:nvSpPr>
        <dsp:cNvPr id="0" name=""/>
        <dsp:cNvSpPr/>
      </dsp:nvSpPr>
      <dsp:spPr>
        <a:xfrm>
          <a:off x="6542008" y="192551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Sindicalizados</a:t>
          </a:r>
        </a:p>
      </dsp:txBody>
      <dsp:txXfrm>
        <a:off x="6542008" y="1925517"/>
        <a:ext cx="2018006" cy="615245"/>
      </dsp:txXfrm>
    </dsp:sp>
    <dsp:sp modelId="{EC522E7F-82EC-48E1-99EE-19499CC97DC0}">
      <dsp:nvSpPr>
        <dsp:cNvPr id="0" name=""/>
        <dsp:cNvSpPr/>
      </dsp:nvSpPr>
      <dsp:spPr>
        <a:xfrm>
          <a:off x="8963616" y="192551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Prestaciones distintas para cada sindicato</a:t>
          </a:r>
        </a:p>
      </dsp:txBody>
      <dsp:txXfrm>
        <a:off x="8963616" y="1925517"/>
        <a:ext cx="2018006" cy="615245"/>
      </dsp:txXfrm>
    </dsp:sp>
    <dsp:sp modelId="{E0242A61-D26C-49EF-AA5B-1BB0FB2CFE55}">
      <dsp:nvSpPr>
        <dsp:cNvPr id="0" name=""/>
        <dsp:cNvSpPr/>
      </dsp:nvSpPr>
      <dsp:spPr>
        <a:xfrm>
          <a:off x="1698791" y="423269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Requisitos Particulares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</a:t>
          </a:r>
        </a:p>
      </dsp:txBody>
      <dsp:txXfrm>
        <a:off x="1698791" y="4232690"/>
        <a:ext cx="2018006" cy="615245"/>
      </dsp:txXfrm>
    </dsp:sp>
    <dsp:sp modelId="{B59E9862-729D-4EFF-BF43-BE6E52FE22C9}">
      <dsp:nvSpPr>
        <dsp:cNvPr id="0" name=""/>
        <dsp:cNvSpPr/>
      </dsp:nvSpPr>
      <dsp:spPr>
        <a:xfrm>
          <a:off x="4120400" y="2694575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Vales de Despensa</a:t>
          </a:r>
        </a:p>
      </dsp:txBody>
      <dsp:txXfrm>
        <a:off x="4120400" y="2694575"/>
        <a:ext cx="2018006" cy="615245"/>
      </dsp:txXfrm>
    </dsp:sp>
    <dsp:sp modelId="{662B4335-AFA7-4FEA-8A73-94B0D8EF7672}">
      <dsp:nvSpPr>
        <dsp:cNvPr id="0" name=""/>
        <dsp:cNvSpPr/>
      </dsp:nvSpPr>
      <dsp:spPr>
        <a:xfrm>
          <a:off x="6542008" y="2694575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Monedero Electrónico</a:t>
          </a:r>
        </a:p>
      </dsp:txBody>
      <dsp:txXfrm>
        <a:off x="6542008" y="2694575"/>
        <a:ext cx="2018006" cy="615245"/>
      </dsp:txXfrm>
    </dsp:sp>
    <dsp:sp modelId="{BDF64790-73B9-4995-941C-949C996996F5}">
      <dsp:nvSpPr>
        <dsp:cNvPr id="0" name=""/>
        <dsp:cNvSpPr/>
      </dsp:nvSpPr>
      <dsp:spPr>
        <a:xfrm>
          <a:off x="4120400" y="423269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Fondo de Ahorro</a:t>
          </a:r>
        </a:p>
      </dsp:txBody>
      <dsp:txXfrm>
        <a:off x="4120400" y="4232690"/>
        <a:ext cx="2018006" cy="615245"/>
      </dsp:txXfrm>
    </dsp:sp>
    <dsp:sp modelId="{5A224F52-8FF6-46AD-A539-C737C7434ABA}">
      <dsp:nvSpPr>
        <dsp:cNvPr id="0" name=""/>
        <dsp:cNvSpPr/>
      </dsp:nvSpPr>
      <dsp:spPr>
        <a:xfrm>
          <a:off x="6542008" y="3463632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Aportaciones iguales</a:t>
          </a:r>
        </a:p>
      </dsp:txBody>
      <dsp:txXfrm>
        <a:off x="6542008" y="3463632"/>
        <a:ext cx="2018006" cy="615245"/>
      </dsp:txXfrm>
    </dsp:sp>
    <dsp:sp modelId="{D5F11692-0381-4F90-884D-A3D1F1D6B37F}">
      <dsp:nvSpPr>
        <dsp:cNvPr id="0" name=""/>
        <dsp:cNvSpPr/>
      </dsp:nvSpPr>
      <dsp:spPr>
        <a:xfrm>
          <a:off x="6542008" y="423269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Máximo 13%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Máximo 1.3 SM</a:t>
          </a:r>
        </a:p>
      </dsp:txBody>
      <dsp:txXfrm>
        <a:off x="6542008" y="4232690"/>
        <a:ext cx="2018006" cy="615245"/>
      </dsp:txXfrm>
    </dsp:sp>
    <dsp:sp modelId="{0A6B3C14-F581-4456-A3FC-2115E0EE86FD}">
      <dsp:nvSpPr>
        <dsp:cNvPr id="0" name=""/>
        <dsp:cNvSpPr/>
      </dsp:nvSpPr>
      <dsp:spPr>
        <a:xfrm>
          <a:off x="6542008" y="500174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Permanencia e Inversión</a:t>
          </a:r>
        </a:p>
      </dsp:txBody>
      <dsp:txXfrm>
        <a:off x="6542008" y="5001747"/>
        <a:ext cx="2018006" cy="615245"/>
      </dsp:txXfrm>
    </dsp:sp>
    <dsp:sp modelId="{B54B307B-FBA0-4655-99FC-FCD4D637389B}">
      <dsp:nvSpPr>
        <dsp:cNvPr id="0" name=""/>
        <dsp:cNvSpPr/>
      </dsp:nvSpPr>
      <dsp:spPr>
        <a:xfrm>
          <a:off x="8963616" y="423269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Retiro una vez al año</a:t>
          </a:r>
        </a:p>
      </dsp:txBody>
      <dsp:txXfrm>
        <a:off x="8963616" y="4232690"/>
        <a:ext cx="2018006" cy="615245"/>
      </dsp:txXfrm>
    </dsp:sp>
    <dsp:sp modelId="{E26512C3-A8B7-4B18-A6D9-11B50A165815}">
      <dsp:nvSpPr>
        <dsp:cNvPr id="0" name=""/>
        <dsp:cNvSpPr/>
      </dsp:nvSpPr>
      <dsp:spPr>
        <a:xfrm>
          <a:off x="8963616" y="500174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Préstamos a trabajadores</a:t>
          </a:r>
        </a:p>
      </dsp:txBody>
      <dsp:txXfrm>
        <a:off x="8963616" y="5001747"/>
        <a:ext cx="2018006" cy="615245"/>
      </dsp:txXfrm>
    </dsp:sp>
    <dsp:sp modelId="{37AE14ED-176D-43A9-B994-BD4D4D36D297}">
      <dsp:nvSpPr>
        <dsp:cNvPr id="0" name=""/>
        <dsp:cNvSpPr/>
      </dsp:nvSpPr>
      <dsp:spPr>
        <a:xfrm>
          <a:off x="8963616" y="5770805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Inversiones aprobadas</a:t>
          </a:r>
        </a:p>
      </dsp:txBody>
      <dsp:txXfrm>
        <a:off x="8963616" y="5770805"/>
        <a:ext cx="2018006" cy="615245"/>
      </dsp:txXfrm>
    </dsp:sp>
    <dsp:sp modelId="{35D3C444-0E61-4C21-92CC-5E777E8A1F64}">
      <dsp:nvSpPr>
        <dsp:cNvPr id="0" name=""/>
        <dsp:cNvSpPr/>
      </dsp:nvSpPr>
      <dsp:spPr>
        <a:xfrm>
          <a:off x="4120400" y="500174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Seguro de Gastos Médicos</a:t>
          </a:r>
        </a:p>
      </dsp:txBody>
      <dsp:txXfrm>
        <a:off x="4120400" y="5001747"/>
        <a:ext cx="2018006" cy="615245"/>
      </dsp:txXfrm>
    </dsp:sp>
    <dsp:sp modelId="{E1E75415-305B-4A56-ADC7-C1FE50B077F5}">
      <dsp:nvSpPr>
        <dsp:cNvPr id="0" name=""/>
        <dsp:cNvSpPr/>
      </dsp:nvSpPr>
      <dsp:spPr>
        <a:xfrm>
          <a:off x="4120400" y="5770805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Seguro de Vida</a:t>
          </a:r>
        </a:p>
      </dsp:txBody>
      <dsp:txXfrm>
        <a:off x="4120400" y="5770805"/>
        <a:ext cx="2018006" cy="61524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8AFDED-D4BB-429F-A375-B9FA593ADB43}">
      <dsp:nvSpPr>
        <dsp:cNvPr id="0" name=""/>
        <dsp:cNvSpPr/>
      </dsp:nvSpPr>
      <dsp:spPr>
        <a:xfrm>
          <a:off x="7282595" y="3904162"/>
          <a:ext cx="5381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819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8238" y="3936427"/>
        <a:ext cx="26909" cy="26909"/>
      </dsp:txXfrm>
    </dsp:sp>
    <dsp:sp modelId="{AA93C689-F8CF-4ACB-BA8F-376E31D661D6}">
      <dsp:nvSpPr>
        <dsp:cNvPr id="0" name=""/>
        <dsp:cNvSpPr/>
      </dsp:nvSpPr>
      <dsp:spPr>
        <a:xfrm>
          <a:off x="4053424" y="3437120"/>
          <a:ext cx="538195" cy="5127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97" y="0"/>
              </a:lnTo>
              <a:lnTo>
                <a:pt x="269097" y="512762"/>
              </a:lnTo>
              <a:lnTo>
                <a:pt x="538195" y="5127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3937" y="3674917"/>
        <a:ext cx="37167" cy="37167"/>
      </dsp:txXfrm>
    </dsp:sp>
    <dsp:sp modelId="{A54E038A-A7D9-4C81-9199-80D023C151BE}">
      <dsp:nvSpPr>
        <dsp:cNvPr id="0" name=""/>
        <dsp:cNvSpPr/>
      </dsp:nvSpPr>
      <dsp:spPr>
        <a:xfrm>
          <a:off x="7282595" y="2878638"/>
          <a:ext cx="5381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819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8238" y="2910903"/>
        <a:ext cx="26909" cy="26909"/>
      </dsp:txXfrm>
    </dsp:sp>
    <dsp:sp modelId="{02AA7300-3902-425C-A27D-3DC88961B1B5}">
      <dsp:nvSpPr>
        <dsp:cNvPr id="0" name=""/>
        <dsp:cNvSpPr/>
      </dsp:nvSpPr>
      <dsp:spPr>
        <a:xfrm>
          <a:off x="4053424" y="2924358"/>
          <a:ext cx="538195" cy="512762"/>
        </a:xfrm>
        <a:custGeom>
          <a:avLst/>
          <a:gdLst/>
          <a:ahLst/>
          <a:cxnLst/>
          <a:rect l="0" t="0" r="0" b="0"/>
          <a:pathLst>
            <a:path>
              <a:moveTo>
                <a:pt x="0" y="512762"/>
              </a:moveTo>
              <a:lnTo>
                <a:pt x="269097" y="512762"/>
              </a:lnTo>
              <a:lnTo>
                <a:pt x="269097" y="0"/>
              </a:lnTo>
              <a:lnTo>
                <a:pt x="53819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3937" y="3162155"/>
        <a:ext cx="37167" cy="37167"/>
      </dsp:txXfrm>
    </dsp:sp>
    <dsp:sp modelId="{D8338481-AE8C-467C-94AC-AA824F15CCE9}">
      <dsp:nvSpPr>
        <dsp:cNvPr id="0" name=""/>
        <dsp:cNvSpPr/>
      </dsp:nvSpPr>
      <dsp:spPr>
        <a:xfrm>
          <a:off x="824253" y="2924358"/>
          <a:ext cx="538195" cy="5127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97" y="0"/>
              </a:lnTo>
              <a:lnTo>
                <a:pt x="269097" y="512762"/>
              </a:lnTo>
              <a:lnTo>
                <a:pt x="538195" y="5127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074766" y="3162155"/>
        <a:ext cx="37167" cy="37167"/>
      </dsp:txXfrm>
    </dsp:sp>
    <dsp:sp modelId="{D99A793C-3D5C-4854-AB74-12B8B46DCB96}">
      <dsp:nvSpPr>
        <dsp:cNvPr id="0" name=""/>
        <dsp:cNvSpPr/>
      </dsp:nvSpPr>
      <dsp:spPr>
        <a:xfrm>
          <a:off x="824253" y="2411595"/>
          <a:ext cx="538195" cy="512762"/>
        </a:xfrm>
        <a:custGeom>
          <a:avLst/>
          <a:gdLst/>
          <a:ahLst/>
          <a:cxnLst/>
          <a:rect l="0" t="0" r="0" b="0"/>
          <a:pathLst>
            <a:path>
              <a:moveTo>
                <a:pt x="0" y="512762"/>
              </a:moveTo>
              <a:lnTo>
                <a:pt x="269097" y="512762"/>
              </a:lnTo>
              <a:lnTo>
                <a:pt x="269097" y="0"/>
              </a:lnTo>
              <a:lnTo>
                <a:pt x="53819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074766" y="2649392"/>
        <a:ext cx="37167" cy="37167"/>
      </dsp:txXfrm>
    </dsp:sp>
    <dsp:sp modelId="{FAF9AAE2-C963-4655-97AA-256E8C1C6133}">
      <dsp:nvSpPr>
        <dsp:cNvPr id="0" name=""/>
        <dsp:cNvSpPr/>
      </dsp:nvSpPr>
      <dsp:spPr>
        <a:xfrm rot="16200000">
          <a:off x="-1744955" y="2514148"/>
          <a:ext cx="4317997" cy="8204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Límites a la deducibilidad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28-XXX</a:t>
          </a:r>
        </a:p>
      </dsp:txBody>
      <dsp:txXfrm>
        <a:off x="-1744955" y="2514148"/>
        <a:ext cx="4317997" cy="820419"/>
      </dsp:txXfrm>
    </dsp:sp>
    <dsp:sp modelId="{259B0350-6199-4908-A49E-006E11CB7898}">
      <dsp:nvSpPr>
        <dsp:cNvPr id="0" name=""/>
        <dsp:cNvSpPr/>
      </dsp:nvSpPr>
      <dsp:spPr>
        <a:xfrm>
          <a:off x="1362448" y="2001386"/>
          <a:ext cx="2690975" cy="8204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Gravados para el trabajador</a:t>
          </a:r>
        </a:p>
      </dsp:txBody>
      <dsp:txXfrm>
        <a:off x="1362448" y="2001386"/>
        <a:ext cx="2690975" cy="820419"/>
      </dsp:txXfrm>
    </dsp:sp>
    <dsp:sp modelId="{118D4AFD-7BC8-4476-A4FA-083A6CFC4110}">
      <dsp:nvSpPr>
        <dsp:cNvPr id="0" name=""/>
        <dsp:cNvSpPr/>
      </dsp:nvSpPr>
      <dsp:spPr>
        <a:xfrm>
          <a:off x="1362448" y="3026910"/>
          <a:ext cx="2690975" cy="8204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No gravados para el trabajador</a:t>
          </a:r>
        </a:p>
      </dsp:txBody>
      <dsp:txXfrm>
        <a:off x="1362448" y="3026910"/>
        <a:ext cx="2690975" cy="820419"/>
      </dsp:txXfrm>
    </dsp:sp>
    <dsp:sp modelId="{17A2F304-867F-4634-B1BF-EEB2D7341032}">
      <dsp:nvSpPr>
        <dsp:cNvPr id="0" name=""/>
        <dsp:cNvSpPr/>
      </dsp:nvSpPr>
      <dsp:spPr>
        <a:xfrm>
          <a:off x="4591619" y="2514148"/>
          <a:ext cx="2690975" cy="820419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>
              <a:solidFill>
                <a:schemeClr val="tx1"/>
              </a:solidFill>
            </a:rPr>
            <a:t>Disminución de prestaciones</a:t>
          </a:r>
        </a:p>
      </dsp:txBody>
      <dsp:txXfrm>
        <a:off x="4591619" y="2514148"/>
        <a:ext cx="2690975" cy="820419"/>
      </dsp:txXfrm>
    </dsp:sp>
    <dsp:sp modelId="{029EF9EE-F1F2-414D-8647-14568A171ABC}">
      <dsp:nvSpPr>
        <dsp:cNvPr id="0" name=""/>
        <dsp:cNvSpPr/>
      </dsp:nvSpPr>
      <dsp:spPr>
        <a:xfrm>
          <a:off x="7820790" y="2514148"/>
          <a:ext cx="2690975" cy="82041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Deducción: 47%</a:t>
          </a:r>
        </a:p>
      </dsp:txBody>
      <dsp:txXfrm>
        <a:off x="7820790" y="2514148"/>
        <a:ext cx="2690975" cy="820419"/>
      </dsp:txXfrm>
    </dsp:sp>
    <dsp:sp modelId="{ECDA8728-F5BF-405F-903E-C0A1164FBCB3}">
      <dsp:nvSpPr>
        <dsp:cNvPr id="0" name=""/>
        <dsp:cNvSpPr/>
      </dsp:nvSpPr>
      <dsp:spPr>
        <a:xfrm>
          <a:off x="4591619" y="3539672"/>
          <a:ext cx="2690975" cy="820419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>
              <a:solidFill>
                <a:schemeClr val="tx1"/>
              </a:solidFill>
            </a:rPr>
            <a:t>NO disminución de prestaciones</a:t>
          </a:r>
        </a:p>
      </dsp:txBody>
      <dsp:txXfrm>
        <a:off x="4591619" y="3539672"/>
        <a:ext cx="2690975" cy="820419"/>
      </dsp:txXfrm>
    </dsp:sp>
    <dsp:sp modelId="{DD24C712-EFC7-4154-AA01-2BC215B33CEE}">
      <dsp:nvSpPr>
        <dsp:cNvPr id="0" name=""/>
        <dsp:cNvSpPr/>
      </dsp:nvSpPr>
      <dsp:spPr>
        <a:xfrm>
          <a:off x="7820790" y="3539672"/>
          <a:ext cx="2690975" cy="82041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Deducción: 53%</a:t>
          </a:r>
        </a:p>
      </dsp:txBody>
      <dsp:txXfrm>
        <a:off x="7820790" y="3539672"/>
        <a:ext cx="2690975" cy="820419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06206E-F9C4-4019-9343-4BCB8F933A15}">
      <dsp:nvSpPr>
        <dsp:cNvPr id="0" name=""/>
        <dsp:cNvSpPr/>
      </dsp:nvSpPr>
      <dsp:spPr>
        <a:xfrm>
          <a:off x="5763376" y="4558342"/>
          <a:ext cx="663316" cy="1263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1658" y="0"/>
              </a:lnTo>
              <a:lnTo>
                <a:pt x="331658" y="1263941"/>
              </a:lnTo>
              <a:lnTo>
                <a:pt x="663316" y="126394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59348" y="5154627"/>
        <a:ext cx="71371" cy="71371"/>
      </dsp:txXfrm>
    </dsp:sp>
    <dsp:sp modelId="{9D27576F-0E08-4426-A30E-2E9DCC819CB9}">
      <dsp:nvSpPr>
        <dsp:cNvPr id="0" name=""/>
        <dsp:cNvSpPr/>
      </dsp:nvSpPr>
      <dsp:spPr>
        <a:xfrm>
          <a:off x="5763376" y="4512622"/>
          <a:ext cx="663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331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78451" y="4541759"/>
        <a:ext cx="33165" cy="33165"/>
      </dsp:txXfrm>
    </dsp:sp>
    <dsp:sp modelId="{D3D63D63-454A-4A05-8563-91B5674511BA}">
      <dsp:nvSpPr>
        <dsp:cNvPr id="0" name=""/>
        <dsp:cNvSpPr/>
      </dsp:nvSpPr>
      <dsp:spPr>
        <a:xfrm>
          <a:off x="5763376" y="3294401"/>
          <a:ext cx="663316" cy="1263941"/>
        </a:xfrm>
        <a:custGeom>
          <a:avLst/>
          <a:gdLst/>
          <a:ahLst/>
          <a:cxnLst/>
          <a:rect l="0" t="0" r="0" b="0"/>
          <a:pathLst>
            <a:path>
              <a:moveTo>
                <a:pt x="0" y="1263941"/>
              </a:moveTo>
              <a:lnTo>
                <a:pt x="331658" y="1263941"/>
              </a:lnTo>
              <a:lnTo>
                <a:pt x="331658" y="0"/>
              </a:lnTo>
              <a:lnTo>
                <a:pt x="66331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59348" y="3890686"/>
        <a:ext cx="71371" cy="71371"/>
      </dsp:txXfrm>
    </dsp:sp>
    <dsp:sp modelId="{3749A925-4258-48F7-A4A2-EC0854FAD4F2}">
      <dsp:nvSpPr>
        <dsp:cNvPr id="0" name=""/>
        <dsp:cNvSpPr/>
      </dsp:nvSpPr>
      <dsp:spPr>
        <a:xfrm>
          <a:off x="1783478" y="2662431"/>
          <a:ext cx="663316" cy="18959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1658" y="0"/>
              </a:lnTo>
              <a:lnTo>
                <a:pt x="331658" y="1895911"/>
              </a:lnTo>
              <a:lnTo>
                <a:pt x="663316" y="189591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2064922" y="3560172"/>
        <a:ext cx="100429" cy="100429"/>
      </dsp:txXfrm>
    </dsp:sp>
    <dsp:sp modelId="{F688552C-BEAF-4AAA-A9F3-7EAB207C5D89}">
      <dsp:nvSpPr>
        <dsp:cNvPr id="0" name=""/>
        <dsp:cNvSpPr/>
      </dsp:nvSpPr>
      <dsp:spPr>
        <a:xfrm>
          <a:off x="5763376" y="1984740"/>
          <a:ext cx="663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331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78451" y="2013877"/>
        <a:ext cx="33165" cy="33165"/>
      </dsp:txXfrm>
    </dsp:sp>
    <dsp:sp modelId="{BA3DC6B4-4344-4E2C-9961-F15352E08D45}">
      <dsp:nvSpPr>
        <dsp:cNvPr id="0" name=""/>
        <dsp:cNvSpPr/>
      </dsp:nvSpPr>
      <dsp:spPr>
        <a:xfrm>
          <a:off x="1783478" y="2030460"/>
          <a:ext cx="663316" cy="631970"/>
        </a:xfrm>
        <a:custGeom>
          <a:avLst/>
          <a:gdLst/>
          <a:ahLst/>
          <a:cxnLst/>
          <a:rect l="0" t="0" r="0" b="0"/>
          <a:pathLst>
            <a:path>
              <a:moveTo>
                <a:pt x="0" y="631970"/>
              </a:moveTo>
              <a:lnTo>
                <a:pt x="331658" y="631970"/>
              </a:lnTo>
              <a:lnTo>
                <a:pt x="331658" y="0"/>
              </a:lnTo>
              <a:lnTo>
                <a:pt x="6633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092232" y="2323541"/>
        <a:ext cx="45808" cy="45808"/>
      </dsp:txXfrm>
    </dsp:sp>
    <dsp:sp modelId="{AA2A03F5-7D1A-47AB-861E-218D3CB706AC}">
      <dsp:nvSpPr>
        <dsp:cNvPr id="0" name=""/>
        <dsp:cNvSpPr/>
      </dsp:nvSpPr>
      <dsp:spPr>
        <a:xfrm>
          <a:off x="5763376" y="720799"/>
          <a:ext cx="663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331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78451" y="749936"/>
        <a:ext cx="33165" cy="33165"/>
      </dsp:txXfrm>
    </dsp:sp>
    <dsp:sp modelId="{A14DAB9F-ED4B-4102-8CA3-C7D3713CA768}">
      <dsp:nvSpPr>
        <dsp:cNvPr id="0" name=""/>
        <dsp:cNvSpPr/>
      </dsp:nvSpPr>
      <dsp:spPr>
        <a:xfrm>
          <a:off x="1783478" y="766519"/>
          <a:ext cx="663316" cy="1895911"/>
        </a:xfrm>
        <a:custGeom>
          <a:avLst/>
          <a:gdLst/>
          <a:ahLst/>
          <a:cxnLst/>
          <a:rect l="0" t="0" r="0" b="0"/>
          <a:pathLst>
            <a:path>
              <a:moveTo>
                <a:pt x="0" y="1895911"/>
              </a:moveTo>
              <a:lnTo>
                <a:pt x="331658" y="1895911"/>
              </a:lnTo>
              <a:lnTo>
                <a:pt x="331658" y="0"/>
              </a:lnTo>
              <a:lnTo>
                <a:pt x="6633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2064922" y="1664260"/>
        <a:ext cx="100429" cy="100429"/>
      </dsp:txXfrm>
    </dsp:sp>
    <dsp:sp modelId="{4136D94C-E57B-43F1-ADC2-441236BE37D5}">
      <dsp:nvSpPr>
        <dsp:cNvPr id="0" name=""/>
        <dsp:cNvSpPr/>
      </dsp:nvSpPr>
      <dsp:spPr>
        <a:xfrm rot="16200000">
          <a:off x="-1383026" y="2156854"/>
          <a:ext cx="5321856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Honorarios a Consejeros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27-IX</a:t>
          </a:r>
        </a:p>
      </dsp:txBody>
      <dsp:txXfrm>
        <a:off x="-1383026" y="2156854"/>
        <a:ext cx="5321856" cy="1011152"/>
      </dsp:txXfrm>
    </dsp:sp>
    <dsp:sp modelId="{40C454C5-7952-4073-8374-F327766DF6E4}">
      <dsp:nvSpPr>
        <dsp:cNvPr id="0" name=""/>
        <dsp:cNvSpPr/>
      </dsp:nvSpPr>
      <dsp:spPr>
        <a:xfrm>
          <a:off x="2446795" y="260943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Personas incluidas</a:t>
          </a:r>
        </a:p>
      </dsp:txBody>
      <dsp:txXfrm>
        <a:off x="2446795" y="260943"/>
        <a:ext cx="3316581" cy="1011152"/>
      </dsp:txXfrm>
    </dsp:sp>
    <dsp:sp modelId="{018CBD16-08E8-4AE0-BDA7-831FEFF0E8C7}">
      <dsp:nvSpPr>
        <dsp:cNvPr id="0" name=""/>
        <dsp:cNvSpPr/>
      </dsp:nvSpPr>
      <dsp:spPr>
        <a:xfrm>
          <a:off x="6426692" y="260943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Administradores, Comisarios, Directores, Gerentes Generales, Consejo Directivo, Consejo de Vigilancia, Consejo de cualquier índole</a:t>
          </a:r>
        </a:p>
      </dsp:txBody>
      <dsp:txXfrm>
        <a:off x="6426692" y="260943"/>
        <a:ext cx="3316581" cy="1011152"/>
      </dsp:txXfrm>
    </dsp:sp>
    <dsp:sp modelId="{3F0C8E9A-B5D9-42F4-A0A3-44CE5AF5AACF}">
      <dsp:nvSpPr>
        <dsp:cNvPr id="0" name=""/>
        <dsp:cNvSpPr/>
      </dsp:nvSpPr>
      <dsp:spPr>
        <a:xfrm>
          <a:off x="2446795" y="1524884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Base para el pago</a:t>
          </a:r>
        </a:p>
      </dsp:txBody>
      <dsp:txXfrm>
        <a:off x="2446795" y="1524884"/>
        <a:ext cx="3316581" cy="1011152"/>
      </dsp:txXfrm>
    </dsp:sp>
    <dsp:sp modelId="{55CB689F-C9AA-415B-A8DC-EE838253911B}">
      <dsp:nvSpPr>
        <dsp:cNvPr id="0" name=""/>
        <dsp:cNvSpPr/>
      </dsp:nvSpPr>
      <dsp:spPr>
        <a:xfrm>
          <a:off x="6426692" y="1524884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Monto total y percepción mensual o </a:t>
          </a:r>
          <a:r>
            <a:rPr lang="es-MX" sz="1600" kern="1200"/>
            <a:t>por asistencia</a:t>
          </a:r>
          <a:endParaRPr lang="es-MX" sz="1600" kern="1200" dirty="0"/>
        </a:p>
      </dsp:txBody>
      <dsp:txXfrm>
        <a:off x="6426692" y="1524884"/>
        <a:ext cx="3316581" cy="1011152"/>
      </dsp:txXfrm>
    </dsp:sp>
    <dsp:sp modelId="{C893CBD4-BF81-41EB-9F50-5C3704806BE1}">
      <dsp:nvSpPr>
        <dsp:cNvPr id="0" name=""/>
        <dsp:cNvSpPr/>
      </dsp:nvSpPr>
      <dsp:spPr>
        <a:xfrm>
          <a:off x="2446795" y="4052766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Condiciones</a:t>
          </a:r>
          <a:endParaRPr lang="es-MX" sz="1600" kern="1200" dirty="0"/>
        </a:p>
      </dsp:txBody>
      <dsp:txXfrm>
        <a:off x="2446795" y="4052766"/>
        <a:ext cx="3316581" cy="1011152"/>
      </dsp:txXfrm>
    </dsp:sp>
    <dsp:sp modelId="{208B42EF-036B-4EEE-BE94-DEFE1D213359}">
      <dsp:nvSpPr>
        <dsp:cNvPr id="0" name=""/>
        <dsp:cNvSpPr/>
      </dsp:nvSpPr>
      <dsp:spPr>
        <a:xfrm>
          <a:off x="6426692" y="2788825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Importe por persona no mayor al sueldo del funcionario de mayor jerarquía</a:t>
          </a:r>
        </a:p>
      </dsp:txBody>
      <dsp:txXfrm>
        <a:off x="6426692" y="2788825"/>
        <a:ext cx="3316581" cy="1011152"/>
      </dsp:txXfrm>
    </dsp:sp>
    <dsp:sp modelId="{6DB07ED0-DA5C-4D32-9427-E65F7B5B80BB}">
      <dsp:nvSpPr>
        <dsp:cNvPr id="0" name=""/>
        <dsp:cNvSpPr/>
      </dsp:nvSpPr>
      <dsp:spPr>
        <a:xfrm>
          <a:off x="6426692" y="4052766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Importe total no mayor al total de sueldos</a:t>
          </a:r>
        </a:p>
      </dsp:txBody>
      <dsp:txXfrm>
        <a:off x="6426692" y="4052766"/>
        <a:ext cx="3316581" cy="1011152"/>
      </dsp:txXfrm>
    </dsp:sp>
    <dsp:sp modelId="{F514829A-6427-4C36-BCE5-2F649B9A71FA}">
      <dsp:nvSpPr>
        <dsp:cNvPr id="0" name=""/>
        <dsp:cNvSpPr/>
      </dsp:nvSpPr>
      <dsp:spPr>
        <a:xfrm>
          <a:off x="6426692" y="5316707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No exceder al 10% de las otras deducciones</a:t>
          </a:r>
        </a:p>
      </dsp:txBody>
      <dsp:txXfrm>
        <a:off x="6426692" y="5316707"/>
        <a:ext cx="3316581" cy="101115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99125-97B8-4695-8DA5-564AEC765702}">
      <dsp:nvSpPr>
        <dsp:cNvPr id="0" name=""/>
        <dsp:cNvSpPr/>
      </dsp:nvSpPr>
      <dsp:spPr>
        <a:xfrm>
          <a:off x="1301765" y="3029865"/>
          <a:ext cx="755284" cy="21587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7642" y="0"/>
              </a:lnTo>
              <a:lnTo>
                <a:pt x="377642" y="2158779"/>
              </a:lnTo>
              <a:lnTo>
                <a:pt x="755284" y="21587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1622230" y="4052077"/>
        <a:ext cx="114354" cy="114354"/>
      </dsp:txXfrm>
    </dsp:sp>
    <dsp:sp modelId="{DF1128B9-AC8C-4748-8FD7-2E845AEABB2D}">
      <dsp:nvSpPr>
        <dsp:cNvPr id="0" name=""/>
        <dsp:cNvSpPr/>
      </dsp:nvSpPr>
      <dsp:spPr>
        <a:xfrm>
          <a:off x="1301765" y="3029865"/>
          <a:ext cx="755284" cy="719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7642" y="0"/>
              </a:lnTo>
              <a:lnTo>
                <a:pt x="377642" y="719593"/>
              </a:lnTo>
              <a:lnTo>
                <a:pt x="755284" y="7195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53327" y="3363581"/>
        <a:ext cx="52160" cy="52160"/>
      </dsp:txXfrm>
    </dsp:sp>
    <dsp:sp modelId="{214E5121-7761-4EBB-9CBD-D79BEE532774}">
      <dsp:nvSpPr>
        <dsp:cNvPr id="0" name=""/>
        <dsp:cNvSpPr/>
      </dsp:nvSpPr>
      <dsp:spPr>
        <a:xfrm>
          <a:off x="5833474" y="2310272"/>
          <a:ext cx="755284" cy="719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7642" y="0"/>
              </a:lnTo>
              <a:lnTo>
                <a:pt x="377642" y="719593"/>
              </a:lnTo>
              <a:lnTo>
                <a:pt x="755284" y="7195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85036" y="2643988"/>
        <a:ext cx="52160" cy="52160"/>
      </dsp:txXfrm>
    </dsp:sp>
    <dsp:sp modelId="{7BF5F9D1-952B-4325-BE43-F5A54B967472}">
      <dsp:nvSpPr>
        <dsp:cNvPr id="0" name=""/>
        <dsp:cNvSpPr/>
      </dsp:nvSpPr>
      <dsp:spPr>
        <a:xfrm>
          <a:off x="5833474" y="1590679"/>
          <a:ext cx="755284" cy="719593"/>
        </a:xfrm>
        <a:custGeom>
          <a:avLst/>
          <a:gdLst/>
          <a:ahLst/>
          <a:cxnLst/>
          <a:rect l="0" t="0" r="0" b="0"/>
          <a:pathLst>
            <a:path>
              <a:moveTo>
                <a:pt x="0" y="719593"/>
              </a:moveTo>
              <a:lnTo>
                <a:pt x="377642" y="719593"/>
              </a:lnTo>
              <a:lnTo>
                <a:pt x="377642" y="0"/>
              </a:lnTo>
              <a:lnTo>
                <a:pt x="755284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85036" y="1924395"/>
        <a:ext cx="52160" cy="52160"/>
      </dsp:txXfrm>
    </dsp:sp>
    <dsp:sp modelId="{872D49F6-71F4-4A3A-8F50-6E51EAE38915}">
      <dsp:nvSpPr>
        <dsp:cNvPr id="0" name=""/>
        <dsp:cNvSpPr/>
      </dsp:nvSpPr>
      <dsp:spPr>
        <a:xfrm>
          <a:off x="1301765" y="2310272"/>
          <a:ext cx="755284" cy="719593"/>
        </a:xfrm>
        <a:custGeom>
          <a:avLst/>
          <a:gdLst/>
          <a:ahLst/>
          <a:cxnLst/>
          <a:rect l="0" t="0" r="0" b="0"/>
          <a:pathLst>
            <a:path>
              <a:moveTo>
                <a:pt x="0" y="719593"/>
              </a:moveTo>
              <a:lnTo>
                <a:pt x="377642" y="719593"/>
              </a:lnTo>
              <a:lnTo>
                <a:pt x="377642" y="0"/>
              </a:lnTo>
              <a:lnTo>
                <a:pt x="75528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53327" y="2643988"/>
        <a:ext cx="52160" cy="52160"/>
      </dsp:txXfrm>
    </dsp:sp>
    <dsp:sp modelId="{C65F5569-78ED-49A4-B882-E1CC6835AF70}">
      <dsp:nvSpPr>
        <dsp:cNvPr id="0" name=""/>
        <dsp:cNvSpPr/>
      </dsp:nvSpPr>
      <dsp:spPr>
        <a:xfrm>
          <a:off x="1301765" y="871086"/>
          <a:ext cx="755284" cy="2158779"/>
        </a:xfrm>
        <a:custGeom>
          <a:avLst/>
          <a:gdLst/>
          <a:ahLst/>
          <a:cxnLst/>
          <a:rect l="0" t="0" r="0" b="0"/>
          <a:pathLst>
            <a:path>
              <a:moveTo>
                <a:pt x="0" y="2158779"/>
              </a:moveTo>
              <a:lnTo>
                <a:pt x="377642" y="2158779"/>
              </a:lnTo>
              <a:lnTo>
                <a:pt x="377642" y="0"/>
              </a:lnTo>
              <a:lnTo>
                <a:pt x="75528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1622230" y="1893298"/>
        <a:ext cx="114354" cy="114354"/>
      </dsp:txXfrm>
    </dsp:sp>
    <dsp:sp modelId="{1551B91A-DF0C-457D-BBF5-913FF4CAE05C}">
      <dsp:nvSpPr>
        <dsp:cNvPr id="0" name=""/>
        <dsp:cNvSpPr/>
      </dsp:nvSpPr>
      <dsp:spPr>
        <a:xfrm rot="16200000">
          <a:off x="-2303774" y="2454191"/>
          <a:ext cx="6059731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Asistencia Técnica, Transferencia de Tecnología y Regalías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</a:t>
          </a:r>
        </a:p>
      </dsp:txBody>
      <dsp:txXfrm>
        <a:off x="-2303774" y="2454191"/>
        <a:ext cx="6059731" cy="1151348"/>
      </dsp:txXfrm>
    </dsp:sp>
    <dsp:sp modelId="{A0986CAE-810B-476E-BF91-5458FCC53788}">
      <dsp:nvSpPr>
        <dsp:cNvPr id="0" name=""/>
        <dsp:cNvSpPr/>
      </dsp:nvSpPr>
      <dsp:spPr>
        <a:xfrm>
          <a:off x="2057050" y="295411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Capacidad técnica de proveedor</a:t>
          </a:r>
        </a:p>
      </dsp:txBody>
      <dsp:txXfrm>
        <a:off x="2057050" y="295411"/>
        <a:ext cx="3776424" cy="1151348"/>
      </dsp:txXfrm>
    </dsp:sp>
    <dsp:sp modelId="{079523E4-8869-4E80-BB3F-1BFCB5F564F8}">
      <dsp:nvSpPr>
        <dsp:cNvPr id="0" name=""/>
        <dsp:cNvSpPr/>
      </dsp:nvSpPr>
      <dsp:spPr>
        <a:xfrm>
          <a:off x="2057050" y="1734597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Prestación</a:t>
          </a:r>
        </a:p>
      </dsp:txBody>
      <dsp:txXfrm>
        <a:off x="2057050" y="1734597"/>
        <a:ext cx="3776424" cy="1151348"/>
      </dsp:txXfrm>
    </dsp:sp>
    <dsp:sp modelId="{509C89A2-21C0-464F-B4A2-6BAC7C66C020}">
      <dsp:nvSpPr>
        <dsp:cNvPr id="0" name=""/>
        <dsp:cNvSpPr/>
      </dsp:nvSpPr>
      <dsp:spPr>
        <a:xfrm>
          <a:off x="6588759" y="1015004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Directamente</a:t>
          </a:r>
        </a:p>
      </dsp:txBody>
      <dsp:txXfrm>
        <a:off x="6588759" y="1015004"/>
        <a:ext cx="3776424" cy="1151348"/>
      </dsp:txXfrm>
    </dsp:sp>
    <dsp:sp modelId="{C0520FD7-D35E-40DF-970F-446201BD8D23}">
      <dsp:nvSpPr>
        <dsp:cNvPr id="0" name=""/>
        <dsp:cNvSpPr/>
      </dsp:nvSpPr>
      <dsp:spPr>
        <a:xfrm>
          <a:off x="6588759" y="2454191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Indirectamente sí son servicios especializados</a:t>
          </a:r>
        </a:p>
      </dsp:txBody>
      <dsp:txXfrm>
        <a:off x="6588759" y="2454191"/>
        <a:ext cx="3776424" cy="1151348"/>
      </dsp:txXfrm>
    </dsp:sp>
    <dsp:sp modelId="{2F4683FC-C222-4F2D-8706-38542CF4D6B2}">
      <dsp:nvSpPr>
        <dsp:cNvPr id="0" name=""/>
        <dsp:cNvSpPr/>
      </dsp:nvSpPr>
      <dsp:spPr>
        <a:xfrm>
          <a:off x="2057050" y="3173784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Que no se pague por la posibilidad de obtenerlos</a:t>
          </a:r>
        </a:p>
      </dsp:txBody>
      <dsp:txXfrm>
        <a:off x="2057050" y="3173784"/>
        <a:ext cx="3776424" cy="1151348"/>
      </dsp:txXfrm>
    </dsp:sp>
    <dsp:sp modelId="{2641221E-5FDE-44E3-BB5F-48795277DE12}">
      <dsp:nvSpPr>
        <dsp:cNvPr id="0" name=""/>
        <dsp:cNvSpPr/>
      </dsp:nvSpPr>
      <dsp:spPr>
        <a:xfrm>
          <a:off x="2057050" y="4612970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Efectivamente llevados a cabo</a:t>
          </a:r>
        </a:p>
      </dsp:txBody>
      <dsp:txXfrm>
        <a:off x="2057050" y="4612970"/>
        <a:ext cx="3776424" cy="1151348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94A91-63A4-4A9F-B397-D4B9ACD25194}">
      <dsp:nvSpPr>
        <dsp:cNvPr id="0" name=""/>
        <dsp:cNvSpPr/>
      </dsp:nvSpPr>
      <dsp:spPr>
        <a:xfrm>
          <a:off x="5557374" y="4422780"/>
          <a:ext cx="393041" cy="1123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1123404"/>
              </a:lnTo>
              <a:lnTo>
                <a:pt x="393041" y="112340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24140" y="4954727"/>
        <a:ext cx="59508" cy="59508"/>
      </dsp:txXfrm>
    </dsp:sp>
    <dsp:sp modelId="{CAE0968C-3C72-4C76-B978-2DA64273474E}">
      <dsp:nvSpPr>
        <dsp:cNvPr id="0" name=""/>
        <dsp:cNvSpPr/>
      </dsp:nvSpPr>
      <dsp:spPr>
        <a:xfrm>
          <a:off x="5557374" y="4422780"/>
          <a:ext cx="393041" cy="3744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374468"/>
              </a:lnTo>
              <a:lnTo>
                <a:pt x="393041" y="3744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0323" y="4596442"/>
        <a:ext cx="27143" cy="27143"/>
      </dsp:txXfrm>
    </dsp:sp>
    <dsp:sp modelId="{F84CD1C2-8BF3-44DF-BC62-93EC657AEB87}">
      <dsp:nvSpPr>
        <dsp:cNvPr id="0" name=""/>
        <dsp:cNvSpPr/>
      </dsp:nvSpPr>
      <dsp:spPr>
        <a:xfrm>
          <a:off x="5557374" y="4048311"/>
          <a:ext cx="393041" cy="374468"/>
        </a:xfrm>
        <a:custGeom>
          <a:avLst/>
          <a:gdLst/>
          <a:ahLst/>
          <a:cxnLst/>
          <a:rect l="0" t="0" r="0" b="0"/>
          <a:pathLst>
            <a:path>
              <a:moveTo>
                <a:pt x="0" y="374468"/>
              </a:moveTo>
              <a:lnTo>
                <a:pt x="196520" y="374468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0323" y="4221974"/>
        <a:ext cx="27143" cy="27143"/>
      </dsp:txXfrm>
    </dsp:sp>
    <dsp:sp modelId="{0FD37247-F01A-4A7B-9596-14864C88AB9E}">
      <dsp:nvSpPr>
        <dsp:cNvPr id="0" name=""/>
        <dsp:cNvSpPr/>
      </dsp:nvSpPr>
      <dsp:spPr>
        <a:xfrm>
          <a:off x="5557374" y="3299375"/>
          <a:ext cx="393041" cy="1123404"/>
        </a:xfrm>
        <a:custGeom>
          <a:avLst/>
          <a:gdLst/>
          <a:ahLst/>
          <a:cxnLst/>
          <a:rect l="0" t="0" r="0" b="0"/>
          <a:pathLst>
            <a:path>
              <a:moveTo>
                <a:pt x="0" y="1123404"/>
              </a:moveTo>
              <a:lnTo>
                <a:pt x="196520" y="1123404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24140" y="3831323"/>
        <a:ext cx="59508" cy="59508"/>
      </dsp:txXfrm>
    </dsp:sp>
    <dsp:sp modelId="{0BC3755B-C3FF-4760-B421-B9307293CB01}">
      <dsp:nvSpPr>
        <dsp:cNvPr id="0" name=""/>
        <dsp:cNvSpPr/>
      </dsp:nvSpPr>
      <dsp:spPr>
        <a:xfrm>
          <a:off x="3199123" y="2924907"/>
          <a:ext cx="393041" cy="14978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1497872"/>
              </a:lnTo>
              <a:lnTo>
                <a:pt x="393041" y="14978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56930" y="3635129"/>
        <a:ext cx="77429" cy="77429"/>
      </dsp:txXfrm>
    </dsp:sp>
    <dsp:sp modelId="{461CF1A1-38B0-4542-9E76-56EC44D036F9}">
      <dsp:nvSpPr>
        <dsp:cNvPr id="0" name=""/>
        <dsp:cNvSpPr/>
      </dsp:nvSpPr>
      <dsp:spPr>
        <a:xfrm>
          <a:off x="5557374" y="1427034"/>
          <a:ext cx="393041" cy="1123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1123404"/>
              </a:lnTo>
              <a:lnTo>
                <a:pt x="393041" y="112340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24140" y="1958982"/>
        <a:ext cx="59508" cy="59508"/>
      </dsp:txXfrm>
    </dsp:sp>
    <dsp:sp modelId="{D50BB771-7547-4C4F-BC9F-BFF98E0FC1F1}">
      <dsp:nvSpPr>
        <dsp:cNvPr id="0" name=""/>
        <dsp:cNvSpPr/>
      </dsp:nvSpPr>
      <dsp:spPr>
        <a:xfrm>
          <a:off x="5557374" y="1427034"/>
          <a:ext cx="393041" cy="3744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374468"/>
              </a:lnTo>
              <a:lnTo>
                <a:pt x="393041" y="3744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0323" y="1600697"/>
        <a:ext cx="27143" cy="27143"/>
      </dsp:txXfrm>
    </dsp:sp>
    <dsp:sp modelId="{CC86ADDB-6EAC-4D46-972C-AA25D7703F65}">
      <dsp:nvSpPr>
        <dsp:cNvPr id="0" name=""/>
        <dsp:cNvSpPr/>
      </dsp:nvSpPr>
      <dsp:spPr>
        <a:xfrm>
          <a:off x="5557374" y="1052566"/>
          <a:ext cx="393041" cy="374468"/>
        </a:xfrm>
        <a:custGeom>
          <a:avLst/>
          <a:gdLst/>
          <a:ahLst/>
          <a:cxnLst/>
          <a:rect l="0" t="0" r="0" b="0"/>
          <a:pathLst>
            <a:path>
              <a:moveTo>
                <a:pt x="0" y="374468"/>
              </a:moveTo>
              <a:lnTo>
                <a:pt x="196520" y="374468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0323" y="1226229"/>
        <a:ext cx="27143" cy="27143"/>
      </dsp:txXfrm>
    </dsp:sp>
    <dsp:sp modelId="{09F7765F-F000-4487-A540-25D1CBB2D5A9}">
      <dsp:nvSpPr>
        <dsp:cNvPr id="0" name=""/>
        <dsp:cNvSpPr/>
      </dsp:nvSpPr>
      <dsp:spPr>
        <a:xfrm>
          <a:off x="5557374" y="303630"/>
          <a:ext cx="393041" cy="1123404"/>
        </a:xfrm>
        <a:custGeom>
          <a:avLst/>
          <a:gdLst/>
          <a:ahLst/>
          <a:cxnLst/>
          <a:rect l="0" t="0" r="0" b="0"/>
          <a:pathLst>
            <a:path>
              <a:moveTo>
                <a:pt x="0" y="1123404"/>
              </a:moveTo>
              <a:lnTo>
                <a:pt x="196520" y="1123404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24140" y="835578"/>
        <a:ext cx="59508" cy="59508"/>
      </dsp:txXfrm>
    </dsp:sp>
    <dsp:sp modelId="{5AB33F3E-20B1-4AA1-A19A-4C17FC7BBA20}">
      <dsp:nvSpPr>
        <dsp:cNvPr id="0" name=""/>
        <dsp:cNvSpPr/>
      </dsp:nvSpPr>
      <dsp:spPr>
        <a:xfrm>
          <a:off x="3199123" y="1427034"/>
          <a:ext cx="393041" cy="1497872"/>
        </a:xfrm>
        <a:custGeom>
          <a:avLst/>
          <a:gdLst/>
          <a:ahLst/>
          <a:cxnLst/>
          <a:rect l="0" t="0" r="0" b="0"/>
          <a:pathLst>
            <a:path>
              <a:moveTo>
                <a:pt x="0" y="1497872"/>
              </a:moveTo>
              <a:lnTo>
                <a:pt x="196520" y="1497872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56930" y="2137256"/>
        <a:ext cx="77429" cy="77429"/>
      </dsp:txXfrm>
    </dsp:sp>
    <dsp:sp modelId="{D2F1649D-E99B-4E25-99C9-900851C081A7}">
      <dsp:nvSpPr>
        <dsp:cNvPr id="0" name=""/>
        <dsp:cNvSpPr/>
      </dsp:nvSpPr>
      <dsp:spPr>
        <a:xfrm rot="16200000">
          <a:off x="1322841" y="2625332"/>
          <a:ext cx="3153415" cy="5991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900" kern="1200" dirty="0"/>
            <a:t>Contribuciones</a:t>
          </a:r>
        </a:p>
      </dsp:txBody>
      <dsp:txXfrm>
        <a:off x="1322841" y="2625332"/>
        <a:ext cx="3153415" cy="599149"/>
      </dsp:txXfrm>
    </dsp:sp>
    <dsp:sp modelId="{D4E149F8-808D-429C-972C-CE8C0950DF9C}">
      <dsp:nvSpPr>
        <dsp:cNvPr id="0" name=""/>
        <dsp:cNvSpPr/>
      </dsp:nvSpPr>
      <dsp:spPr>
        <a:xfrm>
          <a:off x="3592165" y="1127460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No deducibles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</a:t>
          </a:r>
        </a:p>
      </dsp:txBody>
      <dsp:txXfrm>
        <a:off x="3592165" y="1127460"/>
        <a:ext cx="1965208" cy="599149"/>
      </dsp:txXfrm>
    </dsp:sp>
    <dsp:sp modelId="{D390EC4C-8BE2-4D4A-A03E-E08101F60EB2}">
      <dsp:nvSpPr>
        <dsp:cNvPr id="0" name=""/>
        <dsp:cNvSpPr/>
      </dsp:nvSpPr>
      <dsp:spPr>
        <a:xfrm>
          <a:off x="5950416" y="4056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ISR</a:t>
          </a:r>
        </a:p>
      </dsp:txBody>
      <dsp:txXfrm>
        <a:off x="5950416" y="4056"/>
        <a:ext cx="1965208" cy="599149"/>
      </dsp:txXfrm>
    </dsp:sp>
    <dsp:sp modelId="{5236C0BD-CC1F-43ED-9EF4-905F85687E15}">
      <dsp:nvSpPr>
        <dsp:cNvPr id="0" name=""/>
        <dsp:cNvSpPr/>
      </dsp:nvSpPr>
      <dsp:spPr>
        <a:xfrm>
          <a:off x="5950416" y="752992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A cargo de terceros</a:t>
          </a:r>
        </a:p>
      </dsp:txBody>
      <dsp:txXfrm>
        <a:off x="5950416" y="752992"/>
        <a:ext cx="1965208" cy="599149"/>
      </dsp:txXfrm>
    </dsp:sp>
    <dsp:sp modelId="{B4138CD9-531C-4799-9C8C-28115C959B83}">
      <dsp:nvSpPr>
        <dsp:cNvPr id="0" name=""/>
        <dsp:cNvSpPr/>
      </dsp:nvSpPr>
      <dsp:spPr>
        <a:xfrm>
          <a:off x="5950416" y="1501928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IVA acreditable</a:t>
          </a:r>
        </a:p>
      </dsp:txBody>
      <dsp:txXfrm>
        <a:off x="5950416" y="1501928"/>
        <a:ext cx="1965208" cy="599149"/>
      </dsp:txXfrm>
    </dsp:sp>
    <dsp:sp modelId="{EA037A08-AEB2-45C5-B84C-D171ABCD9C07}">
      <dsp:nvSpPr>
        <dsp:cNvPr id="0" name=""/>
        <dsp:cNvSpPr/>
      </dsp:nvSpPr>
      <dsp:spPr>
        <a:xfrm>
          <a:off x="5950416" y="2250864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IEPS acreditable</a:t>
          </a:r>
        </a:p>
      </dsp:txBody>
      <dsp:txXfrm>
        <a:off x="5950416" y="2250864"/>
        <a:ext cx="1965208" cy="599149"/>
      </dsp:txXfrm>
    </dsp:sp>
    <dsp:sp modelId="{77661908-6D4D-4771-9BDD-C8C8ABEED1F2}">
      <dsp:nvSpPr>
        <dsp:cNvPr id="0" name=""/>
        <dsp:cNvSpPr/>
      </dsp:nvSpPr>
      <dsp:spPr>
        <a:xfrm>
          <a:off x="3592165" y="4123205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Deducibles</a:t>
          </a:r>
        </a:p>
      </dsp:txBody>
      <dsp:txXfrm>
        <a:off x="3592165" y="4123205"/>
        <a:ext cx="1965208" cy="599149"/>
      </dsp:txXfrm>
    </dsp:sp>
    <dsp:sp modelId="{B8B65A2C-6FF7-4B90-9C8E-39A6E3421F28}">
      <dsp:nvSpPr>
        <dsp:cNvPr id="0" name=""/>
        <dsp:cNvSpPr/>
      </dsp:nvSpPr>
      <dsp:spPr>
        <a:xfrm>
          <a:off x="5950416" y="2999801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IVA no acreditable sobre conceptos deducibles</a:t>
          </a:r>
        </a:p>
      </dsp:txBody>
      <dsp:txXfrm>
        <a:off x="5950416" y="2999801"/>
        <a:ext cx="1965208" cy="599149"/>
      </dsp:txXfrm>
    </dsp:sp>
    <dsp:sp modelId="{FA6E581B-687B-4802-9898-6369DE3F7DB6}">
      <dsp:nvSpPr>
        <dsp:cNvPr id="0" name=""/>
        <dsp:cNvSpPr/>
      </dsp:nvSpPr>
      <dsp:spPr>
        <a:xfrm>
          <a:off x="5950416" y="3748737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IEPS no acreditable sobre conceptos deducibles</a:t>
          </a:r>
        </a:p>
      </dsp:txBody>
      <dsp:txXfrm>
        <a:off x="5950416" y="3748737"/>
        <a:ext cx="1965208" cy="599149"/>
      </dsp:txXfrm>
    </dsp:sp>
    <dsp:sp modelId="{A85DD8F5-FA3B-4875-8455-6DEDE2D0F061}">
      <dsp:nvSpPr>
        <dsp:cNvPr id="0" name=""/>
        <dsp:cNvSpPr/>
      </dsp:nvSpPr>
      <dsp:spPr>
        <a:xfrm>
          <a:off x="5950416" y="4497673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Recargos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</a:t>
          </a:r>
        </a:p>
      </dsp:txBody>
      <dsp:txXfrm>
        <a:off x="5950416" y="4497673"/>
        <a:ext cx="1965208" cy="599149"/>
      </dsp:txXfrm>
    </dsp:sp>
    <dsp:sp modelId="{64A56393-6A9E-4CB1-A4C6-580D2F1E2649}">
      <dsp:nvSpPr>
        <dsp:cNvPr id="0" name=""/>
        <dsp:cNvSpPr/>
      </dsp:nvSpPr>
      <dsp:spPr>
        <a:xfrm>
          <a:off x="5950416" y="5246609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Contribuciones propias</a:t>
          </a:r>
        </a:p>
      </dsp:txBody>
      <dsp:txXfrm>
        <a:off x="5950416" y="5246609"/>
        <a:ext cx="1965208" cy="599149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4531F8-1758-44EA-912B-3FDBF98E30E8}">
      <dsp:nvSpPr>
        <dsp:cNvPr id="0" name=""/>
        <dsp:cNvSpPr/>
      </dsp:nvSpPr>
      <dsp:spPr>
        <a:xfrm>
          <a:off x="3551270" y="3059173"/>
          <a:ext cx="762590" cy="14531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81295" y="0"/>
              </a:lnTo>
              <a:lnTo>
                <a:pt x="381295" y="1453107"/>
              </a:lnTo>
              <a:lnTo>
                <a:pt x="762590" y="14531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91539" y="3744700"/>
        <a:ext cx="82052" cy="82052"/>
      </dsp:txXfrm>
    </dsp:sp>
    <dsp:sp modelId="{28385D4C-3836-45ED-BBF7-C384AFCB811B}">
      <dsp:nvSpPr>
        <dsp:cNvPr id="0" name=""/>
        <dsp:cNvSpPr/>
      </dsp:nvSpPr>
      <dsp:spPr>
        <a:xfrm>
          <a:off x="3551270" y="3013453"/>
          <a:ext cx="7625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62590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13501" y="3040108"/>
        <a:ext cx="38129" cy="38129"/>
      </dsp:txXfrm>
    </dsp:sp>
    <dsp:sp modelId="{E6917FE7-B553-4546-B537-C29D057057AB}">
      <dsp:nvSpPr>
        <dsp:cNvPr id="0" name=""/>
        <dsp:cNvSpPr/>
      </dsp:nvSpPr>
      <dsp:spPr>
        <a:xfrm>
          <a:off x="3551270" y="1606066"/>
          <a:ext cx="762590" cy="1453107"/>
        </a:xfrm>
        <a:custGeom>
          <a:avLst/>
          <a:gdLst/>
          <a:ahLst/>
          <a:cxnLst/>
          <a:rect l="0" t="0" r="0" b="0"/>
          <a:pathLst>
            <a:path>
              <a:moveTo>
                <a:pt x="0" y="1453107"/>
              </a:moveTo>
              <a:lnTo>
                <a:pt x="381295" y="1453107"/>
              </a:lnTo>
              <a:lnTo>
                <a:pt x="381295" y="0"/>
              </a:lnTo>
              <a:lnTo>
                <a:pt x="76259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91539" y="2291593"/>
        <a:ext cx="82052" cy="82052"/>
      </dsp:txXfrm>
    </dsp:sp>
    <dsp:sp modelId="{5B43EB79-4730-4D98-953C-538A1541F14F}">
      <dsp:nvSpPr>
        <dsp:cNvPr id="0" name=""/>
        <dsp:cNvSpPr/>
      </dsp:nvSpPr>
      <dsp:spPr>
        <a:xfrm rot="16200000">
          <a:off x="-89145" y="2477930"/>
          <a:ext cx="6118347" cy="1162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Obsequios, Atenciones y Representación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28-III</a:t>
          </a:r>
        </a:p>
      </dsp:txBody>
      <dsp:txXfrm>
        <a:off x="-89145" y="2477930"/>
        <a:ext cx="6118347" cy="1162485"/>
      </dsp:txXfrm>
    </dsp:sp>
    <dsp:sp modelId="{BE5827EE-4407-4EDF-9686-A34B9BDB3C0F}">
      <dsp:nvSpPr>
        <dsp:cNvPr id="0" name=""/>
        <dsp:cNvSpPr/>
      </dsp:nvSpPr>
      <dsp:spPr>
        <a:xfrm>
          <a:off x="4313861" y="1024823"/>
          <a:ext cx="3812953" cy="1162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Directamente relacionados con la operación</a:t>
          </a:r>
        </a:p>
      </dsp:txBody>
      <dsp:txXfrm>
        <a:off x="4313861" y="1024823"/>
        <a:ext cx="3812953" cy="1162485"/>
      </dsp:txXfrm>
    </dsp:sp>
    <dsp:sp modelId="{5F1DF912-7868-4131-AEA8-BEEB81182BC1}">
      <dsp:nvSpPr>
        <dsp:cNvPr id="0" name=""/>
        <dsp:cNvSpPr/>
      </dsp:nvSpPr>
      <dsp:spPr>
        <a:xfrm>
          <a:off x="4313861" y="2477930"/>
          <a:ext cx="3812953" cy="1162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Ofrecidos en forma general</a:t>
          </a:r>
        </a:p>
      </dsp:txBody>
      <dsp:txXfrm>
        <a:off x="4313861" y="2477930"/>
        <a:ext cx="3812953" cy="1162485"/>
      </dsp:txXfrm>
    </dsp:sp>
    <dsp:sp modelId="{46A33100-1737-4D67-8560-68F191B03ED3}">
      <dsp:nvSpPr>
        <dsp:cNvPr id="0" name=""/>
        <dsp:cNvSpPr/>
      </dsp:nvSpPr>
      <dsp:spPr>
        <a:xfrm>
          <a:off x="4313861" y="3931037"/>
          <a:ext cx="3812953" cy="1162485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Gastos de Representación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28-IV</a:t>
          </a:r>
        </a:p>
      </dsp:txBody>
      <dsp:txXfrm>
        <a:off x="4313861" y="3931037"/>
        <a:ext cx="3812953" cy="1162485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6D283-1330-4C9A-9EA0-0E405FE3647B}">
      <dsp:nvSpPr>
        <dsp:cNvPr id="0" name=""/>
        <dsp:cNvSpPr/>
      </dsp:nvSpPr>
      <dsp:spPr>
        <a:xfrm>
          <a:off x="6332820" y="5889555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8548" y="5928131"/>
        <a:ext cx="14287" cy="14287"/>
      </dsp:txXfrm>
    </dsp:sp>
    <dsp:sp modelId="{E289D23D-C2CC-458D-A903-7FBC62D60EC3}">
      <dsp:nvSpPr>
        <dsp:cNvPr id="0" name=""/>
        <dsp:cNvSpPr/>
      </dsp:nvSpPr>
      <dsp:spPr>
        <a:xfrm>
          <a:off x="4618363" y="5663035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272239"/>
              </a:lnTo>
              <a:lnTo>
                <a:pt x="285742" y="2722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51367" y="5789288"/>
        <a:ext cx="19733" cy="19733"/>
      </dsp:txXfrm>
    </dsp:sp>
    <dsp:sp modelId="{3B256D43-2DDD-49E5-8307-248845F7525C}">
      <dsp:nvSpPr>
        <dsp:cNvPr id="0" name=""/>
        <dsp:cNvSpPr/>
      </dsp:nvSpPr>
      <dsp:spPr>
        <a:xfrm>
          <a:off x="4618363" y="5390795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272239"/>
              </a:moveTo>
              <a:lnTo>
                <a:pt x="142871" y="27223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51367" y="5517049"/>
        <a:ext cx="19733" cy="19733"/>
      </dsp:txXfrm>
    </dsp:sp>
    <dsp:sp modelId="{BB409E7A-2C6E-42D6-80B6-80CC6C3CE063}">
      <dsp:nvSpPr>
        <dsp:cNvPr id="0" name=""/>
        <dsp:cNvSpPr/>
      </dsp:nvSpPr>
      <dsp:spPr>
        <a:xfrm>
          <a:off x="2903906" y="3689297"/>
          <a:ext cx="285742" cy="19737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1973738"/>
              </a:lnTo>
              <a:lnTo>
                <a:pt x="285742" y="197373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2996919" y="4626308"/>
        <a:ext cx="99715" cy="99715"/>
      </dsp:txXfrm>
    </dsp:sp>
    <dsp:sp modelId="{10A31525-2D91-4447-998A-81BDC36C8358}">
      <dsp:nvSpPr>
        <dsp:cNvPr id="0" name=""/>
        <dsp:cNvSpPr/>
      </dsp:nvSpPr>
      <dsp:spPr>
        <a:xfrm>
          <a:off x="4618363" y="4301836"/>
          <a:ext cx="285742" cy="544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544479"/>
              </a:lnTo>
              <a:lnTo>
                <a:pt x="285742" y="54447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45862" y="4558704"/>
        <a:ext cx="30745" cy="30745"/>
      </dsp:txXfrm>
    </dsp:sp>
    <dsp:sp modelId="{4B304C68-C090-4BF7-988C-4F402BEF227F}">
      <dsp:nvSpPr>
        <dsp:cNvPr id="0" name=""/>
        <dsp:cNvSpPr/>
      </dsp:nvSpPr>
      <dsp:spPr>
        <a:xfrm>
          <a:off x="4618363" y="4256116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54091" y="4294693"/>
        <a:ext cx="14287" cy="14287"/>
      </dsp:txXfrm>
    </dsp:sp>
    <dsp:sp modelId="{C182167B-279E-4ACC-8B0C-99CB6D2FC05C}">
      <dsp:nvSpPr>
        <dsp:cNvPr id="0" name=""/>
        <dsp:cNvSpPr/>
      </dsp:nvSpPr>
      <dsp:spPr>
        <a:xfrm>
          <a:off x="8047277" y="3757357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272239"/>
              </a:lnTo>
              <a:lnTo>
                <a:pt x="285742" y="2722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80282" y="3883610"/>
        <a:ext cx="19733" cy="19733"/>
      </dsp:txXfrm>
    </dsp:sp>
    <dsp:sp modelId="{22E41319-21FB-461F-B065-C9EF9E2112F4}">
      <dsp:nvSpPr>
        <dsp:cNvPr id="0" name=""/>
        <dsp:cNvSpPr/>
      </dsp:nvSpPr>
      <dsp:spPr>
        <a:xfrm>
          <a:off x="8047277" y="3485117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272239"/>
              </a:moveTo>
              <a:lnTo>
                <a:pt x="142871" y="27223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80282" y="3611370"/>
        <a:ext cx="19733" cy="19733"/>
      </dsp:txXfrm>
    </dsp:sp>
    <dsp:sp modelId="{67094A6F-63B0-4A92-8E81-7B8137AA2BA4}">
      <dsp:nvSpPr>
        <dsp:cNvPr id="0" name=""/>
        <dsp:cNvSpPr/>
      </dsp:nvSpPr>
      <dsp:spPr>
        <a:xfrm>
          <a:off x="6332820" y="3711637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8548" y="3750213"/>
        <a:ext cx="14287" cy="14287"/>
      </dsp:txXfrm>
    </dsp:sp>
    <dsp:sp modelId="{EFC0F79A-154F-4DF2-B7B5-B18D7B280471}">
      <dsp:nvSpPr>
        <dsp:cNvPr id="0" name=""/>
        <dsp:cNvSpPr/>
      </dsp:nvSpPr>
      <dsp:spPr>
        <a:xfrm>
          <a:off x="4618363" y="3757357"/>
          <a:ext cx="285742" cy="544479"/>
        </a:xfrm>
        <a:custGeom>
          <a:avLst/>
          <a:gdLst/>
          <a:ahLst/>
          <a:cxnLst/>
          <a:rect l="0" t="0" r="0" b="0"/>
          <a:pathLst>
            <a:path>
              <a:moveTo>
                <a:pt x="0" y="544479"/>
              </a:moveTo>
              <a:lnTo>
                <a:pt x="142871" y="54447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45862" y="4014224"/>
        <a:ext cx="30745" cy="30745"/>
      </dsp:txXfrm>
    </dsp:sp>
    <dsp:sp modelId="{3DBEF903-FFD6-4F48-A8EC-A29A309C86CF}">
      <dsp:nvSpPr>
        <dsp:cNvPr id="0" name=""/>
        <dsp:cNvSpPr/>
      </dsp:nvSpPr>
      <dsp:spPr>
        <a:xfrm>
          <a:off x="2903906" y="3689297"/>
          <a:ext cx="285742" cy="6125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612539"/>
              </a:lnTo>
              <a:lnTo>
                <a:pt x="285742" y="6125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029879" y="3978669"/>
        <a:ext cx="33795" cy="33795"/>
      </dsp:txXfrm>
    </dsp:sp>
    <dsp:sp modelId="{804AA76F-F2FF-445C-8E74-8602C29321DC}">
      <dsp:nvSpPr>
        <dsp:cNvPr id="0" name=""/>
        <dsp:cNvSpPr/>
      </dsp:nvSpPr>
      <dsp:spPr>
        <a:xfrm>
          <a:off x="6332820" y="2894918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8548" y="2933494"/>
        <a:ext cx="14287" cy="14287"/>
      </dsp:txXfrm>
    </dsp:sp>
    <dsp:sp modelId="{1323767C-77F5-434A-AB39-3847C3759123}">
      <dsp:nvSpPr>
        <dsp:cNvPr id="0" name=""/>
        <dsp:cNvSpPr/>
      </dsp:nvSpPr>
      <dsp:spPr>
        <a:xfrm>
          <a:off x="4618363" y="1715559"/>
          <a:ext cx="285742" cy="1225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1225078"/>
              </a:lnTo>
              <a:lnTo>
                <a:pt x="285742" y="1225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29785" y="2296649"/>
        <a:ext cx="62898" cy="62898"/>
      </dsp:txXfrm>
    </dsp:sp>
    <dsp:sp modelId="{E991FD48-35FD-4B29-A2B5-FC5E13C337A2}">
      <dsp:nvSpPr>
        <dsp:cNvPr id="0" name=""/>
        <dsp:cNvSpPr/>
      </dsp:nvSpPr>
      <dsp:spPr>
        <a:xfrm>
          <a:off x="6332820" y="1851679"/>
          <a:ext cx="285742" cy="544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544479"/>
              </a:lnTo>
              <a:lnTo>
                <a:pt x="285742" y="54447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0319" y="2108546"/>
        <a:ext cx="30745" cy="30745"/>
      </dsp:txXfrm>
    </dsp:sp>
    <dsp:sp modelId="{79781B44-EE8D-43F1-9F01-EA14D953E22B}">
      <dsp:nvSpPr>
        <dsp:cNvPr id="0" name=""/>
        <dsp:cNvSpPr/>
      </dsp:nvSpPr>
      <dsp:spPr>
        <a:xfrm>
          <a:off x="6332820" y="1805959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8548" y="1844535"/>
        <a:ext cx="14287" cy="14287"/>
      </dsp:txXfrm>
    </dsp:sp>
    <dsp:sp modelId="{B040B8AB-E813-4445-BE1E-2BEE0AAEEC31}">
      <dsp:nvSpPr>
        <dsp:cNvPr id="0" name=""/>
        <dsp:cNvSpPr/>
      </dsp:nvSpPr>
      <dsp:spPr>
        <a:xfrm>
          <a:off x="6332820" y="1307199"/>
          <a:ext cx="285742" cy="544479"/>
        </a:xfrm>
        <a:custGeom>
          <a:avLst/>
          <a:gdLst/>
          <a:ahLst/>
          <a:cxnLst/>
          <a:rect l="0" t="0" r="0" b="0"/>
          <a:pathLst>
            <a:path>
              <a:moveTo>
                <a:pt x="0" y="544479"/>
              </a:moveTo>
              <a:lnTo>
                <a:pt x="142871" y="54447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0319" y="1564066"/>
        <a:ext cx="30745" cy="30745"/>
      </dsp:txXfrm>
    </dsp:sp>
    <dsp:sp modelId="{97D6B823-1A4D-4F2E-9DC2-CB16D37CC3F3}">
      <dsp:nvSpPr>
        <dsp:cNvPr id="0" name=""/>
        <dsp:cNvSpPr/>
      </dsp:nvSpPr>
      <dsp:spPr>
        <a:xfrm>
          <a:off x="4618363" y="1715559"/>
          <a:ext cx="285742" cy="136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136119"/>
              </a:lnTo>
              <a:lnTo>
                <a:pt x="285742" y="136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53321" y="1775706"/>
        <a:ext cx="15825" cy="15825"/>
      </dsp:txXfrm>
    </dsp:sp>
    <dsp:sp modelId="{9F3CE28E-0575-4A4B-9637-B8138B4D4680}">
      <dsp:nvSpPr>
        <dsp:cNvPr id="0" name=""/>
        <dsp:cNvSpPr/>
      </dsp:nvSpPr>
      <dsp:spPr>
        <a:xfrm>
          <a:off x="6332820" y="490480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272239"/>
              </a:lnTo>
              <a:lnTo>
                <a:pt x="285742" y="2722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5825" y="616733"/>
        <a:ext cx="19733" cy="19733"/>
      </dsp:txXfrm>
    </dsp:sp>
    <dsp:sp modelId="{B196FC81-4573-4A38-A22D-AA83AA97D9E6}">
      <dsp:nvSpPr>
        <dsp:cNvPr id="0" name=""/>
        <dsp:cNvSpPr/>
      </dsp:nvSpPr>
      <dsp:spPr>
        <a:xfrm>
          <a:off x="6332820" y="218240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272239"/>
              </a:moveTo>
              <a:lnTo>
                <a:pt x="142871" y="27223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5825" y="344493"/>
        <a:ext cx="19733" cy="19733"/>
      </dsp:txXfrm>
    </dsp:sp>
    <dsp:sp modelId="{2A371008-CE25-410B-860E-4614F71AD837}">
      <dsp:nvSpPr>
        <dsp:cNvPr id="0" name=""/>
        <dsp:cNvSpPr/>
      </dsp:nvSpPr>
      <dsp:spPr>
        <a:xfrm>
          <a:off x="4618363" y="490480"/>
          <a:ext cx="285742" cy="1225078"/>
        </a:xfrm>
        <a:custGeom>
          <a:avLst/>
          <a:gdLst/>
          <a:ahLst/>
          <a:cxnLst/>
          <a:rect l="0" t="0" r="0" b="0"/>
          <a:pathLst>
            <a:path>
              <a:moveTo>
                <a:pt x="0" y="1225078"/>
              </a:moveTo>
              <a:lnTo>
                <a:pt x="142871" y="1225078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29785" y="1071570"/>
        <a:ext cx="62898" cy="62898"/>
      </dsp:txXfrm>
    </dsp:sp>
    <dsp:sp modelId="{BF40A2B6-45DA-4006-A541-9B20A21D8F99}">
      <dsp:nvSpPr>
        <dsp:cNvPr id="0" name=""/>
        <dsp:cNvSpPr/>
      </dsp:nvSpPr>
      <dsp:spPr>
        <a:xfrm>
          <a:off x="2903906" y="1715559"/>
          <a:ext cx="285742" cy="1973738"/>
        </a:xfrm>
        <a:custGeom>
          <a:avLst/>
          <a:gdLst/>
          <a:ahLst/>
          <a:cxnLst/>
          <a:rect l="0" t="0" r="0" b="0"/>
          <a:pathLst>
            <a:path>
              <a:moveTo>
                <a:pt x="0" y="1973738"/>
              </a:moveTo>
              <a:lnTo>
                <a:pt x="142871" y="1973738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2996919" y="2652570"/>
        <a:ext cx="99715" cy="99715"/>
      </dsp:txXfrm>
    </dsp:sp>
    <dsp:sp modelId="{C7B01716-340C-4416-8288-BCDB61352F60}">
      <dsp:nvSpPr>
        <dsp:cNvPr id="0" name=""/>
        <dsp:cNvSpPr/>
      </dsp:nvSpPr>
      <dsp:spPr>
        <a:xfrm>
          <a:off x="1189449" y="3417057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272239"/>
              </a:lnTo>
              <a:lnTo>
                <a:pt x="285742" y="27223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322453" y="3543310"/>
        <a:ext cx="19733" cy="19733"/>
      </dsp:txXfrm>
    </dsp:sp>
    <dsp:sp modelId="{FB08108B-8277-4776-B0B0-F3B1DAA702F4}">
      <dsp:nvSpPr>
        <dsp:cNvPr id="0" name=""/>
        <dsp:cNvSpPr/>
      </dsp:nvSpPr>
      <dsp:spPr>
        <a:xfrm>
          <a:off x="1189449" y="3144817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272239"/>
              </a:moveTo>
              <a:lnTo>
                <a:pt x="142871" y="27223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322453" y="3271071"/>
        <a:ext cx="19733" cy="19733"/>
      </dsp:txXfrm>
    </dsp:sp>
    <dsp:sp modelId="{0718FBD7-1103-4940-8E47-5A6898B34D5C}">
      <dsp:nvSpPr>
        <dsp:cNvPr id="0" name=""/>
        <dsp:cNvSpPr/>
      </dsp:nvSpPr>
      <dsp:spPr>
        <a:xfrm rot="16200000">
          <a:off x="-174615" y="3199265"/>
          <a:ext cx="2292545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Créditos Incobrables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27-XV</a:t>
          </a:r>
        </a:p>
      </dsp:txBody>
      <dsp:txXfrm>
        <a:off x="-174615" y="3199265"/>
        <a:ext cx="2292545" cy="435583"/>
      </dsp:txXfrm>
    </dsp:sp>
    <dsp:sp modelId="{7C8D3D36-707E-429C-B924-4C9F682FADBF}">
      <dsp:nvSpPr>
        <dsp:cNvPr id="0" name=""/>
        <dsp:cNvSpPr/>
      </dsp:nvSpPr>
      <dsp:spPr>
        <a:xfrm>
          <a:off x="1475192" y="2927026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En el mes en el que se consuma el plazo para la prescripción</a:t>
          </a:r>
        </a:p>
      </dsp:txBody>
      <dsp:txXfrm>
        <a:off x="1475192" y="2927026"/>
        <a:ext cx="1428714" cy="435583"/>
      </dsp:txXfrm>
    </dsp:sp>
    <dsp:sp modelId="{654CF9A4-7235-4A9B-A860-7C8F607AAA48}">
      <dsp:nvSpPr>
        <dsp:cNvPr id="0" name=""/>
        <dsp:cNvSpPr/>
      </dsp:nvSpPr>
      <dsp:spPr>
        <a:xfrm>
          <a:off x="1475192" y="347150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Notoria Imposibilidad práctica de cobro</a:t>
          </a:r>
        </a:p>
      </dsp:txBody>
      <dsp:txXfrm>
        <a:off x="1475192" y="3471505"/>
        <a:ext cx="1428714" cy="435583"/>
      </dsp:txXfrm>
    </dsp:sp>
    <dsp:sp modelId="{FDF4FABE-10F3-4237-9E1A-A9A4625C6B23}">
      <dsp:nvSpPr>
        <dsp:cNvPr id="0" name=""/>
        <dsp:cNvSpPr/>
      </dsp:nvSpPr>
      <dsp:spPr>
        <a:xfrm>
          <a:off x="3189649" y="1497767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Principal hasta 30,000 UDIS</a:t>
          </a:r>
        </a:p>
      </dsp:txBody>
      <dsp:txXfrm>
        <a:off x="3189649" y="1497767"/>
        <a:ext cx="1428714" cy="435583"/>
      </dsp:txXfrm>
    </dsp:sp>
    <dsp:sp modelId="{BECF48C1-2209-4743-BE6F-6738E1CCE005}">
      <dsp:nvSpPr>
        <dsp:cNvPr id="0" name=""/>
        <dsp:cNvSpPr/>
      </dsp:nvSpPr>
      <dsp:spPr>
        <a:xfrm>
          <a:off x="4904106" y="272688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Público en General </a:t>
          </a:r>
          <a:r>
            <a:rPr lang="es-MX" sz="1000" kern="1200"/>
            <a:t>entre $5,000 </a:t>
          </a:r>
          <a:r>
            <a:rPr lang="es-MX" sz="1000" kern="1200" dirty="0"/>
            <a:t>y 30,000 UDIS</a:t>
          </a:r>
        </a:p>
      </dsp:txBody>
      <dsp:txXfrm>
        <a:off x="4904106" y="272688"/>
        <a:ext cx="1428714" cy="435583"/>
      </dsp:txXfrm>
    </dsp:sp>
    <dsp:sp modelId="{8C651EBA-8237-4F76-8D13-A3882D822472}">
      <dsp:nvSpPr>
        <dsp:cNvPr id="0" name=""/>
        <dsp:cNvSpPr/>
      </dsp:nvSpPr>
      <dsp:spPr>
        <a:xfrm>
          <a:off x="6618563" y="448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Un año sin lograr el cobro</a:t>
          </a:r>
        </a:p>
      </dsp:txBody>
      <dsp:txXfrm>
        <a:off x="6618563" y="448"/>
        <a:ext cx="1428714" cy="435583"/>
      </dsp:txXfrm>
    </dsp:sp>
    <dsp:sp modelId="{985A581F-0A9E-447C-BF1D-BBF272BE0C7D}">
      <dsp:nvSpPr>
        <dsp:cNvPr id="0" name=""/>
        <dsp:cNvSpPr/>
      </dsp:nvSpPr>
      <dsp:spPr>
        <a:xfrm>
          <a:off x="6618563" y="544928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 Sociedad Crediticia</a:t>
          </a:r>
        </a:p>
      </dsp:txBody>
      <dsp:txXfrm>
        <a:off x="6618563" y="544928"/>
        <a:ext cx="1428714" cy="435583"/>
      </dsp:txXfrm>
    </dsp:sp>
    <dsp:sp modelId="{1624C68B-433B-4A1D-9A59-8ACCC200ACDA}">
      <dsp:nvSpPr>
        <dsp:cNvPr id="0" name=""/>
        <dsp:cNvSpPr/>
      </dsp:nvSpPr>
      <dsp:spPr>
        <a:xfrm>
          <a:off x="4904106" y="1633887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Deudores Empresarios</a:t>
          </a:r>
        </a:p>
      </dsp:txBody>
      <dsp:txXfrm>
        <a:off x="4904106" y="1633887"/>
        <a:ext cx="1428714" cy="435583"/>
      </dsp:txXfrm>
    </dsp:sp>
    <dsp:sp modelId="{57BECF7D-4119-4269-9F43-AE9FBAEECAB0}">
      <dsp:nvSpPr>
        <dsp:cNvPr id="0" name=""/>
        <dsp:cNvSpPr/>
      </dsp:nvSpPr>
      <dsp:spPr>
        <a:xfrm>
          <a:off x="6618563" y="1089407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Un año sin lograr el cobro</a:t>
          </a:r>
        </a:p>
      </dsp:txBody>
      <dsp:txXfrm>
        <a:off x="6618563" y="1089407"/>
        <a:ext cx="1428714" cy="435583"/>
      </dsp:txXfrm>
    </dsp:sp>
    <dsp:sp modelId="{19EC3967-4465-4284-894E-E87F4AE23527}">
      <dsp:nvSpPr>
        <dsp:cNvPr id="0" name=""/>
        <dsp:cNvSpPr/>
      </dsp:nvSpPr>
      <dsp:spPr>
        <a:xfrm>
          <a:off x="6618563" y="1633887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al deudor (para que acumule)</a:t>
          </a:r>
        </a:p>
      </dsp:txBody>
      <dsp:txXfrm>
        <a:off x="6618563" y="1633887"/>
        <a:ext cx="1428714" cy="435583"/>
      </dsp:txXfrm>
    </dsp:sp>
    <dsp:sp modelId="{0FA3BB01-7869-41E4-9CBB-3CE56B98416A}">
      <dsp:nvSpPr>
        <dsp:cNvPr id="0" name=""/>
        <dsp:cNvSpPr/>
      </dsp:nvSpPr>
      <dsp:spPr>
        <a:xfrm>
          <a:off x="6618563" y="2178366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al SAT</a:t>
          </a:r>
        </a:p>
      </dsp:txBody>
      <dsp:txXfrm>
        <a:off x="6618563" y="2178366"/>
        <a:ext cx="1428714" cy="435583"/>
      </dsp:txXfrm>
    </dsp:sp>
    <dsp:sp modelId="{0C4A59AD-49D9-4CD9-87AD-ABCA283F755A}">
      <dsp:nvSpPr>
        <dsp:cNvPr id="0" name=""/>
        <dsp:cNvSpPr/>
      </dsp:nvSpPr>
      <dsp:spPr>
        <a:xfrm>
          <a:off x="4904106" y="2722846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Otros casos</a:t>
          </a:r>
        </a:p>
      </dsp:txBody>
      <dsp:txXfrm>
        <a:off x="4904106" y="2722846"/>
        <a:ext cx="1428714" cy="435583"/>
      </dsp:txXfrm>
    </dsp:sp>
    <dsp:sp modelId="{28F67FEF-DACB-49BD-80E2-E5ED9E0B18AA}">
      <dsp:nvSpPr>
        <dsp:cNvPr id="0" name=""/>
        <dsp:cNvSpPr/>
      </dsp:nvSpPr>
      <dsp:spPr>
        <a:xfrm>
          <a:off x="6618563" y="2722846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Un año sin lograr el cobro</a:t>
          </a:r>
        </a:p>
      </dsp:txBody>
      <dsp:txXfrm>
        <a:off x="6618563" y="2722846"/>
        <a:ext cx="1428714" cy="435583"/>
      </dsp:txXfrm>
    </dsp:sp>
    <dsp:sp modelId="{EB960EDF-02C5-4884-9916-C26F98C4F22A}">
      <dsp:nvSpPr>
        <dsp:cNvPr id="0" name=""/>
        <dsp:cNvSpPr/>
      </dsp:nvSpPr>
      <dsp:spPr>
        <a:xfrm>
          <a:off x="3189649" y="408404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Principal mayor a 30,000 UDIS</a:t>
          </a:r>
        </a:p>
      </dsp:txBody>
      <dsp:txXfrm>
        <a:off x="3189649" y="4084045"/>
        <a:ext cx="1428714" cy="435583"/>
      </dsp:txXfrm>
    </dsp:sp>
    <dsp:sp modelId="{5EE9E5EC-E3F8-4C33-A1B2-BE26531F263F}">
      <dsp:nvSpPr>
        <dsp:cNvPr id="0" name=""/>
        <dsp:cNvSpPr/>
      </dsp:nvSpPr>
      <dsp:spPr>
        <a:xfrm>
          <a:off x="4904106" y="353956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Resolución definitiva agotando medios de cobro</a:t>
          </a:r>
        </a:p>
      </dsp:txBody>
      <dsp:txXfrm>
        <a:off x="4904106" y="3539565"/>
        <a:ext cx="1428714" cy="435583"/>
      </dsp:txXfrm>
    </dsp:sp>
    <dsp:sp modelId="{E3BCFE88-D3F3-4122-94BC-77E2DC92E495}">
      <dsp:nvSpPr>
        <dsp:cNvPr id="0" name=""/>
        <dsp:cNvSpPr/>
      </dsp:nvSpPr>
      <dsp:spPr>
        <a:xfrm>
          <a:off x="6618563" y="353956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Garantía Hipotecaria</a:t>
          </a:r>
        </a:p>
      </dsp:txBody>
      <dsp:txXfrm>
        <a:off x="6618563" y="3539565"/>
        <a:ext cx="1428714" cy="435583"/>
      </dsp:txXfrm>
    </dsp:sp>
    <dsp:sp modelId="{4D670377-ED74-4666-8D2E-18FC332E505C}">
      <dsp:nvSpPr>
        <dsp:cNvPr id="0" name=""/>
        <dsp:cNvSpPr/>
      </dsp:nvSpPr>
      <dsp:spPr>
        <a:xfrm>
          <a:off x="8333020" y="326732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50%  al inicio</a:t>
          </a:r>
        </a:p>
      </dsp:txBody>
      <dsp:txXfrm>
        <a:off x="8333020" y="3267325"/>
        <a:ext cx="1428714" cy="435583"/>
      </dsp:txXfrm>
    </dsp:sp>
    <dsp:sp modelId="{6C132131-120C-4715-87E6-4DB0B5BB1CAB}">
      <dsp:nvSpPr>
        <dsp:cNvPr id="0" name=""/>
        <dsp:cNvSpPr/>
      </dsp:nvSpPr>
      <dsp:spPr>
        <a:xfrm>
          <a:off x="8333020" y="381180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Ajuste al final</a:t>
          </a:r>
        </a:p>
      </dsp:txBody>
      <dsp:txXfrm>
        <a:off x="8333020" y="3811805"/>
        <a:ext cx="1428714" cy="435583"/>
      </dsp:txXfrm>
    </dsp:sp>
    <dsp:sp modelId="{CBAC7429-8FFC-4410-B3C2-8F76869016F2}">
      <dsp:nvSpPr>
        <dsp:cNvPr id="0" name=""/>
        <dsp:cNvSpPr/>
      </dsp:nvSpPr>
      <dsp:spPr>
        <a:xfrm>
          <a:off x="4904106" y="408404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al deudor (para que acumule)</a:t>
          </a:r>
        </a:p>
      </dsp:txBody>
      <dsp:txXfrm>
        <a:off x="4904106" y="4084045"/>
        <a:ext cx="1428714" cy="435583"/>
      </dsp:txXfrm>
    </dsp:sp>
    <dsp:sp modelId="{96264827-AB30-4363-9070-847C5961C1EE}">
      <dsp:nvSpPr>
        <dsp:cNvPr id="0" name=""/>
        <dsp:cNvSpPr/>
      </dsp:nvSpPr>
      <dsp:spPr>
        <a:xfrm>
          <a:off x="4904106" y="4628524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al SAT</a:t>
          </a:r>
        </a:p>
      </dsp:txBody>
      <dsp:txXfrm>
        <a:off x="4904106" y="4628524"/>
        <a:ext cx="1428714" cy="435583"/>
      </dsp:txXfrm>
    </dsp:sp>
    <dsp:sp modelId="{83BEE6F6-B78D-403A-9896-857142838005}">
      <dsp:nvSpPr>
        <dsp:cNvPr id="0" name=""/>
        <dsp:cNvSpPr/>
      </dsp:nvSpPr>
      <dsp:spPr>
        <a:xfrm>
          <a:off x="3189649" y="5445243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Concurso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LCM 2 </a:t>
          </a:r>
        </a:p>
      </dsp:txBody>
      <dsp:txXfrm>
        <a:off x="3189649" y="5445243"/>
        <a:ext cx="1428714" cy="435583"/>
      </dsp:txXfrm>
    </dsp:sp>
    <dsp:sp modelId="{8AB68E0F-BFA4-47DD-B5E1-926286FFDD54}">
      <dsp:nvSpPr>
        <dsp:cNvPr id="0" name=""/>
        <dsp:cNvSpPr/>
      </dsp:nvSpPr>
      <dsp:spPr>
        <a:xfrm>
          <a:off x="4904106" y="5173004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Conciliación</a:t>
          </a:r>
        </a:p>
      </dsp:txBody>
      <dsp:txXfrm>
        <a:off x="4904106" y="5173004"/>
        <a:ext cx="1428714" cy="435583"/>
      </dsp:txXfrm>
    </dsp:sp>
    <dsp:sp modelId="{EBE2393C-B0FC-47AE-9DB4-7315C493CD2C}">
      <dsp:nvSpPr>
        <dsp:cNvPr id="0" name=""/>
        <dsp:cNvSpPr/>
      </dsp:nvSpPr>
      <dsp:spPr>
        <a:xfrm>
          <a:off x="4904106" y="5717483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Quiebra</a:t>
          </a:r>
        </a:p>
      </dsp:txBody>
      <dsp:txXfrm>
        <a:off x="4904106" y="5717483"/>
        <a:ext cx="1428714" cy="435583"/>
      </dsp:txXfrm>
    </dsp:sp>
    <dsp:sp modelId="{A5A6BF1E-F522-4F29-887E-8E989E3BFA6E}">
      <dsp:nvSpPr>
        <dsp:cNvPr id="0" name=""/>
        <dsp:cNvSpPr/>
      </dsp:nvSpPr>
      <dsp:spPr>
        <a:xfrm>
          <a:off x="6618563" y="5717483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Sentencia</a:t>
          </a:r>
        </a:p>
      </dsp:txBody>
      <dsp:txXfrm>
        <a:off x="6618563" y="5717483"/>
        <a:ext cx="1428714" cy="435583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7E174E-A66C-4380-9DA3-3C62439D60F7}">
      <dsp:nvSpPr>
        <dsp:cNvPr id="0" name=""/>
        <dsp:cNvSpPr/>
      </dsp:nvSpPr>
      <dsp:spPr>
        <a:xfrm>
          <a:off x="3150003" y="5295114"/>
          <a:ext cx="402419" cy="3834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383403"/>
              </a:lnTo>
              <a:lnTo>
                <a:pt x="402419" y="3834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37317" y="5472920"/>
        <a:ext cx="27791" cy="27791"/>
      </dsp:txXfrm>
    </dsp:sp>
    <dsp:sp modelId="{EC253787-3B07-4270-A5E1-EB8E3B7E1376}">
      <dsp:nvSpPr>
        <dsp:cNvPr id="0" name=""/>
        <dsp:cNvSpPr/>
      </dsp:nvSpPr>
      <dsp:spPr>
        <a:xfrm>
          <a:off x="5564522" y="4865991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55671" y="4901651"/>
        <a:ext cx="20120" cy="20120"/>
      </dsp:txXfrm>
    </dsp:sp>
    <dsp:sp modelId="{37EEFFD6-C903-45DC-A14C-9943C712C67E}">
      <dsp:nvSpPr>
        <dsp:cNvPr id="0" name=""/>
        <dsp:cNvSpPr/>
      </dsp:nvSpPr>
      <dsp:spPr>
        <a:xfrm>
          <a:off x="3150003" y="4911711"/>
          <a:ext cx="402419" cy="383403"/>
        </a:xfrm>
        <a:custGeom>
          <a:avLst/>
          <a:gdLst/>
          <a:ahLst/>
          <a:cxnLst/>
          <a:rect l="0" t="0" r="0" b="0"/>
          <a:pathLst>
            <a:path>
              <a:moveTo>
                <a:pt x="0" y="383403"/>
              </a:moveTo>
              <a:lnTo>
                <a:pt x="201209" y="383403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37317" y="5089517"/>
        <a:ext cx="27791" cy="27791"/>
      </dsp:txXfrm>
    </dsp:sp>
    <dsp:sp modelId="{4560AAB4-5A00-40C3-A41B-4ECAFC837251}">
      <dsp:nvSpPr>
        <dsp:cNvPr id="0" name=""/>
        <dsp:cNvSpPr/>
      </dsp:nvSpPr>
      <dsp:spPr>
        <a:xfrm>
          <a:off x="735484" y="3761502"/>
          <a:ext cx="402419" cy="1533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1533612"/>
              </a:lnTo>
              <a:lnTo>
                <a:pt x="402419" y="153361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97056" y="4488670"/>
        <a:ext cx="79276" cy="79276"/>
      </dsp:txXfrm>
    </dsp:sp>
    <dsp:sp modelId="{F7CB7C6D-2B04-425A-9A2D-8BC4C50B0578}">
      <dsp:nvSpPr>
        <dsp:cNvPr id="0" name=""/>
        <dsp:cNvSpPr/>
      </dsp:nvSpPr>
      <dsp:spPr>
        <a:xfrm>
          <a:off x="5564522" y="3378099"/>
          <a:ext cx="402419" cy="7668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766806"/>
              </a:lnTo>
              <a:lnTo>
                <a:pt x="402419" y="7668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44082" y="3739852"/>
        <a:ext cx="43299" cy="43299"/>
      </dsp:txXfrm>
    </dsp:sp>
    <dsp:sp modelId="{78BDFBD6-1833-478A-AF28-B873407DC5BD}">
      <dsp:nvSpPr>
        <dsp:cNvPr id="0" name=""/>
        <dsp:cNvSpPr/>
      </dsp:nvSpPr>
      <dsp:spPr>
        <a:xfrm>
          <a:off x="7979041" y="3332379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70190" y="3368039"/>
        <a:ext cx="20120" cy="20120"/>
      </dsp:txXfrm>
    </dsp:sp>
    <dsp:sp modelId="{81040816-389D-4B76-921E-658825867CCC}">
      <dsp:nvSpPr>
        <dsp:cNvPr id="0" name=""/>
        <dsp:cNvSpPr/>
      </dsp:nvSpPr>
      <dsp:spPr>
        <a:xfrm>
          <a:off x="5564522" y="3332379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55671" y="3368039"/>
        <a:ext cx="20120" cy="20120"/>
      </dsp:txXfrm>
    </dsp:sp>
    <dsp:sp modelId="{7C89E1FB-DB40-40CB-A794-808159300549}">
      <dsp:nvSpPr>
        <dsp:cNvPr id="0" name=""/>
        <dsp:cNvSpPr/>
      </dsp:nvSpPr>
      <dsp:spPr>
        <a:xfrm>
          <a:off x="5564522" y="2611293"/>
          <a:ext cx="402419" cy="766806"/>
        </a:xfrm>
        <a:custGeom>
          <a:avLst/>
          <a:gdLst/>
          <a:ahLst/>
          <a:cxnLst/>
          <a:rect l="0" t="0" r="0" b="0"/>
          <a:pathLst>
            <a:path>
              <a:moveTo>
                <a:pt x="0" y="766806"/>
              </a:moveTo>
              <a:lnTo>
                <a:pt x="201209" y="766806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4082" y="2973046"/>
        <a:ext cx="43299" cy="43299"/>
      </dsp:txXfrm>
    </dsp:sp>
    <dsp:sp modelId="{4603D89F-948B-49B4-B087-FFBFD2C95A92}">
      <dsp:nvSpPr>
        <dsp:cNvPr id="0" name=""/>
        <dsp:cNvSpPr/>
      </dsp:nvSpPr>
      <dsp:spPr>
        <a:xfrm>
          <a:off x="3150003" y="2227890"/>
          <a:ext cx="402419" cy="11502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1150209"/>
              </a:lnTo>
              <a:lnTo>
                <a:pt x="402419" y="115020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20749" y="2772530"/>
        <a:ext cx="60928" cy="60928"/>
      </dsp:txXfrm>
    </dsp:sp>
    <dsp:sp modelId="{ACE4BBF8-A661-424E-9F4F-7569912D8208}">
      <dsp:nvSpPr>
        <dsp:cNvPr id="0" name=""/>
        <dsp:cNvSpPr/>
      </dsp:nvSpPr>
      <dsp:spPr>
        <a:xfrm>
          <a:off x="5564522" y="1077681"/>
          <a:ext cx="402419" cy="7668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766806"/>
              </a:lnTo>
              <a:lnTo>
                <a:pt x="402419" y="7668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44082" y="1439434"/>
        <a:ext cx="43299" cy="43299"/>
      </dsp:txXfrm>
    </dsp:sp>
    <dsp:sp modelId="{F9B718FE-250F-4894-BF48-643AA919C306}">
      <dsp:nvSpPr>
        <dsp:cNvPr id="0" name=""/>
        <dsp:cNvSpPr/>
      </dsp:nvSpPr>
      <dsp:spPr>
        <a:xfrm>
          <a:off x="7979041" y="1031961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70190" y="1067620"/>
        <a:ext cx="20120" cy="20120"/>
      </dsp:txXfrm>
    </dsp:sp>
    <dsp:sp modelId="{12870E1D-DC3F-401D-B698-9475E74AF25A}">
      <dsp:nvSpPr>
        <dsp:cNvPr id="0" name=""/>
        <dsp:cNvSpPr/>
      </dsp:nvSpPr>
      <dsp:spPr>
        <a:xfrm>
          <a:off x="5564522" y="1031961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55671" y="1067620"/>
        <a:ext cx="20120" cy="20120"/>
      </dsp:txXfrm>
    </dsp:sp>
    <dsp:sp modelId="{4C43A18E-CA5D-49ED-B30B-1F56E5DD5773}">
      <dsp:nvSpPr>
        <dsp:cNvPr id="0" name=""/>
        <dsp:cNvSpPr/>
      </dsp:nvSpPr>
      <dsp:spPr>
        <a:xfrm>
          <a:off x="5564522" y="310875"/>
          <a:ext cx="402419" cy="766806"/>
        </a:xfrm>
        <a:custGeom>
          <a:avLst/>
          <a:gdLst/>
          <a:ahLst/>
          <a:cxnLst/>
          <a:rect l="0" t="0" r="0" b="0"/>
          <a:pathLst>
            <a:path>
              <a:moveTo>
                <a:pt x="0" y="766806"/>
              </a:moveTo>
              <a:lnTo>
                <a:pt x="201209" y="766806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4082" y="672628"/>
        <a:ext cx="43299" cy="43299"/>
      </dsp:txXfrm>
    </dsp:sp>
    <dsp:sp modelId="{AD14EC97-DA38-4C73-9D08-EC16B9810D63}">
      <dsp:nvSpPr>
        <dsp:cNvPr id="0" name=""/>
        <dsp:cNvSpPr/>
      </dsp:nvSpPr>
      <dsp:spPr>
        <a:xfrm>
          <a:off x="3150003" y="1077681"/>
          <a:ext cx="402419" cy="1150209"/>
        </a:xfrm>
        <a:custGeom>
          <a:avLst/>
          <a:gdLst/>
          <a:ahLst/>
          <a:cxnLst/>
          <a:rect l="0" t="0" r="0" b="0"/>
          <a:pathLst>
            <a:path>
              <a:moveTo>
                <a:pt x="0" y="1150209"/>
              </a:moveTo>
              <a:lnTo>
                <a:pt x="201209" y="1150209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20749" y="1622321"/>
        <a:ext cx="60928" cy="60928"/>
      </dsp:txXfrm>
    </dsp:sp>
    <dsp:sp modelId="{116AAB26-9626-4580-8E49-63217502EC4A}">
      <dsp:nvSpPr>
        <dsp:cNvPr id="0" name=""/>
        <dsp:cNvSpPr/>
      </dsp:nvSpPr>
      <dsp:spPr>
        <a:xfrm>
          <a:off x="735484" y="2227890"/>
          <a:ext cx="402419" cy="1533612"/>
        </a:xfrm>
        <a:custGeom>
          <a:avLst/>
          <a:gdLst/>
          <a:ahLst/>
          <a:cxnLst/>
          <a:rect l="0" t="0" r="0" b="0"/>
          <a:pathLst>
            <a:path>
              <a:moveTo>
                <a:pt x="0" y="1533612"/>
              </a:moveTo>
              <a:lnTo>
                <a:pt x="201209" y="1533612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97056" y="2955058"/>
        <a:ext cx="79276" cy="79276"/>
      </dsp:txXfrm>
    </dsp:sp>
    <dsp:sp modelId="{172D703D-C9C5-400E-A8D6-4FD9BD521D65}">
      <dsp:nvSpPr>
        <dsp:cNvPr id="0" name=""/>
        <dsp:cNvSpPr/>
      </dsp:nvSpPr>
      <dsp:spPr>
        <a:xfrm rot="16200000">
          <a:off x="-1185566" y="3454780"/>
          <a:ext cx="3228657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Inversiones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</a:t>
          </a:r>
        </a:p>
      </dsp:txBody>
      <dsp:txXfrm>
        <a:off x="-1185566" y="3454780"/>
        <a:ext cx="3228657" cy="613444"/>
      </dsp:txXfrm>
    </dsp:sp>
    <dsp:sp modelId="{98A45BB3-A959-48CA-8696-92CA59EF60BB}">
      <dsp:nvSpPr>
        <dsp:cNvPr id="0" name=""/>
        <dsp:cNvSpPr/>
      </dsp:nvSpPr>
      <dsp:spPr>
        <a:xfrm>
          <a:off x="1137904" y="1921167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Deducción Parcial</a:t>
          </a:r>
        </a:p>
      </dsp:txBody>
      <dsp:txXfrm>
        <a:off x="1137904" y="1921167"/>
        <a:ext cx="2012099" cy="613444"/>
      </dsp:txXfrm>
    </dsp:sp>
    <dsp:sp modelId="{2B6304F5-C97F-46F8-B505-7F28ED2D88C0}">
      <dsp:nvSpPr>
        <dsp:cNvPr id="0" name=""/>
        <dsp:cNvSpPr/>
      </dsp:nvSpPr>
      <dsp:spPr>
        <a:xfrm>
          <a:off x="3552423" y="770958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Aviones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36-III</a:t>
          </a:r>
        </a:p>
      </dsp:txBody>
      <dsp:txXfrm>
        <a:off x="3552423" y="770958"/>
        <a:ext cx="2012099" cy="613444"/>
      </dsp:txXfrm>
    </dsp:sp>
    <dsp:sp modelId="{5D04D632-7A8E-47AF-8904-1B188A3FB63F}">
      <dsp:nvSpPr>
        <dsp:cNvPr id="0" name=""/>
        <dsp:cNvSpPr/>
      </dsp:nvSpPr>
      <dsp:spPr>
        <a:xfrm>
          <a:off x="5966942" y="4152"/>
          <a:ext cx="2012099" cy="61344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Con concesión</a:t>
          </a:r>
        </a:p>
      </dsp:txBody>
      <dsp:txXfrm>
        <a:off x="5966942" y="4152"/>
        <a:ext cx="2012099" cy="613444"/>
      </dsp:txXfrm>
    </dsp:sp>
    <dsp:sp modelId="{974B4E90-4716-446D-895C-B82F5EE2F1C0}">
      <dsp:nvSpPr>
        <dsp:cNvPr id="0" name=""/>
        <dsp:cNvSpPr/>
      </dsp:nvSpPr>
      <dsp:spPr>
        <a:xfrm>
          <a:off x="5966942" y="770958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Sin concesión</a:t>
          </a:r>
        </a:p>
      </dsp:txBody>
      <dsp:txXfrm>
        <a:off x="5966942" y="770958"/>
        <a:ext cx="2012099" cy="613444"/>
      </dsp:txXfrm>
    </dsp:sp>
    <dsp:sp modelId="{C94C23B8-2B1B-47A5-943E-E675CD5BECA0}">
      <dsp:nvSpPr>
        <dsp:cNvPr id="0" name=""/>
        <dsp:cNvSpPr/>
      </dsp:nvSpPr>
      <dsp:spPr>
        <a:xfrm>
          <a:off x="8381461" y="770958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MOI $8,600,000</a:t>
          </a:r>
        </a:p>
      </dsp:txBody>
      <dsp:txXfrm>
        <a:off x="8381461" y="770958"/>
        <a:ext cx="2012099" cy="613444"/>
      </dsp:txXfrm>
    </dsp:sp>
    <dsp:sp modelId="{9B8CECFD-14A9-45AC-9DA3-7FA4BE4DC4A2}">
      <dsp:nvSpPr>
        <dsp:cNvPr id="0" name=""/>
        <dsp:cNvSpPr/>
      </dsp:nvSpPr>
      <dsp:spPr>
        <a:xfrm>
          <a:off x="5966942" y="1537764"/>
          <a:ext cx="2012099" cy="613444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1"/>
              </a:solidFill>
            </a:rPr>
            <a:t>Gastos</a:t>
          </a:r>
          <a:r>
            <a:rPr lang="en-US" sz="1600" kern="1200" dirty="0">
              <a:solidFill>
                <a:schemeClr val="tx1"/>
              </a:solidFill>
            </a:rPr>
            <a:t> </a:t>
          </a:r>
          <a:r>
            <a:rPr lang="en-US" sz="1600" kern="1200" dirty="0" err="1">
              <a:solidFill>
                <a:schemeClr val="tx1"/>
              </a:solidFill>
            </a:rPr>
            <a:t>proporcionales</a:t>
          </a:r>
          <a:r>
            <a:rPr lang="en-US" sz="1600" kern="1200" dirty="0">
              <a:solidFill>
                <a:schemeClr val="tx1"/>
              </a:solidFill>
            </a:rPr>
            <a:t> al MOI deducible</a:t>
          </a:r>
        </a:p>
      </dsp:txBody>
      <dsp:txXfrm>
        <a:off x="5966942" y="1537764"/>
        <a:ext cx="2012099" cy="613444"/>
      </dsp:txXfrm>
    </dsp:sp>
    <dsp:sp modelId="{3001CC33-5055-4A55-A848-A1C39205E2AF}">
      <dsp:nvSpPr>
        <dsp:cNvPr id="0" name=""/>
        <dsp:cNvSpPr/>
      </dsp:nvSpPr>
      <dsp:spPr>
        <a:xfrm>
          <a:off x="3552423" y="3071377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Automóviles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</a:t>
          </a:r>
        </a:p>
      </dsp:txBody>
      <dsp:txXfrm>
        <a:off x="3552423" y="3071377"/>
        <a:ext cx="2012099" cy="613444"/>
      </dsp:txXfrm>
    </dsp:sp>
    <dsp:sp modelId="{30E47064-DB81-4123-AF0A-E35616C9F696}">
      <dsp:nvSpPr>
        <dsp:cNvPr id="0" name=""/>
        <dsp:cNvSpPr/>
      </dsp:nvSpPr>
      <dsp:spPr>
        <a:xfrm>
          <a:off x="5966942" y="2304571"/>
          <a:ext cx="2012099" cy="61344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Arrendadoras</a:t>
          </a:r>
        </a:p>
      </dsp:txBody>
      <dsp:txXfrm>
        <a:off x="5966942" y="2304571"/>
        <a:ext cx="2012099" cy="613444"/>
      </dsp:txXfrm>
    </dsp:sp>
    <dsp:sp modelId="{77E52910-A453-4020-9223-779BD406CC2C}">
      <dsp:nvSpPr>
        <dsp:cNvPr id="0" name=""/>
        <dsp:cNvSpPr/>
      </dsp:nvSpPr>
      <dsp:spPr>
        <a:xfrm>
          <a:off x="5966942" y="3071377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No Arrendadoras</a:t>
          </a:r>
        </a:p>
      </dsp:txBody>
      <dsp:txXfrm>
        <a:off x="5966942" y="3071377"/>
        <a:ext cx="2012099" cy="613444"/>
      </dsp:txXfrm>
    </dsp:sp>
    <dsp:sp modelId="{16FAF08B-22D5-4ECF-ADCB-517F52B68547}">
      <dsp:nvSpPr>
        <dsp:cNvPr id="0" name=""/>
        <dsp:cNvSpPr/>
      </dsp:nvSpPr>
      <dsp:spPr>
        <a:xfrm>
          <a:off x="8381461" y="3071377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$175,000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$250,000 (Ecológicos)</a:t>
          </a:r>
        </a:p>
      </dsp:txBody>
      <dsp:txXfrm>
        <a:off x="8381461" y="3071377"/>
        <a:ext cx="2012099" cy="613444"/>
      </dsp:txXfrm>
    </dsp:sp>
    <dsp:sp modelId="{6FDB9359-8125-4C99-A543-28147C571B05}">
      <dsp:nvSpPr>
        <dsp:cNvPr id="0" name=""/>
        <dsp:cNvSpPr/>
      </dsp:nvSpPr>
      <dsp:spPr>
        <a:xfrm>
          <a:off x="5966942" y="3838183"/>
          <a:ext cx="2012099" cy="613444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¿</a:t>
          </a:r>
          <a:r>
            <a:rPr lang="en-US" sz="1600" kern="1200" dirty="0" err="1">
              <a:solidFill>
                <a:schemeClr val="tx1"/>
              </a:solidFill>
            </a:rPr>
            <a:t>Gastos</a:t>
          </a:r>
          <a:r>
            <a:rPr lang="en-US" sz="1600" kern="1200" dirty="0">
              <a:solidFill>
                <a:schemeClr val="tx1"/>
              </a:solidFill>
            </a:rPr>
            <a:t> </a:t>
          </a:r>
          <a:r>
            <a:rPr lang="en-US" sz="1600" kern="1200" dirty="0" err="1">
              <a:solidFill>
                <a:schemeClr val="tx1"/>
              </a:solidFill>
            </a:rPr>
            <a:t>proporcionales</a:t>
          </a:r>
          <a:r>
            <a:rPr lang="en-US" sz="1600" kern="1200" dirty="0">
              <a:solidFill>
                <a:schemeClr val="tx1"/>
              </a:solidFill>
            </a:rPr>
            <a:t> al MOI deducible?</a:t>
          </a:r>
        </a:p>
      </dsp:txBody>
      <dsp:txXfrm>
        <a:off x="5966942" y="3838183"/>
        <a:ext cx="2012099" cy="613444"/>
      </dsp:txXfrm>
    </dsp:sp>
    <dsp:sp modelId="{5BF52077-831D-4DAA-95F3-39E8562AD6B1}">
      <dsp:nvSpPr>
        <dsp:cNvPr id="0" name=""/>
        <dsp:cNvSpPr/>
      </dsp:nvSpPr>
      <dsp:spPr>
        <a:xfrm>
          <a:off x="1137904" y="4988392"/>
          <a:ext cx="2012099" cy="61344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No deducibles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/>
            <a:t>LISR 36-III</a:t>
          </a:r>
          <a:endParaRPr lang="es-MX" sz="1000" kern="1200" dirty="0"/>
        </a:p>
      </dsp:txBody>
      <dsp:txXfrm>
        <a:off x="1137904" y="4988392"/>
        <a:ext cx="2012099" cy="613444"/>
      </dsp:txXfrm>
    </dsp:sp>
    <dsp:sp modelId="{94CF510F-9436-4F1E-81E3-9D00709847ED}">
      <dsp:nvSpPr>
        <dsp:cNvPr id="0" name=""/>
        <dsp:cNvSpPr/>
      </dsp:nvSpPr>
      <dsp:spPr>
        <a:xfrm>
          <a:off x="3552423" y="4604989"/>
          <a:ext cx="2012099" cy="61344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Casas  que no estén a disposición de todos los trabajadores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36-III</a:t>
          </a:r>
        </a:p>
      </dsp:txBody>
      <dsp:txXfrm>
        <a:off x="3552423" y="4604989"/>
        <a:ext cx="2012099" cy="613444"/>
      </dsp:txXfrm>
    </dsp:sp>
    <dsp:sp modelId="{A47C64CC-276B-4EB9-A719-760F78140C67}">
      <dsp:nvSpPr>
        <dsp:cNvPr id="0" name=""/>
        <dsp:cNvSpPr/>
      </dsp:nvSpPr>
      <dsp:spPr>
        <a:xfrm>
          <a:off x="5966942" y="4604989"/>
          <a:ext cx="2012099" cy="61344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Situaciones Especiales y Aviso al SAT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76</a:t>
          </a:r>
        </a:p>
      </dsp:txBody>
      <dsp:txXfrm>
        <a:off x="5966942" y="4604989"/>
        <a:ext cx="2012099" cy="613444"/>
      </dsp:txXfrm>
    </dsp:sp>
    <dsp:sp modelId="{A7478AD3-2A40-4FF2-BB89-89EC456B9A09}">
      <dsp:nvSpPr>
        <dsp:cNvPr id="0" name=""/>
        <dsp:cNvSpPr/>
      </dsp:nvSpPr>
      <dsp:spPr>
        <a:xfrm>
          <a:off x="3552423" y="5371795"/>
          <a:ext cx="2012099" cy="61344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Casas de Recreo</a:t>
          </a:r>
        </a:p>
      </dsp:txBody>
      <dsp:txXfrm>
        <a:off x="3552423" y="5371795"/>
        <a:ext cx="2012099" cy="613444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439B3-660C-403C-B5CC-975EC86D6F9F}">
      <dsp:nvSpPr>
        <dsp:cNvPr id="0" name=""/>
        <dsp:cNvSpPr/>
      </dsp:nvSpPr>
      <dsp:spPr>
        <a:xfrm>
          <a:off x="4053628" y="4417061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51" y="0"/>
              </a:lnTo>
              <a:lnTo>
                <a:pt x="269051" y="512674"/>
              </a:lnTo>
              <a:lnTo>
                <a:pt x="538103" y="5126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4100" y="4654818"/>
        <a:ext cx="37161" cy="37161"/>
      </dsp:txXfrm>
    </dsp:sp>
    <dsp:sp modelId="{7F16E004-B0D6-4058-A9AF-BB8EAFE43F31}">
      <dsp:nvSpPr>
        <dsp:cNvPr id="0" name=""/>
        <dsp:cNvSpPr/>
      </dsp:nvSpPr>
      <dsp:spPr>
        <a:xfrm>
          <a:off x="7282250" y="3904386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51" y="0"/>
              </a:lnTo>
              <a:lnTo>
                <a:pt x="269051" y="512674"/>
              </a:lnTo>
              <a:lnTo>
                <a:pt x="538103" y="5126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2722" y="4142143"/>
        <a:ext cx="37161" cy="37161"/>
      </dsp:txXfrm>
    </dsp:sp>
    <dsp:sp modelId="{95554BA8-3D90-4BC6-9E14-1DEB9CDDA0EA}">
      <dsp:nvSpPr>
        <dsp:cNvPr id="0" name=""/>
        <dsp:cNvSpPr/>
      </dsp:nvSpPr>
      <dsp:spPr>
        <a:xfrm>
          <a:off x="7282250" y="3391711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512674"/>
              </a:moveTo>
              <a:lnTo>
                <a:pt x="269051" y="512674"/>
              </a:lnTo>
              <a:lnTo>
                <a:pt x="269051" y="0"/>
              </a:lnTo>
              <a:lnTo>
                <a:pt x="53810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2722" y="3629468"/>
        <a:ext cx="37161" cy="37161"/>
      </dsp:txXfrm>
    </dsp:sp>
    <dsp:sp modelId="{2554F8F1-B30E-4131-91E1-B3DDE6344BFE}">
      <dsp:nvSpPr>
        <dsp:cNvPr id="0" name=""/>
        <dsp:cNvSpPr/>
      </dsp:nvSpPr>
      <dsp:spPr>
        <a:xfrm>
          <a:off x="4053628" y="3904386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512674"/>
              </a:moveTo>
              <a:lnTo>
                <a:pt x="269051" y="512674"/>
              </a:lnTo>
              <a:lnTo>
                <a:pt x="269051" y="0"/>
              </a:lnTo>
              <a:lnTo>
                <a:pt x="53810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4100" y="4142143"/>
        <a:ext cx="37161" cy="37161"/>
      </dsp:txXfrm>
    </dsp:sp>
    <dsp:sp modelId="{9374C64C-2D24-4A84-A37B-EF1B54171FEF}">
      <dsp:nvSpPr>
        <dsp:cNvPr id="0" name=""/>
        <dsp:cNvSpPr/>
      </dsp:nvSpPr>
      <dsp:spPr>
        <a:xfrm>
          <a:off x="825007" y="3135374"/>
          <a:ext cx="538103" cy="1281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51" y="0"/>
              </a:lnTo>
              <a:lnTo>
                <a:pt x="269051" y="1281687"/>
              </a:lnTo>
              <a:lnTo>
                <a:pt x="538103" y="128168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059307" y="3741466"/>
        <a:ext cx="69503" cy="69503"/>
      </dsp:txXfrm>
    </dsp:sp>
    <dsp:sp modelId="{2937798F-34AB-4862-8062-C24A8CA86710}">
      <dsp:nvSpPr>
        <dsp:cNvPr id="0" name=""/>
        <dsp:cNvSpPr/>
      </dsp:nvSpPr>
      <dsp:spPr>
        <a:xfrm>
          <a:off x="7282250" y="2320641"/>
          <a:ext cx="5381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8103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7850" y="2352908"/>
        <a:ext cx="26905" cy="26905"/>
      </dsp:txXfrm>
    </dsp:sp>
    <dsp:sp modelId="{ABDCAC68-142E-4B09-88E3-51D20039825D}">
      <dsp:nvSpPr>
        <dsp:cNvPr id="0" name=""/>
        <dsp:cNvSpPr/>
      </dsp:nvSpPr>
      <dsp:spPr>
        <a:xfrm>
          <a:off x="4053628" y="1853686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51" y="0"/>
              </a:lnTo>
              <a:lnTo>
                <a:pt x="269051" y="512674"/>
              </a:lnTo>
              <a:lnTo>
                <a:pt x="538103" y="5126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4100" y="2091443"/>
        <a:ext cx="37161" cy="37161"/>
      </dsp:txXfrm>
    </dsp:sp>
    <dsp:sp modelId="{AD6A27AF-9F3C-4FCC-8206-5919F4960B3D}">
      <dsp:nvSpPr>
        <dsp:cNvPr id="0" name=""/>
        <dsp:cNvSpPr/>
      </dsp:nvSpPr>
      <dsp:spPr>
        <a:xfrm>
          <a:off x="4053628" y="1341011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512674"/>
              </a:moveTo>
              <a:lnTo>
                <a:pt x="269051" y="512674"/>
              </a:lnTo>
              <a:lnTo>
                <a:pt x="269051" y="0"/>
              </a:lnTo>
              <a:lnTo>
                <a:pt x="53810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4100" y="1578768"/>
        <a:ext cx="37161" cy="37161"/>
      </dsp:txXfrm>
    </dsp:sp>
    <dsp:sp modelId="{D1D5925C-0691-422C-8F84-1A44E5B0F759}">
      <dsp:nvSpPr>
        <dsp:cNvPr id="0" name=""/>
        <dsp:cNvSpPr/>
      </dsp:nvSpPr>
      <dsp:spPr>
        <a:xfrm>
          <a:off x="825007" y="1853686"/>
          <a:ext cx="538103" cy="1281687"/>
        </a:xfrm>
        <a:custGeom>
          <a:avLst/>
          <a:gdLst/>
          <a:ahLst/>
          <a:cxnLst/>
          <a:rect l="0" t="0" r="0" b="0"/>
          <a:pathLst>
            <a:path>
              <a:moveTo>
                <a:pt x="0" y="1281687"/>
              </a:moveTo>
              <a:lnTo>
                <a:pt x="269051" y="1281687"/>
              </a:lnTo>
              <a:lnTo>
                <a:pt x="269051" y="0"/>
              </a:lnTo>
              <a:lnTo>
                <a:pt x="53810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059307" y="2459778"/>
        <a:ext cx="69503" cy="69503"/>
      </dsp:txXfrm>
    </dsp:sp>
    <dsp:sp modelId="{5162D0D3-0731-454D-B1E9-B7B00458E9D1}">
      <dsp:nvSpPr>
        <dsp:cNvPr id="0" name=""/>
        <dsp:cNvSpPr/>
      </dsp:nvSpPr>
      <dsp:spPr>
        <a:xfrm rot="16200000">
          <a:off x="-1743764" y="2725234"/>
          <a:ext cx="4317263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5300" kern="1200" dirty="0"/>
            <a:t>Comedores</a:t>
          </a:r>
        </a:p>
      </dsp:txBody>
      <dsp:txXfrm>
        <a:off x="-1743764" y="2725234"/>
        <a:ext cx="4317263" cy="820279"/>
      </dsp:txXfrm>
    </dsp:sp>
    <dsp:sp modelId="{34FF4511-B87E-4464-99EA-1D6F6BF9ADD0}">
      <dsp:nvSpPr>
        <dsp:cNvPr id="0" name=""/>
        <dsp:cNvSpPr/>
      </dsp:nvSpPr>
      <dsp:spPr>
        <a:xfrm>
          <a:off x="1363110" y="1443546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A disposición de todos los trabajadores</a:t>
          </a:r>
        </a:p>
      </dsp:txBody>
      <dsp:txXfrm>
        <a:off x="1363110" y="1443546"/>
        <a:ext cx="2690518" cy="820279"/>
      </dsp:txXfrm>
    </dsp:sp>
    <dsp:sp modelId="{315A0136-300B-40C8-8BF0-8DB1FF675B03}">
      <dsp:nvSpPr>
        <dsp:cNvPr id="0" name=""/>
        <dsp:cNvSpPr/>
      </dsp:nvSpPr>
      <dsp:spPr>
        <a:xfrm>
          <a:off x="4591732" y="930871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Inversión deducible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36-III</a:t>
          </a:r>
        </a:p>
      </dsp:txBody>
      <dsp:txXfrm>
        <a:off x="4591732" y="930871"/>
        <a:ext cx="2690518" cy="820279"/>
      </dsp:txXfrm>
    </dsp:sp>
    <dsp:sp modelId="{1D508C81-51B8-4068-96F7-9959027AF78E}">
      <dsp:nvSpPr>
        <dsp:cNvPr id="0" name=""/>
        <dsp:cNvSpPr/>
      </dsp:nvSpPr>
      <dsp:spPr>
        <a:xfrm>
          <a:off x="4591732" y="1956221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Gastos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28-XXI</a:t>
          </a:r>
        </a:p>
      </dsp:txBody>
      <dsp:txXfrm>
        <a:off x="4591732" y="1956221"/>
        <a:ext cx="2690518" cy="820279"/>
      </dsp:txXfrm>
    </dsp:sp>
    <dsp:sp modelId="{7CAA6C59-2915-45AB-BDF6-B5EF23EE5214}">
      <dsp:nvSpPr>
        <dsp:cNvPr id="0" name=""/>
        <dsp:cNvSpPr/>
      </dsp:nvSpPr>
      <dsp:spPr>
        <a:xfrm>
          <a:off x="7820354" y="1956221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1 UMA por trabajador y por día</a:t>
          </a:r>
        </a:p>
      </dsp:txBody>
      <dsp:txXfrm>
        <a:off x="7820354" y="1956221"/>
        <a:ext cx="2690518" cy="820279"/>
      </dsp:txXfrm>
    </dsp:sp>
    <dsp:sp modelId="{FE141B82-7817-42F3-9C48-530C1FC9B2ED}">
      <dsp:nvSpPr>
        <dsp:cNvPr id="0" name=""/>
        <dsp:cNvSpPr/>
      </dsp:nvSpPr>
      <dsp:spPr>
        <a:xfrm>
          <a:off x="1363110" y="4006921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Limitado a algunos trabajadores</a:t>
          </a:r>
        </a:p>
      </dsp:txBody>
      <dsp:txXfrm>
        <a:off x="1363110" y="4006921"/>
        <a:ext cx="2690518" cy="820279"/>
      </dsp:txXfrm>
    </dsp:sp>
    <dsp:sp modelId="{2AB6B103-383A-4646-B997-35493E641470}">
      <dsp:nvSpPr>
        <dsp:cNvPr id="0" name=""/>
        <dsp:cNvSpPr/>
      </dsp:nvSpPr>
      <dsp:spPr>
        <a:xfrm>
          <a:off x="4591732" y="3494246"/>
          <a:ext cx="2690518" cy="82027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Inversión no deducible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36-III</a:t>
          </a:r>
        </a:p>
      </dsp:txBody>
      <dsp:txXfrm>
        <a:off x="4591732" y="3494246"/>
        <a:ext cx="2690518" cy="820279"/>
      </dsp:txXfrm>
    </dsp:sp>
    <dsp:sp modelId="{B1659FBB-BFD5-41BC-806D-E8E17B7F6A2C}">
      <dsp:nvSpPr>
        <dsp:cNvPr id="0" name=""/>
        <dsp:cNvSpPr/>
      </dsp:nvSpPr>
      <dsp:spPr>
        <a:xfrm>
          <a:off x="7820354" y="2981571"/>
          <a:ext cx="2690518" cy="82027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Situaciones Especiales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76</a:t>
          </a:r>
        </a:p>
      </dsp:txBody>
      <dsp:txXfrm>
        <a:off x="7820354" y="2981571"/>
        <a:ext cx="2690518" cy="820279"/>
      </dsp:txXfrm>
    </dsp:sp>
    <dsp:sp modelId="{8DE7EE44-55C6-4FA5-9066-A575A9622104}">
      <dsp:nvSpPr>
        <dsp:cNvPr id="0" name=""/>
        <dsp:cNvSpPr/>
      </dsp:nvSpPr>
      <dsp:spPr>
        <a:xfrm>
          <a:off x="7820354" y="4006921"/>
          <a:ext cx="2690518" cy="82027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Aviso al SAT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76</a:t>
          </a:r>
        </a:p>
      </dsp:txBody>
      <dsp:txXfrm>
        <a:off x="7820354" y="4006921"/>
        <a:ext cx="2690518" cy="820279"/>
      </dsp:txXfrm>
    </dsp:sp>
    <dsp:sp modelId="{21E62671-985E-45BE-BEF4-D1C39E6FFDA6}">
      <dsp:nvSpPr>
        <dsp:cNvPr id="0" name=""/>
        <dsp:cNvSpPr/>
      </dsp:nvSpPr>
      <dsp:spPr>
        <a:xfrm>
          <a:off x="4591732" y="4519596"/>
          <a:ext cx="2690518" cy="82027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Gastos no deducibles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28-XXI</a:t>
          </a:r>
        </a:p>
      </dsp:txBody>
      <dsp:txXfrm>
        <a:off x="4591732" y="4519596"/>
        <a:ext cx="2690518" cy="820279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83F07-46B3-404F-8819-3AE7C2150BEB}">
      <dsp:nvSpPr>
        <dsp:cNvPr id="0" name=""/>
        <dsp:cNvSpPr/>
      </dsp:nvSpPr>
      <dsp:spPr>
        <a:xfrm>
          <a:off x="2342931" y="3341862"/>
          <a:ext cx="556505" cy="23859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252" y="0"/>
              </a:lnTo>
              <a:lnTo>
                <a:pt x="278252" y="2385933"/>
              </a:lnTo>
              <a:lnTo>
                <a:pt x="556505" y="23859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2559934" y="4473579"/>
        <a:ext cx="122498" cy="122498"/>
      </dsp:txXfrm>
    </dsp:sp>
    <dsp:sp modelId="{F798D0D6-D2F8-4AA2-BBEE-32D435FAAF36}">
      <dsp:nvSpPr>
        <dsp:cNvPr id="0" name=""/>
        <dsp:cNvSpPr/>
      </dsp:nvSpPr>
      <dsp:spPr>
        <a:xfrm>
          <a:off x="5681966" y="4621661"/>
          <a:ext cx="5565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650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46306" y="4653468"/>
        <a:ext cx="27825" cy="27825"/>
      </dsp:txXfrm>
    </dsp:sp>
    <dsp:sp modelId="{42B2FC68-B679-4EAE-AFF8-ED5A41E6BE63}">
      <dsp:nvSpPr>
        <dsp:cNvPr id="0" name=""/>
        <dsp:cNvSpPr/>
      </dsp:nvSpPr>
      <dsp:spPr>
        <a:xfrm>
          <a:off x="2342931" y="3341862"/>
          <a:ext cx="556505" cy="13255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252" y="0"/>
              </a:lnTo>
              <a:lnTo>
                <a:pt x="278252" y="1325518"/>
              </a:lnTo>
              <a:lnTo>
                <a:pt x="556505" y="13255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585244" y="3968681"/>
        <a:ext cx="71880" cy="71880"/>
      </dsp:txXfrm>
    </dsp:sp>
    <dsp:sp modelId="{6E3848CE-3EC1-49A5-AD7F-ED13DB8D27E5}">
      <dsp:nvSpPr>
        <dsp:cNvPr id="0" name=""/>
        <dsp:cNvSpPr/>
      </dsp:nvSpPr>
      <dsp:spPr>
        <a:xfrm>
          <a:off x="5681966" y="3076758"/>
          <a:ext cx="556505" cy="5302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252" y="0"/>
              </a:lnTo>
              <a:lnTo>
                <a:pt x="278252" y="530207"/>
              </a:lnTo>
              <a:lnTo>
                <a:pt x="556505" y="5302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41002" y="3322646"/>
        <a:ext cx="38432" cy="38432"/>
      </dsp:txXfrm>
    </dsp:sp>
    <dsp:sp modelId="{19279FAA-FC09-43BB-A51B-C2971F4899A6}">
      <dsp:nvSpPr>
        <dsp:cNvPr id="0" name=""/>
        <dsp:cNvSpPr/>
      </dsp:nvSpPr>
      <dsp:spPr>
        <a:xfrm>
          <a:off x="5681966" y="2546550"/>
          <a:ext cx="556505" cy="530207"/>
        </a:xfrm>
        <a:custGeom>
          <a:avLst/>
          <a:gdLst/>
          <a:ahLst/>
          <a:cxnLst/>
          <a:rect l="0" t="0" r="0" b="0"/>
          <a:pathLst>
            <a:path>
              <a:moveTo>
                <a:pt x="0" y="530207"/>
              </a:moveTo>
              <a:lnTo>
                <a:pt x="278252" y="530207"/>
              </a:lnTo>
              <a:lnTo>
                <a:pt x="278252" y="0"/>
              </a:lnTo>
              <a:lnTo>
                <a:pt x="55650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41002" y="2792438"/>
        <a:ext cx="38432" cy="38432"/>
      </dsp:txXfrm>
    </dsp:sp>
    <dsp:sp modelId="{6D6391CC-51DF-4573-87A8-DC5D57D6F719}">
      <dsp:nvSpPr>
        <dsp:cNvPr id="0" name=""/>
        <dsp:cNvSpPr/>
      </dsp:nvSpPr>
      <dsp:spPr>
        <a:xfrm>
          <a:off x="2342931" y="3076758"/>
          <a:ext cx="556505" cy="265103"/>
        </a:xfrm>
        <a:custGeom>
          <a:avLst/>
          <a:gdLst/>
          <a:ahLst/>
          <a:cxnLst/>
          <a:rect l="0" t="0" r="0" b="0"/>
          <a:pathLst>
            <a:path>
              <a:moveTo>
                <a:pt x="0" y="265103"/>
              </a:moveTo>
              <a:lnTo>
                <a:pt x="278252" y="265103"/>
              </a:lnTo>
              <a:lnTo>
                <a:pt x="278252" y="0"/>
              </a:lnTo>
              <a:lnTo>
                <a:pt x="55650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05773" y="3193899"/>
        <a:ext cx="30821" cy="30821"/>
      </dsp:txXfrm>
    </dsp:sp>
    <dsp:sp modelId="{73D52FDC-81A0-4EC1-9AC2-4CA303BE7555}">
      <dsp:nvSpPr>
        <dsp:cNvPr id="0" name=""/>
        <dsp:cNvSpPr/>
      </dsp:nvSpPr>
      <dsp:spPr>
        <a:xfrm>
          <a:off x="5681966" y="955928"/>
          <a:ext cx="556505" cy="5302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252" y="0"/>
              </a:lnTo>
              <a:lnTo>
                <a:pt x="278252" y="530207"/>
              </a:lnTo>
              <a:lnTo>
                <a:pt x="556505" y="5302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41002" y="1201816"/>
        <a:ext cx="38432" cy="38432"/>
      </dsp:txXfrm>
    </dsp:sp>
    <dsp:sp modelId="{82D07768-3711-45C8-82F5-F5154ABCD50F}">
      <dsp:nvSpPr>
        <dsp:cNvPr id="0" name=""/>
        <dsp:cNvSpPr/>
      </dsp:nvSpPr>
      <dsp:spPr>
        <a:xfrm>
          <a:off x="5681966" y="425720"/>
          <a:ext cx="556505" cy="530207"/>
        </a:xfrm>
        <a:custGeom>
          <a:avLst/>
          <a:gdLst/>
          <a:ahLst/>
          <a:cxnLst/>
          <a:rect l="0" t="0" r="0" b="0"/>
          <a:pathLst>
            <a:path>
              <a:moveTo>
                <a:pt x="0" y="530207"/>
              </a:moveTo>
              <a:lnTo>
                <a:pt x="278252" y="530207"/>
              </a:lnTo>
              <a:lnTo>
                <a:pt x="278252" y="0"/>
              </a:lnTo>
              <a:lnTo>
                <a:pt x="55650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41002" y="671608"/>
        <a:ext cx="38432" cy="38432"/>
      </dsp:txXfrm>
    </dsp:sp>
    <dsp:sp modelId="{78C7F0C1-6CA0-448F-9A44-7092A5244124}">
      <dsp:nvSpPr>
        <dsp:cNvPr id="0" name=""/>
        <dsp:cNvSpPr/>
      </dsp:nvSpPr>
      <dsp:spPr>
        <a:xfrm>
          <a:off x="2342931" y="955928"/>
          <a:ext cx="556505" cy="2385933"/>
        </a:xfrm>
        <a:custGeom>
          <a:avLst/>
          <a:gdLst/>
          <a:ahLst/>
          <a:cxnLst/>
          <a:rect l="0" t="0" r="0" b="0"/>
          <a:pathLst>
            <a:path>
              <a:moveTo>
                <a:pt x="0" y="2385933"/>
              </a:moveTo>
              <a:lnTo>
                <a:pt x="278252" y="2385933"/>
              </a:lnTo>
              <a:lnTo>
                <a:pt x="278252" y="0"/>
              </a:lnTo>
              <a:lnTo>
                <a:pt x="55650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2559934" y="2087645"/>
        <a:ext cx="122498" cy="122498"/>
      </dsp:txXfrm>
    </dsp:sp>
    <dsp:sp modelId="{6E7BBEE0-A604-4B33-BE30-E68BE6A14160}">
      <dsp:nvSpPr>
        <dsp:cNvPr id="0" name=""/>
        <dsp:cNvSpPr/>
      </dsp:nvSpPr>
      <dsp:spPr>
        <a:xfrm rot="16200000">
          <a:off x="-313687" y="2917696"/>
          <a:ext cx="4464905" cy="848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Arrendamiento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28-XIII</a:t>
          </a:r>
        </a:p>
      </dsp:txBody>
      <dsp:txXfrm>
        <a:off x="-313687" y="2917696"/>
        <a:ext cx="4464905" cy="848332"/>
      </dsp:txXfrm>
    </dsp:sp>
    <dsp:sp modelId="{49ABAE27-EB69-4E45-9F7F-3CE463DDFEA9}">
      <dsp:nvSpPr>
        <dsp:cNvPr id="0" name=""/>
        <dsp:cNvSpPr/>
      </dsp:nvSpPr>
      <dsp:spPr>
        <a:xfrm>
          <a:off x="2899436" y="531762"/>
          <a:ext cx="2782529" cy="848332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solidFill>
                <a:schemeClr val="tx1"/>
              </a:solidFill>
            </a:rPr>
            <a:t>Aviones y Embarcaciones</a:t>
          </a:r>
        </a:p>
      </dsp:txBody>
      <dsp:txXfrm>
        <a:off x="2899436" y="531762"/>
        <a:ext cx="2782529" cy="848332"/>
      </dsp:txXfrm>
    </dsp:sp>
    <dsp:sp modelId="{4A3351D8-6CDD-4FE2-810E-220CA57365B8}">
      <dsp:nvSpPr>
        <dsp:cNvPr id="0" name=""/>
        <dsp:cNvSpPr/>
      </dsp:nvSpPr>
      <dsp:spPr>
        <a:xfrm>
          <a:off x="6238471" y="1554"/>
          <a:ext cx="2782529" cy="848332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Con Concesión para explotación comercial</a:t>
          </a:r>
        </a:p>
      </dsp:txBody>
      <dsp:txXfrm>
        <a:off x="6238471" y="1554"/>
        <a:ext cx="2782529" cy="848332"/>
      </dsp:txXfrm>
    </dsp:sp>
    <dsp:sp modelId="{6B5147EA-19C9-4DE9-82AA-BEDD7A2975E6}">
      <dsp:nvSpPr>
        <dsp:cNvPr id="0" name=""/>
        <dsp:cNvSpPr/>
      </dsp:nvSpPr>
      <dsp:spPr>
        <a:xfrm>
          <a:off x="6238471" y="1061969"/>
          <a:ext cx="2782529" cy="84833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Sin Concesión para </a:t>
          </a:r>
          <a:r>
            <a:rPr lang="es-MX" sz="2400" kern="1200"/>
            <a:t>explotación comercial</a:t>
          </a:r>
          <a:endParaRPr lang="es-MX" sz="2400" kern="1200" dirty="0"/>
        </a:p>
      </dsp:txBody>
      <dsp:txXfrm>
        <a:off x="6238471" y="1061969"/>
        <a:ext cx="2782529" cy="848332"/>
      </dsp:txXfrm>
    </dsp:sp>
    <dsp:sp modelId="{02A28B43-CE0B-49D0-A4F2-5BE23F43AFF5}">
      <dsp:nvSpPr>
        <dsp:cNvPr id="0" name=""/>
        <dsp:cNvSpPr/>
      </dsp:nvSpPr>
      <dsp:spPr>
        <a:xfrm>
          <a:off x="2899436" y="2652592"/>
          <a:ext cx="2782529" cy="848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/>
            <a:t>Automóviles</a:t>
          </a:r>
          <a:endParaRPr lang="es-MX" sz="2400" kern="1200" dirty="0"/>
        </a:p>
      </dsp:txBody>
      <dsp:txXfrm>
        <a:off x="2899436" y="2652592"/>
        <a:ext cx="2782529" cy="848332"/>
      </dsp:txXfrm>
    </dsp:sp>
    <dsp:sp modelId="{1D71692C-298A-45FB-9C43-4D4EED162937}">
      <dsp:nvSpPr>
        <dsp:cNvPr id="0" name=""/>
        <dsp:cNvSpPr/>
      </dsp:nvSpPr>
      <dsp:spPr>
        <a:xfrm>
          <a:off x="6238471" y="2122384"/>
          <a:ext cx="2782529" cy="848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$200 diarios</a:t>
          </a:r>
        </a:p>
      </dsp:txBody>
      <dsp:txXfrm>
        <a:off x="6238471" y="2122384"/>
        <a:ext cx="2782529" cy="848332"/>
      </dsp:txXfrm>
    </dsp:sp>
    <dsp:sp modelId="{71997A12-EC38-44AA-B763-277937A4CB0D}">
      <dsp:nvSpPr>
        <dsp:cNvPr id="0" name=""/>
        <dsp:cNvSpPr/>
      </dsp:nvSpPr>
      <dsp:spPr>
        <a:xfrm>
          <a:off x="6238471" y="3182800"/>
          <a:ext cx="2782529" cy="848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$285 </a:t>
          </a:r>
          <a:r>
            <a:rPr lang="en-US" sz="2400" kern="1200" dirty="0" err="1"/>
            <a:t>diarios</a:t>
          </a:r>
          <a:endParaRPr lang="en-US" sz="2400" kern="1200" dirty="0"/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</a:t>
          </a:r>
          <a:r>
            <a:rPr lang="en-US" sz="1400" kern="1200" dirty="0" err="1"/>
            <a:t>eléctricos</a:t>
          </a:r>
          <a:r>
            <a:rPr lang="en-US" sz="1400" kern="1200" dirty="0"/>
            <a:t>, </a:t>
          </a:r>
          <a:r>
            <a:rPr lang="en-US" sz="1400" kern="1200" dirty="0" err="1"/>
            <a:t>híbridos</a:t>
          </a:r>
          <a:r>
            <a:rPr lang="en-US" sz="1400" kern="1200" dirty="0"/>
            <a:t> e </a:t>
          </a:r>
          <a:r>
            <a:rPr lang="en-US" sz="1400" kern="1200" dirty="0" err="1"/>
            <a:t>hidrógeno</a:t>
          </a:r>
          <a:r>
            <a:rPr lang="en-US" sz="1400" kern="1200" dirty="0"/>
            <a:t>)</a:t>
          </a:r>
          <a:endParaRPr lang="en-US" sz="2400" kern="1200" dirty="0"/>
        </a:p>
      </dsp:txBody>
      <dsp:txXfrm>
        <a:off x="6238471" y="3182800"/>
        <a:ext cx="2782529" cy="848332"/>
      </dsp:txXfrm>
    </dsp:sp>
    <dsp:sp modelId="{4ABD2B8F-DB7B-43A2-B0BB-927EA2C685C0}">
      <dsp:nvSpPr>
        <dsp:cNvPr id="0" name=""/>
        <dsp:cNvSpPr/>
      </dsp:nvSpPr>
      <dsp:spPr>
        <a:xfrm>
          <a:off x="2899436" y="4243215"/>
          <a:ext cx="2782529" cy="848332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solidFill>
                <a:schemeClr val="tx1"/>
              </a:solidFill>
            </a:rPr>
            <a:t>Casa Habitación</a:t>
          </a:r>
        </a:p>
      </dsp:txBody>
      <dsp:txXfrm>
        <a:off x="2899436" y="4243215"/>
        <a:ext cx="2782529" cy="848332"/>
      </dsp:txXfrm>
    </dsp:sp>
    <dsp:sp modelId="{032D32F8-B89F-496B-A273-1E544EB2CB35}">
      <dsp:nvSpPr>
        <dsp:cNvPr id="0" name=""/>
        <dsp:cNvSpPr/>
      </dsp:nvSpPr>
      <dsp:spPr>
        <a:xfrm>
          <a:off x="6238471" y="4243215"/>
          <a:ext cx="2782529" cy="848332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Autorización SAT</a:t>
          </a:r>
        </a:p>
      </dsp:txBody>
      <dsp:txXfrm>
        <a:off x="6238471" y="4243215"/>
        <a:ext cx="2782529" cy="848332"/>
      </dsp:txXfrm>
    </dsp:sp>
    <dsp:sp modelId="{905B568B-E7BE-4A40-86F1-C79B61119EB3}">
      <dsp:nvSpPr>
        <dsp:cNvPr id="0" name=""/>
        <dsp:cNvSpPr/>
      </dsp:nvSpPr>
      <dsp:spPr>
        <a:xfrm>
          <a:off x="2899436" y="5303630"/>
          <a:ext cx="2782529" cy="84833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/>
            <a:t>Casa </a:t>
          </a:r>
          <a:r>
            <a:rPr lang="es-MX" sz="2400" kern="1200" dirty="0"/>
            <a:t>de Recreo</a:t>
          </a:r>
        </a:p>
      </dsp:txBody>
      <dsp:txXfrm>
        <a:off x="2899436" y="5303630"/>
        <a:ext cx="2782529" cy="848332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22656-F248-4163-9C66-45BEC7EEC262}">
      <dsp:nvSpPr>
        <dsp:cNvPr id="0" name=""/>
        <dsp:cNvSpPr/>
      </dsp:nvSpPr>
      <dsp:spPr>
        <a:xfrm>
          <a:off x="1199" y="2526"/>
          <a:ext cx="11386570" cy="987935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Pérdidas en Enajenación de Acciones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28-XVII</a:t>
          </a:r>
        </a:p>
      </dsp:txBody>
      <dsp:txXfrm>
        <a:off x="30135" y="31462"/>
        <a:ext cx="11328698" cy="930063"/>
      </dsp:txXfrm>
    </dsp:sp>
    <dsp:sp modelId="{C6BFEFF1-3A9C-4A92-9CAA-3CA8FD15D18B}">
      <dsp:nvSpPr>
        <dsp:cNvPr id="0" name=""/>
        <dsp:cNvSpPr/>
      </dsp:nvSpPr>
      <dsp:spPr>
        <a:xfrm>
          <a:off x="1199" y="1088558"/>
          <a:ext cx="3538532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No deducibles</a:t>
          </a:r>
        </a:p>
      </dsp:txBody>
      <dsp:txXfrm>
        <a:off x="30135" y="1117494"/>
        <a:ext cx="3480660" cy="930063"/>
      </dsp:txXfrm>
    </dsp:sp>
    <dsp:sp modelId="{580A149A-1C93-4E9A-855B-8C1A947E2B59}">
      <dsp:nvSpPr>
        <dsp:cNvPr id="0" name=""/>
        <dsp:cNvSpPr/>
      </dsp:nvSpPr>
      <dsp:spPr>
        <a:xfrm>
          <a:off x="1199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Primas o sobreprecios en reembolsos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28-X</a:t>
          </a:r>
        </a:p>
      </dsp:txBody>
      <dsp:txXfrm>
        <a:off x="21253" y="2194644"/>
        <a:ext cx="644592" cy="947827"/>
      </dsp:txXfrm>
    </dsp:sp>
    <dsp:sp modelId="{5200E75C-A6FE-4EA0-9F14-D7E62F694012}">
      <dsp:nvSpPr>
        <dsp:cNvPr id="0" name=""/>
        <dsp:cNvSpPr/>
      </dsp:nvSpPr>
      <dsp:spPr>
        <a:xfrm>
          <a:off x="714657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Crédito Comercial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LISR 28-XII</a:t>
          </a:r>
        </a:p>
      </dsp:txBody>
      <dsp:txXfrm>
        <a:off x="734711" y="2194644"/>
        <a:ext cx="644592" cy="947827"/>
      </dsp:txXfrm>
    </dsp:sp>
    <dsp:sp modelId="{8001964C-5215-4167-B028-9F95819498E0}">
      <dsp:nvSpPr>
        <dsp:cNvPr id="0" name=""/>
        <dsp:cNvSpPr/>
      </dsp:nvSpPr>
      <dsp:spPr>
        <a:xfrm>
          <a:off x="1428115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Pérdidas en fusión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LISR 28-XVI</a:t>
          </a:r>
        </a:p>
      </dsp:txBody>
      <dsp:txXfrm>
        <a:off x="1448169" y="2194644"/>
        <a:ext cx="644592" cy="947827"/>
      </dsp:txXfrm>
    </dsp:sp>
    <dsp:sp modelId="{0054FE6B-8800-4E42-AF76-14F62CCF0B2D}">
      <dsp:nvSpPr>
        <dsp:cNvPr id="0" name=""/>
        <dsp:cNvSpPr/>
      </dsp:nvSpPr>
      <dsp:spPr>
        <a:xfrm>
          <a:off x="2141573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Pérdidas en liquidación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LISR 28-XVI</a:t>
          </a:r>
        </a:p>
      </dsp:txBody>
      <dsp:txXfrm>
        <a:off x="2161627" y="2194644"/>
        <a:ext cx="644592" cy="947827"/>
      </dsp:txXfrm>
    </dsp:sp>
    <dsp:sp modelId="{071A6882-4CA8-4912-BBC9-41513BBDF868}">
      <dsp:nvSpPr>
        <dsp:cNvPr id="0" name=""/>
        <dsp:cNvSpPr/>
      </dsp:nvSpPr>
      <dsp:spPr>
        <a:xfrm>
          <a:off x="2855031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Pérdidas por reducción de capital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LISR 28-XVI</a:t>
          </a:r>
        </a:p>
      </dsp:txBody>
      <dsp:txXfrm>
        <a:off x="2875085" y="2194644"/>
        <a:ext cx="644592" cy="947827"/>
      </dsp:txXfrm>
    </dsp:sp>
    <dsp:sp modelId="{29DEFD82-A7E9-4138-A6E1-E2CDB083086D}">
      <dsp:nvSpPr>
        <dsp:cNvPr id="0" name=""/>
        <dsp:cNvSpPr/>
      </dsp:nvSpPr>
      <dsp:spPr>
        <a:xfrm>
          <a:off x="3597246" y="1088558"/>
          <a:ext cx="2781938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Deducción cedular</a:t>
          </a:r>
        </a:p>
      </dsp:txBody>
      <dsp:txXfrm>
        <a:off x="3626182" y="1117494"/>
        <a:ext cx="2724066" cy="930063"/>
      </dsp:txXfrm>
    </dsp:sp>
    <dsp:sp modelId="{E266DCD2-2F6D-4ADB-9031-17D55155BBAF}">
      <dsp:nvSpPr>
        <dsp:cNvPr id="0" name=""/>
        <dsp:cNvSpPr/>
      </dsp:nvSpPr>
      <dsp:spPr>
        <a:xfrm>
          <a:off x="3597246" y="2174590"/>
          <a:ext cx="2781938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Solamente contra ganancias por el mismo concepto</a:t>
          </a:r>
        </a:p>
      </dsp:txBody>
      <dsp:txXfrm>
        <a:off x="3626182" y="2203526"/>
        <a:ext cx="2724066" cy="930063"/>
      </dsp:txXfrm>
    </dsp:sp>
    <dsp:sp modelId="{71F1EDCC-0657-49B5-A15F-51121ADB25CD}">
      <dsp:nvSpPr>
        <dsp:cNvPr id="0" name=""/>
        <dsp:cNvSpPr/>
      </dsp:nvSpPr>
      <dsp:spPr>
        <a:xfrm>
          <a:off x="3597246" y="3260621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En el mismo ejercicio</a:t>
          </a:r>
        </a:p>
      </dsp:txBody>
      <dsp:txXfrm>
        <a:off x="3617300" y="3280675"/>
        <a:ext cx="644592" cy="947827"/>
      </dsp:txXfrm>
    </dsp:sp>
    <dsp:sp modelId="{942D6EAB-F563-4B40-BF7E-4E3C72F192CE}">
      <dsp:nvSpPr>
        <dsp:cNvPr id="0" name=""/>
        <dsp:cNvSpPr/>
      </dsp:nvSpPr>
      <dsp:spPr>
        <a:xfrm>
          <a:off x="4296325" y="3260621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En los 10 ejercicios siguientes</a:t>
          </a:r>
        </a:p>
      </dsp:txBody>
      <dsp:txXfrm>
        <a:off x="4316379" y="3280675"/>
        <a:ext cx="644592" cy="947827"/>
      </dsp:txXfrm>
    </dsp:sp>
    <dsp:sp modelId="{2CD9042F-9E25-4481-98B7-6108670199C3}">
      <dsp:nvSpPr>
        <dsp:cNvPr id="0" name=""/>
        <dsp:cNvSpPr/>
      </dsp:nvSpPr>
      <dsp:spPr>
        <a:xfrm>
          <a:off x="4995405" y="3260621"/>
          <a:ext cx="1383779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Actualizable por inflación</a:t>
          </a:r>
        </a:p>
      </dsp:txBody>
      <dsp:txXfrm>
        <a:off x="5024341" y="3289557"/>
        <a:ext cx="1325907" cy="930063"/>
      </dsp:txXfrm>
    </dsp:sp>
    <dsp:sp modelId="{832C6195-5C3D-43AB-AF3E-B4EED1BCDC3C}">
      <dsp:nvSpPr>
        <dsp:cNvPr id="0" name=""/>
        <dsp:cNvSpPr/>
      </dsp:nvSpPr>
      <dsp:spPr>
        <a:xfrm>
          <a:off x="4995405" y="4346653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Ejercicio en que se incurrieron</a:t>
          </a:r>
        </a:p>
      </dsp:txBody>
      <dsp:txXfrm>
        <a:off x="5015459" y="4366707"/>
        <a:ext cx="644592" cy="947827"/>
      </dsp:txXfrm>
    </dsp:sp>
    <dsp:sp modelId="{E3E84549-8E3A-4D92-B046-8D6A1E73840B}">
      <dsp:nvSpPr>
        <dsp:cNvPr id="0" name=""/>
        <dsp:cNvSpPr/>
      </dsp:nvSpPr>
      <dsp:spPr>
        <a:xfrm>
          <a:off x="4995405" y="5432684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INPC Mes de Cierre /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INPC  mes de origen</a:t>
          </a:r>
        </a:p>
      </dsp:txBody>
      <dsp:txXfrm>
        <a:off x="5015459" y="5452738"/>
        <a:ext cx="644592" cy="947827"/>
      </dsp:txXfrm>
    </dsp:sp>
    <dsp:sp modelId="{1DCD0629-8BE1-4ECA-930E-0D8F749A2EF9}">
      <dsp:nvSpPr>
        <dsp:cNvPr id="0" name=""/>
        <dsp:cNvSpPr/>
      </dsp:nvSpPr>
      <dsp:spPr>
        <a:xfrm>
          <a:off x="5694484" y="4346653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Siguientes Ejercicios</a:t>
          </a:r>
        </a:p>
      </dsp:txBody>
      <dsp:txXfrm>
        <a:off x="5714538" y="4366707"/>
        <a:ext cx="644592" cy="947827"/>
      </dsp:txXfrm>
    </dsp:sp>
    <dsp:sp modelId="{77CE7979-CDEF-4C42-A5F5-F9C8AF637993}">
      <dsp:nvSpPr>
        <dsp:cNvPr id="0" name=""/>
        <dsp:cNvSpPr/>
      </dsp:nvSpPr>
      <dsp:spPr>
        <a:xfrm>
          <a:off x="5694484" y="5432684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INPC Cierre  anterior /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INPC Ultima Actualización</a:t>
          </a:r>
        </a:p>
      </dsp:txBody>
      <dsp:txXfrm>
        <a:off x="5714538" y="5452738"/>
        <a:ext cx="644592" cy="947827"/>
      </dsp:txXfrm>
    </dsp:sp>
    <dsp:sp modelId="{35DBDC32-F0B4-45AF-84AF-AA0C5A68347F}">
      <dsp:nvSpPr>
        <dsp:cNvPr id="0" name=""/>
        <dsp:cNvSpPr/>
      </dsp:nvSpPr>
      <dsp:spPr>
        <a:xfrm>
          <a:off x="6436699" y="1088558"/>
          <a:ext cx="3495396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Valor de mercado</a:t>
          </a:r>
        </a:p>
      </dsp:txBody>
      <dsp:txXfrm>
        <a:off x="6465635" y="1117494"/>
        <a:ext cx="3437524" cy="930063"/>
      </dsp:txXfrm>
    </dsp:sp>
    <dsp:sp modelId="{C130D4E3-FE37-4B14-A6CE-15123B018AF2}">
      <dsp:nvSpPr>
        <dsp:cNvPr id="0" name=""/>
        <dsp:cNvSpPr/>
      </dsp:nvSpPr>
      <dsp:spPr>
        <a:xfrm>
          <a:off x="6436699" y="2174590"/>
          <a:ext cx="2781938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Acciones en Bolsa</a:t>
          </a:r>
        </a:p>
      </dsp:txBody>
      <dsp:txXfrm>
        <a:off x="6465635" y="2203526"/>
        <a:ext cx="2724066" cy="930063"/>
      </dsp:txXfrm>
    </dsp:sp>
    <dsp:sp modelId="{06EBDD1A-E66A-44DF-89BB-60D257CEEAB6}">
      <dsp:nvSpPr>
        <dsp:cNvPr id="0" name=""/>
        <dsp:cNvSpPr/>
      </dsp:nvSpPr>
      <dsp:spPr>
        <a:xfrm>
          <a:off x="6436699" y="3260621"/>
          <a:ext cx="1383779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Valor de Enajenación</a:t>
          </a:r>
        </a:p>
      </dsp:txBody>
      <dsp:txXfrm>
        <a:off x="6465635" y="3289557"/>
        <a:ext cx="1325907" cy="930063"/>
      </dsp:txXfrm>
    </dsp:sp>
    <dsp:sp modelId="{D5B4FDE7-1A53-4617-A1D2-5F764BEDEA3B}">
      <dsp:nvSpPr>
        <dsp:cNvPr id="0" name=""/>
        <dsp:cNvSpPr/>
      </dsp:nvSpPr>
      <dsp:spPr>
        <a:xfrm>
          <a:off x="6436699" y="4346653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Bolsa</a:t>
          </a:r>
        </a:p>
      </dsp:txBody>
      <dsp:txXfrm>
        <a:off x="6456753" y="4366707"/>
        <a:ext cx="644592" cy="947827"/>
      </dsp:txXfrm>
    </dsp:sp>
    <dsp:sp modelId="{C0D1D73E-0CB8-442B-B98E-9179AD64A923}">
      <dsp:nvSpPr>
        <dsp:cNvPr id="0" name=""/>
        <dsp:cNvSpPr/>
      </dsp:nvSpPr>
      <dsp:spPr>
        <a:xfrm>
          <a:off x="7135779" y="4346653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Promedio o real si se enajena fuera de ella</a:t>
          </a:r>
        </a:p>
      </dsp:txBody>
      <dsp:txXfrm>
        <a:off x="7155833" y="4366707"/>
        <a:ext cx="644592" cy="947827"/>
      </dsp:txXfrm>
    </dsp:sp>
    <dsp:sp modelId="{115BA8E0-6BD8-4008-AEB7-AD26B286DFE6}">
      <dsp:nvSpPr>
        <dsp:cNvPr id="0" name=""/>
        <dsp:cNvSpPr/>
      </dsp:nvSpPr>
      <dsp:spPr>
        <a:xfrm>
          <a:off x="7834858" y="3260621"/>
          <a:ext cx="1383779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Costo de Adquisición</a:t>
          </a:r>
        </a:p>
      </dsp:txBody>
      <dsp:txXfrm>
        <a:off x="7863794" y="3289557"/>
        <a:ext cx="1325907" cy="930063"/>
      </dsp:txXfrm>
    </dsp:sp>
    <dsp:sp modelId="{91E6C478-772D-4149-8EC6-4A6F635B027E}">
      <dsp:nvSpPr>
        <dsp:cNvPr id="0" name=""/>
        <dsp:cNvSpPr/>
      </dsp:nvSpPr>
      <dsp:spPr>
        <a:xfrm>
          <a:off x="7834858" y="4346653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Bolsa</a:t>
          </a:r>
        </a:p>
      </dsp:txBody>
      <dsp:txXfrm>
        <a:off x="7854912" y="4366707"/>
        <a:ext cx="644592" cy="947827"/>
      </dsp:txXfrm>
    </dsp:sp>
    <dsp:sp modelId="{9BA4276F-3B5D-48B6-A53B-0721A7CAAD80}">
      <dsp:nvSpPr>
        <dsp:cNvPr id="0" name=""/>
        <dsp:cNvSpPr/>
      </dsp:nvSpPr>
      <dsp:spPr>
        <a:xfrm>
          <a:off x="8533937" y="4346653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Promedio o real si se adquirió fuera de ella</a:t>
          </a:r>
        </a:p>
      </dsp:txBody>
      <dsp:txXfrm>
        <a:off x="8553991" y="4366707"/>
        <a:ext cx="644592" cy="947827"/>
      </dsp:txXfrm>
    </dsp:sp>
    <dsp:sp modelId="{304BDAEB-BC2A-4062-8A0F-8956D6E1E938}">
      <dsp:nvSpPr>
        <dsp:cNvPr id="0" name=""/>
        <dsp:cNvSpPr/>
      </dsp:nvSpPr>
      <dsp:spPr>
        <a:xfrm>
          <a:off x="9247395" y="2174590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Acciones no listadas</a:t>
          </a:r>
        </a:p>
      </dsp:txBody>
      <dsp:txXfrm>
        <a:off x="9267449" y="2194644"/>
        <a:ext cx="644592" cy="947827"/>
      </dsp:txXfrm>
    </dsp:sp>
    <dsp:sp modelId="{92186AA9-6314-4E81-AD43-81873C585005}">
      <dsp:nvSpPr>
        <dsp:cNvPr id="0" name=""/>
        <dsp:cNvSpPr/>
      </dsp:nvSpPr>
      <dsp:spPr>
        <a:xfrm>
          <a:off x="9247395" y="3260621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Valor de Enajenación: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Real o Precios de </a:t>
          </a:r>
          <a:r>
            <a:rPr lang="es-MX" sz="800" kern="1200" dirty="0" err="1"/>
            <a:t>Transferncia</a:t>
          </a:r>
          <a:endParaRPr lang="es-MX" sz="800" kern="1200" dirty="0"/>
        </a:p>
      </dsp:txBody>
      <dsp:txXfrm>
        <a:off x="9267449" y="3280675"/>
        <a:ext cx="644592" cy="947827"/>
      </dsp:txXfrm>
    </dsp:sp>
    <dsp:sp modelId="{2C49C894-AFA2-483E-9DD9-4EDF65AEC8DA}">
      <dsp:nvSpPr>
        <dsp:cNvPr id="0" name=""/>
        <dsp:cNvSpPr/>
      </dsp:nvSpPr>
      <dsp:spPr>
        <a:xfrm>
          <a:off x="9989611" y="1088558"/>
          <a:ext cx="1398158" cy="987935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Aviso (Excepto Bolsa)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(10 días)</a:t>
          </a:r>
        </a:p>
      </dsp:txBody>
      <dsp:txXfrm>
        <a:off x="10018547" y="1117494"/>
        <a:ext cx="1340286" cy="930063"/>
      </dsp:txXfrm>
    </dsp:sp>
    <dsp:sp modelId="{35432682-2E53-43F5-8B2E-311FB1FB8A71}">
      <dsp:nvSpPr>
        <dsp:cNvPr id="0" name=""/>
        <dsp:cNvSpPr/>
      </dsp:nvSpPr>
      <dsp:spPr>
        <a:xfrm>
          <a:off x="9989611" y="2174590"/>
          <a:ext cx="684700" cy="987935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Adquirente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En todo caso</a:t>
          </a:r>
        </a:p>
      </dsp:txBody>
      <dsp:txXfrm>
        <a:off x="10009665" y="2194644"/>
        <a:ext cx="644592" cy="947827"/>
      </dsp:txXfrm>
    </dsp:sp>
    <dsp:sp modelId="{82EF7BFA-6BC1-410D-B35B-34D384ADEFBB}">
      <dsp:nvSpPr>
        <dsp:cNvPr id="0" name=""/>
        <dsp:cNvSpPr/>
      </dsp:nvSpPr>
      <dsp:spPr>
        <a:xfrm>
          <a:off x="10703069" y="2174590"/>
          <a:ext cx="684700" cy="987935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Enajenante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Cuando haya pérdida</a:t>
          </a:r>
        </a:p>
      </dsp:txBody>
      <dsp:txXfrm>
        <a:off x="10723123" y="2194644"/>
        <a:ext cx="644592" cy="947827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2F8E3-48FD-4FA4-AA4B-289E2947F752}">
      <dsp:nvSpPr>
        <dsp:cNvPr id="0" name=""/>
        <dsp:cNvSpPr/>
      </dsp:nvSpPr>
      <dsp:spPr>
        <a:xfrm>
          <a:off x="634762" y="3404223"/>
          <a:ext cx="411382" cy="17637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1763740"/>
              </a:lnTo>
              <a:lnTo>
                <a:pt x="411382" y="17637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795177" y="4240816"/>
        <a:ext cx="90554" cy="90554"/>
      </dsp:txXfrm>
    </dsp:sp>
    <dsp:sp modelId="{BA2F4163-B7C3-4F7F-A4B9-D5787B6CB85C}">
      <dsp:nvSpPr>
        <dsp:cNvPr id="0" name=""/>
        <dsp:cNvSpPr/>
      </dsp:nvSpPr>
      <dsp:spPr>
        <a:xfrm>
          <a:off x="634762" y="3404223"/>
          <a:ext cx="411382" cy="9798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979855"/>
              </a:lnTo>
              <a:lnTo>
                <a:pt x="411382" y="9798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3886" y="3867583"/>
        <a:ext cx="53135" cy="53135"/>
      </dsp:txXfrm>
    </dsp:sp>
    <dsp:sp modelId="{3C586A4A-D002-4AEC-A938-BD178FA130DA}">
      <dsp:nvSpPr>
        <dsp:cNvPr id="0" name=""/>
        <dsp:cNvSpPr/>
      </dsp:nvSpPr>
      <dsp:spPr>
        <a:xfrm>
          <a:off x="634762" y="3404223"/>
          <a:ext cx="411382" cy="195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195971"/>
              </a:lnTo>
              <a:lnTo>
                <a:pt x="411382" y="19597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29062" y="3490817"/>
        <a:ext cx="22783" cy="22783"/>
      </dsp:txXfrm>
    </dsp:sp>
    <dsp:sp modelId="{21096709-54BA-4D81-83AC-ABCFAB258044}">
      <dsp:nvSpPr>
        <dsp:cNvPr id="0" name=""/>
        <dsp:cNvSpPr/>
      </dsp:nvSpPr>
      <dsp:spPr>
        <a:xfrm>
          <a:off x="3103058" y="2770590"/>
          <a:ext cx="4113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38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98465" y="2806025"/>
        <a:ext cx="20569" cy="20569"/>
      </dsp:txXfrm>
    </dsp:sp>
    <dsp:sp modelId="{97DE6806-A0A2-4573-965C-5037A123163A}">
      <dsp:nvSpPr>
        <dsp:cNvPr id="0" name=""/>
        <dsp:cNvSpPr/>
      </dsp:nvSpPr>
      <dsp:spPr>
        <a:xfrm>
          <a:off x="634762" y="2816310"/>
          <a:ext cx="411382" cy="587913"/>
        </a:xfrm>
        <a:custGeom>
          <a:avLst/>
          <a:gdLst/>
          <a:ahLst/>
          <a:cxnLst/>
          <a:rect l="0" t="0" r="0" b="0"/>
          <a:pathLst>
            <a:path>
              <a:moveTo>
                <a:pt x="0" y="587913"/>
              </a:moveTo>
              <a:lnTo>
                <a:pt x="205691" y="587913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22515" y="3092328"/>
        <a:ext cx="35877" cy="35877"/>
      </dsp:txXfrm>
    </dsp:sp>
    <dsp:sp modelId="{3CD23141-D031-41ED-B787-93377F34DAA6}">
      <dsp:nvSpPr>
        <dsp:cNvPr id="0" name=""/>
        <dsp:cNvSpPr/>
      </dsp:nvSpPr>
      <dsp:spPr>
        <a:xfrm>
          <a:off x="8039649" y="3162532"/>
          <a:ext cx="4113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38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235055" y="3197968"/>
        <a:ext cx="20569" cy="20569"/>
      </dsp:txXfrm>
    </dsp:sp>
    <dsp:sp modelId="{CF2B7A72-DB06-47F1-A17A-C884464E349A}">
      <dsp:nvSpPr>
        <dsp:cNvPr id="0" name=""/>
        <dsp:cNvSpPr/>
      </dsp:nvSpPr>
      <dsp:spPr>
        <a:xfrm>
          <a:off x="5571353" y="2032425"/>
          <a:ext cx="411382" cy="1175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1175826"/>
              </a:lnTo>
              <a:lnTo>
                <a:pt x="411382" y="117582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5902" y="2589196"/>
        <a:ext cx="62285" cy="62285"/>
      </dsp:txXfrm>
    </dsp:sp>
    <dsp:sp modelId="{E43AF941-4C27-47D9-8F74-3AF33249FC87}">
      <dsp:nvSpPr>
        <dsp:cNvPr id="0" name=""/>
        <dsp:cNvSpPr/>
      </dsp:nvSpPr>
      <dsp:spPr>
        <a:xfrm>
          <a:off x="5571353" y="2032425"/>
          <a:ext cx="411382" cy="3919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391942"/>
              </a:lnTo>
              <a:lnTo>
                <a:pt x="411382" y="39194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62840" y="2214191"/>
        <a:ext cx="28410" cy="28410"/>
      </dsp:txXfrm>
    </dsp:sp>
    <dsp:sp modelId="{FFDEB54E-CD86-4A34-8A0A-54EC60680AC6}">
      <dsp:nvSpPr>
        <dsp:cNvPr id="0" name=""/>
        <dsp:cNvSpPr/>
      </dsp:nvSpPr>
      <dsp:spPr>
        <a:xfrm>
          <a:off x="5571353" y="1640483"/>
          <a:ext cx="411382" cy="391942"/>
        </a:xfrm>
        <a:custGeom>
          <a:avLst/>
          <a:gdLst/>
          <a:ahLst/>
          <a:cxnLst/>
          <a:rect l="0" t="0" r="0" b="0"/>
          <a:pathLst>
            <a:path>
              <a:moveTo>
                <a:pt x="0" y="391942"/>
              </a:moveTo>
              <a:lnTo>
                <a:pt x="205691" y="391942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62840" y="1822249"/>
        <a:ext cx="28410" cy="28410"/>
      </dsp:txXfrm>
    </dsp:sp>
    <dsp:sp modelId="{AE225884-E2F8-420F-98A2-F557A4D401CE}">
      <dsp:nvSpPr>
        <dsp:cNvPr id="0" name=""/>
        <dsp:cNvSpPr/>
      </dsp:nvSpPr>
      <dsp:spPr>
        <a:xfrm>
          <a:off x="5571353" y="856599"/>
          <a:ext cx="411382" cy="1175826"/>
        </a:xfrm>
        <a:custGeom>
          <a:avLst/>
          <a:gdLst/>
          <a:ahLst/>
          <a:cxnLst/>
          <a:rect l="0" t="0" r="0" b="0"/>
          <a:pathLst>
            <a:path>
              <a:moveTo>
                <a:pt x="0" y="1175826"/>
              </a:moveTo>
              <a:lnTo>
                <a:pt x="205691" y="1175826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5902" y="1413369"/>
        <a:ext cx="62285" cy="62285"/>
      </dsp:txXfrm>
    </dsp:sp>
    <dsp:sp modelId="{72C6BCD5-198D-490F-96A9-17C809147F22}">
      <dsp:nvSpPr>
        <dsp:cNvPr id="0" name=""/>
        <dsp:cNvSpPr/>
      </dsp:nvSpPr>
      <dsp:spPr>
        <a:xfrm>
          <a:off x="3103058" y="1640483"/>
          <a:ext cx="411382" cy="3919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391942"/>
              </a:lnTo>
              <a:lnTo>
                <a:pt x="411382" y="39194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94544" y="1822249"/>
        <a:ext cx="28410" cy="28410"/>
      </dsp:txXfrm>
    </dsp:sp>
    <dsp:sp modelId="{BF6F63CA-98A2-4ACE-B1F6-030A761DDDF6}">
      <dsp:nvSpPr>
        <dsp:cNvPr id="0" name=""/>
        <dsp:cNvSpPr/>
      </dsp:nvSpPr>
      <dsp:spPr>
        <a:xfrm>
          <a:off x="3103058" y="1248541"/>
          <a:ext cx="411382" cy="391942"/>
        </a:xfrm>
        <a:custGeom>
          <a:avLst/>
          <a:gdLst/>
          <a:ahLst/>
          <a:cxnLst/>
          <a:rect l="0" t="0" r="0" b="0"/>
          <a:pathLst>
            <a:path>
              <a:moveTo>
                <a:pt x="0" y="391942"/>
              </a:moveTo>
              <a:lnTo>
                <a:pt x="205691" y="391942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94544" y="1430307"/>
        <a:ext cx="28410" cy="28410"/>
      </dsp:txXfrm>
    </dsp:sp>
    <dsp:sp modelId="{3BF3A337-ED7A-4571-803D-6BB78E56721F}">
      <dsp:nvSpPr>
        <dsp:cNvPr id="0" name=""/>
        <dsp:cNvSpPr/>
      </dsp:nvSpPr>
      <dsp:spPr>
        <a:xfrm>
          <a:off x="634762" y="1640483"/>
          <a:ext cx="411382" cy="1763740"/>
        </a:xfrm>
        <a:custGeom>
          <a:avLst/>
          <a:gdLst/>
          <a:ahLst/>
          <a:cxnLst/>
          <a:rect l="0" t="0" r="0" b="0"/>
          <a:pathLst>
            <a:path>
              <a:moveTo>
                <a:pt x="0" y="1763740"/>
              </a:moveTo>
              <a:lnTo>
                <a:pt x="205691" y="1763740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795177" y="2477076"/>
        <a:ext cx="90554" cy="90554"/>
      </dsp:txXfrm>
    </dsp:sp>
    <dsp:sp modelId="{DB478AB2-ACFA-4614-96C4-63F7933B2A64}">
      <dsp:nvSpPr>
        <dsp:cNvPr id="0" name=""/>
        <dsp:cNvSpPr/>
      </dsp:nvSpPr>
      <dsp:spPr>
        <a:xfrm rot="16200000">
          <a:off x="-1329074" y="3090669"/>
          <a:ext cx="3300566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Intereses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27-VII</a:t>
          </a:r>
        </a:p>
      </dsp:txBody>
      <dsp:txXfrm>
        <a:off x="-1329074" y="3090669"/>
        <a:ext cx="3300566" cy="627107"/>
      </dsp:txXfrm>
    </dsp:sp>
    <dsp:sp modelId="{8E83F4D3-583D-428B-A5FC-5A5175CBD5B3}">
      <dsp:nvSpPr>
        <dsp:cNvPr id="0" name=""/>
        <dsp:cNvSpPr/>
      </dsp:nvSpPr>
      <dsp:spPr>
        <a:xfrm>
          <a:off x="1046145" y="1326929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Por capitales tomados en préstamo</a:t>
          </a:r>
        </a:p>
      </dsp:txBody>
      <dsp:txXfrm>
        <a:off x="1046145" y="1326929"/>
        <a:ext cx="2056912" cy="627107"/>
      </dsp:txXfrm>
    </dsp:sp>
    <dsp:sp modelId="{AC876DB3-BAB5-4480-8C98-2E0194CEE545}">
      <dsp:nvSpPr>
        <dsp:cNvPr id="0" name=""/>
        <dsp:cNvSpPr/>
      </dsp:nvSpPr>
      <dsp:spPr>
        <a:xfrm>
          <a:off x="3514440" y="934987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Inversión en los fines del negocio</a:t>
          </a:r>
        </a:p>
      </dsp:txBody>
      <dsp:txXfrm>
        <a:off x="3514440" y="934987"/>
        <a:ext cx="2056912" cy="627107"/>
      </dsp:txXfrm>
    </dsp:sp>
    <dsp:sp modelId="{5D360116-4207-4680-BFC6-5A45EB2F7C08}">
      <dsp:nvSpPr>
        <dsp:cNvPr id="0" name=""/>
        <dsp:cNvSpPr/>
      </dsp:nvSpPr>
      <dsp:spPr>
        <a:xfrm>
          <a:off x="3514440" y="1718872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Préstamos a terceros, trabajadores, funcionarios o accionistas</a:t>
          </a:r>
        </a:p>
      </dsp:txBody>
      <dsp:txXfrm>
        <a:off x="3514440" y="1718872"/>
        <a:ext cx="2056912" cy="627107"/>
      </dsp:txXfrm>
    </dsp:sp>
    <dsp:sp modelId="{B6DA1D5F-5A0C-4736-804A-9D9E877F5458}">
      <dsp:nvSpPr>
        <dsp:cNvPr id="0" name=""/>
        <dsp:cNvSpPr/>
      </dsp:nvSpPr>
      <dsp:spPr>
        <a:xfrm>
          <a:off x="5982736" y="543045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Hasta por la tasa más baja</a:t>
          </a:r>
        </a:p>
      </dsp:txBody>
      <dsp:txXfrm>
        <a:off x="5982736" y="543045"/>
        <a:ext cx="2056912" cy="627107"/>
      </dsp:txXfrm>
    </dsp:sp>
    <dsp:sp modelId="{7FB10854-D9EE-4D7F-AAAE-C448A5EC44AF}">
      <dsp:nvSpPr>
        <dsp:cNvPr id="0" name=""/>
        <dsp:cNvSpPr/>
      </dsp:nvSpPr>
      <dsp:spPr>
        <a:xfrm>
          <a:off x="5982736" y="1326929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 la porción del préstamo otorgado</a:t>
          </a:r>
        </a:p>
      </dsp:txBody>
      <dsp:txXfrm>
        <a:off x="5982736" y="1326929"/>
        <a:ext cx="2056912" cy="627107"/>
      </dsp:txXfrm>
    </dsp:sp>
    <dsp:sp modelId="{B89417AC-1D85-4665-891C-E881887F4C66}">
      <dsp:nvSpPr>
        <dsp:cNvPr id="0" name=""/>
        <dsp:cNvSpPr/>
      </dsp:nvSpPr>
      <dsp:spPr>
        <a:xfrm>
          <a:off x="5982736" y="2110814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Entregar comprobante a quién se otorgó el préstamo</a:t>
          </a:r>
        </a:p>
      </dsp:txBody>
      <dsp:txXfrm>
        <a:off x="5982736" y="2110814"/>
        <a:ext cx="2056912" cy="627107"/>
      </dsp:txXfrm>
    </dsp:sp>
    <dsp:sp modelId="{F18FA624-7148-4473-B2A2-494B7F40005C}">
      <dsp:nvSpPr>
        <dsp:cNvPr id="0" name=""/>
        <dsp:cNvSpPr/>
      </dsp:nvSpPr>
      <dsp:spPr>
        <a:xfrm>
          <a:off x="5982736" y="2894698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Exceptuados</a:t>
          </a:r>
        </a:p>
      </dsp:txBody>
      <dsp:txXfrm>
        <a:off x="5982736" y="2894698"/>
        <a:ext cx="2056912" cy="627107"/>
      </dsp:txXfrm>
    </dsp:sp>
    <dsp:sp modelId="{0C076FC6-E6E3-41F0-BCF8-F63E6273F4BB}">
      <dsp:nvSpPr>
        <dsp:cNvPr id="0" name=""/>
        <dsp:cNvSpPr/>
      </dsp:nvSpPr>
      <dsp:spPr>
        <a:xfrm>
          <a:off x="8451031" y="2894698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Instituciones de Crédito, SOFOMES y Organizaciones Auxiliares del Crédito</a:t>
          </a:r>
        </a:p>
      </dsp:txBody>
      <dsp:txXfrm>
        <a:off x="8451031" y="2894698"/>
        <a:ext cx="2056912" cy="627107"/>
      </dsp:txXfrm>
    </dsp:sp>
    <dsp:sp modelId="{E763A5B8-AC87-405F-A21F-969BDFBB8B02}">
      <dsp:nvSpPr>
        <dsp:cNvPr id="0" name=""/>
        <dsp:cNvSpPr/>
      </dsp:nvSpPr>
      <dsp:spPr>
        <a:xfrm>
          <a:off x="1046145" y="2502756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Por inversiones no deducibles o parcialmente deducibles</a:t>
          </a:r>
        </a:p>
      </dsp:txBody>
      <dsp:txXfrm>
        <a:off x="1046145" y="2502756"/>
        <a:ext cx="2056912" cy="627107"/>
      </dsp:txXfrm>
    </dsp:sp>
    <dsp:sp modelId="{33013B72-7F28-426B-9B60-178095607BEC}">
      <dsp:nvSpPr>
        <dsp:cNvPr id="0" name=""/>
        <dsp:cNvSpPr/>
      </dsp:nvSpPr>
      <dsp:spPr>
        <a:xfrm>
          <a:off x="3514440" y="2502756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Proporcional al monto deducible de la inversión</a:t>
          </a:r>
        </a:p>
      </dsp:txBody>
      <dsp:txXfrm>
        <a:off x="3514440" y="2502756"/>
        <a:ext cx="2056912" cy="627107"/>
      </dsp:txXfrm>
    </dsp:sp>
    <dsp:sp modelId="{F5BCDB10-9A38-4D44-B393-410ADBF8AB59}">
      <dsp:nvSpPr>
        <dsp:cNvPr id="0" name=""/>
        <dsp:cNvSpPr/>
      </dsp:nvSpPr>
      <dsp:spPr>
        <a:xfrm>
          <a:off x="1046145" y="3286641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Capitalización Insuficiente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28-XXVII</a:t>
          </a:r>
        </a:p>
      </dsp:txBody>
      <dsp:txXfrm>
        <a:off x="1046145" y="3286641"/>
        <a:ext cx="2056912" cy="627107"/>
      </dsp:txXfrm>
    </dsp:sp>
    <dsp:sp modelId="{DE96DD5D-5B17-4A06-85D8-2085FEA68DFF}">
      <dsp:nvSpPr>
        <dsp:cNvPr id="0" name=""/>
        <dsp:cNvSpPr/>
      </dsp:nvSpPr>
      <dsp:spPr>
        <a:xfrm>
          <a:off x="1046145" y="4070525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Hasta su pago si son a Personas Físicas residentes</a:t>
          </a:r>
        </a:p>
      </dsp:txBody>
      <dsp:txXfrm>
        <a:off x="1046145" y="4070525"/>
        <a:ext cx="2056912" cy="627107"/>
      </dsp:txXfrm>
    </dsp:sp>
    <dsp:sp modelId="{99A9C942-F6C2-4887-AA0B-DE71E33D70BF}">
      <dsp:nvSpPr>
        <dsp:cNvPr id="0" name=""/>
        <dsp:cNvSpPr/>
      </dsp:nvSpPr>
      <dsp:spPr>
        <a:xfrm>
          <a:off x="1046145" y="4854410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Limitante 30% Utilidad Fiscal Ajustada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LISR 28-XXXII</a:t>
          </a:r>
          <a:endParaRPr lang="es-MX" sz="10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1046145" y="4854410"/>
        <a:ext cx="2056912" cy="627107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20FA8-649B-4798-A11B-EA7AD0ABB9ED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A1DCB9-012E-45C5-88D2-2FACC130394A}">
      <dsp:nvSpPr>
        <dsp:cNvPr id="0" name=""/>
        <dsp:cNvSpPr/>
      </dsp:nvSpPr>
      <dsp:spPr>
        <a:xfrm>
          <a:off x="898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1. Capital Contable</a:t>
          </a:r>
        </a:p>
      </dsp:txBody>
      <dsp:txXfrm>
        <a:off x="71205" y="1375708"/>
        <a:ext cx="1299632" cy="1599921"/>
      </dsp:txXfrm>
    </dsp:sp>
    <dsp:sp modelId="{0C9F9078-B33D-478C-B401-3589711BA5F6}">
      <dsp:nvSpPr>
        <dsp:cNvPr id="0" name=""/>
        <dsp:cNvSpPr/>
      </dsp:nvSpPr>
      <dsp:spPr>
        <a:xfrm>
          <a:off x="1513157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2. Triple del Capital Contable</a:t>
          </a:r>
        </a:p>
      </dsp:txBody>
      <dsp:txXfrm>
        <a:off x="1583464" y="1375708"/>
        <a:ext cx="1299632" cy="1599921"/>
      </dsp:txXfrm>
    </dsp:sp>
    <dsp:sp modelId="{06DDD462-5A5F-4DDE-82D4-E03FD54AF2AC}">
      <dsp:nvSpPr>
        <dsp:cNvPr id="0" name=""/>
        <dsp:cNvSpPr/>
      </dsp:nvSpPr>
      <dsp:spPr>
        <a:xfrm>
          <a:off x="3025417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3. Saldo Promedio de todas las deudas que devengan intereses</a:t>
          </a:r>
        </a:p>
      </dsp:txBody>
      <dsp:txXfrm>
        <a:off x="3095724" y="1375708"/>
        <a:ext cx="1299632" cy="1599921"/>
      </dsp:txXfrm>
    </dsp:sp>
    <dsp:sp modelId="{139F5163-3209-42EB-9B00-3851D8D434C3}">
      <dsp:nvSpPr>
        <dsp:cNvPr id="0" name=""/>
        <dsp:cNvSpPr/>
      </dsp:nvSpPr>
      <dsp:spPr>
        <a:xfrm>
          <a:off x="4537676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4. Exceso de las deudas</a:t>
          </a:r>
        </a:p>
      </dsp:txBody>
      <dsp:txXfrm>
        <a:off x="4607983" y="1375708"/>
        <a:ext cx="1299632" cy="1599921"/>
      </dsp:txXfrm>
    </dsp:sp>
    <dsp:sp modelId="{6CB70CE0-6D3F-4A3A-A8CA-97E7E3D71805}">
      <dsp:nvSpPr>
        <dsp:cNvPr id="0" name=""/>
        <dsp:cNvSpPr/>
      </dsp:nvSpPr>
      <dsp:spPr>
        <a:xfrm>
          <a:off x="6049935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5. Saldo Promedio de las deudas con partes relacionadas en el extranjero</a:t>
          </a:r>
        </a:p>
      </dsp:txBody>
      <dsp:txXfrm>
        <a:off x="6120242" y="1375708"/>
        <a:ext cx="1299632" cy="1599921"/>
      </dsp:txXfrm>
    </dsp:sp>
    <dsp:sp modelId="{11F900A8-1F0E-44D6-9D39-8149739FA182}">
      <dsp:nvSpPr>
        <dsp:cNvPr id="0" name=""/>
        <dsp:cNvSpPr/>
      </dsp:nvSpPr>
      <dsp:spPr>
        <a:xfrm>
          <a:off x="7562195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6. Diferencia de Deudas y Exceso</a:t>
          </a:r>
        </a:p>
      </dsp:txBody>
      <dsp:txXfrm>
        <a:off x="7632502" y="1375708"/>
        <a:ext cx="1299632" cy="1599921"/>
      </dsp:txXfrm>
    </dsp:sp>
    <dsp:sp modelId="{01AF40AC-6921-419C-B93D-8176045AFD6B}">
      <dsp:nvSpPr>
        <dsp:cNvPr id="0" name=""/>
        <dsp:cNvSpPr/>
      </dsp:nvSpPr>
      <dsp:spPr>
        <a:xfrm>
          <a:off x="9074454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7. Intereses </a:t>
          </a:r>
          <a:r>
            <a:rPr lang="es-MX" sz="1500" kern="1200" dirty="0"/>
            <a:t>NO deducibles</a:t>
          </a:r>
        </a:p>
      </dsp:txBody>
      <dsp:txXfrm>
        <a:off x="9144761" y="1375708"/>
        <a:ext cx="1299632" cy="1599921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$0.01</a:t>
          </a:r>
        </a:p>
      </dsp:txBody>
      <dsp:txXfrm>
        <a:off x="6259960" y="3811029"/>
        <a:ext cx="2811462" cy="539129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$0.01</a:t>
          </a:r>
        </a:p>
      </dsp:txBody>
      <dsp:txXfrm>
        <a:off x="6259960" y="3811029"/>
        <a:ext cx="2811462" cy="539129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$0.01</a:t>
          </a:r>
        </a:p>
      </dsp:txBody>
      <dsp:txXfrm>
        <a:off x="6259960" y="3811029"/>
        <a:ext cx="2811462" cy="539129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$0.01</a:t>
          </a:r>
        </a:p>
      </dsp:txBody>
      <dsp:txXfrm>
        <a:off x="6259960" y="3811029"/>
        <a:ext cx="2811462" cy="539129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$200.01</a:t>
          </a:r>
        </a:p>
      </dsp:txBody>
      <dsp:txXfrm>
        <a:off x="6259960" y="3811029"/>
        <a:ext cx="2811462" cy="539129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20FA8-649B-4798-A11B-EA7AD0ABB9ED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A1DCB9-012E-45C5-88D2-2FACC130394A}">
      <dsp:nvSpPr>
        <dsp:cNvPr id="0" name=""/>
        <dsp:cNvSpPr/>
      </dsp:nvSpPr>
      <dsp:spPr>
        <a:xfrm>
          <a:off x="898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1. Intereses Netos</a:t>
          </a:r>
        </a:p>
      </dsp:txBody>
      <dsp:txXfrm>
        <a:off x="71205" y="1375708"/>
        <a:ext cx="1299632" cy="1599921"/>
      </dsp:txXfrm>
    </dsp:sp>
    <dsp:sp modelId="{0C9F9078-B33D-478C-B401-3589711BA5F6}">
      <dsp:nvSpPr>
        <dsp:cNvPr id="0" name=""/>
        <dsp:cNvSpPr/>
      </dsp:nvSpPr>
      <dsp:spPr>
        <a:xfrm>
          <a:off x="1513157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2. Utilidad Fiscal Ajustada (UFIA)</a:t>
          </a:r>
        </a:p>
      </dsp:txBody>
      <dsp:txXfrm>
        <a:off x="1583464" y="1375708"/>
        <a:ext cx="1299632" cy="1599921"/>
      </dsp:txXfrm>
    </dsp:sp>
    <dsp:sp modelId="{06DDD462-5A5F-4DDE-82D4-E03FD54AF2AC}">
      <dsp:nvSpPr>
        <dsp:cNvPr id="0" name=""/>
        <dsp:cNvSpPr/>
      </dsp:nvSpPr>
      <dsp:spPr>
        <a:xfrm>
          <a:off x="3025417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3. Límite = 30% UFIA</a:t>
          </a:r>
        </a:p>
      </dsp:txBody>
      <dsp:txXfrm>
        <a:off x="3095724" y="1375708"/>
        <a:ext cx="1299632" cy="1599921"/>
      </dsp:txXfrm>
    </dsp:sp>
    <dsp:sp modelId="{139F5163-3209-42EB-9B00-3851D8D434C3}">
      <dsp:nvSpPr>
        <dsp:cNvPr id="0" name=""/>
        <dsp:cNvSpPr/>
      </dsp:nvSpPr>
      <dsp:spPr>
        <a:xfrm>
          <a:off x="4537676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4. Diferencia No Deducible “Temporal”</a:t>
          </a:r>
        </a:p>
      </dsp:txBody>
      <dsp:txXfrm>
        <a:off x="4607983" y="1375708"/>
        <a:ext cx="1299632" cy="1599921"/>
      </dsp:txXfrm>
    </dsp:sp>
    <dsp:sp modelId="{6CB70CE0-6D3F-4A3A-A8CA-97E7E3D71805}">
      <dsp:nvSpPr>
        <dsp:cNvPr id="0" name=""/>
        <dsp:cNvSpPr/>
      </dsp:nvSpPr>
      <dsp:spPr>
        <a:xfrm>
          <a:off x="6049935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5. En siguientes años deduces primero No Deducible “Temporal” de años anteriores</a:t>
          </a:r>
        </a:p>
      </dsp:txBody>
      <dsp:txXfrm>
        <a:off x="6120242" y="1375708"/>
        <a:ext cx="1299632" cy="1599921"/>
      </dsp:txXfrm>
    </dsp:sp>
    <dsp:sp modelId="{11F900A8-1F0E-44D6-9D39-8149739FA182}">
      <dsp:nvSpPr>
        <dsp:cNvPr id="0" name=""/>
        <dsp:cNvSpPr/>
      </dsp:nvSpPr>
      <dsp:spPr>
        <a:xfrm>
          <a:off x="7562195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6. Si no puedes deducirlos en los siguientes 10 años</a:t>
          </a:r>
        </a:p>
      </dsp:txBody>
      <dsp:txXfrm>
        <a:off x="7632502" y="1375708"/>
        <a:ext cx="1299632" cy="1599921"/>
      </dsp:txXfrm>
    </dsp:sp>
    <dsp:sp modelId="{01AF40AC-6921-419C-B93D-8176045AFD6B}">
      <dsp:nvSpPr>
        <dsp:cNvPr id="0" name=""/>
        <dsp:cNvSpPr/>
      </dsp:nvSpPr>
      <dsp:spPr>
        <a:xfrm>
          <a:off x="9074454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Intereses NO deducibles “permanentes”</a:t>
          </a:r>
        </a:p>
      </dsp:txBody>
      <dsp:txXfrm>
        <a:off x="9144761" y="1375708"/>
        <a:ext cx="1299632" cy="1599921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D0B46B-FF90-4474-B38F-0A3D76A192B5}">
      <dsp:nvSpPr>
        <dsp:cNvPr id="0" name=""/>
        <dsp:cNvSpPr/>
      </dsp:nvSpPr>
      <dsp:spPr>
        <a:xfrm>
          <a:off x="3953" y="96537"/>
          <a:ext cx="2377306" cy="5914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Intereses Netos</a:t>
          </a:r>
        </a:p>
      </dsp:txBody>
      <dsp:txXfrm>
        <a:off x="3953" y="96537"/>
        <a:ext cx="2377306" cy="591479"/>
      </dsp:txXfrm>
    </dsp:sp>
    <dsp:sp modelId="{A18FF002-A7DE-4B8D-AD56-4E0FA7A3A4A1}">
      <dsp:nvSpPr>
        <dsp:cNvPr id="0" name=""/>
        <dsp:cNvSpPr/>
      </dsp:nvSpPr>
      <dsp:spPr>
        <a:xfrm>
          <a:off x="3953" y="688016"/>
          <a:ext cx="2377306" cy="35667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Intereses devengados que deriven de deudas 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Intereses no deducibles “temporales” años anteriores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1" kern="1200" dirty="0"/>
            <a:t>MENOS</a:t>
          </a:r>
          <a:endParaRPr lang="es-MX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Total de ingresos por intereses acumulados en el ejercicio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1" kern="1200" dirty="0"/>
            <a:t>MENOS</a:t>
          </a:r>
          <a:endParaRPr lang="es-MX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$20,000,000</a:t>
          </a:r>
          <a:endParaRPr lang="es-MX" sz="1400" kern="1200" dirty="0"/>
        </a:p>
      </dsp:txBody>
      <dsp:txXfrm>
        <a:off x="3953" y="688016"/>
        <a:ext cx="2377306" cy="3566784"/>
      </dsp:txXfrm>
    </dsp:sp>
    <dsp:sp modelId="{78B4F291-C532-4311-9F30-8F33272633D3}">
      <dsp:nvSpPr>
        <dsp:cNvPr id="0" name=""/>
        <dsp:cNvSpPr/>
      </dsp:nvSpPr>
      <dsp:spPr>
        <a:xfrm>
          <a:off x="2714082" y="96537"/>
          <a:ext cx="2377306" cy="5914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u="none" kern="1200" dirty="0"/>
            <a:t>Utilidad Fiscal Ajustada (UFIA)</a:t>
          </a:r>
          <a:endParaRPr lang="es-MX" sz="1400" u="none" kern="1200" dirty="0"/>
        </a:p>
      </dsp:txBody>
      <dsp:txXfrm>
        <a:off x="2714082" y="96537"/>
        <a:ext cx="2377306" cy="591479"/>
      </dsp:txXfrm>
    </dsp:sp>
    <dsp:sp modelId="{FCAD5A38-53CB-48B1-8D23-BDF2554657B4}">
      <dsp:nvSpPr>
        <dsp:cNvPr id="0" name=""/>
        <dsp:cNvSpPr/>
      </dsp:nvSpPr>
      <dsp:spPr>
        <a:xfrm>
          <a:off x="2714082" y="688016"/>
          <a:ext cx="2377306" cy="35667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Utilidad Fiscal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1" kern="1200" dirty="0"/>
            <a:t>MÁS</a:t>
          </a:r>
          <a:endParaRPr lang="es-MX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Intereses devengados que deriven de deudas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Deducción de Inversiones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Activos fijos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Gastos diferidos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Cargos Diferidos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Erogaciones en periodos preoperativos</a:t>
          </a:r>
          <a:endParaRPr lang="es-MX" sz="1400" kern="1200" dirty="0"/>
        </a:p>
      </dsp:txBody>
      <dsp:txXfrm>
        <a:off x="2714082" y="688016"/>
        <a:ext cx="2377306" cy="3566784"/>
      </dsp:txXfrm>
    </dsp:sp>
    <dsp:sp modelId="{F2650154-7CEA-4C9D-A6E5-E5A9A2BE8315}">
      <dsp:nvSpPr>
        <dsp:cNvPr id="0" name=""/>
        <dsp:cNvSpPr/>
      </dsp:nvSpPr>
      <dsp:spPr>
        <a:xfrm>
          <a:off x="5424211" y="96537"/>
          <a:ext cx="2377306" cy="5914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u="none" kern="1200" dirty="0"/>
            <a:t>Utilidad Fiscal Ajustada (UFIA)</a:t>
          </a:r>
          <a:endParaRPr lang="es-MX" sz="1400" kern="1200" dirty="0"/>
        </a:p>
      </dsp:txBody>
      <dsp:txXfrm>
        <a:off x="5424211" y="96537"/>
        <a:ext cx="2377306" cy="591479"/>
      </dsp:txXfrm>
    </dsp:sp>
    <dsp:sp modelId="{7DC455E3-E3F4-4C0E-9FAD-CCE7006CABD1}">
      <dsp:nvSpPr>
        <dsp:cNvPr id="0" name=""/>
        <dsp:cNvSpPr/>
      </dsp:nvSpPr>
      <dsp:spPr>
        <a:xfrm>
          <a:off x="5424211" y="688016"/>
          <a:ext cx="2377306" cy="35667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Intereses devengados que deriven de deudas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Deducción de Inversiones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Activos fijos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Gastos diferidos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Cargos Diferidos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Erogaciones en periodos preoperativos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b="1" kern="1200" dirty="0"/>
            <a:t>MENOS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Pérdida fiscal</a:t>
          </a:r>
          <a:endParaRPr lang="es-MX" sz="1400" kern="1200" dirty="0"/>
        </a:p>
      </dsp:txBody>
      <dsp:txXfrm>
        <a:off x="5424211" y="688016"/>
        <a:ext cx="2377306" cy="3566784"/>
      </dsp:txXfrm>
    </dsp:sp>
    <dsp:sp modelId="{13A0F0F3-8758-4EFD-A9FC-FE9D4C8F4F7C}">
      <dsp:nvSpPr>
        <dsp:cNvPr id="0" name=""/>
        <dsp:cNvSpPr/>
      </dsp:nvSpPr>
      <dsp:spPr>
        <a:xfrm>
          <a:off x="8134340" y="96537"/>
          <a:ext cx="2377306" cy="5914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u="none" kern="1200" dirty="0"/>
            <a:t>Consideraciones</a:t>
          </a:r>
          <a:endParaRPr lang="es-MX" sz="1600" kern="1200" dirty="0"/>
        </a:p>
      </dsp:txBody>
      <dsp:txXfrm>
        <a:off x="8134340" y="96537"/>
        <a:ext cx="2377306" cy="591479"/>
      </dsp:txXfrm>
    </dsp:sp>
    <dsp:sp modelId="{C44A0415-1DA4-431D-8B23-CEF0B79FB1E4}">
      <dsp:nvSpPr>
        <dsp:cNvPr id="0" name=""/>
        <dsp:cNvSpPr/>
      </dsp:nvSpPr>
      <dsp:spPr>
        <a:xfrm>
          <a:off x="8134340" y="688016"/>
          <a:ext cx="2377306" cy="35667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Ganancias o pérdidas cambiarias no son intereses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 err="1"/>
            <a:t>Carry</a:t>
          </a:r>
          <a:r>
            <a:rPr lang="es-ES" sz="1400" kern="1200" dirty="0"/>
            <a:t>-forward de intereses no deducibles “temporales” siguen mismas reglas que pérdidas fiscales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Aplica sólo cuando interés no deducible sea mayor que con Capitalización Insuficiente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Posible determinación consolidada por Grupo (sin reglas claras)</a:t>
          </a:r>
          <a:endParaRPr lang="es-MX" sz="1400" kern="1200" dirty="0"/>
        </a:p>
      </dsp:txBody>
      <dsp:txXfrm>
        <a:off x="8134340" y="688016"/>
        <a:ext cx="2377306" cy="3566784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D0B46B-FF90-4474-B38F-0A3D76A192B5}">
      <dsp:nvSpPr>
        <dsp:cNvPr id="0" name=""/>
        <dsp:cNvSpPr/>
      </dsp:nvSpPr>
      <dsp:spPr>
        <a:xfrm>
          <a:off x="0" y="204263"/>
          <a:ext cx="6108864" cy="489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Casos en los que no aplica la limitante</a:t>
          </a:r>
        </a:p>
      </dsp:txBody>
      <dsp:txXfrm>
        <a:off x="0" y="204263"/>
        <a:ext cx="6108864" cy="489600"/>
      </dsp:txXfrm>
    </dsp:sp>
    <dsp:sp modelId="{A18FF002-A7DE-4B8D-AD56-4E0FA7A3A4A1}">
      <dsp:nvSpPr>
        <dsp:cNvPr id="0" name=""/>
        <dsp:cNvSpPr/>
      </dsp:nvSpPr>
      <dsp:spPr>
        <a:xfrm>
          <a:off x="0" y="693864"/>
          <a:ext cx="6108864" cy="34532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Intereses derivados de deudas para: </a:t>
          </a:r>
          <a:endParaRPr lang="es-MX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Financiar infraestructura pública</a:t>
          </a:r>
          <a:endParaRPr lang="es-MX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Financiar construcciones o adquisición de terrenos en MÉXICO</a:t>
          </a:r>
          <a:endParaRPr lang="es-MX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Financiar exploración, extracción, transporte, almacenamiento o distribución de petróleo o hidrocarburos</a:t>
          </a:r>
          <a:endParaRPr lang="es-MX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Otros proyectos de industria extractiva y para la generación, transmisión o almacenamiento de electricidad o agua</a:t>
          </a: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Rendimientos de deuda pública</a:t>
          </a: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NO APLICA LIMITANTE a miembros del sistema financiero o empresas productivas del Estado</a:t>
          </a:r>
          <a:endParaRPr lang="es-MX" sz="1700" kern="1200" dirty="0"/>
        </a:p>
      </dsp:txBody>
      <dsp:txXfrm>
        <a:off x="0" y="693864"/>
        <a:ext cx="6108864" cy="3453210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307CF8-AE28-4C6B-A35C-A0E54DEDE79E}">
      <dsp:nvSpPr>
        <dsp:cNvPr id="0" name=""/>
        <dsp:cNvSpPr/>
      </dsp:nvSpPr>
      <dsp:spPr>
        <a:xfrm>
          <a:off x="3185997" y="3867212"/>
          <a:ext cx="323365" cy="2233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2233609"/>
              </a:lnTo>
              <a:lnTo>
                <a:pt x="323365" y="22336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3291257" y="4927595"/>
        <a:ext cx="112844" cy="112844"/>
      </dsp:txXfrm>
    </dsp:sp>
    <dsp:sp modelId="{D5417238-EAB1-42C2-BDD2-3C8CD3E7935B}">
      <dsp:nvSpPr>
        <dsp:cNvPr id="0" name=""/>
        <dsp:cNvSpPr/>
      </dsp:nvSpPr>
      <dsp:spPr>
        <a:xfrm>
          <a:off x="3185997" y="3867212"/>
          <a:ext cx="323365" cy="16174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1617441"/>
              </a:lnTo>
              <a:lnTo>
                <a:pt x="323365" y="16174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06443" y="4634697"/>
        <a:ext cx="82472" cy="82472"/>
      </dsp:txXfrm>
    </dsp:sp>
    <dsp:sp modelId="{5AD54AC6-4066-4E81-A977-742A8F27D889}">
      <dsp:nvSpPr>
        <dsp:cNvPr id="0" name=""/>
        <dsp:cNvSpPr/>
      </dsp:nvSpPr>
      <dsp:spPr>
        <a:xfrm>
          <a:off x="5126187" y="4868485"/>
          <a:ext cx="323365" cy="924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924252"/>
              </a:lnTo>
              <a:lnTo>
                <a:pt x="323365" y="9242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63390" y="5306132"/>
        <a:ext cx="48959" cy="48959"/>
      </dsp:txXfrm>
    </dsp:sp>
    <dsp:sp modelId="{D92FBC75-4221-456C-AC99-C1BDDBD38599}">
      <dsp:nvSpPr>
        <dsp:cNvPr id="0" name=""/>
        <dsp:cNvSpPr/>
      </dsp:nvSpPr>
      <dsp:spPr>
        <a:xfrm>
          <a:off x="5126187" y="4868485"/>
          <a:ext cx="323365" cy="308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308084"/>
              </a:lnTo>
              <a:lnTo>
                <a:pt x="323365" y="3080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76704" y="5011362"/>
        <a:ext cx="22331" cy="22331"/>
      </dsp:txXfrm>
    </dsp:sp>
    <dsp:sp modelId="{FAC67C50-8963-410F-9770-F8DD4CA8DA35}">
      <dsp:nvSpPr>
        <dsp:cNvPr id="0" name=""/>
        <dsp:cNvSpPr/>
      </dsp:nvSpPr>
      <dsp:spPr>
        <a:xfrm>
          <a:off x="7066377" y="4514681"/>
          <a:ext cx="323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336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9976" y="4552317"/>
        <a:ext cx="16168" cy="16168"/>
      </dsp:txXfrm>
    </dsp:sp>
    <dsp:sp modelId="{EFCBD193-8783-4D54-8979-AFDFE992C587}">
      <dsp:nvSpPr>
        <dsp:cNvPr id="0" name=""/>
        <dsp:cNvSpPr/>
      </dsp:nvSpPr>
      <dsp:spPr>
        <a:xfrm>
          <a:off x="5126187" y="4560401"/>
          <a:ext cx="323365" cy="308084"/>
        </a:xfrm>
        <a:custGeom>
          <a:avLst/>
          <a:gdLst/>
          <a:ahLst/>
          <a:cxnLst/>
          <a:rect l="0" t="0" r="0" b="0"/>
          <a:pathLst>
            <a:path>
              <a:moveTo>
                <a:pt x="0" y="308084"/>
              </a:moveTo>
              <a:lnTo>
                <a:pt x="161682" y="308084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76704" y="4703278"/>
        <a:ext cx="22331" cy="22331"/>
      </dsp:txXfrm>
    </dsp:sp>
    <dsp:sp modelId="{0E418D71-632B-43DF-93A1-CA6E826F96E7}">
      <dsp:nvSpPr>
        <dsp:cNvPr id="0" name=""/>
        <dsp:cNvSpPr/>
      </dsp:nvSpPr>
      <dsp:spPr>
        <a:xfrm>
          <a:off x="5126187" y="3944233"/>
          <a:ext cx="323365" cy="924252"/>
        </a:xfrm>
        <a:custGeom>
          <a:avLst/>
          <a:gdLst/>
          <a:ahLst/>
          <a:cxnLst/>
          <a:rect l="0" t="0" r="0" b="0"/>
          <a:pathLst>
            <a:path>
              <a:moveTo>
                <a:pt x="0" y="924252"/>
              </a:moveTo>
              <a:lnTo>
                <a:pt x="161682" y="924252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63390" y="4381880"/>
        <a:ext cx="48959" cy="48959"/>
      </dsp:txXfrm>
    </dsp:sp>
    <dsp:sp modelId="{278AF4DE-0A7B-4F0E-9B4A-2AB1EA93D2EB}">
      <dsp:nvSpPr>
        <dsp:cNvPr id="0" name=""/>
        <dsp:cNvSpPr/>
      </dsp:nvSpPr>
      <dsp:spPr>
        <a:xfrm>
          <a:off x="3185997" y="3867212"/>
          <a:ext cx="323365" cy="1001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1001273"/>
              </a:lnTo>
              <a:lnTo>
                <a:pt x="323365" y="1001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21374" y="4341544"/>
        <a:ext cx="52609" cy="52609"/>
      </dsp:txXfrm>
    </dsp:sp>
    <dsp:sp modelId="{A0AB36C6-C52D-4C66-A692-13EE1AE3C8CE}">
      <dsp:nvSpPr>
        <dsp:cNvPr id="0" name=""/>
        <dsp:cNvSpPr/>
      </dsp:nvSpPr>
      <dsp:spPr>
        <a:xfrm>
          <a:off x="7066377" y="2711897"/>
          <a:ext cx="323365" cy="1232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1232336"/>
              </a:lnTo>
              <a:lnTo>
                <a:pt x="323365" y="123233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96209" y="3296214"/>
        <a:ext cx="63702" cy="63702"/>
      </dsp:txXfrm>
    </dsp:sp>
    <dsp:sp modelId="{9EC3F3AD-5A31-4B9F-B4E5-85404D9C14B7}">
      <dsp:nvSpPr>
        <dsp:cNvPr id="0" name=""/>
        <dsp:cNvSpPr/>
      </dsp:nvSpPr>
      <dsp:spPr>
        <a:xfrm>
          <a:off x="7066377" y="2711897"/>
          <a:ext cx="323365" cy="6161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616168"/>
              </a:lnTo>
              <a:lnTo>
                <a:pt x="323365" y="6161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0663" y="3002584"/>
        <a:ext cx="34793" cy="34793"/>
      </dsp:txXfrm>
    </dsp:sp>
    <dsp:sp modelId="{BECB9F43-69BF-4864-AD5F-A9E5741B6B07}">
      <dsp:nvSpPr>
        <dsp:cNvPr id="0" name=""/>
        <dsp:cNvSpPr/>
      </dsp:nvSpPr>
      <dsp:spPr>
        <a:xfrm>
          <a:off x="7066377" y="2666177"/>
          <a:ext cx="323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336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9976" y="2703813"/>
        <a:ext cx="16168" cy="16168"/>
      </dsp:txXfrm>
    </dsp:sp>
    <dsp:sp modelId="{605B85A3-AF8B-4706-9477-8291100D0BBD}">
      <dsp:nvSpPr>
        <dsp:cNvPr id="0" name=""/>
        <dsp:cNvSpPr/>
      </dsp:nvSpPr>
      <dsp:spPr>
        <a:xfrm>
          <a:off x="7066377" y="2095729"/>
          <a:ext cx="323365" cy="616168"/>
        </a:xfrm>
        <a:custGeom>
          <a:avLst/>
          <a:gdLst/>
          <a:ahLst/>
          <a:cxnLst/>
          <a:rect l="0" t="0" r="0" b="0"/>
          <a:pathLst>
            <a:path>
              <a:moveTo>
                <a:pt x="0" y="616168"/>
              </a:moveTo>
              <a:lnTo>
                <a:pt x="161682" y="616168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0663" y="2386416"/>
        <a:ext cx="34793" cy="34793"/>
      </dsp:txXfrm>
    </dsp:sp>
    <dsp:sp modelId="{376ADF53-00FC-4C2F-A2A2-479BCF52199B}">
      <dsp:nvSpPr>
        <dsp:cNvPr id="0" name=""/>
        <dsp:cNvSpPr/>
      </dsp:nvSpPr>
      <dsp:spPr>
        <a:xfrm>
          <a:off x="7066377" y="1479561"/>
          <a:ext cx="323365" cy="1232336"/>
        </a:xfrm>
        <a:custGeom>
          <a:avLst/>
          <a:gdLst/>
          <a:ahLst/>
          <a:cxnLst/>
          <a:rect l="0" t="0" r="0" b="0"/>
          <a:pathLst>
            <a:path>
              <a:moveTo>
                <a:pt x="0" y="1232336"/>
              </a:moveTo>
              <a:lnTo>
                <a:pt x="161682" y="1232336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96209" y="2063877"/>
        <a:ext cx="63702" cy="63702"/>
      </dsp:txXfrm>
    </dsp:sp>
    <dsp:sp modelId="{08A9C57C-A113-4447-A076-09F9E907199D}">
      <dsp:nvSpPr>
        <dsp:cNvPr id="0" name=""/>
        <dsp:cNvSpPr/>
      </dsp:nvSpPr>
      <dsp:spPr>
        <a:xfrm>
          <a:off x="5126187" y="1633603"/>
          <a:ext cx="323365" cy="10782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1078294"/>
              </a:lnTo>
              <a:lnTo>
                <a:pt x="323365" y="10782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59726" y="2144606"/>
        <a:ext cx="56286" cy="56286"/>
      </dsp:txXfrm>
    </dsp:sp>
    <dsp:sp modelId="{FE78E29C-0BC1-49BA-B13A-EA011714458A}">
      <dsp:nvSpPr>
        <dsp:cNvPr id="0" name=""/>
        <dsp:cNvSpPr/>
      </dsp:nvSpPr>
      <dsp:spPr>
        <a:xfrm>
          <a:off x="7066377" y="555308"/>
          <a:ext cx="323365" cy="308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308084"/>
              </a:lnTo>
              <a:lnTo>
                <a:pt x="323365" y="3080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6894" y="698185"/>
        <a:ext cx="22331" cy="22331"/>
      </dsp:txXfrm>
    </dsp:sp>
    <dsp:sp modelId="{F48E628A-0788-464E-B06D-12CEA0D7506A}">
      <dsp:nvSpPr>
        <dsp:cNvPr id="0" name=""/>
        <dsp:cNvSpPr/>
      </dsp:nvSpPr>
      <dsp:spPr>
        <a:xfrm>
          <a:off x="7066377" y="247224"/>
          <a:ext cx="323365" cy="308084"/>
        </a:xfrm>
        <a:custGeom>
          <a:avLst/>
          <a:gdLst/>
          <a:ahLst/>
          <a:cxnLst/>
          <a:rect l="0" t="0" r="0" b="0"/>
          <a:pathLst>
            <a:path>
              <a:moveTo>
                <a:pt x="0" y="308084"/>
              </a:moveTo>
              <a:lnTo>
                <a:pt x="161682" y="308084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6894" y="390100"/>
        <a:ext cx="22331" cy="22331"/>
      </dsp:txXfrm>
    </dsp:sp>
    <dsp:sp modelId="{951130A1-C2E0-4D6A-8EAF-7C864300771C}">
      <dsp:nvSpPr>
        <dsp:cNvPr id="0" name=""/>
        <dsp:cNvSpPr/>
      </dsp:nvSpPr>
      <dsp:spPr>
        <a:xfrm>
          <a:off x="5126187" y="555308"/>
          <a:ext cx="323365" cy="1078294"/>
        </a:xfrm>
        <a:custGeom>
          <a:avLst/>
          <a:gdLst/>
          <a:ahLst/>
          <a:cxnLst/>
          <a:rect l="0" t="0" r="0" b="0"/>
          <a:pathLst>
            <a:path>
              <a:moveTo>
                <a:pt x="0" y="1078294"/>
              </a:moveTo>
              <a:lnTo>
                <a:pt x="161682" y="1078294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59726" y="1066312"/>
        <a:ext cx="56286" cy="56286"/>
      </dsp:txXfrm>
    </dsp:sp>
    <dsp:sp modelId="{23805F1E-B2FE-4655-8F90-E7549B21721C}">
      <dsp:nvSpPr>
        <dsp:cNvPr id="0" name=""/>
        <dsp:cNvSpPr/>
      </dsp:nvSpPr>
      <dsp:spPr>
        <a:xfrm>
          <a:off x="3185997" y="1633603"/>
          <a:ext cx="323365" cy="2233609"/>
        </a:xfrm>
        <a:custGeom>
          <a:avLst/>
          <a:gdLst/>
          <a:ahLst/>
          <a:cxnLst/>
          <a:rect l="0" t="0" r="0" b="0"/>
          <a:pathLst>
            <a:path>
              <a:moveTo>
                <a:pt x="0" y="2233609"/>
              </a:moveTo>
              <a:lnTo>
                <a:pt x="161682" y="2233609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3291257" y="2693985"/>
        <a:ext cx="112844" cy="112844"/>
      </dsp:txXfrm>
    </dsp:sp>
    <dsp:sp modelId="{42B56153-4910-4D70-A71C-71D3A693AF78}">
      <dsp:nvSpPr>
        <dsp:cNvPr id="0" name=""/>
        <dsp:cNvSpPr/>
      </dsp:nvSpPr>
      <dsp:spPr>
        <a:xfrm rot="16200000">
          <a:off x="1642333" y="3620745"/>
          <a:ext cx="2594392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Costo de lo Vendido</a:t>
          </a:r>
        </a:p>
      </dsp:txBody>
      <dsp:txXfrm>
        <a:off x="1642333" y="3620745"/>
        <a:ext cx="2594392" cy="492934"/>
      </dsp:txXfrm>
    </dsp:sp>
    <dsp:sp modelId="{12D007CD-258E-4557-AA72-0A2E1990EFBD}">
      <dsp:nvSpPr>
        <dsp:cNvPr id="0" name=""/>
        <dsp:cNvSpPr/>
      </dsp:nvSpPr>
      <dsp:spPr>
        <a:xfrm>
          <a:off x="3509362" y="1387135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Sistema Absorbente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39</a:t>
          </a:r>
        </a:p>
      </dsp:txBody>
      <dsp:txXfrm>
        <a:off x="3509362" y="1387135"/>
        <a:ext cx="1616825" cy="492934"/>
      </dsp:txXfrm>
    </dsp:sp>
    <dsp:sp modelId="{2672E141-5FBC-4A15-843A-F8B1BBEAB264}">
      <dsp:nvSpPr>
        <dsp:cNvPr id="0" name=""/>
        <dsp:cNvSpPr/>
      </dsp:nvSpPr>
      <dsp:spPr>
        <a:xfrm>
          <a:off x="5449552" y="308841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Actividades Comerciales</a:t>
          </a:r>
        </a:p>
      </dsp:txBody>
      <dsp:txXfrm>
        <a:off x="5449552" y="308841"/>
        <a:ext cx="1616825" cy="492934"/>
      </dsp:txXfrm>
    </dsp:sp>
    <dsp:sp modelId="{694683EC-06D4-449E-A797-B32F7B488856}">
      <dsp:nvSpPr>
        <dsp:cNvPr id="0" name=""/>
        <dsp:cNvSpPr/>
      </dsp:nvSpPr>
      <dsp:spPr>
        <a:xfrm>
          <a:off x="7389742" y="757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Compras Netas</a:t>
          </a:r>
        </a:p>
      </dsp:txBody>
      <dsp:txXfrm>
        <a:off x="7389742" y="757"/>
        <a:ext cx="1616825" cy="492934"/>
      </dsp:txXfrm>
    </dsp:sp>
    <dsp:sp modelId="{E27455B7-5603-49BC-9BA8-E957CF0B83D3}">
      <dsp:nvSpPr>
        <dsp:cNvPr id="0" name=""/>
        <dsp:cNvSpPr/>
      </dsp:nvSpPr>
      <dsp:spPr>
        <a:xfrm>
          <a:off x="7389742" y="616925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Gastos</a:t>
          </a:r>
        </a:p>
      </dsp:txBody>
      <dsp:txXfrm>
        <a:off x="7389742" y="616925"/>
        <a:ext cx="1616825" cy="492934"/>
      </dsp:txXfrm>
    </dsp:sp>
    <dsp:sp modelId="{C2F8CE64-AA5C-4A3B-8540-01D2F2C38EAF}">
      <dsp:nvSpPr>
        <dsp:cNvPr id="0" name=""/>
        <dsp:cNvSpPr/>
      </dsp:nvSpPr>
      <dsp:spPr>
        <a:xfrm>
          <a:off x="5449552" y="2465430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Actividades NO Comerciales</a:t>
          </a:r>
        </a:p>
      </dsp:txBody>
      <dsp:txXfrm>
        <a:off x="5449552" y="2465430"/>
        <a:ext cx="1616825" cy="492934"/>
      </dsp:txXfrm>
    </dsp:sp>
    <dsp:sp modelId="{763C22A9-31FD-47F9-AE1C-242B34842E27}">
      <dsp:nvSpPr>
        <dsp:cNvPr id="0" name=""/>
        <dsp:cNvSpPr/>
      </dsp:nvSpPr>
      <dsp:spPr>
        <a:xfrm>
          <a:off x="7389742" y="1233093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Compras Netas</a:t>
          </a:r>
        </a:p>
      </dsp:txBody>
      <dsp:txXfrm>
        <a:off x="7389742" y="1233093"/>
        <a:ext cx="1616825" cy="492934"/>
      </dsp:txXfrm>
    </dsp:sp>
    <dsp:sp modelId="{B4C163E9-1137-4B73-8700-07C1B8B5DFA1}">
      <dsp:nvSpPr>
        <dsp:cNvPr id="0" name=""/>
        <dsp:cNvSpPr/>
      </dsp:nvSpPr>
      <dsp:spPr>
        <a:xfrm>
          <a:off x="7389742" y="1849261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Mano de Obra</a:t>
          </a:r>
        </a:p>
      </dsp:txBody>
      <dsp:txXfrm>
        <a:off x="7389742" y="1849261"/>
        <a:ext cx="1616825" cy="492934"/>
      </dsp:txXfrm>
    </dsp:sp>
    <dsp:sp modelId="{EAC5946D-63E9-4723-9B7F-074A0F5E3F26}">
      <dsp:nvSpPr>
        <dsp:cNvPr id="0" name=""/>
        <dsp:cNvSpPr/>
      </dsp:nvSpPr>
      <dsp:spPr>
        <a:xfrm>
          <a:off x="7389742" y="2465430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Gastos de Fabricación</a:t>
          </a:r>
        </a:p>
      </dsp:txBody>
      <dsp:txXfrm>
        <a:off x="7389742" y="2465430"/>
        <a:ext cx="1616825" cy="492934"/>
      </dsp:txXfrm>
    </dsp:sp>
    <dsp:sp modelId="{E56F5747-D798-4AA4-8ADA-9D7F086BDEED}">
      <dsp:nvSpPr>
        <dsp:cNvPr id="0" name=""/>
        <dsp:cNvSpPr/>
      </dsp:nvSpPr>
      <dsp:spPr>
        <a:xfrm>
          <a:off x="7389742" y="3081598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Gastos Indirectos</a:t>
          </a:r>
        </a:p>
      </dsp:txBody>
      <dsp:txXfrm>
        <a:off x="7389742" y="3081598"/>
        <a:ext cx="1616825" cy="492934"/>
      </dsp:txXfrm>
    </dsp:sp>
    <dsp:sp modelId="{4203E704-4C66-4866-9514-F331AA31A881}">
      <dsp:nvSpPr>
        <dsp:cNvPr id="0" name=""/>
        <dsp:cNvSpPr/>
      </dsp:nvSpPr>
      <dsp:spPr>
        <a:xfrm>
          <a:off x="7389742" y="3697766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Deducción de Inversiones</a:t>
          </a:r>
        </a:p>
      </dsp:txBody>
      <dsp:txXfrm>
        <a:off x="7389742" y="3697766"/>
        <a:ext cx="1616825" cy="492934"/>
      </dsp:txXfrm>
    </dsp:sp>
    <dsp:sp modelId="{82AD2097-C2F2-4FEF-BC7E-F5DF9FFED207}">
      <dsp:nvSpPr>
        <dsp:cNvPr id="0" name=""/>
        <dsp:cNvSpPr/>
      </dsp:nvSpPr>
      <dsp:spPr>
        <a:xfrm>
          <a:off x="3509362" y="4622018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Métodos de Inventarios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(Cambio con requisitos y limitantes)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41</a:t>
          </a:r>
        </a:p>
      </dsp:txBody>
      <dsp:txXfrm>
        <a:off x="3509362" y="4622018"/>
        <a:ext cx="1616825" cy="492934"/>
      </dsp:txXfrm>
    </dsp:sp>
    <dsp:sp modelId="{DCD241A6-4DFB-4E96-90F9-CC3EB93642DE}">
      <dsp:nvSpPr>
        <dsp:cNvPr id="0" name=""/>
        <dsp:cNvSpPr/>
      </dsp:nvSpPr>
      <dsp:spPr>
        <a:xfrm>
          <a:off x="5449552" y="3697766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PEPS</a:t>
          </a:r>
        </a:p>
      </dsp:txBody>
      <dsp:txXfrm>
        <a:off x="5449552" y="3697766"/>
        <a:ext cx="1616825" cy="492934"/>
      </dsp:txXfrm>
    </dsp:sp>
    <dsp:sp modelId="{9C400C7B-FA89-4BA5-A087-FAD9551E8559}">
      <dsp:nvSpPr>
        <dsp:cNvPr id="0" name=""/>
        <dsp:cNvSpPr/>
      </dsp:nvSpPr>
      <dsp:spPr>
        <a:xfrm>
          <a:off x="5449552" y="4313934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Identificado</a:t>
          </a:r>
        </a:p>
      </dsp:txBody>
      <dsp:txXfrm>
        <a:off x="5449552" y="4313934"/>
        <a:ext cx="1616825" cy="492934"/>
      </dsp:txXfrm>
    </dsp:sp>
    <dsp:sp modelId="{0792798A-3967-4E5B-A3B7-EAB1DD524312}">
      <dsp:nvSpPr>
        <dsp:cNvPr id="0" name=""/>
        <dsp:cNvSpPr/>
      </dsp:nvSpPr>
      <dsp:spPr>
        <a:xfrm>
          <a:off x="7389742" y="4313934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Obligatorio si se identifica por número de serie y es superior a $50,000</a:t>
          </a:r>
        </a:p>
      </dsp:txBody>
      <dsp:txXfrm>
        <a:off x="7389742" y="4313934"/>
        <a:ext cx="1616825" cy="492934"/>
      </dsp:txXfrm>
    </dsp:sp>
    <dsp:sp modelId="{4EE4AD30-7FE1-42FA-A943-A82AD4124473}">
      <dsp:nvSpPr>
        <dsp:cNvPr id="0" name=""/>
        <dsp:cNvSpPr/>
      </dsp:nvSpPr>
      <dsp:spPr>
        <a:xfrm>
          <a:off x="5449552" y="4930102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Promedio</a:t>
          </a:r>
        </a:p>
      </dsp:txBody>
      <dsp:txXfrm>
        <a:off x="5449552" y="4930102"/>
        <a:ext cx="1616825" cy="492934"/>
      </dsp:txXfrm>
    </dsp:sp>
    <dsp:sp modelId="{1F8DEDAD-79F2-47E5-9836-92DC5E5A16BB}">
      <dsp:nvSpPr>
        <dsp:cNvPr id="0" name=""/>
        <dsp:cNvSpPr/>
      </dsp:nvSpPr>
      <dsp:spPr>
        <a:xfrm>
          <a:off x="5449552" y="5546270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Detallista</a:t>
          </a:r>
        </a:p>
      </dsp:txBody>
      <dsp:txXfrm>
        <a:off x="5449552" y="5546270"/>
        <a:ext cx="1616825" cy="492934"/>
      </dsp:txXfrm>
    </dsp:sp>
    <dsp:sp modelId="{434E45BD-1C7C-44C2-88D2-8967B7726460}">
      <dsp:nvSpPr>
        <dsp:cNvPr id="0" name=""/>
        <dsp:cNvSpPr/>
      </dsp:nvSpPr>
      <dsp:spPr>
        <a:xfrm>
          <a:off x="3509362" y="5238186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Deducción en el Ejercicio en que se acumule el ingreso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39 y 43</a:t>
          </a:r>
        </a:p>
      </dsp:txBody>
      <dsp:txXfrm>
        <a:off x="3509362" y="5238186"/>
        <a:ext cx="1616825" cy="492934"/>
      </dsp:txXfrm>
    </dsp:sp>
    <dsp:sp modelId="{7AE3BDB3-9197-4F50-92D6-AC85AA1283E9}">
      <dsp:nvSpPr>
        <dsp:cNvPr id="0" name=""/>
        <dsp:cNvSpPr/>
      </dsp:nvSpPr>
      <dsp:spPr>
        <a:xfrm>
          <a:off x="3509362" y="5854354"/>
          <a:ext cx="1616825" cy="49293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No deducibles en el ejercicio en el que se incurran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28-XXI</a:t>
          </a:r>
        </a:p>
      </dsp:txBody>
      <dsp:txXfrm>
        <a:off x="3509362" y="5854354"/>
        <a:ext cx="1616825" cy="492934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5F535-2C52-4310-AD8A-4E3CBCD1C709}">
      <dsp:nvSpPr>
        <dsp:cNvPr id="0" name=""/>
        <dsp:cNvSpPr/>
      </dsp:nvSpPr>
      <dsp:spPr>
        <a:xfrm>
          <a:off x="1774" y="148408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Mercado</a:t>
          </a:r>
        </a:p>
      </dsp:txBody>
      <dsp:txXfrm>
        <a:off x="42285" y="1524597"/>
        <a:ext cx="2685307" cy="1302142"/>
      </dsp:txXfrm>
    </dsp:sp>
    <dsp:sp modelId="{6571D269-6FB1-4D43-84F8-4904C55E3D21}">
      <dsp:nvSpPr>
        <dsp:cNvPr id="0" name=""/>
        <dsp:cNvSpPr/>
      </dsp:nvSpPr>
      <dsp:spPr>
        <a:xfrm rot="19457599">
          <a:off x="2640020" y="174940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87302" y="1743941"/>
        <a:ext cx="68134" cy="68134"/>
      </dsp:txXfrm>
    </dsp:sp>
    <dsp:sp modelId="{010C0A13-2866-4A0E-A576-AC29B871EAA1}">
      <dsp:nvSpPr>
        <dsp:cNvPr id="0" name=""/>
        <dsp:cNvSpPr/>
      </dsp:nvSpPr>
      <dsp:spPr>
        <a:xfrm>
          <a:off x="3874635" y="688767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Reposición</a:t>
          </a:r>
        </a:p>
      </dsp:txBody>
      <dsp:txXfrm>
        <a:off x="3915146" y="729278"/>
        <a:ext cx="2685307" cy="1302142"/>
      </dsp:txXfrm>
    </dsp:sp>
    <dsp:sp modelId="{17D001BF-1EFF-44FF-9D2E-F49780AE07CF}">
      <dsp:nvSpPr>
        <dsp:cNvPr id="0" name=""/>
        <dsp:cNvSpPr/>
      </dsp:nvSpPr>
      <dsp:spPr>
        <a:xfrm>
          <a:off x="6640964" y="1351740"/>
          <a:ext cx="1106531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106531" y="286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66567" y="1352686"/>
        <a:ext cx="55326" cy="55326"/>
      </dsp:txXfrm>
    </dsp:sp>
    <dsp:sp modelId="{D213BFCD-8363-47BE-9D6F-ED5D3B332FC1}">
      <dsp:nvSpPr>
        <dsp:cNvPr id="0" name=""/>
        <dsp:cNvSpPr/>
      </dsp:nvSpPr>
      <dsp:spPr>
        <a:xfrm>
          <a:off x="7747496" y="688767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Neto de Realización</a:t>
          </a:r>
        </a:p>
      </dsp:txBody>
      <dsp:txXfrm>
        <a:off x="7788007" y="729278"/>
        <a:ext cx="2685307" cy="1302142"/>
      </dsp:txXfrm>
    </dsp:sp>
    <dsp:sp modelId="{03946DEE-BB4F-4164-A9B7-D2131771C128}">
      <dsp:nvSpPr>
        <dsp:cNvPr id="0" name=""/>
        <dsp:cNvSpPr/>
      </dsp:nvSpPr>
      <dsp:spPr>
        <a:xfrm rot="2142401">
          <a:off x="2640020" y="254472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87302" y="2539261"/>
        <a:ext cx="68134" cy="68134"/>
      </dsp:txXfrm>
    </dsp:sp>
    <dsp:sp modelId="{E13ECAF3-E048-4236-B23B-282EC0C32E6D}">
      <dsp:nvSpPr>
        <dsp:cNvPr id="0" name=""/>
        <dsp:cNvSpPr/>
      </dsp:nvSpPr>
      <dsp:spPr>
        <a:xfrm>
          <a:off x="3874635" y="227940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Realización</a:t>
          </a:r>
        </a:p>
      </dsp:txBody>
      <dsp:txXfrm>
        <a:off x="3915146" y="2319917"/>
        <a:ext cx="2685307" cy="1302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DADA5-1432-4ED5-B40A-5C3B87BA0513}" type="datetimeFigureOut">
              <a:rPr lang="es-MX" smtClean="0"/>
              <a:t>04/02/2025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33192-6708-4D6C-9625-D9176BB571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659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5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9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2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3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4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5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6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7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8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9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0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7587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7461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940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2920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9108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2683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8403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9858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1970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5221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70973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0475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0968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3283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18561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94366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10751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9160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7148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17011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60945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596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72158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13713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9239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23083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46634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12561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14916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37318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20536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34821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88350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26603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91212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24057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60101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2385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23056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84116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909899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9720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F5F13-D572-8756-8C42-F3FC2E07E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450175-8837-7EE1-E5BA-0724088F6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D13B4D-F54A-4B81-9D6E-BC07F7324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04/02/2025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1A275E-AE26-A7FC-BF75-25A393109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559CDD-200E-CD58-1EA1-E720F2C1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889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F5EC2-6ECB-E74D-E075-758C0D72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E3D798-6DEC-81FD-27A6-4E57B7DB8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89ADBF-7F7D-7632-1E03-493B0534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04/02/2025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7DD143-EA8F-3867-0BC1-7A26F4C6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9D990E-5B9E-8D52-1315-727CB882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018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37D38-0FBE-BC0E-EE34-A22E63C8A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1E5F97-8842-C92D-446E-A5A89934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2C067B-DA21-6004-1B79-1F6EC62E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04/02/2025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74EB7D-655B-61F8-684F-2542C2076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A88FFF-AF1B-101F-CA04-24A60B90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37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A6DC7-F673-1C29-5A20-285707C22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6E6B38-8FF7-1567-28E8-43F4BD9F2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246D4D-1865-7D3E-81BC-A3DF5705D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144D13-53DD-7F24-DEA5-DD3745C90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04/02/2025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D051E2-F88F-5DC8-C2C2-DB71E4BB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21BBB0-8DFD-C793-0F99-34913933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652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C8F6C-A74A-56EF-3FD7-73EBC1EDA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0C866A-7177-9059-CB97-1166DA527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DF9212-1DB4-E15E-B037-3A69FFBB2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C19E42-1C13-10A1-544C-568CF81A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2C8D018-0A64-1B80-2691-306A64E8E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6D582CE-A0C4-C279-6DD8-C4532682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04/02/2025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E45CB52-2CC2-005B-21ED-ED06AE0F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9E8EBF0-7BA2-C5C7-6CFB-4D529DC1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328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419FC-3D7B-61E3-B435-4FDE9C10F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643024D-427C-60A3-F7F3-672C6158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04/02/2025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9E71A2-5177-44E6-4D61-F78025E2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3C4841-39E5-574C-D9BB-25314142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3891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939F7D-4CFE-7C28-1042-F1BB5E42A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04/02/2025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372BBC7-D29C-6A6D-A22C-CE149931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E587B7-1EC0-2068-C847-8E2E09C4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34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3CE5E-FCB7-3F1B-52E9-AA1B4E96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F8271D-81F5-6BDF-9914-90C595B76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BBD6B2-F264-0B05-2E82-C9F3E0C65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0BEB91-1606-C46C-7916-F9170B92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04/02/2025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CCE613-12C2-6751-52FF-684BCA83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4CFAC2-8510-B915-2B5B-7688AEC2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116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790E5-92D0-EB1F-4967-3206860D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FEA619-C602-15B0-0FE4-F16551339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0E2919-2717-24D5-714C-2BFB58AC1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6D0114-92FC-F8D2-97F5-FE839CEC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04/02/2025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13C8E2-6816-B348-CE3F-0F2681E9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E7CB8A-1634-DF0B-D17D-43E8DDC1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82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9F699-3880-A3C3-E913-85E24AAE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441E86-B08B-C71F-EB5A-FE2415FA7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CA9FC9-7EAE-0756-A23C-F89EEBF79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04/02/2025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383D73-B2B4-D582-C8AA-8B497678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4A3D1B-DF02-01D9-7A52-016301C0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4907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D43CE4-6443-C8F4-0310-52F9282B02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B572F7-A20B-168E-1FA1-747B809C6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1CD70B-083E-B6C4-5D9D-D6E0C624C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04/02/2025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C0F76B-CEAD-FAB4-CE3B-051C7052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A1861A-B7B4-366C-044D-16C5AFE8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5118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2FB111-B70C-85E1-6921-091C1DF2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71E1CA-229D-FF6B-92B5-1015E4539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978A5D-DA29-2A59-89F4-DCE282CC8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B06AF-F33A-4E3D-AA83-FF85CDF753DC}" type="datetimeFigureOut">
              <a:rPr lang="es-MX" smtClean="0"/>
              <a:t>04/02/2025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164C7B-44EA-6147-3C49-5BE7CDF2A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83FD0A-0838-DBD1-1F34-AC981DA8C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796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4" Type="http://schemas.openxmlformats.org/officeDocument/2006/relationships/diagramLayout" Target="../diagrams/layout3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4.xml"/><Relationship Id="rId5" Type="http://schemas.openxmlformats.org/officeDocument/2006/relationships/diagramQuickStyle" Target="../diagrams/quickStyle34.xml"/><Relationship Id="rId4" Type="http://schemas.openxmlformats.org/officeDocument/2006/relationships/diagramLayout" Target="../diagrams/layout3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5.xml"/><Relationship Id="rId7" Type="http://schemas.microsoft.com/office/2007/relationships/diagramDrawing" Target="../diagrams/drawing35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5.xml"/><Relationship Id="rId5" Type="http://schemas.openxmlformats.org/officeDocument/2006/relationships/diagramQuickStyle" Target="../diagrams/quickStyle35.xml"/><Relationship Id="rId4" Type="http://schemas.openxmlformats.org/officeDocument/2006/relationships/diagramLayout" Target="../diagrams/layout3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6.xml"/><Relationship Id="rId7" Type="http://schemas.microsoft.com/office/2007/relationships/diagramDrawing" Target="../diagrams/drawing36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6.xml"/><Relationship Id="rId5" Type="http://schemas.openxmlformats.org/officeDocument/2006/relationships/diagramQuickStyle" Target="../diagrams/quickStyle36.xml"/><Relationship Id="rId4" Type="http://schemas.openxmlformats.org/officeDocument/2006/relationships/diagramLayout" Target="../diagrams/layout3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8.xml"/><Relationship Id="rId7" Type="http://schemas.microsoft.com/office/2007/relationships/diagramDrawing" Target="../diagrams/drawing38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8.xml"/><Relationship Id="rId5" Type="http://schemas.openxmlformats.org/officeDocument/2006/relationships/diagramQuickStyle" Target="../diagrams/quickStyle38.xml"/><Relationship Id="rId4" Type="http://schemas.openxmlformats.org/officeDocument/2006/relationships/diagramLayout" Target="../diagrams/layout3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9.xml"/><Relationship Id="rId7" Type="http://schemas.microsoft.com/office/2007/relationships/diagramDrawing" Target="../diagrams/drawing39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9.xml"/><Relationship Id="rId5" Type="http://schemas.openxmlformats.org/officeDocument/2006/relationships/diagramQuickStyle" Target="../diagrams/quickStyle39.xml"/><Relationship Id="rId4" Type="http://schemas.openxmlformats.org/officeDocument/2006/relationships/diagramLayout" Target="../diagrams/layout3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0.xml"/><Relationship Id="rId7" Type="http://schemas.microsoft.com/office/2007/relationships/diagramDrawing" Target="../diagrams/drawing40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0.xml"/><Relationship Id="rId5" Type="http://schemas.openxmlformats.org/officeDocument/2006/relationships/diagramQuickStyle" Target="../diagrams/quickStyle40.xml"/><Relationship Id="rId4" Type="http://schemas.openxmlformats.org/officeDocument/2006/relationships/diagramLayout" Target="../diagrams/layout4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1.xml"/><Relationship Id="rId7" Type="http://schemas.microsoft.com/office/2007/relationships/diagramDrawing" Target="../diagrams/drawing4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1.xml"/><Relationship Id="rId5" Type="http://schemas.openxmlformats.org/officeDocument/2006/relationships/diagramQuickStyle" Target="../diagrams/quickStyle41.xml"/><Relationship Id="rId4" Type="http://schemas.openxmlformats.org/officeDocument/2006/relationships/diagramLayout" Target="../diagrams/layout4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V. Las Deducciones Autorizadas</a:t>
            </a:r>
          </a:p>
        </p:txBody>
      </p:sp>
    </p:spTree>
    <p:extLst>
      <p:ext uri="{BB962C8B-B14F-4D97-AF65-F5344CB8AC3E}">
        <p14:creationId xmlns:p14="http://schemas.microsoft.com/office/powerpoint/2010/main" val="418986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V. Las Deducciones Autorizadas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Conceptos Deducibles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Requisitos de las Deducciones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dirty="0"/>
              <a:t>Requisitos Generales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dirty="0"/>
              <a:t>Requisitos Especiales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s-MX" dirty="0"/>
              <a:t>Intereses y Fluctuación Cambiaria</a:t>
            </a:r>
          </a:p>
          <a:p>
            <a:pPr marL="1371600" lvl="2" indent="-457200">
              <a:buFont typeface="+mj-lt"/>
              <a:buAutoNum type="arabicPeriod"/>
            </a:pPr>
            <a:r>
              <a:rPr lang="es-MX" dirty="0"/>
              <a:t>Generalidades de la Capitalización Insuficiente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Partidas No Deducibles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Generalidades del Costo de lo Vendido</a:t>
            </a:r>
          </a:p>
        </p:txBody>
      </p:sp>
    </p:spTree>
    <p:extLst>
      <p:ext uri="{BB962C8B-B14F-4D97-AF65-F5344CB8AC3E}">
        <p14:creationId xmlns:p14="http://schemas.microsoft.com/office/powerpoint/2010/main" val="999959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914400" y="420914"/>
          <a:ext cx="10515600" cy="5915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4947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Las deducciones deben además cumplir con requisitos y no estar específicamente prohibidas</a:t>
            </a:r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5602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1045029" y="203200"/>
          <a:ext cx="10515600" cy="6539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6809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57DD-CFCB-4549-AD52-E4A97A69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200" dirty="0"/>
              <a:t>Los donativos NO onerosos NI remunerativos están limitados por la Utilidad del Ejercicio inmediato anterior, por lo que necesariamente debe haber ejercicio inmediato anterior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93FD90-F55B-49B1-A86B-DBB0B1429C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059888FE-C7EB-4A5B-8054-F64C35DB9201}"/>
              </a:ext>
            </a:extLst>
          </p:cNvPr>
          <p:cNvSpPr/>
          <p:nvPr/>
        </p:nvSpPr>
        <p:spPr>
          <a:xfrm>
            <a:off x="10908322" y="4548554"/>
            <a:ext cx="99647" cy="1628409"/>
          </a:xfrm>
          <a:prstGeom prst="rightBrac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95256D-6A8A-4BE4-9C11-166ACBDB1AE0}"/>
              </a:ext>
            </a:extLst>
          </p:cNvPr>
          <p:cNvSpPr txBox="1"/>
          <p:nvPr/>
        </p:nvSpPr>
        <p:spPr>
          <a:xfrm>
            <a:off x="11148625" y="515229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7%</a:t>
            </a:r>
          </a:p>
        </p:txBody>
      </p:sp>
    </p:spTree>
    <p:extLst>
      <p:ext uri="{BB962C8B-B14F-4D97-AF65-F5344CB8AC3E}">
        <p14:creationId xmlns:p14="http://schemas.microsoft.com/office/powerpoint/2010/main" val="2193202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 veces se emiten comprobantes por las adquisiciones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908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pagos de combustibles siempre tienen que pagarse mediante medios formales</a:t>
            </a: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91662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 través de los medios formales se pretende reducir la informalidad</a:t>
            </a: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4570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adquirente de los bienes y servicios coadyuva a la fiscalización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2331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 la acumulación es al cobro, la deducción es al pago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peech Bubble: Oval 2">
            <a:extLst>
              <a:ext uri="{FF2B5EF4-FFF2-40B4-BE49-F238E27FC236}">
                <a16:creationId xmlns:a16="http://schemas.microsoft.com/office/drawing/2014/main" id="{9CDCD275-1838-4F24-BA24-7097BB9A5198}"/>
              </a:ext>
            </a:extLst>
          </p:cNvPr>
          <p:cNvSpPr/>
          <p:nvPr/>
        </p:nvSpPr>
        <p:spPr>
          <a:xfrm>
            <a:off x="8932985" y="1322363"/>
            <a:ext cx="2912012" cy="2785403"/>
          </a:xfrm>
          <a:prstGeom prst="wedgeEllipseCallout">
            <a:avLst>
              <a:gd name="adj1" fmla="val -38472"/>
              <a:gd name="adj2" fmla="val 97781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Si el cheque pudiera trasmitirse a un tercero, entonces no se habría cumplido con la obligación de “Para abono en cuenta del beneficiario”</a:t>
            </a:r>
          </a:p>
        </p:txBody>
      </p:sp>
    </p:spTree>
    <p:extLst>
      <p:ext uri="{BB962C8B-B14F-4D97-AF65-F5344CB8AC3E}">
        <p14:creationId xmlns:p14="http://schemas.microsoft.com/office/powerpoint/2010/main" val="313316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No es deducible el “sobreprecio” o el total si no se cumplen con ciertos requisitos o condiciones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65751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bienes deben haber sido importados legalmente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70796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Solamente algunas provisiones para pagos al personal son deducibles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0132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gastos a prorrata no son deducibles si son con residentes en el extranjero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8258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incumplimiento de plazos puede resultar en la no deducibilidad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79749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0762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gastos de viaje y viáticos son distintos a los gastos locales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9250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676894" y="415636"/>
          <a:ext cx="10901548" cy="5975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0275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843149" y="316523"/>
          <a:ext cx="10515600" cy="6224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1168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996461" y="539262"/>
          <a:ext cx="10515600" cy="5989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9666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866899" y="444211"/>
          <a:ext cx="10515600" cy="5903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11893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Previsión Social </a:t>
            </a:r>
            <a:r>
              <a:rPr lang="es-MX" sz="1800" dirty="0"/>
              <a:t>LISR-7</a:t>
            </a:r>
            <a:endParaRPr lang="es-MX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87940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213757" y="225630"/>
          <a:ext cx="11661568" cy="6388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0580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844060" y="574432"/>
          <a:ext cx="10515600" cy="58487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6434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1055077" y="281354"/>
          <a:ext cx="10515600" cy="6329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814188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14705097"/>
              </p:ext>
            </p:extLst>
          </p:nvPr>
        </p:nvGraphicFramePr>
        <p:xfrm>
          <a:off x="773723" y="398585"/>
          <a:ext cx="10515600" cy="6059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34348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797169" y="574430"/>
          <a:ext cx="10515600" cy="5849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43610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844061" y="386861"/>
          <a:ext cx="10515600" cy="6118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2948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484495385"/>
              </p:ext>
            </p:extLst>
          </p:nvPr>
        </p:nvGraphicFramePr>
        <p:xfrm>
          <a:off x="820615" y="433754"/>
          <a:ext cx="10515600" cy="6153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681F0534-AE4A-43C0-BC1A-FD7DD04C6078}"/>
              </a:ext>
            </a:extLst>
          </p:cNvPr>
          <p:cNvSpPr/>
          <p:nvPr/>
        </p:nvSpPr>
        <p:spPr>
          <a:xfrm>
            <a:off x="644770" y="498230"/>
            <a:ext cx="3475892" cy="1611923"/>
          </a:xfrm>
          <a:prstGeom prst="wedgeEllipseCallout">
            <a:avLst>
              <a:gd name="adj1" fmla="val -14594"/>
              <a:gd name="adj2" fmla="val 84318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 deudor deberá acumular cuando el acreedor deduzca</a:t>
            </a:r>
          </a:p>
          <a:p>
            <a:pPr algn="ctr"/>
            <a:r>
              <a:rPr lang="es-MX" dirty="0"/>
              <a:t>(ver ingresos LISR 17-IV)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0B7DF368-89D0-43F3-8791-25DD51A6233F}"/>
              </a:ext>
            </a:extLst>
          </p:cNvPr>
          <p:cNvSpPr/>
          <p:nvPr/>
        </p:nvSpPr>
        <p:spPr>
          <a:xfrm>
            <a:off x="644770" y="5165889"/>
            <a:ext cx="3054284" cy="1485857"/>
          </a:xfrm>
          <a:prstGeom prst="wedgeEllipseCallout">
            <a:avLst>
              <a:gd name="adj1" fmla="val 20274"/>
              <a:gd name="adj2" fmla="val -10408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Para efectos del Ajuste Anual por Inflación se considera que la cancelación ocurre en el último mes de la primera mitad del ejercicio</a:t>
            </a:r>
          </a:p>
        </p:txBody>
      </p:sp>
    </p:spTree>
    <p:extLst>
      <p:ext uri="{BB962C8B-B14F-4D97-AF65-F5344CB8AC3E}">
        <p14:creationId xmlns:p14="http://schemas.microsoft.com/office/powerpoint/2010/main" val="34063998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902677" y="550985"/>
          <a:ext cx="10515600" cy="5989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2247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559537518"/>
              </p:ext>
            </p:extLst>
          </p:nvPr>
        </p:nvGraphicFramePr>
        <p:xfrm>
          <a:off x="949569" y="351692"/>
          <a:ext cx="10515600" cy="6270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236676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750277" y="457200"/>
          <a:ext cx="10515600" cy="6153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57662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498231" y="269631"/>
          <a:ext cx="11388969" cy="6423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15625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17754313"/>
              </p:ext>
            </p:extLst>
          </p:nvPr>
        </p:nvGraphicFramePr>
        <p:xfrm>
          <a:off x="797169" y="504092"/>
          <a:ext cx="10515600" cy="6024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5331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 Capitalización Insuficiente limita la deducción de los intereses </a:t>
            </a:r>
            <a:r>
              <a:rPr lang="es-MX" sz="1800" dirty="0"/>
              <a:t>LISR 28-XXVII</a:t>
            </a:r>
            <a:endParaRPr lang="es-MX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551202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</p:spTree>
    <p:extLst>
      <p:ext uri="{BB962C8B-B14F-4D97-AF65-F5344CB8AC3E}">
        <p14:creationId xmlns:p14="http://schemas.microsoft.com/office/powerpoint/2010/main" val="38752557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1638795" y="5379522"/>
            <a:ext cx="2101932" cy="932378"/>
          </a:xfrm>
          <a:prstGeom prst="wedgeEllipseCallout">
            <a:avLst>
              <a:gd name="adj1" fmla="val 211370"/>
              <a:gd name="adj2" fmla="val -24445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Capitalización Insuficiente</a:t>
            </a:r>
          </a:p>
        </p:txBody>
      </p:sp>
    </p:spTree>
    <p:extLst>
      <p:ext uri="{BB962C8B-B14F-4D97-AF65-F5344CB8AC3E}">
        <p14:creationId xmlns:p14="http://schemas.microsoft.com/office/powerpoint/2010/main" val="25090205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B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  <p:sp>
        <p:nvSpPr>
          <p:cNvPr id="3" name="Curved Left Arrow 2"/>
          <p:cNvSpPr/>
          <p:nvPr/>
        </p:nvSpPr>
        <p:spPr>
          <a:xfrm>
            <a:off x="9635836" y="2731324"/>
            <a:ext cx="731520" cy="2434441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67356" y="3763878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</p:spTree>
    <p:extLst>
      <p:ext uri="{BB962C8B-B14F-4D97-AF65-F5344CB8AC3E}">
        <p14:creationId xmlns:p14="http://schemas.microsoft.com/office/powerpoint/2010/main" val="29613145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B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  <p:sp>
        <p:nvSpPr>
          <p:cNvPr id="3" name="Curved Left Arrow 2"/>
          <p:cNvSpPr/>
          <p:nvPr/>
        </p:nvSpPr>
        <p:spPr>
          <a:xfrm>
            <a:off x="9635836" y="2731324"/>
            <a:ext cx="731520" cy="2434441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67356" y="3763878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  <p:sp>
        <p:nvSpPr>
          <p:cNvPr id="8" name="Oval Callout 7"/>
          <p:cNvSpPr/>
          <p:nvPr/>
        </p:nvSpPr>
        <p:spPr>
          <a:xfrm>
            <a:off x="1638795" y="5379522"/>
            <a:ext cx="2101932" cy="932378"/>
          </a:xfrm>
          <a:prstGeom prst="wedgeEllipseCallout">
            <a:avLst>
              <a:gd name="adj1" fmla="val 211370"/>
              <a:gd name="adj2" fmla="val -24445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Capitalización Insuficiente</a:t>
            </a:r>
          </a:p>
        </p:txBody>
      </p:sp>
      <p:sp>
        <p:nvSpPr>
          <p:cNvPr id="5" name="Oval Callout 4"/>
          <p:cNvSpPr/>
          <p:nvPr/>
        </p:nvSpPr>
        <p:spPr>
          <a:xfrm>
            <a:off x="9635836" y="463138"/>
            <a:ext cx="2085109" cy="612648"/>
          </a:xfrm>
          <a:prstGeom prst="wedgeEllipseCallout">
            <a:avLst>
              <a:gd name="adj1" fmla="val -17144"/>
              <a:gd name="adj2" fmla="val 43660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Back-to-Back</a:t>
            </a:r>
          </a:p>
        </p:txBody>
      </p:sp>
    </p:spTree>
    <p:extLst>
      <p:ext uri="{BB962C8B-B14F-4D97-AF65-F5344CB8AC3E}">
        <p14:creationId xmlns:p14="http://schemas.microsoft.com/office/powerpoint/2010/main" val="30888253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C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$200</a:t>
            </a:r>
          </a:p>
        </p:txBody>
      </p:sp>
      <p:cxnSp>
        <p:nvCxnSpPr>
          <p:cNvPr id="5" name="Elbow Connector 4"/>
          <p:cNvCxnSpPr/>
          <p:nvPr/>
        </p:nvCxnSpPr>
        <p:spPr>
          <a:xfrm>
            <a:off x="2363190" y="3633849"/>
            <a:ext cx="4144488" cy="1603169"/>
          </a:xfrm>
          <a:prstGeom prst="bentConnector3">
            <a:avLst>
              <a:gd name="adj1" fmla="val -14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53814" y="4867686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$600</a:t>
            </a:r>
          </a:p>
        </p:txBody>
      </p:sp>
      <p:sp>
        <p:nvSpPr>
          <p:cNvPr id="12" name="Curved Left Arrow 11"/>
          <p:cNvSpPr/>
          <p:nvPr/>
        </p:nvSpPr>
        <p:spPr>
          <a:xfrm>
            <a:off x="9635836" y="2731324"/>
            <a:ext cx="731520" cy="2434441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67356" y="3763878"/>
            <a:ext cx="1520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Capital = $200</a:t>
            </a:r>
          </a:p>
        </p:txBody>
      </p:sp>
    </p:spTree>
    <p:extLst>
      <p:ext uri="{BB962C8B-B14F-4D97-AF65-F5344CB8AC3E}">
        <p14:creationId xmlns:p14="http://schemas.microsoft.com/office/powerpoint/2010/main" val="20763839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Limitante 30% UFIA </a:t>
            </a:r>
            <a:r>
              <a:rPr lang="es-MX" sz="1800" dirty="0"/>
              <a:t>LISR 28-XXXII</a:t>
            </a:r>
            <a:endParaRPr lang="es-MX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38031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Oval Callout 7">
            <a:extLst>
              <a:ext uri="{FF2B5EF4-FFF2-40B4-BE49-F238E27FC236}">
                <a16:creationId xmlns:a16="http://schemas.microsoft.com/office/drawing/2014/main" id="{932573CF-E22F-378A-A082-0DE683B6AF19}"/>
              </a:ext>
            </a:extLst>
          </p:cNvPr>
          <p:cNvSpPr/>
          <p:nvPr/>
        </p:nvSpPr>
        <p:spPr>
          <a:xfrm>
            <a:off x="4286993" y="5560497"/>
            <a:ext cx="2101932" cy="932378"/>
          </a:xfrm>
          <a:prstGeom prst="wedgeEllipseCallout">
            <a:avLst>
              <a:gd name="adj1" fmla="val 106286"/>
              <a:gd name="adj2" fmla="val -12218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Sujeto al límite de 30% UFIA</a:t>
            </a:r>
          </a:p>
        </p:txBody>
      </p:sp>
      <p:sp>
        <p:nvSpPr>
          <p:cNvPr id="7" name="Oval Callout 7">
            <a:extLst>
              <a:ext uri="{FF2B5EF4-FFF2-40B4-BE49-F238E27FC236}">
                <a16:creationId xmlns:a16="http://schemas.microsoft.com/office/drawing/2014/main" id="{4535C6F8-15BB-3E45-7D9A-FC10F3484FB1}"/>
              </a:ext>
            </a:extLst>
          </p:cNvPr>
          <p:cNvSpPr/>
          <p:nvPr/>
        </p:nvSpPr>
        <p:spPr>
          <a:xfrm>
            <a:off x="6968836" y="681037"/>
            <a:ext cx="2101932" cy="932378"/>
          </a:xfrm>
          <a:prstGeom prst="wedgeEllipseCallout">
            <a:avLst>
              <a:gd name="adj1" fmla="val -110099"/>
              <a:gd name="adj2" fmla="val 23062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Intereses Netos - Límite</a:t>
            </a:r>
          </a:p>
        </p:txBody>
      </p:sp>
      <p:sp>
        <p:nvSpPr>
          <p:cNvPr id="8" name="Oval Callout 7">
            <a:extLst>
              <a:ext uri="{FF2B5EF4-FFF2-40B4-BE49-F238E27FC236}">
                <a16:creationId xmlns:a16="http://schemas.microsoft.com/office/drawing/2014/main" id="{7FBEE1FF-E210-41DA-C84F-63BA3E041D86}"/>
              </a:ext>
            </a:extLst>
          </p:cNvPr>
          <p:cNvSpPr/>
          <p:nvPr/>
        </p:nvSpPr>
        <p:spPr>
          <a:xfrm>
            <a:off x="8653154" y="1359436"/>
            <a:ext cx="2101932" cy="932378"/>
          </a:xfrm>
          <a:prstGeom prst="wedgeEllipseCallout">
            <a:avLst>
              <a:gd name="adj1" fmla="val -157557"/>
              <a:gd name="adj2" fmla="val 1656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Si es “0” o negativo se deduce todo</a:t>
            </a:r>
          </a:p>
        </p:txBody>
      </p:sp>
    </p:spTree>
    <p:extLst>
      <p:ext uri="{BB962C8B-B14F-4D97-AF65-F5344CB8AC3E}">
        <p14:creationId xmlns:p14="http://schemas.microsoft.com/office/powerpoint/2010/main" val="2281634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Limitante 30% UFIA </a:t>
            </a:r>
            <a:r>
              <a:rPr lang="es-MX" sz="1800" dirty="0"/>
              <a:t>LISR 28-XXXII</a:t>
            </a:r>
            <a:endParaRPr lang="es-MX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6514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Oval Callout 7">
            <a:extLst>
              <a:ext uri="{FF2B5EF4-FFF2-40B4-BE49-F238E27FC236}">
                <a16:creationId xmlns:a16="http://schemas.microsoft.com/office/drawing/2014/main" id="{F807B212-745D-AA58-5219-237C226E9DEA}"/>
              </a:ext>
            </a:extLst>
          </p:cNvPr>
          <p:cNvSpPr/>
          <p:nvPr/>
        </p:nvSpPr>
        <p:spPr>
          <a:xfrm>
            <a:off x="2230583" y="5925622"/>
            <a:ext cx="2101932" cy="932378"/>
          </a:xfrm>
          <a:prstGeom prst="wedgeEllipseCallout">
            <a:avLst>
              <a:gd name="adj1" fmla="val -52471"/>
              <a:gd name="adj2" fmla="val -47035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</a:rPr>
              <a:t>Compartido por empresas de mismo Grupo (asignado por proporción ingresos)</a:t>
            </a:r>
            <a:endParaRPr lang="es-MX" sz="1100" dirty="0">
              <a:solidFill>
                <a:schemeClr val="tx1"/>
              </a:solidFill>
            </a:endParaRPr>
          </a:p>
        </p:txBody>
      </p:sp>
      <p:sp>
        <p:nvSpPr>
          <p:cNvPr id="4" name="Oval Callout 7">
            <a:extLst>
              <a:ext uri="{FF2B5EF4-FFF2-40B4-BE49-F238E27FC236}">
                <a16:creationId xmlns:a16="http://schemas.microsoft.com/office/drawing/2014/main" id="{77DA5C98-3610-0D6C-5A62-83AAA7837099}"/>
              </a:ext>
            </a:extLst>
          </p:cNvPr>
          <p:cNvSpPr/>
          <p:nvPr/>
        </p:nvSpPr>
        <p:spPr>
          <a:xfrm>
            <a:off x="2076204" y="1181390"/>
            <a:ext cx="2101932" cy="932378"/>
          </a:xfrm>
          <a:prstGeom prst="wedgeEllipseCallout">
            <a:avLst>
              <a:gd name="adj1" fmla="val -54731"/>
              <a:gd name="adj2" fmla="val 3575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Si Intereses Netos son negativos NO APLICA LIMITANTE</a:t>
            </a:r>
            <a:endParaRPr lang="es-MX" sz="1200" dirty="0">
              <a:solidFill>
                <a:schemeClr val="tx1"/>
              </a:solidFill>
            </a:endParaRPr>
          </a:p>
        </p:txBody>
      </p:sp>
      <p:sp>
        <p:nvSpPr>
          <p:cNvPr id="6" name="Oval Callout 7">
            <a:extLst>
              <a:ext uri="{FF2B5EF4-FFF2-40B4-BE49-F238E27FC236}">
                <a16:creationId xmlns:a16="http://schemas.microsoft.com/office/drawing/2014/main" id="{300B923E-023B-21B3-8656-9B69E0BC5A0F}"/>
              </a:ext>
            </a:extLst>
          </p:cNvPr>
          <p:cNvSpPr/>
          <p:nvPr/>
        </p:nvSpPr>
        <p:spPr>
          <a:xfrm>
            <a:off x="5045034" y="1181390"/>
            <a:ext cx="2101932" cy="932378"/>
          </a:xfrm>
          <a:prstGeom prst="wedgeEllipseCallout">
            <a:avLst>
              <a:gd name="adj1" fmla="val 636"/>
              <a:gd name="adj2" fmla="val 7268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Si UFIA &lt; 0 sólo se pueden deducir hasta $20,000,000 (proporcional)</a:t>
            </a:r>
            <a:endParaRPr lang="es-MX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7916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Limitante 30% UFIA </a:t>
            </a:r>
            <a:r>
              <a:rPr lang="es-MX" sz="1800" dirty="0"/>
              <a:t>LISR 28-XXXII</a:t>
            </a:r>
            <a:endParaRPr lang="es-MX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0869871"/>
              </p:ext>
            </p:extLst>
          </p:nvPr>
        </p:nvGraphicFramePr>
        <p:xfrm>
          <a:off x="1348839" y="1690688"/>
          <a:ext cx="610886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Oval Callout 7">
            <a:extLst>
              <a:ext uri="{FF2B5EF4-FFF2-40B4-BE49-F238E27FC236}">
                <a16:creationId xmlns:a16="http://schemas.microsoft.com/office/drawing/2014/main" id="{EED470A5-EF2D-EE58-328E-2C0A784F7213}"/>
              </a:ext>
            </a:extLst>
          </p:cNvPr>
          <p:cNvSpPr/>
          <p:nvPr/>
        </p:nvSpPr>
        <p:spPr>
          <a:xfrm>
            <a:off x="8741228" y="1519877"/>
            <a:ext cx="2730335" cy="1484580"/>
          </a:xfrm>
          <a:prstGeom prst="wedgeEllipseCallout">
            <a:avLst>
              <a:gd name="adj1" fmla="val -145749"/>
              <a:gd name="adj2" fmla="val -782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</a:rPr>
              <a:t>Ingresos</a:t>
            </a:r>
            <a:r>
              <a:rPr lang="es-ES" sz="1600" dirty="0">
                <a:solidFill>
                  <a:schemeClr val="tx1"/>
                </a:solidFill>
              </a:rPr>
              <a:t> de estas actividades se deben disminuir de UFIA – </a:t>
            </a:r>
            <a:r>
              <a:rPr lang="es-ES" sz="1600" b="1" dirty="0">
                <a:solidFill>
                  <a:schemeClr val="tx1"/>
                </a:solidFill>
              </a:rPr>
              <a:t>DISTORSIÓN RELEVANTE</a:t>
            </a:r>
            <a:endParaRPr lang="es-MX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6286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37D236-DD0C-464C-A6F9-A30D75036261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193431" y="287214"/>
          <a:ext cx="11699631" cy="6348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70520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43AC-3804-4787-857D-EEA48D28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Costo o Mercado: El menor (Opcional) </a:t>
            </a:r>
            <a:r>
              <a:rPr lang="es-MX" sz="1800" dirty="0"/>
              <a:t>LISR 42</a:t>
            </a:r>
            <a:endParaRPr lang="es-MX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F86D6E-6005-465F-B0FC-BC3288517A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Left Brace 4">
            <a:extLst>
              <a:ext uri="{FF2B5EF4-FFF2-40B4-BE49-F238E27FC236}">
                <a16:creationId xmlns:a16="http://schemas.microsoft.com/office/drawing/2014/main" id="{DCE919AE-E0D0-4642-8B38-8B1F6422AEFB}"/>
              </a:ext>
            </a:extLst>
          </p:cNvPr>
          <p:cNvSpPr/>
          <p:nvPr/>
        </p:nvSpPr>
        <p:spPr>
          <a:xfrm rot="10800000">
            <a:off x="7631720" y="2550264"/>
            <a:ext cx="222741" cy="2895104"/>
          </a:xfrm>
          <a:prstGeom prst="leftBrac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347F15-2226-4B77-8885-C23BDEA1EA75}"/>
              </a:ext>
            </a:extLst>
          </p:cNvPr>
          <p:cNvSpPr txBox="1"/>
          <p:nvPr/>
        </p:nvSpPr>
        <p:spPr>
          <a:xfrm>
            <a:off x="7942385" y="3804107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El Menor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E949F5F8-855E-455F-8FF7-9276DF11047D}"/>
              </a:ext>
            </a:extLst>
          </p:cNvPr>
          <p:cNvSpPr/>
          <p:nvPr/>
        </p:nvSpPr>
        <p:spPr>
          <a:xfrm rot="5400000">
            <a:off x="7902482" y="-1032367"/>
            <a:ext cx="255652" cy="6646985"/>
          </a:xfrm>
          <a:prstGeom prst="leftBrac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361F8C-1F00-49FB-9514-A2FB707B2D17}"/>
              </a:ext>
            </a:extLst>
          </p:cNvPr>
          <p:cNvSpPr txBox="1"/>
          <p:nvPr/>
        </p:nvSpPr>
        <p:spPr>
          <a:xfrm>
            <a:off x="7525490" y="1694313"/>
            <a:ext cx="1009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El Mayor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BEC59-9574-4766-8221-95AADDE308F6}"/>
              </a:ext>
            </a:extLst>
          </p:cNvPr>
          <p:cNvSpPr txBox="1"/>
          <p:nvPr/>
        </p:nvSpPr>
        <p:spPr>
          <a:xfrm>
            <a:off x="750277" y="5573264"/>
            <a:ext cx="10691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Este ajuste permite reconocer como parte del costo de ventas del ejercicio la “minusvalía” que pudiera haber en las mercancías del inventario final (Obligatorio para fines contables)</a:t>
            </a:r>
          </a:p>
        </p:txBody>
      </p:sp>
    </p:spTree>
    <p:extLst>
      <p:ext uri="{BB962C8B-B14F-4D97-AF65-F5344CB8AC3E}">
        <p14:creationId xmlns:p14="http://schemas.microsoft.com/office/powerpoint/2010/main" val="27603660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2412</Words>
  <Application>Microsoft Office PowerPoint</Application>
  <PresentationFormat>Panorámica</PresentationFormat>
  <Paragraphs>658</Paragraphs>
  <Slides>45</Slides>
  <Notes>42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Tema de Office</vt:lpstr>
      <vt:lpstr>V. Las Deducciones Autorizadas</vt:lpstr>
      <vt:lpstr>V. Las Deducciones Autorizadas</vt:lpstr>
      <vt:lpstr>Presentación de PowerPoint</vt:lpstr>
      <vt:lpstr>Las deducciones deben además cumplir con requisitos y no estar específicamente prohibidas</vt:lpstr>
      <vt:lpstr>Presentación de PowerPoint</vt:lpstr>
      <vt:lpstr>Los donativos NO onerosos NI remunerativos están limitados por la Utilidad del Ejercicio inmediato anterior, por lo que necesariamente debe haber ejercicio inmediato anterior</vt:lpstr>
      <vt:lpstr>A veces se emiten comprobantes por las adquisiciones</vt:lpstr>
      <vt:lpstr>Los pagos de combustibles siempre tienen que pagarse mediante medios formales</vt:lpstr>
      <vt:lpstr>A través de los medios formales se pretende reducir la informalidad</vt:lpstr>
      <vt:lpstr>El adquirente de los bienes y servicios coadyuva a la fiscalización</vt:lpstr>
      <vt:lpstr>Si la acumulación es al cobro, la deducción es al pago</vt:lpstr>
      <vt:lpstr>No es deducible el “sobreprecio” o el total si no se cumplen con ciertos requisitos o condiciones</vt:lpstr>
      <vt:lpstr>Los bienes deben haber sido importados legalmente</vt:lpstr>
      <vt:lpstr>Solamente algunas provisiones para pagos al personal son deducibles</vt:lpstr>
      <vt:lpstr>Los gastos a prorrata no son deducibles si son con residentes en el extranjero</vt:lpstr>
      <vt:lpstr>El incumplimiento de plazos puede resultar en la no deducibilidad</vt:lpstr>
      <vt:lpstr>Los gastos de viaje y viáticos son distintos a los gastos locales</vt:lpstr>
      <vt:lpstr>Presentación de PowerPoint</vt:lpstr>
      <vt:lpstr>Presentación de PowerPoint</vt:lpstr>
      <vt:lpstr>Presentación de PowerPoint</vt:lpstr>
      <vt:lpstr>Presentación de PowerPoint</vt:lpstr>
      <vt:lpstr>Previsión Social LISR-7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La Capitalización Insuficiente limita la deducción de los intereses LISR 28-XXVII</vt:lpstr>
      <vt:lpstr>Caso A</vt:lpstr>
      <vt:lpstr>Caso A</vt:lpstr>
      <vt:lpstr>Caso B</vt:lpstr>
      <vt:lpstr>Caso B</vt:lpstr>
      <vt:lpstr>Caso C</vt:lpstr>
      <vt:lpstr>Limitante 30% UFIA LISR 28-XXXII</vt:lpstr>
      <vt:lpstr>Limitante 30% UFIA LISR 28-XXXII</vt:lpstr>
      <vt:lpstr>Limitante 30% UFIA LISR 28-XXXII</vt:lpstr>
      <vt:lpstr>Presentación de PowerPoint</vt:lpstr>
      <vt:lpstr>Costo o Mercado: El menor (Opcional) LISR 42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Área de Oportunidad</dc:title>
  <dc:creator>Jaime De Leon R.</dc:creator>
  <cp:lastModifiedBy>Jaime De León R.</cp:lastModifiedBy>
  <cp:revision>6</cp:revision>
  <dcterms:created xsi:type="dcterms:W3CDTF">2022-06-10T16:01:17Z</dcterms:created>
  <dcterms:modified xsi:type="dcterms:W3CDTF">2025-02-05T05:22:54Z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37ea1f-2c5d-459d-abec-9c12fc11b92c_Enabled">
    <vt:lpwstr>true</vt:lpwstr>
  </property>
  <property fmtid="{D5CDD505-2E9C-101B-9397-08002B2CF9AE}" pid="3" name="MSIP_Label_d537ea1f-2c5d-459d-abec-9c12fc11b92c_SetDate">
    <vt:lpwstr>2024-09-11T19:48:15Z</vt:lpwstr>
  </property>
  <property fmtid="{D5CDD505-2E9C-101B-9397-08002B2CF9AE}" pid="4" name="MSIP_Label_d537ea1f-2c5d-459d-abec-9c12fc11b92c_Method">
    <vt:lpwstr>Privileged</vt:lpwstr>
  </property>
  <property fmtid="{D5CDD505-2E9C-101B-9397-08002B2CF9AE}" pid="5" name="MSIP_Label_d537ea1f-2c5d-459d-abec-9c12fc11b92c_Name">
    <vt:lpwstr>General</vt:lpwstr>
  </property>
  <property fmtid="{D5CDD505-2E9C-101B-9397-08002B2CF9AE}" pid="6" name="MSIP_Label_d537ea1f-2c5d-459d-abec-9c12fc11b92c_SiteId">
    <vt:lpwstr>5a3c2a26-df13-4524-9df2-07d9a4d4a7d0</vt:lpwstr>
  </property>
  <property fmtid="{D5CDD505-2E9C-101B-9397-08002B2CF9AE}" pid="7" name="MSIP_Label_d537ea1f-2c5d-459d-abec-9c12fc11b92c_ActionId">
    <vt:lpwstr>8dbc8b15-e698-448c-8ae4-ce6e05993e9a</vt:lpwstr>
  </property>
  <property fmtid="{D5CDD505-2E9C-101B-9397-08002B2CF9AE}" pid="8" name="MSIP_Label_d537ea1f-2c5d-459d-abec-9c12fc11b92c_ContentBits">
    <vt:lpwstr>0</vt:lpwstr>
  </property>
</Properties>
</file>