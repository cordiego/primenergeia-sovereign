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6.xml" ContentType="application/vnd.openxmlformats-officedocument.presentationml.tags+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7.xml" ContentType="application/vnd.openxmlformats-officedocument.presentationml.tags+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8.xml" ContentType="application/vnd.openxmlformats-officedocument.presentationml.tags+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9.xml" ContentType="application/vnd.openxmlformats-officedocument.presentationml.tags+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10.xml" ContentType="application/vnd.openxmlformats-officedocument.presentationml.tags+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11.xml" ContentType="application/vnd.openxmlformats-officedocument.presentationml.tags+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ags/tag14.xml" ContentType="application/vnd.openxmlformats-officedocument.presentationml.tags+xml"/>
  <Override PartName="/ppt/notesSlides/notesSlide1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tags/tag19.xml" ContentType="application/vnd.openxmlformats-officedocument.presentationml.tags+xml"/>
  <Override PartName="/ppt/notesSlides/notesSlide20.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tags/tag20.xml" ContentType="application/vnd.openxmlformats-officedocument.presentationml.tags+xml"/>
  <Override PartName="/ppt/notesSlides/notesSlide21.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tags/tag21.xml" ContentType="application/vnd.openxmlformats-officedocument.presentationml.tags+xml"/>
  <Override PartName="/ppt/notesSlides/notesSlide22.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tags/tag24.xml" ContentType="application/vnd.openxmlformats-officedocument.presentationml.tags+xml"/>
  <Override PartName="/ppt/notesSlides/notesSlide25.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tags/tag30.xml" ContentType="application/vnd.openxmlformats-officedocument.presentationml.tags+xml"/>
  <Override PartName="/ppt/notesSlides/notesSlide31.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tags/tag31.xml" ContentType="application/vnd.openxmlformats-officedocument.presentationml.tags+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47" r:id="rId2"/>
    <p:sldId id="1152" r:id="rId3"/>
    <p:sldId id="314" r:id="rId4"/>
    <p:sldId id="316" r:id="rId5"/>
    <p:sldId id="1059" r:id="rId6"/>
    <p:sldId id="400" r:id="rId7"/>
    <p:sldId id="402" r:id="rId8"/>
    <p:sldId id="804" r:id="rId9"/>
    <p:sldId id="318" r:id="rId10"/>
    <p:sldId id="386" r:id="rId11"/>
    <p:sldId id="814" r:id="rId12"/>
    <p:sldId id="815" r:id="rId13"/>
    <p:sldId id="387" r:id="rId14"/>
    <p:sldId id="390" r:id="rId15"/>
    <p:sldId id="388" r:id="rId16"/>
    <p:sldId id="1153" r:id="rId17"/>
    <p:sldId id="482" r:id="rId18"/>
    <p:sldId id="511" r:id="rId19"/>
    <p:sldId id="842" r:id="rId20"/>
    <p:sldId id="327" r:id="rId21"/>
    <p:sldId id="512" r:id="rId22"/>
    <p:sldId id="1102" r:id="rId23"/>
    <p:sldId id="491" r:id="rId24"/>
    <p:sldId id="1060" r:id="rId25"/>
    <p:sldId id="508" r:id="rId26"/>
    <p:sldId id="493" r:id="rId27"/>
    <p:sldId id="494" r:id="rId28"/>
    <p:sldId id="492" r:id="rId29"/>
    <p:sldId id="495" r:id="rId30"/>
    <p:sldId id="496" r:id="rId31"/>
    <p:sldId id="514" r:id="rId32"/>
    <p:sldId id="497" r:id="rId33"/>
    <p:sldId id="498" r:id="rId34"/>
    <p:sldId id="499" r:id="rId35"/>
    <p:sldId id="1080" r:id="rId36"/>
    <p:sldId id="1071" r:id="rId37"/>
    <p:sldId id="1144" r:id="rId3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1B706-AF4A-48AD-9877-EB3E4C6CCFA3}" v="3" dt="2025-03-05T05:52:29.8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79" d="100"/>
          <a:sy n="79" d="100"/>
        </p:scale>
        <p:origin x="72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De Leon R." userId="6107559c-c399-4371-a23a-d124d3599f82" providerId="ADAL" clId="{209CAA2E-15B9-4037-BE4A-C48DF030809B}"/>
    <pc:docChg chg="undo redo custSel addSld delSld modSld">
      <pc:chgData name="Jaime De Leon R." userId="6107559c-c399-4371-a23a-d124d3599f82" providerId="ADAL" clId="{209CAA2E-15B9-4037-BE4A-C48DF030809B}" dt="2022-06-18T13:58:43.391" v="2976" actId="20577"/>
      <pc:docMkLst>
        <pc:docMk/>
      </pc:docMkLst>
      <pc:sldChg chg="del">
        <pc:chgData name="Jaime De Leon R." userId="6107559c-c399-4371-a23a-d124d3599f82" providerId="ADAL" clId="{209CAA2E-15B9-4037-BE4A-C48DF030809B}" dt="2022-06-18T13:16:39.652" v="0" actId="47"/>
        <pc:sldMkLst>
          <pc:docMk/>
          <pc:sldMk cId="3632386445" sldId="344"/>
        </pc:sldMkLst>
      </pc:sldChg>
      <pc:sldChg chg="modSp mod">
        <pc:chgData name="Jaime De Leon R." userId="6107559c-c399-4371-a23a-d124d3599f82" providerId="ADAL" clId="{209CAA2E-15B9-4037-BE4A-C48DF030809B}" dt="2022-06-18T13:30:13.392" v="894"/>
        <pc:sldMkLst>
          <pc:docMk/>
          <pc:sldMk cId="2585019895" sldId="346"/>
        </pc:sldMkLst>
      </pc:sldChg>
      <pc:sldChg chg="del">
        <pc:chgData name="Jaime De Leon R." userId="6107559c-c399-4371-a23a-d124d3599f82" providerId="ADAL" clId="{209CAA2E-15B9-4037-BE4A-C48DF030809B}" dt="2022-06-18T13:16:39.652" v="0" actId="47"/>
        <pc:sldMkLst>
          <pc:docMk/>
          <pc:sldMk cId="2100704877" sldId="347"/>
        </pc:sldMkLst>
      </pc:sldChg>
      <pc:sldChg chg="modSp add mod">
        <pc:chgData name="Jaime De Leon R." userId="6107559c-c399-4371-a23a-d124d3599f82" providerId="ADAL" clId="{209CAA2E-15B9-4037-BE4A-C48DF030809B}" dt="2022-06-18T13:44:16.533" v="1705" actId="20577"/>
        <pc:sldMkLst>
          <pc:docMk/>
          <pc:sldMk cId="4222435848" sldId="347"/>
        </pc:sldMkLst>
      </pc:sldChg>
      <pc:sldChg chg="modSp add mod">
        <pc:chgData name="Jaime De Leon R." userId="6107559c-c399-4371-a23a-d124d3599f82" providerId="ADAL" clId="{209CAA2E-15B9-4037-BE4A-C48DF030809B}" dt="2022-06-18T13:48:20.015" v="2163" actId="20577"/>
        <pc:sldMkLst>
          <pc:docMk/>
          <pc:sldMk cId="3298429581" sldId="348"/>
        </pc:sldMkLst>
      </pc:sldChg>
      <pc:sldChg chg="modSp add mod">
        <pc:chgData name="Jaime De Leon R." userId="6107559c-c399-4371-a23a-d124d3599f82" providerId="ADAL" clId="{209CAA2E-15B9-4037-BE4A-C48DF030809B}" dt="2022-06-18T13:52:21.430" v="2204" actId="20577"/>
        <pc:sldMkLst>
          <pc:docMk/>
          <pc:sldMk cId="2351589384" sldId="349"/>
        </pc:sldMkLst>
      </pc:sldChg>
      <pc:sldChg chg="modSp add mod">
        <pc:chgData name="Jaime De Leon R." userId="6107559c-c399-4371-a23a-d124d3599f82" providerId="ADAL" clId="{209CAA2E-15B9-4037-BE4A-C48DF030809B}" dt="2022-06-18T13:58:43.391" v="2976" actId="20577"/>
        <pc:sldMkLst>
          <pc:docMk/>
          <pc:sldMk cId="3039340584" sldId="350"/>
        </pc:sldMkLst>
      </pc:sldChg>
      <pc:sldChg chg="modSp add mod">
        <pc:chgData name="Jaime De Leon R." userId="6107559c-c399-4371-a23a-d124d3599f82" providerId="ADAL" clId="{209CAA2E-15B9-4037-BE4A-C48DF030809B}" dt="2022-06-18T13:57:37.414" v="2920" actId="20577"/>
        <pc:sldMkLst>
          <pc:docMk/>
          <pc:sldMk cId="1753269166" sldId="351"/>
        </pc:sldMkLst>
      </pc:sldChg>
    </pc:docChg>
  </pc:docChgLst>
  <pc:docChgLst>
    <pc:chgData name="Jaime De Leon R." userId="6107559c-c399-4371-a23a-d124d3599f82" providerId="ADAL" clId="{624DAD03-7EA8-480C-BE9E-52E579F4DA96}"/>
    <pc:docChg chg="undo redo custSel addSld delSld modSld sldOrd modMainMaster modSection">
      <pc:chgData name="Jaime De Leon R." userId="6107559c-c399-4371-a23a-d124d3599f82" providerId="ADAL" clId="{624DAD03-7EA8-480C-BE9E-52E579F4DA96}" dt="2023-01-09T01:36:45.921" v="7008" actId="20577"/>
      <pc:docMkLst>
        <pc:docMk/>
      </pc:docMkLst>
      <pc:sldChg chg="modSp add mod">
        <pc:chgData name="Jaime De Leon R." userId="6107559c-c399-4371-a23a-d124d3599f82" providerId="ADAL" clId="{624DAD03-7EA8-480C-BE9E-52E579F4DA96}" dt="2022-08-14T21:57:04.907" v="2184" actId="20577"/>
        <pc:sldMkLst>
          <pc:docMk/>
          <pc:sldMk cId="3241727980" sldId="262"/>
        </pc:sldMkLst>
      </pc:sldChg>
      <pc:sldChg chg="add">
        <pc:chgData name="Jaime De Leon R." userId="6107559c-c399-4371-a23a-d124d3599f82" providerId="ADAL" clId="{624DAD03-7EA8-480C-BE9E-52E579F4DA96}" dt="2022-08-14T21:56:45.960" v="2180"/>
        <pc:sldMkLst>
          <pc:docMk/>
          <pc:sldMk cId="2922173833" sldId="265"/>
        </pc:sldMkLst>
      </pc:sldChg>
      <pc:sldChg chg="add">
        <pc:chgData name="Jaime De Leon R." userId="6107559c-c399-4371-a23a-d124d3599f82" providerId="ADAL" clId="{624DAD03-7EA8-480C-BE9E-52E579F4DA96}" dt="2022-08-14T21:56:45.960" v="2180"/>
        <pc:sldMkLst>
          <pc:docMk/>
          <pc:sldMk cId="4145090948" sldId="266"/>
        </pc:sldMkLst>
      </pc:sldChg>
      <pc:sldChg chg="add">
        <pc:chgData name="Jaime De Leon R." userId="6107559c-c399-4371-a23a-d124d3599f82" providerId="ADAL" clId="{624DAD03-7EA8-480C-BE9E-52E579F4DA96}" dt="2022-08-14T21:56:45.960" v="2180"/>
        <pc:sldMkLst>
          <pc:docMk/>
          <pc:sldMk cId="1566961134" sldId="267"/>
        </pc:sldMkLst>
      </pc:sldChg>
      <pc:sldChg chg="add">
        <pc:chgData name="Jaime De Leon R." userId="6107559c-c399-4371-a23a-d124d3599f82" providerId="ADAL" clId="{624DAD03-7EA8-480C-BE9E-52E579F4DA96}" dt="2022-08-14T21:56:45.960" v="2180"/>
        <pc:sldMkLst>
          <pc:docMk/>
          <pc:sldMk cId="3795566268" sldId="268"/>
        </pc:sldMkLst>
      </pc:sldChg>
      <pc:sldChg chg="add">
        <pc:chgData name="Jaime De Leon R." userId="6107559c-c399-4371-a23a-d124d3599f82" providerId="ADAL" clId="{624DAD03-7EA8-480C-BE9E-52E579F4DA96}" dt="2022-08-17T01:32:33.063" v="2738"/>
        <pc:sldMkLst>
          <pc:docMk/>
          <pc:sldMk cId="870438126" sldId="269"/>
        </pc:sldMkLst>
      </pc:sldChg>
      <pc:sldChg chg="add">
        <pc:chgData name="Jaime De Leon R." userId="6107559c-c399-4371-a23a-d124d3599f82" providerId="ADAL" clId="{624DAD03-7EA8-480C-BE9E-52E579F4DA96}" dt="2022-08-14T21:56:45.960" v="2180"/>
        <pc:sldMkLst>
          <pc:docMk/>
          <pc:sldMk cId="3425818223" sldId="270"/>
        </pc:sldMkLst>
      </pc:sldChg>
      <pc:sldChg chg="add">
        <pc:chgData name="Jaime De Leon R." userId="6107559c-c399-4371-a23a-d124d3599f82" providerId="ADAL" clId="{624DAD03-7EA8-480C-BE9E-52E579F4DA96}" dt="2022-08-14T21:56:45.960" v="2180"/>
        <pc:sldMkLst>
          <pc:docMk/>
          <pc:sldMk cId="1688606035" sldId="271"/>
        </pc:sldMkLst>
      </pc:sldChg>
      <pc:sldChg chg="add">
        <pc:chgData name="Jaime De Leon R." userId="6107559c-c399-4371-a23a-d124d3599f82" providerId="ADAL" clId="{624DAD03-7EA8-480C-BE9E-52E579F4DA96}" dt="2022-08-14T21:56:45.960" v="2180"/>
        <pc:sldMkLst>
          <pc:docMk/>
          <pc:sldMk cId="1254463813" sldId="272"/>
        </pc:sldMkLst>
      </pc:sldChg>
      <pc:sldChg chg="add">
        <pc:chgData name="Jaime De Leon R." userId="6107559c-c399-4371-a23a-d124d3599f82" providerId="ADAL" clId="{624DAD03-7EA8-480C-BE9E-52E579F4DA96}" dt="2022-08-14T21:56:45.960" v="2180"/>
        <pc:sldMkLst>
          <pc:docMk/>
          <pc:sldMk cId="4161700530" sldId="273"/>
        </pc:sldMkLst>
      </pc:sldChg>
      <pc:sldChg chg="modSp add mod">
        <pc:chgData name="Jaime De Leon R." userId="6107559c-c399-4371-a23a-d124d3599f82" providerId="ADAL" clId="{624DAD03-7EA8-480C-BE9E-52E579F4DA96}" dt="2022-08-17T01:35:19.841" v="2745" actId="108"/>
        <pc:sldMkLst>
          <pc:docMk/>
          <pc:sldMk cId="4223697094" sldId="277"/>
        </pc:sldMkLst>
      </pc:sldChg>
      <pc:sldChg chg="add">
        <pc:chgData name="Jaime De Leon R." userId="6107559c-c399-4371-a23a-d124d3599f82" providerId="ADAL" clId="{624DAD03-7EA8-480C-BE9E-52E579F4DA96}" dt="2022-08-17T01:32:33.063" v="2738"/>
        <pc:sldMkLst>
          <pc:docMk/>
          <pc:sldMk cId="3355870206" sldId="278"/>
        </pc:sldMkLst>
      </pc:sldChg>
      <pc:sldChg chg="add del">
        <pc:chgData name="Jaime De Leon R." userId="6107559c-c399-4371-a23a-d124d3599f82" providerId="ADAL" clId="{624DAD03-7EA8-480C-BE9E-52E579F4DA96}" dt="2022-08-17T01:37:34.927" v="2751" actId="47"/>
        <pc:sldMkLst>
          <pc:docMk/>
          <pc:sldMk cId="65750298" sldId="279"/>
        </pc:sldMkLst>
      </pc:sldChg>
      <pc:sldChg chg="add">
        <pc:chgData name="Jaime De Leon R." userId="6107559c-c399-4371-a23a-d124d3599f82" providerId="ADAL" clId="{624DAD03-7EA8-480C-BE9E-52E579F4DA96}" dt="2022-08-17T01:32:33.063" v="2738"/>
        <pc:sldMkLst>
          <pc:docMk/>
          <pc:sldMk cId="287824539" sldId="281"/>
        </pc:sldMkLst>
      </pc:sldChg>
      <pc:sldChg chg="add">
        <pc:chgData name="Jaime De Leon R." userId="6107559c-c399-4371-a23a-d124d3599f82" providerId="ADAL" clId="{624DAD03-7EA8-480C-BE9E-52E579F4DA96}" dt="2022-08-17T01:32:33.063" v="2738"/>
        <pc:sldMkLst>
          <pc:docMk/>
          <pc:sldMk cId="1289937686" sldId="282"/>
        </pc:sldMkLst>
      </pc:sldChg>
      <pc:sldChg chg="add">
        <pc:chgData name="Jaime De Leon R." userId="6107559c-c399-4371-a23a-d124d3599f82" providerId="ADAL" clId="{624DAD03-7EA8-480C-BE9E-52E579F4DA96}" dt="2022-08-17T01:32:33.063" v="2738"/>
        <pc:sldMkLst>
          <pc:docMk/>
          <pc:sldMk cId="1074402129" sldId="283"/>
        </pc:sldMkLst>
      </pc:sldChg>
      <pc:sldChg chg="add">
        <pc:chgData name="Jaime De Leon R." userId="6107559c-c399-4371-a23a-d124d3599f82" providerId="ADAL" clId="{624DAD03-7EA8-480C-BE9E-52E579F4DA96}" dt="2022-08-17T01:32:33.063" v="2738"/>
        <pc:sldMkLst>
          <pc:docMk/>
          <pc:sldMk cId="3910813914" sldId="284"/>
        </pc:sldMkLst>
      </pc:sldChg>
      <pc:sldChg chg="add">
        <pc:chgData name="Jaime De Leon R." userId="6107559c-c399-4371-a23a-d124d3599f82" providerId="ADAL" clId="{624DAD03-7EA8-480C-BE9E-52E579F4DA96}" dt="2022-08-17T01:32:33.063" v="2738"/>
        <pc:sldMkLst>
          <pc:docMk/>
          <pc:sldMk cId="3447105805" sldId="285"/>
        </pc:sldMkLst>
      </pc:sldChg>
      <pc:sldChg chg="modSp add mod">
        <pc:chgData name="Jaime De Leon R." userId="6107559c-c399-4371-a23a-d124d3599f82" providerId="ADAL" clId="{624DAD03-7EA8-480C-BE9E-52E579F4DA96}" dt="2022-08-17T01:35:50.166" v="2748" actId="120"/>
        <pc:sldMkLst>
          <pc:docMk/>
          <pc:sldMk cId="2144196958" sldId="286"/>
        </pc:sldMkLst>
      </pc:sldChg>
      <pc:sldChg chg="modSp add mod">
        <pc:chgData name="Jaime De Leon R." userId="6107559c-c399-4371-a23a-d124d3599f82" providerId="ADAL" clId="{624DAD03-7EA8-480C-BE9E-52E579F4DA96}" dt="2022-08-17T01:37:17.082" v="2750" actId="108"/>
        <pc:sldMkLst>
          <pc:docMk/>
          <pc:sldMk cId="386966100" sldId="287"/>
        </pc:sldMkLst>
      </pc:sldChg>
      <pc:sldChg chg="add">
        <pc:chgData name="Jaime De Leon R." userId="6107559c-c399-4371-a23a-d124d3599f82" providerId="ADAL" clId="{624DAD03-7EA8-480C-BE9E-52E579F4DA96}" dt="2022-08-17T01:32:33.063" v="2738"/>
        <pc:sldMkLst>
          <pc:docMk/>
          <pc:sldMk cId="149950726" sldId="289"/>
        </pc:sldMkLst>
      </pc:sldChg>
      <pc:sldChg chg="modSp add mod">
        <pc:chgData name="Jaime De Leon R." userId="6107559c-c399-4371-a23a-d124d3599f82" providerId="ADAL" clId="{624DAD03-7EA8-480C-BE9E-52E579F4DA96}" dt="2022-08-17T01:39:28.011" v="2814" actId="6549"/>
        <pc:sldMkLst>
          <pc:docMk/>
          <pc:sldMk cId="3653561584" sldId="290"/>
        </pc:sldMkLst>
      </pc:sldChg>
      <pc:sldChg chg="add">
        <pc:chgData name="Jaime De Leon R." userId="6107559c-c399-4371-a23a-d124d3599f82" providerId="ADAL" clId="{624DAD03-7EA8-480C-BE9E-52E579F4DA96}" dt="2022-08-17T01:43:32.118" v="2860"/>
        <pc:sldMkLst>
          <pc:docMk/>
          <pc:sldMk cId="695483299" sldId="291"/>
        </pc:sldMkLst>
      </pc:sldChg>
      <pc:sldChg chg="modSp add mod">
        <pc:chgData name="Jaime De Leon R." userId="6107559c-c399-4371-a23a-d124d3599f82" providerId="ADAL" clId="{624DAD03-7EA8-480C-BE9E-52E579F4DA96}" dt="2022-08-31T02:58:43.352" v="4036" actId="20577"/>
        <pc:sldMkLst>
          <pc:docMk/>
          <pc:sldMk cId="2563003898" sldId="292"/>
        </pc:sldMkLst>
      </pc:sldChg>
      <pc:sldChg chg="delSp modSp add mod">
        <pc:chgData name="Jaime De Leon R." userId="6107559c-c399-4371-a23a-d124d3599f82" providerId="ADAL" clId="{624DAD03-7EA8-480C-BE9E-52E579F4DA96}" dt="2022-08-17T02:05:38.164" v="3773" actId="14100"/>
        <pc:sldMkLst>
          <pc:docMk/>
          <pc:sldMk cId="4035005942" sldId="293"/>
        </pc:sldMkLst>
      </pc:sldChg>
      <pc:sldChg chg="add">
        <pc:chgData name="Jaime De Leon R." userId="6107559c-c399-4371-a23a-d124d3599f82" providerId="ADAL" clId="{624DAD03-7EA8-480C-BE9E-52E579F4DA96}" dt="2022-09-03T23:33:17.659" v="4101"/>
        <pc:sldMkLst>
          <pc:docMk/>
          <pc:sldMk cId="999959553" sldId="294"/>
        </pc:sldMkLst>
      </pc:sldChg>
      <pc:sldChg chg="add">
        <pc:chgData name="Jaime De Leon R." userId="6107559c-c399-4371-a23a-d124d3599f82" providerId="ADAL" clId="{624DAD03-7EA8-480C-BE9E-52E579F4DA96}" dt="2022-08-17T01:32:33.063" v="2738"/>
        <pc:sldMkLst>
          <pc:docMk/>
          <pc:sldMk cId="616470979" sldId="300"/>
        </pc:sldMkLst>
      </pc:sldChg>
      <pc:sldChg chg="add">
        <pc:chgData name="Jaime De Leon R." userId="6107559c-c399-4371-a23a-d124d3599f82" providerId="ADAL" clId="{624DAD03-7EA8-480C-BE9E-52E579F4DA96}" dt="2022-08-17T01:32:33.063" v="2738"/>
        <pc:sldMkLst>
          <pc:docMk/>
          <pc:sldMk cId="2865739838" sldId="301"/>
        </pc:sldMkLst>
      </pc:sldChg>
      <pc:sldChg chg="add del">
        <pc:chgData name="Jaime De Leon R." userId="6107559c-c399-4371-a23a-d124d3599f82" providerId="ADAL" clId="{624DAD03-7EA8-480C-BE9E-52E579F4DA96}" dt="2022-08-17T01:42:14.297" v="2858" actId="47"/>
        <pc:sldMkLst>
          <pc:docMk/>
          <pc:sldMk cId="528645849" sldId="302"/>
        </pc:sldMkLst>
      </pc:sldChg>
      <pc:sldChg chg="add">
        <pc:chgData name="Jaime De Leon R." userId="6107559c-c399-4371-a23a-d124d3599f82" providerId="ADAL" clId="{624DAD03-7EA8-480C-BE9E-52E579F4DA96}" dt="2022-08-17T01:43:32.118" v="2860"/>
        <pc:sldMkLst>
          <pc:docMk/>
          <pc:sldMk cId="2382471733" sldId="303"/>
        </pc:sldMkLst>
      </pc:sldChg>
      <pc:sldChg chg="add">
        <pc:chgData name="Jaime De Leon R." userId="6107559c-c399-4371-a23a-d124d3599f82" providerId="ADAL" clId="{624DAD03-7EA8-480C-BE9E-52E579F4DA96}" dt="2022-08-17T01:43:32.118" v="2860"/>
        <pc:sldMkLst>
          <pc:docMk/>
          <pc:sldMk cId="367535930" sldId="304"/>
        </pc:sldMkLst>
      </pc:sldChg>
      <pc:sldChg chg="add del">
        <pc:chgData name="Jaime De Leon R." userId="6107559c-c399-4371-a23a-d124d3599f82" providerId="ADAL" clId="{624DAD03-7EA8-480C-BE9E-52E579F4DA96}" dt="2022-08-17T01:45:32.046" v="2880" actId="47"/>
        <pc:sldMkLst>
          <pc:docMk/>
          <pc:sldMk cId="296390295" sldId="305"/>
        </pc:sldMkLst>
      </pc:sldChg>
      <pc:sldChg chg="add">
        <pc:chgData name="Jaime De Leon R." userId="6107559c-c399-4371-a23a-d124d3599f82" providerId="ADAL" clId="{624DAD03-7EA8-480C-BE9E-52E579F4DA96}" dt="2022-08-17T01:43:32.118" v="2860"/>
        <pc:sldMkLst>
          <pc:docMk/>
          <pc:sldMk cId="2668757621" sldId="306"/>
        </pc:sldMkLst>
      </pc:sldChg>
      <pc:sldChg chg="add">
        <pc:chgData name="Jaime De Leon R." userId="6107559c-c399-4371-a23a-d124d3599f82" providerId="ADAL" clId="{624DAD03-7EA8-480C-BE9E-52E579F4DA96}" dt="2022-08-17T01:43:32.118" v="2860"/>
        <pc:sldMkLst>
          <pc:docMk/>
          <pc:sldMk cId="2664877058" sldId="307"/>
        </pc:sldMkLst>
      </pc:sldChg>
      <pc:sldChg chg="add">
        <pc:chgData name="Jaime De Leon R." userId="6107559c-c399-4371-a23a-d124d3599f82" providerId="ADAL" clId="{624DAD03-7EA8-480C-BE9E-52E579F4DA96}" dt="2022-08-17T01:43:32.118" v="2860"/>
        <pc:sldMkLst>
          <pc:docMk/>
          <pc:sldMk cId="1971763272" sldId="308"/>
        </pc:sldMkLst>
      </pc:sldChg>
      <pc:sldChg chg="add del">
        <pc:chgData name="Jaime De Leon R." userId="6107559c-c399-4371-a23a-d124d3599f82" providerId="ADAL" clId="{624DAD03-7EA8-480C-BE9E-52E579F4DA96}" dt="2022-08-17T01:51:41.978" v="2914" actId="47"/>
        <pc:sldMkLst>
          <pc:docMk/>
          <pc:sldMk cId="247191239" sldId="310"/>
        </pc:sldMkLst>
      </pc:sldChg>
      <pc:sldChg chg="modSp add mod">
        <pc:chgData name="Jaime De Leon R." userId="6107559c-c399-4371-a23a-d124d3599f82" providerId="ADAL" clId="{624DAD03-7EA8-480C-BE9E-52E579F4DA96}" dt="2022-08-17T02:02:10.528" v="3756" actId="20577"/>
        <pc:sldMkLst>
          <pc:docMk/>
          <pc:sldMk cId="3420987737" sldId="311"/>
        </pc:sldMkLst>
      </pc:sldChg>
      <pc:sldChg chg="add">
        <pc:chgData name="Jaime De Leon R." userId="6107559c-c399-4371-a23a-d124d3599f82" providerId="ADAL" clId="{624DAD03-7EA8-480C-BE9E-52E579F4DA96}" dt="2022-08-31T02:58:21.251" v="4015"/>
        <pc:sldMkLst>
          <pc:docMk/>
          <pc:sldMk cId="3137667935" sldId="314"/>
        </pc:sldMkLst>
      </pc:sldChg>
      <pc:sldChg chg="add">
        <pc:chgData name="Jaime De Leon R." userId="6107559c-c399-4371-a23a-d124d3599f82" providerId="ADAL" clId="{624DAD03-7EA8-480C-BE9E-52E579F4DA96}" dt="2022-08-31T02:58:21.251" v="4015"/>
        <pc:sldMkLst>
          <pc:docMk/>
          <pc:sldMk cId="1503203228" sldId="316"/>
        </pc:sldMkLst>
      </pc:sldChg>
      <pc:sldChg chg="add">
        <pc:chgData name="Jaime De Leon R." userId="6107559c-c399-4371-a23a-d124d3599f82" providerId="ADAL" clId="{624DAD03-7EA8-480C-BE9E-52E579F4DA96}" dt="2022-08-31T03:08:44.336" v="4096"/>
        <pc:sldMkLst>
          <pc:docMk/>
          <pc:sldMk cId="24590595" sldId="318"/>
        </pc:sldMkLst>
      </pc:sldChg>
      <pc:sldChg chg="add del">
        <pc:chgData name="Jaime De Leon R." userId="6107559c-c399-4371-a23a-d124d3599f82" providerId="ADAL" clId="{624DAD03-7EA8-480C-BE9E-52E579F4DA96}" dt="2022-08-17T02:03:25.290" v="3761" actId="47"/>
        <pc:sldMkLst>
          <pc:docMk/>
          <pc:sldMk cId="4059033221" sldId="319"/>
        </pc:sldMkLst>
      </pc:sldChg>
      <pc:sldChg chg="delSp add mod">
        <pc:chgData name="Jaime De Leon R." userId="6107559c-c399-4371-a23a-d124d3599f82" providerId="ADAL" clId="{624DAD03-7EA8-480C-BE9E-52E579F4DA96}" dt="2022-08-17T02:05:52.882" v="3774" actId="478"/>
        <pc:sldMkLst>
          <pc:docMk/>
          <pc:sldMk cId="2150554517" sldId="320"/>
        </pc:sldMkLst>
      </pc:sldChg>
      <pc:sldChg chg="add">
        <pc:chgData name="Jaime De Leon R." userId="6107559c-c399-4371-a23a-d124d3599f82" providerId="ADAL" clId="{624DAD03-7EA8-480C-BE9E-52E579F4DA96}" dt="2022-08-17T02:05:00.146" v="3762"/>
        <pc:sldMkLst>
          <pc:docMk/>
          <pc:sldMk cId="3819095824" sldId="321"/>
        </pc:sldMkLst>
      </pc:sldChg>
      <pc:sldChg chg="add">
        <pc:chgData name="Jaime De Leon R." userId="6107559c-c399-4371-a23a-d124d3599f82" providerId="ADAL" clId="{624DAD03-7EA8-480C-BE9E-52E579F4DA96}" dt="2022-08-17T02:05:00.146" v="3762"/>
        <pc:sldMkLst>
          <pc:docMk/>
          <pc:sldMk cId="4042867306" sldId="322"/>
        </pc:sldMkLst>
      </pc:sldChg>
      <pc:sldChg chg="add">
        <pc:chgData name="Jaime De Leon R." userId="6107559c-c399-4371-a23a-d124d3599f82" providerId="ADAL" clId="{624DAD03-7EA8-480C-BE9E-52E579F4DA96}" dt="2022-08-17T02:05:00.146" v="3762"/>
        <pc:sldMkLst>
          <pc:docMk/>
          <pc:sldMk cId="3332888680" sldId="323"/>
        </pc:sldMkLst>
      </pc:sldChg>
      <pc:sldChg chg="add del">
        <pc:chgData name="Jaime De Leon R." userId="6107559c-c399-4371-a23a-d124d3599f82" providerId="ADAL" clId="{624DAD03-7EA8-480C-BE9E-52E579F4DA96}" dt="2022-08-17T02:12:12.195" v="3815" actId="47"/>
        <pc:sldMkLst>
          <pc:docMk/>
          <pc:sldMk cId="3260147599" sldId="324"/>
        </pc:sldMkLst>
      </pc:sldChg>
      <pc:sldChg chg="add">
        <pc:chgData name="Jaime De Leon R." userId="6107559c-c399-4371-a23a-d124d3599f82" providerId="ADAL" clId="{624DAD03-7EA8-480C-BE9E-52E579F4DA96}" dt="2022-08-17T02:05:00.146" v="3762"/>
        <pc:sldMkLst>
          <pc:docMk/>
          <pc:sldMk cId="2152731620" sldId="326"/>
        </pc:sldMkLst>
      </pc:sldChg>
      <pc:sldChg chg="add">
        <pc:chgData name="Jaime De Leon R." userId="6107559c-c399-4371-a23a-d124d3599f82" providerId="ADAL" clId="{624DAD03-7EA8-480C-BE9E-52E579F4DA96}" dt="2022-08-17T02:05:00.146" v="3762"/>
        <pc:sldMkLst>
          <pc:docMk/>
          <pc:sldMk cId="686665196" sldId="327"/>
        </pc:sldMkLst>
      </pc:sldChg>
      <pc:sldChg chg="addSp delSp modSp del mod setBg">
        <pc:chgData name="Jaime De Leon R." userId="6107559c-c399-4371-a23a-d124d3599f82" providerId="ADAL" clId="{624DAD03-7EA8-480C-BE9E-52E579F4DA96}" dt="2022-08-14T21:25:28.623" v="1717" actId="47"/>
        <pc:sldMkLst>
          <pc:docMk/>
          <pc:sldMk cId="2585019895" sldId="346"/>
        </pc:sldMkLst>
      </pc:sldChg>
      <pc:sldChg chg="modSp new mod ord">
        <pc:chgData name="Jaime De Leon R." userId="6107559c-c399-4371-a23a-d124d3599f82" providerId="ADAL" clId="{624DAD03-7EA8-480C-BE9E-52E579F4DA96}" dt="2023-01-09T01:36:04.039" v="7007" actId="20577"/>
        <pc:sldMkLst>
          <pc:docMk/>
          <pc:sldMk cId="3546969528" sldId="347"/>
        </pc:sldMkLst>
      </pc:sldChg>
      <pc:sldChg chg="del">
        <pc:chgData name="Jaime De Leon R." userId="6107559c-c399-4371-a23a-d124d3599f82" providerId="ADAL" clId="{624DAD03-7EA8-480C-BE9E-52E579F4DA96}" dt="2022-08-14T20:32:31.207" v="13" actId="47"/>
        <pc:sldMkLst>
          <pc:docMk/>
          <pc:sldMk cId="4222435848" sldId="347"/>
        </pc:sldMkLst>
      </pc:sldChg>
      <pc:sldChg chg="modSp add mod">
        <pc:chgData name="Jaime De Leon R." userId="6107559c-c399-4371-a23a-d124d3599f82" providerId="ADAL" clId="{624DAD03-7EA8-480C-BE9E-52E579F4DA96}" dt="2022-08-14T21:06:13.341" v="852" actId="255"/>
        <pc:sldMkLst>
          <pc:docMk/>
          <pc:sldMk cId="3205869130" sldId="348"/>
        </pc:sldMkLst>
      </pc:sldChg>
      <pc:sldChg chg="del">
        <pc:chgData name="Jaime De Leon R." userId="6107559c-c399-4371-a23a-d124d3599f82" providerId="ADAL" clId="{624DAD03-7EA8-480C-BE9E-52E579F4DA96}" dt="2022-08-14T20:32:31.207" v="13" actId="47"/>
        <pc:sldMkLst>
          <pc:docMk/>
          <pc:sldMk cId="3298429581" sldId="348"/>
        </pc:sldMkLst>
      </pc:sldChg>
      <pc:sldChg chg="modSp add mod">
        <pc:chgData name="Jaime De Leon R." userId="6107559c-c399-4371-a23a-d124d3599f82" providerId="ADAL" clId="{624DAD03-7EA8-480C-BE9E-52E579F4DA96}" dt="2022-08-14T21:10:05.707" v="1590" actId="20577"/>
        <pc:sldMkLst>
          <pc:docMk/>
          <pc:sldMk cId="802377326" sldId="349"/>
        </pc:sldMkLst>
      </pc:sldChg>
      <pc:sldChg chg="del">
        <pc:chgData name="Jaime De Leon R." userId="6107559c-c399-4371-a23a-d124d3599f82" providerId="ADAL" clId="{624DAD03-7EA8-480C-BE9E-52E579F4DA96}" dt="2022-08-14T20:32:31.207" v="13" actId="47"/>
        <pc:sldMkLst>
          <pc:docMk/>
          <pc:sldMk cId="2351589384" sldId="349"/>
        </pc:sldMkLst>
      </pc:sldChg>
      <pc:sldChg chg="del">
        <pc:chgData name="Jaime De Leon R." userId="6107559c-c399-4371-a23a-d124d3599f82" providerId="ADAL" clId="{624DAD03-7EA8-480C-BE9E-52E579F4DA96}" dt="2022-08-14T20:32:31.207" v="13" actId="47"/>
        <pc:sldMkLst>
          <pc:docMk/>
          <pc:sldMk cId="3039340584" sldId="350"/>
        </pc:sldMkLst>
      </pc:sldChg>
      <pc:sldChg chg="modSp add mod">
        <pc:chgData name="Jaime De Leon R." userId="6107559c-c399-4371-a23a-d124d3599f82" providerId="ADAL" clId="{624DAD03-7EA8-480C-BE9E-52E579F4DA96}" dt="2022-08-14T21:20:54.557" v="1613" actId="179"/>
        <pc:sldMkLst>
          <pc:docMk/>
          <pc:sldMk cId="4281176916" sldId="350"/>
        </pc:sldMkLst>
      </pc:sldChg>
      <pc:sldChg chg="addSp modSp add mod">
        <pc:chgData name="Jaime De Leon R." userId="6107559c-c399-4371-a23a-d124d3599f82" providerId="ADAL" clId="{624DAD03-7EA8-480C-BE9E-52E579F4DA96}" dt="2023-01-09T01:36:45.921" v="7008" actId="20577"/>
        <pc:sldMkLst>
          <pc:docMk/>
          <pc:sldMk cId="1735679493" sldId="351"/>
        </pc:sldMkLst>
      </pc:sldChg>
      <pc:sldChg chg="del">
        <pc:chgData name="Jaime De Leon R." userId="6107559c-c399-4371-a23a-d124d3599f82" providerId="ADAL" clId="{624DAD03-7EA8-480C-BE9E-52E579F4DA96}" dt="2022-08-14T20:32:31.207" v="13" actId="47"/>
        <pc:sldMkLst>
          <pc:docMk/>
          <pc:sldMk cId="1753269166" sldId="351"/>
        </pc:sldMkLst>
      </pc:sldChg>
      <pc:sldChg chg="modSp add mod">
        <pc:chgData name="Jaime De Leon R." userId="6107559c-c399-4371-a23a-d124d3599f82" providerId="ADAL" clId="{624DAD03-7EA8-480C-BE9E-52E579F4DA96}" dt="2022-08-14T21:28:05.333" v="1783" actId="6549"/>
        <pc:sldMkLst>
          <pc:docMk/>
          <pc:sldMk cId="1742807660" sldId="352"/>
        </pc:sldMkLst>
      </pc:sldChg>
      <pc:sldChg chg="modSp add del mod">
        <pc:chgData name="Jaime De Leon R." userId="6107559c-c399-4371-a23a-d124d3599f82" providerId="ADAL" clId="{624DAD03-7EA8-480C-BE9E-52E579F4DA96}" dt="2022-08-14T21:56:09.273" v="2178" actId="47"/>
        <pc:sldMkLst>
          <pc:docMk/>
          <pc:sldMk cId="645096300" sldId="353"/>
        </pc:sldMkLst>
      </pc:sldChg>
      <pc:sldChg chg="modSp new mod">
        <pc:chgData name="Jaime De Leon R." userId="6107559c-c399-4371-a23a-d124d3599f82" providerId="ADAL" clId="{624DAD03-7EA8-480C-BE9E-52E579F4DA96}" dt="2022-08-14T21:35:16.610" v="1798" actId="20577"/>
        <pc:sldMkLst>
          <pc:docMk/>
          <pc:sldMk cId="123055893" sldId="354"/>
        </pc:sldMkLst>
      </pc:sldChg>
      <pc:sldChg chg="modSp add mod ord">
        <pc:chgData name="Jaime De Leon R." userId="6107559c-c399-4371-a23a-d124d3599f82" providerId="ADAL" clId="{624DAD03-7EA8-480C-BE9E-52E579F4DA96}" dt="2022-08-31T02:57:47.044" v="3997" actId="20578"/>
        <pc:sldMkLst>
          <pc:docMk/>
          <pc:sldMk cId="2551534661" sldId="355"/>
        </pc:sldMkLst>
      </pc:sldChg>
      <pc:sldChg chg="modSp add mod ord">
        <pc:chgData name="Jaime De Leon R." userId="6107559c-c399-4371-a23a-d124d3599f82" providerId="ADAL" clId="{624DAD03-7EA8-480C-BE9E-52E579F4DA96}" dt="2022-08-14T21:59:30.498" v="2238" actId="20577"/>
        <pc:sldMkLst>
          <pc:docMk/>
          <pc:sldMk cId="1544517018" sldId="356"/>
        </pc:sldMkLst>
      </pc:sldChg>
      <pc:sldChg chg="add del">
        <pc:chgData name="Jaime De Leon R." userId="6107559c-c399-4371-a23a-d124d3599f82" providerId="ADAL" clId="{624DAD03-7EA8-480C-BE9E-52E579F4DA96}" dt="2022-08-14T21:56:53.147" v="2181" actId="47"/>
        <pc:sldMkLst>
          <pc:docMk/>
          <pc:sldMk cId="173376243" sldId="357"/>
        </pc:sldMkLst>
      </pc:sldChg>
      <pc:sldChg chg="add">
        <pc:chgData name="Jaime De Leon R." userId="6107559c-c399-4371-a23a-d124d3599f82" providerId="ADAL" clId="{624DAD03-7EA8-480C-BE9E-52E579F4DA96}" dt="2022-08-17T01:43:32.118" v="2860"/>
        <pc:sldMkLst>
          <pc:docMk/>
          <pc:sldMk cId="1678257050" sldId="365"/>
        </pc:sldMkLst>
      </pc:sldChg>
      <pc:sldChg chg="add del">
        <pc:chgData name="Jaime De Leon R." userId="6107559c-c399-4371-a23a-d124d3599f82" providerId="ADAL" clId="{624DAD03-7EA8-480C-BE9E-52E579F4DA96}" dt="2022-08-17T01:53:43.692" v="2933" actId="47"/>
        <pc:sldMkLst>
          <pc:docMk/>
          <pc:sldMk cId="1455260561" sldId="366"/>
        </pc:sldMkLst>
      </pc:sldChg>
      <pc:sldChg chg="add del">
        <pc:chgData name="Jaime De Leon R." userId="6107559c-c399-4371-a23a-d124d3599f82" providerId="ADAL" clId="{624DAD03-7EA8-480C-BE9E-52E579F4DA96}" dt="2022-08-17T01:53:43.692" v="2933" actId="47"/>
        <pc:sldMkLst>
          <pc:docMk/>
          <pc:sldMk cId="2510620607" sldId="367"/>
        </pc:sldMkLst>
      </pc:sldChg>
      <pc:sldChg chg="add del">
        <pc:chgData name="Jaime De Leon R." userId="6107559c-c399-4371-a23a-d124d3599f82" providerId="ADAL" clId="{624DAD03-7EA8-480C-BE9E-52E579F4DA96}" dt="2022-08-17T01:53:43.692" v="2933" actId="47"/>
        <pc:sldMkLst>
          <pc:docMk/>
          <pc:sldMk cId="704604378" sldId="368"/>
        </pc:sldMkLst>
      </pc:sldChg>
      <pc:sldChg chg="add del">
        <pc:chgData name="Jaime De Leon R." userId="6107559c-c399-4371-a23a-d124d3599f82" providerId="ADAL" clId="{624DAD03-7EA8-480C-BE9E-52E579F4DA96}" dt="2022-08-17T01:53:43.692" v="2933" actId="47"/>
        <pc:sldMkLst>
          <pc:docMk/>
          <pc:sldMk cId="1108517668" sldId="369"/>
        </pc:sldMkLst>
      </pc:sldChg>
      <pc:sldChg chg="add del">
        <pc:chgData name="Jaime De Leon R." userId="6107559c-c399-4371-a23a-d124d3599f82" providerId="ADAL" clId="{624DAD03-7EA8-480C-BE9E-52E579F4DA96}" dt="2022-08-17T01:53:43.692" v="2933" actId="47"/>
        <pc:sldMkLst>
          <pc:docMk/>
          <pc:sldMk cId="1641950639" sldId="370"/>
        </pc:sldMkLst>
      </pc:sldChg>
      <pc:sldChg chg="add del">
        <pc:chgData name="Jaime De Leon R." userId="6107559c-c399-4371-a23a-d124d3599f82" providerId="ADAL" clId="{624DAD03-7EA8-480C-BE9E-52E579F4DA96}" dt="2022-08-17T01:53:43.692" v="2933" actId="47"/>
        <pc:sldMkLst>
          <pc:docMk/>
          <pc:sldMk cId="3195788473" sldId="371"/>
        </pc:sldMkLst>
      </pc:sldChg>
      <pc:sldChg chg="add del">
        <pc:chgData name="Jaime De Leon R." userId="6107559c-c399-4371-a23a-d124d3599f82" providerId="ADAL" clId="{624DAD03-7EA8-480C-BE9E-52E579F4DA96}" dt="2022-08-17T01:53:43.692" v="2933" actId="47"/>
        <pc:sldMkLst>
          <pc:docMk/>
          <pc:sldMk cId="3371544764" sldId="372"/>
        </pc:sldMkLst>
      </pc:sldChg>
      <pc:sldChg chg="add">
        <pc:chgData name="Jaime De Leon R." userId="6107559c-c399-4371-a23a-d124d3599f82" providerId="ADAL" clId="{624DAD03-7EA8-480C-BE9E-52E579F4DA96}" dt="2022-10-23T23:37:43.735" v="6937"/>
        <pc:sldMkLst>
          <pc:docMk/>
          <pc:sldMk cId="1277356105" sldId="374"/>
        </pc:sldMkLst>
      </pc:sldChg>
      <pc:sldChg chg="add del">
        <pc:chgData name="Jaime De Leon R." userId="6107559c-c399-4371-a23a-d124d3599f82" providerId="ADAL" clId="{624DAD03-7EA8-480C-BE9E-52E579F4DA96}" dt="2022-08-17T01:59:38.318" v="3555" actId="47"/>
        <pc:sldMkLst>
          <pc:docMk/>
          <pc:sldMk cId="2208257620" sldId="380"/>
        </pc:sldMkLst>
      </pc:sldChg>
      <pc:sldChg chg="delSp modSp add mod">
        <pc:chgData name="Jaime De Leon R." userId="6107559c-c399-4371-a23a-d124d3599f82" providerId="ADAL" clId="{624DAD03-7EA8-480C-BE9E-52E579F4DA96}" dt="2022-08-17T01:51:06.342" v="2913" actId="20577"/>
        <pc:sldMkLst>
          <pc:docMk/>
          <pc:sldMk cId="2497272868" sldId="381"/>
        </pc:sldMkLst>
      </pc:sldChg>
      <pc:sldChg chg="add del">
        <pc:chgData name="Jaime De Leon R." userId="6107559c-c399-4371-a23a-d124d3599f82" providerId="ADAL" clId="{624DAD03-7EA8-480C-BE9E-52E579F4DA96}" dt="2022-08-17T01:51:42.757" v="2915" actId="47"/>
        <pc:sldMkLst>
          <pc:docMk/>
          <pc:sldMk cId="2858126306" sldId="383"/>
        </pc:sldMkLst>
      </pc:sldChg>
      <pc:sldChg chg="add">
        <pc:chgData name="Jaime De Leon R." userId="6107559c-c399-4371-a23a-d124d3599f82" providerId="ADAL" clId="{624DAD03-7EA8-480C-BE9E-52E579F4DA96}" dt="2022-08-31T03:08:44.336" v="4096"/>
        <pc:sldMkLst>
          <pc:docMk/>
          <pc:sldMk cId="2386409064" sldId="386"/>
        </pc:sldMkLst>
      </pc:sldChg>
      <pc:sldChg chg="add">
        <pc:chgData name="Jaime De Leon R." userId="6107559c-c399-4371-a23a-d124d3599f82" providerId="ADAL" clId="{624DAD03-7EA8-480C-BE9E-52E579F4DA96}" dt="2022-08-31T03:10:39.174" v="4098"/>
        <pc:sldMkLst>
          <pc:docMk/>
          <pc:sldMk cId="2599487150" sldId="387"/>
        </pc:sldMkLst>
      </pc:sldChg>
      <pc:sldChg chg="add">
        <pc:chgData name="Jaime De Leon R." userId="6107559c-c399-4371-a23a-d124d3599f82" providerId="ADAL" clId="{624DAD03-7EA8-480C-BE9E-52E579F4DA96}" dt="2022-08-31T03:10:56.863" v="4099"/>
        <pc:sldMkLst>
          <pc:docMk/>
          <pc:sldMk cId="3593545731" sldId="388"/>
        </pc:sldMkLst>
      </pc:sldChg>
      <pc:sldChg chg="delSp modSp add mod">
        <pc:chgData name="Jaime De Leon R." userId="6107559c-c399-4371-a23a-d124d3599f82" providerId="ADAL" clId="{624DAD03-7EA8-480C-BE9E-52E579F4DA96}" dt="2022-08-31T03:04:38.542" v="4080" actId="1076"/>
        <pc:sldMkLst>
          <pc:docMk/>
          <pc:sldMk cId="2244492029" sldId="396"/>
        </pc:sldMkLst>
      </pc:sldChg>
      <pc:sldChg chg="modSp add mod">
        <pc:chgData name="Jaime De Leon R." userId="6107559c-c399-4371-a23a-d124d3599f82" providerId="ADAL" clId="{624DAD03-7EA8-480C-BE9E-52E579F4DA96}" dt="2022-08-31T03:08:19.214" v="4095" actId="20577"/>
        <pc:sldMkLst>
          <pc:docMk/>
          <pc:sldMk cId="4261674931" sldId="400"/>
        </pc:sldMkLst>
      </pc:sldChg>
      <pc:sldChg chg="modSp add mod">
        <pc:chgData name="Jaime De Leon R." userId="6107559c-c399-4371-a23a-d124d3599f82" providerId="ADAL" clId="{624DAD03-7EA8-480C-BE9E-52E579F4DA96}" dt="2022-08-31T03:08:16.282" v="4093" actId="20577"/>
        <pc:sldMkLst>
          <pc:docMk/>
          <pc:sldMk cId="1021128866" sldId="402"/>
        </pc:sldMkLst>
      </pc:sldChg>
      <pc:sldChg chg="add del">
        <pc:chgData name="Jaime De Leon R." userId="6107559c-c399-4371-a23a-d124d3599f82" providerId="ADAL" clId="{624DAD03-7EA8-480C-BE9E-52E579F4DA96}" dt="2022-08-17T02:12:12.803" v="3816" actId="47"/>
        <pc:sldMkLst>
          <pc:docMk/>
          <pc:sldMk cId="1450510178" sldId="409"/>
        </pc:sldMkLst>
      </pc:sldChg>
      <pc:sldChg chg="add">
        <pc:chgData name="Jaime De Leon R." userId="6107559c-c399-4371-a23a-d124d3599f82" providerId="ADAL" clId="{624DAD03-7EA8-480C-BE9E-52E579F4DA96}" dt="2022-08-17T02:05:00.146" v="3762"/>
        <pc:sldMkLst>
          <pc:docMk/>
          <pc:sldMk cId="2895153731" sldId="410"/>
        </pc:sldMkLst>
      </pc:sldChg>
      <pc:sldChg chg="add">
        <pc:chgData name="Jaime De Leon R." userId="6107559c-c399-4371-a23a-d124d3599f82" providerId="ADAL" clId="{624DAD03-7EA8-480C-BE9E-52E579F4DA96}" dt="2022-08-17T02:05:00.146" v="3762"/>
        <pc:sldMkLst>
          <pc:docMk/>
          <pc:sldMk cId="157673805" sldId="411"/>
        </pc:sldMkLst>
      </pc:sldChg>
      <pc:sldChg chg="add">
        <pc:chgData name="Jaime De Leon R." userId="6107559c-c399-4371-a23a-d124d3599f82" providerId="ADAL" clId="{624DAD03-7EA8-480C-BE9E-52E579F4DA96}" dt="2022-08-17T02:05:00.146" v="3762"/>
        <pc:sldMkLst>
          <pc:docMk/>
          <pc:sldMk cId="3947409020" sldId="413"/>
        </pc:sldMkLst>
      </pc:sldChg>
      <pc:sldChg chg="add">
        <pc:chgData name="Jaime De Leon R." userId="6107559c-c399-4371-a23a-d124d3599f82" providerId="ADAL" clId="{624DAD03-7EA8-480C-BE9E-52E579F4DA96}" dt="2022-08-17T02:05:00.146" v="3762"/>
        <pc:sldMkLst>
          <pc:docMk/>
          <pc:sldMk cId="3161278979" sldId="414"/>
        </pc:sldMkLst>
      </pc:sldChg>
      <pc:sldChg chg="delSp add mod">
        <pc:chgData name="Jaime De Leon R." userId="6107559c-c399-4371-a23a-d124d3599f82" providerId="ADAL" clId="{624DAD03-7EA8-480C-BE9E-52E579F4DA96}" dt="2022-08-17T02:15:30.097" v="3822" actId="478"/>
        <pc:sldMkLst>
          <pc:docMk/>
          <pc:sldMk cId="3433807191" sldId="415"/>
        </pc:sldMkLst>
      </pc:sldChg>
      <pc:sldChg chg="add">
        <pc:chgData name="Jaime De Leon R." userId="6107559c-c399-4371-a23a-d124d3599f82" providerId="ADAL" clId="{624DAD03-7EA8-480C-BE9E-52E579F4DA96}" dt="2022-08-17T02:05:00.146" v="3762"/>
        <pc:sldMkLst>
          <pc:docMk/>
          <pc:sldMk cId="204824926" sldId="416"/>
        </pc:sldMkLst>
      </pc:sldChg>
      <pc:sldChg chg="add">
        <pc:chgData name="Jaime De Leon R." userId="6107559c-c399-4371-a23a-d124d3599f82" providerId="ADAL" clId="{624DAD03-7EA8-480C-BE9E-52E579F4DA96}" dt="2022-08-17T02:05:00.146" v="3762"/>
        <pc:sldMkLst>
          <pc:docMk/>
          <pc:sldMk cId="694796887" sldId="417"/>
        </pc:sldMkLst>
      </pc:sldChg>
      <pc:sldChg chg="add">
        <pc:chgData name="Jaime De Leon R." userId="6107559c-c399-4371-a23a-d124d3599f82" providerId="ADAL" clId="{624DAD03-7EA8-480C-BE9E-52E579F4DA96}" dt="2022-08-17T02:05:00.146" v="3762"/>
        <pc:sldMkLst>
          <pc:docMk/>
          <pc:sldMk cId="1474815436" sldId="418"/>
        </pc:sldMkLst>
      </pc:sldChg>
      <pc:sldChg chg="add">
        <pc:chgData name="Jaime De Leon R." userId="6107559c-c399-4371-a23a-d124d3599f82" providerId="ADAL" clId="{624DAD03-7EA8-480C-BE9E-52E579F4DA96}" dt="2022-08-17T02:05:00.146" v="3762"/>
        <pc:sldMkLst>
          <pc:docMk/>
          <pc:sldMk cId="1374858202" sldId="419"/>
        </pc:sldMkLst>
      </pc:sldChg>
      <pc:sldChg chg="add">
        <pc:chgData name="Jaime De Leon R." userId="6107559c-c399-4371-a23a-d124d3599f82" providerId="ADAL" clId="{624DAD03-7EA8-480C-BE9E-52E579F4DA96}" dt="2022-08-17T02:05:00.146" v="3762"/>
        <pc:sldMkLst>
          <pc:docMk/>
          <pc:sldMk cId="4180148278" sldId="420"/>
        </pc:sldMkLst>
      </pc:sldChg>
      <pc:sldChg chg="add">
        <pc:chgData name="Jaime De Leon R." userId="6107559c-c399-4371-a23a-d124d3599f82" providerId="ADAL" clId="{624DAD03-7EA8-480C-BE9E-52E579F4DA96}" dt="2022-08-17T02:05:00.146" v="3762"/>
        <pc:sldMkLst>
          <pc:docMk/>
          <pc:sldMk cId="2718120447" sldId="421"/>
        </pc:sldMkLst>
      </pc:sldChg>
      <pc:sldChg chg="add del">
        <pc:chgData name="Jaime De Leon R." userId="6107559c-c399-4371-a23a-d124d3599f82" providerId="ADAL" clId="{624DAD03-7EA8-480C-BE9E-52E579F4DA96}" dt="2022-08-17T02:26:14.365" v="3868" actId="47"/>
        <pc:sldMkLst>
          <pc:docMk/>
          <pc:sldMk cId="344863327" sldId="422"/>
        </pc:sldMkLst>
      </pc:sldChg>
      <pc:sldChg chg="modSp add mod">
        <pc:chgData name="Jaime De Leon R." userId="6107559c-c399-4371-a23a-d124d3599f82" providerId="ADAL" clId="{624DAD03-7EA8-480C-BE9E-52E579F4DA96}" dt="2022-08-17T01:32:40.228" v="2739" actId="20577"/>
        <pc:sldMkLst>
          <pc:docMk/>
          <pc:sldMk cId="1145432329" sldId="478"/>
        </pc:sldMkLst>
      </pc:sldChg>
      <pc:sldChg chg="modSp add mod">
        <pc:chgData name="Jaime De Leon R." userId="6107559c-c399-4371-a23a-d124d3599f82" providerId="ADAL" clId="{624DAD03-7EA8-480C-BE9E-52E579F4DA96}" dt="2022-08-17T01:43:38.181" v="2861" actId="20577"/>
        <pc:sldMkLst>
          <pc:docMk/>
          <pc:sldMk cId="2663798520" sldId="479"/>
        </pc:sldMkLst>
      </pc:sldChg>
      <pc:sldChg chg="modSp add mod">
        <pc:chgData name="Jaime De Leon R." userId="6107559c-c399-4371-a23a-d124d3599f82" providerId="ADAL" clId="{624DAD03-7EA8-480C-BE9E-52E579F4DA96}" dt="2022-08-17T02:05:30.001" v="3770" actId="20577"/>
        <pc:sldMkLst>
          <pc:docMk/>
          <pc:sldMk cId="2462731453" sldId="481"/>
        </pc:sldMkLst>
      </pc:sldChg>
      <pc:sldChg chg="delSp modSp add mod">
        <pc:chgData name="Jaime De Leon R." userId="6107559c-c399-4371-a23a-d124d3599f82" providerId="ADAL" clId="{624DAD03-7EA8-480C-BE9E-52E579F4DA96}" dt="2022-09-03T23:33:25.846" v="4103" actId="478"/>
        <pc:sldMkLst>
          <pc:docMk/>
          <pc:sldMk cId="4189862585" sldId="482"/>
        </pc:sldMkLst>
      </pc:sldChg>
      <pc:sldChg chg="add">
        <pc:chgData name="Jaime De Leon R." userId="6107559c-c399-4371-a23a-d124d3599f82" providerId="ADAL" clId="{624DAD03-7EA8-480C-BE9E-52E579F4DA96}" dt="2022-08-17T02:05:00.146" v="3762"/>
        <pc:sldMkLst>
          <pc:docMk/>
          <pc:sldMk cId="1951087899" sldId="488"/>
        </pc:sldMkLst>
      </pc:sldChg>
      <pc:sldChg chg="add">
        <pc:chgData name="Jaime De Leon R." userId="6107559c-c399-4371-a23a-d124d3599f82" providerId="ADAL" clId="{624DAD03-7EA8-480C-BE9E-52E579F4DA96}" dt="2022-08-17T02:05:00.146" v="3762"/>
        <pc:sldMkLst>
          <pc:docMk/>
          <pc:sldMk cId="3416880312" sldId="491"/>
        </pc:sldMkLst>
      </pc:sldChg>
      <pc:sldChg chg="add">
        <pc:chgData name="Jaime De Leon R." userId="6107559c-c399-4371-a23a-d124d3599f82" providerId="ADAL" clId="{624DAD03-7EA8-480C-BE9E-52E579F4DA96}" dt="2022-08-17T02:05:00.146" v="3762"/>
        <pc:sldMkLst>
          <pc:docMk/>
          <pc:sldMk cId="3517281974" sldId="492"/>
        </pc:sldMkLst>
      </pc:sldChg>
      <pc:sldChg chg="add">
        <pc:chgData name="Jaime De Leon R." userId="6107559c-c399-4371-a23a-d124d3599f82" providerId="ADAL" clId="{624DAD03-7EA8-480C-BE9E-52E579F4DA96}" dt="2022-08-17T02:05:00.146" v="3762"/>
        <pc:sldMkLst>
          <pc:docMk/>
          <pc:sldMk cId="1937108243" sldId="493"/>
        </pc:sldMkLst>
      </pc:sldChg>
      <pc:sldChg chg="add">
        <pc:chgData name="Jaime De Leon R." userId="6107559c-c399-4371-a23a-d124d3599f82" providerId="ADAL" clId="{624DAD03-7EA8-480C-BE9E-52E579F4DA96}" dt="2022-08-17T02:05:00.146" v="3762"/>
        <pc:sldMkLst>
          <pc:docMk/>
          <pc:sldMk cId="548095864" sldId="494"/>
        </pc:sldMkLst>
      </pc:sldChg>
      <pc:sldChg chg="add">
        <pc:chgData name="Jaime De Leon R." userId="6107559c-c399-4371-a23a-d124d3599f82" providerId="ADAL" clId="{624DAD03-7EA8-480C-BE9E-52E579F4DA96}" dt="2022-08-17T02:05:00.146" v="3762"/>
        <pc:sldMkLst>
          <pc:docMk/>
          <pc:sldMk cId="777280832" sldId="495"/>
        </pc:sldMkLst>
      </pc:sldChg>
      <pc:sldChg chg="add">
        <pc:chgData name="Jaime De Leon R." userId="6107559c-c399-4371-a23a-d124d3599f82" providerId="ADAL" clId="{624DAD03-7EA8-480C-BE9E-52E579F4DA96}" dt="2022-08-17T02:05:00.146" v="3762"/>
        <pc:sldMkLst>
          <pc:docMk/>
          <pc:sldMk cId="2409308896" sldId="496"/>
        </pc:sldMkLst>
      </pc:sldChg>
      <pc:sldChg chg="add">
        <pc:chgData name="Jaime De Leon R." userId="6107559c-c399-4371-a23a-d124d3599f82" providerId="ADAL" clId="{624DAD03-7EA8-480C-BE9E-52E579F4DA96}" dt="2022-08-17T02:05:00.146" v="3762"/>
        <pc:sldMkLst>
          <pc:docMk/>
          <pc:sldMk cId="3728477071" sldId="497"/>
        </pc:sldMkLst>
      </pc:sldChg>
      <pc:sldChg chg="add del">
        <pc:chgData name="Jaime De Leon R." userId="6107559c-c399-4371-a23a-d124d3599f82" providerId="ADAL" clId="{624DAD03-7EA8-480C-BE9E-52E579F4DA96}" dt="2022-08-17T02:34:02.174" v="3884" actId="47"/>
        <pc:sldMkLst>
          <pc:docMk/>
          <pc:sldMk cId="1720932165" sldId="498"/>
        </pc:sldMkLst>
      </pc:sldChg>
      <pc:sldChg chg="add del">
        <pc:chgData name="Jaime De Leon R." userId="6107559c-c399-4371-a23a-d124d3599f82" providerId="ADAL" clId="{624DAD03-7EA8-480C-BE9E-52E579F4DA96}" dt="2022-08-17T02:34:02.174" v="3884" actId="47"/>
        <pc:sldMkLst>
          <pc:docMk/>
          <pc:sldMk cId="2399307883" sldId="499"/>
        </pc:sldMkLst>
      </pc:sldChg>
      <pc:sldChg chg="add del">
        <pc:chgData name="Jaime De Leon R." userId="6107559c-c399-4371-a23a-d124d3599f82" providerId="ADAL" clId="{624DAD03-7EA8-480C-BE9E-52E579F4DA96}" dt="2022-08-17T02:21:06.763" v="3835" actId="47"/>
        <pc:sldMkLst>
          <pc:docMk/>
          <pc:sldMk cId="3024088992" sldId="500"/>
        </pc:sldMkLst>
      </pc:sldChg>
      <pc:sldChg chg="add">
        <pc:chgData name="Jaime De Leon R." userId="6107559c-c399-4371-a23a-d124d3599f82" providerId="ADAL" clId="{624DAD03-7EA8-480C-BE9E-52E579F4DA96}" dt="2022-08-17T02:05:00.146" v="3762"/>
        <pc:sldMkLst>
          <pc:docMk/>
          <pc:sldMk cId="2000131124" sldId="501"/>
        </pc:sldMkLst>
      </pc:sldChg>
      <pc:sldChg chg="add">
        <pc:chgData name="Jaime De Leon R." userId="6107559c-c399-4371-a23a-d124d3599f82" providerId="ADAL" clId="{624DAD03-7EA8-480C-BE9E-52E579F4DA96}" dt="2022-08-17T02:05:00.146" v="3762"/>
        <pc:sldMkLst>
          <pc:docMk/>
          <pc:sldMk cId="2532176277" sldId="502"/>
        </pc:sldMkLst>
      </pc:sldChg>
      <pc:sldChg chg="add del">
        <pc:chgData name="Jaime De Leon R." userId="6107559c-c399-4371-a23a-d124d3599f82" providerId="ADAL" clId="{624DAD03-7EA8-480C-BE9E-52E579F4DA96}" dt="2022-08-17T02:21:27.446" v="3838" actId="47"/>
        <pc:sldMkLst>
          <pc:docMk/>
          <pc:sldMk cId="1112746602" sldId="503"/>
        </pc:sldMkLst>
      </pc:sldChg>
      <pc:sldChg chg="add">
        <pc:chgData name="Jaime De Leon R." userId="6107559c-c399-4371-a23a-d124d3599f82" providerId="ADAL" clId="{624DAD03-7EA8-480C-BE9E-52E579F4DA96}" dt="2022-08-17T02:05:00.146" v="3762"/>
        <pc:sldMkLst>
          <pc:docMk/>
          <pc:sldMk cId="53805024" sldId="504"/>
        </pc:sldMkLst>
      </pc:sldChg>
      <pc:sldChg chg="add">
        <pc:chgData name="Jaime De Leon R." userId="6107559c-c399-4371-a23a-d124d3599f82" providerId="ADAL" clId="{624DAD03-7EA8-480C-BE9E-52E579F4DA96}" dt="2022-08-17T02:05:00.146" v="3762"/>
        <pc:sldMkLst>
          <pc:docMk/>
          <pc:sldMk cId="1179121111" sldId="505"/>
        </pc:sldMkLst>
      </pc:sldChg>
      <pc:sldChg chg="add">
        <pc:chgData name="Jaime De Leon R." userId="6107559c-c399-4371-a23a-d124d3599f82" providerId="ADAL" clId="{624DAD03-7EA8-480C-BE9E-52E579F4DA96}" dt="2022-08-17T02:05:00.146" v="3762"/>
        <pc:sldMkLst>
          <pc:docMk/>
          <pc:sldMk cId="2334826352" sldId="508"/>
        </pc:sldMkLst>
      </pc:sldChg>
      <pc:sldChg chg="delSp add mod">
        <pc:chgData name="Jaime De Leon R." userId="6107559c-c399-4371-a23a-d124d3599f82" providerId="ADAL" clId="{624DAD03-7EA8-480C-BE9E-52E579F4DA96}" dt="2022-08-17T02:17:14.258" v="3824" actId="478"/>
        <pc:sldMkLst>
          <pc:docMk/>
          <pc:sldMk cId="3941836137" sldId="509"/>
        </pc:sldMkLst>
      </pc:sldChg>
      <pc:sldChg chg="add">
        <pc:chgData name="Jaime De Leon R." userId="6107559c-c399-4371-a23a-d124d3599f82" providerId="ADAL" clId="{624DAD03-7EA8-480C-BE9E-52E579F4DA96}" dt="2022-08-17T02:05:00.146" v="3762"/>
        <pc:sldMkLst>
          <pc:docMk/>
          <pc:sldMk cId="3845791806" sldId="511"/>
        </pc:sldMkLst>
      </pc:sldChg>
      <pc:sldChg chg="add">
        <pc:chgData name="Jaime De Leon R." userId="6107559c-c399-4371-a23a-d124d3599f82" providerId="ADAL" clId="{624DAD03-7EA8-480C-BE9E-52E579F4DA96}" dt="2022-08-17T02:05:00.146" v="3762"/>
        <pc:sldMkLst>
          <pc:docMk/>
          <pc:sldMk cId="3106223292" sldId="512"/>
        </pc:sldMkLst>
      </pc:sldChg>
      <pc:sldChg chg="modSp add mod">
        <pc:chgData name="Jaime De Leon R." userId="6107559c-c399-4371-a23a-d124d3599f82" providerId="ADAL" clId="{624DAD03-7EA8-480C-BE9E-52E579F4DA96}" dt="2022-08-17T02:32:37.167" v="3882" actId="20577"/>
        <pc:sldMkLst>
          <pc:docMk/>
          <pc:sldMk cId="3159693743" sldId="514"/>
        </pc:sldMkLst>
      </pc:sldChg>
      <pc:sldChg chg="add del">
        <pc:chgData name="Jaime De Leon R." userId="6107559c-c399-4371-a23a-d124d3599f82" providerId="ADAL" clId="{624DAD03-7EA8-480C-BE9E-52E579F4DA96}" dt="2022-09-03T23:54:55.973" v="4280" actId="47"/>
        <pc:sldMkLst>
          <pc:docMk/>
          <pc:sldMk cId="2935753278" sldId="535"/>
        </pc:sldMkLst>
      </pc:sldChg>
      <pc:sldChg chg="add del">
        <pc:chgData name="Jaime De Leon R." userId="6107559c-c399-4371-a23a-d124d3599f82" providerId="ADAL" clId="{624DAD03-7EA8-480C-BE9E-52E579F4DA96}" dt="2022-09-03T23:54:55.973" v="4280" actId="47"/>
        <pc:sldMkLst>
          <pc:docMk/>
          <pc:sldMk cId="1134128559" sldId="536"/>
        </pc:sldMkLst>
      </pc:sldChg>
      <pc:sldChg chg="add del">
        <pc:chgData name="Jaime De Leon R." userId="6107559c-c399-4371-a23a-d124d3599f82" providerId="ADAL" clId="{624DAD03-7EA8-480C-BE9E-52E579F4DA96}" dt="2022-09-03T23:55:21.316" v="4281" actId="47"/>
        <pc:sldMkLst>
          <pc:docMk/>
          <pc:sldMk cId="1804925177" sldId="538"/>
        </pc:sldMkLst>
      </pc:sldChg>
      <pc:sldChg chg="add del">
        <pc:chgData name="Jaime De Leon R." userId="6107559c-c399-4371-a23a-d124d3599f82" providerId="ADAL" clId="{624DAD03-7EA8-480C-BE9E-52E579F4DA96}" dt="2022-09-03T23:55:21.316" v="4281" actId="47"/>
        <pc:sldMkLst>
          <pc:docMk/>
          <pc:sldMk cId="503910773" sldId="539"/>
        </pc:sldMkLst>
      </pc:sldChg>
      <pc:sldChg chg="add del">
        <pc:chgData name="Jaime De Leon R." userId="6107559c-c399-4371-a23a-d124d3599f82" providerId="ADAL" clId="{624DAD03-7EA8-480C-BE9E-52E579F4DA96}" dt="2022-09-03T23:55:21.316" v="4281" actId="47"/>
        <pc:sldMkLst>
          <pc:docMk/>
          <pc:sldMk cId="1465730232" sldId="540"/>
        </pc:sldMkLst>
      </pc:sldChg>
      <pc:sldChg chg="add del">
        <pc:chgData name="Jaime De Leon R." userId="6107559c-c399-4371-a23a-d124d3599f82" providerId="ADAL" clId="{624DAD03-7EA8-480C-BE9E-52E579F4DA96}" dt="2022-09-03T23:55:21.316" v="4281" actId="47"/>
        <pc:sldMkLst>
          <pc:docMk/>
          <pc:sldMk cId="2937650025" sldId="541"/>
        </pc:sldMkLst>
      </pc:sldChg>
      <pc:sldChg chg="add del">
        <pc:chgData name="Jaime De Leon R." userId="6107559c-c399-4371-a23a-d124d3599f82" providerId="ADAL" clId="{624DAD03-7EA8-480C-BE9E-52E579F4DA96}" dt="2022-09-03T23:55:21.316" v="4281" actId="47"/>
        <pc:sldMkLst>
          <pc:docMk/>
          <pc:sldMk cId="2491228727" sldId="542"/>
        </pc:sldMkLst>
      </pc:sldChg>
      <pc:sldChg chg="add del">
        <pc:chgData name="Jaime De Leon R." userId="6107559c-c399-4371-a23a-d124d3599f82" providerId="ADAL" clId="{624DAD03-7EA8-480C-BE9E-52E579F4DA96}" dt="2022-09-03T23:55:21.316" v="4281" actId="47"/>
        <pc:sldMkLst>
          <pc:docMk/>
          <pc:sldMk cId="3455025015" sldId="543"/>
        </pc:sldMkLst>
      </pc:sldChg>
      <pc:sldChg chg="add del">
        <pc:chgData name="Jaime De Leon R." userId="6107559c-c399-4371-a23a-d124d3599f82" providerId="ADAL" clId="{624DAD03-7EA8-480C-BE9E-52E579F4DA96}" dt="2022-09-03T23:55:21.316" v="4281" actId="47"/>
        <pc:sldMkLst>
          <pc:docMk/>
          <pc:sldMk cId="905961480" sldId="544"/>
        </pc:sldMkLst>
      </pc:sldChg>
      <pc:sldChg chg="add del">
        <pc:chgData name="Jaime De Leon R." userId="6107559c-c399-4371-a23a-d124d3599f82" providerId="ADAL" clId="{624DAD03-7EA8-480C-BE9E-52E579F4DA96}" dt="2022-09-03T23:55:21.316" v="4281" actId="47"/>
        <pc:sldMkLst>
          <pc:docMk/>
          <pc:sldMk cId="137978739" sldId="545"/>
        </pc:sldMkLst>
      </pc:sldChg>
      <pc:sldChg chg="add del">
        <pc:chgData name="Jaime De Leon R." userId="6107559c-c399-4371-a23a-d124d3599f82" providerId="ADAL" clId="{624DAD03-7EA8-480C-BE9E-52E579F4DA96}" dt="2022-09-03T23:55:21.316" v="4281" actId="47"/>
        <pc:sldMkLst>
          <pc:docMk/>
          <pc:sldMk cId="1866134819" sldId="546"/>
        </pc:sldMkLst>
      </pc:sldChg>
      <pc:sldChg chg="add del">
        <pc:chgData name="Jaime De Leon R." userId="6107559c-c399-4371-a23a-d124d3599f82" providerId="ADAL" clId="{624DAD03-7EA8-480C-BE9E-52E579F4DA96}" dt="2022-09-03T23:54:55.973" v="4280" actId="47"/>
        <pc:sldMkLst>
          <pc:docMk/>
          <pc:sldMk cId="3346853158" sldId="552"/>
        </pc:sldMkLst>
      </pc:sldChg>
      <pc:sldChg chg="add">
        <pc:chgData name="Jaime De Leon R." userId="6107559c-c399-4371-a23a-d124d3599f82" providerId="ADAL" clId="{624DAD03-7EA8-480C-BE9E-52E579F4DA96}" dt="2022-10-03T03:35:11.901" v="4284"/>
        <pc:sldMkLst>
          <pc:docMk/>
          <pc:sldMk cId="3839550423" sldId="583"/>
        </pc:sldMkLst>
      </pc:sldChg>
      <pc:sldChg chg="add">
        <pc:chgData name="Jaime De Leon R." userId="6107559c-c399-4371-a23a-d124d3599f82" providerId="ADAL" clId="{624DAD03-7EA8-480C-BE9E-52E579F4DA96}" dt="2022-10-03T03:35:11.901" v="4284"/>
        <pc:sldMkLst>
          <pc:docMk/>
          <pc:sldMk cId="1925147524" sldId="584"/>
        </pc:sldMkLst>
      </pc:sldChg>
      <pc:sldChg chg="add">
        <pc:chgData name="Jaime De Leon R." userId="6107559c-c399-4371-a23a-d124d3599f82" providerId="ADAL" clId="{624DAD03-7EA8-480C-BE9E-52E579F4DA96}" dt="2022-10-03T03:37:29.142" v="4288"/>
        <pc:sldMkLst>
          <pc:docMk/>
          <pc:sldMk cId="542142539" sldId="585"/>
        </pc:sldMkLst>
      </pc:sldChg>
      <pc:sldChg chg="add">
        <pc:chgData name="Jaime De Leon R." userId="6107559c-c399-4371-a23a-d124d3599f82" providerId="ADAL" clId="{624DAD03-7EA8-480C-BE9E-52E579F4DA96}" dt="2022-10-03T03:37:29.142" v="4288"/>
        <pc:sldMkLst>
          <pc:docMk/>
          <pc:sldMk cId="2568195192" sldId="586"/>
        </pc:sldMkLst>
      </pc:sldChg>
      <pc:sldChg chg="add">
        <pc:chgData name="Jaime De Leon R." userId="6107559c-c399-4371-a23a-d124d3599f82" providerId="ADAL" clId="{624DAD03-7EA8-480C-BE9E-52E579F4DA96}" dt="2022-10-03T03:35:11.901" v="4284"/>
        <pc:sldMkLst>
          <pc:docMk/>
          <pc:sldMk cId="1294181688" sldId="588"/>
        </pc:sldMkLst>
      </pc:sldChg>
      <pc:sldChg chg="add">
        <pc:chgData name="Jaime De Leon R." userId="6107559c-c399-4371-a23a-d124d3599f82" providerId="ADAL" clId="{624DAD03-7EA8-480C-BE9E-52E579F4DA96}" dt="2022-10-03T03:35:11.901" v="4284"/>
        <pc:sldMkLst>
          <pc:docMk/>
          <pc:sldMk cId="3649188670" sldId="590"/>
        </pc:sldMkLst>
      </pc:sldChg>
      <pc:sldChg chg="add">
        <pc:chgData name="Jaime De Leon R." userId="6107559c-c399-4371-a23a-d124d3599f82" providerId="ADAL" clId="{624DAD03-7EA8-480C-BE9E-52E579F4DA96}" dt="2022-10-03T03:35:11.901" v="4284"/>
        <pc:sldMkLst>
          <pc:docMk/>
          <pc:sldMk cId="152362892" sldId="591"/>
        </pc:sldMkLst>
      </pc:sldChg>
      <pc:sldChg chg="add">
        <pc:chgData name="Jaime De Leon R." userId="6107559c-c399-4371-a23a-d124d3599f82" providerId="ADAL" clId="{624DAD03-7EA8-480C-BE9E-52E579F4DA96}" dt="2022-10-03T03:35:11.901" v="4284"/>
        <pc:sldMkLst>
          <pc:docMk/>
          <pc:sldMk cId="4145769165" sldId="592"/>
        </pc:sldMkLst>
      </pc:sldChg>
      <pc:sldChg chg="add">
        <pc:chgData name="Jaime De Leon R." userId="6107559c-c399-4371-a23a-d124d3599f82" providerId="ADAL" clId="{624DAD03-7EA8-480C-BE9E-52E579F4DA96}" dt="2022-10-03T03:35:11.901" v="4284"/>
        <pc:sldMkLst>
          <pc:docMk/>
          <pc:sldMk cId="1999238543" sldId="593"/>
        </pc:sldMkLst>
      </pc:sldChg>
      <pc:sldChg chg="add">
        <pc:chgData name="Jaime De Leon R." userId="6107559c-c399-4371-a23a-d124d3599f82" providerId="ADAL" clId="{624DAD03-7EA8-480C-BE9E-52E579F4DA96}" dt="2022-10-03T03:35:11.901" v="4284"/>
        <pc:sldMkLst>
          <pc:docMk/>
          <pc:sldMk cId="4027041471" sldId="594"/>
        </pc:sldMkLst>
      </pc:sldChg>
      <pc:sldChg chg="add">
        <pc:chgData name="Jaime De Leon R." userId="6107559c-c399-4371-a23a-d124d3599f82" providerId="ADAL" clId="{624DAD03-7EA8-480C-BE9E-52E579F4DA96}" dt="2022-10-03T03:35:11.901" v="4284"/>
        <pc:sldMkLst>
          <pc:docMk/>
          <pc:sldMk cId="1170472305" sldId="595"/>
        </pc:sldMkLst>
      </pc:sldChg>
      <pc:sldChg chg="add">
        <pc:chgData name="Jaime De Leon R." userId="6107559c-c399-4371-a23a-d124d3599f82" providerId="ADAL" clId="{624DAD03-7EA8-480C-BE9E-52E579F4DA96}" dt="2022-10-03T03:35:11.901" v="4284"/>
        <pc:sldMkLst>
          <pc:docMk/>
          <pc:sldMk cId="119994796" sldId="596"/>
        </pc:sldMkLst>
      </pc:sldChg>
      <pc:sldChg chg="add">
        <pc:chgData name="Jaime De Leon R." userId="6107559c-c399-4371-a23a-d124d3599f82" providerId="ADAL" clId="{624DAD03-7EA8-480C-BE9E-52E579F4DA96}" dt="2022-10-03T03:35:11.901" v="4284"/>
        <pc:sldMkLst>
          <pc:docMk/>
          <pc:sldMk cId="2310703351" sldId="597"/>
        </pc:sldMkLst>
      </pc:sldChg>
      <pc:sldChg chg="add">
        <pc:chgData name="Jaime De Leon R." userId="6107559c-c399-4371-a23a-d124d3599f82" providerId="ADAL" clId="{624DAD03-7EA8-480C-BE9E-52E579F4DA96}" dt="2022-10-03T03:35:11.901" v="4284"/>
        <pc:sldMkLst>
          <pc:docMk/>
          <pc:sldMk cId="472173274" sldId="599"/>
        </pc:sldMkLst>
      </pc:sldChg>
      <pc:sldChg chg="add">
        <pc:chgData name="Jaime De Leon R." userId="6107559c-c399-4371-a23a-d124d3599f82" providerId="ADAL" clId="{624DAD03-7EA8-480C-BE9E-52E579F4DA96}" dt="2022-10-03T03:35:11.901" v="4284"/>
        <pc:sldMkLst>
          <pc:docMk/>
          <pc:sldMk cId="1190243216" sldId="600"/>
        </pc:sldMkLst>
      </pc:sldChg>
      <pc:sldChg chg="add del">
        <pc:chgData name="Jaime De Leon R." userId="6107559c-c399-4371-a23a-d124d3599f82" providerId="ADAL" clId="{624DAD03-7EA8-480C-BE9E-52E579F4DA96}" dt="2022-10-03T03:36:31.927" v="4286" actId="47"/>
        <pc:sldMkLst>
          <pc:docMk/>
          <pc:sldMk cId="2058396246" sldId="601"/>
        </pc:sldMkLst>
      </pc:sldChg>
      <pc:sldChg chg="add del">
        <pc:chgData name="Jaime De Leon R." userId="6107559c-c399-4371-a23a-d124d3599f82" providerId="ADAL" clId="{624DAD03-7EA8-480C-BE9E-52E579F4DA96}" dt="2022-10-03T03:36:31.927" v="4286" actId="47"/>
        <pc:sldMkLst>
          <pc:docMk/>
          <pc:sldMk cId="1925789401" sldId="602"/>
        </pc:sldMkLst>
      </pc:sldChg>
      <pc:sldChg chg="add">
        <pc:chgData name="Jaime De Leon R." userId="6107559c-c399-4371-a23a-d124d3599f82" providerId="ADAL" clId="{624DAD03-7EA8-480C-BE9E-52E579F4DA96}" dt="2022-10-03T03:35:11.901" v="4284"/>
        <pc:sldMkLst>
          <pc:docMk/>
          <pc:sldMk cId="4048834710" sldId="603"/>
        </pc:sldMkLst>
      </pc:sldChg>
      <pc:sldChg chg="add">
        <pc:chgData name="Jaime De Leon R." userId="6107559c-c399-4371-a23a-d124d3599f82" providerId="ADAL" clId="{624DAD03-7EA8-480C-BE9E-52E579F4DA96}" dt="2022-10-03T03:35:11.901" v="4284"/>
        <pc:sldMkLst>
          <pc:docMk/>
          <pc:sldMk cId="2002411937" sldId="604"/>
        </pc:sldMkLst>
      </pc:sldChg>
      <pc:sldChg chg="add del">
        <pc:chgData name="Jaime De Leon R." userId="6107559c-c399-4371-a23a-d124d3599f82" providerId="ADAL" clId="{624DAD03-7EA8-480C-BE9E-52E579F4DA96}" dt="2022-10-23T23:41:01.643" v="6944" actId="47"/>
        <pc:sldMkLst>
          <pc:docMk/>
          <pc:sldMk cId="4079971587" sldId="605"/>
        </pc:sldMkLst>
      </pc:sldChg>
      <pc:sldChg chg="add del">
        <pc:chgData name="Jaime De Leon R." userId="6107559c-c399-4371-a23a-d124d3599f82" providerId="ADAL" clId="{624DAD03-7EA8-480C-BE9E-52E579F4DA96}" dt="2022-10-03T03:36:31.927" v="4286" actId="47"/>
        <pc:sldMkLst>
          <pc:docMk/>
          <pc:sldMk cId="3045083773" sldId="606"/>
        </pc:sldMkLst>
      </pc:sldChg>
      <pc:sldChg chg="add del">
        <pc:chgData name="Jaime De Leon R." userId="6107559c-c399-4371-a23a-d124d3599f82" providerId="ADAL" clId="{624DAD03-7EA8-480C-BE9E-52E579F4DA96}" dt="2022-10-03T03:36:41.833" v="4287" actId="47"/>
        <pc:sldMkLst>
          <pc:docMk/>
          <pc:sldMk cId="388991424" sldId="607"/>
        </pc:sldMkLst>
      </pc:sldChg>
      <pc:sldChg chg="add del">
        <pc:chgData name="Jaime De Leon R." userId="6107559c-c399-4371-a23a-d124d3599f82" providerId="ADAL" clId="{624DAD03-7EA8-480C-BE9E-52E579F4DA96}" dt="2022-10-03T03:38:29.907" v="4289" actId="47"/>
        <pc:sldMkLst>
          <pc:docMk/>
          <pc:sldMk cId="2931456062" sldId="608"/>
        </pc:sldMkLst>
      </pc:sldChg>
      <pc:sldChg chg="add del">
        <pc:chgData name="Jaime De Leon R." userId="6107559c-c399-4371-a23a-d124d3599f82" providerId="ADAL" clId="{624DAD03-7EA8-480C-BE9E-52E579F4DA96}" dt="2022-10-03T03:38:29.907" v="4289" actId="47"/>
        <pc:sldMkLst>
          <pc:docMk/>
          <pc:sldMk cId="974094546" sldId="609"/>
        </pc:sldMkLst>
      </pc:sldChg>
      <pc:sldChg chg="add del">
        <pc:chgData name="Jaime De Leon R." userId="6107559c-c399-4371-a23a-d124d3599f82" providerId="ADAL" clId="{624DAD03-7EA8-480C-BE9E-52E579F4DA96}" dt="2022-10-03T03:38:29.907" v="4289" actId="47"/>
        <pc:sldMkLst>
          <pc:docMk/>
          <pc:sldMk cId="3309374142" sldId="610"/>
        </pc:sldMkLst>
      </pc:sldChg>
      <pc:sldChg chg="add del">
        <pc:chgData name="Jaime De Leon R." userId="6107559c-c399-4371-a23a-d124d3599f82" providerId="ADAL" clId="{624DAD03-7EA8-480C-BE9E-52E579F4DA96}" dt="2022-10-03T03:38:29.907" v="4289" actId="47"/>
        <pc:sldMkLst>
          <pc:docMk/>
          <pc:sldMk cId="2066197317" sldId="611"/>
        </pc:sldMkLst>
      </pc:sldChg>
      <pc:sldChg chg="add del">
        <pc:chgData name="Jaime De Leon R." userId="6107559c-c399-4371-a23a-d124d3599f82" providerId="ADAL" clId="{624DAD03-7EA8-480C-BE9E-52E579F4DA96}" dt="2022-10-03T03:38:55.435" v="4290" actId="47"/>
        <pc:sldMkLst>
          <pc:docMk/>
          <pc:sldMk cId="66774029" sldId="612"/>
        </pc:sldMkLst>
      </pc:sldChg>
      <pc:sldChg chg="add del">
        <pc:chgData name="Jaime De Leon R." userId="6107559c-c399-4371-a23a-d124d3599f82" providerId="ADAL" clId="{624DAD03-7EA8-480C-BE9E-52E579F4DA96}" dt="2022-10-03T03:38:55.435" v="4290" actId="47"/>
        <pc:sldMkLst>
          <pc:docMk/>
          <pc:sldMk cId="3400506744" sldId="613"/>
        </pc:sldMkLst>
      </pc:sldChg>
      <pc:sldChg chg="add del">
        <pc:chgData name="Jaime De Leon R." userId="6107559c-c399-4371-a23a-d124d3599f82" providerId="ADAL" clId="{624DAD03-7EA8-480C-BE9E-52E579F4DA96}" dt="2022-10-03T03:38:55.435" v="4290" actId="47"/>
        <pc:sldMkLst>
          <pc:docMk/>
          <pc:sldMk cId="2988240738" sldId="614"/>
        </pc:sldMkLst>
      </pc:sldChg>
      <pc:sldChg chg="add del">
        <pc:chgData name="Jaime De Leon R." userId="6107559c-c399-4371-a23a-d124d3599f82" providerId="ADAL" clId="{624DAD03-7EA8-480C-BE9E-52E579F4DA96}" dt="2022-10-03T03:38:55.435" v="4290" actId="47"/>
        <pc:sldMkLst>
          <pc:docMk/>
          <pc:sldMk cId="2358543994" sldId="615"/>
        </pc:sldMkLst>
      </pc:sldChg>
      <pc:sldChg chg="add del">
        <pc:chgData name="Jaime De Leon R." userId="6107559c-c399-4371-a23a-d124d3599f82" providerId="ADAL" clId="{624DAD03-7EA8-480C-BE9E-52E579F4DA96}" dt="2022-10-03T03:38:55.435" v="4290" actId="47"/>
        <pc:sldMkLst>
          <pc:docMk/>
          <pc:sldMk cId="240917171" sldId="617"/>
        </pc:sldMkLst>
      </pc:sldChg>
      <pc:sldChg chg="add del">
        <pc:chgData name="Jaime De Leon R." userId="6107559c-c399-4371-a23a-d124d3599f82" providerId="ADAL" clId="{624DAD03-7EA8-480C-BE9E-52E579F4DA96}" dt="2022-10-03T03:38:55.435" v="4290" actId="47"/>
        <pc:sldMkLst>
          <pc:docMk/>
          <pc:sldMk cId="2832797935" sldId="618"/>
        </pc:sldMkLst>
      </pc:sldChg>
      <pc:sldChg chg="add del">
        <pc:chgData name="Jaime De Leon R." userId="6107559c-c399-4371-a23a-d124d3599f82" providerId="ADAL" clId="{624DAD03-7EA8-480C-BE9E-52E579F4DA96}" dt="2022-10-03T03:38:55.435" v="4290" actId="47"/>
        <pc:sldMkLst>
          <pc:docMk/>
          <pc:sldMk cId="1798945309" sldId="619"/>
        </pc:sldMkLst>
      </pc:sldChg>
      <pc:sldChg chg="add">
        <pc:chgData name="Jaime De Leon R." userId="6107559c-c399-4371-a23a-d124d3599f82" providerId="ADAL" clId="{624DAD03-7EA8-480C-BE9E-52E579F4DA96}" dt="2022-10-23T23:37:43.735" v="6937"/>
        <pc:sldMkLst>
          <pc:docMk/>
          <pc:sldMk cId="1681670386" sldId="659"/>
        </pc:sldMkLst>
      </pc:sldChg>
      <pc:sldChg chg="modSp add mod">
        <pc:chgData name="Jaime De Leon R." userId="6107559c-c399-4371-a23a-d124d3599f82" providerId="ADAL" clId="{624DAD03-7EA8-480C-BE9E-52E579F4DA96}" dt="2022-10-23T23:44:10.787" v="6946" actId="20577"/>
        <pc:sldMkLst>
          <pc:docMk/>
          <pc:sldMk cId="966110655" sldId="688"/>
        </pc:sldMkLst>
      </pc:sldChg>
      <pc:sldChg chg="add">
        <pc:chgData name="Jaime De Leon R." userId="6107559c-c399-4371-a23a-d124d3599f82" providerId="ADAL" clId="{624DAD03-7EA8-480C-BE9E-52E579F4DA96}" dt="2022-10-23T23:37:43.735" v="6937"/>
        <pc:sldMkLst>
          <pc:docMk/>
          <pc:sldMk cId="2457637234" sldId="689"/>
        </pc:sldMkLst>
      </pc:sldChg>
      <pc:sldChg chg="add">
        <pc:chgData name="Jaime De Leon R." userId="6107559c-c399-4371-a23a-d124d3599f82" providerId="ADAL" clId="{624DAD03-7EA8-480C-BE9E-52E579F4DA96}" dt="2022-08-17T01:43:32.118" v="2860"/>
        <pc:sldMkLst>
          <pc:docMk/>
          <pc:sldMk cId="3305992654" sldId="693"/>
        </pc:sldMkLst>
      </pc:sldChg>
      <pc:sldChg chg="add">
        <pc:chgData name="Jaime De Leon R." userId="6107559c-c399-4371-a23a-d124d3599f82" providerId="ADAL" clId="{624DAD03-7EA8-480C-BE9E-52E579F4DA96}" dt="2022-08-17T01:43:32.118" v="2860"/>
        <pc:sldMkLst>
          <pc:docMk/>
          <pc:sldMk cId="3808898665" sldId="694"/>
        </pc:sldMkLst>
      </pc:sldChg>
      <pc:sldChg chg="add">
        <pc:chgData name="Jaime De Leon R." userId="6107559c-c399-4371-a23a-d124d3599f82" providerId="ADAL" clId="{624DAD03-7EA8-480C-BE9E-52E579F4DA96}" dt="2022-08-17T02:05:00.146" v="3762"/>
        <pc:sldMkLst>
          <pc:docMk/>
          <pc:sldMk cId="2492453517" sldId="696"/>
        </pc:sldMkLst>
      </pc:sldChg>
      <pc:sldChg chg="delSp modSp add mod">
        <pc:chgData name="Jaime De Leon R." userId="6107559c-c399-4371-a23a-d124d3599f82" providerId="ADAL" clId="{624DAD03-7EA8-480C-BE9E-52E579F4DA96}" dt="2022-08-17T02:11:23.597" v="3814" actId="400"/>
        <pc:sldMkLst>
          <pc:docMk/>
          <pc:sldMk cId="379094115" sldId="697"/>
        </pc:sldMkLst>
      </pc:sldChg>
      <pc:sldChg chg="add del">
        <pc:chgData name="Jaime De Leon R." userId="6107559c-c399-4371-a23a-d124d3599f82" providerId="ADAL" clId="{624DAD03-7EA8-480C-BE9E-52E579F4DA96}" dt="2022-08-17T02:14:17.618" v="3819" actId="47"/>
        <pc:sldMkLst>
          <pc:docMk/>
          <pc:sldMk cId="3012260487" sldId="699"/>
        </pc:sldMkLst>
      </pc:sldChg>
      <pc:sldChg chg="add del">
        <pc:chgData name="Jaime De Leon R." userId="6107559c-c399-4371-a23a-d124d3599f82" providerId="ADAL" clId="{624DAD03-7EA8-480C-BE9E-52E579F4DA96}" dt="2022-08-17T02:15:21.622" v="3821" actId="47"/>
        <pc:sldMkLst>
          <pc:docMk/>
          <pc:sldMk cId="763880295" sldId="700"/>
        </pc:sldMkLst>
      </pc:sldChg>
      <pc:sldChg chg="add">
        <pc:chgData name="Jaime De Leon R." userId="6107559c-c399-4371-a23a-d124d3599f82" providerId="ADAL" clId="{624DAD03-7EA8-480C-BE9E-52E579F4DA96}" dt="2022-08-17T02:05:00.146" v="3762"/>
        <pc:sldMkLst>
          <pc:docMk/>
          <pc:sldMk cId="2078290383" sldId="701"/>
        </pc:sldMkLst>
      </pc:sldChg>
      <pc:sldChg chg="delSp add mod">
        <pc:chgData name="Jaime De Leon R." userId="6107559c-c399-4371-a23a-d124d3599f82" providerId="ADAL" clId="{624DAD03-7EA8-480C-BE9E-52E579F4DA96}" dt="2022-08-17T02:17:45.872" v="3825" actId="478"/>
        <pc:sldMkLst>
          <pc:docMk/>
          <pc:sldMk cId="1060920276" sldId="702"/>
        </pc:sldMkLst>
      </pc:sldChg>
      <pc:sldChg chg="add del">
        <pc:chgData name="Jaime De Leon R." userId="6107559c-c399-4371-a23a-d124d3599f82" providerId="ADAL" clId="{624DAD03-7EA8-480C-BE9E-52E579F4DA96}" dt="2022-08-17T02:19:07.017" v="3828" actId="47"/>
        <pc:sldMkLst>
          <pc:docMk/>
          <pc:sldMk cId="3054964822" sldId="703"/>
        </pc:sldMkLst>
      </pc:sldChg>
      <pc:sldChg chg="add del">
        <pc:chgData name="Jaime De Leon R." userId="6107559c-c399-4371-a23a-d124d3599f82" providerId="ADAL" clId="{624DAD03-7EA8-480C-BE9E-52E579F4DA96}" dt="2022-08-17T02:19:33.197" v="3829" actId="47"/>
        <pc:sldMkLst>
          <pc:docMk/>
          <pc:sldMk cId="4147447715" sldId="704"/>
        </pc:sldMkLst>
      </pc:sldChg>
      <pc:sldChg chg="add">
        <pc:chgData name="Jaime De Leon R." userId="6107559c-c399-4371-a23a-d124d3599f82" providerId="ADAL" clId="{624DAD03-7EA8-480C-BE9E-52E579F4DA96}" dt="2022-08-17T02:05:00.146" v="3762"/>
        <pc:sldMkLst>
          <pc:docMk/>
          <pc:sldMk cId="2207716749" sldId="705"/>
        </pc:sldMkLst>
      </pc:sldChg>
      <pc:sldChg chg="add">
        <pc:chgData name="Jaime De Leon R." userId="6107559c-c399-4371-a23a-d124d3599f82" providerId="ADAL" clId="{624DAD03-7EA8-480C-BE9E-52E579F4DA96}" dt="2022-08-17T02:05:00.146" v="3762"/>
        <pc:sldMkLst>
          <pc:docMk/>
          <pc:sldMk cId="3021828446" sldId="707"/>
        </pc:sldMkLst>
      </pc:sldChg>
      <pc:sldChg chg="add del">
        <pc:chgData name="Jaime De Leon R." userId="6107559c-c399-4371-a23a-d124d3599f82" providerId="ADAL" clId="{624DAD03-7EA8-480C-BE9E-52E579F4DA96}" dt="2022-10-03T03:38:55.435" v="4290" actId="47"/>
        <pc:sldMkLst>
          <pc:docMk/>
          <pc:sldMk cId="1129562056" sldId="710"/>
        </pc:sldMkLst>
      </pc:sldChg>
      <pc:sldChg chg="add del">
        <pc:chgData name="Jaime De Leon R." userId="6107559c-c399-4371-a23a-d124d3599f82" providerId="ADAL" clId="{624DAD03-7EA8-480C-BE9E-52E579F4DA96}" dt="2022-10-03T03:38:55.435" v="4290" actId="47"/>
        <pc:sldMkLst>
          <pc:docMk/>
          <pc:sldMk cId="2049261160" sldId="711"/>
        </pc:sldMkLst>
      </pc:sldChg>
      <pc:sldChg chg="add del">
        <pc:chgData name="Jaime De Leon R." userId="6107559c-c399-4371-a23a-d124d3599f82" providerId="ADAL" clId="{624DAD03-7EA8-480C-BE9E-52E579F4DA96}" dt="2022-10-03T03:38:55.435" v="4290" actId="47"/>
        <pc:sldMkLst>
          <pc:docMk/>
          <pc:sldMk cId="52538879" sldId="712"/>
        </pc:sldMkLst>
      </pc:sldChg>
      <pc:sldChg chg="add del">
        <pc:chgData name="Jaime De Leon R." userId="6107559c-c399-4371-a23a-d124d3599f82" providerId="ADAL" clId="{624DAD03-7EA8-480C-BE9E-52E579F4DA96}" dt="2022-10-03T03:38:55.435" v="4290" actId="47"/>
        <pc:sldMkLst>
          <pc:docMk/>
          <pc:sldMk cId="1378853420" sldId="713"/>
        </pc:sldMkLst>
      </pc:sldChg>
      <pc:sldChg chg="add del">
        <pc:chgData name="Jaime De Leon R." userId="6107559c-c399-4371-a23a-d124d3599f82" providerId="ADAL" clId="{624DAD03-7EA8-480C-BE9E-52E579F4DA96}" dt="2022-10-03T03:38:55.435" v="4290" actId="47"/>
        <pc:sldMkLst>
          <pc:docMk/>
          <pc:sldMk cId="4154139303" sldId="714"/>
        </pc:sldMkLst>
      </pc:sldChg>
      <pc:sldChg chg="add">
        <pc:chgData name="Jaime De Leon R." userId="6107559c-c399-4371-a23a-d124d3599f82" providerId="ADAL" clId="{624DAD03-7EA8-480C-BE9E-52E579F4DA96}" dt="2022-10-23T23:37:43.735" v="6937"/>
        <pc:sldMkLst>
          <pc:docMk/>
          <pc:sldMk cId="1058466418" sldId="719"/>
        </pc:sldMkLst>
      </pc:sldChg>
      <pc:sldChg chg="add">
        <pc:chgData name="Jaime De Leon R." userId="6107559c-c399-4371-a23a-d124d3599f82" providerId="ADAL" clId="{624DAD03-7EA8-480C-BE9E-52E579F4DA96}" dt="2022-10-23T23:37:43.735" v="6937"/>
        <pc:sldMkLst>
          <pc:docMk/>
          <pc:sldMk cId="1926229604" sldId="728"/>
        </pc:sldMkLst>
      </pc:sldChg>
      <pc:sldChg chg="add">
        <pc:chgData name="Jaime De Leon R." userId="6107559c-c399-4371-a23a-d124d3599f82" providerId="ADAL" clId="{624DAD03-7EA8-480C-BE9E-52E579F4DA96}" dt="2022-10-23T23:37:43.735" v="6937"/>
        <pc:sldMkLst>
          <pc:docMk/>
          <pc:sldMk cId="3351641799" sldId="730"/>
        </pc:sldMkLst>
      </pc:sldChg>
      <pc:sldChg chg="add">
        <pc:chgData name="Jaime De Leon R." userId="6107559c-c399-4371-a23a-d124d3599f82" providerId="ADAL" clId="{624DAD03-7EA8-480C-BE9E-52E579F4DA96}" dt="2022-10-23T23:37:43.735" v="6937"/>
        <pc:sldMkLst>
          <pc:docMk/>
          <pc:sldMk cId="3108000985" sldId="741"/>
        </pc:sldMkLst>
      </pc:sldChg>
      <pc:sldChg chg="add">
        <pc:chgData name="Jaime De Leon R." userId="6107559c-c399-4371-a23a-d124d3599f82" providerId="ADAL" clId="{624DAD03-7EA8-480C-BE9E-52E579F4DA96}" dt="2022-10-23T23:37:43.735" v="6937"/>
        <pc:sldMkLst>
          <pc:docMk/>
          <pc:sldMk cId="1549180168" sldId="742"/>
        </pc:sldMkLst>
      </pc:sldChg>
      <pc:sldChg chg="add">
        <pc:chgData name="Jaime De Leon R." userId="6107559c-c399-4371-a23a-d124d3599f82" providerId="ADAL" clId="{624DAD03-7EA8-480C-BE9E-52E579F4DA96}" dt="2022-10-23T23:37:43.735" v="6937"/>
        <pc:sldMkLst>
          <pc:docMk/>
          <pc:sldMk cId="1567137301" sldId="753"/>
        </pc:sldMkLst>
      </pc:sldChg>
      <pc:sldChg chg="add">
        <pc:chgData name="Jaime De Leon R." userId="6107559c-c399-4371-a23a-d124d3599f82" providerId="ADAL" clId="{624DAD03-7EA8-480C-BE9E-52E579F4DA96}" dt="2022-10-23T23:37:43.735" v="6937"/>
        <pc:sldMkLst>
          <pc:docMk/>
          <pc:sldMk cId="1667395908" sldId="754"/>
        </pc:sldMkLst>
      </pc:sldChg>
      <pc:sldChg chg="add">
        <pc:chgData name="Jaime De Leon R." userId="6107559c-c399-4371-a23a-d124d3599f82" providerId="ADAL" clId="{624DAD03-7EA8-480C-BE9E-52E579F4DA96}" dt="2022-10-23T23:37:43.735" v="6937"/>
        <pc:sldMkLst>
          <pc:docMk/>
          <pc:sldMk cId="2524261736" sldId="756"/>
        </pc:sldMkLst>
      </pc:sldChg>
      <pc:sldChg chg="add">
        <pc:chgData name="Jaime De Leon R." userId="6107559c-c399-4371-a23a-d124d3599f82" providerId="ADAL" clId="{624DAD03-7EA8-480C-BE9E-52E579F4DA96}" dt="2022-08-17T01:32:33.063" v="2738"/>
        <pc:sldMkLst>
          <pc:docMk/>
          <pc:sldMk cId="109315005" sldId="794"/>
        </pc:sldMkLst>
      </pc:sldChg>
      <pc:sldChg chg="add">
        <pc:chgData name="Jaime De Leon R." userId="6107559c-c399-4371-a23a-d124d3599f82" providerId="ADAL" clId="{624DAD03-7EA8-480C-BE9E-52E579F4DA96}" dt="2022-08-17T01:43:32.118" v="2860"/>
        <pc:sldMkLst>
          <pc:docMk/>
          <pc:sldMk cId="4047069567" sldId="795"/>
        </pc:sldMkLst>
      </pc:sldChg>
      <pc:sldChg chg="add">
        <pc:chgData name="Jaime De Leon R." userId="6107559c-c399-4371-a23a-d124d3599f82" providerId="ADAL" clId="{624DAD03-7EA8-480C-BE9E-52E579F4DA96}" dt="2022-08-14T21:56:45.960" v="2180"/>
        <pc:sldMkLst>
          <pc:docMk/>
          <pc:sldMk cId="571127477" sldId="796"/>
        </pc:sldMkLst>
      </pc:sldChg>
      <pc:sldChg chg="add">
        <pc:chgData name="Jaime De Leon R." userId="6107559c-c399-4371-a23a-d124d3599f82" providerId="ADAL" clId="{624DAD03-7EA8-480C-BE9E-52E579F4DA96}" dt="2022-08-14T21:56:45.960" v="2180"/>
        <pc:sldMkLst>
          <pc:docMk/>
          <pc:sldMk cId="2186854291" sldId="798"/>
        </pc:sldMkLst>
      </pc:sldChg>
      <pc:sldChg chg="add del">
        <pc:chgData name="Jaime De Leon R." userId="6107559c-c399-4371-a23a-d124d3599f82" providerId="ADAL" clId="{624DAD03-7EA8-480C-BE9E-52E579F4DA96}" dt="2022-08-17T01:42:22.010" v="2859" actId="47"/>
        <pc:sldMkLst>
          <pc:docMk/>
          <pc:sldMk cId="2017715392" sldId="800"/>
        </pc:sldMkLst>
      </pc:sldChg>
      <pc:sldChg chg="add">
        <pc:chgData name="Jaime De Leon R." userId="6107559c-c399-4371-a23a-d124d3599f82" providerId="ADAL" clId="{624DAD03-7EA8-480C-BE9E-52E579F4DA96}" dt="2022-08-31T03:08:44.336" v="4096"/>
        <pc:sldMkLst>
          <pc:docMk/>
          <pc:sldMk cId="2284881780" sldId="804"/>
        </pc:sldMkLst>
      </pc:sldChg>
      <pc:sldChg chg="add">
        <pc:chgData name="Jaime De Leon R." userId="6107559c-c399-4371-a23a-d124d3599f82" providerId="ADAL" clId="{624DAD03-7EA8-480C-BE9E-52E579F4DA96}" dt="2022-08-31T03:09:21.122" v="4097"/>
        <pc:sldMkLst>
          <pc:docMk/>
          <pc:sldMk cId="2032856674" sldId="814"/>
        </pc:sldMkLst>
      </pc:sldChg>
      <pc:sldChg chg="add">
        <pc:chgData name="Jaime De Leon R." userId="6107559c-c399-4371-a23a-d124d3599f82" providerId="ADAL" clId="{624DAD03-7EA8-480C-BE9E-52E579F4DA96}" dt="2022-08-31T03:09:21.122" v="4097"/>
        <pc:sldMkLst>
          <pc:docMk/>
          <pc:sldMk cId="2822013254" sldId="815"/>
        </pc:sldMkLst>
      </pc:sldChg>
      <pc:sldChg chg="delSp add mod">
        <pc:chgData name="Jaime De Leon R." userId="6107559c-c399-4371-a23a-d124d3599f82" providerId="ADAL" clId="{624DAD03-7EA8-480C-BE9E-52E579F4DA96}" dt="2022-08-17T02:07:30.188" v="3775" actId="478"/>
        <pc:sldMkLst>
          <pc:docMk/>
          <pc:sldMk cId="2017691966" sldId="826"/>
        </pc:sldMkLst>
      </pc:sldChg>
      <pc:sldChg chg="modSp add mod">
        <pc:chgData name="Jaime De Leon R." userId="6107559c-c399-4371-a23a-d124d3599f82" providerId="ADAL" clId="{624DAD03-7EA8-480C-BE9E-52E579F4DA96}" dt="2022-08-17T02:08:52.993" v="3802" actId="20577"/>
        <pc:sldMkLst>
          <pc:docMk/>
          <pc:sldMk cId="289533421" sldId="827"/>
        </pc:sldMkLst>
      </pc:sldChg>
      <pc:sldChg chg="delSp add mod">
        <pc:chgData name="Jaime De Leon R." userId="6107559c-c399-4371-a23a-d124d3599f82" providerId="ADAL" clId="{624DAD03-7EA8-480C-BE9E-52E579F4DA96}" dt="2022-08-17T02:09:38.860" v="3805" actId="478"/>
        <pc:sldMkLst>
          <pc:docMk/>
          <pc:sldMk cId="4198439349" sldId="828"/>
        </pc:sldMkLst>
      </pc:sldChg>
      <pc:sldChg chg="add del">
        <pc:chgData name="Jaime De Leon R." userId="6107559c-c399-4371-a23a-d124d3599f82" providerId="ADAL" clId="{624DAD03-7EA8-480C-BE9E-52E579F4DA96}" dt="2022-08-17T02:14:16.751" v="3818" actId="47"/>
        <pc:sldMkLst>
          <pc:docMk/>
          <pc:sldMk cId="4150134928" sldId="829"/>
        </pc:sldMkLst>
      </pc:sldChg>
      <pc:sldChg chg="add del">
        <pc:chgData name="Jaime De Leon R." userId="6107559c-c399-4371-a23a-d124d3599f82" providerId="ADAL" clId="{624DAD03-7EA8-480C-BE9E-52E579F4DA96}" dt="2022-08-17T02:15:08.284" v="3820" actId="47"/>
        <pc:sldMkLst>
          <pc:docMk/>
          <pc:sldMk cId="3412426137" sldId="830"/>
        </pc:sldMkLst>
      </pc:sldChg>
      <pc:sldChg chg="add del">
        <pc:chgData name="Jaime De Leon R." userId="6107559c-c399-4371-a23a-d124d3599f82" providerId="ADAL" clId="{624DAD03-7EA8-480C-BE9E-52E579F4DA96}" dt="2022-08-17T02:20:21.824" v="3830" actId="47"/>
        <pc:sldMkLst>
          <pc:docMk/>
          <pc:sldMk cId="1201512761" sldId="831"/>
        </pc:sldMkLst>
      </pc:sldChg>
      <pc:sldChg chg="add del">
        <pc:chgData name="Jaime De Leon R." userId="6107559c-c399-4371-a23a-d124d3599f82" providerId="ADAL" clId="{624DAD03-7EA8-480C-BE9E-52E579F4DA96}" dt="2022-08-17T02:20:55.022" v="3833" actId="47"/>
        <pc:sldMkLst>
          <pc:docMk/>
          <pc:sldMk cId="2800070056" sldId="832"/>
        </pc:sldMkLst>
      </pc:sldChg>
      <pc:sldChg chg="add del">
        <pc:chgData name="Jaime De Leon R." userId="6107559c-c399-4371-a23a-d124d3599f82" providerId="ADAL" clId="{624DAD03-7EA8-480C-BE9E-52E579F4DA96}" dt="2022-08-17T02:21:00.914" v="3834" actId="47"/>
        <pc:sldMkLst>
          <pc:docMk/>
          <pc:sldMk cId="2456652537" sldId="833"/>
        </pc:sldMkLst>
      </pc:sldChg>
      <pc:sldChg chg="add del">
        <pc:chgData name="Jaime De Leon R." userId="6107559c-c399-4371-a23a-d124d3599f82" providerId="ADAL" clId="{624DAD03-7EA8-480C-BE9E-52E579F4DA96}" dt="2022-08-17T02:21:08.337" v="3836" actId="47"/>
        <pc:sldMkLst>
          <pc:docMk/>
          <pc:sldMk cId="2536136532" sldId="834"/>
        </pc:sldMkLst>
      </pc:sldChg>
      <pc:sldChg chg="add del">
        <pc:chgData name="Jaime De Leon R." userId="6107559c-c399-4371-a23a-d124d3599f82" providerId="ADAL" clId="{624DAD03-7EA8-480C-BE9E-52E579F4DA96}" dt="2022-08-17T02:21:16.921" v="3837" actId="47"/>
        <pc:sldMkLst>
          <pc:docMk/>
          <pc:sldMk cId="4231202297" sldId="835"/>
        </pc:sldMkLst>
      </pc:sldChg>
      <pc:sldChg chg="delSp add mod">
        <pc:chgData name="Jaime De Leon R." userId="6107559c-c399-4371-a23a-d124d3599f82" providerId="ADAL" clId="{624DAD03-7EA8-480C-BE9E-52E579F4DA96}" dt="2022-08-17T02:18:15.814" v="3826" actId="478"/>
        <pc:sldMkLst>
          <pc:docMk/>
          <pc:sldMk cId="3253811788" sldId="836"/>
        </pc:sldMkLst>
      </pc:sldChg>
      <pc:sldChg chg="add del">
        <pc:chgData name="Jaime De Leon R." userId="6107559c-c399-4371-a23a-d124d3599f82" providerId="ADAL" clId="{624DAD03-7EA8-480C-BE9E-52E579F4DA96}" dt="2022-08-17T02:25:31.650" v="3866" actId="47"/>
        <pc:sldMkLst>
          <pc:docMk/>
          <pc:sldMk cId="3615009230" sldId="841"/>
        </pc:sldMkLst>
      </pc:sldChg>
      <pc:sldChg chg="add">
        <pc:chgData name="Jaime De Leon R." userId="6107559c-c399-4371-a23a-d124d3599f82" providerId="ADAL" clId="{624DAD03-7EA8-480C-BE9E-52E579F4DA96}" dt="2022-08-17T02:05:00.146" v="3762"/>
        <pc:sldMkLst>
          <pc:docMk/>
          <pc:sldMk cId="2303947411" sldId="842"/>
        </pc:sldMkLst>
      </pc:sldChg>
      <pc:sldChg chg="add del">
        <pc:chgData name="Jaime De Leon R." userId="6107559c-c399-4371-a23a-d124d3599f82" providerId="ADAL" clId="{624DAD03-7EA8-480C-BE9E-52E579F4DA96}" dt="2022-08-17T02:21:29.762" v="3839" actId="47"/>
        <pc:sldMkLst>
          <pc:docMk/>
          <pc:sldMk cId="49960499" sldId="844"/>
        </pc:sldMkLst>
      </pc:sldChg>
      <pc:sldChg chg="add del">
        <pc:chgData name="Jaime De Leon R." userId="6107559c-c399-4371-a23a-d124d3599f82" providerId="ADAL" clId="{624DAD03-7EA8-480C-BE9E-52E579F4DA96}" dt="2022-08-17T02:20:45.970" v="3831" actId="47"/>
        <pc:sldMkLst>
          <pc:docMk/>
          <pc:sldMk cId="3797511031" sldId="846"/>
        </pc:sldMkLst>
      </pc:sldChg>
      <pc:sldChg chg="add del">
        <pc:chgData name="Jaime De Leon R." userId="6107559c-c399-4371-a23a-d124d3599f82" providerId="ADAL" clId="{624DAD03-7EA8-480C-BE9E-52E579F4DA96}" dt="2022-08-17T02:20:54.266" v="3832" actId="47"/>
        <pc:sldMkLst>
          <pc:docMk/>
          <pc:sldMk cId="2948181303" sldId="847"/>
        </pc:sldMkLst>
      </pc:sldChg>
      <pc:sldChg chg="add">
        <pc:chgData name="Jaime De Leon R." userId="6107559c-c399-4371-a23a-d124d3599f82" providerId="ADAL" clId="{624DAD03-7EA8-480C-BE9E-52E579F4DA96}" dt="2022-08-17T02:05:00.146" v="3762"/>
        <pc:sldMkLst>
          <pc:docMk/>
          <pc:sldMk cId="1667041698" sldId="848"/>
        </pc:sldMkLst>
      </pc:sldChg>
      <pc:sldChg chg="delSp add mod">
        <pc:chgData name="Jaime De Leon R." userId="6107559c-c399-4371-a23a-d124d3599f82" providerId="ADAL" clId="{624DAD03-7EA8-480C-BE9E-52E579F4DA96}" dt="2022-08-17T02:18:41.123" v="3827" actId="478"/>
        <pc:sldMkLst>
          <pc:docMk/>
          <pc:sldMk cId="888963773" sldId="849"/>
        </pc:sldMkLst>
      </pc:sldChg>
      <pc:sldChg chg="add del">
        <pc:chgData name="Jaime De Leon R." userId="6107559c-c399-4371-a23a-d124d3599f82" providerId="ADAL" clId="{624DAD03-7EA8-480C-BE9E-52E579F4DA96}" dt="2022-08-17T02:26:17.216" v="3869" actId="47"/>
        <pc:sldMkLst>
          <pc:docMk/>
          <pc:sldMk cId="157077004" sldId="850"/>
        </pc:sldMkLst>
      </pc:sldChg>
      <pc:sldChg chg="add">
        <pc:chgData name="Jaime De Leon R." userId="6107559c-c399-4371-a23a-d124d3599f82" providerId="ADAL" clId="{624DAD03-7EA8-480C-BE9E-52E579F4DA96}" dt="2022-09-03T23:34:34.762" v="4104"/>
        <pc:sldMkLst>
          <pc:docMk/>
          <pc:sldMk cId="1424947504" sldId="852"/>
        </pc:sldMkLst>
      </pc:sldChg>
      <pc:sldChg chg="add">
        <pc:chgData name="Jaime De Leon R." userId="6107559c-c399-4371-a23a-d124d3599f82" providerId="ADAL" clId="{624DAD03-7EA8-480C-BE9E-52E579F4DA96}" dt="2022-09-03T23:34:34.762" v="4104"/>
        <pc:sldMkLst>
          <pc:docMk/>
          <pc:sldMk cId="2756026630" sldId="853"/>
        </pc:sldMkLst>
      </pc:sldChg>
      <pc:sldChg chg="add">
        <pc:chgData name="Jaime De Leon R." userId="6107559c-c399-4371-a23a-d124d3599f82" providerId="ADAL" clId="{624DAD03-7EA8-480C-BE9E-52E579F4DA96}" dt="2022-09-03T23:34:34.762" v="4104"/>
        <pc:sldMkLst>
          <pc:docMk/>
          <pc:sldMk cId="2946809093" sldId="854"/>
        </pc:sldMkLst>
      </pc:sldChg>
      <pc:sldChg chg="add">
        <pc:chgData name="Jaime De Leon R." userId="6107559c-c399-4371-a23a-d124d3599f82" providerId="ADAL" clId="{624DAD03-7EA8-480C-BE9E-52E579F4DA96}" dt="2022-09-03T23:34:34.762" v="4104"/>
        <pc:sldMkLst>
          <pc:docMk/>
          <pc:sldMk cId="1191662605" sldId="856"/>
        </pc:sldMkLst>
      </pc:sldChg>
      <pc:sldChg chg="add">
        <pc:chgData name="Jaime De Leon R." userId="6107559c-c399-4371-a23a-d124d3599f82" providerId="ADAL" clId="{624DAD03-7EA8-480C-BE9E-52E579F4DA96}" dt="2022-09-03T23:34:34.762" v="4104"/>
        <pc:sldMkLst>
          <pc:docMk/>
          <pc:sldMk cId="4045702994" sldId="857"/>
        </pc:sldMkLst>
      </pc:sldChg>
      <pc:sldChg chg="add">
        <pc:chgData name="Jaime De Leon R." userId="6107559c-c399-4371-a23a-d124d3599f82" providerId="ADAL" clId="{624DAD03-7EA8-480C-BE9E-52E579F4DA96}" dt="2022-09-03T23:34:34.762" v="4104"/>
        <pc:sldMkLst>
          <pc:docMk/>
          <pc:sldMk cId="1562331271" sldId="858"/>
        </pc:sldMkLst>
      </pc:sldChg>
      <pc:sldChg chg="add">
        <pc:chgData name="Jaime De Leon R." userId="6107559c-c399-4371-a23a-d124d3599f82" providerId="ADAL" clId="{624DAD03-7EA8-480C-BE9E-52E579F4DA96}" dt="2022-09-03T23:34:34.762" v="4104"/>
        <pc:sldMkLst>
          <pc:docMk/>
          <pc:sldMk cId="21908099" sldId="859"/>
        </pc:sldMkLst>
      </pc:sldChg>
      <pc:sldChg chg="add">
        <pc:chgData name="Jaime De Leon R." userId="6107559c-c399-4371-a23a-d124d3599f82" providerId="ADAL" clId="{624DAD03-7EA8-480C-BE9E-52E579F4DA96}" dt="2022-09-03T23:34:34.762" v="4104"/>
        <pc:sldMkLst>
          <pc:docMk/>
          <pc:sldMk cId="313316238" sldId="860"/>
        </pc:sldMkLst>
      </pc:sldChg>
      <pc:sldChg chg="add">
        <pc:chgData name="Jaime De Leon R." userId="6107559c-c399-4371-a23a-d124d3599f82" providerId="ADAL" clId="{624DAD03-7EA8-480C-BE9E-52E579F4DA96}" dt="2022-09-03T23:34:34.762" v="4104"/>
        <pc:sldMkLst>
          <pc:docMk/>
          <pc:sldMk cId="3065751802" sldId="861"/>
        </pc:sldMkLst>
      </pc:sldChg>
      <pc:sldChg chg="add">
        <pc:chgData name="Jaime De Leon R." userId="6107559c-c399-4371-a23a-d124d3599f82" providerId="ADAL" clId="{624DAD03-7EA8-480C-BE9E-52E579F4DA96}" dt="2022-09-03T23:34:34.762" v="4104"/>
        <pc:sldMkLst>
          <pc:docMk/>
          <pc:sldMk cId="3270796015" sldId="862"/>
        </pc:sldMkLst>
      </pc:sldChg>
      <pc:sldChg chg="add">
        <pc:chgData name="Jaime De Leon R." userId="6107559c-c399-4371-a23a-d124d3599f82" providerId="ADAL" clId="{624DAD03-7EA8-480C-BE9E-52E579F4DA96}" dt="2022-09-03T23:34:34.762" v="4104"/>
        <pc:sldMkLst>
          <pc:docMk/>
          <pc:sldMk cId="2780132303" sldId="863"/>
        </pc:sldMkLst>
      </pc:sldChg>
      <pc:sldChg chg="add">
        <pc:chgData name="Jaime De Leon R." userId="6107559c-c399-4371-a23a-d124d3599f82" providerId="ADAL" clId="{624DAD03-7EA8-480C-BE9E-52E579F4DA96}" dt="2022-09-03T23:34:34.762" v="4104"/>
        <pc:sldMkLst>
          <pc:docMk/>
          <pc:sldMk cId="2098258464" sldId="864"/>
        </pc:sldMkLst>
      </pc:sldChg>
      <pc:sldChg chg="add">
        <pc:chgData name="Jaime De Leon R." userId="6107559c-c399-4371-a23a-d124d3599f82" providerId="ADAL" clId="{624DAD03-7EA8-480C-BE9E-52E579F4DA96}" dt="2022-09-03T23:34:34.762" v="4104"/>
        <pc:sldMkLst>
          <pc:docMk/>
          <pc:sldMk cId="600762728" sldId="865"/>
        </pc:sldMkLst>
      </pc:sldChg>
      <pc:sldChg chg="add">
        <pc:chgData name="Jaime De Leon R." userId="6107559c-c399-4371-a23a-d124d3599f82" providerId="ADAL" clId="{624DAD03-7EA8-480C-BE9E-52E579F4DA96}" dt="2022-09-03T23:34:34.762" v="4104"/>
        <pc:sldMkLst>
          <pc:docMk/>
          <pc:sldMk cId="2770275454" sldId="866"/>
        </pc:sldMkLst>
      </pc:sldChg>
      <pc:sldChg chg="add">
        <pc:chgData name="Jaime De Leon R." userId="6107559c-c399-4371-a23a-d124d3599f82" providerId="ADAL" clId="{624DAD03-7EA8-480C-BE9E-52E579F4DA96}" dt="2022-09-03T23:34:34.762" v="4104"/>
        <pc:sldMkLst>
          <pc:docMk/>
          <pc:sldMk cId="429250640" sldId="867"/>
        </pc:sldMkLst>
      </pc:sldChg>
      <pc:sldChg chg="add">
        <pc:chgData name="Jaime De Leon R." userId="6107559c-c399-4371-a23a-d124d3599f82" providerId="ADAL" clId="{624DAD03-7EA8-480C-BE9E-52E579F4DA96}" dt="2022-09-03T23:34:34.762" v="4104"/>
        <pc:sldMkLst>
          <pc:docMk/>
          <pc:sldMk cId="999666196" sldId="869"/>
        </pc:sldMkLst>
      </pc:sldChg>
      <pc:sldChg chg="add">
        <pc:chgData name="Jaime De Leon R." userId="6107559c-c399-4371-a23a-d124d3599f82" providerId="ADAL" clId="{624DAD03-7EA8-480C-BE9E-52E579F4DA96}" dt="2022-09-03T23:34:34.762" v="4104"/>
        <pc:sldMkLst>
          <pc:docMk/>
          <pc:sldMk cId="4111893151" sldId="870"/>
        </pc:sldMkLst>
      </pc:sldChg>
      <pc:sldChg chg="add">
        <pc:chgData name="Jaime De Leon R." userId="6107559c-c399-4371-a23a-d124d3599f82" providerId="ADAL" clId="{624DAD03-7EA8-480C-BE9E-52E579F4DA96}" dt="2022-09-03T23:34:34.762" v="4104"/>
        <pc:sldMkLst>
          <pc:docMk/>
          <pc:sldMk cId="2180580418" sldId="871"/>
        </pc:sldMkLst>
      </pc:sldChg>
      <pc:sldChg chg="add">
        <pc:chgData name="Jaime De Leon R." userId="6107559c-c399-4371-a23a-d124d3599f82" providerId="ADAL" clId="{624DAD03-7EA8-480C-BE9E-52E579F4DA96}" dt="2022-09-03T23:34:34.762" v="4104"/>
        <pc:sldMkLst>
          <pc:docMk/>
          <pc:sldMk cId="1566434747" sldId="872"/>
        </pc:sldMkLst>
      </pc:sldChg>
      <pc:sldChg chg="add">
        <pc:chgData name="Jaime De Leon R." userId="6107559c-c399-4371-a23a-d124d3599f82" providerId="ADAL" clId="{624DAD03-7EA8-480C-BE9E-52E579F4DA96}" dt="2022-09-03T23:34:34.762" v="4104"/>
        <pc:sldMkLst>
          <pc:docMk/>
          <pc:sldMk cId="3381418898" sldId="873"/>
        </pc:sldMkLst>
      </pc:sldChg>
      <pc:sldChg chg="modSp add">
        <pc:chgData name="Jaime De Leon R." userId="6107559c-c399-4371-a23a-d124d3599f82" providerId="ADAL" clId="{624DAD03-7EA8-480C-BE9E-52E579F4DA96}" dt="2022-09-03T23:47:26.804" v="4157" actId="20577"/>
        <pc:sldMkLst>
          <pc:docMk/>
          <pc:sldMk cId="534348967" sldId="874"/>
        </pc:sldMkLst>
      </pc:sldChg>
      <pc:sldChg chg="add del">
        <pc:chgData name="Jaime De Leon R." userId="6107559c-c399-4371-a23a-d124d3599f82" providerId="ADAL" clId="{624DAD03-7EA8-480C-BE9E-52E579F4DA96}" dt="2022-09-03T23:47:55.011" v="4158" actId="47"/>
        <pc:sldMkLst>
          <pc:docMk/>
          <pc:sldMk cId="2434367150" sldId="875"/>
        </pc:sldMkLst>
      </pc:sldChg>
      <pc:sldChg chg="add del">
        <pc:chgData name="Jaime De Leon R." userId="6107559c-c399-4371-a23a-d124d3599f82" providerId="ADAL" clId="{624DAD03-7EA8-480C-BE9E-52E579F4DA96}" dt="2022-09-03T23:44:50.878" v="4106" actId="47"/>
        <pc:sldMkLst>
          <pc:docMk/>
          <pc:sldMk cId="1761252719" sldId="876"/>
        </pc:sldMkLst>
      </pc:sldChg>
      <pc:sldChg chg="add del">
        <pc:chgData name="Jaime De Leon R." userId="6107559c-c399-4371-a23a-d124d3599f82" providerId="ADAL" clId="{624DAD03-7EA8-480C-BE9E-52E579F4DA96}" dt="2022-09-03T23:48:04.601" v="4159" actId="47"/>
        <pc:sldMkLst>
          <pc:docMk/>
          <pc:sldMk cId="831522808" sldId="877"/>
        </pc:sldMkLst>
      </pc:sldChg>
      <pc:sldChg chg="add">
        <pc:chgData name="Jaime De Leon R." userId="6107559c-c399-4371-a23a-d124d3599f82" providerId="ADAL" clId="{624DAD03-7EA8-480C-BE9E-52E579F4DA96}" dt="2022-09-03T23:34:34.762" v="4104"/>
        <pc:sldMkLst>
          <pc:docMk/>
          <pc:sldMk cId="2804361030" sldId="878"/>
        </pc:sldMkLst>
      </pc:sldChg>
      <pc:sldChg chg="add">
        <pc:chgData name="Jaime De Leon R." userId="6107559c-c399-4371-a23a-d124d3599f82" providerId="ADAL" clId="{624DAD03-7EA8-480C-BE9E-52E579F4DA96}" dt="2022-09-03T23:34:34.762" v="4104"/>
        <pc:sldMkLst>
          <pc:docMk/>
          <pc:sldMk cId="2621562576" sldId="879"/>
        </pc:sldMkLst>
      </pc:sldChg>
      <pc:sldChg chg="add">
        <pc:chgData name="Jaime De Leon R." userId="6107559c-c399-4371-a23a-d124d3599f82" providerId="ADAL" clId="{624DAD03-7EA8-480C-BE9E-52E579F4DA96}" dt="2022-09-03T23:34:34.762" v="4104"/>
        <pc:sldMkLst>
          <pc:docMk/>
          <pc:sldMk cId="3242948947" sldId="880"/>
        </pc:sldMkLst>
      </pc:sldChg>
      <pc:sldChg chg="modSp add">
        <pc:chgData name="Jaime De Leon R." userId="6107559c-c399-4371-a23a-d124d3599f82" providerId="ADAL" clId="{624DAD03-7EA8-480C-BE9E-52E579F4DA96}" dt="2022-09-03T23:50:48.420" v="4205" actId="20577"/>
        <pc:sldMkLst>
          <pc:docMk/>
          <pc:sldMk cId="3406399862" sldId="881"/>
        </pc:sldMkLst>
      </pc:sldChg>
      <pc:sldChg chg="add">
        <pc:chgData name="Jaime De Leon R." userId="6107559c-c399-4371-a23a-d124d3599f82" providerId="ADAL" clId="{624DAD03-7EA8-480C-BE9E-52E579F4DA96}" dt="2022-09-03T23:34:34.762" v="4104"/>
        <pc:sldMkLst>
          <pc:docMk/>
          <pc:sldMk cId="3242247307" sldId="882"/>
        </pc:sldMkLst>
      </pc:sldChg>
      <pc:sldChg chg="add">
        <pc:chgData name="Jaime De Leon R." userId="6107559c-c399-4371-a23a-d124d3599f82" providerId="ADAL" clId="{624DAD03-7EA8-480C-BE9E-52E579F4DA96}" dt="2022-09-03T23:34:34.762" v="4104"/>
        <pc:sldMkLst>
          <pc:docMk/>
          <pc:sldMk cId="1023667642" sldId="883"/>
        </pc:sldMkLst>
      </pc:sldChg>
      <pc:sldChg chg="add">
        <pc:chgData name="Jaime De Leon R." userId="6107559c-c399-4371-a23a-d124d3599f82" providerId="ADAL" clId="{624DAD03-7EA8-480C-BE9E-52E579F4DA96}" dt="2022-09-03T23:34:34.762" v="4104"/>
        <pc:sldMkLst>
          <pc:docMk/>
          <pc:sldMk cId="1585766251" sldId="884"/>
        </pc:sldMkLst>
      </pc:sldChg>
      <pc:sldChg chg="modSp add">
        <pc:chgData name="Jaime De Leon R." userId="6107559c-c399-4371-a23a-d124d3599f82" providerId="ADAL" clId="{624DAD03-7EA8-480C-BE9E-52E579F4DA96}" dt="2022-09-03T23:54:28.598" v="4279" actId="108"/>
        <pc:sldMkLst>
          <pc:docMk/>
          <pc:sldMk cId="925331773" sldId="885"/>
        </pc:sldMkLst>
      </pc:sldChg>
      <pc:sldChg chg="add">
        <pc:chgData name="Jaime De Leon R." userId="6107559c-c399-4371-a23a-d124d3599f82" providerId="ADAL" clId="{624DAD03-7EA8-480C-BE9E-52E579F4DA96}" dt="2022-09-03T23:34:34.762" v="4104"/>
        <pc:sldMkLst>
          <pc:docMk/>
          <pc:sldMk cId="3955120288" sldId="886"/>
        </pc:sldMkLst>
      </pc:sldChg>
      <pc:sldChg chg="add">
        <pc:chgData name="Jaime De Leon R." userId="6107559c-c399-4371-a23a-d124d3599f82" providerId="ADAL" clId="{624DAD03-7EA8-480C-BE9E-52E579F4DA96}" dt="2022-09-03T23:34:34.762" v="4104"/>
        <pc:sldMkLst>
          <pc:docMk/>
          <pc:sldMk cId="3087940803" sldId="887"/>
        </pc:sldMkLst>
      </pc:sldChg>
      <pc:sldChg chg="add">
        <pc:chgData name="Jaime De Leon R." userId="6107559c-c399-4371-a23a-d124d3599f82" providerId="ADAL" clId="{624DAD03-7EA8-480C-BE9E-52E579F4DA96}" dt="2022-08-17T01:32:33.063" v="2738"/>
        <pc:sldMkLst>
          <pc:docMk/>
          <pc:sldMk cId="871064877" sldId="889"/>
        </pc:sldMkLst>
      </pc:sldChg>
      <pc:sldChg chg="add">
        <pc:chgData name="Jaime De Leon R." userId="6107559c-c399-4371-a23a-d124d3599f82" providerId="ADAL" clId="{624DAD03-7EA8-480C-BE9E-52E579F4DA96}" dt="2022-08-17T01:32:33.063" v="2738"/>
        <pc:sldMkLst>
          <pc:docMk/>
          <pc:sldMk cId="4024030594" sldId="890"/>
        </pc:sldMkLst>
      </pc:sldChg>
      <pc:sldChg chg="add">
        <pc:chgData name="Jaime De Leon R." userId="6107559c-c399-4371-a23a-d124d3599f82" providerId="ADAL" clId="{624DAD03-7EA8-480C-BE9E-52E579F4DA96}" dt="2022-08-17T01:32:33.063" v="2738"/>
        <pc:sldMkLst>
          <pc:docMk/>
          <pc:sldMk cId="465591615" sldId="891"/>
        </pc:sldMkLst>
      </pc:sldChg>
      <pc:sldChg chg="add">
        <pc:chgData name="Jaime De Leon R." userId="6107559c-c399-4371-a23a-d124d3599f82" providerId="ADAL" clId="{624DAD03-7EA8-480C-BE9E-52E579F4DA96}" dt="2022-08-17T01:32:33.063" v="2738"/>
        <pc:sldMkLst>
          <pc:docMk/>
          <pc:sldMk cId="1790269909" sldId="892"/>
        </pc:sldMkLst>
      </pc:sldChg>
      <pc:sldChg chg="add">
        <pc:chgData name="Jaime De Leon R." userId="6107559c-c399-4371-a23a-d124d3599f82" providerId="ADAL" clId="{624DAD03-7EA8-480C-BE9E-52E579F4DA96}" dt="2022-08-17T02:05:00.146" v="3762"/>
        <pc:sldMkLst>
          <pc:docMk/>
          <pc:sldMk cId="3938246996" sldId="893"/>
        </pc:sldMkLst>
      </pc:sldChg>
      <pc:sldChg chg="add">
        <pc:chgData name="Jaime De Leon R." userId="6107559c-c399-4371-a23a-d124d3599f82" providerId="ADAL" clId="{624DAD03-7EA8-480C-BE9E-52E579F4DA96}" dt="2022-08-17T02:05:00.146" v="3762"/>
        <pc:sldMkLst>
          <pc:docMk/>
          <pc:sldMk cId="841876529" sldId="894"/>
        </pc:sldMkLst>
      </pc:sldChg>
      <pc:sldChg chg="add">
        <pc:chgData name="Jaime De Leon R." userId="6107559c-c399-4371-a23a-d124d3599f82" providerId="ADAL" clId="{624DAD03-7EA8-480C-BE9E-52E579F4DA96}" dt="2022-08-17T02:05:00.146" v="3762"/>
        <pc:sldMkLst>
          <pc:docMk/>
          <pc:sldMk cId="2518130490" sldId="895"/>
        </pc:sldMkLst>
      </pc:sldChg>
      <pc:sldChg chg="add">
        <pc:chgData name="Jaime De Leon R." userId="6107559c-c399-4371-a23a-d124d3599f82" providerId="ADAL" clId="{624DAD03-7EA8-480C-BE9E-52E579F4DA96}" dt="2022-08-17T02:05:00.146" v="3762"/>
        <pc:sldMkLst>
          <pc:docMk/>
          <pc:sldMk cId="2905259575" sldId="896"/>
        </pc:sldMkLst>
      </pc:sldChg>
      <pc:sldChg chg="modSp add mod">
        <pc:chgData name="Jaime De Leon R." userId="6107559c-c399-4371-a23a-d124d3599f82" providerId="ADAL" clId="{624DAD03-7EA8-480C-BE9E-52E579F4DA96}" dt="2022-08-17T02:24:43.577" v="3865" actId="14100"/>
        <pc:sldMkLst>
          <pc:docMk/>
          <pc:sldMk cId="3856922535" sldId="897"/>
        </pc:sldMkLst>
      </pc:sldChg>
      <pc:sldChg chg="add">
        <pc:chgData name="Jaime De Leon R." userId="6107559c-c399-4371-a23a-d124d3599f82" providerId="ADAL" clId="{624DAD03-7EA8-480C-BE9E-52E579F4DA96}" dt="2022-08-17T02:05:00.146" v="3762"/>
        <pc:sldMkLst>
          <pc:docMk/>
          <pc:sldMk cId="2406619845" sldId="898"/>
        </pc:sldMkLst>
      </pc:sldChg>
      <pc:sldChg chg="add">
        <pc:chgData name="Jaime De Leon R." userId="6107559c-c399-4371-a23a-d124d3599f82" providerId="ADAL" clId="{624DAD03-7EA8-480C-BE9E-52E579F4DA96}" dt="2022-09-03T23:34:34.762" v="4104"/>
        <pc:sldMkLst>
          <pc:docMk/>
          <pc:sldMk cId="3875255785" sldId="903"/>
        </pc:sldMkLst>
      </pc:sldChg>
      <pc:sldChg chg="add">
        <pc:chgData name="Jaime De Leon R." userId="6107559c-c399-4371-a23a-d124d3599f82" providerId="ADAL" clId="{624DAD03-7EA8-480C-BE9E-52E579F4DA96}" dt="2022-09-03T23:34:34.762" v="4104"/>
        <pc:sldMkLst>
          <pc:docMk/>
          <pc:sldMk cId="2509020533" sldId="904"/>
        </pc:sldMkLst>
      </pc:sldChg>
      <pc:sldChg chg="add">
        <pc:chgData name="Jaime De Leon R." userId="6107559c-c399-4371-a23a-d124d3599f82" providerId="ADAL" clId="{624DAD03-7EA8-480C-BE9E-52E579F4DA96}" dt="2022-09-03T23:34:34.762" v="4104"/>
        <pc:sldMkLst>
          <pc:docMk/>
          <pc:sldMk cId="2961314543" sldId="905"/>
        </pc:sldMkLst>
      </pc:sldChg>
      <pc:sldChg chg="add">
        <pc:chgData name="Jaime De Leon R." userId="6107559c-c399-4371-a23a-d124d3599f82" providerId="ADAL" clId="{624DAD03-7EA8-480C-BE9E-52E579F4DA96}" dt="2022-09-03T23:34:34.762" v="4104"/>
        <pc:sldMkLst>
          <pc:docMk/>
          <pc:sldMk cId="3088825310" sldId="906"/>
        </pc:sldMkLst>
      </pc:sldChg>
      <pc:sldChg chg="add">
        <pc:chgData name="Jaime De Leon R." userId="6107559c-c399-4371-a23a-d124d3599f82" providerId="ADAL" clId="{624DAD03-7EA8-480C-BE9E-52E579F4DA96}" dt="2022-09-03T23:34:34.762" v="4104"/>
        <pc:sldMkLst>
          <pc:docMk/>
          <pc:sldMk cId="2076383956" sldId="907"/>
        </pc:sldMkLst>
      </pc:sldChg>
      <pc:sldChg chg="add">
        <pc:chgData name="Jaime De Leon R." userId="6107559c-c399-4371-a23a-d124d3599f82" providerId="ADAL" clId="{624DAD03-7EA8-480C-BE9E-52E579F4DA96}" dt="2022-08-17T02:05:00.146" v="3762"/>
        <pc:sldMkLst>
          <pc:docMk/>
          <pc:sldMk cId="522499914" sldId="908"/>
        </pc:sldMkLst>
      </pc:sldChg>
      <pc:sldChg chg="add">
        <pc:chgData name="Jaime De Leon R." userId="6107559c-c399-4371-a23a-d124d3599f82" providerId="ADAL" clId="{624DAD03-7EA8-480C-BE9E-52E579F4DA96}" dt="2022-08-17T01:43:32.118" v="2860"/>
        <pc:sldMkLst>
          <pc:docMk/>
          <pc:sldMk cId="771181928" sldId="1012"/>
        </pc:sldMkLst>
      </pc:sldChg>
      <pc:sldChg chg="add">
        <pc:chgData name="Jaime De Leon R." userId="6107559c-c399-4371-a23a-d124d3599f82" providerId="ADAL" clId="{624DAD03-7EA8-480C-BE9E-52E579F4DA96}" dt="2022-08-17T01:43:32.118" v="2860"/>
        <pc:sldMkLst>
          <pc:docMk/>
          <pc:sldMk cId="1844813317" sldId="1013"/>
        </pc:sldMkLst>
      </pc:sldChg>
      <pc:sldChg chg="add">
        <pc:chgData name="Jaime De Leon R." userId="6107559c-c399-4371-a23a-d124d3599f82" providerId="ADAL" clId="{624DAD03-7EA8-480C-BE9E-52E579F4DA96}" dt="2022-10-03T03:37:29.142" v="4288"/>
        <pc:sldMkLst>
          <pc:docMk/>
          <pc:sldMk cId="2846474640" sldId="1014"/>
        </pc:sldMkLst>
      </pc:sldChg>
      <pc:sldChg chg="add del">
        <pc:chgData name="Jaime De Leon R." userId="6107559c-c399-4371-a23a-d124d3599f82" providerId="ADAL" clId="{624DAD03-7EA8-480C-BE9E-52E579F4DA96}" dt="2022-10-03T03:39:34.242" v="4291" actId="47"/>
        <pc:sldMkLst>
          <pc:docMk/>
          <pc:sldMk cId="26572101" sldId="1015"/>
        </pc:sldMkLst>
      </pc:sldChg>
      <pc:sldChg chg="add del">
        <pc:chgData name="Jaime De Leon R." userId="6107559c-c399-4371-a23a-d124d3599f82" providerId="ADAL" clId="{624DAD03-7EA8-480C-BE9E-52E579F4DA96}" dt="2022-10-03T03:39:34.242" v="4291" actId="47"/>
        <pc:sldMkLst>
          <pc:docMk/>
          <pc:sldMk cId="2190756514" sldId="1016"/>
        </pc:sldMkLst>
      </pc:sldChg>
      <pc:sldChg chg="add del">
        <pc:chgData name="Jaime De Leon R." userId="6107559c-c399-4371-a23a-d124d3599f82" providerId="ADAL" clId="{624DAD03-7EA8-480C-BE9E-52E579F4DA96}" dt="2022-10-03T03:39:34.242" v="4291" actId="47"/>
        <pc:sldMkLst>
          <pc:docMk/>
          <pc:sldMk cId="3215790978" sldId="1017"/>
        </pc:sldMkLst>
      </pc:sldChg>
      <pc:sldChg chg="add del">
        <pc:chgData name="Jaime De Leon R." userId="6107559c-c399-4371-a23a-d124d3599f82" providerId="ADAL" clId="{624DAD03-7EA8-480C-BE9E-52E579F4DA96}" dt="2022-10-03T03:39:34.242" v="4291" actId="47"/>
        <pc:sldMkLst>
          <pc:docMk/>
          <pc:sldMk cId="3490403558" sldId="1018"/>
        </pc:sldMkLst>
      </pc:sldChg>
      <pc:sldChg chg="add del">
        <pc:chgData name="Jaime De Leon R." userId="6107559c-c399-4371-a23a-d124d3599f82" providerId="ADAL" clId="{624DAD03-7EA8-480C-BE9E-52E579F4DA96}" dt="2022-10-03T03:39:34.242" v="4291" actId="47"/>
        <pc:sldMkLst>
          <pc:docMk/>
          <pc:sldMk cId="4159337826" sldId="1021"/>
        </pc:sldMkLst>
      </pc:sldChg>
      <pc:sldChg chg="add">
        <pc:chgData name="Jaime De Leon R." userId="6107559c-c399-4371-a23a-d124d3599f82" providerId="ADAL" clId="{624DAD03-7EA8-480C-BE9E-52E579F4DA96}" dt="2022-10-03T03:37:29.142" v="4288"/>
        <pc:sldMkLst>
          <pc:docMk/>
          <pc:sldMk cId="2987918989" sldId="1022"/>
        </pc:sldMkLst>
      </pc:sldChg>
      <pc:sldChg chg="add">
        <pc:chgData name="Jaime De Leon R." userId="6107559c-c399-4371-a23a-d124d3599f82" providerId="ADAL" clId="{624DAD03-7EA8-480C-BE9E-52E579F4DA96}" dt="2022-10-03T03:37:29.142" v="4288"/>
        <pc:sldMkLst>
          <pc:docMk/>
          <pc:sldMk cId="2647351409" sldId="1023"/>
        </pc:sldMkLst>
      </pc:sldChg>
      <pc:sldChg chg="add">
        <pc:chgData name="Jaime De Leon R." userId="6107559c-c399-4371-a23a-d124d3599f82" providerId="ADAL" clId="{624DAD03-7EA8-480C-BE9E-52E579F4DA96}" dt="2022-10-03T03:37:29.142" v="4288"/>
        <pc:sldMkLst>
          <pc:docMk/>
          <pc:sldMk cId="1803935185" sldId="1024"/>
        </pc:sldMkLst>
      </pc:sldChg>
      <pc:sldChg chg="add">
        <pc:chgData name="Jaime De Leon R." userId="6107559c-c399-4371-a23a-d124d3599f82" providerId="ADAL" clId="{624DAD03-7EA8-480C-BE9E-52E579F4DA96}" dt="2022-10-03T03:37:29.142" v="4288"/>
        <pc:sldMkLst>
          <pc:docMk/>
          <pc:sldMk cId="1624870237" sldId="1025"/>
        </pc:sldMkLst>
      </pc:sldChg>
      <pc:sldChg chg="add">
        <pc:chgData name="Jaime De Leon R." userId="6107559c-c399-4371-a23a-d124d3599f82" providerId="ADAL" clId="{624DAD03-7EA8-480C-BE9E-52E579F4DA96}" dt="2022-08-31T02:58:21.251" v="4015"/>
        <pc:sldMkLst>
          <pc:docMk/>
          <pc:sldMk cId="2221305419" sldId="1029"/>
        </pc:sldMkLst>
      </pc:sldChg>
      <pc:sldChg chg="add">
        <pc:chgData name="Jaime De Leon R." userId="6107559c-c399-4371-a23a-d124d3599f82" providerId="ADAL" clId="{624DAD03-7EA8-480C-BE9E-52E579F4DA96}" dt="2022-10-23T23:37:43.735" v="6937"/>
        <pc:sldMkLst>
          <pc:docMk/>
          <pc:sldMk cId="2709861828" sldId="1031"/>
        </pc:sldMkLst>
      </pc:sldChg>
      <pc:sldChg chg="modSp add mod">
        <pc:chgData name="Jaime De Leon R." userId="6107559c-c399-4371-a23a-d124d3599f82" providerId="ADAL" clId="{624DAD03-7EA8-480C-BE9E-52E579F4DA96}" dt="2022-08-31T02:59:25.989" v="4041" actId="108"/>
        <pc:sldMkLst>
          <pc:docMk/>
          <pc:sldMk cId="4136633321" sldId="1032"/>
        </pc:sldMkLst>
      </pc:sldChg>
      <pc:sldChg chg="delSp add mod">
        <pc:chgData name="Jaime De Leon R." userId="6107559c-c399-4371-a23a-d124d3599f82" providerId="ADAL" clId="{624DAD03-7EA8-480C-BE9E-52E579F4DA96}" dt="2022-08-17T02:13:24.012" v="3817" actId="478"/>
        <pc:sldMkLst>
          <pc:docMk/>
          <pc:sldMk cId="1279114899" sldId="1033"/>
        </pc:sldMkLst>
      </pc:sldChg>
      <pc:sldChg chg="add del">
        <pc:chgData name="Jaime De Leon R." userId="6107559c-c399-4371-a23a-d124d3599f82" providerId="ADAL" clId="{624DAD03-7EA8-480C-BE9E-52E579F4DA96}" dt="2022-08-17T02:33:41.768" v="3883" actId="47"/>
        <pc:sldMkLst>
          <pc:docMk/>
          <pc:sldMk cId="1201069147" sldId="1037"/>
        </pc:sldMkLst>
      </pc:sldChg>
      <pc:sldChg chg="add del">
        <pc:chgData name="Jaime De Leon R." userId="6107559c-c399-4371-a23a-d124d3599f82" providerId="ADAL" clId="{624DAD03-7EA8-480C-BE9E-52E579F4DA96}" dt="2022-08-17T02:21:31.528" v="3840" actId="47"/>
        <pc:sldMkLst>
          <pc:docMk/>
          <pc:sldMk cId="1829367851" sldId="1045"/>
        </pc:sldMkLst>
      </pc:sldChg>
      <pc:sldChg chg="add del">
        <pc:chgData name="Jaime De Leon R." userId="6107559c-c399-4371-a23a-d124d3599f82" providerId="ADAL" clId="{624DAD03-7EA8-480C-BE9E-52E579F4DA96}" dt="2022-08-17T02:21:32.587" v="3841" actId="47"/>
        <pc:sldMkLst>
          <pc:docMk/>
          <pc:sldMk cId="3985089895" sldId="1046"/>
        </pc:sldMkLst>
      </pc:sldChg>
      <pc:sldChg chg="add del">
        <pc:chgData name="Jaime De Leon R." userId="6107559c-c399-4371-a23a-d124d3599f82" providerId="ADAL" clId="{624DAD03-7EA8-480C-BE9E-52E579F4DA96}" dt="2022-08-17T02:21:33.569" v="3842" actId="47"/>
        <pc:sldMkLst>
          <pc:docMk/>
          <pc:sldMk cId="2947988180" sldId="1047"/>
        </pc:sldMkLst>
      </pc:sldChg>
      <pc:sldChg chg="add">
        <pc:chgData name="Jaime De Leon R." userId="6107559c-c399-4371-a23a-d124d3599f82" providerId="ADAL" clId="{624DAD03-7EA8-480C-BE9E-52E579F4DA96}" dt="2022-08-17T01:32:33.063" v="2738"/>
        <pc:sldMkLst>
          <pc:docMk/>
          <pc:sldMk cId="3312508792" sldId="1053"/>
        </pc:sldMkLst>
      </pc:sldChg>
      <pc:sldChg chg="modSp add">
        <pc:chgData name="Jaime De Leon R." userId="6107559c-c399-4371-a23a-d124d3599f82" providerId="ADAL" clId="{624DAD03-7EA8-480C-BE9E-52E579F4DA96}" dt="2022-08-17T01:53:06.707" v="2932" actId="20577"/>
        <pc:sldMkLst>
          <pc:docMk/>
          <pc:sldMk cId="2780116971" sldId="1054"/>
        </pc:sldMkLst>
      </pc:sldChg>
      <pc:sldChg chg="delSp modSp add mod">
        <pc:chgData name="Jaime De Leon R." userId="6107559c-c399-4371-a23a-d124d3599f82" providerId="ADAL" clId="{624DAD03-7EA8-480C-BE9E-52E579F4DA96}" dt="2022-08-31T03:04:21.498" v="4078" actId="1076"/>
        <pc:sldMkLst>
          <pc:docMk/>
          <pc:sldMk cId="1168541120" sldId="1056"/>
        </pc:sldMkLst>
      </pc:sldChg>
      <pc:sldChg chg="add del">
        <pc:chgData name="Jaime De Leon R." userId="6107559c-c399-4371-a23a-d124d3599f82" providerId="ADAL" clId="{624DAD03-7EA8-480C-BE9E-52E579F4DA96}" dt="2022-08-17T01:53:43.692" v="2933" actId="47"/>
        <pc:sldMkLst>
          <pc:docMk/>
          <pc:sldMk cId="2019879547" sldId="1057"/>
        </pc:sldMkLst>
      </pc:sldChg>
      <pc:sldChg chg="add del">
        <pc:chgData name="Jaime De Leon R." userId="6107559c-c399-4371-a23a-d124d3599f82" providerId="ADAL" clId="{624DAD03-7EA8-480C-BE9E-52E579F4DA96}" dt="2022-08-17T01:53:43.692" v="2933" actId="47"/>
        <pc:sldMkLst>
          <pc:docMk/>
          <pc:sldMk cId="36681302" sldId="1058"/>
        </pc:sldMkLst>
      </pc:sldChg>
      <pc:sldChg chg="modSp add">
        <pc:chgData name="Jaime De Leon R." userId="6107559c-c399-4371-a23a-d124d3599f82" providerId="ADAL" clId="{624DAD03-7EA8-480C-BE9E-52E579F4DA96}" dt="2022-08-31T03:06:19.487" v="4089" actId="20577"/>
        <pc:sldMkLst>
          <pc:docMk/>
          <pc:sldMk cId="1856274611" sldId="1059"/>
        </pc:sldMkLst>
      </pc:sldChg>
      <pc:sldChg chg="add">
        <pc:chgData name="Jaime De Leon R." userId="6107559c-c399-4371-a23a-d124d3599f82" providerId="ADAL" clId="{624DAD03-7EA8-480C-BE9E-52E579F4DA96}" dt="2022-08-17T02:05:00.146" v="3762"/>
        <pc:sldMkLst>
          <pc:docMk/>
          <pc:sldMk cId="2091344353" sldId="1060"/>
        </pc:sldMkLst>
      </pc:sldChg>
      <pc:sldChg chg="add">
        <pc:chgData name="Jaime De Leon R." userId="6107559c-c399-4371-a23a-d124d3599f82" providerId="ADAL" clId="{624DAD03-7EA8-480C-BE9E-52E579F4DA96}" dt="2022-09-03T23:34:34.762" v="4104"/>
        <pc:sldMkLst>
          <pc:docMk/>
          <pc:sldMk cId="1851168358" sldId="1061"/>
        </pc:sldMkLst>
      </pc:sldChg>
      <pc:sldChg chg="add del">
        <pc:chgData name="Jaime De Leon R." userId="6107559c-c399-4371-a23a-d124d3599f82" providerId="ADAL" clId="{624DAD03-7EA8-480C-BE9E-52E579F4DA96}" dt="2022-08-17T02:34:02.174" v="3884" actId="47"/>
        <pc:sldMkLst>
          <pc:docMk/>
          <pc:sldMk cId="3117115288" sldId="1071"/>
        </pc:sldMkLst>
      </pc:sldChg>
      <pc:sldChg chg="add del">
        <pc:chgData name="Jaime De Leon R." userId="6107559c-c399-4371-a23a-d124d3599f82" providerId="ADAL" clId="{624DAD03-7EA8-480C-BE9E-52E579F4DA96}" dt="2022-09-03T23:56:00.290" v="4282" actId="47"/>
        <pc:sldMkLst>
          <pc:docMk/>
          <pc:sldMk cId="3407467417" sldId="1074"/>
        </pc:sldMkLst>
      </pc:sldChg>
      <pc:sldChg chg="add del">
        <pc:chgData name="Jaime De Leon R." userId="6107559c-c399-4371-a23a-d124d3599f82" providerId="ADAL" clId="{624DAD03-7EA8-480C-BE9E-52E579F4DA96}" dt="2022-09-03T23:56:00.290" v="4282" actId="47"/>
        <pc:sldMkLst>
          <pc:docMk/>
          <pc:sldMk cId="4242786788" sldId="1075"/>
        </pc:sldMkLst>
      </pc:sldChg>
      <pc:sldChg chg="add del">
        <pc:chgData name="Jaime De Leon R." userId="6107559c-c399-4371-a23a-d124d3599f82" providerId="ADAL" clId="{624DAD03-7EA8-480C-BE9E-52E579F4DA96}" dt="2022-09-03T23:56:00.290" v="4282" actId="47"/>
        <pc:sldMkLst>
          <pc:docMk/>
          <pc:sldMk cId="3848793354" sldId="1076"/>
        </pc:sldMkLst>
      </pc:sldChg>
      <pc:sldChg chg="add del">
        <pc:chgData name="Jaime De Leon R." userId="6107559c-c399-4371-a23a-d124d3599f82" providerId="ADAL" clId="{624DAD03-7EA8-480C-BE9E-52E579F4DA96}" dt="2022-09-03T23:56:00.290" v="4282" actId="47"/>
        <pc:sldMkLst>
          <pc:docMk/>
          <pc:sldMk cId="1883030252" sldId="1077"/>
        </pc:sldMkLst>
      </pc:sldChg>
      <pc:sldChg chg="add">
        <pc:chgData name="Jaime De Leon R." userId="6107559c-c399-4371-a23a-d124d3599f82" providerId="ADAL" clId="{624DAD03-7EA8-480C-BE9E-52E579F4DA96}" dt="2022-08-17T01:32:33.063" v="2738"/>
        <pc:sldMkLst>
          <pc:docMk/>
          <pc:sldMk cId="519421820" sldId="1079"/>
        </pc:sldMkLst>
      </pc:sldChg>
      <pc:sldChg chg="add del">
        <pc:chgData name="Jaime De Leon R." userId="6107559c-c399-4371-a23a-d124d3599f82" providerId="ADAL" clId="{624DAD03-7EA8-480C-BE9E-52E579F4DA96}" dt="2022-08-17T02:34:02.174" v="3884" actId="47"/>
        <pc:sldMkLst>
          <pc:docMk/>
          <pc:sldMk cId="1771562561" sldId="1080"/>
        </pc:sldMkLst>
      </pc:sldChg>
      <pc:sldChg chg="add">
        <pc:chgData name="Jaime De Leon R." userId="6107559c-c399-4371-a23a-d124d3599f82" providerId="ADAL" clId="{624DAD03-7EA8-480C-BE9E-52E579F4DA96}" dt="2022-08-17T02:05:00.146" v="3762"/>
        <pc:sldMkLst>
          <pc:docMk/>
          <pc:sldMk cId="1625738218" sldId="1081"/>
        </pc:sldMkLst>
      </pc:sldChg>
      <pc:sldChg chg="add">
        <pc:chgData name="Jaime De Leon R." userId="6107559c-c399-4371-a23a-d124d3599f82" providerId="ADAL" clId="{624DAD03-7EA8-480C-BE9E-52E579F4DA96}" dt="2022-09-03T23:34:34.762" v="4104"/>
        <pc:sldMkLst>
          <pc:docMk/>
          <pc:sldMk cId="2193202996" sldId="1082"/>
        </pc:sldMkLst>
      </pc:sldChg>
      <pc:sldChg chg="add del">
        <pc:chgData name="Jaime De Leon R." userId="6107559c-c399-4371-a23a-d124d3599f82" providerId="ADAL" clId="{624DAD03-7EA8-480C-BE9E-52E579F4DA96}" dt="2022-09-03T23:44:56.337" v="4107" actId="47"/>
        <pc:sldMkLst>
          <pc:docMk/>
          <pc:sldMk cId="1207818722" sldId="1083"/>
        </pc:sldMkLst>
      </pc:sldChg>
      <pc:sldChg chg="add del">
        <pc:chgData name="Jaime De Leon R." userId="6107559c-c399-4371-a23a-d124d3599f82" providerId="ADAL" clId="{624DAD03-7EA8-480C-BE9E-52E579F4DA96}" dt="2022-09-03T23:52:58.104" v="4207" actId="47"/>
        <pc:sldMkLst>
          <pc:docMk/>
          <pc:sldMk cId="3766929735" sldId="1084"/>
        </pc:sldMkLst>
      </pc:sldChg>
      <pc:sldChg chg="add">
        <pc:chgData name="Jaime De Leon R." userId="6107559c-c399-4371-a23a-d124d3599f82" providerId="ADAL" clId="{624DAD03-7EA8-480C-BE9E-52E579F4DA96}" dt="2022-09-03T23:34:34.762" v="4104"/>
        <pc:sldMkLst>
          <pc:docMk/>
          <pc:sldMk cId="1297052082" sldId="1085"/>
        </pc:sldMkLst>
      </pc:sldChg>
      <pc:sldChg chg="add">
        <pc:chgData name="Jaime De Leon R." userId="6107559c-c399-4371-a23a-d124d3599f82" providerId="ADAL" clId="{624DAD03-7EA8-480C-BE9E-52E579F4DA96}" dt="2022-09-03T23:34:34.762" v="4104"/>
        <pc:sldMkLst>
          <pc:docMk/>
          <pc:sldMk cId="2760366077" sldId="1086"/>
        </pc:sldMkLst>
      </pc:sldChg>
      <pc:sldChg chg="add del">
        <pc:chgData name="Jaime De Leon R." userId="6107559c-c399-4371-a23a-d124d3599f82" providerId="ADAL" clId="{624DAD03-7EA8-480C-BE9E-52E579F4DA96}" dt="2022-09-03T23:57:29.729" v="4283" actId="47"/>
        <pc:sldMkLst>
          <pc:docMk/>
          <pc:sldMk cId="234189163" sldId="1087"/>
        </pc:sldMkLst>
      </pc:sldChg>
      <pc:sldChg chg="add del">
        <pc:chgData name="Jaime De Leon R." userId="6107559c-c399-4371-a23a-d124d3599f82" providerId="ADAL" clId="{624DAD03-7EA8-480C-BE9E-52E579F4DA96}" dt="2022-09-03T23:52:52.506" v="4206" actId="47"/>
        <pc:sldMkLst>
          <pc:docMk/>
          <pc:sldMk cId="1248837788" sldId="1099"/>
        </pc:sldMkLst>
      </pc:sldChg>
      <pc:sldChg chg="add del">
        <pc:chgData name="Jaime De Leon R." userId="6107559c-c399-4371-a23a-d124d3599f82" providerId="ADAL" clId="{624DAD03-7EA8-480C-BE9E-52E579F4DA96}" dt="2022-08-17T02:17:03.314" v="3823" actId="47"/>
        <pc:sldMkLst>
          <pc:docMk/>
          <pc:sldMk cId="2764325255" sldId="1101"/>
        </pc:sldMkLst>
      </pc:sldChg>
      <pc:sldChg chg="add del">
        <pc:chgData name="Jaime De Leon R." userId="6107559c-c399-4371-a23a-d124d3599f82" providerId="ADAL" clId="{624DAD03-7EA8-480C-BE9E-52E579F4DA96}" dt="2022-08-17T02:26:41.849" v="3870" actId="47"/>
        <pc:sldMkLst>
          <pc:docMk/>
          <pc:sldMk cId="473602114" sldId="1102"/>
        </pc:sldMkLst>
      </pc:sldChg>
      <pc:sldChg chg="add del">
        <pc:chgData name="Jaime De Leon R." userId="6107559c-c399-4371-a23a-d124d3599f82" providerId="ADAL" clId="{624DAD03-7EA8-480C-BE9E-52E579F4DA96}" dt="2022-10-03T03:35:31.970" v="4285" actId="47"/>
        <pc:sldMkLst>
          <pc:docMk/>
          <pc:sldMk cId="3614278903" sldId="1103"/>
        </pc:sldMkLst>
      </pc:sldChg>
      <pc:sldChg chg="add del">
        <pc:chgData name="Jaime De Leon R." userId="6107559c-c399-4371-a23a-d124d3599f82" providerId="ADAL" clId="{624DAD03-7EA8-480C-BE9E-52E579F4DA96}" dt="2022-10-03T03:38:55.435" v="4290" actId="47"/>
        <pc:sldMkLst>
          <pc:docMk/>
          <pc:sldMk cId="3094466389" sldId="1104"/>
        </pc:sldMkLst>
      </pc:sldChg>
      <pc:sldChg chg="add del">
        <pc:chgData name="Jaime De Leon R." userId="6107559c-c399-4371-a23a-d124d3599f82" providerId="ADAL" clId="{624DAD03-7EA8-480C-BE9E-52E579F4DA96}" dt="2022-10-23T23:39:01.545" v="6943" actId="47"/>
        <pc:sldMkLst>
          <pc:docMk/>
          <pc:sldMk cId="93087377" sldId="1106"/>
        </pc:sldMkLst>
      </pc:sldChg>
      <pc:sldChg chg="add del">
        <pc:chgData name="Jaime De Leon R." userId="6107559c-c399-4371-a23a-d124d3599f82" providerId="ADAL" clId="{624DAD03-7EA8-480C-BE9E-52E579F4DA96}" dt="2022-10-23T23:38:25.403" v="6942" actId="47"/>
        <pc:sldMkLst>
          <pc:docMk/>
          <pc:sldMk cId="121888745" sldId="1107"/>
        </pc:sldMkLst>
      </pc:sldChg>
      <pc:sldChg chg="add del">
        <pc:chgData name="Jaime De Leon R." userId="6107559c-c399-4371-a23a-d124d3599f82" providerId="ADAL" clId="{624DAD03-7EA8-480C-BE9E-52E579F4DA96}" dt="2022-09-03T23:36:23.422" v="4105" actId="47"/>
        <pc:sldMkLst>
          <pc:docMk/>
          <pc:sldMk cId="1074775438" sldId="1109"/>
        </pc:sldMkLst>
      </pc:sldChg>
      <pc:sldChg chg="add del">
        <pc:chgData name="Jaime De Leon R." userId="6107559c-c399-4371-a23a-d124d3599f82" providerId="ADAL" clId="{624DAD03-7EA8-480C-BE9E-52E579F4DA96}" dt="2022-09-03T23:56:00.290" v="4282" actId="47"/>
        <pc:sldMkLst>
          <pc:docMk/>
          <pc:sldMk cId="1442816669" sldId="1110"/>
        </pc:sldMkLst>
      </pc:sldChg>
      <pc:sldChg chg="add del">
        <pc:chgData name="Jaime De Leon R." userId="6107559c-c399-4371-a23a-d124d3599f82" providerId="ADAL" clId="{624DAD03-7EA8-480C-BE9E-52E579F4DA96}" dt="2022-09-03T23:56:00.290" v="4282" actId="47"/>
        <pc:sldMkLst>
          <pc:docMk/>
          <pc:sldMk cId="1997514224" sldId="1111"/>
        </pc:sldMkLst>
      </pc:sldChg>
      <pc:sldChg chg="add del">
        <pc:chgData name="Jaime De Leon R." userId="6107559c-c399-4371-a23a-d124d3599f82" providerId="ADAL" clId="{624DAD03-7EA8-480C-BE9E-52E579F4DA96}" dt="2022-09-03T23:56:00.290" v="4282" actId="47"/>
        <pc:sldMkLst>
          <pc:docMk/>
          <pc:sldMk cId="1612723752" sldId="1112"/>
        </pc:sldMkLst>
      </pc:sldChg>
      <pc:sldChg chg="delSp modSp add mod">
        <pc:chgData name="Jaime De Leon R." userId="6107559c-c399-4371-a23a-d124d3599f82" providerId="ADAL" clId="{624DAD03-7EA8-480C-BE9E-52E579F4DA96}" dt="2022-08-31T03:01:57.397" v="4069" actId="1076"/>
        <pc:sldMkLst>
          <pc:docMk/>
          <pc:sldMk cId="3556707947" sldId="1117"/>
        </pc:sldMkLst>
      </pc:sldChg>
      <pc:sldChg chg="add">
        <pc:chgData name="Jaime De Leon R." userId="6107559c-c399-4371-a23a-d124d3599f82" providerId="ADAL" clId="{624DAD03-7EA8-480C-BE9E-52E579F4DA96}" dt="2022-10-23T23:37:43.735" v="6937"/>
        <pc:sldMkLst>
          <pc:docMk/>
          <pc:sldMk cId="1559932029" sldId="1125"/>
        </pc:sldMkLst>
      </pc:sldChg>
      <pc:sldChg chg="add">
        <pc:chgData name="Jaime De Leon R." userId="6107559c-c399-4371-a23a-d124d3599f82" providerId="ADAL" clId="{624DAD03-7EA8-480C-BE9E-52E579F4DA96}" dt="2022-10-23T23:37:43.735" v="6937"/>
        <pc:sldMkLst>
          <pc:docMk/>
          <pc:sldMk cId="1798642139" sldId="1126"/>
        </pc:sldMkLst>
      </pc:sldChg>
      <pc:sldChg chg="add">
        <pc:chgData name="Jaime De Leon R." userId="6107559c-c399-4371-a23a-d124d3599f82" providerId="ADAL" clId="{624DAD03-7EA8-480C-BE9E-52E579F4DA96}" dt="2022-10-23T23:37:43.735" v="6937"/>
        <pc:sldMkLst>
          <pc:docMk/>
          <pc:sldMk cId="151215994" sldId="1127"/>
        </pc:sldMkLst>
      </pc:sldChg>
      <pc:sldChg chg="add">
        <pc:chgData name="Jaime De Leon R." userId="6107559c-c399-4371-a23a-d124d3599f82" providerId="ADAL" clId="{624DAD03-7EA8-480C-BE9E-52E579F4DA96}" dt="2022-10-23T23:37:43.735" v="6937"/>
        <pc:sldMkLst>
          <pc:docMk/>
          <pc:sldMk cId="2568955400" sldId="1128"/>
        </pc:sldMkLst>
      </pc:sldChg>
      <pc:sldChg chg="add">
        <pc:chgData name="Jaime De Leon R." userId="6107559c-c399-4371-a23a-d124d3599f82" providerId="ADAL" clId="{624DAD03-7EA8-480C-BE9E-52E579F4DA96}" dt="2022-10-23T23:37:43.735" v="6937"/>
        <pc:sldMkLst>
          <pc:docMk/>
          <pc:sldMk cId="909437640" sldId="1129"/>
        </pc:sldMkLst>
      </pc:sldChg>
      <pc:sldChg chg="add">
        <pc:chgData name="Jaime De Leon R." userId="6107559c-c399-4371-a23a-d124d3599f82" providerId="ADAL" clId="{624DAD03-7EA8-480C-BE9E-52E579F4DA96}" dt="2022-10-23T23:37:43.735" v="6937"/>
        <pc:sldMkLst>
          <pc:docMk/>
          <pc:sldMk cId="3417948627" sldId="1130"/>
        </pc:sldMkLst>
      </pc:sldChg>
      <pc:sldChg chg="add">
        <pc:chgData name="Jaime De Leon R." userId="6107559c-c399-4371-a23a-d124d3599f82" providerId="ADAL" clId="{624DAD03-7EA8-480C-BE9E-52E579F4DA96}" dt="2022-10-23T23:37:43.735" v="6937"/>
        <pc:sldMkLst>
          <pc:docMk/>
          <pc:sldMk cId="3742745074" sldId="1131"/>
        </pc:sldMkLst>
      </pc:sldChg>
      <pc:sldChg chg="add">
        <pc:chgData name="Jaime De Leon R." userId="6107559c-c399-4371-a23a-d124d3599f82" providerId="ADAL" clId="{624DAD03-7EA8-480C-BE9E-52E579F4DA96}" dt="2022-10-23T23:37:43.735" v="6937"/>
        <pc:sldMkLst>
          <pc:docMk/>
          <pc:sldMk cId="1221316993" sldId="1132"/>
        </pc:sldMkLst>
      </pc:sldChg>
      <pc:sldChg chg="add">
        <pc:chgData name="Jaime De Leon R." userId="6107559c-c399-4371-a23a-d124d3599f82" providerId="ADAL" clId="{624DAD03-7EA8-480C-BE9E-52E579F4DA96}" dt="2022-10-23T23:37:43.735" v="6937"/>
        <pc:sldMkLst>
          <pc:docMk/>
          <pc:sldMk cId="616309294" sldId="1133"/>
        </pc:sldMkLst>
      </pc:sldChg>
      <pc:sldChg chg="add del">
        <pc:chgData name="Jaime De Leon R." userId="6107559c-c399-4371-a23a-d124d3599f82" providerId="ADAL" clId="{624DAD03-7EA8-480C-BE9E-52E579F4DA96}" dt="2022-08-17T02:33:41.768" v="3883" actId="47"/>
        <pc:sldMkLst>
          <pc:docMk/>
          <pc:sldMk cId="2438673161" sldId="1136"/>
        </pc:sldMkLst>
      </pc:sldChg>
      <pc:sldChg chg="add del">
        <pc:chgData name="Jaime De Leon R." userId="6107559c-c399-4371-a23a-d124d3599f82" providerId="ADAL" clId="{624DAD03-7EA8-480C-BE9E-52E579F4DA96}" dt="2022-08-17T02:34:02.174" v="3884" actId="47"/>
        <pc:sldMkLst>
          <pc:docMk/>
          <pc:sldMk cId="2187702875" sldId="1144"/>
        </pc:sldMkLst>
      </pc:sldChg>
      <pc:sldChg chg="add">
        <pc:chgData name="Jaime De Leon R." userId="6107559c-c399-4371-a23a-d124d3599f82" providerId="ADAL" clId="{624DAD03-7EA8-480C-BE9E-52E579F4DA96}" dt="2022-10-03T03:35:11.901" v="4284"/>
        <pc:sldMkLst>
          <pc:docMk/>
          <pc:sldMk cId="1161649281" sldId="1148"/>
        </pc:sldMkLst>
      </pc:sldChg>
      <pc:sldChg chg="add">
        <pc:chgData name="Jaime De Leon R." userId="6107559c-c399-4371-a23a-d124d3599f82" providerId="ADAL" clId="{624DAD03-7EA8-480C-BE9E-52E579F4DA96}" dt="2022-10-03T03:37:29.142" v="4288"/>
        <pc:sldMkLst>
          <pc:docMk/>
          <pc:sldMk cId="360022230" sldId="1150"/>
        </pc:sldMkLst>
      </pc:sldChg>
      <pc:sldChg chg="add">
        <pc:chgData name="Jaime De Leon R." userId="6107559c-c399-4371-a23a-d124d3599f82" providerId="ADAL" clId="{624DAD03-7EA8-480C-BE9E-52E579F4DA96}" dt="2022-08-31T02:58:21.251" v="4015"/>
        <pc:sldMkLst>
          <pc:docMk/>
          <pc:sldMk cId="83138292" sldId="1152"/>
        </pc:sldMkLst>
      </pc:sldChg>
      <pc:sldChg chg="add">
        <pc:chgData name="Jaime De Leon R." userId="6107559c-c399-4371-a23a-d124d3599f82" providerId="ADAL" clId="{624DAD03-7EA8-480C-BE9E-52E579F4DA96}" dt="2022-08-31T03:13:04.878" v="4100"/>
        <pc:sldMkLst>
          <pc:docMk/>
          <pc:sldMk cId="2750197738" sldId="1153"/>
        </pc:sldMkLst>
      </pc:sldChg>
      <pc:sldChg chg="add del">
        <pc:chgData name="Jaime De Leon R." userId="6107559c-c399-4371-a23a-d124d3599f82" providerId="ADAL" clId="{624DAD03-7EA8-480C-BE9E-52E579F4DA96}" dt="2022-08-17T02:34:02.174" v="3884" actId="47"/>
        <pc:sldMkLst>
          <pc:docMk/>
          <pc:sldMk cId="2858935070" sldId="1154"/>
        </pc:sldMkLst>
      </pc:sldChg>
      <pc:sldChg chg="add">
        <pc:chgData name="Jaime De Leon R." userId="6107559c-c399-4371-a23a-d124d3599f82" providerId="ADAL" clId="{624DAD03-7EA8-480C-BE9E-52E579F4DA96}" dt="2022-10-03T03:37:29.142" v="4288"/>
        <pc:sldMkLst>
          <pc:docMk/>
          <pc:sldMk cId="3985092860" sldId="1155"/>
        </pc:sldMkLst>
      </pc:sldChg>
      <pc:sldChg chg="addSp modSp add mod">
        <pc:chgData name="Jaime De Leon R." userId="6107559c-c399-4371-a23a-d124d3599f82" providerId="ADAL" clId="{624DAD03-7EA8-480C-BE9E-52E579F4DA96}" dt="2022-08-17T01:45:28.207" v="2879" actId="20577"/>
        <pc:sldMkLst>
          <pc:docMk/>
          <pc:sldMk cId="339359526" sldId="1159"/>
        </pc:sldMkLst>
      </pc:sldChg>
      <pc:sldChg chg="add del">
        <pc:chgData name="Jaime De Leon R." userId="6107559c-c399-4371-a23a-d124d3599f82" providerId="ADAL" clId="{624DAD03-7EA8-480C-BE9E-52E579F4DA96}" dt="2022-08-17T01:45:32.927" v="2881" actId="47"/>
        <pc:sldMkLst>
          <pc:docMk/>
          <pc:sldMk cId="2911345982" sldId="1160"/>
        </pc:sldMkLst>
      </pc:sldChg>
      <pc:sldChg chg="modSp add mod">
        <pc:chgData name="Jaime De Leon R." userId="6107559c-c399-4371-a23a-d124d3599f82" providerId="ADAL" clId="{624DAD03-7EA8-480C-BE9E-52E579F4DA96}" dt="2022-08-17T02:02:56.592" v="3760" actId="113"/>
        <pc:sldMkLst>
          <pc:docMk/>
          <pc:sldMk cId="2588430726" sldId="1161"/>
        </pc:sldMkLst>
      </pc:sldChg>
      <pc:sldChg chg="add">
        <pc:chgData name="Jaime De Leon R." userId="6107559c-c399-4371-a23a-d124d3599f82" providerId="ADAL" clId="{624DAD03-7EA8-480C-BE9E-52E579F4DA96}" dt="2022-10-23T23:37:43.735" v="6937"/>
        <pc:sldMkLst>
          <pc:docMk/>
          <pc:sldMk cId="1703692973" sldId="1163"/>
        </pc:sldMkLst>
      </pc:sldChg>
      <pc:sldChg chg="add">
        <pc:chgData name="Jaime De Leon R." userId="6107559c-c399-4371-a23a-d124d3599f82" providerId="ADAL" clId="{624DAD03-7EA8-480C-BE9E-52E579F4DA96}" dt="2022-08-14T21:56:45.960" v="2180"/>
        <pc:sldMkLst>
          <pc:docMk/>
          <pc:sldMk cId="390468811" sldId="1166"/>
        </pc:sldMkLst>
      </pc:sldChg>
      <pc:sldChg chg="modSp add mod modAnim">
        <pc:chgData name="Jaime De Leon R." userId="6107559c-c399-4371-a23a-d124d3599f82" providerId="ADAL" clId="{624DAD03-7EA8-480C-BE9E-52E579F4DA96}" dt="2022-08-14T22:08:57.429" v="2737"/>
        <pc:sldMkLst>
          <pc:docMk/>
          <pc:sldMk cId="1709013837" sldId="1167"/>
        </pc:sldMkLst>
      </pc:sldChg>
      <pc:sldChg chg="modSp add mod">
        <pc:chgData name="Jaime De Leon R." userId="6107559c-c399-4371-a23a-d124d3599f82" providerId="ADAL" clId="{624DAD03-7EA8-480C-BE9E-52E579F4DA96}" dt="2022-08-17T01:39:58.367" v="2857" actId="20577"/>
        <pc:sldMkLst>
          <pc:docMk/>
          <pc:sldMk cId="1434943166" sldId="1168"/>
        </pc:sldMkLst>
      </pc:sldChg>
      <pc:sldChg chg="modSp add del mod">
        <pc:chgData name="Jaime De Leon R." userId="6107559c-c399-4371-a23a-d124d3599f82" providerId="ADAL" clId="{624DAD03-7EA8-480C-BE9E-52E579F4DA96}" dt="2022-08-17T01:59:20.536" v="3554" actId="27636"/>
        <pc:sldMkLst>
          <pc:docMk/>
          <pc:sldMk cId="2506140518" sldId="1169"/>
        </pc:sldMkLst>
      </pc:sldChg>
      <pc:sldChg chg="add del">
        <pc:chgData name="Jaime De Leon R." userId="6107559c-c399-4371-a23a-d124d3599f82" providerId="ADAL" clId="{624DAD03-7EA8-480C-BE9E-52E579F4DA96}" dt="2022-08-17T01:52:16.796" v="2917" actId="47"/>
        <pc:sldMkLst>
          <pc:docMk/>
          <pc:sldMk cId="4029283122" sldId="1169"/>
        </pc:sldMkLst>
      </pc:sldChg>
      <pc:sldChg chg="modSp add mod">
        <pc:chgData name="Jaime De Leon R." userId="6107559c-c399-4371-a23a-d124d3599f82" providerId="ADAL" clId="{624DAD03-7EA8-480C-BE9E-52E579F4DA96}" dt="2022-08-17T02:08:57.959" v="3803" actId="6549"/>
        <pc:sldMkLst>
          <pc:docMk/>
          <pc:sldMk cId="3180307651" sldId="1170"/>
        </pc:sldMkLst>
      </pc:sldChg>
      <pc:sldChg chg="addSp delSp modSp add mod">
        <pc:chgData name="Jaime De Leon R." userId="6107559c-c399-4371-a23a-d124d3599f82" providerId="ADAL" clId="{624DAD03-7EA8-480C-BE9E-52E579F4DA96}" dt="2022-08-31T02:57:12.385" v="3994" actId="20577"/>
        <pc:sldMkLst>
          <pc:docMk/>
          <pc:sldMk cId="3045847813" sldId="1171"/>
        </pc:sldMkLst>
      </pc:sldChg>
      <pc:sldChg chg="modSp add mod">
        <pc:chgData name="Jaime De Leon R." userId="6107559c-c399-4371-a23a-d124d3599f82" providerId="ADAL" clId="{624DAD03-7EA8-480C-BE9E-52E579F4DA96}" dt="2022-08-31T02:58:05.697" v="4014" actId="20577"/>
        <pc:sldMkLst>
          <pc:docMk/>
          <pc:sldMk cId="890212291" sldId="1172"/>
        </pc:sldMkLst>
      </pc:sldChg>
      <pc:sldChg chg="addSp delSp modSp add mod">
        <pc:chgData name="Jaime De Leon R." userId="6107559c-c399-4371-a23a-d124d3599f82" providerId="ADAL" clId="{624DAD03-7EA8-480C-BE9E-52E579F4DA96}" dt="2022-10-05T03:28:08.104" v="5662" actId="313"/>
        <pc:sldMkLst>
          <pc:docMk/>
          <pc:sldMk cId="2281634523" sldId="1173"/>
        </pc:sldMkLst>
      </pc:sldChg>
      <pc:sldChg chg="addSp modSp add mod">
        <pc:chgData name="Jaime De Leon R." userId="6107559c-c399-4371-a23a-d124d3599f82" providerId="ADAL" clId="{624DAD03-7EA8-480C-BE9E-52E579F4DA96}" dt="2022-10-05T03:33:41.548" v="6009" actId="20577"/>
        <pc:sldMkLst>
          <pc:docMk/>
          <pc:sldMk cId="2008791679" sldId="1174"/>
        </pc:sldMkLst>
      </pc:sldChg>
      <pc:sldChg chg="addSp delSp modSp add mod">
        <pc:chgData name="Jaime De Leon R." userId="6107559c-c399-4371-a23a-d124d3599f82" providerId="ADAL" clId="{624DAD03-7EA8-480C-BE9E-52E579F4DA96}" dt="2022-10-05T03:40:37.106" v="6936" actId="20577"/>
        <pc:sldMkLst>
          <pc:docMk/>
          <pc:sldMk cId="2267628682" sldId="1175"/>
        </pc:sldMkLst>
      </pc:sldChg>
      <pc:sldChg chg="add">
        <pc:chgData name="Jaime De Leon R." userId="6107559c-c399-4371-a23a-d124d3599f82" providerId="ADAL" clId="{624DAD03-7EA8-480C-BE9E-52E579F4DA96}" dt="2022-10-23T23:37:43.735" v="6937"/>
        <pc:sldMkLst>
          <pc:docMk/>
          <pc:sldMk cId="1149699690" sldId="1176"/>
        </pc:sldMkLst>
      </pc:sldChg>
      <pc:sldChg chg="add">
        <pc:chgData name="Jaime De Leon R." userId="6107559c-c399-4371-a23a-d124d3599f82" providerId="ADAL" clId="{624DAD03-7EA8-480C-BE9E-52E579F4DA96}" dt="2022-10-23T23:37:43.735" v="6937"/>
        <pc:sldMkLst>
          <pc:docMk/>
          <pc:sldMk cId="2162640034" sldId="1177"/>
        </pc:sldMkLst>
      </pc:sldChg>
      <pc:sldMasterChg chg="setBg modSldLayout">
        <pc:chgData name="Jaime De Leon R." userId="6107559c-c399-4371-a23a-d124d3599f82" providerId="ADAL" clId="{624DAD03-7EA8-480C-BE9E-52E579F4DA96}" dt="2022-08-14T20:32:07.668" v="11"/>
        <pc:sldMasterMkLst>
          <pc:docMk/>
          <pc:sldMasterMk cId="3467965346" sldId="2147483648"/>
        </pc:sldMasterMkLst>
        <pc:sldLayoutChg chg="setBg">
          <pc:chgData name="Jaime De Leon R." userId="6107559c-c399-4371-a23a-d124d3599f82" providerId="ADAL" clId="{624DAD03-7EA8-480C-BE9E-52E579F4DA96}" dt="2022-08-14T20:32:07.668" v="11"/>
          <pc:sldLayoutMkLst>
            <pc:docMk/>
            <pc:sldMasterMk cId="3467965346" sldId="2147483648"/>
            <pc:sldLayoutMk cId="708897265" sldId="2147483649"/>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05018455" sldId="2147483650"/>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63376764" sldId="2147483651"/>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486528371" sldId="2147483652"/>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503281134" sldId="2147483653"/>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763891785" sldId="2147483654"/>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228340060" sldId="2147483655"/>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2021166046" sldId="2147483656"/>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831825981" sldId="2147483657"/>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374907462" sldId="2147483658"/>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075118286" sldId="2147483659"/>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2966980" sldId="2147483660"/>
          </pc:sldLayoutMkLst>
        </pc:sldLayoutChg>
      </pc:sldMasterChg>
    </pc:docChg>
  </pc:docChgLst>
  <pc:docChgLst>
    <pc:chgData name="Jaime De León R." userId="6107559c-c399-4371-a23a-d124d3599f82" providerId="ADAL" clId="{5E81B706-AF4A-48AD-9877-EB3E4C6CCFA3}"/>
    <pc:docChg chg="custSel addSld delSld modSld delSection modSection">
      <pc:chgData name="Jaime De León R." userId="6107559c-c399-4371-a23a-d124d3599f82" providerId="ADAL" clId="{5E81B706-AF4A-48AD-9877-EB3E4C6CCFA3}" dt="2025-03-05T05:52:56.279" v="71" actId="20577"/>
      <pc:docMkLst>
        <pc:docMk/>
      </pc:docMkLst>
      <pc:sldChg chg="del">
        <pc:chgData name="Jaime De León R." userId="6107559c-c399-4371-a23a-d124d3599f82" providerId="ADAL" clId="{5E81B706-AF4A-48AD-9877-EB3E4C6CCFA3}" dt="2025-03-05T05:46:01.125" v="0" actId="47"/>
        <pc:sldMkLst>
          <pc:docMk/>
          <pc:sldMk cId="3241727980" sldId="262"/>
        </pc:sldMkLst>
      </pc:sldChg>
      <pc:sldChg chg="del">
        <pc:chgData name="Jaime De León R." userId="6107559c-c399-4371-a23a-d124d3599f82" providerId="ADAL" clId="{5E81B706-AF4A-48AD-9877-EB3E4C6CCFA3}" dt="2025-03-05T05:46:01.125" v="0" actId="47"/>
        <pc:sldMkLst>
          <pc:docMk/>
          <pc:sldMk cId="2922173833" sldId="265"/>
        </pc:sldMkLst>
      </pc:sldChg>
      <pc:sldChg chg="del">
        <pc:chgData name="Jaime De León R." userId="6107559c-c399-4371-a23a-d124d3599f82" providerId="ADAL" clId="{5E81B706-AF4A-48AD-9877-EB3E4C6CCFA3}" dt="2025-03-05T05:46:01.125" v="0" actId="47"/>
        <pc:sldMkLst>
          <pc:docMk/>
          <pc:sldMk cId="4145090948" sldId="266"/>
        </pc:sldMkLst>
      </pc:sldChg>
      <pc:sldChg chg="del">
        <pc:chgData name="Jaime De León R." userId="6107559c-c399-4371-a23a-d124d3599f82" providerId="ADAL" clId="{5E81B706-AF4A-48AD-9877-EB3E4C6CCFA3}" dt="2025-03-05T05:46:01.125" v="0" actId="47"/>
        <pc:sldMkLst>
          <pc:docMk/>
          <pc:sldMk cId="1566961134" sldId="267"/>
        </pc:sldMkLst>
      </pc:sldChg>
      <pc:sldChg chg="del">
        <pc:chgData name="Jaime De León R." userId="6107559c-c399-4371-a23a-d124d3599f82" providerId="ADAL" clId="{5E81B706-AF4A-48AD-9877-EB3E4C6CCFA3}" dt="2025-03-05T05:46:01.125" v="0" actId="47"/>
        <pc:sldMkLst>
          <pc:docMk/>
          <pc:sldMk cId="3795566268" sldId="268"/>
        </pc:sldMkLst>
      </pc:sldChg>
      <pc:sldChg chg="del">
        <pc:chgData name="Jaime De León R." userId="6107559c-c399-4371-a23a-d124d3599f82" providerId="ADAL" clId="{5E81B706-AF4A-48AD-9877-EB3E4C6CCFA3}" dt="2025-03-05T05:46:01.125" v="0" actId="47"/>
        <pc:sldMkLst>
          <pc:docMk/>
          <pc:sldMk cId="870438126" sldId="269"/>
        </pc:sldMkLst>
      </pc:sldChg>
      <pc:sldChg chg="del">
        <pc:chgData name="Jaime De León R." userId="6107559c-c399-4371-a23a-d124d3599f82" providerId="ADAL" clId="{5E81B706-AF4A-48AD-9877-EB3E4C6CCFA3}" dt="2025-03-05T05:46:01.125" v="0" actId="47"/>
        <pc:sldMkLst>
          <pc:docMk/>
          <pc:sldMk cId="3425818223" sldId="270"/>
        </pc:sldMkLst>
      </pc:sldChg>
      <pc:sldChg chg="del">
        <pc:chgData name="Jaime De León R." userId="6107559c-c399-4371-a23a-d124d3599f82" providerId="ADAL" clId="{5E81B706-AF4A-48AD-9877-EB3E4C6CCFA3}" dt="2025-03-05T05:46:01.125" v="0" actId="47"/>
        <pc:sldMkLst>
          <pc:docMk/>
          <pc:sldMk cId="1688606035" sldId="271"/>
        </pc:sldMkLst>
      </pc:sldChg>
      <pc:sldChg chg="del">
        <pc:chgData name="Jaime De León R." userId="6107559c-c399-4371-a23a-d124d3599f82" providerId="ADAL" clId="{5E81B706-AF4A-48AD-9877-EB3E4C6CCFA3}" dt="2025-03-05T05:46:01.125" v="0" actId="47"/>
        <pc:sldMkLst>
          <pc:docMk/>
          <pc:sldMk cId="1254463813" sldId="272"/>
        </pc:sldMkLst>
      </pc:sldChg>
      <pc:sldChg chg="del">
        <pc:chgData name="Jaime De León R." userId="6107559c-c399-4371-a23a-d124d3599f82" providerId="ADAL" clId="{5E81B706-AF4A-48AD-9877-EB3E4C6CCFA3}" dt="2025-03-05T05:46:01.125" v="0" actId="47"/>
        <pc:sldMkLst>
          <pc:docMk/>
          <pc:sldMk cId="4161700530" sldId="273"/>
        </pc:sldMkLst>
      </pc:sldChg>
      <pc:sldChg chg="del">
        <pc:chgData name="Jaime De León R." userId="6107559c-c399-4371-a23a-d124d3599f82" providerId="ADAL" clId="{5E81B706-AF4A-48AD-9877-EB3E4C6CCFA3}" dt="2025-03-05T05:46:01.125" v="0" actId="47"/>
        <pc:sldMkLst>
          <pc:docMk/>
          <pc:sldMk cId="4223697094" sldId="277"/>
        </pc:sldMkLst>
      </pc:sldChg>
      <pc:sldChg chg="del">
        <pc:chgData name="Jaime De León R." userId="6107559c-c399-4371-a23a-d124d3599f82" providerId="ADAL" clId="{5E81B706-AF4A-48AD-9877-EB3E4C6CCFA3}" dt="2025-03-05T05:46:01.125" v="0" actId="47"/>
        <pc:sldMkLst>
          <pc:docMk/>
          <pc:sldMk cId="3355870206" sldId="278"/>
        </pc:sldMkLst>
      </pc:sldChg>
      <pc:sldChg chg="del">
        <pc:chgData name="Jaime De León R." userId="6107559c-c399-4371-a23a-d124d3599f82" providerId="ADAL" clId="{5E81B706-AF4A-48AD-9877-EB3E4C6CCFA3}" dt="2025-03-05T05:46:01.125" v="0" actId="47"/>
        <pc:sldMkLst>
          <pc:docMk/>
          <pc:sldMk cId="287824539" sldId="281"/>
        </pc:sldMkLst>
      </pc:sldChg>
      <pc:sldChg chg="del">
        <pc:chgData name="Jaime De León R." userId="6107559c-c399-4371-a23a-d124d3599f82" providerId="ADAL" clId="{5E81B706-AF4A-48AD-9877-EB3E4C6CCFA3}" dt="2025-03-05T05:46:01.125" v="0" actId="47"/>
        <pc:sldMkLst>
          <pc:docMk/>
          <pc:sldMk cId="1289937686" sldId="282"/>
        </pc:sldMkLst>
      </pc:sldChg>
      <pc:sldChg chg="del">
        <pc:chgData name="Jaime De León R." userId="6107559c-c399-4371-a23a-d124d3599f82" providerId="ADAL" clId="{5E81B706-AF4A-48AD-9877-EB3E4C6CCFA3}" dt="2025-03-05T05:46:01.125" v="0" actId="47"/>
        <pc:sldMkLst>
          <pc:docMk/>
          <pc:sldMk cId="1074402129" sldId="283"/>
        </pc:sldMkLst>
      </pc:sldChg>
      <pc:sldChg chg="del">
        <pc:chgData name="Jaime De León R." userId="6107559c-c399-4371-a23a-d124d3599f82" providerId="ADAL" clId="{5E81B706-AF4A-48AD-9877-EB3E4C6CCFA3}" dt="2025-03-05T05:46:01.125" v="0" actId="47"/>
        <pc:sldMkLst>
          <pc:docMk/>
          <pc:sldMk cId="3910813914" sldId="284"/>
        </pc:sldMkLst>
      </pc:sldChg>
      <pc:sldChg chg="del">
        <pc:chgData name="Jaime De León R." userId="6107559c-c399-4371-a23a-d124d3599f82" providerId="ADAL" clId="{5E81B706-AF4A-48AD-9877-EB3E4C6CCFA3}" dt="2025-03-05T05:46:01.125" v="0" actId="47"/>
        <pc:sldMkLst>
          <pc:docMk/>
          <pc:sldMk cId="3447105805" sldId="285"/>
        </pc:sldMkLst>
      </pc:sldChg>
      <pc:sldChg chg="del">
        <pc:chgData name="Jaime De León R." userId="6107559c-c399-4371-a23a-d124d3599f82" providerId="ADAL" clId="{5E81B706-AF4A-48AD-9877-EB3E4C6CCFA3}" dt="2025-03-05T05:46:01.125" v="0" actId="47"/>
        <pc:sldMkLst>
          <pc:docMk/>
          <pc:sldMk cId="2144196958" sldId="286"/>
        </pc:sldMkLst>
      </pc:sldChg>
      <pc:sldChg chg="del">
        <pc:chgData name="Jaime De León R." userId="6107559c-c399-4371-a23a-d124d3599f82" providerId="ADAL" clId="{5E81B706-AF4A-48AD-9877-EB3E4C6CCFA3}" dt="2025-03-05T05:46:01.125" v="0" actId="47"/>
        <pc:sldMkLst>
          <pc:docMk/>
          <pc:sldMk cId="386966100" sldId="287"/>
        </pc:sldMkLst>
      </pc:sldChg>
      <pc:sldChg chg="del">
        <pc:chgData name="Jaime De León R." userId="6107559c-c399-4371-a23a-d124d3599f82" providerId="ADAL" clId="{5E81B706-AF4A-48AD-9877-EB3E4C6CCFA3}" dt="2025-03-05T05:46:01.125" v="0" actId="47"/>
        <pc:sldMkLst>
          <pc:docMk/>
          <pc:sldMk cId="149950726" sldId="289"/>
        </pc:sldMkLst>
      </pc:sldChg>
      <pc:sldChg chg="del">
        <pc:chgData name="Jaime De León R." userId="6107559c-c399-4371-a23a-d124d3599f82" providerId="ADAL" clId="{5E81B706-AF4A-48AD-9877-EB3E4C6CCFA3}" dt="2025-03-05T05:46:01.125" v="0" actId="47"/>
        <pc:sldMkLst>
          <pc:docMk/>
          <pc:sldMk cId="3653561584" sldId="290"/>
        </pc:sldMkLst>
      </pc:sldChg>
      <pc:sldChg chg="del">
        <pc:chgData name="Jaime De León R." userId="6107559c-c399-4371-a23a-d124d3599f82" providerId="ADAL" clId="{5E81B706-AF4A-48AD-9877-EB3E4C6CCFA3}" dt="2025-03-05T05:46:01.125" v="0" actId="47"/>
        <pc:sldMkLst>
          <pc:docMk/>
          <pc:sldMk cId="695483299" sldId="291"/>
        </pc:sldMkLst>
      </pc:sldChg>
      <pc:sldChg chg="del">
        <pc:chgData name="Jaime De León R." userId="6107559c-c399-4371-a23a-d124d3599f82" providerId="ADAL" clId="{5E81B706-AF4A-48AD-9877-EB3E4C6CCFA3}" dt="2025-03-05T05:46:01.125" v="0" actId="47"/>
        <pc:sldMkLst>
          <pc:docMk/>
          <pc:sldMk cId="2563003898" sldId="292"/>
        </pc:sldMkLst>
      </pc:sldChg>
      <pc:sldChg chg="del">
        <pc:chgData name="Jaime De León R." userId="6107559c-c399-4371-a23a-d124d3599f82" providerId="ADAL" clId="{5E81B706-AF4A-48AD-9877-EB3E4C6CCFA3}" dt="2025-03-05T05:46:01.125" v="0" actId="47"/>
        <pc:sldMkLst>
          <pc:docMk/>
          <pc:sldMk cId="4035005942" sldId="293"/>
        </pc:sldMkLst>
      </pc:sldChg>
      <pc:sldChg chg="del">
        <pc:chgData name="Jaime De León R." userId="6107559c-c399-4371-a23a-d124d3599f82" providerId="ADAL" clId="{5E81B706-AF4A-48AD-9877-EB3E4C6CCFA3}" dt="2025-03-05T05:47:44.734" v="21" actId="47"/>
        <pc:sldMkLst>
          <pc:docMk/>
          <pc:sldMk cId="999959553" sldId="294"/>
        </pc:sldMkLst>
      </pc:sldChg>
      <pc:sldChg chg="del">
        <pc:chgData name="Jaime De León R." userId="6107559c-c399-4371-a23a-d124d3599f82" providerId="ADAL" clId="{5E81B706-AF4A-48AD-9877-EB3E4C6CCFA3}" dt="2025-03-05T05:46:01.125" v="0" actId="47"/>
        <pc:sldMkLst>
          <pc:docMk/>
          <pc:sldMk cId="616470979" sldId="300"/>
        </pc:sldMkLst>
      </pc:sldChg>
      <pc:sldChg chg="del">
        <pc:chgData name="Jaime De León R." userId="6107559c-c399-4371-a23a-d124d3599f82" providerId="ADAL" clId="{5E81B706-AF4A-48AD-9877-EB3E4C6CCFA3}" dt="2025-03-05T05:46:01.125" v="0" actId="47"/>
        <pc:sldMkLst>
          <pc:docMk/>
          <pc:sldMk cId="2865739838" sldId="301"/>
        </pc:sldMkLst>
      </pc:sldChg>
      <pc:sldChg chg="del">
        <pc:chgData name="Jaime De León R." userId="6107559c-c399-4371-a23a-d124d3599f82" providerId="ADAL" clId="{5E81B706-AF4A-48AD-9877-EB3E4C6CCFA3}" dt="2025-03-05T05:46:01.125" v="0" actId="47"/>
        <pc:sldMkLst>
          <pc:docMk/>
          <pc:sldMk cId="2382471733" sldId="303"/>
        </pc:sldMkLst>
      </pc:sldChg>
      <pc:sldChg chg="del">
        <pc:chgData name="Jaime De León R." userId="6107559c-c399-4371-a23a-d124d3599f82" providerId="ADAL" clId="{5E81B706-AF4A-48AD-9877-EB3E4C6CCFA3}" dt="2025-03-05T05:46:01.125" v="0" actId="47"/>
        <pc:sldMkLst>
          <pc:docMk/>
          <pc:sldMk cId="367535930" sldId="304"/>
        </pc:sldMkLst>
      </pc:sldChg>
      <pc:sldChg chg="del">
        <pc:chgData name="Jaime De León R." userId="6107559c-c399-4371-a23a-d124d3599f82" providerId="ADAL" clId="{5E81B706-AF4A-48AD-9877-EB3E4C6CCFA3}" dt="2025-03-05T05:46:01.125" v="0" actId="47"/>
        <pc:sldMkLst>
          <pc:docMk/>
          <pc:sldMk cId="2668757621" sldId="306"/>
        </pc:sldMkLst>
      </pc:sldChg>
      <pc:sldChg chg="del">
        <pc:chgData name="Jaime De León R." userId="6107559c-c399-4371-a23a-d124d3599f82" providerId="ADAL" clId="{5E81B706-AF4A-48AD-9877-EB3E4C6CCFA3}" dt="2025-03-05T05:46:01.125" v="0" actId="47"/>
        <pc:sldMkLst>
          <pc:docMk/>
          <pc:sldMk cId="2664877058" sldId="307"/>
        </pc:sldMkLst>
      </pc:sldChg>
      <pc:sldChg chg="del">
        <pc:chgData name="Jaime De León R." userId="6107559c-c399-4371-a23a-d124d3599f82" providerId="ADAL" clId="{5E81B706-AF4A-48AD-9877-EB3E4C6CCFA3}" dt="2025-03-05T05:46:01.125" v="0" actId="47"/>
        <pc:sldMkLst>
          <pc:docMk/>
          <pc:sldMk cId="1971763272" sldId="308"/>
        </pc:sldMkLst>
      </pc:sldChg>
      <pc:sldChg chg="del">
        <pc:chgData name="Jaime De León R." userId="6107559c-c399-4371-a23a-d124d3599f82" providerId="ADAL" clId="{5E81B706-AF4A-48AD-9877-EB3E4C6CCFA3}" dt="2025-03-05T05:46:01.125" v="0" actId="47"/>
        <pc:sldMkLst>
          <pc:docMk/>
          <pc:sldMk cId="3420987737" sldId="311"/>
        </pc:sldMkLst>
      </pc:sldChg>
      <pc:sldChg chg="del">
        <pc:chgData name="Jaime De León R." userId="6107559c-c399-4371-a23a-d124d3599f82" providerId="ADAL" clId="{5E81B706-AF4A-48AD-9877-EB3E4C6CCFA3}" dt="2025-03-05T05:46:01.125" v="0" actId="47"/>
        <pc:sldMkLst>
          <pc:docMk/>
          <pc:sldMk cId="2150554517" sldId="320"/>
        </pc:sldMkLst>
      </pc:sldChg>
      <pc:sldChg chg="del">
        <pc:chgData name="Jaime De León R." userId="6107559c-c399-4371-a23a-d124d3599f82" providerId="ADAL" clId="{5E81B706-AF4A-48AD-9877-EB3E4C6CCFA3}" dt="2025-03-05T05:46:01.125" v="0" actId="47"/>
        <pc:sldMkLst>
          <pc:docMk/>
          <pc:sldMk cId="3819095824" sldId="321"/>
        </pc:sldMkLst>
      </pc:sldChg>
      <pc:sldChg chg="del">
        <pc:chgData name="Jaime De León R." userId="6107559c-c399-4371-a23a-d124d3599f82" providerId="ADAL" clId="{5E81B706-AF4A-48AD-9877-EB3E4C6CCFA3}" dt="2025-03-05T05:46:01.125" v="0" actId="47"/>
        <pc:sldMkLst>
          <pc:docMk/>
          <pc:sldMk cId="4042867306" sldId="322"/>
        </pc:sldMkLst>
      </pc:sldChg>
      <pc:sldChg chg="del">
        <pc:chgData name="Jaime De León R." userId="6107559c-c399-4371-a23a-d124d3599f82" providerId="ADAL" clId="{5E81B706-AF4A-48AD-9877-EB3E4C6CCFA3}" dt="2025-03-05T05:46:01.125" v="0" actId="47"/>
        <pc:sldMkLst>
          <pc:docMk/>
          <pc:sldMk cId="3332888680" sldId="323"/>
        </pc:sldMkLst>
      </pc:sldChg>
      <pc:sldChg chg="del">
        <pc:chgData name="Jaime De León R." userId="6107559c-c399-4371-a23a-d124d3599f82" providerId="ADAL" clId="{5E81B706-AF4A-48AD-9877-EB3E4C6CCFA3}" dt="2025-03-05T05:46:01.125" v="0" actId="47"/>
        <pc:sldMkLst>
          <pc:docMk/>
          <pc:sldMk cId="2152731620" sldId="326"/>
        </pc:sldMkLst>
      </pc:sldChg>
      <pc:sldChg chg="add del">
        <pc:chgData name="Jaime De León R." userId="6107559c-c399-4371-a23a-d124d3599f82" providerId="ADAL" clId="{5E81B706-AF4A-48AD-9877-EB3E4C6CCFA3}" dt="2025-03-05T05:52:29.838" v="25"/>
        <pc:sldMkLst>
          <pc:docMk/>
          <pc:sldMk cId="686665196" sldId="327"/>
        </pc:sldMkLst>
      </pc:sldChg>
      <pc:sldChg chg="addSp delSp modSp mod">
        <pc:chgData name="Jaime De León R." userId="6107559c-c399-4371-a23a-d124d3599f82" providerId="ADAL" clId="{5E81B706-AF4A-48AD-9877-EB3E4C6CCFA3}" dt="2025-03-05T05:46:28.611" v="20" actId="478"/>
        <pc:sldMkLst>
          <pc:docMk/>
          <pc:sldMk cId="3546969528" sldId="347"/>
        </pc:sldMkLst>
        <pc:spChg chg="mod">
          <ac:chgData name="Jaime De León R." userId="6107559c-c399-4371-a23a-d124d3599f82" providerId="ADAL" clId="{5E81B706-AF4A-48AD-9877-EB3E4C6CCFA3}" dt="2025-03-05T05:46:16.151" v="18" actId="20577"/>
          <ac:spMkLst>
            <pc:docMk/>
            <pc:sldMk cId="3546969528" sldId="347"/>
            <ac:spMk id="2" creationId="{6C3B3EEA-9593-7B4E-2CAC-CB46544CFD6C}"/>
          </ac:spMkLst>
        </pc:spChg>
        <pc:spChg chg="del">
          <ac:chgData name="Jaime De León R." userId="6107559c-c399-4371-a23a-d124d3599f82" providerId="ADAL" clId="{5E81B706-AF4A-48AD-9877-EB3E4C6CCFA3}" dt="2025-03-05T05:46:27.133" v="19" actId="478"/>
          <ac:spMkLst>
            <pc:docMk/>
            <pc:sldMk cId="3546969528" sldId="347"/>
            <ac:spMk id="3" creationId="{5DC4FFFB-F13E-8F80-523D-6692E31E369B}"/>
          </ac:spMkLst>
        </pc:spChg>
        <pc:spChg chg="add del mod">
          <ac:chgData name="Jaime De León R." userId="6107559c-c399-4371-a23a-d124d3599f82" providerId="ADAL" clId="{5E81B706-AF4A-48AD-9877-EB3E4C6CCFA3}" dt="2025-03-05T05:46:28.611" v="20" actId="478"/>
          <ac:spMkLst>
            <pc:docMk/>
            <pc:sldMk cId="3546969528" sldId="347"/>
            <ac:spMk id="5" creationId="{2D212004-0959-6F8D-DFFE-86D82AEB632E}"/>
          </ac:spMkLst>
        </pc:spChg>
      </pc:sldChg>
      <pc:sldChg chg="del">
        <pc:chgData name="Jaime De León R." userId="6107559c-c399-4371-a23a-d124d3599f82" providerId="ADAL" clId="{5E81B706-AF4A-48AD-9877-EB3E4C6CCFA3}" dt="2025-03-05T05:46:01.125" v="0" actId="47"/>
        <pc:sldMkLst>
          <pc:docMk/>
          <pc:sldMk cId="3205869130" sldId="348"/>
        </pc:sldMkLst>
      </pc:sldChg>
      <pc:sldChg chg="del">
        <pc:chgData name="Jaime De León R." userId="6107559c-c399-4371-a23a-d124d3599f82" providerId="ADAL" clId="{5E81B706-AF4A-48AD-9877-EB3E4C6CCFA3}" dt="2025-03-05T05:46:01.125" v="0" actId="47"/>
        <pc:sldMkLst>
          <pc:docMk/>
          <pc:sldMk cId="802377326" sldId="349"/>
        </pc:sldMkLst>
      </pc:sldChg>
      <pc:sldChg chg="del">
        <pc:chgData name="Jaime De León R." userId="6107559c-c399-4371-a23a-d124d3599f82" providerId="ADAL" clId="{5E81B706-AF4A-48AD-9877-EB3E4C6CCFA3}" dt="2025-03-05T05:46:01.125" v="0" actId="47"/>
        <pc:sldMkLst>
          <pc:docMk/>
          <pc:sldMk cId="4281176916" sldId="350"/>
        </pc:sldMkLst>
      </pc:sldChg>
      <pc:sldChg chg="del">
        <pc:chgData name="Jaime De León R." userId="6107559c-c399-4371-a23a-d124d3599f82" providerId="ADAL" clId="{5E81B706-AF4A-48AD-9877-EB3E4C6CCFA3}" dt="2025-03-05T05:46:01.125" v="0" actId="47"/>
        <pc:sldMkLst>
          <pc:docMk/>
          <pc:sldMk cId="1735679493" sldId="351"/>
        </pc:sldMkLst>
      </pc:sldChg>
      <pc:sldChg chg="del">
        <pc:chgData name="Jaime De León R." userId="6107559c-c399-4371-a23a-d124d3599f82" providerId="ADAL" clId="{5E81B706-AF4A-48AD-9877-EB3E4C6CCFA3}" dt="2025-03-05T05:46:01.125" v="0" actId="47"/>
        <pc:sldMkLst>
          <pc:docMk/>
          <pc:sldMk cId="1742807660" sldId="352"/>
        </pc:sldMkLst>
      </pc:sldChg>
      <pc:sldChg chg="del">
        <pc:chgData name="Jaime De León R." userId="6107559c-c399-4371-a23a-d124d3599f82" providerId="ADAL" clId="{5E81B706-AF4A-48AD-9877-EB3E4C6CCFA3}" dt="2025-03-05T05:46:01.125" v="0" actId="47"/>
        <pc:sldMkLst>
          <pc:docMk/>
          <pc:sldMk cId="123055893" sldId="354"/>
        </pc:sldMkLst>
      </pc:sldChg>
      <pc:sldChg chg="del">
        <pc:chgData name="Jaime De León R." userId="6107559c-c399-4371-a23a-d124d3599f82" providerId="ADAL" clId="{5E81B706-AF4A-48AD-9877-EB3E4C6CCFA3}" dt="2025-03-05T05:46:01.125" v="0" actId="47"/>
        <pc:sldMkLst>
          <pc:docMk/>
          <pc:sldMk cId="2551534661" sldId="355"/>
        </pc:sldMkLst>
      </pc:sldChg>
      <pc:sldChg chg="del">
        <pc:chgData name="Jaime De León R." userId="6107559c-c399-4371-a23a-d124d3599f82" providerId="ADAL" clId="{5E81B706-AF4A-48AD-9877-EB3E4C6CCFA3}" dt="2025-03-05T05:46:01.125" v="0" actId="47"/>
        <pc:sldMkLst>
          <pc:docMk/>
          <pc:sldMk cId="1544517018" sldId="356"/>
        </pc:sldMkLst>
      </pc:sldChg>
      <pc:sldChg chg="del">
        <pc:chgData name="Jaime De León R." userId="6107559c-c399-4371-a23a-d124d3599f82" providerId="ADAL" clId="{5E81B706-AF4A-48AD-9877-EB3E4C6CCFA3}" dt="2025-03-05T05:46:01.125" v="0" actId="47"/>
        <pc:sldMkLst>
          <pc:docMk/>
          <pc:sldMk cId="1678257050" sldId="365"/>
        </pc:sldMkLst>
      </pc:sldChg>
      <pc:sldChg chg="del">
        <pc:chgData name="Jaime De León R." userId="6107559c-c399-4371-a23a-d124d3599f82" providerId="ADAL" clId="{5E81B706-AF4A-48AD-9877-EB3E4C6CCFA3}" dt="2025-03-05T05:47:44.734" v="21" actId="47"/>
        <pc:sldMkLst>
          <pc:docMk/>
          <pc:sldMk cId="1277356105" sldId="374"/>
        </pc:sldMkLst>
      </pc:sldChg>
      <pc:sldChg chg="del">
        <pc:chgData name="Jaime De León R." userId="6107559c-c399-4371-a23a-d124d3599f82" providerId="ADAL" clId="{5E81B706-AF4A-48AD-9877-EB3E4C6CCFA3}" dt="2025-03-05T05:46:01.125" v="0" actId="47"/>
        <pc:sldMkLst>
          <pc:docMk/>
          <pc:sldMk cId="2497272868" sldId="381"/>
        </pc:sldMkLst>
      </pc:sldChg>
      <pc:sldChg chg="delSp mod">
        <pc:chgData name="Jaime De León R." userId="6107559c-c399-4371-a23a-d124d3599f82" providerId="ADAL" clId="{5E81B706-AF4A-48AD-9877-EB3E4C6CCFA3}" dt="2025-03-05T05:50:03.381" v="22" actId="478"/>
        <pc:sldMkLst>
          <pc:docMk/>
          <pc:sldMk cId="2599487150" sldId="387"/>
        </pc:sldMkLst>
        <pc:graphicFrameChg chg="del">
          <ac:chgData name="Jaime De León R." userId="6107559c-c399-4371-a23a-d124d3599f82" providerId="ADAL" clId="{5E81B706-AF4A-48AD-9877-EB3E4C6CCFA3}" dt="2025-03-05T05:50:03.381" v="22" actId="478"/>
          <ac:graphicFrameMkLst>
            <pc:docMk/>
            <pc:sldMk cId="2599487150" sldId="387"/>
            <ac:graphicFrameMk id="4" creationId="{D6A84662-DC2A-6B6C-19DB-2C6E05738F2C}"/>
          </ac:graphicFrameMkLst>
        </pc:graphicFrameChg>
      </pc:sldChg>
      <pc:sldChg chg="delSp add mod">
        <pc:chgData name="Jaime De León R." userId="6107559c-c399-4371-a23a-d124d3599f82" providerId="ADAL" clId="{5E81B706-AF4A-48AD-9877-EB3E4C6CCFA3}" dt="2025-03-05T05:50:23.352" v="24" actId="478"/>
        <pc:sldMkLst>
          <pc:docMk/>
          <pc:sldMk cId="3698222938" sldId="390"/>
        </pc:sldMkLst>
        <pc:inkChg chg="del">
          <ac:chgData name="Jaime De León R." userId="6107559c-c399-4371-a23a-d124d3599f82" providerId="ADAL" clId="{5E81B706-AF4A-48AD-9877-EB3E4C6CCFA3}" dt="2025-03-05T05:50:23.352" v="24" actId="478"/>
          <ac:inkMkLst>
            <pc:docMk/>
            <pc:sldMk cId="3698222938" sldId="390"/>
            <ac:inkMk id="4" creationId="{86303E12-E1C9-C146-979E-8B8F704FF35C}"/>
          </ac:inkMkLst>
        </pc:inkChg>
      </pc:sldChg>
      <pc:sldChg chg="del">
        <pc:chgData name="Jaime De León R." userId="6107559c-c399-4371-a23a-d124d3599f82" providerId="ADAL" clId="{5E81B706-AF4A-48AD-9877-EB3E4C6CCFA3}" dt="2025-03-05T05:46:01.125" v="0" actId="47"/>
        <pc:sldMkLst>
          <pc:docMk/>
          <pc:sldMk cId="2244492029" sldId="396"/>
        </pc:sldMkLst>
      </pc:sldChg>
      <pc:sldChg chg="del">
        <pc:chgData name="Jaime De León R." userId="6107559c-c399-4371-a23a-d124d3599f82" providerId="ADAL" clId="{5E81B706-AF4A-48AD-9877-EB3E4C6CCFA3}" dt="2025-03-05T05:46:01.125" v="0" actId="47"/>
        <pc:sldMkLst>
          <pc:docMk/>
          <pc:sldMk cId="2895153731" sldId="410"/>
        </pc:sldMkLst>
      </pc:sldChg>
      <pc:sldChg chg="del">
        <pc:chgData name="Jaime De León R." userId="6107559c-c399-4371-a23a-d124d3599f82" providerId="ADAL" clId="{5E81B706-AF4A-48AD-9877-EB3E4C6CCFA3}" dt="2025-03-05T05:46:01.125" v="0" actId="47"/>
        <pc:sldMkLst>
          <pc:docMk/>
          <pc:sldMk cId="157673805" sldId="411"/>
        </pc:sldMkLst>
      </pc:sldChg>
      <pc:sldChg chg="del">
        <pc:chgData name="Jaime De León R." userId="6107559c-c399-4371-a23a-d124d3599f82" providerId="ADAL" clId="{5E81B706-AF4A-48AD-9877-EB3E4C6CCFA3}" dt="2025-03-05T05:46:01.125" v="0" actId="47"/>
        <pc:sldMkLst>
          <pc:docMk/>
          <pc:sldMk cId="3947409020" sldId="413"/>
        </pc:sldMkLst>
      </pc:sldChg>
      <pc:sldChg chg="del">
        <pc:chgData name="Jaime De León R." userId="6107559c-c399-4371-a23a-d124d3599f82" providerId="ADAL" clId="{5E81B706-AF4A-48AD-9877-EB3E4C6CCFA3}" dt="2025-03-05T05:46:01.125" v="0" actId="47"/>
        <pc:sldMkLst>
          <pc:docMk/>
          <pc:sldMk cId="3161278979" sldId="414"/>
        </pc:sldMkLst>
      </pc:sldChg>
      <pc:sldChg chg="del">
        <pc:chgData name="Jaime De León R." userId="6107559c-c399-4371-a23a-d124d3599f82" providerId="ADAL" clId="{5E81B706-AF4A-48AD-9877-EB3E4C6CCFA3}" dt="2025-03-05T05:46:01.125" v="0" actId="47"/>
        <pc:sldMkLst>
          <pc:docMk/>
          <pc:sldMk cId="3433807191" sldId="415"/>
        </pc:sldMkLst>
      </pc:sldChg>
      <pc:sldChg chg="del">
        <pc:chgData name="Jaime De León R." userId="6107559c-c399-4371-a23a-d124d3599f82" providerId="ADAL" clId="{5E81B706-AF4A-48AD-9877-EB3E4C6CCFA3}" dt="2025-03-05T05:46:01.125" v="0" actId="47"/>
        <pc:sldMkLst>
          <pc:docMk/>
          <pc:sldMk cId="204824926" sldId="416"/>
        </pc:sldMkLst>
      </pc:sldChg>
      <pc:sldChg chg="del">
        <pc:chgData name="Jaime De León R." userId="6107559c-c399-4371-a23a-d124d3599f82" providerId="ADAL" clId="{5E81B706-AF4A-48AD-9877-EB3E4C6CCFA3}" dt="2025-03-05T05:46:01.125" v="0" actId="47"/>
        <pc:sldMkLst>
          <pc:docMk/>
          <pc:sldMk cId="694796887" sldId="417"/>
        </pc:sldMkLst>
      </pc:sldChg>
      <pc:sldChg chg="del">
        <pc:chgData name="Jaime De León R." userId="6107559c-c399-4371-a23a-d124d3599f82" providerId="ADAL" clId="{5E81B706-AF4A-48AD-9877-EB3E4C6CCFA3}" dt="2025-03-05T05:46:01.125" v="0" actId="47"/>
        <pc:sldMkLst>
          <pc:docMk/>
          <pc:sldMk cId="1474815436" sldId="418"/>
        </pc:sldMkLst>
      </pc:sldChg>
      <pc:sldChg chg="del">
        <pc:chgData name="Jaime De León R." userId="6107559c-c399-4371-a23a-d124d3599f82" providerId="ADAL" clId="{5E81B706-AF4A-48AD-9877-EB3E4C6CCFA3}" dt="2025-03-05T05:46:01.125" v="0" actId="47"/>
        <pc:sldMkLst>
          <pc:docMk/>
          <pc:sldMk cId="1374858202" sldId="419"/>
        </pc:sldMkLst>
      </pc:sldChg>
      <pc:sldChg chg="del">
        <pc:chgData name="Jaime De León R." userId="6107559c-c399-4371-a23a-d124d3599f82" providerId="ADAL" clId="{5E81B706-AF4A-48AD-9877-EB3E4C6CCFA3}" dt="2025-03-05T05:46:01.125" v="0" actId="47"/>
        <pc:sldMkLst>
          <pc:docMk/>
          <pc:sldMk cId="4180148278" sldId="420"/>
        </pc:sldMkLst>
      </pc:sldChg>
      <pc:sldChg chg="del">
        <pc:chgData name="Jaime De León R." userId="6107559c-c399-4371-a23a-d124d3599f82" providerId="ADAL" clId="{5E81B706-AF4A-48AD-9877-EB3E4C6CCFA3}" dt="2025-03-05T05:46:01.125" v="0" actId="47"/>
        <pc:sldMkLst>
          <pc:docMk/>
          <pc:sldMk cId="2718120447" sldId="421"/>
        </pc:sldMkLst>
      </pc:sldChg>
      <pc:sldChg chg="del">
        <pc:chgData name="Jaime De León R." userId="6107559c-c399-4371-a23a-d124d3599f82" providerId="ADAL" clId="{5E81B706-AF4A-48AD-9877-EB3E4C6CCFA3}" dt="2025-03-05T05:46:01.125" v="0" actId="47"/>
        <pc:sldMkLst>
          <pc:docMk/>
          <pc:sldMk cId="344863327" sldId="422"/>
        </pc:sldMkLst>
      </pc:sldChg>
      <pc:sldChg chg="del">
        <pc:chgData name="Jaime De León R." userId="6107559c-c399-4371-a23a-d124d3599f82" providerId="ADAL" clId="{5E81B706-AF4A-48AD-9877-EB3E4C6CCFA3}" dt="2025-03-05T05:46:01.125" v="0" actId="47"/>
        <pc:sldMkLst>
          <pc:docMk/>
          <pc:sldMk cId="1145432329" sldId="478"/>
        </pc:sldMkLst>
      </pc:sldChg>
      <pc:sldChg chg="del">
        <pc:chgData name="Jaime De León R." userId="6107559c-c399-4371-a23a-d124d3599f82" providerId="ADAL" clId="{5E81B706-AF4A-48AD-9877-EB3E4C6CCFA3}" dt="2025-03-05T05:46:01.125" v="0" actId="47"/>
        <pc:sldMkLst>
          <pc:docMk/>
          <pc:sldMk cId="2663798520" sldId="479"/>
        </pc:sldMkLst>
      </pc:sldChg>
      <pc:sldChg chg="del">
        <pc:chgData name="Jaime De León R." userId="6107559c-c399-4371-a23a-d124d3599f82" providerId="ADAL" clId="{5E81B706-AF4A-48AD-9877-EB3E4C6CCFA3}" dt="2025-03-05T05:46:01.125" v="0" actId="47"/>
        <pc:sldMkLst>
          <pc:docMk/>
          <pc:sldMk cId="2462731453" sldId="481"/>
        </pc:sldMkLst>
      </pc:sldChg>
      <pc:sldChg chg="modSp mod">
        <pc:chgData name="Jaime De León R." userId="6107559c-c399-4371-a23a-d124d3599f82" providerId="ADAL" clId="{5E81B706-AF4A-48AD-9877-EB3E4C6CCFA3}" dt="2025-03-05T05:52:56.279" v="71" actId="20577"/>
        <pc:sldMkLst>
          <pc:docMk/>
          <pc:sldMk cId="4189862585" sldId="482"/>
        </pc:sldMkLst>
        <pc:spChg chg="mod">
          <ac:chgData name="Jaime De León R." userId="6107559c-c399-4371-a23a-d124d3599f82" providerId="ADAL" clId="{5E81B706-AF4A-48AD-9877-EB3E4C6CCFA3}" dt="2025-03-05T05:52:56.279" v="71" actId="20577"/>
          <ac:spMkLst>
            <pc:docMk/>
            <pc:sldMk cId="4189862585" sldId="482"/>
            <ac:spMk id="2" creationId="{00000000-0000-0000-0000-000000000000}"/>
          </ac:spMkLst>
        </pc:spChg>
      </pc:sldChg>
      <pc:sldChg chg="del">
        <pc:chgData name="Jaime De León R." userId="6107559c-c399-4371-a23a-d124d3599f82" providerId="ADAL" clId="{5E81B706-AF4A-48AD-9877-EB3E4C6CCFA3}" dt="2025-03-05T05:46:01.125" v="0" actId="47"/>
        <pc:sldMkLst>
          <pc:docMk/>
          <pc:sldMk cId="1951087899" sldId="488"/>
        </pc:sldMkLst>
      </pc:sldChg>
      <pc:sldChg chg="add del">
        <pc:chgData name="Jaime De León R." userId="6107559c-c399-4371-a23a-d124d3599f82" providerId="ADAL" clId="{5E81B706-AF4A-48AD-9877-EB3E4C6CCFA3}" dt="2025-03-05T05:52:29.838" v="25"/>
        <pc:sldMkLst>
          <pc:docMk/>
          <pc:sldMk cId="3416880312" sldId="491"/>
        </pc:sldMkLst>
      </pc:sldChg>
      <pc:sldChg chg="add del">
        <pc:chgData name="Jaime De León R." userId="6107559c-c399-4371-a23a-d124d3599f82" providerId="ADAL" clId="{5E81B706-AF4A-48AD-9877-EB3E4C6CCFA3}" dt="2025-03-05T05:52:29.838" v="25"/>
        <pc:sldMkLst>
          <pc:docMk/>
          <pc:sldMk cId="3517281974" sldId="492"/>
        </pc:sldMkLst>
      </pc:sldChg>
      <pc:sldChg chg="add del">
        <pc:chgData name="Jaime De León R." userId="6107559c-c399-4371-a23a-d124d3599f82" providerId="ADAL" clId="{5E81B706-AF4A-48AD-9877-EB3E4C6CCFA3}" dt="2025-03-05T05:52:29.838" v="25"/>
        <pc:sldMkLst>
          <pc:docMk/>
          <pc:sldMk cId="1937108243" sldId="493"/>
        </pc:sldMkLst>
      </pc:sldChg>
      <pc:sldChg chg="add del">
        <pc:chgData name="Jaime De León R." userId="6107559c-c399-4371-a23a-d124d3599f82" providerId="ADAL" clId="{5E81B706-AF4A-48AD-9877-EB3E4C6CCFA3}" dt="2025-03-05T05:52:29.838" v="25"/>
        <pc:sldMkLst>
          <pc:docMk/>
          <pc:sldMk cId="548095864" sldId="494"/>
        </pc:sldMkLst>
      </pc:sldChg>
      <pc:sldChg chg="add del">
        <pc:chgData name="Jaime De León R." userId="6107559c-c399-4371-a23a-d124d3599f82" providerId="ADAL" clId="{5E81B706-AF4A-48AD-9877-EB3E4C6CCFA3}" dt="2025-03-05T05:52:29.838" v="25"/>
        <pc:sldMkLst>
          <pc:docMk/>
          <pc:sldMk cId="777280832" sldId="495"/>
        </pc:sldMkLst>
      </pc:sldChg>
      <pc:sldChg chg="add del">
        <pc:chgData name="Jaime De León R." userId="6107559c-c399-4371-a23a-d124d3599f82" providerId="ADAL" clId="{5E81B706-AF4A-48AD-9877-EB3E4C6CCFA3}" dt="2025-03-05T05:52:29.838" v="25"/>
        <pc:sldMkLst>
          <pc:docMk/>
          <pc:sldMk cId="2409308896" sldId="496"/>
        </pc:sldMkLst>
      </pc:sldChg>
      <pc:sldChg chg="add del">
        <pc:chgData name="Jaime De León R." userId="6107559c-c399-4371-a23a-d124d3599f82" providerId="ADAL" clId="{5E81B706-AF4A-48AD-9877-EB3E4C6CCFA3}" dt="2025-03-05T05:52:29.838" v="25"/>
        <pc:sldMkLst>
          <pc:docMk/>
          <pc:sldMk cId="3728477071" sldId="497"/>
        </pc:sldMkLst>
      </pc:sldChg>
      <pc:sldChg chg="add">
        <pc:chgData name="Jaime De León R." userId="6107559c-c399-4371-a23a-d124d3599f82" providerId="ADAL" clId="{5E81B706-AF4A-48AD-9877-EB3E4C6CCFA3}" dt="2025-03-05T05:52:29.838" v="25"/>
        <pc:sldMkLst>
          <pc:docMk/>
          <pc:sldMk cId="1720932165" sldId="498"/>
        </pc:sldMkLst>
      </pc:sldChg>
      <pc:sldChg chg="add">
        <pc:chgData name="Jaime De León R." userId="6107559c-c399-4371-a23a-d124d3599f82" providerId="ADAL" clId="{5E81B706-AF4A-48AD-9877-EB3E4C6CCFA3}" dt="2025-03-05T05:52:29.838" v="25"/>
        <pc:sldMkLst>
          <pc:docMk/>
          <pc:sldMk cId="2399307883" sldId="499"/>
        </pc:sldMkLst>
      </pc:sldChg>
      <pc:sldChg chg="del">
        <pc:chgData name="Jaime De León R." userId="6107559c-c399-4371-a23a-d124d3599f82" providerId="ADAL" clId="{5E81B706-AF4A-48AD-9877-EB3E4C6CCFA3}" dt="2025-03-05T05:46:01.125" v="0" actId="47"/>
        <pc:sldMkLst>
          <pc:docMk/>
          <pc:sldMk cId="2000131124" sldId="501"/>
        </pc:sldMkLst>
      </pc:sldChg>
      <pc:sldChg chg="del">
        <pc:chgData name="Jaime De León R." userId="6107559c-c399-4371-a23a-d124d3599f82" providerId="ADAL" clId="{5E81B706-AF4A-48AD-9877-EB3E4C6CCFA3}" dt="2025-03-05T05:46:01.125" v="0" actId="47"/>
        <pc:sldMkLst>
          <pc:docMk/>
          <pc:sldMk cId="2532176277" sldId="502"/>
        </pc:sldMkLst>
      </pc:sldChg>
      <pc:sldChg chg="del">
        <pc:chgData name="Jaime De León R." userId="6107559c-c399-4371-a23a-d124d3599f82" providerId="ADAL" clId="{5E81B706-AF4A-48AD-9877-EB3E4C6CCFA3}" dt="2025-03-05T05:46:01.125" v="0" actId="47"/>
        <pc:sldMkLst>
          <pc:docMk/>
          <pc:sldMk cId="53805024" sldId="504"/>
        </pc:sldMkLst>
      </pc:sldChg>
      <pc:sldChg chg="del">
        <pc:chgData name="Jaime De León R." userId="6107559c-c399-4371-a23a-d124d3599f82" providerId="ADAL" clId="{5E81B706-AF4A-48AD-9877-EB3E4C6CCFA3}" dt="2025-03-05T05:46:01.125" v="0" actId="47"/>
        <pc:sldMkLst>
          <pc:docMk/>
          <pc:sldMk cId="1179121111" sldId="505"/>
        </pc:sldMkLst>
      </pc:sldChg>
      <pc:sldChg chg="add del">
        <pc:chgData name="Jaime De León R." userId="6107559c-c399-4371-a23a-d124d3599f82" providerId="ADAL" clId="{5E81B706-AF4A-48AD-9877-EB3E4C6CCFA3}" dt="2025-03-05T05:52:29.838" v="25"/>
        <pc:sldMkLst>
          <pc:docMk/>
          <pc:sldMk cId="2334826352" sldId="508"/>
        </pc:sldMkLst>
      </pc:sldChg>
      <pc:sldChg chg="del">
        <pc:chgData name="Jaime De León R." userId="6107559c-c399-4371-a23a-d124d3599f82" providerId="ADAL" clId="{5E81B706-AF4A-48AD-9877-EB3E4C6CCFA3}" dt="2025-03-05T05:46:01.125" v="0" actId="47"/>
        <pc:sldMkLst>
          <pc:docMk/>
          <pc:sldMk cId="3941836137" sldId="509"/>
        </pc:sldMkLst>
      </pc:sldChg>
      <pc:sldChg chg="add del">
        <pc:chgData name="Jaime De León R." userId="6107559c-c399-4371-a23a-d124d3599f82" providerId="ADAL" clId="{5E81B706-AF4A-48AD-9877-EB3E4C6CCFA3}" dt="2025-03-05T05:52:29.838" v="25"/>
        <pc:sldMkLst>
          <pc:docMk/>
          <pc:sldMk cId="3845791806" sldId="511"/>
        </pc:sldMkLst>
      </pc:sldChg>
      <pc:sldChg chg="add del">
        <pc:chgData name="Jaime De León R." userId="6107559c-c399-4371-a23a-d124d3599f82" providerId="ADAL" clId="{5E81B706-AF4A-48AD-9877-EB3E4C6CCFA3}" dt="2025-03-05T05:52:29.838" v="25"/>
        <pc:sldMkLst>
          <pc:docMk/>
          <pc:sldMk cId="3106223292" sldId="512"/>
        </pc:sldMkLst>
      </pc:sldChg>
      <pc:sldChg chg="add del">
        <pc:chgData name="Jaime De León R." userId="6107559c-c399-4371-a23a-d124d3599f82" providerId="ADAL" clId="{5E81B706-AF4A-48AD-9877-EB3E4C6CCFA3}" dt="2025-03-05T05:52:29.838" v="25"/>
        <pc:sldMkLst>
          <pc:docMk/>
          <pc:sldMk cId="3159693743" sldId="514"/>
        </pc:sldMkLst>
      </pc:sldChg>
      <pc:sldChg chg="del">
        <pc:chgData name="Jaime De León R." userId="6107559c-c399-4371-a23a-d124d3599f82" providerId="ADAL" clId="{5E81B706-AF4A-48AD-9877-EB3E4C6CCFA3}" dt="2025-03-05T05:47:44.734" v="21" actId="47"/>
        <pc:sldMkLst>
          <pc:docMk/>
          <pc:sldMk cId="3839550423" sldId="583"/>
        </pc:sldMkLst>
      </pc:sldChg>
      <pc:sldChg chg="del">
        <pc:chgData name="Jaime De León R." userId="6107559c-c399-4371-a23a-d124d3599f82" providerId="ADAL" clId="{5E81B706-AF4A-48AD-9877-EB3E4C6CCFA3}" dt="2025-03-05T05:47:44.734" v="21" actId="47"/>
        <pc:sldMkLst>
          <pc:docMk/>
          <pc:sldMk cId="1925147524" sldId="584"/>
        </pc:sldMkLst>
      </pc:sldChg>
      <pc:sldChg chg="del">
        <pc:chgData name="Jaime De León R." userId="6107559c-c399-4371-a23a-d124d3599f82" providerId="ADAL" clId="{5E81B706-AF4A-48AD-9877-EB3E4C6CCFA3}" dt="2025-03-05T05:47:44.734" v="21" actId="47"/>
        <pc:sldMkLst>
          <pc:docMk/>
          <pc:sldMk cId="542142539" sldId="585"/>
        </pc:sldMkLst>
      </pc:sldChg>
      <pc:sldChg chg="del">
        <pc:chgData name="Jaime De León R." userId="6107559c-c399-4371-a23a-d124d3599f82" providerId="ADAL" clId="{5E81B706-AF4A-48AD-9877-EB3E4C6CCFA3}" dt="2025-03-05T05:47:44.734" v="21" actId="47"/>
        <pc:sldMkLst>
          <pc:docMk/>
          <pc:sldMk cId="2568195192" sldId="586"/>
        </pc:sldMkLst>
      </pc:sldChg>
      <pc:sldChg chg="del">
        <pc:chgData name="Jaime De León R." userId="6107559c-c399-4371-a23a-d124d3599f82" providerId="ADAL" clId="{5E81B706-AF4A-48AD-9877-EB3E4C6CCFA3}" dt="2025-03-05T05:47:44.734" v="21" actId="47"/>
        <pc:sldMkLst>
          <pc:docMk/>
          <pc:sldMk cId="1294181688" sldId="588"/>
        </pc:sldMkLst>
      </pc:sldChg>
      <pc:sldChg chg="del">
        <pc:chgData name="Jaime De León R." userId="6107559c-c399-4371-a23a-d124d3599f82" providerId="ADAL" clId="{5E81B706-AF4A-48AD-9877-EB3E4C6CCFA3}" dt="2025-03-05T05:47:44.734" v="21" actId="47"/>
        <pc:sldMkLst>
          <pc:docMk/>
          <pc:sldMk cId="3649188670" sldId="590"/>
        </pc:sldMkLst>
      </pc:sldChg>
      <pc:sldChg chg="del">
        <pc:chgData name="Jaime De León R." userId="6107559c-c399-4371-a23a-d124d3599f82" providerId="ADAL" clId="{5E81B706-AF4A-48AD-9877-EB3E4C6CCFA3}" dt="2025-03-05T05:47:44.734" v="21" actId="47"/>
        <pc:sldMkLst>
          <pc:docMk/>
          <pc:sldMk cId="152362892" sldId="591"/>
        </pc:sldMkLst>
      </pc:sldChg>
      <pc:sldChg chg="del">
        <pc:chgData name="Jaime De León R." userId="6107559c-c399-4371-a23a-d124d3599f82" providerId="ADAL" clId="{5E81B706-AF4A-48AD-9877-EB3E4C6CCFA3}" dt="2025-03-05T05:47:44.734" v="21" actId="47"/>
        <pc:sldMkLst>
          <pc:docMk/>
          <pc:sldMk cId="4145769165" sldId="592"/>
        </pc:sldMkLst>
      </pc:sldChg>
      <pc:sldChg chg="del">
        <pc:chgData name="Jaime De León R." userId="6107559c-c399-4371-a23a-d124d3599f82" providerId="ADAL" clId="{5E81B706-AF4A-48AD-9877-EB3E4C6CCFA3}" dt="2025-03-05T05:47:44.734" v="21" actId="47"/>
        <pc:sldMkLst>
          <pc:docMk/>
          <pc:sldMk cId="1999238543" sldId="593"/>
        </pc:sldMkLst>
      </pc:sldChg>
      <pc:sldChg chg="del">
        <pc:chgData name="Jaime De León R." userId="6107559c-c399-4371-a23a-d124d3599f82" providerId="ADAL" clId="{5E81B706-AF4A-48AD-9877-EB3E4C6CCFA3}" dt="2025-03-05T05:47:44.734" v="21" actId="47"/>
        <pc:sldMkLst>
          <pc:docMk/>
          <pc:sldMk cId="4027041471" sldId="594"/>
        </pc:sldMkLst>
      </pc:sldChg>
      <pc:sldChg chg="del">
        <pc:chgData name="Jaime De León R." userId="6107559c-c399-4371-a23a-d124d3599f82" providerId="ADAL" clId="{5E81B706-AF4A-48AD-9877-EB3E4C6CCFA3}" dt="2025-03-05T05:47:44.734" v="21" actId="47"/>
        <pc:sldMkLst>
          <pc:docMk/>
          <pc:sldMk cId="1170472305" sldId="595"/>
        </pc:sldMkLst>
      </pc:sldChg>
      <pc:sldChg chg="del">
        <pc:chgData name="Jaime De León R." userId="6107559c-c399-4371-a23a-d124d3599f82" providerId="ADAL" clId="{5E81B706-AF4A-48AD-9877-EB3E4C6CCFA3}" dt="2025-03-05T05:47:44.734" v="21" actId="47"/>
        <pc:sldMkLst>
          <pc:docMk/>
          <pc:sldMk cId="119994796" sldId="596"/>
        </pc:sldMkLst>
      </pc:sldChg>
      <pc:sldChg chg="del">
        <pc:chgData name="Jaime De León R." userId="6107559c-c399-4371-a23a-d124d3599f82" providerId="ADAL" clId="{5E81B706-AF4A-48AD-9877-EB3E4C6CCFA3}" dt="2025-03-05T05:47:44.734" v="21" actId="47"/>
        <pc:sldMkLst>
          <pc:docMk/>
          <pc:sldMk cId="2310703351" sldId="597"/>
        </pc:sldMkLst>
      </pc:sldChg>
      <pc:sldChg chg="del">
        <pc:chgData name="Jaime De León R." userId="6107559c-c399-4371-a23a-d124d3599f82" providerId="ADAL" clId="{5E81B706-AF4A-48AD-9877-EB3E4C6CCFA3}" dt="2025-03-05T05:47:44.734" v="21" actId="47"/>
        <pc:sldMkLst>
          <pc:docMk/>
          <pc:sldMk cId="472173274" sldId="599"/>
        </pc:sldMkLst>
      </pc:sldChg>
      <pc:sldChg chg="del">
        <pc:chgData name="Jaime De León R." userId="6107559c-c399-4371-a23a-d124d3599f82" providerId="ADAL" clId="{5E81B706-AF4A-48AD-9877-EB3E4C6CCFA3}" dt="2025-03-05T05:47:44.734" v="21" actId="47"/>
        <pc:sldMkLst>
          <pc:docMk/>
          <pc:sldMk cId="1190243216" sldId="600"/>
        </pc:sldMkLst>
      </pc:sldChg>
      <pc:sldChg chg="del">
        <pc:chgData name="Jaime De León R." userId="6107559c-c399-4371-a23a-d124d3599f82" providerId="ADAL" clId="{5E81B706-AF4A-48AD-9877-EB3E4C6CCFA3}" dt="2025-03-05T05:47:44.734" v="21" actId="47"/>
        <pc:sldMkLst>
          <pc:docMk/>
          <pc:sldMk cId="4048834710" sldId="603"/>
        </pc:sldMkLst>
      </pc:sldChg>
      <pc:sldChg chg="del">
        <pc:chgData name="Jaime De León R." userId="6107559c-c399-4371-a23a-d124d3599f82" providerId="ADAL" clId="{5E81B706-AF4A-48AD-9877-EB3E4C6CCFA3}" dt="2025-03-05T05:47:44.734" v="21" actId="47"/>
        <pc:sldMkLst>
          <pc:docMk/>
          <pc:sldMk cId="2002411937" sldId="604"/>
        </pc:sldMkLst>
      </pc:sldChg>
      <pc:sldChg chg="del">
        <pc:chgData name="Jaime De León R." userId="6107559c-c399-4371-a23a-d124d3599f82" providerId="ADAL" clId="{5E81B706-AF4A-48AD-9877-EB3E4C6CCFA3}" dt="2025-03-05T05:47:44.734" v="21" actId="47"/>
        <pc:sldMkLst>
          <pc:docMk/>
          <pc:sldMk cId="1681670386" sldId="659"/>
        </pc:sldMkLst>
      </pc:sldChg>
      <pc:sldChg chg="del">
        <pc:chgData name="Jaime De León R." userId="6107559c-c399-4371-a23a-d124d3599f82" providerId="ADAL" clId="{5E81B706-AF4A-48AD-9877-EB3E4C6CCFA3}" dt="2025-03-05T05:47:44.734" v="21" actId="47"/>
        <pc:sldMkLst>
          <pc:docMk/>
          <pc:sldMk cId="966110655" sldId="688"/>
        </pc:sldMkLst>
      </pc:sldChg>
      <pc:sldChg chg="del">
        <pc:chgData name="Jaime De León R." userId="6107559c-c399-4371-a23a-d124d3599f82" providerId="ADAL" clId="{5E81B706-AF4A-48AD-9877-EB3E4C6CCFA3}" dt="2025-03-05T05:47:44.734" v="21" actId="47"/>
        <pc:sldMkLst>
          <pc:docMk/>
          <pc:sldMk cId="2457637234" sldId="689"/>
        </pc:sldMkLst>
      </pc:sldChg>
      <pc:sldChg chg="del">
        <pc:chgData name="Jaime De León R." userId="6107559c-c399-4371-a23a-d124d3599f82" providerId="ADAL" clId="{5E81B706-AF4A-48AD-9877-EB3E4C6CCFA3}" dt="2025-03-05T05:46:01.125" v="0" actId="47"/>
        <pc:sldMkLst>
          <pc:docMk/>
          <pc:sldMk cId="3305992654" sldId="693"/>
        </pc:sldMkLst>
      </pc:sldChg>
      <pc:sldChg chg="del">
        <pc:chgData name="Jaime De León R." userId="6107559c-c399-4371-a23a-d124d3599f82" providerId="ADAL" clId="{5E81B706-AF4A-48AD-9877-EB3E4C6CCFA3}" dt="2025-03-05T05:46:01.125" v="0" actId="47"/>
        <pc:sldMkLst>
          <pc:docMk/>
          <pc:sldMk cId="3808898665" sldId="694"/>
        </pc:sldMkLst>
      </pc:sldChg>
      <pc:sldChg chg="del">
        <pc:chgData name="Jaime De León R." userId="6107559c-c399-4371-a23a-d124d3599f82" providerId="ADAL" clId="{5E81B706-AF4A-48AD-9877-EB3E4C6CCFA3}" dt="2025-03-05T05:46:01.125" v="0" actId="47"/>
        <pc:sldMkLst>
          <pc:docMk/>
          <pc:sldMk cId="2492453517" sldId="696"/>
        </pc:sldMkLst>
      </pc:sldChg>
      <pc:sldChg chg="del">
        <pc:chgData name="Jaime De León R." userId="6107559c-c399-4371-a23a-d124d3599f82" providerId="ADAL" clId="{5E81B706-AF4A-48AD-9877-EB3E4C6CCFA3}" dt="2025-03-05T05:46:01.125" v="0" actId="47"/>
        <pc:sldMkLst>
          <pc:docMk/>
          <pc:sldMk cId="379094115" sldId="697"/>
        </pc:sldMkLst>
      </pc:sldChg>
      <pc:sldChg chg="del">
        <pc:chgData name="Jaime De León R." userId="6107559c-c399-4371-a23a-d124d3599f82" providerId="ADAL" clId="{5E81B706-AF4A-48AD-9877-EB3E4C6CCFA3}" dt="2025-03-05T05:46:01.125" v="0" actId="47"/>
        <pc:sldMkLst>
          <pc:docMk/>
          <pc:sldMk cId="2078290383" sldId="701"/>
        </pc:sldMkLst>
      </pc:sldChg>
      <pc:sldChg chg="del">
        <pc:chgData name="Jaime De León R." userId="6107559c-c399-4371-a23a-d124d3599f82" providerId="ADAL" clId="{5E81B706-AF4A-48AD-9877-EB3E4C6CCFA3}" dt="2025-03-05T05:46:01.125" v="0" actId="47"/>
        <pc:sldMkLst>
          <pc:docMk/>
          <pc:sldMk cId="1060920276" sldId="702"/>
        </pc:sldMkLst>
      </pc:sldChg>
      <pc:sldChg chg="del">
        <pc:chgData name="Jaime De León R." userId="6107559c-c399-4371-a23a-d124d3599f82" providerId="ADAL" clId="{5E81B706-AF4A-48AD-9877-EB3E4C6CCFA3}" dt="2025-03-05T05:46:01.125" v="0" actId="47"/>
        <pc:sldMkLst>
          <pc:docMk/>
          <pc:sldMk cId="2207716749" sldId="705"/>
        </pc:sldMkLst>
      </pc:sldChg>
      <pc:sldChg chg="del">
        <pc:chgData name="Jaime De León R." userId="6107559c-c399-4371-a23a-d124d3599f82" providerId="ADAL" clId="{5E81B706-AF4A-48AD-9877-EB3E4C6CCFA3}" dt="2025-03-05T05:46:01.125" v="0" actId="47"/>
        <pc:sldMkLst>
          <pc:docMk/>
          <pc:sldMk cId="3021828446" sldId="707"/>
        </pc:sldMkLst>
      </pc:sldChg>
      <pc:sldChg chg="del">
        <pc:chgData name="Jaime De León R." userId="6107559c-c399-4371-a23a-d124d3599f82" providerId="ADAL" clId="{5E81B706-AF4A-48AD-9877-EB3E4C6CCFA3}" dt="2025-03-05T05:47:44.734" v="21" actId="47"/>
        <pc:sldMkLst>
          <pc:docMk/>
          <pc:sldMk cId="1058466418" sldId="719"/>
        </pc:sldMkLst>
      </pc:sldChg>
      <pc:sldChg chg="del">
        <pc:chgData name="Jaime De León R." userId="6107559c-c399-4371-a23a-d124d3599f82" providerId="ADAL" clId="{5E81B706-AF4A-48AD-9877-EB3E4C6CCFA3}" dt="2025-03-05T05:47:44.734" v="21" actId="47"/>
        <pc:sldMkLst>
          <pc:docMk/>
          <pc:sldMk cId="1926229604" sldId="728"/>
        </pc:sldMkLst>
      </pc:sldChg>
      <pc:sldChg chg="del">
        <pc:chgData name="Jaime De León R." userId="6107559c-c399-4371-a23a-d124d3599f82" providerId="ADAL" clId="{5E81B706-AF4A-48AD-9877-EB3E4C6CCFA3}" dt="2025-03-05T05:47:44.734" v="21" actId="47"/>
        <pc:sldMkLst>
          <pc:docMk/>
          <pc:sldMk cId="3351641799" sldId="730"/>
        </pc:sldMkLst>
      </pc:sldChg>
      <pc:sldChg chg="del">
        <pc:chgData name="Jaime De León R." userId="6107559c-c399-4371-a23a-d124d3599f82" providerId="ADAL" clId="{5E81B706-AF4A-48AD-9877-EB3E4C6CCFA3}" dt="2025-03-05T05:47:44.734" v="21" actId="47"/>
        <pc:sldMkLst>
          <pc:docMk/>
          <pc:sldMk cId="3108000985" sldId="741"/>
        </pc:sldMkLst>
      </pc:sldChg>
      <pc:sldChg chg="del">
        <pc:chgData name="Jaime De León R." userId="6107559c-c399-4371-a23a-d124d3599f82" providerId="ADAL" clId="{5E81B706-AF4A-48AD-9877-EB3E4C6CCFA3}" dt="2025-03-05T05:47:44.734" v="21" actId="47"/>
        <pc:sldMkLst>
          <pc:docMk/>
          <pc:sldMk cId="1549180168" sldId="742"/>
        </pc:sldMkLst>
      </pc:sldChg>
      <pc:sldChg chg="del">
        <pc:chgData name="Jaime De León R." userId="6107559c-c399-4371-a23a-d124d3599f82" providerId="ADAL" clId="{5E81B706-AF4A-48AD-9877-EB3E4C6CCFA3}" dt="2025-03-05T05:47:44.734" v="21" actId="47"/>
        <pc:sldMkLst>
          <pc:docMk/>
          <pc:sldMk cId="1567137301" sldId="753"/>
        </pc:sldMkLst>
      </pc:sldChg>
      <pc:sldChg chg="del">
        <pc:chgData name="Jaime De León R." userId="6107559c-c399-4371-a23a-d124d3599f82" providerId="ADAL" clId="{5E81B706-AF4A-48AD-9877-EB3E4C6CCFA3}" dt="2025-03-05T05:47:44.734" v="21" actId="47"/>
        <pc:sldMkLst>
          <pc:docMk/>
          <pc:sldMk cId="1667395908" sldId="754"/>
        </pc:sldMkLst>
      </pc:sldChg>
      <pc:sldChg chg="del">
        <pc:chgData name="Jaime De León R." userId="6107559c-c399-4371-a23a-d124d3599f82" providerId="ADAL" clId="{5E81B706-AF4A-48AD-9877-EB3E4C6CCFA3}" dt="2025-03-05T05:47:44.734" v="21" actId="47"/>
        <pc:sldMkLst>
          <pc:docMk/>
          <pc:sldMk cId="2524261736" sldId="756"/>
        </pc:sldMkLst>
      </pc:sldChg>
      <pc:sldChg chg="del">
        <pc:chgData name="Jaime De León R." userId="6107559c-c399-4371-a23a-d124d3599f82" providerId="ADAL" clId="{5E81B706-AF4A-48AD-9877-EB3E4C6CCFA3}" dt="2025-03-05T05:46:01.125" v="0" actId="47"/>
        <pc:sldMkLst>
          <pc:docMk/>
          <pc:sldMk cId="109315005" sldId="794"/>
        </pc:sldMkLst>
      </pc:sldChg>
      <pc:sldChg chg="del">
        <pc:chgData name="Jaime De León R." userId="6107559c-c399-4371-a23a-d124d3599f82" providerId="ADAL" clId="{5E81B706-AF4A-48AD-9877-EB3E4C6CCFA3}" dt="2025-03-05T05:46:01.125" v="0" actId="47"/>
        <pc:sldMkLst>
          <pc:docMk/>
          <pc:sldMk cId="4047069567" sldId="795"/>
        </pc:sldMkLst>
      </pc:sldChg>
      <pc:sldChg chg="del">
        <pc:chgData name="Jaime De León R." userId="6107559c-c399-4371-a23a-d124d3599f82" providerId="ADAL" clId="{5E81B706-AF4A-48AD-9877-EB3E4C6CCFA3}" dt="2025-03-05T05:46:01.125" v="0" actId="47"/>
        <pc:sldMkLst>
          <pc:docMk/>
          <pc:sldMk cId="571127477" sldId="796"/>
        </pc:sldMkLst>
      </pc:sldChg>
      <pc:sldChg chg="del">
        <pc:chgData name="Jaime De León R." userId="6107559c-c399-4371-a23a-d124d3599f82" providerId="ADAL" clId="{5E81B706-AF4A-48AD-9877-EB3E4C6CCFA3}" dt="2025-03-05T05:46:01.125" v="0" actId="47"/>
        <pc:sldMkLst>
          <pc:docMk/>
          <pc:sldMk cId="2186854291" sldId="798"/>
        </pc:sldMkLst>
      </pc:sldChg>
      <pc:sldChg chg="del">
        <pc:chgData name="Jaime De León R." userId="6107559c-c399-4371-a23a-d124d3599f82" providerId="ADAL" clId="{5E81B706-AF4A-48AD-9877-EB3E4C6CCFA3}" dt="2025-03-05T05:46:01.125" v="0" actId="47"/>
        <pc:sldMkLst>
          <pc:docMk/>
          <pc:sldMk cId="2017691966" sldId="826"/>
        </pc:sldMkLst>
      </pc:sldChg>
      <pc:sldChg chg="del">
        <pc:chgData name="Jaime De León R." userId="6107559c-c399-4371-a23a-d124d3599f82" providerId="ADAL" clId="{5E81B706-AF4A-48AD-9877-EB3E4C6CCFA3}" dt="2025-03-05T05:46:01.125" v="0" actId="47"/>
        <pc:sldMkLst>
          <pc:docMk/>
          <pc:sldMk cId="289533421" sldId="827"/>
        </pc:sldMkLst>
      </pc:sldChg>
      <pc:sldChg chg="del">
        <pc:chgData name="Jaime De León R." userId="6107559c-c399-4371-a23a-d124d3599f82" providerId="ADAL" clId="{5E81B706-AF4A-48AD-9877-EB3E4C6CCFA3}" dt="2025-03-05T05:46:01.125" v="0" actId="47"/>
        <pc:sldMkLst>
          <pc:docMk/>
          <pc:sldMk cId="4198439349" sldId="828"/>
        </pc:sldMkLst>
      </pc:sldChg>
      <pc:sldChg chg="del">
        <pc:chgData name="Jaime De León R." userId="6107559c-c399-4371-a23a-d124d3599f82" providerId="ADAL" clId="{5E81B706-AF4A-48AD-9877-EB3E4C6CCFA3}" dt="2025-03-05T05:46:01.125" v="0" actId="47"/>
        <pc:sldMkLst>
          <pc:docMk/>
          <pc:sldMk cId="3253811788" sldId="836"/>
        </pc:sldMkLst>
      </pc:sldChg>
      <pc:sldChg chg="add del">
        <pc:chgData name="Jaime De León R." userId="6107559c-c399-4371-a23a-d124d3599f82" providerId="ADAL" clId="{5E81B706-AF4A-48AD-9877-EB3E4C6CCFA3}" dt="2025-03-05T05:52:29.838" v="25"/>
        <pc:sldMkLst>
          <pc:docMk/>
          <pc:sldMk cId="2303947411" sldId="842"/>
        </pc:sldMkLst>
      </pc:sldChg>
      <pc:sldChg chg="del">
        <pc:chgData name="Jaime De León R." userId="6107559c-c399-4371-a23a-d124d3599f82" providerId="ADAL" clId="{5E81B706-AF4A-48AD-9877-EB3E4C6CCFA3}" dt="2025-03-05T05:46:01.125" v="0" actId="47"/>
        <pc:sldMkLst>
          <pc:docMk/>
          <pc:sldMk cId="1667041698" sldId="848"/>
        </pc:sldMkLst>
      </pc:sldChg>
      <pc:sldChg chg="del">
        <pc:chgData name="Jaime De León R." userId="6107559c-c399-4371-a23a-d124d3599f82" providerId="ADAL" clId="{5E81B706-AF4A-48AD-9877-EB3E4C6CCFA3}" dt="2025-03-05T05:46:01.125" v="0" actId="47"/>
        <pc:sldMkLst>
          <pc:docMk/>
          <pc:sldMk cId="888963773" sldId="849"/>
        </pc:sldMkLst>
      </pc:sldChg>
      <pc:sldChg chg="del">
        <pc:chgData name="Jaime De León R." userId="6107559c-c399-4371-a23a-d124d3599f82" providerId="ADAL" clId="{5E81B706-AF4A-48AD-9877-EB3E4C6CCFA3}" dt="2025-03-05T05:47:44.734" v="21" actId="47"/>
        <pc:sldMkLst>
          <pc:docMk/>
          <pc:sldMk cId="1424947504" sldId="852"/>
        </pc:sldMkLst>
      </pc:sldChg>
      <pc:sldChg chg="del">
        <pc:chgData name="Jaime De León R." userId="6107559c-c399-4371-a23a-d124d3599f82" providerId="ADAL" clId="{5E81B706-AF4A-48AD-9877-EB3E4C6CCFA3}" dt="2025-03-05T05:47:44.734" v="21" actId="47"/>
        <pc:sldMkLst>
          <pc:docMk/>
          <pc:sldMk cId="2756026630" sldId="853"/>
        </pc:sldMkLst>
      </pc:sldChg>
      <pc:sldChg chg="del">
        <pc:chgData name="Jaime De León R." userId="6107559c-c399-4371-a23a-d124d3599f82" providerId="ADAL" clId="{5E81B706-AF4A-48AD-9877-EB3E4C6CCFA3}" dt="2025-03-05T05:47:44.734" v="21" actId="47"/>
        <pc:sldMkLst>
          <pc:docMk/>
          <pc:sldMk cId="2946809093" sldId="854"/>
        </pc:sldMkLst>
      </pc:sldChg>
      <pc:sldChg chg="del">
        <pc:chgData name="Jaime De León R." userId="6107559c-c399-4371-a23a-d124d3599f82" providerId="ADAL" clId="{5E81B706-AF4A-48AD-9877-EB3E4C6CCFA3}" dt="2025-03-05T05:47:44.734" v="21" actId="47"/>
        <pc:sldMkLst>
          <pc:docMk/>
          <pc:sldMk cId="1191662605" sldId="856"/>
        </pc:sldMkLst>
      </pc:sldChg>
      <pc:sldChg chg="del">
        <pc:chgData name="Jaime De León R." userId="6107559c-c399-4371-a23a-d124d3599f82" providerId="ADAL" clId="{5E81B706-AF4A-48AD-9877-EB3E4C6CCFA3}" dt="2025-03-05T05:47:44.734" v="21" actId="47"/>
        <pc:sldMkLst>
          <pc:docMk/>
          <pc:sldMk cId="4045702994" sldId="857"/>
        </pc:sldMkLst>
      </pc:sldChg>
      <pc:sldChg chg="del">
        <pc:chgData name="Jaime De León R." userId="6107559c-c399-4371-a23a-d124d3599f82" providerId="ADAL" clId="{5E81B706-AF4A-48AD-9877-EB3E4C6CCFA3}" dt="2025-03-05T05:47:44.734" v="21" actId="47"/>
        <pc:sldMkLst>
          <pc:docMk/>
          <pc:sldMk cId="1562331271" sldId="858"/>
        </pc:sldMkLst>
      </pc:sldChg>
      <pc:sldChg chg="del">
        <pc:chgData name="Jaime De León R." userId="6107559c-c399-4371-a23a-d124d3599f82" providerId="ADAL" clId="{5E81B706-AF4A-48AD-9877-EB3E4C6CCFA3}" dt="2025-03-05T05:47:44.734" v="21" actId="47"/>
        <pc:sldMkLst>
          <pc:docMk/>
          <pc:sldMk cId="21908099" sldId="859"/>
        </pc:sldMkLst>
      </pc:sldChg>
      <pc:sldChg chg="del">
        <pc:chgData name="Jaime De León R." userId="6107559c-c399-4371-a23a-d124d3599f82" providerId="ADAL" clId="{5E81B706-AF4A-48AD-9877-EB3E4C6CCFA3}" dt="2025-03-05T05:47:44.734" v="21" actId="47"/>
        <pc:sldMkLst>
          <pc:docMk/>
          <pc:sldMk cId="313316238" sldId="860"/>
        </pc:sldMkLst>
      </pc:sldChg>
      <pc:sldChg chg="del">
        <pc:chgData name="Jaime De León R." userId="6107559c-c399-4371-a23a-d124d3599f82" providerId="ADAL" clId="{5E81B706-AF4A-48AD-9877-EB3E4C6CCFA3}" dt="2025-03-05T05:47:44.734" v="21" actId="47"/>
        <pc:sldMkLst>
          <pc:docMk/>
          <pc:sldMk cId="3065751802" sldId="861"/>
        </pc:sldMkLst>
      </pc:sldChg>
      <pc:sldChg chg="del">
        <pc:chgData name="Jaime De León R." userId="6107559c-c399-4371-a23a-d124d3599f82" providerId="ADAL" clId="{5E81B706-AF4A-48AD-9877-EB3E4C6CCFA3}" dt="2025-03-05T05:47:44.734" v="21" actId="47"/>
        <pc:sldMkLst>
          <pc:docMk/>
          <pc:sldMk cId="3270796015" sldId="862"/>
        </pc:sldMkLst>
      </pc:sldChg>
      <pc:sldChg chg="del">
        <pc:chgData name="Jaime De León R." userId="6107559c-c399-4371-a23a-d124d3599f82" providerId="ADAL" clId="{5E81B706-AF4A-48AD-9877-EB3E4C6CCFA3}" dt="2025-03-05T05:47:44.734" v="21" actId="47"/>
        <pc:sldMkLst>
          <pc:docMk/>
          <pc:sldMk cId="2780132303" sldId="863"/>
        </pc:sldMkLst>
      </pc:sldChg>
      <pc:sldChg chg="del">
        <pc:chgData name="Jaime De León R." userId="6107559c-c399-4371-a23a-d124d3599f82" providerId="ADAL" clId="{5E81B706-AF4A-48AD-9877-EB3E4C6CCFA3}" dt="2025-03-05T05:47:44.734" v="21" actId="47"/>
        <pc:sldMkLst>
          <pc:docMk/>
          <pc:sldMk cId="2098258464" sldId="864"/>
        </pc:sldMkLst>
      </pc:sldChg>
      <pc:sldChg chg="del">
        <pc:chgData name="Jaime De León R." userId="6107559c-c399-4371-a23a-d124d3599f82" providerId="ADAL" clId="{5E81B706-AF4A-48AD-9877-EB3E4C6CCFA3}" dt="2025-03-05T05:47:44.734" v="21" actId="47"/>
        <pc:sldMkLst>
          <pc:docMk/>
          <pc:sldMk cId="600762728" sldId="865"/>
        </pc:sldMkLst>
      </pc:sldChg>
      <pc:sldChg chg="del">
        <pc:chgData name="Jaime De León R." userId="6107559c-c399-4371-a23a-d124d3599f82" providerId="ADAL" clId="{5E81B706-AF4A-48AD-9877-EB3E4C6CCFA3}" dt="2025-03-05T05:47:44.734" v="21" actId="47"/>
        <pc:sldMkLst>
          <pc:docMk/>
          <pc:sldMk cId="2770275454" sldId="866"/>
        </pc:sldMkLst>
      </pc:sldChg>
      <pc:sldChg chg="del">
        <pc:chgData name="Jaime De León R." userId="6107559c-c399-4371-a23a-d124d3599f82" providerId="ADAL" clId="{5E81B706-AF4A-48AD-9877-EB3E4C6CCFA3}" dt="2025-03-05T05:47:44.734" v="21" actId="47"/>
        <pc:sldMkLst>
          <pc:docMk/>
          <pc:sldMk cId="429250640" sldId="867"/>
        </pc:sldMkLst>
      </pc:sldChg>
      <pc:sldChg chg="del">
        <pc:chgData name="Jaime De León R." userId="6107559c-c399-4371-a23a-d124d3599f82" providerId="ADAL" clId="{5E81B706-AF4A-48AD-9877-EB3E4C6CCFA3}" dt="2025-03-05T05:47:44.734" v="21" actId="47"/>
        <pc:sldMkLst>
          <pc:docMk/>
          <pc:sldMk cId="999666196" sldId="869"/>
        </pc:sldMkLst>
      </pc:sldChg>
      <pc:sldChg chg="del">
        <pc:chgData name="Jaime De León R." userId="6107559c-c399-4371-a23a-d124d3599f82" providerId="ADAL" clId="{5E81B706-AF4A-48AD-9877-EB3E4C6CCFA3}" dt="2025-03-05T05:47:44.734" v="21" actId="47"/>
        <pc:sldMkLst>
          <pc:docMk/>
          <pc:sldMk cId="4111893151" sldId="870"/>
        </pc:sldMkLst>
      </pc:sldChg>
      <pc:sldChg chg="del">
        <pc:chgData name="Jaime De León R." userId="6107559c-c399-4371-a23a-d124d3599f82" providerId="ADAL" clId="{5E81B706-AF4A-48AD-9877-EB3E4C6CCFA3}" dt="2025-03-05T05:47:44.734" v="21" actId="47"/>
        <pc:sldMkLst>
          <pc:docMk/>
          <pc:sldMk cId="2180580418" sldId="871"/>
        </pc:sldMkLst>
      </pc:sldChg>
      <pc:sldChg chg="del">
        <pc:chgData name="Jaime De León R." userId="6107559c-c399-4371-a23a-d124d3599f82" providerId="ADAL" clId="{5E81B706-AF4A-48AD-9877-EB3E4C6CCFA3}" dt="2025-03-05T05:47:44.734" v="21" actId="47"/>
        <pc:sldMkLst>
          <pc:docMk/>
          <pc:sldMk cId="1566434747" sldId="872"/>
        </pc:sldMkLst>
      </pc:sldChg>
      <pc:sldChg chg="del">
        <pc:chgData name="Jaime De León R." userId="6107559c-c399-4371-a23a-d124d3599f82" providerId="ADAL" clId="{5E81B706-AF4A-48AD-9877-EB3E4C6CCFA3}" dt="2025-03-05T05:47:44.734" v="21" actId="47"/>
        <pc:sldMkLst>
          <pc:docMk/>
          <pc:sldMk cId="3381418898" sldId="873"/>
        </pc:sldMkLst>
      </pc:sldChg>
      <pc:sldChg chg="del">
        <pc:chgData name="Jaime De León R." userId="6107559c-c399-4371-a23a-d124d3599f82" providerId="ADAL" clId="{5E81B706-AF4A-48AD-9877-EB3E4C6CCFA3}" dt="2025-03-05T05:47:44.734" v="21" actId="47"/>
        <pc:sldMkLst>
          <pc:docMk/>
          <pc:sldMk cId="534348967" sldId="874"/>
        </pc:sldMkLst>
      </pc:sldChg>
      <pc:sldChg chg="del">
        <pc:chgData name="Jaime De León R." userId="6107559c-c399-4371-a23a-d124d3599f82" providerId="ADAL" clId="{5E81B706-AF4A-48AD-9877-EB3E4C6CCFA3}" dt="2025-03-05T05:47:44.734" v="21" actId="47"/>
        <pc:sldMkLst>
          <pc:docMk/>
          <pc:sldMk cId="2804361030" sldId="878"/>
        </pc:sldMkLst>
      </pc:sldChg>
      <pc:sldChg chg="del">
        <pc:chgData name="Jaime De León R." userId="6107559c-c399-4371-a23a-d124d3599f82" providerId="ADAL" clId="{5E81B706-AF4A-48AD-9877-EB3E4C6CCFA3}" dt="2025-03-05T05:47:44.734" v="21" actId="47"/>
        <pc:sldMkLst>
          <pc:docMk/>
          <pc:sldMk cId="2621562576" sldId="879"/>
        </pc:sldMkLst>
      </pc:sldChg>
      <pc:sldChg chg="del">
        <pc:chgData name="Jaime De León R." userId="6107559c-c399-4371-a23a-d124d3599f82" providerId="ADAL" clId="{5E81B706-AF4A-48AD-9877-EB3E4C6CCFA3}" dt="2025-03-05T05:47:44.734" v="21" actId="47"/>
        <pc:sldMkLst>
          <pc:docMk/>
          <pc:sldMk cId="3242948947" sldId="880"/>
        </pc:sldMkLst>
      </pc:sldChg>
      <pc:sldChg chg="del">
        <pc:chgData name="Jaime De León R." userId="6107559c-c399-4371-a23a-d124d3599f82" providerId="ADAL" clId="{5E81B706-AF4A-48AD-9877-EB3E4C6CCFA3}" dt="2025-03-05T05:47:44.734" v="21" actId="47"/>
        <pc:sldMkLst>
          <pc:docMk/>
          <pc:sldMk cId="3406399862" sldId="881"/>
        </pc:sldMkLst>
      </pc:sldChg>
      <pc:sldChg chg="del">
        <pc:chgData name="Jaime De León R." userId="6107559c-c399-4371-a23a-d124d3599f82" providerId="ADAL" clId="{5E81B706-AF4A-48AD-9877-EB3E4C6CCFA3}" dt="2025-03-05T05:47:44.734" v="21" actId="47"/>
        <pc:sldMkLst>
          <pc:docMk/>
          <pc:sldMk cId="3242247307" sldId="882"/>
        </pc:sldMkLst>
      </pc:sldChg>
      <pc:sldChg chg="del">
        <pc:chgData name="Jaime De León R." userId="6107559c-c399-4371-a23a-d124d3599f82" providerId="ADAL" clId="{5E81B706-AF4A-48AD-9877-EB3E4C6CCFA3}" dt="2025-03-05T05:47:44.734" v="21" actId="47"/>
        <pc:sldMkLst>
          <pc:docMk/>
          <pc:sldMk cId="1023667642" sldId="883"/>
        </pc:sldMkLst>
      </pc:sldChg>
      <pc:sldChg chg="del">
        <pc:chgData name="Jaime De León R." userId="6107559c-c399-4371-a23a-d124d3599f82" providerId="ADAL" clId="{5E81B706-AF4A-48AD-9877-EB3E4C6CCFA3}" dt="2025-03-05T05:47:44.734" v="21" actId="47"/>
        <pc:sldMkLst>
          <pc:docMk/>
          <pc:sldMk cId="1585766251" sldId="884"/>
        </pc:sldMkLst>
      </pc:sldChg>
      <pc:sldChg chg="del">
        <pc:chgData name="Jaime De León R." userId="6107559c-c399-4371-a23a-d124d3599f82" providerId="ADAL" clId="{5E81B706-AF4A-48AD-9877-EB3E4C6CCFA3}" dt="2025-03-05T05:47:44.734" v="21" actId="47"/>
        <pc:sldMkLst>
          <pc:docMk/>
          <pc:sldMk cId="925331773" sldId="885"/>
        </pc:sldMkLst>
      </pc:sldChg>
      <pc:sldChg chg="del">
        <pc:chgData name="Jaime De León R." userId="6107559c-c399-4371-a23a-d124d3599f82" providerId="ADAL" clId="{5E81B706-AF4A-48AD-9877-EB3E4C6CCFA3}" dt="2025-03-05T05:47:44.734" v="21" actId="47"/>
        <pc:sldMkLst>
          <pc:docMk/>
          <pc:sldMk cId="3955120288" sldId="886"/>
        </pc:sldMkLst>
      </pc:sldChg>
      <pc:sldChg chg="del">
        <pc:chgData name="Jaime De León R." userId="6107559c-c399-4371-a23a-d124d3599f82" providerId="ADAL" clId="{5E81B706-AF4A-48AD-9877-EB3E4C6CCFA3}" dt="2025-03-05T05:47:44.734" v="21" actId="47"/>
        <pc:sldMkLst>
          <pc:docMk/>
          <pc:sldMk cId="3087940803" sldId="887"/>
        </pc:sldMkLst>
      </pc:sldChg>
      <pc:sldChg chg="del">
        <pc:chgData name="Jaime De León R." userId="6107559c-c399-4371-a23a-d124d3599f82" providerId="ADAL" clId="{5E81B706-AF4A-48AD-9877-EB3E4C6CCFA3}" dt="2025-03-05T05:46:01.125" v="0" actId="47"/>
        <pc:sldMkLst>
          <pc:docMk/>
          <pc:sldMk cId="871064877" sldId="889"/>
        </pc:sldMkLst>
      </pc:sldChg>
      <pc:sldChg chg="del">
        <pc:chgData name="Jaime De León R." userId="6107559c-c399-4371-a23a-d124d3599f82" providerId="ADAL" clId="{5E81B706-AF4A-48AD-9877-EB3E4C6CCFA3}" dt="2025-03-05T05:46:01.125" v="0" actId="47"/>
        <pc:sldMkLst>
          <pc:docMk/>
          <pc:sldMk cId="4024030594" sldId="890"/>
        </pc:sldMkLst>
      </pc:sldChg>
      <pc:sldChg chg="del">
        <pc:chgData name="Jaime De León R." userId="6107559c-c399-4371-a23a-d124d3599f82" providerId="ADAL" clId="{5E81B706-AF4A-48AD-9877-EB3E4C6CCFA3}" dt="2025-03-05T05:46:01.125" v="0" actId="47"/>
        <pc:sldMkLst>
          <pc:docMk/>
          <pc:sldMk cId="465591615" sldId="891"/>
        </pc:sldMkLst>
      </pc:sldChg>
      <pc:sldChg chg="del">
        <pc:chgData name="Jaime De León R." userId="6107559c-c399-4371-a23a-d124d3599f82" providerId="ADAL" clId="{5E81B706-AF4A-48AD-9877-EB3E4C6CCFA3}" dt="2025-03-05T05:46:01.125" v="0" actId="47"/>
        <pc:sldMkLst>
          <pc:docMk/>
          <pc:sldMk cId="1790269909" sldId="892"/>
        </pc:sldMkLst>
      </pc:sldChg>
      <pc:sldChg chg="del">
        <pc:chgData name="Jaime De León R." userId="6107559c-c399-4371-a23a-d124d3599f82" providerId="ADAL" clId="{5E81B706-AF4A-48AD-9877-EB3E4C6CCFA3}" dt="2025-03-05T05:46:01.125" v="0" actId="47"/>
        <pc:sldMkLst>
          <pc:docMk/>
          <pc:sldMk cId="3938246996" sldId="893"/>
        </pc:sldMkLst>
      </pc:sldChg>
      <pc:sldChg chg="del">
        <pc:chgData name="Jaime De León R." userId="6107559c-c399-4371-a23a-d124d3599f82" providerId="ADAL" clId="{5E81B706-AF4A-48AD-9877-EB3E4C6CCFA3}" dt="2025-03-05T05:46:01.125" v="0" actId="47"/>
        <pc:sldMkLst>
          <pc:docMk/>
          <pc:sldMk cId="841876529" sldId="894"/>
        </pc:sldMkLst>
      </pc:sldChg>
      <pc:sldChg chg="del">
        <pc:chgData name="Jaime De León R." userId="6107559c-c399-4371-a23a-d124d3599f82" providerId="ADAL" clId="{5E81B706-AF4A-48AD-9877-EB3E4C6CCFA3}" dt="2025-03-05T05:46:01.125" v="0" actId="47"/>
        <pc:sldMkLst>
          <pc:docMk/>
          <pc:sldMk cId="2518130490" sldId="895"/>
        </pc:sldMkLst>
      </pc:sldChg>
      <pc:sldChg chg="del">
        <pc:chgData name="Jaime De León R." userId="6107559c-c399-4371-a23a-d124d3599f82" providerId="ADAL" clId="{5E81B706-AF4A-48AD-9877-EB3E4C6CCFA3}" dt="2025-03-05T05:46:01.125" v="0" actId="47"/>
        <pc:sldMkLst>
          <pc:docMk/>
          <pc:sldMk cId="2905259575" sldId="896"/>
        </pc:sldMkLst>
      </pc:sldChg>
      <pc:sldChg chg="del">
        <pc:chgData name="Jaime De León R." userId="6107559c-c399-4371-a23a-d124d3599f82" providerId="ADAL" clId="{5E81B706-AF4A-48AD-9877-EB3E4C6CCFA3}" dt="2025-03-05T05:46:01.125" v="0" actId="47"/>
        <pc:sldMkLst>
          <pc:docMk/>
          <pc:sldMk cId="3856922535" sldId="897"/>
        </pc:sldMkLst>
      </pc:sldChg>
      <pc:sldChg chg="del">
        <pc:chgData name="Jaime De León R." userId="6107559c-c399-4371-a23a-d124d3599f82" providerId="ADAL" clId="{5E81B706-AF4A-48AD-9877-EB3E4C6CCFA3}" dt="2025-03-05T05:46:01.125" v="0" actId="47"/>
        <pc:sldMkLst>
          <pc:docMk/>
          <pc:sldMk cId="2406619845" sldId="898"/>
        </pc:sldMkLst>
      </pc:sldChg>
      <pc:sldChg chg="del">
        <pc:chgData name="Jaime De León R." userId="6107559c-c399-4371-a23a-d124d3599f82" providerId="ADAL" clId="{5E81B706-AF4A-48AD-9877-EB3E4C6CCFA3}" dt="2025-03-05T05:47:44.734" v="21" actId="47"/>
        <pc:sldMkLst>
          <pc:docMk/>
          <pc:sldMk cId="3875255785" sldId="903"/>
        </pc:sldMkLst>
      </pc:sldChg>
      <pc:sldChg chg="del">
        <pc:chgData name="Jaime De León R." userId="6107559c-c399-4371-a23a-d124d3599f82" providerId="ADAL" clId="{5E81B706-AF4A-48AD-9877-EB3E4C6CCFA3}" dt="2025-03-05T05:47:44.734" v="21" actId="47"/>
        <pc:sldMkLst>
          <pc:docMk/>
          <pc:sldMk cId="2509020533" sldId="904"/>
        </pc:sldMkLst>
      </pc:sldChg>
      <pc:sldChg chg="del">
        <pc:chgData name="Jaime De León R." userId="6107559c-c399-4371-a23a-d124d3599f82" providerId="ADAL" clId="{5E81B706-AF4A-48AD-9877-EB3E4C6CCFA3}" dt="2025-03-05T05:47:44.734" v="21" actId="47"/>
        <pc:sldMkLst>
          <pc:docMk/>
          <pc:sldMk cId="2961314543" sldId="905"/>
        </pc:sldMkLst>
      </pc:sldChg>
      <pc:sldChg chg="del">
        <pc:chgData name="Jaime De León R." userId="6107559c-c399-4371-a23a-d124d3599f82" providerId="ADAL" clId="{5E81B706-AF4A-48AD-9877-EB3E4C6CCFA3}" dt="2025-03-05T05:47:44.734" v="21" actId="47"/>
        <pc:sldMkLst>
          <pc:docMk/>
          <pc:sldMk cId="3088825310" sldId="906"/>
        </pc:sldMkLst>
      </pc:sldChg>
      <pc:sldChg chg="del">
        <pc:chgData name="Jaime De León R." userId="6107559c-c399-4371-a23a-d124d3599f82" providerId="ADAL" clId="{5E81B706-AF4A-48AD-9877-EB3E4C6CCFA3}" dt="2025-03-05T05:47:44.734" v="21" actId="47"/>
        <pc:sldMkLst>
          <pc:docMk/>
          <pc:sldMk cId="2076383956" sldId="907"/>
        </pc:sldMkLst>
      </pc:sldChg>
      <pc:sldChg chg="del">
        <pc:chgData name="Jaime De León R." userId="6107559c-c399-4371-a23a-d124d3599f82" providerId="ADAL" clId="{5E81B706-AF4A-48AD-9877-EB3E4C6CCFA3}" dt="2025-03-05T05:46:01.125" v="0" actId="47"/>
        <pc:sldMkLst>
          <pc:docMk/>
          <pc:sldMk cId="522499914" sldId="908"/>
        </pc:sldMkLst>
      </pc:sldChg>
      <pc:sldChg chg="del">
        <pc:chgData name="Jaime De León R." userId="6107559c-c399-4371-a23a-d124d3599f82" providerId="ADAL" clId="{5E81B706-AF4A-48AD-9877-EB3E4C6CCFA3}" dt="2025-03-05T05:46:01.125" v="0" actId="47"/>
        <pc:sldMkLst>
          <pc:docMk/>
          <pc:sldMk cId="771181928" sldId="1012"/>
        </pc:sldMkLst>
      </pc:sldChg>
      <pc:sldChg chg="del">
        <pc:chgData name="Jaime De León R." userId="6107559c-c399-4371-a23a-d124d3599f82" providerId="ADAL" clId="{5E81B706-AF4A-48AD-9877-EB3E4C6CCFA3}" dt="2025-03-05T05:46:01.125" v="0" actId="47"/>
        <pc:sldMkLst>
          <pc:docMk/>
          <pc:sldMk cId="1844813317" sldId="1013"/>
        </pc:sldMkLst>
      </pc:sldChg>
      <pc:sldChg chg="del">
        <pc:chgData name="Jaime De León R." userId="6107559c-c399-4371-a23a-d124d3599f82" providerId="ADAL" clId="{5E81B706-AF4A-48AD-9877-EB3E4C6CCFA3}" dt="2025-03-05T05:47:44.734" v="21" actId="47"/>
        <pc:sldMkLst>
          <pc:docMk/>
          <pc:sldMk cId="2846474640" sldId="1014"/>
        </pc:sldMkLst>
      </pc:sldChg>
      <pc:sldChg chg="del">
        <pc:chgData name="Jaime De León R." userId="6107559c-c399-4371-a23a-d124d3599f82" providerId="ADAL" clId="{5E81B706-AF4A-48AD-9877-EB3E4C6CCFA3}" dt="2025-03-05T05:47:44.734" v="21" actId="47"/>
        <pc:sldMkLst>
          <pc:docMk/>
          <pc:sldMk cId="2987918989" sldId="1022"/>
        </pc:sldMkLst>
      </pc:sldChg>
      <pc:sldChg chg="del">
        <pc:chgData name="Jaime De León R." userId="6107559c-c399-4371-a23a-d124d3599f82" providerId="ADAL" clId="{5E81B706-AF4A-48AD-9877-EB3E4C6CCFA3}" dt="2025-03-05T05:47:44.734" v="21" actId="47"/>
        <pc:sldMkLst>
          <pc:docMk/>
          <pc:sldMk cId="2647351409" sldId="1023"/>
        </pc:sldMkLst>
      </pc:sldChg>
      <pc:sldChg chg="del">
        <pc:chgData name="Jaime De León R." userId="6107559c-c399-4371-a23a-d124d3599f82" providerId="ADAL" clId="{5E81B706-AF4A-48AD-9877-EB3E4C6CCFA3}" dt="2025-03-05T05:47:44.734" v="21" actId="47"/>
        <pc:sldMkLst>
          <pc:docMk/>
          <pc:sldMk cId="1803935185" sldId="1024"/>
        </pc:sldMkLst>
      </pc:sldChg>
      <pc:sldChg chg="del">
        <pc:chgData name="Jaime De León R." userId="6107559c-c399-4371-a23a-d124d3599f82" providerId="ADAL" clId="{5E81B706-AF4A-48AD-9877-EB3E4C6CCFA3}" dt="2025-03-05T05:47:44.734" v="21" actId="47"/>
        <pc:sldMkLst>
          <pc:docMk/>
          <pc:sldMk cId="1624870237" sldId="1025"/>
        </pc:sldMkLst>
      </pc:sldChg>
      <pc:sldChg chg="del">
        <pc:chgData name="Jaime De León R." userId="6107559c-c399-4371-a23a-d124d3599f82" providerId="ADAL" clId="{5E81B706-AF4A-48AD-9877-EB3E4C6CCFA3}" dt="2025-03-05T05:46:01.125" v="0" actId="47"/>
        <pc:sldMkLst>
          <pc:docMk/>
          <pc:sldMk cId="2221305419" sldId="1029"/>
        </pc:sldMkLst>
      </pc:sldChg>
      <pc:sldChg chg="del">
        <pc:chgData name="Jaime De León R." userId="6107559c-c399-4371-a23a-d124d3599f82" providerId="ADAL" clId="{5E81B706-AF4A-48AD-9877-EB3E4C6CCFA3}" dt="2025-03-05T05:47:44.734" v="21" actId="47"/>
        <pc:sldMkLst>
          <pc:docMk/>
          <pc:sldMk cId="2709861828" sldId="1031"/>
        </pc:sldMkLst>
      </pc:sldChg>
      <pc:sldChg chg="del">
        <pc:chgData name="Jaime De León R." userId="6107559c-c399-4371-a23a-d124d3599f82" providerId="ADAL" clId="{5E81B706-AF4A-48AD-9877-EB3E4C6CCFA3}" dt="2025-03-05T05:46:01.125" v="0" actId="47"/>
        <pc:sldMkLst>
          <pc:docMk/>
          <pc:sldMk cId="4136633321" sldId="1032"/>
        </pc:sldMkLst>
      </pc:sldChg>
      <pc:sldChg chg="del">
        <pc:chgData name="Jaime De León R." userId="6107559c-c399-4371-a23a-d124d3599f82" providerId="ADAL" clId="{5E81B706-AF4A-48AD-9877-EB3E4C6CCFA3}" dt="2025-03-05T05:46:01.125" v="0" actId="47"/>
        <pc:sldMkLst>
          <pc:docMk/>
          <pc:sldMk cId="1279114899" sldId="1033"/>
        </pc:sldMkLst>
      </pc:sldChg>
      <pc:sldChg chg="del">
        <pc:chgData name="Jaime De León R." userId="6107559c-c399-4371-a23a-d124d3599f82" providerId="ADAL" clId="{5E81B706-AF4A-48AD-9877-EB3E4C6CCFA3}" dt="2025-03-05T05:46:01.125" v="0" actId="47"/>
        <pc:sldMkLst>
          <pc:docMk/>
          <pc:sldMk cId="3312508792" sldId="1053"/>
        </pc:sldMkLst>
      </pc:sldChg>
      <pc:sldChg chg="del">
        <pc:chgData name="Jaime De León R." userId="6107559c-c399-4371-a23a-d124d3599f82" providerId="ADAL" clId="{5E81B706-AF4A-48AD-9877-EB3E4C6CCFA3}" dt="2025-03-05T05:46:01.125" v="0" actId="47"/>
        <pc:sldMkLst>
          <pc:docMk/>
          <pc:sldMk cId="2780116971" sldId="1054"/>
        </pc:sldMkLst>
      </pc:sldChg>
      <pc:sldChg chg="del">
        <pc:chgData name="Jaime De León R." userId="6107559c-c399-4371-a23a-d124d3599f82" providerId="ADAL" clId="{5E81B706-AF4A-48AD-9877-EB3E4C6CCFA3}" dt="2025-03-05T05:46:01.125" v="0" actId="47"/>
        <pc:sldMkLst>
          <pc:docMk/>
          <pc:sldMk cId="1168541120" sldId="1056"/>
        </pc:sldMkLst>
      </pc:sldChg>
      <pc:sldChg chg="add del">
        <pc:chgData name="Jaime De León R." userId="6107559c-c399-4371-a23a-d124d3599f82" providerId="ADAL" clId="{5E81B706-AF4A-48AD-9877-EB3E4C6CCFA3}" dt="2025-03-05T05:52:29.838" v="25"/>
        <pc:sldMkLst>
          <pc:docMk/>
          <pc:sldMk cId="2091344353" sldId="1060"/>
        </pc:sldMkLst>
      </pc:sldChg>
      <pc:sldChg chg="del">
        <pc:chgData name="Jaime De León R." userId="6107559c-c399-4371-a23a-d124d3599f82" providerId="ADAL" clId="{5E81B706-AF4A-48AD-9877-EB3E4C6CCFA3}" dt="2025-03-05T05:47:44.734" v="21" actId="47"/>
        <pc:sldMkLst>
          <pc:docMk/>
          <pc:sldMk cId="1851168358" sldId="1061"/>
        </pc:sldMkLst>
      </pc:sldChg>
      <pc:sldChg chg="add">
        <pc:chgData name="Jaime De León R." userId="6107559c-c399-4371-a23a-d124d3599f82" providerId="ADAL" clId="{5E81B706-AF4A-48AD-9877-EB3E4C6CCFA3}" dt="2025-03-05T05:52:29.838" v="25"/>
        <pc:sldMkLst>
          <pc:docMk/>
          <pc:sldMk cId="3117115288" sldId="1071"/>
        </pc:sldMkLst>
      </pc:sldChg>
      <pc:sldChg chg="del">
        <pc:chgData name="Jaime De León R." userId="6107559c-c399-4371-a23a-d124d3599f82" providerId="ADAL" clId="{5E81B706-AF4A-48AD-9877-EB3E4C6CCFA3}" dt="2025-03-05T05:46:01.125" v="0" actId="47"/>
        <pc:sldMkLst>
          <pc:docMk/>
          <pc:sldMk cId="519421820" sldId="1079"/>
        </pc:sldMkLst>
      </pc:sldChg>
      <pc:sldChg chg="add">
        <pc:chgData name="Jaime De León R." userId="6107559c-c399-4371-a23a-d124d3599f82" providerId="ADAL" clId="{5E81B706-AF4A-48AD-9877-EB3E4C6CCFA3}" dt="2025-03-05T05:52:29.838" v="25"/>
        <pc:sldMkLst>
          <pc:docMk/>
          <pc:sldMk cId="1771562561" sldId="1080"/>
        </pc:sldMkLst>
      </pc:sldChg>
      <pc:sldChg chg="del">
        <pc:chgData name="Jaime De León R." userId="6107559c-c399-4371-a23a-d124d3599f82" providerId="ADAL" clId="{5E81B706-AF4A-48AD-9877-EB3E4C6CCFA3}" dt="2025-03-05T05:46:01.125" v="0" actId="47"/>
        <pc:sldMkLst>
          <pc:docMk/>
          <pc:sldMk cId="1625738218" sldId="1081"/>
        </pc:sldMkLst>
      </pc:sldChg>
      <pc:sldChg chg="del">
        <pc:chgData name="Jaime De León R." userId="6107559c-c399-4371-a23a-d124d3599f82" providerId="ADAL" clId="{5E81B706-AF4A-48AD-9877-EB3E4C6CCFA3}" dt="2025-03-05T05:47:44.734" v="21" actId="47"/>
        <pc:sldMkLst>
          <pc:docMk/>
          <pc:sldMk cId="2193202996" sldId="1082"/>
        </pc:sldMkLst>
      </pc:sldChg>
      <pc:sldChg chg="del">
        <pc:chgData name="Jaime De León R." userId="6107559c-c399-4371-a23a-d124d3599f82" providerId="ADAL" clId="{5E81B706-AF4A-48AD-9877-EB3E4C6CCFA3}" dt="2025-03-05T05:47:44.734" v="21" actId="47"/>
        <pc:sldMkLst>
          <pc:docMk/>
          <pc:sldMk cId="1297052082" sldId="1085"/>
        </pc:sldMkLst>
      </pc:sldChg>
      <pc:sldChg chg="del">
        <pc:chgData name="Jaime De León R." userId="6107559c-c399-4371-a23a-d124d3599f82" providerId="ADAL" clId="{5E81B706-AF4A-48AD-9877-EB3E4C6CCFA3}" dt="2025-03-05T05:47:44.734" v="21" actId="47"/>
        <pc:sldMkLst>
          <pc:docMk/>
          <pc:sldMk cId="2760366077" sldId="1086"/>
        </pc:sldMkLst>
      </pc:sldChg>
      <pc:sldChg chg="add">
        <pc:chgData name="Jaime De León R." userId="6107559c-c399-4371-a23a-d124d3599f82" providerId="ADAL" clId="{5E81B706-AF4A-48AD-9877-EB3E4C6CCFA3}" dt="2025-03-05T05:52:29.838" v="25"/>
        <pc:sldMkLst>
          <pc:docMk/>
          <pc:sldMk cId="473602114" sldId="1102"/>
        </pc:sldMkLst>
      </pc:sldChg>
      <pc:sldChg chg="del">
        <pc:chgData name="Jaime De León R." userId="6107559c-c399-4371-a23a-d124d3599f82" providerId="ADAL" clId="{5E81B706-AF4A-48AD-9877-EB3E4C6CCFA3}" dt="2025-03-05T05:46:01.125" v="0" actId="47"/>
        <pc:sldMkLst>
          <pc:docMk/>
          <pc:sldMk cId="3556707947" sldId="1117"/>
        </pc:sldMkLst>
      </pc:sldChg>
      <pc:sldChg chg="del">
        <pc:chgData name="Jaime De León R." userId="6107559c-c399-4371-a23a-d124d3599f82" providerId="ADAL" clId="{5E81B706-AF4A-48AD-9877-EB3E4C6CCFA3}" dt="2025-03-05T05:47:44.734" v="21" actId="47"/>
        <pc:sldMkLst>
          <pc:docMk/>
          <pc:sldMk cId="1559932029" sldId="1125"/>
        </pc:sldMkLst>
      </pc:sldChg>
      <pc:sldChg chg="del">
        <pc:chgData name="Jaime De León R." userId="6107559c-c399-4371-a23a-d124d3599f82" providerId="ADAL" clId="{5E81B706-AF4A-48AD-9877-EB3E4C6CCFA3}" dt="2025-03-05T05:47:44.734" v="21" actId="47"/>
        <pc:sldMkLst>
          <pc:docMk/>
          <pc:sldMk cId="1798642139" sldId="1126"/>
        </pc:sldMkLst>
      </pc:sldChg>
      <pc:sldChg chg="del">
        <pc:chgData name="Jaime De León R." userId="6107559c-c399-4371-a23a-d124d3599f82" providerId="ADAL" clId="{5E81B706-AF4A-48AD-9877-EB3E4C6CCFA3}" dt="2025-03-05T05:47:44.734" v="21" actId="47"/>
        <pc:sldMkLst>
          <pc:docMk/>
          <pc:sldMk cId="151215994" sldId="1127"/>
        </pc:sldMkLst>
      </pc:sldChg>
      <pc:sldChg chg="del">
        <pc:chgData name="Jaime De León R." userId="6107559c-c399-4371-a23a-d124d3599f82" providerId="ADAL" clId="{5E81B706-AF4A-48AD-9877-EB3E4C6CCFA3}" dt="2025-03-05T05:47:44.734" v="21" actId="47"/>
        <pc:sldMkLst>
          <pc:docMk/>
          <pc:sldMk cId="2568955400" sldId="1128"/>
        </pc:sldMkLst>
      </pc:sldChg>
      <pc:sldChg chg="del">
        <pc:chgData name="Jaime De León R." userId="6107559c-c399-4371-a23a-d124d3599f82" providerId="ADAL" clId="{5E81B706-AF4A-48AD-9877-EB3E4C6CCFA3}" dt="2025-03-05T05:47:44.734" v="21" actId="47"/>
        <pc:sldMkLst>
          <pc:docMk/>
          <pc:sldMk cId="909437640" sldId="1129"/>
        </pc:sldMkLst>
      </pc:sldChg>
      <pc:sldChg chg="del">
        <pc:chgData name="Jaime De León R." userId="6107559c-c399-4371-a23a-d124d3599f82" providerId="ADAL" clId="{5E81B706-AF4A-48AD-9877-EB3E4C6CCFA3}" dt="2025-03-05T05:47:44.734" v="21" actId="47"/>
        <pc:sldMkLst>
          <pc:docMk/>
          <pc:sldMk cId="3417948627" sldId="1130"/>
        </pc:sldMkLst>
      </pc:sldChg>
      <pc:sldChg chg="del">
        <pc:chgData name="Jaime De León R." userId="6107559c-c399-4371-a23a-d124d3599f82" providerId="ADAL" clId="{5E81B706-AF4A-48AD-9877-EB3E4C6CCFA3}" dt="2025-03-05T05:47:44.734" v="21" actId="47"/>
        <pc:sldMkLst>
          <pc:docMk/>
          <pc:sldMk cId="3742745074" sldId="1131"/>
        </pc:sldMkLst>
      </pc:sldChg>
      <pc:sldChg chg="del">
        <pc:chgData name="Jaime De León R." userId="6107559c-c399-4371-a23a-d124d3599f82" providerId="ADAL" clId="{5E81B706-AF4A-48AD-9877-EB3E4C6CCFA3}" dt="2025-03-05T05:47:44.734" v="21" actId="47"/>
        <pc:sldMkLst>
          <pc:docMk/>
          <pc:sldMk cId="1221316993" sldId="1132"/>
        </pc:sldMkLst>
      </pc:sldChg>
      <pc:sldChg chg="del">
        <pc:chgData name="Jaime De León R." userId="6107559c-c399-4371-a23a-d124d3599f82" providerId="ADAL" clId="{5E81B706-AF4A-48AD-9877-EB3E4C6CCFA3}" dt="2025-03-05T05:47:44.734" v="21" actId="47"/>
        <pc:sldMkLst>
          <pc:docMk/>
          <pc:sldMk cId="616309294" sldId="1133"/>
        </pc:sldMkLst>
      </pc:sldChg>
      <pc:sldChg chg="add">
        <pc:chgData name="Jaime De León R." userId="6107559c-c399-4371-a23a-d124d3599f82" providerId="ADAL" clId="{5E81B706-AF4A-48AD-9877-EB3E4C6CCFA3}" dt="2025-03-05T05:52:29.838" v="25"/>
        <pc:sldMkLst>
          <pc:docMk/>
          <pc:sldMk cId="2187702875" sldId="1144"/>
        </pc:sldMkLst>
      </pc:sldChg>
      <pc:sldChg chg="del">
        <pc:chgData name="Jaime De León R." userId="6107559c-c399-4371-a23a-d124d3599f82" providerId="ADAL" clId="{5E81B706-AF4A-48AD-9877-EB3E4C6CCFA3}" dt="2025-03-05T05:47:44.734" v="21" actId="47"/>
        <pc:sldMkLst>
          <pc:docMk/>
          <pc:sldMk cId="1161649281" sldId="1148"/>
        </pc:sldMkLst>
      </pc:sldChg>
      <pc:sldChg chg="del">
        <pc:chgData name="Jaime De León R." userId="6107559c-c399-4371-a23a-d124d3599f82" providerId="ADAL" clId="{5E81B706-AF4A-48AD-9877-EB3E4C6CCFA3}" dt="2025-03-05T05:47:44.734" v="21" actId="47"/>
        <pc:sldMkLst>
          <pc:docMk/>
          <pc:sldMk cId="360022230" sldId="1150"/>
        </pc:sldMkLst>
      </pc:sldChg>
      <pc:sldChg chg="del">
        <pc:chgData name="Jaime De León R." userId="6107559c-c399-4371-a23a-d124d3599f82" providerId="ADAL" clId="{5E81B706-AF4A-48AD-9877-EB3E4C6CCFA3}" dt="2025-03-05T05:47:44.734" v="21" actId="47"/>
        <pc:sldMkLst>
          <pc:docMk/>
          <pc:sldMk cId="3985092860" sldId="1155"/>
        </pc:sldMkLst>
      </pc:sldChg>
      <pc:sldChg chg="del">
        <pc:chgData name="Jaime De León R." userId="6107559c-c399-4371-a23a-d124d3599f82" providerId="ADAL" clId="{5E81B706-AF4A-48AD-9877-EB3E4C6CCFA3}" dt="2025-03-05T05:46:01.125" v="0" actId="47"/>
        <pc:sldMkLst>
          <pc:docMk/>
          <pc:sldMk cId="339359526" sldId="1159"/>
        </pc:sldMkLst>
      </pc:sldChg>
      <pc:sldChg chg="del">
        <pc:chgData name="Jaime De León R." userId="6107559c-c399-4371-a23a-d124d3599f82" providerId="ADAL" clId="{5E81B706-AF4A-48AD-9877-EB3E4C6CCFA3}" dt="2025-03-05T05:46:01.125" v="0" actId="47"/>
        <pc:sldMkLst>
          <pc:docMk/>
          <pc:sldMk cId="2588430726" sldId="1161"/>
        </pc:sldMkLst>
      </pc:sldChg>
      <pc:sldChg chg="del">
        <pc:chgData name="Jaime De León R." userId="6107559c-c399-4371-a23a-d124d3599f82" providerId="ADAL" clId="{5E81B706-AF4A-48AD-9877-EB3E4C6CCFA3}" dt="2025-03-05T05:47:44.734" v="21" actId="47"/>
        <pc:sldMkLst>
          <pc:docMk/>
          <pc:sldMk cId="1703692973" sldId="1163"/>
        </pc:sldMkLst>
      </pc:sldChg>
      <pc:sldChg chg="del">
        <pc:chgData name="Jaime De León R." userId="6107559c-c399-4371-a23a-d124d3599f82" providerId="ADAL" clId="{5E81B706-AF4A-48AD-9877-EB3E4C6CCFA3}" dt="2025-03-05T05:46:01.125" v="0" actId="47"/>
        <pc:sldMkLst>
          <pc:docMk/>
          <pc:sldMk cId="390468811" sldId="1166"/>
        </pc:sldMkLst>
      </pc:sldChg>
      <pc:sldChg chg="del">
        <pc:chgData name="Jaime De León R." userId="6107559c-c399-4371-a23a-d124d3599f82" providerId="ADAL" clId="{5E81B706-AF4A-48AD-9877-EB3E4C6CCFA3}" dt="2025-03-05T05:46:01.125" v="0" actId="47"/>
        <pc:sldMkLst>
          <pc:docMk/>
          <pc:sldMk cId="1709013837" sldId="1167"/>
        </pc:sldMkLst>
      </pc:sldChg>
      <pc:sldChg chg="del">
        <pc:chgData name="Jaime De León R." userId="6107559c-c399-4371-a23a-d124d3599f82" providerId="ADAL" clId="{5E81B706-AF4A-48AD-9877-EB3E4C6CCFA3}" dt="2025-03-05T05:46:01.125" v="0" actId="47"/>
        <pc:sldMkLst>
          <pc:docMk/>
          <pc:sldMk cId="1434943166" sldId="1168"/>
        </pc:sldMkLst>
      </pc:sldChg>
      <pc:sldChg chg="del">
        <pc:chgData name="Jaime De León R." userId="6107559c-c399-4371-a23a-d124d3599f82" providerId="ADAL" clId="{5E81B706-AF4A-48AD-9877-EB3E4C6CCFA3}" dt="2025-03-05T05:46:01.125" v="0" actId="47"/>
        <pc:sldMkLst>
          <pc:docMk/>
          <pc:sldMk cId="2506140518" sldId="1169"/>
        </pc:sldMkLst>
      </pc:sldChg>
      <pc:sldChg chg="del">
        <pc:chgData name="Jaime De León R." userId="6107559c-c399-4371-a23a-d124d3599f82" providerId="ADAL" clId="{5E81B706-AF4A-48AD-9877-EB3E4C6CCFA3}" dt="2025-03-05T05:46:01.125" v="0" actId="47"/>
        <pc:sldMkLst>
          <pc:docMk/>
          <pc:sldMk cId="3180307651" sldId="1170"/>
        </pc:sldMkLst>
      </pc:sldChg>
      <pc:sldChg chg="del">
        <pc:chgData name="Jaime De León R." userId="6107559c-c399-4371-a23a-d124d3599f82" providerId="ADAL" clId="{5E81B706-AF4A-48AD-9877-EB3E4C6CCFA3}" dt="2025-03-05T05:46:01.125" v="0" actId="47"/>
        <pc:sldMkLst>
          <pc:docMk/>
          <pc:sldMk cId="3045847813" sldId="1171"/>
        </pc:sldMkLst>
      </pc:sldChg>
      <pc:sldChg chg="del">
        <pc:chgData name="Jaime De León R." userId="6107559c-c399-4371-a23a-d124d3599f82" providerId="ADAL" clId="{5E81B706-AF4A-48AD-9877-EB3E4C6CCFA3}" dt="2025-03-05T05:46:01.125" v="0" actId="47"/>
        <pc:sldMkLst>
          <pc:docMk/>
          <pc:sldMk cId="890212291" sldId="1172"/>
        </pc:sldMkLst>
      </pc:sldChg>
      <pc:sldChg chg="del">
        <pc:chgData name="Jaime De León R." userId="6107559c-c399-4371-a23a-d124d3599f82" providerId="ADAL" clId="{5E81B706-AF4A-48AD-9877-EB3E4C6CCFA3}" dt="2025-03-05T05:47:44.734" v="21" actId="47"/>
        <pc:sldMkLst>
          <pc:docMk/>
          <pc:sldMk cId="2281634523" sldId="1173"/>
        </pc:sldMkLst>
      </pc:sldChg>
      <pc:sldChg chg="del">
        <pc:chgData name="Jaime De León R." userId="6107559c-c399-4371-a23a-d124d3599f82" providerId="ADAL" clId="{5E81B706-AF4A-48AD-9877-EB3E4C6CCFA3}" dt="2025-03-05T05:47:44.734" v="21" actId="47"/>
        <pc:sldMkLst>
          <pc:docMk/>
          <pc:sldMk cId="2008791679" sldId="1174"/>
        </pc:sldMkLst>
      </pc:sldChg>
      <pc:sldChg chg="del">
        <pc:chgData name="Jaime De León R." userId="6107559c-c399-4371-a23a-d124d3599f82" providerId="ADAL" clId="{5E81B706-AF4A-48AD-9877-EB3E4C6CCFA3}" dt="2025-03-05T05:47:44.734" v="21" actId="47"/>
        <pc:sldMkLst>
          <pc:docMk/>
          <pc:sldMk cId="2267628682" sldId="1175"/>
        </pc:sldMkLst>
      </pc:sldChg>
      <pc:sldChg chg="del">
        <pc:chgData name="Jaime De León R." userId="6107559c-c399-4371-a23a-d124d3599f82" providerId="ADAL" clId="{5E81B706-AF4A-48AD-9877-EB3E4C6CCFA3}" dt="2025-03-05T05:47:44.734" v="21" actId="47"/>
        <pc:sldMkLst>
          <pc:docMk/>
          <pc:sldMk cId="1149699690" sldId="1176"/>
        </pc:sldMkLst>
      </pc:sldChg>
      <pc:sldChg chg="del">
        <pc:chgData name="Jaime De León R." userId="6107559c-c399-4371-a23a-d124d3599f82" providerId="ADAL" clId="{5E81B706-AF4A-48AD-9877-EB3E4C6CCFA3}" dt="2025-03-05T05:47:44.734" v="21" actId="47"/>
        <pc:sldMkLst>
          <pc:docMk/>
          <pc:sldMk cId="2162640034" sldId="1177"/>
        </pc:sldMkLst>
      </pc:sldChg>
      <pc:sldMasterChg chg="delSldLayout">
        <pc:chgData name="Jaime De León R." userId="6107559c-c399-4371-a23a-d124d3599f82" providerId="ADAL" clId="{5E81B706-AF4A-48AD-9877-EB3E4C6CCFA3}" dt="2025-03-05T05:46:01.125" v="0" actId="47"/>
        <pc:sldMasterMkLst>
          <pc:docMk/>
          <pc:sldMasterMk cId="3467965346" sldId="2147483648"/>
        </pc:sldMasterMkLst>
        <pc:sldLayoutChg chg="del">
          <pc:chgData name="Jaime De León R." userId="6107559c-c399-4371-a23a-d124d3599f82" providerId="ADAL" clId="{5E81B706-AF4A-48AD-9877-EB3E4C6CCFA3}" dt="2025-03-05T05:46:01.125" v="0" actId="47"/>
          <pc:sldLayoutMkLst>
            <pc:docMk/>
            <pc:sldMasterMk cId="3467965346" sldId="2147483648"/>
            <pc:sldLayoutMk cId="12966980" sldId="2147483660"/>
          </pc:sldLayoutMkLst>
        </pc:sldLayoutChg>
        <pc:sldLayoutChg chg="del">
          <pc:chgData name="Jaime De León R." userId="6107559c-c399-4371-a23a-d124d3599f82" providerId="ADAL" clId="{5E81B706-AF4A-48AD-9877-EB3E4C6CCFA3}" dt="2025-03-05T05:46:01.125" v="0" actId="47"/>
          <pc:sldLayoutMkLst>
            <pc:docMk/>
            <pc:sldMasterMk cId="3467965346" sldId="2147483648"/>
            <pc:sldLayoutMk cId="2625784832" sldId="2147483661"/>
          </pc:sldLayoutMkLst>
        </pc:sldLayoutChg>
      </pc:sldMasterChg>
    </pc:docChg>
  </pc:docChgLst>
  <pc:docChgLst>
    <pc:chgData name="Jaime De Leon R." userId="6107559c-c399-4371-a23a-d124d3599f82" providerId="ADAL" clId="{283FBDD0-05BE-433C-84D7-7A25FC83E3D0}"/>
    <pc:docChg chg="modSld">
      <pc:chgData name="Jaime De Leon R." userId="6107559c-c399-4371-a23a-d124d3599f82" providerId="ADAL" clId="{283FBDD0-05BE-433C-84D7-7A25FC83E3D0}" dt="2022-06-10T16:42:10.344" v="32" actId="20577"/>
      <pc:docMkLst>
        <pc:docMk/>
      </pc:docMkLst>
      <pc:sldChg chg="modSp mod">
        <pc:chgData name="Jaime De Leon R." userId="6107559c-c399-4371-a23a-d124d3599f82" providerId="ADAL" clId="{283FBDD0-05BE-433C-84D7-7A25FC83E3D0}" dt="2022-06-10T16:42:10.344" v="32" actId="20577"/>
        <pc:sldMkLst>
          <pc:docMk/>
          <pc:sldMk cId="2100704877" sldId="34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D3239-9BB6-48EF-86B6-131313D99C0F}"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CC9BF8CD-77B3-4ED1-9BD0-46EE27693226}">
      <dgm:prSet phldrT="[Text]"/>
      <dgm:spPr/>
      <dgm:t>
        <a:bodyPr/>
        <a:lstStyle/>
        <a:p>
          <a:r>
            <a:rPr lang="es-MX" dirty="0"/>
            <a:t>Ejercicio en que se incurre</a:t>
          </a:r>
        </a:p>
      </dgm:t>
    </dgm:pt>
    <dgm:pt modelId="{92B2B6BD-C0DF-40E7-8121-ABA015A5BDFE}" type="parTrans" cxnId="{F1401818-1A85-4FF1-B550-12587F5C81DF}">
      <dgm:prSet/>
      <dgm:spPr/>
      <dgm:t>
        <a:bodyPr/>
        <a:lstStyle/>
        <a:p>
          <a:endParaRPr lang="es-MX"/>
        </a:p>
      </dgm:t>
    </dgm:pt>
    <dgm:pt modelId="{8871A357-3127-4466-BE24-6ECD391DC34F}" type="sibTrans" cxnId="{F1401818-1A85-4FF1-B550-12587F5C81DF}">
      <dgm:prSet/>
      <dgm:spPr/>
      <dgm:t>
        <a:bodyPr/>
        <a:lstStyle/>
        <a:p>
          <a:endParaRPr lang="es-MX"/>
        </a:p>
      </dgm:t>
    </dgm:pt>
    <dgm:pt modelId="{B97A3163-88CF-4634-AB78-CDD483F44010}">
      <dgm:prSet phldrT="[Text]"/>
      <dgm:spPr/>
      <dgm:t>
        <a:bodyPr/>
        <a:lstStyle/>
        <a:p>
          <a:r>
            <a:rPr lang="es-MX" dirty="0"/>
            <a:t>INPC del mes más reciente: Terminación del Ejercicio</a:t>
          </a:r>
        </a:p>
      </dgm:t>
    </dgm:pt>
    <dgm:pt modelId="{0A4B2799-DF0E-4E0E-8E2E-B6781B7A54F9}" type="parTrans" cxnId="{1F4C5C7B-1098-46CE-9799-6999BF76582E}">
      <dgm:prSet/>
      <dgm:spPr/>
      <dgm:t>
        <a:bodyPr/>
        <a:lstStyle/>
        <a:p>
          <a:endParaRPr lang="es-MX"/>
        </a:p>
      </dgm:t>
    </dgm:pt>
    <dgm:pt modelId="{25B407E2-51C8-4BB2-8E07-C5A968B6A40B}" type="sibTrans" cxnId="{1F4C5C7B-1098-46CE-9799-6999BF76582E}">
      <dgm:prSet/>
      <dgm:spPr/>
      <dgm:t>
        <a:bodyPr/>
        <a:lstStyle/>
        <a:p>
          <a:endParaRPr lang="es-MX"/>
        </a:p>
      </dgm:t>
    </dgm:pt>
    <dgm:pt modelId="{36D05B82-0C6A-4C90-B3E2-D2358B587D93}">
      <dgm:prSet phldrT="[Text]"/>
      <dgm:spPr/>
      <dgm:t>
        <a:bodyPr/>
        <a:lstStyle/>
        <a:p>
          <a:r>
            <a:rPr lang="es-MX" dirty="0"/>
            <a:t>Ejercicio de aplicación</a:t>
          </a:r>
        </a:p>
      </dgm:t>
    </dgm:pt>
    <dgm:pt modelId="{A2BBCF96-F322-444B-BEB5-EAF655056BDC}" type="parTrans" cxnId="{C1EF4276-6E85-4AAE-9078-161D7E17AD13}">
      <dgm:prSet/>
      <dgm:spPr/>
      <dgm:t>
        <a:bodyPr/>
        <a:lstStyle/>
        <a:p>
          <a:endParaRPr lang="es-MX"/>
        </a:p>
      </dgm:t>
    </dgm:pt>
    <dgm:pt modelId="{14243C98-4FFF-4940-9992-D0CDE8B1D143}" type="sibTrans" cxnId="{C1EF4276-6E85-4AAE-9078-161D7E17AD13}">
      <dgm:prSet/>
      <dgm:spPr/>
      <dgm:t>
        <a:bodyPr/>
        <a:lstStyle/>
        <a:p>
          <a:endParaRPr lang="es-MX"/>
        </a:p>
      </dgm:t>
    </dgm:pt>
    <dgm:pt modelId="{FC76AB4D-EEF8-4F78-8678-DC2A7CF96B4E}">
      <dgm:prSet phldrT="[Text]"/>
      <dgm:spPr/>
      <dgm:t>
        <a:bodyPr/>
        <a:lstStyle/>
        <a:p>
          <a:r>
            <a:rPr lang="es-MX" dirty="0"/>
            <a:t>INPC del mes más reciente: Último mes de la primera mitad del Ejercicio</a:t>
          </a:r>
        </a:p>
      </dgm:t>
    </dgm:pt>
    <dgm:pt modelId="{AF3A9EAA-4132-4C2D-BBAD-5E3837451014}" type="parTrans" cxnId="{D7CBFD7E-1A02-4DDD-B937-5BFCCD7E696C}">
      <dgm:prSet/>
      <dgm:spPr/>
      <dgm:t>
        <a:bodyPr/>
        <a:lstStyle/>
        <a:p>
          <a:endParaRPr lang="es-MX"/>
        </a:p>
      </dgm:t>
    </dgm:pt>
    <dgm:pt modelId="{4560546C-3FAF-439D-838C-9F9332246ACA}" type="sibTrans" cxnId="{D7CBFD7E-1A02-4DDD-B937-5BFCCD7E696C}">
      <dgm:prSet/>
      <dgm:spPr/>
      <dgm:t>
        <a:bodyPr/>
        <a:lstStyle/>
        <a:p>
          <a:endParaRPr lang="es-MX"/>
        </a:p>
      </dgm:t>
    </dgm:pt>
    <dgm:pt modelId="{0B2E17AD-F3FD-440C-BE31-ECFA9D6C437E}">
      <dgm:prSet phldrT="[Text]"/>
      <dgm:spPr/>
      <dgm:t>
        <a:bodyPr/>
        <a:lstStyle/>
        <a:p>
          <a:r>
            <a:rPr lang="es-MX" dirty="0"/>
            <a:t>INPC del mes más antigüo: Primer mes de la segunda mitad</a:t>
          </a:r>
        </a:p>
      </dgm:t>
    </dgm:pt>
    <dgm:pt modelId="{794CCA8C-079C-4F65-86C8-4428068B0EF7}" type="parTrans" cxnId="{02AB5DC9-9B4B-4A84-848C-D18D83527ECB}">
      <dgm:prSet/>
      <dgm:spPr/>
      <dgm:t>
        <a:bodyPr/>
        <a:lstStyle/>
        <a:p>
          <a:endParaRPr lang="es-MX"/>
        </a:p>
      </dgm:t>
    </dgm:pt>
    <dgm:pt modelId="{66A83F56-173F-45C3-83B0-94EA9F052B8C}" type="sibTrans" cxnId="{02AB5DC9-9B4B-4A84-848C-D18D83527ECB}">
      <dgm:prSet/>
      <dgm:spPr/>
      <dgm:t>
        <a:bodyPr/>
        <a:lstStyle/>
        <a:p>
          <a:endParaRPr lang="es-MX"/>
        </a:p>
      </dgm:t>
    </dgm:pt>
    <dgm:pt modelId="{1D01DD21-8B7E-48ED-94D9-0D0A2A6AA7CF}">
      <dgm:prSet phldrT="[Text]"/>
      <dgm:spPr/>
      <dgm:t>
        <a:bodyPr/>
        <a:lstStyle/>
        <a:p>
          <a:r>
            <a:rPr lang="es-MX" dirty="0"/>
            <a:t>INPC del mes más antigüo: Mes de la última actualización</a:t>
          </a:r>
        </a:p>
      </dgm:t>
    </dgm:pt>
    <dgm:pt modelId="{2CFA6F43-6B21-4C6D-B3BC-789A4DE5613E}" type="parTrans" cxnId="{BDE62010-ECCA-4EFD-9F27-51E09EFA7588}">
      <dgm:prSet/>
      <dgm:spPr/>
      <dgm:t>
        <a:bodyPr/>
        <a:lstStyle/>
        <a:p>
          <a:endParaRPr lang="es-MX"/>
        </a:p>
      </dgm:t>
    </dgm:pt>
    <dgm:pt modelId="{2A65A35C-9C4A-4D5B-A6D7-CD6BA11B8D49}" type="sibTrans" cxnId="{BDE62010-ECCA-4EFD-9F27-51E09EFA7588}">
      <dgm:prSet/>
      <dgm:spPr/>
      <dgm:t>
        <a:bodyPr/>
        <a:lstStyle/>
        <a:p>
          <a:endParaRPr lang="es-MX"/>
        </a:p>
      </dgm:t>
    </dgm:pt>
    <dgm:pt modelId="{F63FD3A2-4AE3-4584-AF98-9D13662BF534}">
      <dgm:prSet phldrT="[Text]"/>
      <dgm:spPr/>
      <dgm:t>
        <a:bodyPr/>
        <a:lstStyle/>
        <a:p>
          <a:endParaRPr lang="es-MX" dirty="0"/>
        </a:p>
      </dgm:t>
    </dgm:pt>
    <dgm:pt modelId="{6C5C6607-E58F-49AB-8B0E-FCEACFA4CDF9}" type="parTrans" cxnId="{417F31FE-7364-41DD-8FCE-7B4A49B6210E}">
      <dgm:prSet/>
      <dgm:spPr/>
    </dgm:pt>
    <dgm:pt modelId="{158FF54C-B1BD-4A4B-BF10-76BB9C381946}" type="sibTrans" cxnId="{417F31FE-7364-41DD-8FCE-7B4A49B6210E}">
      <dgm:prSet/>
      <dgm:spPr/>
    </dgm:pt>
    <dgm:pt modelId="{8244812C-58C5-4AB0-85FE-EB0FA0BB80D2}">
      <dgm:prSet phldrT="[Text]"/>
      <dgm:spPr/>
      <dgm:t>
        <a:bodyPr/>
        <a:lstStyle/>
        <a:p>
          <a:endParaRPr lang="es-MX" dirty="0"/>
        </a:p>
      </dgm:t>
    </dgm:pt>
    <dgm:pt modelId="{6451D885-0BC6-4E4E-A4A7-F616D045BF85}" type="parTrans" cxnId="{FBF862DB-024F-44EA-9D0D-0E459E822BEB}">
      <dgm:prSet/>
      <dgm:spPr/>
    </dgm:pt>
    <dgm:pt modelId="{18A05EE3-A6E0-4F5B-815B-1D570A54C3AA}" type="sibTrans" cxnId="{FBF862DB-024F-44EA-9D0D-0E459E822BEB}">
      <dgm:prSet/>
      <dgm:spPr/>
    </dgm:pt>
    <dgm:pt modelId="{30C312B7-9D24-4FA4-B8E8-EDE04549B83B}" type="pres">
      <dgm:prSet presAssocID="{F6FD3239-9BB6-48EF-86B6-131313D99C0F}" presName="linearFlow" presStyleCnt="0">
        <dgm:presLayoutVars>
          <dgm:dir/>
          <dgm:animLvl val="lvl"/>
          <dgm:resizeHandles val="exact"/>
        </dgm:presLayoutVars>
      </dgm:prSet>
      <dgm:spPr/>
    </dgm:pt>
    <dgm:pt modelId="{1747636E-7743-4AC0-A612-1048DC954AD1}" type="pres">
      <dgm:prSet presAssocID="{CC9BF8CD-77B3-4ED1-9BD0-46EE27693226}" presName="composite" presStyleCnt="0"/>
      <dgm:spPr/>
    </dgm:pt>
    <dgm:pt modelId="{6FBA6C3A-2338-411D-9CAF-76501AC53C4A}" type="pres">
      <dgm:prSet presAssocID="{CC9BF8CD-77B3-4ED1-9BD0-46EE27693226}" presName="parTx" presStyleLbl="node1" presStyleIdx="0" presStyleCnt="2">
        <dgm:presLayoutVars>
          <dgm:chMax val="0"/>
          <dgm:chPref val="0"/>
          <dgm:bulletEnabled val="1"/>
        </dgm:presLayoutVars>
      </dgm:prSet>
      <dgm:spPr/>
    </dgm:pt>
    <dgm:pt modelId="{8E83899C-1B05-4962-9D20-5ED435B0DD15}" type="pres">
      <dgm:prSet presAssocID="{CC9BF8CD-77B3-4ED1-9BD0-46EE27693226}" presName="parSh" presStyleLbl="node1" presStyleIdx="0" presStyleCnt="2"/>
      <dgm:spPr/>
    </dgm:pt>
    <dgm:pt modelId="{C5FAD71A-3AC2-4D52-8479-92108C0DB4AD}" type="pres">
      <dgm:prSet presAssocID="{CC9BF8CD-77B3-4ED1-9BD0-46EE27693226}" presName="desTx" presStyleLbl="fgAcc1" presStyleIdx="0" presStyleCnt="2">
        <dgm:presLayoutVars>
          <dgm:bulletEnabled val="1"/>
        </dgm:presLayoutVars>
      </dgm:prSet>
      <dgm:spPr/>
    </dgm:pt>
    <dgm:pt modelId="{7D58EB08-3B62-4638-876F-42941F0BA7F0}" type="pres">
      <dgm:prSet presAssocID="{8871A357-3127-4466-BE24-6ECD391DC34F}" presName="sibTrans" presStyleLbl="sibTrans2D1" presStyleIdx="0" presStyleCnt="1"/>
      <dgm:spPr/>
    </dgm:pt>
    <dgm:pt modelId="{7BAD391B-1F4A-47B2-A677-800072ADBE6F}" type="pres">
      <dgm:prSet presAssocID="{8871A357-3127-4466-BE24-6ECD391DC34F}" presName="connTx" presStyleLbl="sibTrans2D1" presStyleIdx="0" presStyleCnt="1"/>
      <dgm:spPr/>
    </dgm:pt>
    <dgm:pt modelId="{0F3CB8B7-C77B-4B7F-B7AA-D82735F1017C}" type="pres">
      <dgm:prSet presAssocID="{36D05B82-0C6A-4C90-B3E2-D2358B587D93}" presName="composite" presStyleCnt="0"/>
      <dgm:spPr/>
    </dgm:pt>
    <dgm:pt modelId="{14946724-98C3-4796-B74B-633476CD43E4}" type="pres">
      <dgm:prSet presAssocID="{36D05B82-0C6A-4C90-B3E2-D2358B587D93}" presName="parTx" presStyleLbl="node1" presStyleIdx="0" presStyleCnt="2">
        <dgm:presLayoutVars>
          <dgm:chMax val="0"/>
          <dgm:chPref val="0"/>
          <dgm:bulletEnabled val="1"/>
        </dgm:presLayoutVars>
      </dgm:prSet>
      <dgm:spPr/>
    </dgm:pt>
    <dgm:pt modelId="{632595A7-C46D-4412-936D-6DEFC18F5B0B}" type="pres">
      <dgm:prSet presAssocID="{36D05B82-0C6A-4C90-B3E2-D2358B587D93}" presName="parSh" presStyleLbl="node1" presStyleIdx="1" presStyleCnt="2"/>
      <dgm:spPr/>
    </dgm:pt>
    <dgm:pt modelId="{86F945D1-4DFA-4100-9AF4-50176E533FB2}" type="pres">
      <dgm:prSet presAssocID="{36D05B82-0C6A-4C90-B3E2-D2358B587D93}" presName="desTx" presStyleLbl="fgAcc1" presStyleIdx="1" presStyleCnt="2">
        <dgm:presLayoutVars>
          <dgm:bulletEnabled val="1"/>
        </dgm:presLayoutVars>
      </dgm:prSet>
      <dgm:spPr/>
    </dgm:pt>
  </dgm:ptLst>
  <dgm:cxnLst>
    <dgm:cxn modelId="{BDE62010-ECCA-4EFD-9F27-51E09EFA7588}" srcId="{36D05B82-0C6A-4C90-B3E2-D2358B587D93}" destId="{1D01DD21-8B7E-48ED-94D9-0D0A2A6AA7CF}" srcOrd="2" destOrd="0" parTransId="{2CFA6F43-6B21-4C6D-B3BC-789A4DE5613E}" sibTransId="{2A65A35C-9C4A-4D5B-A6D7-CD6BA11B8D49}"/>
    <dgm:cxn modelId="{1FD97411-4BBD-6241-B8B4-3F19AA26D0ED}" type="presOf" srcId="{FC76AB4D-EEF8-4F78-8678-DC2A7CF96B4E}" destId="{86F945D1-4DFA-4100-9AF4-50176E533FB2}" srcOrd="0" destOrd="0" presId="urn:microsoft.com/office/officeart/2005/8/layout/process3"/>
    <dgm:cxn modelId="{F1401818-1A85-4FF1-B550-12587F5C81DF}" srcId="{F6FD3239-9BB6-48EF-86B6-131313D99C0F}" destId="{CC9BF8CD-77B3-4ED1-9BD0-46EE27693226}" srcOrd="0" destOrd="0" parTransId="{92B2B6BD-C0DF-40E7-8121-ABA015A5BDFE}" sibTransId="{8871A357-3127-4466-BE24-6ECD391DC34F}"/>
    <dgm:cxn modelId="{5940BC1B-BF52-834B-9B78-1D38BF2D4A2B}" type="presOf" srcId="{B97A3163-88CF-4634-AB78-CDD483F44010}" destId="{C5FAD71A-3AC2-4D52-8479-92108C0DB4AD}" srcOrd="0" destOrd="0" presId="urn:microsoft.com/office/officeart/2005/8/layout/process3"/>
    <dgm:cxn modelId="{E9A9BF20-3A6B-3742-AB89-8529C29426FF}" type="presOf" srcId="{8871A357-3127-4466-BE24-6ECD391DC34F}" destId="{7BAD391B-1F4A-47B2-A677-800072ADBE6F}" srcOrd="1" destOrd="0" presId="urn:microsoft.com/office/officeart/2005/8/layout/process3"/>
    <dgm:cxn modelId="{FBDEF427-1788-BF4A-AB99-E2166EFD8818}" type="presOf" srcId="{36D05B82-0C6A-4C90-B3E2-D2358B587D93}" destId="{632595A7-C46D-4412-936D-6DEFC18F5B0B}" srcOrd="1" destOrd="0" presId="urn:microsoft.com/office/officeart/2005/8/layout/process3"/>
    <dgm:cxn modelId="{DCD8B051-7E7F-4E43-9DBE-AAC78E17AD75}" type="presOf" srcId="{8244812C-58C5-4AB0-85FE-EB0FA0BB80D2}" destId="{86F945D1-4DFA-4100-9AF4-50176E533FB2}" srcOrd="0" destOrd="1" presId="urn:microsoft.com/office/officeart/2005/8/layout/process3"/>
    <dgm:cxn modelId="{C1EF4276-6E85-4AAE-9078-161D7E17AD13}" srcId="{F6FD3239-9BB6-48EF-86B6-131313D99C0F}" destId="{36D05B82-0C6A-4C90-B3E2-D2358B587D93}" srcOrd="1" destOrd="0" parTransId="{A2BBCF96-F322-444B-BEB5-EAF655056BDC}" sibTransId="{14243C98-4FFF-4940-9992-D0CDE8B1D143}"/>
    <dgm:cxn modelId="{777FA857-1F2A-B24A-86E6-FF87DBC0D916}" type="presOf" srcId="{1D01DD21-8B7E-48ED-94D9-0D0A2A6AA7CF}" destId="{86F945D1-4DFA-4100-9AF4-50176E533FB2}" srcOrd="0" destOrd="2" presId="urn:microsoft.com/office/officeart/2005/8/layout/process3"/>
    <dgm:cxn modelId="{1F4C5C7B-1098-46CE-9799-6999BF76582E}" srcId="{CC9BF8CD-77B3-4ED1-9BD0-46EE27693226}" destId="{B97A3163-88CF-4634-AB78-CDD483F44010}" srcOrd="0" destOrd="0" parTransId="{0A4B2799-DF0E-4E0E-8E2E-B6781B7A54F9}" sibTransId="{25B407E2-51C8-4BB2-8E07-C5A968B6A40B}"/>
    <dgm:cxn modelId="{D7CBFD7E-1A02-4DDD-B937-5BFCCD7E696C}" srcId="{36D05B82-0C6A-4C90-B3E2-D2358B587D93}" destId="{FC76AB4D-EEF8-4F78-8678-DC2A7CF96B4E}" srcOrd="0" destOrd="0" parTransId="{AF3A9EAA-4132-4C2D-BBAD-5E3837451014}" sibTransId="{4560546C-3FAF-439D-838C-9F9332246ACA}"/>
    <dgm:cxn modelId="{83597883-3C65-6349-87B6-1FE788956037}" type="presOf" srcId="{CC9BF8CD-77B3-4ED1-9BD0-46EE27693226}" destId="{6FBA6C3A-2338-411D-9CAF-76501AC53C4A}" srcOrd="0" destOrd="0" presId="urn:microsoft.com/office/officeart/2005/8/layout/process3"/>
    <dgm:cxn modelId="{7D16069A-D920-7249-9FE0-D91020EFAEBB}" type="presOf" srcId="{0B2E17AD-F3FD-440C-BE31-ECFA9D6C437E}" destId="{C5FAD71A-3AC2-4D52-8479-92108C0DB4AD}" srcOrd="0" destOrd="2" presId="urn:microsoft.com/office/officeart/2005/8/layout/process3"/>
    <dgm:cxn modelId="{82766EA9-4B92-C84F-8A11-7B4D7A1F0DE9}" type="presOf" srcId="{CC9BF8CD-77B3-4ED1-9BD0-46EE27693226}" destId="{8E83899C-1B05-4962-9D20-5ED435B0DD15}" srcOrd="1" destOrd="0" presId="urn:microsoft.com/office/officeart/2005/8/layout/process3"/>
    <dgm:cxn modelId="{6B84E6AA-C0B0-384B-9313-D8954C8F34F7}" type="presOf" srcId="{8871A357-3127-4466-BE24-6ECD391DC34F}" destId="{7D58EB08-3B62-4638-876F-42941F0BA7F0}" srcOrd="0" destOrd="0" presId="urn:microsoft.com/office/officeart/2005/8/layout/process3"/>
    <dgm:cxn modelId="{528701AF-6637-41C3-95ED-CA40F19FCC26}" type="presOf" srcId="{F63FD3A2-4AE3-4584-AF98-9D13662BF534}" destId="{C5FAD71A-3AC2-4D52-8479-92108C0DB4AD}" srcOrd="0" destOrd="1" presId="urn:microsoft.com/office/officeart/2005/8/layout/process3"/>
    <dgm:cxn modelId="{02AB5DC9-9B4B-4A84-848C-D18D83527ECB}" srcId="{CC9BF8CD-77B3-4ED1-9BD0-46EE27693226}" destId="{0B2E17AD-F3FD-440C-BE31-ECFA9D6C437E}" srcOrd="2" destOrd="0" parTransId="{794CCA8C-079C-4F65-86C8-4428068B0EF7}" sibTransId="{66A83F56-173F-45C3-83B0-94EA9F052B8C}"/>
    <dgm:cxn modelId="{FBF862DB-024F-44EA-9D0D-0E459E822BEB}" srcId="{36D05B82-0C6A-4C90-B3E2-D2358B587D93}" destId="{8244812C-58C5-4AB0-85FE-EB0FA0BB80D2}" srcOrd="1" destOrd="0" parTransId="{6451D885-0BC6-4E4E-A4A7-F616D045BF85}" sibTransId="{18A05EE3-A6E0-4F5B-815B-1D570A54C3AA}"/>
    <dgm:cxn modelId="{ABF46DE2-0E55-3E4A-870C-2D4CAD71708A}" type="presOf" srcId="{F6FD3239-9BB6-48EF-86B6-131313D99C0F}" destId="{30C312B7-9D24-4FA4-B8E8-EDE04549B83B}" srcOrd="0" destOrd="0" presId="urn:microsoft.com/office/officeart/2005/8/layout/process3"/>
    <dgm:cxn modelId="{6B5E7BE8-8EFB-124E-A038-1A9A8DB1E990}" type="presOf" srcId="{36D05B82-0C6A-4C90-B3E2-D2358B587D93}" destId="{14946724-98C3-4796-B74B-633476CD43E4}" srcOrd="0" destOrd="0" presId="urn:microsoft.com/office/officeart/2005/8/layout/process3"/>
    <dgm:cxn modelId="{417F31FE-7364-41DD-8FCE-7B4A49B6210E}" srcId="{CC9BF8CD-77B3-4ED1-9BD0-46EE27693226}" destId="{F63FD3A2-4AE3-4584-AF98-9D13662BF534}" srcOrd="1" destOrd="0" parTransId="{6C5C6607-E58F-49AB-8B0E-FCEACFA4CDF9}" sibTransId="{158FF54C-B1BD-4A4B-BF10-76BB9C381946}"/>
    <dgm:cxn modelId="{399D1ECD-03DB-0544-960C-32DF89719212}" type="presParOf" srcId="{30C312B7-9D24-4FA4-B8E8-EDE04549B83B}" destId="{1747636E-7743-4AC0-A612-1048DC954AD1}" srcOrd="0" destOrd="0" presId="urn:microsoft.com/office/officeart/2005/8/layout/process3"/>
    <dgm:cxn modelId="{AFAA1795-5BDA-8246-A69F-C242AEAE08F0}" type="presParOf" srcId="{1747636E-7743-4AC0-A612-1048DC954AD1}" destId="{6FBA6C3A-2338-411D-9CAF-76501AC53C4A}" srcOrd="0" destOrd="0" presId="urn:microsoft.com/office/officeart/2005/8/layout/process3"/>
    <dgm:cxn modelId="{B86CD22F-2CB2-1249-8E33-BD03966FF51F}" type="presParOf" srcId="{1747636E-7743-4AC0-A612-1048DC954AD1}" destId="{8E83899C-1B05-4962-9D20-5ED435B0DD15}" srcOrd="1" destOrd="0" presId="urn:microsoft.com/office/officeart/2005/8/layout/process3"/>
    <dgm:cxn modelId="{8CDF7DFC-55EF-9A41-A960-DA36FF099D55}" type="presParOf" srcId="{1747636E-7743-4AC0-A612-1048DC954AD1}" destId="{C5FAD71A-3AC2-4D52-8479-92108C0DB4AD}" srcOrd="2" destOrd="0" presId="urn:microsoft.com/office/officeart/2005/8/layout/process3"/>
    <dgm:cxn modelId="{810DF9BE-0C61-3D4F-A98D-9D5C4B0480BD}" type="presParOf" srcId="{30C312B7-9D24-4FA4-B8E8-EDE04549B83B}" destId="{7D58EB08-3B62-4638-876F-42941F0BA7F0}" srcOrd="1" destOrd="0" presId="urn:microsoft.com/office/officeart/2005/8/layout/process3"/>
    <dgm:cxn modelId="{2F3070FA-401F-4445-BE1A-2C615A9559A9}" type="presParOf" srcId="{7D58EB08-3B62-4638-876F-42941F0BA7F0}" destId="{7BAD391B-1F4A-47B2-A677-800072ADBE6F}" srcOrd="0" destOrd="0" presId="urn:microsoft.com/office/officeart/2005/8/layout/process3"/>
    <dgm:cxn modelId="{AB5AD400-811E-0046-8C7C-B921D3FE4B88}" type="presParOf" srcId="{30C312B7-9D24-4FA4-B8E8-EDE04549B83B}" destId="{0F3CB8B7-C77B-4B7F-B7AA-D82735F1017C}" srcOrd="2" destOrd="0" presId="urn:microsoft.com/office/officeart/2005/8/layout/process3"/>
    <dgm:cxn modelId="{7368D286-A624-CD44-B187-423B78664510}" type="presParOf" srcId="{0F3CB8B7-C77B-4B7F-B7AA-D82735F1017C}" destId="{14946724-98C3-4796-B74B-633476CD43E4}" srcOrd="0" destOrd="0" presId="urn:microsoft.com/office/officeart/2005/8/layout/process3"/>
    <dgm:cxn modelId="{DD791692-FC62-C24E-99CB-A414001A720A}" type="presParOf" srcId="{0F3CB8B7-C77B-4B7F-B7AA-D82735F1017C}" destId="{632595A7-C46D-4412-936D-6DEFC18F5B0B}" srcOrd="1" destOrd="0" presId="urn:microsoft.com/office/officeart/2005/8/layout/process3"/>
    <dgm:cxn modelId="{484BAF00-98E5-9E4B-A390-D23C38286014}" type="presParOf" srcId="{0F3CB8B7-C77B-4B7F-B7AA-D82735F1017C}" destId="{86F945D1-4DFA-4100-9AF4-50176E533FB2}"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6F3BC8-D1DB-4E80-82C2-4575D7B7279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MX"/>
        </a:p>
      </dgm:t>
    </dgm:pt>
    <dgm:pt modelId="{8238285C-2920-4097-BB42-8760EBC456F3}">
      <dgm:prSet phldrT="[Text]"/>
      <dgm:spPr/>
      <dgm:t>
        <a:bodyPr/>
        <a:lstStyle/>
        <a:p>
          <a:r>
            <a:rPr lang="es-MX" dirty="0"/>
            <a:t>Factor de Actualización Pérdidas Fiscales</a:t>
          </a:r>
        </a:p>
      </dgm:t>
    </dgm:pt>
    <dgm:pt modelId="{E18C0356-DAAB-4647-A47D-A712247C5619}" type="parTrans" cxnId="{9821752B-6918-40F4-8190-341DCEC1E647}">
      <dgm:prSet/>
      <dgm:spPr/>
      <dgm:t>
        <a:bodyPr/>
        <a:lstStyle/>
        <a:p>
          <a:endParaRPr lang="es-MX"/>
        </a:p>
      </dgm:t>
    </dgm:pt>
    <dgm:pt modelId="{6B072B17-6B36-4F65-903A-FA07FA9826F8}" type="sibTrans" cxnId="{9821752B-6918-40F4-8190-341DCEC1E647}">
      <dgm:prSet/>
      <dgm:spPr/>
      <dgm:t>
        <a:bodyPr/>
        <a:lstStyle/>
        <a:p>
          <a:endParaRPr lang="es-MX"/>
        </a:p>
      </dgm:t>
    </dgm:pt>
    <dgm:pt modelId="{5D576573-ADFA-4717-9E31-260AEB2A8F1C}">
      <dgm:prSet phldrT="[Text]"/>
      <dgm:spPr/>
      <dgm:t>
        <a:bodyPr/>
        <a:lstStyle/>
        <a:p>
          <a:r>
            <a:rPr lang="es-MX" dirty="0"/>
            <a:t>Ejercicio en que se incurrió la pérdida</a:t>
          </a:r>
        </a:p>
      </dgm:t>
    </dgm:pt>
    <dgm:pt modelId="{DB9D91AE-52BE-4A99-ABAF-106E32FEE060}" type="parTrans" cxnId="{94A1017E-52D6-47E1-8205-5BFABFE7D5CE}">
      <dgm:prSet/>
      <dgm:spPr/>
      <dgm:t>
        <a:bodyPr/>
        <a:lstStyle/>
        <a:p>
          <a:endParaRPr lang="es-MX"/>
        </a:p>
      </dgm:t>
    </dgm:pt>
    <dgm:pt modelId="{29F0C008-33E0-45B2-90AF-B813447BBC9C}" type="sibTrans" cxnId="{94A1017E-52D6-47E1-8205-5BFABFE7D5CE}">
      <dgm:prSet/>
      <dgm:spPr/>
      <dgm:t>
        <a:bodyPr/>
        <a:lstStyle/>
        <a:p>
          <a:endParaRPr lang="es-MX"/>
        </a:p>
      </dgm:t>
    </dgm:pt>
    <dgm:pt modelId="{DE5BD2B8-8E8C-4C8B-B9F3-B7E2D9EE5E6C}">
      <dgm:prSet phldrT="[Text]"/>
      <dgm:spPr/>
      <dgm:t>
        <a:bodyPr/>
        <a:lstStyle/>
        <a:p>
          <a:r>
            <a:rPr lang="es-MX" dirty="0"/>
            <a:t>INPC del Último Mes del Ejercicio</a:t>
          </a:r>
        </a:p>
      </dgm:t>
    </dgm:pt>
    <dgm:pt modelId="{915A2221-4844-43AD-B84C-29275A05CB90}" type="parTrans" cxnId="{F2187E50-C838-4745-B23F-7ED177C2BA34}">
      <dgm:prSet/>
      <dgm:spPr/>
      <dgm:t>
        <a:bodyPr/>
        <a:lstStyle/>
        <a:p>
          <a:endParaRPr lang="es-MX"/>
        </a:p>
      </dgm:t>
    </dgm:pt>
    <dgm:pt modelId="{5935EA58-C7A6-48E4-932E-B64DDCBB86E6}" type="sibTrans" cxnId="{F2187E50-C838-4745-B23F-7ED177C2BA34}">
      <dgm:prSet/>
      <dgm:spPr/>
      <dgm:t>
        <a:bodyPr/>
        <a:lstStyle/>
        <a:p>
          <a:endParaRPr lang="es-MX"/>
        </a:p>
      </dgm:t>
    </dgm:pt>
    <dgm:pt modelId="{D98A79C7-5798-4086-AA3F-DD7665E554D1}">
      <dgm:prSet phldrT="[Text]"/>
      <dgm:spPr>
        <a:solidFill>
          <a:srgbClr val="92D050"/>
        </a:solidFill>
      </dgm:spPr>
      <dgm:t>
        <a:bodyPr/>
        <a:lstStyle/>
        <a:p>
          <a:r>
            <a:rPr lang="es-MX" dirty="0"/>
            <a:t>INPC del Primer Mes de la Segunda Mitad</a:t>
          </a:r>
        </a:p>
      </dgm:t>
    </dgm:pt>
    <dgm:pt modelId="{5D8AF30B-04CF-4339-8858-69C59726AFE8}" type="parTrans" cxnId="{2E6164DA-E166-4AF5-923F-87F54541EB33}">
      <dgm:prSet/>
      <dgm:spPr/>
      <dgm:t>
        <a:bodyPr/>
        <a:lstStyle/>
        <a:p>
          <a:endParaRPr lang="es-MX"/>
        </a:p>
      </dgm:t>
    </dgm:pt>
    <dgm:pt modelId="{9D6081BD-DC57-4829-B5F4-A0C7D2A46EE8}" type="sibTrans" cxnId="{2E6164DA-E166-4AF5-923F-87F54541EB33}">
      <dgm:prSet/>
      <dgm:spPr/>
      <dgm:t>
        <a:bodyPr/>
        <a:lstStyle/>
        <a:p>
          <a:endParaRPr lang="es-MX"/>
        </a:p>
      </dgm:t>
    </dgm:pt>
    <dgm:pt modelId="{35358C42-AE3D-4DC3-AFE9-4E179F1318DA}">
      <dgm:prSet phldrT="[Text]"/>
      <dgm:spPr/>
      <dgm:t>
        <a:bodyPr/>
        <a:lstStyle/>
        <a:p>
          <a:r>
            <a:rPr lang="es-MX" dirty="0"/>
            <a:t>Ejercicio en que se utilizó la pérdida</a:t>
          </a:r>
        </a:p>
      </dgm:t>
    </dgm:pt>
    <dgm:pt modelId="{3749A5E4-41EB-4F6D-9361-9BD5AF38681C}" type="parTrans" cxnId="{1C4AE96C-7410-4C4B-9E30-8A90CF10CDAF}">
      <dgm:prSet/>
      <dgm:spPr/>
      <dgm:t>
        <a:bodyPr/>
        <a:lstStyle/>
        <a:p>
          <a:endParaRPr lang="es-MX"/>
        </a:p>
      </dgm:t>
    </dgm:pt>
    <dgm:pt modelId="{64A53825-6A36-4392-923D-DE6743046664}" type="sibTrans" cxnId="{1C4AE96C-7410-4C4B-9E30-8A90CF10CDAF}">
      <dgm:prSet/>
      <dgm:spPr/>
      <dgm:t>
        <a:bodyPr/>
        <a:lstStyle/>
        <a:p>
          <a:endParaRPr lang="es-MX"/>
        </a:p>
      </dgm:t>
    </dgm:pt>
    <dgm:pt modelId="{30E1D3DD-9F5B-453A-A575-F7C4B3EC4C18}">
      <dgm:prSet phldrT="[Text]"/>
      <dgm:spPr/>
      <dgm:t>
        <a:bodyPr/>
        <a:lstStyle/>
        <a:p>
          <a:r>
            <a:rPr lang="es-MX" dirty="0"/>
            <a:t>INPC del Último Mes de la Primera Mitad</a:t>
          </a:r>
        </a:p>
      </dgm:t>
    </dgm:pt>
    <dgm:pt modelId="{636BE78D-8078-4DC5-867F-89368D307D43}" type="parTrans" cxnId="{3B4F77B4-F276-454C-849B-CD345F64B163}">
      <dgm:prSet/>
      <dgm:spPr/>
      <dgm:t>
        <a:bodyPr/>
        <a:lstStyle/>
        <a:p>
          <a:endParaRPr lang="es-MX"/>
        </a:p>
      </dgm:t>
    </dgm:pt>
    <dgm:pt modelId="{90A17080-F297-474E-ACD3-94F1449EE6F6}" type="sibTrans" cxnId="{3B4F77B4-F276-454C-849B-CD345F64B163}">
      <dgm:prSet/>
      <dgm:spPr/>
      <dgm:t>
        <a:bodyPr/>
        <a:lstStyle/>
        <a:p>
          <a:endParaRPr lang="es-MX"/>
        </a:p>
      </dgm:t>
    </dgm:pt>
    <dgm:pt modelId="{0A8FA98F-3964-4D6D-ADEF-DFA49CD2E067}">
      <dgm:prSet/>
      <dgm:spPr/>
      <dgm:t>
        <a:bodyPr/>
        <a:lstStyle/>
        <a:p>
          <a:r>
            <a:rPr lang="es-MX" dirty="0"/>
            <a:t>INPC del Mes de la Última Actualización</a:t>
          </a:r>
        </a:p>
      </dgm:t>
    </dgm:pt>
    <dgm:pt modelId="{35994955-EED7-4BE2-ADE2-43EF104C6B54}" type="parTrans" cxnId="{0656EE20-71EA-44F6-AA42-66E1B0C5A254}">
      <dgm:prSet/>
      <dgm:spPr/>
      <dgm:t>
        <a:bodyPr/>
        <a:lstStyle/>
        <a:p>
          <a:endParaRPr lang="es-MX"/>
        </a:p>
      </dgm:t>
    </dgm:pt>
    <dgm:pt modelId="{3F76947D-5FB7-4FE1-91A9-453D53C1E0AE}" type="sibTrans" cxnId="{0656EE20-71EA-44F6-AA42-66E1B0C5A254}">
      <dgm:prSet/>
      <dgm:spPr/>
      <dgm:t>
        <a:bodyPr/>
        <a:lstStyle/>
        <a:p>
          <a:endParaRPr lang="es-MX"/>
        </a:p>
      </dgm:t>
    </dgm:pt>
    <dgm:pt modelId="{7BA71D67-64EF-4044-859C-707F1B6C76F2}">
      <dgm:prSet/>
      <dgm:spPr/>
      <dgm:t>
        <a:bodyPr/>
        <a:lstStyle/>
        <a:p>
          <a:r>
            <a:rPr lang="es-MX" dirty="0"/>
            <a:t>Número de Meses PAR</a:t>
          </a:r>
        </a:p>
      </dgm:t>
    </dgm:pt>
    <dgm:pt modelId="{C03AB112-01EB-415E-A50C-85EFEB0FF1EC}" type="parTrans" cxnId="{8BA8DAE6-CF37-4C87-8D21-8CA878A47453}">
      <dgm:prSet/>
      <dgm:spPr/>
      <dgm:t>
        <a:bodyPr/>
        <a:lstStyle/>
        <a:p>
          <a:endParaRPr lang="es-MX"/>
        </a:p>
      </dgm:t>
    </dgm:pt>
    <dgm:pt modelId="{6C74BF30-988C-4192-9980-62142E55770D}" type="sibTrans" cxnId="{8BA8DAE6-CF37-4C87-8D21-8CA878A47453}">
      <dgm:prSet/>
      <dgm:spPr/>
      <dgm:t>
        <a:bodyPr/>
        <a:lstStyle/>
        <a:p>
          <a:endParaRPr lang="es-MX"/>
        </a:p>
      </dgm:t>
    </dgm:pt>
    <dgm:pt modelId="{56E7A317-BC35-4B03-A528-C6194C11F8E2}">
      <dgm:prSet/>
      <dgm:spPr/>
      <dgm:t>
        <a:bodyPr/>
        <a:lstStyle/>
        <a:p>
          <a:r>
            <a:rPr lang="es-MX" dirty="0"/>
            <a:t>Número de Meses IMPAR</a:t>
          </a:r>
        </a:p>
      </dgm:t>
    </dgm:pt>
    <dgm:pt modelId="{32651911-31F8-4AEB-A296-C34FCF37AA59}" type="parTrans" cxnId="{944A744D-73AF-412E-8780-40B72B26540C}">
      <dgm:prSet/>
      <dgm:spPr/>
      <dgm:t>
        <a:bodyPr/>
        <a:lstStyle/>
        <a:p>
          <a:endParaRPr lang="es-MX"/>
        </a:p>
      </dgm:t>
    </dgm:pt>
    <dgm:pt modelId="{BA4A6848-A01C-41DD-B390-1128CDEC1C18}" type="sibTrans" cxnId="{944A744D-73AF-412E-8780-40B72B26540C}">
      <dgm:prSet/>
      <dgm:spPr/>
      <dgm:t>
        <a:bodyPr/>
        <a:lstStyle/>
        <a:p>
          <a:endParaRPr lang="es-MX"/>
        </a:p>
      </dgm:t>
    </dgm:pt>
    <dgm:pt modelId="{950136B9-6678-4150-B988-426644ED8F27}">
      <dgm:prSet/>
      <dgm:spPr/>
      <dgm:t>
        <a:bodyPr/>
        <a:lstStyle/>
        <a:p>
          <a:r>
            <a:rPr lang="es-MX" dirty="0"/>
            <a:t>Mes Inmediato Posterior a mitad</a:t>
          </a:r>
        </a:p>
      </dgm:t>
    </dgm:pt>
    <dgm:pt modelId="{02D3ACA5-5D99-4B94-8B7C-BE070AF7A62C}" type="parTrans" cxnId="{46AB30E1-881B-4AB6-BE17-DF28113946AF}">
      <dgm:prSet/>
      <dgm:spPr/>
      <dgm:t>
        <a:bodyPr/>
        <a:lstStyle/>
        <a:p>
          <a:endParaRPr lang="es-MX"/>
        </a:p>
      </dgm:t>
    </dgm:pt>
    <dgm:pt modelId="{C420D55D-A385-46D0-9300-0CC6B9CFF2C5}" type="sibTrans" cxnId="{46AB30E1-881B-4AB6-BE17-DF28113946AF}">
      <dgm:prSet/>
      <dgm:spPr/>
      <dgm:t>
        <a:bodyPr/>
        <a:lstStyle/>
        <a:p>
          <a:endParaRPr lang="es-MX"/>
        </a:p>
      </dgm:t>
    </dgm:pt>
    <dgm:pt modelId="{67C9F374-BEC6-4153-B334-055DE5C80109}" type="pres">
      <dgm:prSet presAssocID="{486F3BC8-D1DB-4E80-82C2-4575D7B72794}" presName="diagram" presStyleCnt="0">
        <dgm:presLayoutVars>
          <dgm:chPref val="1"/>
          <dgm:dir/>
          <dgm:animOne val="branch"/>
          <dgm:animLvl val="lvl"/>
          <dgm:resizeHandles val="exact"/>
        </dgm:presLayoutVars>
      </dgm:prSet>
      <dgm:spPr/>
    </dgm:pt>
    <dgm:pt modelId="{24538739-424D-4392-83E3-6543AD2C6D7E}" type="pres">
      <dgm:prSet presAssocID="{8238285C-2920-4097-BB42-8760EBC456F3}" presName="root1" presStyleCnt="0"/>
      <dgm:spPr/>
    </dgm:pt>
    <dgm:pt modelId="{73C950B9-DBED-464A-A9D2-937698890060}" type="pres">
      <dgm:prSet presAssocID="{8238285C-2920-4097-BB42-8760EBC456F3}" presName="LevelOneTextNode" presStyleLbl="node0" presStyleIdx="0" presStyleCnt="1">
        <dgm:presLayoutVars>
          <dgm:chPref val="3"/>
        </dgm:presLayoutVars>
      </dgm:prSet>
      <dgm:spPr/>
    </dgm:pt>
    <dgm:pt modelId="{903F1C28-A9E3-441F-87B9-F72E819AE10B}" type="pres">
      <dgm:prSet presAssocID="{8238285C-2920-4097-BB42-8760EBC456F3}" presName="level2hierChild" presStyleCnt="0"/>
      <dgm:spPr/>
    </dgm:pt>
    <dgm:pt modelId="{FD1DDEB3-8DFC-47DD-974D-303614C9D364}" type="pres">
      <dgm:prSet presAssocID="{DB9D91AE-52BE-4A99-ABAF-106E32FEE060}" presName="conn2-1" presStyleLbl="parChTrans1D2" presStyleIdx="0" presStyleCnt="2"/>
      <dgm:spPr/>
    </dgm:pt>
    <dgm:pt modelId="{83E0FF0A-513E-456F-AACD-9B8FE7292301}" type="pres">
      <dgm:prSet presAssocID="{DB9D91AE-52BE-4A99-ABAF-106E32FEE060}" presName="connTx" presStyleLbl="parChTrans1D2" presStyleIdx="0" presStyleCnt="2"/>
      <dgm:spPr/>
    </dgm:pt>
    <dgm:pt modelId="{6B1DFDD3-10D1-497F-BD51-D7BC2D1809DC}" type="pres">
      <dgm:prSet presAssocID="{5D576573-ADFA-4717-9E31-260AEB2A8F1C}" presName="root2" presStyleCnt="0"/>
      <dgm:spPr/>
    </dgm:pt>
    <dgm:pt modelId="{AAD92F87-BB5F-4269-A823-0F7516E7FFF2}" type="pres">
      <dgm:prSet presAssocID="{5D576573-ADFA-4717-9E31-260AEB2A8F1C}" presName="LevelTwoTextNode" presStyleLbl="node2" presStyleIdx="0" presStyleCnt="2">
        <dgm:presLayoutVars>
          <dgm:chPref val="3"/>
        </dgm:presLayoutVars>
      </dgm:prSet>
      <dgm:spPr/>
    </dgm:pt>
    <dgm:pt modelId="{04E0704E-5AC5-4237-8B27-7F489165E8D9}" type="pres">
      <dgm:prSet presAssocID="{5D576573-ADFA-4717-9E31-260AEB2A8F1C}" presName="level3hierChild" presStyleCnt="0"/>
      <dgm:spPr/>
    </dgm:pt>
    <dgm:pt modelId="{E122C59C-7CA6-4DA8-9941-3C2DD3AC8EE6}" type="pres">
      <dgm:prSet presAssocID="{915A2221-4844-43AD-B84C-29275A05CB90}" presName="conn2-1" presStyleLbl="parChTrans1D3" presStyleIdx="0" presStyleCnt="4"/>
      <dgm:spPr/>
    </dgm:pt>
    <dgm:pt modelId="{5ED64EF3-B764-4379-92FC-B4F755AF373E}" type="pres">
      <dgm:prSet presAssocID="{915A2221-4844-43AD-B84C-29275A05CB90}" presName="connTx" presStyleLbl="parChTrans1D3" presStyleIdx="0" presStyleCnt="4"/>
      <dgm:spPr/>
    </dgm:pt>
    <dgm:pt modelId="{02DE8845-1536-4074-8DF8-89D4B4CE6B0E}" type="pres">
      <dgm:prSet presAssocID="{DE5BD2B8-8E8C-4C8B-B9F3-B7E2D9EE5E6C}" presName="root2" presStyleCnt="0"/>
      <dgm:spPr/>
    </dgm:pt>
    <dgm:pt modelId="{D1EA6E13-30F1-4B4D-ACCB-5C78FBA55B52}" type="pres">
      <dgm:prSet presAssocID="{DE5BD2B8-8E8C-4C8B-B9F3-B7E2D9EE5E6C}" presName="LevelTwoTextNode" presStyleLbl="node3" presStyleIdx="0" presStyleCnt="4">
        <dgm:presLayoutVars>
          <dgm:chPref val="3"/>
        </dgm:presLayoutVars>
      </dgm:prSet>
      <dgm:spPr/>
    </dgm:pt>
    <dgm:pt modelId="{A9FA8840-05E9-472D-9543-6020D4D90776}" type="pres">
      <dgm:prSet presAssocID="{DE5BD2B8-8E8C-4C8B-B9F3-B7E2D9EE5E6C}" presName="level3hierChild" presStyleCnt="0"/>
      <dgm:spPr/>
    </dgm:pt>
    <dgm:pt modelId="{F593A001-5B36-48E5-A603-DAF8907A43BA}" type="pres">
      <dgm:prSet presAssocID="{5D8AF30B-04CF-4339-8858-69C59726AFE8}" presName="conn2-1" presStyleLbl="parChTrans1D3" presStyleIdx="1" presStyleCnt="4"/>
      <dgm:spPr/>
    </dgm:pt>
    <dgm:pt modelId="{53DDBDB5-A5E2-4279-9730-84BB71D4A196}" type="pres">
      <dgm:prSet presAssocID="{5D8AF30B-04CF-4339-8858-69C59726AFE8}" presName="connTx" presStyleLbl="parChTrans1D3" presStyleIdx="1" presStyleCnt="4"/>
      <dgm:spPr/>
    </dgm:pt>
    <dgm:pt modelId="{ED8501B0-C950-4664-BDE0-5FE1A85571DA}" type="pres">
      <dgm:prSet presAssocID="{D98A79C7-5798-4086-AA3F-DD7665E554D1}" presName="root2" presStyleCnt="0"/>
      <dgm:spPr/>
    </dgm:pt>
    <dgm:pt modelId="{EBE8BB59-C68F-4621-9137-D5A9C2E715F5}" type="pres">
      <dgm:prSet presAssocID="{D98A79C7-5798-4086-AA3F-DD7665E554D1}" presName="LevelTwoTextNode" presStyleLbl="node3" presStyleIdx="1" presStyleCnt="4">
        <dgm:presLayoutVars>
          <dgm:chPref val="3"/>
        </dgm:presLayoutVars>
      </dgm:prSet>
      <dgm:spPr/>
    </dgm:pt>
    <dgm:pt modelId="{E41DFB9C-502D-4773-AB0B-B47D05DBD9C7}" type="pres">
      <dgm:prSet presAssocID="{D98A79C7-5798-4086-AA3F-DD7665E554D1}" presName="level3hierChild" presStyleCnt="0"/>
      <dgm:spPr/>
    </dgm:pt>
    <dgm:pt modelId="{EAE677E0-0A82-4591-B986-EC7B07FA8118}" type="pres">
      <dgm:prSet presAssocID="{C03AB112-01EB-415E-A50C-85EFEB0FF1EC}" presName="conn2-1" presStyleLbl="parChTrans1D4" presStyleIdx="0" presStyleCnt="3"/>
      <dgm:spPr/>
    </dgm:pt>
    <dgm:pt modelId="{F18DEC42-CA90-49B7-9195-80E6CBDF4CB9}" type="pres">
      <dgm:prSet presAssocID="{C03AB112-01EB-415E-A50C-85EFEB0FF1EC}" presName="connTx" presStyleLbl="parChTrans1D4" presStyleIdx="0" presStyleCnt="3"/>
      <dgm:spPr/>
    </dgm:pt>
    <dgm:pt modelId="{3E7E964A-E789-4175-A2F2-60F5554D20F2}" type="pres">
      <dgm:prSet presAssocID="{7BA71D67-64EF-4044-859C-707F1B6C76F2}" presName="root2" presStyleCnt="0"/>
      <dgm:spPr/>
    </dgm:pt>
    <dgm:pt modelId="{23831C07-B250-4852-8F42-E0CA01DECD59}" type="pres">
      <dgm:prSet presAssocID="{7BA71D67-64EF-4044-859C-707F1B6C76F2}" presName="LevelTwoTextNode" presStyleLbl="node4" presStyleIdx="0" presStyleCnt="3">
        <dgm:presLayoutVars>
          <dgm:chPref val="3"/>
        </dgm:presLayoutVars>
      </dgm:prSet>
      <dgm:spPr/>
    </dgm:pt>
    <dgm:pt modelId="{49490060-6EE8-4297-890E-BA344C1A5C12}" type="pres">
      <dgm:prSet presAssocID="{7BA71D67-64EF-4044-859C-707F1B6C76F2}" presName="level3hierChild" presStyleCnt="0"/>
      <dgm:spPr/>
    </dgm:pt>
    <dgm:pt modelId="{116F02EB-37E0-4E5B-B8CE-962221667AA0}" type="pres">
      <dgm:prSet presAssocID="{32651911-31F8-4AEB-A296-C34FCF37AA59}" presName="conn2-1" presStyleLbl="parChTrans1D4" presStyleIdx="1" presStyleCnt="3"/>
      <dgm:spPr/>
    </dgm:pt>
    <dgm:pt modelId="{1B82661E-AAC2-45EB-80C4-FCFE2376AD1F}" type="pres">
      <dgm:prSet presAssocID="{32651911-31F8-4AEB-A296-C34FCF37AA59}" presName="connTx" presStyleLbl="parChTrans1D4" presStyleIdx="1" presStyleCnt="3"/>
      <dgm:spPr/>
    </dgm:pt>
    <dgm:pt modelId="{6258A933-033D-4FEC-83A5-C68C153315BD}" type="pres">
      <dgm:prSet presAssocID="{56E7A317-BC35-4B03-A528-C6194C11F8E2}" presName="root2" presStyleCnt="0"/>
      <dgm:spPr/>
    </dgm:pt>
    <dgm:pt modelId="{FFDC8F19-31C4-4691-AAB0-7E37A6A85FC8}" type="pres">
      <dgm:prSet presAssocID="{56E7A317-BC35-4B03-A528-C6194C11F8E2}" presName="LevelTwoTextNode" presStyleLbl="node4" presStyleIdx="1" presStyleCnt="3">
        <dgm:presLayoutVars>
          <dgm:chPref val="3"/>
        </dgm:presLayoutVars>
      </dgm:prSet>
      <dgm:spPr/>
    </dgm:pt>
    <dgm:pt modelId="{83ED6422-BC20-490B-9AE3-50631557E09A}" type="pres">
      <dgm:prSet presAssocID="{56E7A317-BC35-4B03-A528-C6194C11F8E2}" presName="level3hierChild" presStyleCnt="0"/>
      <dgm:spPr/>
    </dgm:pt>
    <dgm:pt modelId="{5604B877-A30B-4EB3-8804-10A5A368C07A}" type="pres">
      <dgm:prSet presAssocID="{02D3ACA5-5D99-4B94-8B7C-BE070AF7A62C}" presName="conn2-1" presStyleLbl="parChTrans1D4" presStyleIdx="2" presStyleCnt="3"/>
      <dgm:spPr/>
    </dgm:pt>
    <dgm:pt modelId="{5A43858F-4D6C-4523-A958-8C43091377DD}" type="pres">
      <dgm:prSet presAssocID="{02D3ACA5-5D99-4B94-8B7C-BE070AF7A62C}" presName="connTx" presStyleLbl="parChTrans1D4" presStyleIdx="2" presStyleCnt="3"/>
      <dgm:spPr/>
    </dgm:pt>
    <dgm:pt modelId="{DB4CD31F-C826-4C6E-9616-71B064CAC59E}" type="pres">
      <dgm:prSet presAssocID="{950136B9-6678-4150-B988-426644ED8F27}" presName="root2" presStyleCnt="0"/>
      <dgm:spPr/>
    </dgm:pt>
    <dgm:pt modelId="{80B7D03C-B309-43E5-BCE1-D53103344CAE}" type="pres">
      <dgm:prSet presAssocID="{950136B9-6678-4150-B988-426644ED8F27}" presName="LevelTwoTextNode" presStyleLbl="node4" presStyleIdx="2" presStyleCnt="3">
        <dgm:presLayoutVars>
          <dgm:chPref val="3"/>
        </dgm:presLayoutVars>
      </dgm:prSet>
      <dgm:spPr/>
    </dgm:pt>
    <dgm:pt modelId="{BE9DDEFB-E5DF-4E34-B286-2959CDB1C9D0}" type="pres">
      <dgm:prSet presAssocID="{950136B9-6678-4150-B988-426644ED8F27}" presName="level3hierChild" presStyleCnt="0"/>
      <dgm:spPr/>
    </dgm:pt>
    <dgm:pt modelId="{9171379B-5E8A-48E0-9A68-2203A16EB317}" type="pres">
      <dgm:prSet presAssocID="{3749A5E4-41EB-4F6D-9361-9BD5AF38681C}" presName="conn2-1" presStyleLbl="parChTrans1D2" presStyleIdx="1" presStyleCnt="2"/>
      <dgm:spPr/>
    </dgm:pt>
    <dgm:pt modelId="{C587BFB7-7012-4D76-A448-A126FD72F59C}" type="pres">
      <dgm:prSet presAssocID="{3749A5E4-41EB-4F6D-9361-9BD5AF38681C}" presName="connTx" presStyleLbl="parChTrans1D2" presStyleIdx="1" presStyleCnt="2"/>
      <dgm:spPr/>
    </dgm:pt>
    <dgm:pt modelId="{73CF31BA-57F7-43E3-9202-DC7527FBB07D}" type="pres">
      <dgm:prSet presAssocID="{35358C42-AE3D-4DC3-AFE9-4E179F1318DA}" presName="root2" presStyleCnt="0"/>
      <dgm:spPr/>
    </dgm:pt>
    <dgm:pt modelId="{54A41FB6-6BEA-4909-BD88-CEEB23A785C4}" type="pres">
      <dgm:prSet presAssocID="{35358C42-AE3D-4DC3-AFE9-4E179F1318DA}" presName="LevelTwoTextNode" presStyleLbl="node2" presStyleIdx="1" presStyleCnt="2">
        <dgm:presLayoutVars>
          <dgm:chPref val="3"/>
        </dgm:presLayoutVars>
      </dgm:prSet>
      <dgm:spPr/>
    </dgm:pt>
    <dgm:pt modelId="{A5C329FA-091D-424E-A423-0923AF1D5088}" type="pres">
      <dgm:prSet presAssocID="{35358C42-AE3D-4DC3-AFE9-4E179F1318DA}" presName="level3hierChild" presStyleCnt="0"/>
      <dgm:spPr/>
    </dgm:pt>
    <dgm:pt modelId="{8A5EF178-12D2-4EFF-ADBC-A4BA302C6D7C}" type="pres">
      <dgm:prSet presAssocID="{636BE78D-8078-4DC5-867F-89368D307D43}" presName="conn2-1" presStyleLbl="parChTrans1D3" presStyleIdx="2" presStyleCnt="4"/>
      <dgm:spPr/>
    </dgm:pt>
    <dgm:pt modelId="{102A0740-67FC-4C7B-A351-5FAD95FB0E4A}" type="pres">
      <dgm:prSet presAssocID="{636BE78D-8078-4DC5-867F-89368D307D43}" presName="connTx" presStyleLbl="parChTrans1D3" presStyleIdx="2" presStyleCnt="4"/>
      <dgm:spPr/>
    </dgm:pt>
    <dgm:pt modelId="{F229A1B9-12FF-4876-9F8C-BBA5250746A5}" type="pres">
      <dgm:prSet presAssocID="{30E1D3DD-9F5B-453A-A575-F7C4B3EC4C18}" presName="root2" presStyleCnt="0"/>
      <dgm:spPr/>
    </dgm:pt>
    <dgm:pt modelId="{0A9C0A49-DFE5-43E5-93BE-54FB09EA0589}" type="pres">
      <dgm:prSet presAssocID="{30E1D3DD-9F5B-453A-A575-F7C4B3EC4C18}" presName="LevelTwoTextNode" presStyleLbl="node3" presStyleIdx="2" presStyleCnt="4">
        <dgm:presLayoutVars>
          <dgm:chPref val="3"/>
        </dgm:presLayoutVars>
      </dgm:prSet>
      <dgm:spPr/>
    </dgm:pt>
    <dgm:pt modelId="{9B1A989B-6115-429E-AEC5-89C587108CD7}" type="pres">
      <dgm:prSet presAssocID="{30E1D3DD-9F5B-453A-A575-F7C4B3EC4C18}" presName="level3hierChild" presStyleCnt="0"/>
      <dgm:spPr/>
    </dgm:pt>
    <dgm:pt modelId="{C7C13898-C38A-4667-BA7E-2576B7BEC435}" type="pres">
      <dgm:prSet presAssocID="{35994955-EED7-4BE2-ADE2-43EF104C6B54}" presName="conn2-1" presStyleLbl="parChTrans1D3" presStyleIdx="3" presStyleCnt="4"/>
      <dgm:spPr/>
    </dgm:pt>
    <dgm:pt modelId="{4EEA2EEF-13A7-4A2F-B7C0-EF72D4872A73}" type="pres">
      <dgm:prSet presAssocID="{35994955-EED7-4BE2-ADE2-43EF104C6B54}" presName="connTx" presStyleLbl="parChTrans1D3" presStyleIdx="3" presStyleCnt="4"/>
      <dgm:spPr/>
    </dgm:pt>
    <dgm:pt modelId="{AAB43BCA-1416-43FA-905D-5EBC3414368A}" type="pres">
      <dgm:prSet presAssocID="{0A8FA98F-3964-4D6D-ADEF-DFA49CD2E067}" presName="root2" presStyleCnt="0"/>
      <dgm:spPr/>
    </dgm:pt>
    <dgm:pt modelId="{5C778C6A-B7FA-4BD6-9565-D8D6A54A0580}" type="pres">
      <dgm:prSet presAssocID="{0A8FA98F-3964-4D6D-ADEF-DFA49CD2E067}" presName="LevelTwoTextNode" presStyleLbl="node3" presStyleIdx="3" presStyleCnt="4">
        <dgm:presLayoutVars>
          <dgm:chPref val="3"/>
        </dgm:presLayoutVars>
      </dgm:prSet>
      <dgm:spPr/>
    </dgm:pt>
    <dgm:pt modelId="{559CEECB-75AB-4E3F-BF96-D15B6724C521}" type="pres">
      <dgm:prSet presAssocID="{0A8FA98F-3964-4D6D-ADEF-DFA49CD2E067}" presName="level3hierChild" presStyleCnt="0"/>
      <dgm:spPr/>
    </dgm:pt>
  </dgm:ptLst>
  <dgm:cxnLst>
    <dgm:cxn modelId="{F7956C07-360E-4423-AE6A-5079BFAA8ED7}" type="presOf" srcId="{636BE78D-8078-4DC5-867F-89368D307D43}" destId="{102A0740-67FC-4C7B-A351-5FAD95FB0E4A}" srcOrd="1" destOrd="0" presId="urn:microsoft.com/office/officeart/2005/8/layout/hierarchy2"/>
    <dgm:cxn modelId="{DF87870B-1695-46E8-BCB1-444BE273C544}" type="presOf" srcId="{950136B9-6678-4150-B988-426644ED8F27}" destId="{80B7D03C-B309-43E5-BCE1-D53103344CAE}" srcOrd="0" destOrd="0" presId="urn:microsoft.com/office/officeart/2005/8/layout/hierarchy2"/>
    <dgm:cxn modelId="{CEFDCD11-0412-46B2-A0E2-83FA3977ABCE}" type="presOf" srcId="{30E1D3DD-9F5B-453A-A575-F7C4B3EC4C18}" destId="{0A9C0A49-DFE5-43E5-93BE-54FB09EA0589}" srcOrd="0" destOrd="0" presId="urn:microsoft.com/office/officeart/2005/8/layout/hierarchy2"/>
    <dgm:cxn modelId="{0656EE20-71EA-44F6-AA42-66E1B0C5A254}" srcId="{35358C42-AE3D-4DC3-AFE9-4E179F1318DA}" destId="{0A8FA98F-3964-4D6D-ADEF-DFA49CD2E067}" srcOrd="1" destOrd="0" parTransId="{35994955-EED7-4BE2-ADE2-43EF104C6B54}" sibTransId="{3F76947D-5FB7-4FE1-91A9-453D53C1E0AE}"/>
    <dgm:cxn modelId="{9821752B-6918-40F4-8190-341DCEC1E647}" srcId="{486F3BC8-D1DB-4E80-82C2-4575D7B72794}" destId="{8238285C-2920-4097-BB42-8760EBC456F3}" srcOrd="0" destOrd="0" parTransId="{E18C0356-DAAB-4647-A47D-A712247C5619}" sibTransId="{6B072B17-6B36-4F65-903A-FA07FA9826F8}"/>
    <dgm:cxn modelId="{143B172F-1D64-41F7-90D4-8CA0F18F6195}" type="presOf" srcId="{DB9D91AE-52BE-4A99-ABAF-106E32FEE060}" destId="{FD1DDEB3-8DFC-47DD-974D-303614C9D364}" srcOrd="0" destOrd="0" presId="urn:microsoft.com/office/officeart/2005/8/layout/hierarchy2"/>
    <dgm:cxn modelId="{169F603A-EAB6-4798-96B3-758DD9B54CC2}" type="presOf" srcId="{35994955-EED7-4BE2-ADE2-43EF104C6B54}" destId="{4EEA2EEF-13A7-4A2F-B7C0-EF72D4872A73}" srcOrd="1" destOrd="0" presId="urn:microsoft.com/office/officeart/2005/8/layout/hierarchy2"/>
    <dgm:cxn modelId="{DD59093E-BB20-4DAF-8714-75C97F443308}" type="presOf" srcId="{C03AB112-01EB-415E-A50C-85EFEB0FF1EC}" destId="{F18DEC42-CA90-49B7-9195-80E6CBDF4CB9}" srcOrd="1" destOrd="0" presId="urn:microsoft.com/office/officeart/2005/8/layout/hierarchy2"/>
    <dgm:cxn modelId="{F08AE969-9F25-49DF-83A2-0B2B07F5C154}" type="presOf" srcId="{02D3ACA5-5D99-4B94-8B7C-BE070AF7A62C}" destId="{5A43858F-4D6C-4523-A958-8C43091377DD}" srcOrd="1" destOrd="0" presId="urn:microsoft.com/office/officeart/2005/8/layout/hierarchy2"/>
    <dgm:cxn modelId="{4FB68B6A-1837-4BF0-9E35-16DE8859D4FB}" type="presOf" srcId="{32651911-31F8-4AEB-A296-C34FCF37AA59}" destId="{1B82661E-AAC2-45EB-80C4-FCFE2376AD1F}" srcOrd="1" destOrd="0" presId="urn:microsoft.com/office/officeart/2005/8/layout/hierarchy2"/>
    <dgm:cxn modelId="{1C4AE96C-7410-4C4B-9E30-8A90CF10CDAF}" srcId="{8238285C-2920-4097-BB42-8760EBC456F3}" destId="{35358C42-AE3D-4DC3-AFE9-4E179F1318DA}" srcOrd="1" destOrd="0" parTransId="{3749A5E4-41EB-4F6D-9361-9BD5AF38681C}" sibTransId="{64A53825-6A36-4392-923D-DE6743046664}"/>
    <dgm:cxn modelId="{944A744D-73AF-412E-8780-40B72B26540C}" srcId="{D98A79C7-5798-4086-AA3F-DD7665E554D1}" destId="{56E7A317-BC35-4B03-A528-C6194C11F8E2}" srcOrd="1" destOrd="0" parTransId="{32651911-31F8-4AEB-A296-C34FCF37AA59}" sibTransId="{BA4A6848-A01C-41DD-B390-1128CDEC1C18}"/>
    <dgm:cxn modelId="{8A3E7E6E-6D93-40E1-ADAF-DC5A3406ECD5}" type="presOf" srcId="{8238285C-2920-4097-BB42-8760EBC456F3}" destId="{73C950B9-DBED-464A-A9D2-937698890060}" srcOrd="0" destOrd="0" presId="urn:microsoft.com/office/officeart/2005/8/layout/hierarchy2"/>
    <dgm:cxn modelId="{3BF63750-95FE-4F92-BC2A-6E8D393C11B1}" type="presOf" srcId="{32651911-31F8-4AEB-A296-C34FCF37AA59}" destId="{116F02EB-37E0-4E5B-B8CE-962221667AA0}" srcOrd="0" destOrd="0" presId="urn:microsoft.com/office/officeart/2005/8/layout/hierarchy2"/>
    <dgm:cxn modelId="{F2187E50-C838-4745-B23F-7ED177C2BA34}" srcId="{5D576573-ADFA-4717-9E31-260AEB2A8F1C}" destId="{DE5BD2B8-8E8C-4C8B-B9F3-B7E2D9EE5E6C}" srcOrd="0" destOrd="0" parTransId="{915A2221-4844-43AD-B84C-29275A05CB90}" sibTransId="{5935EA58-C7A6-48E4-932E-B64DDCBB86E6}"/>
    <dgm:cxn modelId="{EDC9DF50-FBC2-4088-8EE9-DEE90666209C}" type="presOf" srcId="{56E7A317-BC35-4B03-A528-C6194C11F8E2}" destId="{FFDC8F19-31C4-4691-AAB0-7E37A6A85FC8}" srcOrd="0" destOrd="0" presId="urn:microsoft.com/office/officeart/2005/8/layout/hierarchy2"/>
    <dgm:cxn modelId="{94A1017E-52D6-47E1-8205-5BFABFE7D5CE}" srcId="{8238285C-2920-4097-BB42-8760EBC456F3}" destId="{5D576573-ADFA-4717-9E31-260AEB2A8F1C}" srcOrd="0" destOrd="0" parTransId="{DB9D91AE-52BE-4A99-ABAF-106E32FEE060}" sibTransId="{29F0C008-33E0-45B2-90AF-B813447BBC9C}"/>
    <dgm:cxn modelId="{356A2E82-7077-468E-B2BA-CD847A9A7C2A}" type="presOf" srcId="{7BA71D67-64EF-4044-859C-707F1B6C76F2}" destId="{23831C07-B250-4852-8F42-E0CA01DECD59}" srcOrd="0" destOrd="0" presId="urn:microsoft.com/office/officeart/2005/8/layout/hierarchy2"/>
    <dgm:cxn modelId="{9B1D4D87-6B65-4BEC-B875-745E0C166A0B}" type="presOf" srcId="{C03AB112-01EB-415E-A50C-85EFEB0FF1EC}" destId="{EAE677E0-0A82-4591-B986-EC7B07FA8118}" srcOrd="0" destOrd="0" presId="urn:microsoft.com/office/officeart/2005/8/layout/hierarchy2"/>
    <dgm:cxn modelId="{7AF33990-1489-4C2D-9382-1047887FA6DF}" type="presOf" srcId="{DB9D91AE-52BE-4A99-ABAF-106E32FEE060}" destId="{83E0FF0A-513E-456F-AACD-9B8FE7292301}" srcOrd="1" destOrd="0" presId="urn:microsoft.com/office/officeart/2005/8/layout/hierarchy2"/>
    <dgm:cxn modelId="{0B113C93-4062-47F8-978F-9D479E6902AA}" type="presOf" srcId="{02D3ACA5-5D99-4B94-8B7C-BE070AF7A62C}" destId="{5604B877-A30B-4EB3-8804-10A5A368C07A}" srcOrd="0" destOrd="0" presId="urn:microsoft.com/office/officeart/2005/8/layout/hierarchy2"/>
    <dgm:cxn modelId="{093C7893-BAFB-49C2-881D-C6397BC9033F}" type="presOf" srcId="{5D8AF30B-04CF-4339-8858-69C59726AFE8}" destId="{F593A001-5B36-48E5-A603-DAF8907A43BA}" srcOrd="0" destOrd="0" presId="urn:microsoft.com/office/officeart/2005/8/layout/hierarchy2"/>
    <dgm:cxn modelId="{BCBBD49C-E28C-4FD5-A184-76E41C6FE70F}" type="presOf" srcId="{0A8FA98F-3964-4D6D-ADEF-DFA49CD2E067}" destId="{5C778C6A-B7FA-4BD6-9565-D8D6A54A0580}" srcOrd="0" destOrd="0" presId="urn:microsoft.com/office/officeart/2005/8/layout/hierarchy2"/>
    <dgm:cxn modelId="{EC65219E-1965-4904-A923-A4F0A709ED1D}" type="presOf" srcId="{35994955-EED7-4BE2-ADE2-43EF104C6B54}" destId="{C7C13898-C38A-4667-BA7E-2576B7BEC435}" srcOrd="0" destOrd="0" presId="urn:microsoft.com/office/officeart/2005/8/layout/hierarchy2"/>
    <dgm:cxn modelId="{47B6F9AF-F98E-42F3-A94D-036BE896982D}" type="presOf" srcId="{DE5BD2B8-8E8C-4C8B-B9F3-B7E2D9EE5E6C}" destId="{D1EA6E13-30F1-4B4D-ACCB-5C78FBA55B52}" srcOrd="0" destOrd="0" presId="urn:microsoft.com/office/officeart/2005/8/layout/hierarchy2"/>
    <dgm:cxn modelId="{3B4F77B4-F276-454C-849B-CD345F64B163}" srcId="{35358C42-AE3D-4DC3-AFE9-4E179F1318DA}" destId="{30E1D3DD-9F5B-453A-A575-F7C4B3EC4C18}" srcOrd="0" destOrd="0" parTransId="{636BE78D-8078-4DC5-867F-89368D307D43}" sibTransId="{90A17080-F297-474E-ACD3-94F1449EE6F6}"/>
    <dgm:cxn modelId="{B96F0BB5-36BD-4612-97C4-0A16119C9DA9}" type="presOf" srcId="{5D8AF30B-04CF-4339-8858-69C59726AFE8}" destId="{53DDBDB5-A5E2-4279-9730-84BB71D4A196}" srcOrd="1" destOrd="0" presId="urn:microsoft.com/office/officeart/2005/8/layout/hierarchy2"/>
    <dgm:cxn modelId="{995AE3BF-9FC6-4A30-B42B-AB3011C92523}" type="presOf" srcId="{35358C42-AE3D-4DC3-AFE9-4E179F1318DA}" destId="{54A41FB6-6BEA-4909-BD88-CEEB23A785C4}" srcOrd="0" destOrd="0" presId="urn:microsoft.com/office/officeart/2005/8/layout/hierarchy2"/>
    <dgm:cxn modelId="{2556ECD9-F1EB-4E24-8D13-CA7434BA5E9E}" type="presOf" srcId="{486F3BC8-D1DB-4E80-82C2-4575D7B72794}" destId="{67C9F374-BEC6-4153-B334-055DE5C80109}" srcOrd="0" destOrd="0" presId="urn:microsoft.com/office/officeart/2005/8/layout/hierarchy2"/>
    <dgm:cxn modelId="{2E6164DA-E166-4AF5-923F-87F54541EB33}" srcId="{5D576573-ADFA-4717-9E31-260AEB2A8F1C}" destId="{D98A79C7-5798-4086-AA3F-DD7665E554D1}" srcOrd="1" destOrd="0" parTransId="{5D8AF30B-04CF-4339-8858-69C59726AFE8}" sibTransId="{9D6081BD-DC57-4829-B5F4-A0C7D2A46EE8}"/>
    <dgm:cxn modelId="{E3E401DE-6BE4-4D29-897A-EDF26A8800E1}" type="presOf" srcId="{636BE78D-8078-4DC5-867F-89368D307D43}" destId="{8A5EF178-12D2-4EFF-ADBC-A4BA302C6D7C}" srcOrd="0" destOrd="0" presId="urn:microsoft.com/office/officeart/2005/8/layout/hierarchy2"/>
    <dgm:cxn modelId="{30E504DE-FE15-40A9-96C9-359240BF83A3}" type="presOf" srcId="{D98A79C7-5798-4086-AA3F-DD7665E554D1}" destId="{EBE8BB59-C68F-4621-9137-D5A9C2E715F5}" srcOrd="0" destOrd="0" presId="urn:microsoft.com/office/officeart/2005/8/layout/hierarchy2"/>
    <dgm:cxn modelId="{188987DE-967E-49D0-A0EE-C8AAD9EF089A}" type="presOf" srcId="{915A2221-4844-43AD-B84C-29275A05CB90}" destId="{E122C59C-7CA6-4DA8-9941-3C2DD3AC8EE6}" srcOrd="0" destOrd="0" presId="urn:microsoft.com/office/officeart/2005/8/layout/hierarchy2"/>
    <dgm:cxn modelId="{46AB30E1-881B-4AB6-BE17-DF28113946AF}" srcId="{56E7A317-BC35-4B03-A528-C6194C11F8E2}" destId="{950136B9-6678-4150-B988-426644ED8F27}" srcOrd="0" destOrd="0" parTransId="{02D3ACA5-5D99-4B94-8B7C-BE070AF7A62C}" sibTransId="{C420D55D-A385-46D0-9300-0CC6B9CFF2C5}"/>
    <dgm:cxn modelId="{8BA8DAE6-CF37-4C87-8D21-8CA878A47453}" srcId="{D98A79C7-5798-4086-AA3F-DD7665E554D1}" destId="{7BA71D67-64EF-4044-859C-707F1B6C76F2}" srcOrd="0" destOrd="0" parTransId="{C03AB112-01EB-415E-A50C-85EFEB0FF1EC}" sibTransId="{6C74BF30-988C-4192-9980-62142E55770D}"/>
    <dgm:cxn modelId="{AB5EB8F0-C688-4A3B-B003-D3EBC5E5BD0E}" type="presOf" srcId="{3749A5E4-41EB-4F6D-9361-9BD5AF38681C}" destId="{C587BFB7-7012-4D76-A448-A126FD72F59C}" srcOrd="1" destOrd="0" presId="urn:microsoft.com/office/officeart/2005/8/layout/hierarchy2"/>
    <dgm:cxn modelId="{49E8C8F5-179E-44F5-9DF9-265DC575B87A}" type="presOf" srcId="{915A2221-4844-43AD-B84C-29275A05CB90}" destId="{5ED64EF3-B764-4379-92FC-B4F755AF373E}" srcOrd="1" destOrd="0" presId="urn:microsoft.com/office/officeart/2005/8/layout/hierarchy2"/>
    <dgm:cxn modelId="{1E8109F8-70B9-4862-9176-D9FDAFF4FB75}" type="presOf" srcId="{3749A5E4-41EB-4F6D-9361-9BD5AF38681C}" destId="{9171379B-5E8A-48E0-9A68-2203A16EB317}" srcOrd="0" destOrd="0" presId="urn:microsoft.com/office/officeart/2005/8/layout/hierarchy2"/>
    <dgm:cxn modelId="{572CE9FF-1B04-4833-85ED-9D7E185AD1AB}" type="presOf" srcId="{5D576573-ADFA-4717-9E31-260AEB2A8F1C}" destId="{AAD92F87-BB5F-4269-A823-0F7516E7FFF2}" srcOrd="0" destOrd="0" presId="urn:microsoft.com/office/officeart/2005/8/layout/hierarchy2"/>
    <dgm:cxn modelId="{9EB9FE06-18EE-4BED-8E0D-7DF4EE269EDE}" type="presParOf" srcId="{67C9F374-BEC6-4153-B334-055DE5C80109}" destId="{24538739-424D-4392-83E3-6543AD2C6D7E}" srcOrd="0" destOrd="0" presId="urn:microsoft.com/office/officeart/2005/8/layout/hierarchy2"/>
    <dgm:cxn modelId="{251417C1-60DC-4167-AC92-6259FEFAFC31}" type="presParOf" srcId="{24538739-424D-4392-83E3-6543AD2C6D7E}" destId="{73C950B9-DBED-464A-A9D2-937698890060}" srcOrd="0" destOrd="0" presId="urn:microsoft.com/office/officeart/2005/8/layout/hierarchy2"/>
    <dgm:cxn modelId="{6F25BD4B-5C45-4B04-B3AF-4613E6B1F655}" type="presParOf" srcId="{24538739-424D-4392-83E3-6543AD2C6D7E}" destId="{903F1C28-A9E3-441F-87B9-F72E819AE10B}" srcOrd="1" destOrd="0" presId="urn:microsoft.com/office/officeart/2005/8/layout/hierarchy2"/>
    <dgm:cxn modelId="{E49B13BA-AA08-45FD-9654-7B0B6CF10FF2}" type="presParOf" srcId="{903F1C28-A9E3-441F-87B9-F72E819AE10B}" destId="{FD1DDEB3-8DFC-47DD-974D-303614C9D364}" srcOrd="0" destOrd="0" presId="urn:microsoft.com/office/officeart/2005/8/layout/hierarchy2"/>
    <dgm:cxn modelId="{5FAD4091-2D58-401A-8F4B-CDB85FDDDF64}" type="presParOf" srcId="{FD1DDEB3-8DFC-47DD-974D-303614C9D364}" destId="{83E0FF0A-513E-456F-AACD-9B8FE7292301}" srcOrd="0" destOrd="0" presId="urn:microsoft.com/office/officeart/2005/8/layout/hierarchy2"/>
    <dgm:cxn modelId="{63D49F08-053F-4537-89A2-298162A331AF}" type="presParOf" srcId="{903F1C28-A9E3-441F-87B9-F72E819AE10B}" destId="{6B1DFDD3-10D1-497F-BD51-D7BC2D1809DC}" srcOrd="1" destOrd="0" presId="urn:microsoft.com/office/officeart/2005/8/layout/hierarchy2"/>
    <dgm:cxn modelId="{1A208E66-0936-4796-9944-B38B5DB99517}" type="presParOf" srcId="{6B1DFDD3-10D1-497F-BD51-D7BC2D1809DC}" destId="{AAD92F87-BB5F-4269-A823-0F7516E7FFF2}" srcOrd="0" destOrd="0" presId="urn:microsoft.com/office/officeart/2005/8/layout/hierarchy2"/>
    <dgm:cxn modelId="{3DDF6814-42BF-4CFA-8CC0-786A0FECA0CF}" type="presParOf" srcId="{6B1DFDD3-10D1-497F-BD51-D7BC2D1809DC}" destId="{04E0704E-5AC5-4237-8B27-7F489165E8D9}" srcOrd="1" destOrd="0" presId="urn:microsoft.com/office/officeart/2005/8/layout/hierarchy2"/>
    <dgm:cxn modelId="{A4A30991-C33A-4D83-8045-30960DFB14C9}" type="presParOf" srcId="{04E0704E-5AC5-4237-8B27-7F489165E8D9}" destId="{E122C59C-7CA6-4DA8-9941-3C2DD3AC8EE6}" srcOrd="0" destOrd="0" presId="urn:microsoft.com/office/officeart/2005/8/layout/hierarchy2"/>
    <dgm:cxn modelId="{B966D6B0-2AFB-45B8-9D5D-AFCD33354CEB}" type="presParOf" srcId="{E122C59C-7CA6-4DA8-9941-3C2DD3AC8EE6}" destId="{5ED64EF3-B764-4379-92FC-B4F755AF373E}" srcOrd="0" destOrd="0" presId="urn:microsoft.com/office/officeart/2005/8/layout/hierarchy2"/>
    <dgm:cxn modelId="{19C34E61-50AE-416C-91AB-B256EDD7A19E}" type="presParOf" srcId="{04E0704E-5AC5-4237-8B27-7F489165E8D9}" destId="{02DE8845-1536-4074-8DF8-89D4B4CE6B0E}" srcOrd="1" destOrd="0" presId="urn:microsoft.com/office/officeart/2005/8/layout/hierarchy2"/>
    <dgm:cxn modelId="{D74F4417-A943-42B3-88BD-B4F0253B060D}" type="presParOf" srcId="{02DE8845-1536-4074-8DF8-89D4B4CE6B0E}" destId="{D1EA6E13-30F1-4B4D-ACCB-5C78FBA55B52}" srcOrd="0" destOrd="0" presId="urn:microsoft.com/office/officeart/2005/8/layout/hierarchy2"/>
    <dgm:cxn modelId="{D5885B56-20FE-4494-96F6-E7D1A10102FB}" type="presParOf" srcId="{02DE8845-1536-4074-8DF8-89D4B4CE6B0E}" destId="{A9FA8840-05E9-472D-9543-6020D4D90776}" srcOrd="1" destOrd="0" presId="urn:microsoft.com/office/officeart/2005/8/layout/hierarchy2"/>
    <dgm:cxn modelId="{B7314FE7-B12D-4B27-9BDF-DD6B529EA702}" type="presParOf" srcId="{04E0704E-5AC5-4237-8B27-7F489165E8D9}" destId="{F593A001-5B36-48E5-A603-DAF8907A43BA}" srcOrd="2" destOrd="0" presId="urn:microsoft.com/office/officeart/2005/8/layout/hierarchy2"/>
    <dgm:cxn modelId="{114C5260-DD18-490A-8FF0-914E00E31E59}" type="presParOf" srcId="{F593A001-5B36-48E5-A603-DAF8907A43BA}" destId="{53DDBDB5-A5E2-4279-9730-84BB71D4A196}" srcOrd="0" destOrd="0" presId="urn:microsoft.com/office/officeart/2005/8/layout/hierarchy2"/>
    <dgm:cxn modelId="{7E901580-ED93-4A77-ACA1-B9AF7F5AF40F}" type="presParOf" srcId="{04E0704E-5AC5-4237-8B27-7F489165E8D9}" destId="{ED8501B0-C950-4664-BDE0-5FE1A85571DA}" srcOrd="3" destOrd="0" presId="urn:microsoft.com/office/officeart/2005/8/layout/hierarchy2"/>
    <dgm:cxn modelId="{0B4A6A2D-0D97-4E7D-A54B-59B467DD2F51}" type="presParOf" srcId="{ED8501B0-C950-4664-BDE0-5FE1A85571DA}" destId="{EBE8BB59-C68F-4621-9137-D5A9C2E715F5}" srcOrd="0" destOrd="0" presId="urn:microsoft.com/office/officeart/2005/8/layout/hierarchy2"/>
    <dgm:cxn modelId="{8421DEF8-1FFF-46A7-B5EE-E1B82F9FF416}" type="presParOf" srcId="{ED8501B0-C950-4664-BDE0-5FE1A85571DA}" destId="{E41DFB9C-502D-4773-AB0B-B47D05DBD9C7}" srcOrd="1" destOrd="0" presId="urn:microsoft.com/office/officeart/2005/8/layout/hierarchy2"/>
    <dgm:cxn modelId="{BEAC43E9-5E8D-46BC-BA3F-737760070C5D}" type="presParOf" srcId="{E41DFB9C-502D-4773-AB0B-B47D05DBD9C7}" destId="{EAE677E0-0A82-4591-B986-EC7B07FA8118}" srcOrd="0" destOrd="0" presId="urn:microsoft.com/office/officeart/2005/8/layout/hierarchy2"/>
    <dgm:cxn modelId="{06740F57-2D43-4135-A648-A83B6CAEE557}" type="presParOf" srcId="{EAE677E0-0A82-4591-B986-EC7B07FA8118}" destId="{F18DEC42-CA90-49B7-9195-80E6CBDF4CB9}" srcOrd="0" destOrd="0" presId="urn:microsoft.com/office/officeart/2005/8/layout/hierarchy2"/>
    <dgm:cxn modelId="{532C17F5-89C2-498F-83BD-3A0DCF39FDC1}" type="presParOf" srcId="{E41DFB9C-502D-4773-AB0B-B47D05DBD9C7}" destId="{3E7E964A-E789-4175-A2F2-60F5554D20F2}" srcOrd="1" destOrd="0" presId="urn:microsoft.com/office/officeart/2005/8/layout/hierarchy2"/>
    <dgm:cxn modelId="{9D4E6E3A-12CB-4736-8901-D00330E263B9}" type="presParOf" srcId="{3E7E964A-E789-4175-A2F2-60F5554D20F2}" destId="{23831C07-B250-4852-8F42-E0CA01DECD59}" srcOrd="0" destOrd="0" presId="urn:microsoft.com/office/officeart/2005/8/layout/hierarchy2"/>
    <dgm:cxn modelId="{DF026A82-E466-420A-814B-6F2B92D59012}" type="presParOf" srcId="{3E7E964A-E789-4175-A2F2-60F5554D20F2}" destId="{49490060-6EE8-4297-890E-BA344C1A5C12}" srcOrd="1" destOrd="0" presId="urn:microsoft.com/office/officeart/2005/8/layout/hierarchy2"/>
    <dgm:cxn modelId="{C1A3E18E-7DFE-4ADF-B8A4-AC0AD2EEE2A6}" type="presParOf" srcId="{E41DFB9C-502D-4773-AB0B-B47D05DBD9C7}" destId="{116F02EB-37E0-4E5B-B8CE-962221667AA0}" srcOrd="2" destOrd="0" presId="urn:microsoft.com/office/officeart/2005/8/layout/hierarchy2"/>
    <dgm:cxn modelId="{2AE76F6E-B565-40AC-9592-3EA8234C3662}" type="presParOf" srcId="{116F02EB-37E0-4E5B-B8CE-962221667AA0}" destId="{1B82661E-AAC2-45EB-80C4-FCFE2376AD1F}" srcOrd="0" destOrd="0" presId="urn:microsoft.com/office/officeart/2005/8/layout/hierarchy2"/>
    <dgm:cxn modelId="{B1CA7CA6-7CCB-4049-BE7E-1E301749E471}" type="presParOf" srcId="{E41DFB9C-502D-4773-AB0B-B47D05DBD9C7}" destId="{6258A933-033D-4FEC-83A5-C68C153315BD}" srcOrd="3" destOrd="0" presId="urn:microsoft.com/office/officeart/2005/8/layout/hierarchy2"/>
    <dgm:cxn modelId="{7F9899A6-B418-49B8-9909-7C90BE606FB8}" type="presParOf" srcId="{6258A933-033D-4FEC-83A5-C68C153315BD}" destId="{FFDC8F19-31C4-4691-AAB0-7E37A6A85FC8}" srcOrd="0" destOrd="0" presId="urn:microsoft.com/office/officeart/2005/8/layout/hierarchy2"/>
    <dgm:cxn modelId="{C73F18D1-943D-4098-839C-0A86AC01BCD8}" type="presParOf" srcId="{6258A933-033D-4FEC-83A5-C68C153315BD}" destId="{83ED6422-BC20-490B-9AE3-50631557E09A}" srcOrd="1" destOrd="0" presId="urn:microsoft.com/office/officeart/2005/8/layout/hierarchy2"/>
    <dgm:cxn modelId="{96444EAE-3875-4929-B9A7-ED3530924F30}" type="presParOf" srcId="{83ED6422-BC20-490B-9AE3-50631557E09A}" destId="{5604B877-A30B-4EB3-8804-10A5A368C07A}" srcOrd="0" destOrd="0" presId="urn:microsoft.com/office/officeart/2005/8/layout/hierarchy2"/>
    <dgm:cxn modelId="{086AAB73-9FFC-4358-A5A2-7CB9D6005BB5}" type="presParOf" srcId="{5604B877-A30B-4EB3-8804-10A5A368C07A}" destId="{5A43858F-4D6C-4523-A958-8C43091377DD}" srcOrd="0" destOrd="0" presId="urn:microsoft.com/office/officeart/2005/8/layout/hierarchy2"/>
    <dgm:cxn modelId="{90342F3E-4296-4418-99E9-28445BB2D22D}" type="presParOf" srcId="{83ED6422-BC20-490B-9AE3-50631557E09A}" destId="{DB4CD31F-C826-4C6E-9616-71B064CAC59E}" srcOrd="1" destOrd="0" presId="urn:microsoft.com/office/officeart/2005/8/layout/hierarchy2"/>
    <dgm:cxn modelId="{D433622F-C958-49E8-9D82-99C77DAAD8F1}" type="presParOf" srcId="{DB4CD31F-C826-4C6E-9616-71B064CAC59E}" destId="{80B7D03C-B309-43E5-BCE1-D53103344CAE}" srcOrd="0" destOrd="0" presId="urn:microsoft.com/office/officeart/2005/8/layout/hierarchy2"/>
    <dgm:cxn modelId="{584DB87E-BFB9-45DE-B793-9970BEBA4B6E}" type="presParOf" srcId="{DB4CD31F-C826-4C6E-9616-71B064CAC59E}" destId="{BE9DDEFB-E5DF-4E34-B286-2959CDB1C9D0}" srcOrd="1" destOrd="0" presId="urn:microsoft.com/office/officeart/2005/8/layout/hierarchy2"/>
    <dgm:cxn modelId="{FB80A039-4905-4986-A6F5-4A299AFACA2C}" type="presParOf" srcId="{903F1C28-A9E3-441F-87B9-F72E819AE10B}" destId="{9171379B-5E8A-48E0-9A68-2203A16EB317}" srcOrd="2" destOrd="0" presId="urn:microsoft.com/office/officeart/2005/8/layout/hierarchy2"/>
    <dgm:cxn modelId="{5866CEB7-DED0-4990-AD17-F55999D639E3}" type="presParOf" srcId="{9171379B-5E8A-48E0-9A68-2203A16EB317}" destId="{C587BFB7-7012-4D76-A448-A126FD72F59C}" srcOrd="0" destOrd="0" presId="urn:microsoft.com/office/officeart/2005/8/layout/hierarchy2"/>
    <dgm:cxn modelId="{7F687767-36D5-4802-9527-6C9C0D0FEEEB}" type="presParOf" srcId="{903F1C28-A9E3-441F-87B9-F72E819AE10B}" destId="{73CF31BA-57F7-43E3-9202-DC7527FBB07D}" srcOrd="3" destOrd="0" presId="urn:microsoft.com/office/officeart/2005/8/layout/hierarchy2"/>
    <dgm:cxn modelId="{AD528756-C893-4404-97AD-FF0874AFD5E1}" type="presParOf" srcId="{73CF31BA-57F7-43E3-9202-DC7527FBB07D}" destId="{54A41FB6-6BEA-4909-BD88-CEEB23A785C4}" srcOrd="0" destOrd="0" presId="urn:microsoft.com/office/officeart/2005/8/layout/hierarchy2"/>
    <dgm:cxn modelId="{1D7BBD7E-337C-4692-A9BA-5EEEEFF468CD}" type="presParOf" srcId="{73CF31BA-57F7-43E3-9202-DC7527FBB07D}" destId="{A5C329FA-091D-424E-A423-0923AF1D5088}" srcOrd="1" destOrd="0" presId="urn:microsoft.com/office/officeart/2005/8/layout/hierarchy2"/>
    <dgm:cxn modelId="{19E9EB2C-28D8-419F-8BA1-EA676995C0A0}" type="presParOf" srcId="{A5C329FA-091D-424E-A423-0923AF1D5088}" destId="{8A5EF178-12D2-4EFF-ADBC-A4BA302C6D7C}" srcOrd="0" destOrd="0" presId="urn:microsoft.com/office/officeart/2005/8/layout/hierarchy2"/>
    <dgm:cxn modelId="{302DBF58-5FE2-4EE0-A264-2BE17A52B28D}" type="presParOf" srcId="{8A5EF178-12D2-4EFF-ADBC-A4BA302C6D7C}" destId="{102A0740-67FC-4C7B-A351-5FAD95FB0E4A}" srcOrd="0" destOrd="0" presId="urn:microsoft.com/office/officeart/2005/8/layout/hierarchy2"/>
    <dgm:cxn modelId="{58F14E64-CC5D-4FA7-896E-D88051279176}" type="presParOf" srcId="{A5C329FA-091D-424E-A423-0923AF1D5088}" destId="{F229A1B9-12FF-4876-9F8C-BBA5250746A5}" srcOrd="1" destOrd="0" presId="urn:microsoft.com/office/officeart/2005/8/layout/hierarchy2"/>
    <dgm:cxn modelId="{96C283C2-C4FE-447B-81D7-117257A4BBD2}" type="presParOf" srcId="{F229A1B9-12FF-4876-9F8C-BBA5250746A5}" destId="{0A9C0A49-DFE5-43E5-93BE-54FB09EA0589}" srcOrd="0" destOrd="0" presId="urn:microsoft.com/office/officeart/2005/8/layout/hierarchy2"/>
    <dgm:cxn modelId="{C9C6F297-7EE6-4136-8489-5D9D1E417E7B}" type="presParOf" srcId="{F229A1B9-12FF-4876-9F8C-BBA5250746A5}" destId="{9B1A989B-6115-429E-AEC5-89C587108CD7}" srcOrd="1" destOrd="0" presId="urn:microsoft.com/office/officeart/2005/8/layout/hierarchy2"/>
    <dgm:cxn modelId="{72C17158-E9E1-4C9E-B533-D2441C1FA400}" type="presParOf" srcId="{A5C329FA-091D-424E-A423-0923AF1D5088}" destId="{C7C13898-C38A-4667-BA7E-2576B7BEC435}" srcOrd="2" destOrd="0" presId="urn:microsoft.com/office/officeart/2005/8/layout/hierarchy2"/>
    <dgm:cxn modelId="{3814AB06-B8B4-4965-8A71-8AB9BC6D4847}" type="presParOf" srcId="{C7C13898-C38A-4667-BA7E-2576B7BEC435}" destId="{4EEA2EEF-13A7-4A2F-B7C0-EF72D4872A73}" srcOrd="0" destOrd="0" presId="urn:microsoft.com/office/officeart/2005/8/layout/hierarchy2"/>
    <dgm:cxn modelId="{47649200-8D91-4041-80A7-272E992CA77D}" type="presParOf" srcId="{A5C329FA-091D-424E-A423-0923AF1D5088}" destId="{AAB43BCA-1416-43FA-905D-5EBC3414368A}" srcOrd="3" destOrd="0" presId="urn:microsoft.com/office/officeart/2005/8/layout/hierarchy2"/>
    <dgm:cxn modelId="{9C7C0CC8-5246-4882-B1A7-FCDF3C78C6BB}" type="presParOf" srcId="{AAB43BCA-1416-43FA-905D-5EBC3414368A}" destId="{5C778C6A-B7FA-4BD6-9565-D8D6A54A0580}" srcOrd="0" destOrd="0" presId="urn:microsoft.com/office/officeart/2005/8/layout/hierarchy2"/>
    <dgm:cxn modelId="{EA47CC77-293A-4B29-A84A-AC7B018114B3}" type="presParOf" srcId="{AAB43BCA-1416-43FA-905D-5EBC3414368A}" destId="{559CEECB-75AB-4E3F-BF96-D15B6724C521}"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F9ADBE-E60C-49EC-AAE0-7F973D8547E7}"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2CA61067-3AD1-4629-A4E8-3E8263D3FCCF}">
      <dgm:prSet phldrT="[Text]"/>
      <dgm:spPr>
        <a:solidFill>
          <a:srgbClr val="FF0000"/>
        </a:solidFill>
      </dgm:spPr>
      <dgm:t>
        <a:bodyPr/>
        <a:lstStyle/>
        <a:p>
          <a:r>
            <a:rPr lang="es-MX" dirty="0"/>
            <a:t>Fusionada</a:t>
          </a:r>
        </a:p>
      </dgm:t>
    </dgm:pt>
    <dgm:pt modelId="{B203D7C8-7A3D-4D1B-8B62-366E05E35513}" type="parTrans" cxnId="{45AF4A5C-7640-409B-8B47-14E31C75C34D}">
      <dgm:prSet/>
      <dgm:spPr/>
      <dgm:t>
        <a:bodyPr/>
        <a:lstStyle/>
        <a:p>
          <a:endParaRPr lang="es-MX"/>
        </a:p>
      </dgm:t>
    </dgm:pt>
    <dgm:pt modelId="{4013B697-2559-40C0-A957-09615B025C71}" type="sibTrans" cxnId="{45AF4A5C-7640-409B-8B47-14E31C75C34D}">
      <dgm:prSet/>
      <dgm:spPr/>
      <dgm:t>
        <a:bodyPr/>
        <a:lstStyle/>
        <a:p>
          <a:endParaRPr lang="es-MX"/>
        </a:p>
      </dgm:t>
    </dgm:pt>
    <dgm:pt modelId="{9204DE3C-D7C2-4292-91AA-BC757BE38D57}">
      <dgm:prSet phldrT="[Text]"/>
      <dgm:spPr/>
      <dgm:t>
        <a:bodyPr/>
        <a:lstStyle/>
        <a:p>
          <a:pPr algn="ctr"/>
          <a:r>
            <a:rPr lang="es-MX" dirty="0"/>
            <a:t>Compañía con Pérdidas</a:t>
          </a:r>
        </a:p>
      </dgm:t>
    </dgm:pt>
    <dgm:pt modelId="{2CE6F27C-B819-4A59-9D59-7A3398433E58}" type="parTrans" cxnId="{73F1B025-178E-4071-AC21-60541FF1FCC1}">
      <dgm:prSet/>
      <dgm:spPr/>
      <dgm:t>
        <a:bodyPr/>
        <a:lstStyle/>
        <a:p>
          <a:endParaRPr lang="es-MX"/>
        </a:p>
      </dgm:t>
    </dgm:pt>
    <dgm:pt modelId="{CEADBC5D-5BEB-40C3-BE9C-B59282F9B57F}" type="sibTrans" cxnId="{73F1B025-178E-4071-AC21-60541FF1FCC1}">
      <dgm:prSet/>
      <dgm:spPr/>
      <dgm:t>
        <a:bodyPr/>
        <a:lstStyle/>
        <a:p>
          <a:endParaRPr lang="es-MX"/>
        </a:p>
      </dgm:t>
    </dgm:pt>
    <dgm:pt modelId="{AB0AF8D3-D167-4C84-A6CE-90911EC69CB3}">
      <dgm:prSet phldrT="[Text]"/>
      <dgm:spPr/>
      <dgm:t>
        <a:bodyPr/>
        <a:lstStyle/>
        <a:p>
          <a:r>
            <a:rPr lang="es-MX" dirty="0"/>
            <a:t>Fusionante</a:t>
          </a:r>
        </a:p>
      </dgm:t>
    </dgm:pt>
    <dgm:pt modelId="{AF245C1D-FAAE-4385-9D11-9DD78FF67A3C}" type="parTrans" cxnId="{ED411C77-7B5A-41E0-B334-06E04CF24DA0}">
      <dgm:prSet/>
      <dgm:spPr/>
      <dgm:t>
        <a:bodyPr/>
        <a:lstStyle/>
        <a:p>
          <a:endParaRPr lang="es-MX"/>
        </a:p>
      </dgm:t>
    </dgm:pt>
    <dgm:pt modelId="{ADC41CC0-B4FB-4A97-A438-1800B9436BDF}" type="sibTrans" cxnId="{ED411C77-7B5A-41E0-B334-06E04CF24DA0}">
      <dgm:prSet/>
      <dgm:spPr/>
      <dgm:t>
        <a:bodyPr/>
        <a:lstStyle/>
        <a:p>
          <a:endParaRPr lang="es-MX"/>
        </a:p>
      </dgm:t>
    </dgm:pt>
    <dgm:pt modelId="{60EFD3DB-9DAC-4801-BEBE-6B9AD478AFF0}">
      <dgm:prSet phldrT="[Text]"/>
      <dgm:spPr/>
      <dgm:t>
        <a:bodyPr/>
        <a:lstStyle/>
        <a:p>
          <a:pPr algn="ctr"/>
          <a:r>
            <a:rPr lang="es-MX" dirty="0"/>
            <a:t>Compañía sin Pérdidas</a:t>
          </a:r>
        </a:p>
      </dgm:t>
    </dgm:pt>
    <dgm:pt modelId="{1755D20E-B6E4-4CA0-B2A4-52E5366E1040}" type="parTrans" cxnId="{C6940FB1-14E3-4EFA-9657-E7583440B504}">
      <dgm:prSet/>
      <dgm:spPr/>
      <dgm:t>
        <a:bodyPr/>
        <a:lstStyle/>
        <a:p>
          <a:endParaRPr lang="es-MX"/>
        </a:p>
      </dgm:t>
    </dgm:pt>
    <dgm:pt modelId="{A6F9DE28-D6CC-44C0-8DD6-720269A87488}" type="sibTrans" cxnId="{C6940FB1-14E3-4EFA-9657-E7583440B504}">
      <dgm:prSet/>
      <dgm:spPr/>
      <dgm:t>
        <a:bodyPr/>
        <a:lstStyle/>
        <a:p>
          <a:endParaRPr lang="es-MX"/>
        </a:p>
      </dgm:t>
    </dgm:pt>
    <dgm:pt modelId="{53F69461-9F47-425D-81EA-EF465D98E17C}" type="pres">
      <dgm:prSet presAssocID="{33F9ADBE-E60C-49EC-AAE0-7F973D8547E7}" presName="linearFlow" presStyleCnt="0">
        <dgm:presLayoutVars>
          <dgm:dir/>
          <dgm:animLvl val="lvl"/>
          <dgm:resizeHandles val="exact"/>
        </dgm:presLayoutVars>
      </dgm:prSet>
      <dgm:spPr/>
    </dgm:pt>
    <dgm:pt modelId="{6297B31E-B0A5-473E-9C1B-668CE1517DDB}" type="pres">
      <dgm:prSet presAssocID="{2CA61067-3AD1-4629-A4E8-3E8263D3FCCF}" presName="composite" presStyleCnt="0"/>
      <dgm:spPr/>
    </dgm:pt>
    <dgm:pt modelId="{67F0FBF2-B180-42CB-9F79-CCD16FBE4BC8}" type="pres">
      <dgm:prSet presAssocID="{2CA61067-3AD1-4629-A4E8-3E8263D3FCCF}" presName="parTx" presStyleLbl="node1" presStyleIdx="0" presStyleCnt="2">
        <dgm:presLayoutVars>
          <dgm:chMax val="0"/>
          <dgm:chPref val="0"/>
          <dgm:bulletEnabled val="1"/>
        </dgm:presLayoutVars>
      </dgm:prSet>
      <dgm:spPr/>
    </dgm:pt>
    <dgm:pt modelId="{B30339A3-19AC-4F7F-A6A6-D4F0FDA5CFD0}" type="pres">
      <dgm:prSet presAssocID="{2CA61067-3AD1-4629-A4E8-3E8263D3FCCF}" presName="parSh" presStyleLbl="node1" presStyleIdx="0" presStyleCnt="2"/>
      <dgm:spPr/>
    </dgm:pt>
    <dgm:pt modelId="{0B1F80E6-B391-48BB-8A07-D4D2804C5331}" type="pres">
      <dgm:prSet presAssocID="{2CA61067-3AD1-4629-A4E8-3E8263D3FCCF}" presName="desTx" presStyleLbl="fgAcc1" presStyleIdx="0" presStyleCnt="2">
        <dgm:presLayoutVars>
          <dgm:bulletEnabled val="1"/>
        </dgm:presLayoutVars>
      </dgm:prSet>
      <dgm:spPr/>
    </dgm:pt>
    <dgm:pt modelId="{BA06643D-AD85-4F8E-B848-F2B114B535EC}" type="pres">
      <dgm:prSet presAssocID="{4013B697-2559-40C0-A957-09615B025C71}" presName="sibTrans" presStyleLbl="sibTrans2D1" presStyleIdx="0" presStyleCnt="1"/>
      <dgm:spPr/>
    </dgm:pt>
    <dgm:pt modelId="{74D986CD-5096-427E-8427-0E8CE3369A78}" type="pres">
      <dgm:prSet presAssocID="{4013B697-2559-40C0-A957-09615B025C71}" presName="connTx" presStyleLbl="sibTrans2D1" presStyleIdx="0" presStyleCnt="1"/>
      <dgm:spPr/>
    </dgm:pt>
    <dgm:pt modelId="{E971D181-A0BA-49AD-B8F8-806D711595E6}" type="pres">
      <dgm:prSet presAssocID="{AB0AF8D3-D167-4C84-A6CE-90911EC69CB3}" presName="composite" presStyleCnt="0"/>
      <dgm:spPr/>
    </dgm:pt>
    <dgm:pt modelId="{97488FAE-1621-46B6-B5EA-8E666E4EA0E6}" type="pres">
      <dgm:prSet presAssocID="{AB0AF8D3-D167-4C84-A6CE-90911EC69CB3}" presName="parTx" presStyleLbl="node1" presStyleIdx="0" presStyleCnt="2">
        <dgm:presLayoutVars>
          <dgm:chMax val="0"/>
          <dgm:chPref val="0"/>
          <dgm:bulletEnabled val="1"/>
        </dgm:presLayoutVars>
      </dgm:prSet>
      <dgm:spPr/>
    </dgm:pt>
    <dgm:pt modelId="{D4DF53B4-ECD6-4DD3-AC3A-B6690A05654D}" type="pres">
      <dgm:prSet presAssocID="{AB0AF8D3-D167-4C84-A6CE-90911EC69CB3}" presName="parSh" presStyleLbl="node1" presStyleIdx="1" presStyleCnt="2"/>
      <dgm:spPr/>
    </dgm:pt>
    <dgm:pt modelId="{3024F2F3-DA35-4049-87A7-68C118E055F2}" type="pres">
      <dgm:prSet presAssocID="{AB0AF8D3-D167-4C84-A6CE-90911EC69CB3}" presName="desTx" presStyleLbl="fgAcc1" presStyleIdx="1" presStyleCnt="2">
        <dgm:presLayoutVars>
          <dgm:bulletEnabled val="1"/>
        </dgm:presLayoutVars>
      </dgm:prSet>
      <dgm:spPr/>
    </dgm:pt>
  </dgm:ptLst>
  <dgm:cxnLst>
    <dgm:cxn modelId="{A2C55B16-E3DC-2943-9CB6-1B38D191C351}" type="presOf" srcId="{4013B697-2559-40C0-A957-09615B025C71}" destId="{BA06643D-AD85-4F8E-B848-F2B114B535EC}" srcOrd="0" destOrd="0" presId="urn:microsoft.com/office/officeart/2005/8/layout/process3"/>
    <dgm:cxn modelId="{73F1B025-178E-4071-AC21-60541FF1FCC1}" srcId="{2CA61067-3AD1-4629-A4E8-3E8263D3FCCF}" destId="{9204DE3C-D7C2-4292-91AA-BC757BE38D57}" srcOrd="0" destOrd="0" parTransId="{2CE6F27C-B819-4A59-9D59-7A3398433E58}" sibTransId="{CEADBC5D-5BEB-40C3-BE9C-B59282F9B57F}"/>
    <dgm:cxn modelId="{45AF4A5C-7640-409B-8B47-14E31C75C34D}" srcId="{33F9ADBE-E60C-49EC-AAE0-7F973D8547E7}" destId="{2CA61067-3AD1-4629-A4E8-3E8263D3FCCF}" srcOrd="0" destOrd="0" parTransId="{B203D7C8-7A3D-4D1B-8B62-366E05E35513}" sibTransId="{4013B697-2559-40C0-A957-09615B025C71}"/>
    <dgm:cxn modelId="{ED411C77-7B5A-41E0-B334-06E04CF24DA0}" srcId="{33F9ADBE-E60C-49EC-AAE0-7F973D8547E7}" destId="{AB0AF8D3-D167-4C84-A6CE-90911EC69CB3}" srcOrd="1" destOrd="0" parTransId="{AF245C1D-FAAE-4385-9D11-9DD78FF67A3C}" sibTransId="{ADC41CC0-B4FB-4A97-A438-1800B9436BDF}"/>
    <dgm:cxn modelId="{9C6F9988-E884-3243-9AAE-9378E1DB5622}" type="presOf" srcId="{9204DE3C-D7C2-4292-91AA-BC757BE38D57}" destId="{0B1F80E6-B391-48BB-8A07-D4D2804C5331}" srcOrd="0" destOrd="0" presId="urn:microsoft.com/office/officeart/2005/8/layout/process3"/>
    <dgm:cxn modelId="{1C81AE97-93A9-2141-8F1B-21CD544B25C6}" type="presOf" srcId="{60EFD3DB-9DAC-4801-BEBE-6B9AD478AFF0}" destId="{3024F2F3-DA35-4049-87A7-68C118E055F2}" srcOrd="0" destOrd="0" presId="urn:microsoft.com/office/officeart/2005/8/layout/process3"/>
    <dgm:cxn modelId="{552EE7AB-05B6-934C-B8FC-380CDF2BB96E}" type="presOf" srcId="{AB0AF8D3-D167-4C84-A6CE-90911EC69CB3}" destId="{D4DF53B4-ECD6-4DD3-AC3A-B6690A05654D}" srcOrd="1" destOrd="0" presId="urn:microsoft.com/office/officeart/2005/8/layout/process3"/>
    <dgm:cxn modelId="{C6940FB1-14E3-4EFA-9657-E7583440B504}" srcId="{AB0AF8D3-D167-4C84-A6CE-90911EC69CB3}" destId="{60EFD3DB-9DAC-4801-BEBE-6B9AD478AFF0}" srcOrd="0" destOrd="0" parTransId="{1755D20E-B6E4-4CA0-B2A4-52E5366E1040}" sibTransId="{A6F9DE28-D6CC-44C0-8DD6-720269A87488}"/>
    <dgm:cxn modelId="{FC699BCA-B345-244D-8D4B-BC6CDE8F83EB}" type="presOf" srcId="{33F9ADBE-E60C-49EC-AAE0-7F973D8547E7}" destId="{53F69461-9F47-425D-81EA-EF465D98E17C}" srcOrd="0" destOrd="0" presId="urn:microsoft.com/office/officeart/2005/8/layout/process3"/>
    <dgm:cxn modelId="{38ACCFCC-B5A4-8D41-8E4D-DCBF6D320B9A}" type="presOf" srcId="{2CA61067-3AD1-4629-A4E8-3E8263D3FCCF}" destId="{B30339A3-19AC-4F7F-A6A6-D4F0FDA5CFD0}" srcOrd="1" destOrd="0" presId="urn:microsoft.com/office/officeart/2005/8/layout/process3"/>
    <dgm:cxn modelId="{5E0B88D8-DA3F-A94C-B23F-5CD48FCB926E}" type="presOf" srcId="{2CA61067-3AD1-4629-A4E8-3E8263D3FCCF}" destId="{67F0FBF2-B180-42CB-9F79-CCD16FBE4BC8}" srcOrd="0" destOrd="0" presId="urn:microsoft.com/office/officeart/2005/8/layout/process3"/>
    <dgm:cxn modelId="{37B42FEE-343C-1A45-A211-BF2D7E5403E1}" type="presOf" srcId="{AB0AF8D3-D167-4C84-A6CE-90911EC69CB3}" destId="{97488FAE-1621-46B6-B5EA-8E666E4EA0E6}" srcOrd="0" destOrd="0" presId="urn:microsoft.com/office/officeart/2005/8/layout/process3"/>
    <dgm:cxn modelId="{D5E1FCFB-C759-BF43-BEBF-B1B17D2973FF}" type="presOf" srcId="{4013B697-2559-40C0-A957-09615B025C71}" destId="{74D986CD-5096-427E-8427-0E8CE3369A78}" srcOrd="1" destOrd="0" presId="urn:microsoft.com/office/officeart/2005/8/layout/process3"/>
    <dgm:cxn modelId="{EC886B5A-DA6D-604B-AEE7-7E81369D6B20}" type="presParOf" srcId="{53F69461-9F47-425D-81EA-EF465D98E17C}" destId="{6297B31E-B0A5-473E-9C1B-668CE1517DDB}" srcOrd="0" destOrd="0" presId="urn:microsoft.com/office/officeart/2005/8/layout/process3"/>
    <dgm:cxn modelId="{6A244107-D8C7-B449-A692-39904DC7D427}" type="presParOf" srcId="{6297B31E-B0A5-473E-9C1B-668CE1517DDB}" destId="{67F0FBF2-B180-42CB-9F79-CCD16FBE4BC8}" srcOrd="0" destOrd="0" presId="urn:microsoft.com/office/officeart/2005/8/layout/process3"/>
    <dgm:cxn modelId="{E3219AE8-D313-C040-BC0E-7A91BFBC1EDB}" type="presParOf" srcId="{6297B31E-B0A5-473E-9C1B-668CE1517DDB}" destId="{B30339A3-19AC-4F7F-A6A6-D4F0FDA5CFD0}" srcOrd="1" destOrd="0" presId="urn:microsoft.com/office/officeart/2005/8/layout/process3"/>
    <dgm:cxn modelId="{88FA48CF-476C-9A41-A207-ABEEFB17EFA5}" type="presParOf" srcId="{6297B31E-B0A5-473E-9C1B-668CE1517DDB}" destId="{0B1F80E6-B391-48BB-8A07-D4D2804C5331}" srcOrd="2" destOrd="0" presId="urn:microsoft.com/office/officeart/2005/8/layout/process3"/>
    <dgm:cxn modelId="{E0D10034-C7B2-B34D-8F20-A5FB6C2842DA}" type="presParOf" srcId="{53F69461-9F47-425D-81EA-EF465D98E17C}" destId="{BA06643D-AD85-4F8E-B848-F2B114B535EC}" srcOrd="1" destOrd="0" presId="urn:microsoft.com/office/officeart/2005/8/layout/process3"/>
    <dgm:cxn modelId="{32B6A821-6AAF-8D40-A43C-55A82F79F3B4}" type="presParOf" srcId="{BA06643D-AD85-4F8E-B848-F2B114B535EC}" destId="{74D986CD-5096-427E-8427-0E8CE3369A78}" srcOrd="0" destOrd="0" presId="urn:microsoft.com/office/officeart/2005/8/layout/process3"/>
    <dgm:cxn modelId="{433DF106-E371-744E-8BFC-075A33B96C8D}" type="presParOf" srcId="{53F69461-9F47-425D-81EA-EF465D98E17C}" destId="{E971D181-A0BA-49AD-B8F8-806D711595E6}" srcOrd="2" destOrd="0" presId="urn:microsoft.com/office/officeart/2005/8/layout/process3"/>
    <dgm:cxn modelId="{0760F9FF-ACC5-EB47-AC60-F50796AD8D3B}" type="presParOf" srcId="{E971D181-A0BA-49AD-B8F8-806D711595E6}" destId="{97488FAE-1621-46B6-B5EA-8E666E4EA0E6}" srcOrd="0" destOrd="0" presId="urn:microsoft.com/office/officeart/2005/8/layout/process3"/>
    <dgm:cxn modelId="{79312CDA-60DC-6D4F-B88D-FE3DCB0F7775}" type="presParOf" srcId="{E971D181-A0BA-49AD-B8F8-806D711595E6}" destId="{D4DF53B4-ECD6-4DD3-AC3A-B6690A05654D}" srcOrd="1" destOrd="0" presId="urn:microsoft.com/office/officeart/2005/8/layout/process3"/>
    <dgm:cxn modelId="{0A87909C-49FE-F247-ABA5-2253BA3599A7}" type="presParOf" srcId="{E971D181-A0BA-49AD-B8F8-806D711595E6}" destId="{3024F2F3-DA35-4049-87A7-68C118E055F2}"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F9ADBE-E60C-49EC-AAE0-7F973D8547E7}"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2CA61067-3AD1-4629-A4E8-3E8263D3FCCF}">
      <dgm:prSet phldrT="[Text]"/>
      <dgm:spPr/>
      <dgm:t>
        <a:bodyPr/>
        <a:lstStyle/>
        <a:p>
          <a:r>
            <a:rPr lang="es-MX" dirty="0"/>
            <a:t>Fusionada</a:t>
          </a:r>
        </a:p>
      </dgm:t>
    </dgm:pt>
    <dgm:pt modelId="{B203D7C8-7A3D-4D1B-8B62-366E05E35513}" type="parTrans" cxnId="{45AF4A5C-7640-409B-8B47-14E31C75C34D}">
      <dgm:prSet/>
      <dgm:spPr/>
      <dgm:t>
        <a:bodyPr/>
        <a:lstStyle/>
        <a:p>
          <a:endParaRPr lang="es-MX"/>
        </a:p>
      </dgm:t>
    </dgm:pt>
    <dgm:pt modelId="{4013B697-2559-40C0-A957-09615B025C71}" type="sibTrans" cxnId="{45AF4A5C-7640-409B-8B47-14E31C75C34D}">
      <dgm:prSet/>
      <dgm:spPr/>
      <dgm:t>
        <a:bodyPr/>
        <a:lstStyle/>
        <a:p>
          <a:endParaRPr lang="es-MX"/>
        </a:p>
      </dgm:t>
    </dgm:pt>
    <dgm:pt modelId="{9204DE3C-D7C2-4292-91AA-BC757BE38D57}">
      <dgm:prSet phldrT="[Text]"/>
      <dgm:spPr/>
      <dgm:t>
        <a:bodyPr/>
        <a:lstStyle/>
        <a:p>
          <a:pPr algn="ctr"/>
          <a:r>
            <a:rPr lang="es-MX" dirty="0"/>
            <a:t>Compañía sin Pérdidas</a:t>
          </a:r>
        </a:p>
      </dgm:t>
    </dgm:pt>
    <dgm:pt modelId="{2CE6F27C-B819-4A59-9D59-7A3398433E58}" type="parTrans" cxnId="{73F1B025-178E-4071-AC21-60541FF1FCC1}">
      <dgm:prSet/>
      <dgm:spPr/>
      <dgm:t>
        <a:bodyPr/>
        <a:lstStyle/>
        <a:p>
          <a:endParaRPr lang="es-MX"/>
        </a:p>
      </dgm:t>
    </dgm:pt>
    <dgm:pt modelId="{CEADBC5D-5BEB-40C3-BE9C-B59282F9B57F}" type="sibTrans" cxnId="{73F1B025-178E-4071-AC21-60541FF1FCC1}">
      <dgm:prSet/>
      <dgm:spPr/>
      <dgm:t>
        <a:bodyPr/>
        <a:lstStyle/>
        <a:p>
          <a:endParaRPr lang="es-MX"/>
        </a:p>
      </dgm:t>
    </dgm:pt>
    <dgm:pt modelId="{AB0AF8D3-D167-4C84-A6CE-90911EC69CB3}">
      <dgm:prSet phldrT="[Text]"/>
      <dgm:spPr>
        <a:solidFill>
          <a:srgbClr val="FF0000"/>
        </a:solidFill>
      </dgm:spPr>
      <dgm:t>
        <a:bodyPr/>
        <a:lstStyle/>
        <a:p>
          <a:r>
            <a:rPr lang="es-MX" dirty="0"/>
            <a:t>Fusionante</a:t>
          </a:r>
        </a:p>
      </dgm:t>
    </dgm:pt>
    <dgm:pt modelId="{AF245C1D-FAAE-4385-9D11-9DD78FF67A3C}" type="parTrans" cxnId="{ED411C77-7B5A-41E0-B334-06E04CF24DA0}">
      <dgm:prSet/>
      <dgm:spPr/>
      <dgm:t>
        <a:bodyPr/>
        <a:lstStyle/>
        <a:p>
          <a:endParaRPr lang="es-MX"/>
        </a:p>
      </dgm:t>
    </dgm:pt>
    <dgm:pt modelId="{ADC41CC0-B4FB-4A97-A438-1800B9436BDF}" type="sibTrans" cxnId="{ED411C77-7B5A-41E0-B334-06E04CF24DA0}">
      <dgm:prSet/>
      <dgm:spPr/>
      <dgm:t>
        <a:bodyPr/>
        <a:lstStyle/>
        <a:p>
          <a:endParaRPr lang="es-MX"/>
        </a:p>
      </dgm:t>
    </dgm:pt>
    <dgm:pt modelId="{60EFD3DB-9DAC-4801-BEBE-6B9AD478AFF0}">
      <dgm:prSet phldrT="[Text]"/>
      <dgm:spPr/>
      <dgm:t>
        <a:bodyPr/>
        <a:lstStyle/>
        <a:p>
          <a:pPr algn="ctr"/>
          <a:r>
            <a:rPr lang="es-MX" dirty="0"/>
            <a:t>Compañía con Pérdidas</a:t>
          </a:r>
        </a:p>
      </dgm:t>
    </dgm:pt>
    <dgm:pt modelId="{1755D20E-B6E4-4CA0-B2A4-52E5366E1040}" type="parTrans" cxnId="{C6940FB1-14E3-4EFA-9657-E7583440B504}">
      <dgm:prSet/>
      <dgm:spPr/>
      <dgm:t>
        <a:bodyPr/>
        <a:lstStyle/>
        <a:p>
          <a:endParaRPr lang="es-MX"/>
        </a:p>
      </dgm:t>
    </dgm:pt>
    <dgm:pt modelId="{A6F9DE28-D6CC-44C0-8DD6-720269A87488}" type="sibTrans" cxnId="{C6940FB1-14E3-4EFA-9657-E7583440B504}">
      <dgm:prSet/>
      <dgm:spPr/>
      <dgm:t>
        <a:bodyPr/>
        <a:lstStyle/>
        <a:p>
          <a:endParaRPr lang="es-MX"/>
        </a:p>
      </dgm:t>
    </dgm:pt>
    <dgm:pt modelId="{53F69461-9F47-425D-81EA-EF465D98E17C}" type="pres">
      <dgm:prSet presAssocID="{33F9ADBE-E60C-49EC-AAE0-7F973D8547E7}" presName="linearFlow" presStyleCnt="0">
        <dgm:presLayoutVars>
          <dgm:dir/>
          <dgm:animLvl val="lvl"/>
          <dgm:resizeHandles val="exact"/>
        </dgm:presLayoutVars>
      </dgm:prSet>
      <dgm:spPr/>
    </dgm:pt>
    <dgm:pt modelId="{6297B31E-B0A5-473E-9C1B-668CE1517DDB}" type="pres">
      <dgm:prSet presAssocID="{2CA61067-3AD1-4629-A4E8-3E8263D3FCCF}" presName="composite" presStyleCnt="0"/>
      <dgm:spPr/>
    </dgm:pt>
    <dgm:pt modelId="{67F0FBF2-B180-42CB-9F79-CCD16FBE4BC8}" type="pres">
      <dgm:prSet presAssocID="{2CA61067-3AD1-4629-A4E8-3E8263D3FCCF}" presName="parTx" presStyleLbl="node1" presStyleIdx="0" presStyleCnt="2">
        <dgm:presLayoutVars>
          <dgm:chMax val="0"/>
          <dgm:chPref val="0"/>
          <dgm:bulletEnabled val="1"/>
        </dgm:presLayoutVars>
      </dgm:prSet>
      <dgm:spPr/>
    </dgm:pt>
    <dgm:pt modelId="{B30339A3-19AC-4F7F-A6A6-D4F0FDA5CFD0}" type="pres">
      <dgm:prSet presAssocID="{2CA61067-3AD1-4629-A4E8-3E8263D3FCCF}" presName="parSh" presStyleLbl="node1" presStyleIdx="0" presStyleCnt="2" custLinFactY="-13602" custLinFactNeighborY="-100000"/>
      <dgm:spPr/>
    </dgm:pt>
    <dgm:pt modelId="{0B1F80E6-B391-48BB-8A07-D4D2804C5331}" type="pres">
      <dgm:prSet presAssocID="{2CA61067-3AD1-4629-A4E8-3E8263D3FCCF}" presName="desTx" presStyleLbl="fgAcc1" presStyleIdx="0" presStyleCnt="2" custLinFactNeighborY="-80185">
        <dgm:presLayoutVars>
          <dgm:bulletEnabled val="1"/>
        </dgm:presLayoutVars>
      </dgm:prSet>
      <dgm:spPr/>
    </dgm:pt>
    <dgm:pt modelId="{BA06643D-AD85-4F8E-B848-F2B114B535EC}" type="pres">
      <dgm:prSet presAssocID="{4013B697-2559-40C0-A957-09615B025C71}" presName="sibTrans" presStyleLbl="sibTrans2D1" presStyleIdx="0" presStyleCnt="1" custLinFactNeighborX="2414" custLinFactNeighborY="15532"/>
      <dgm:spPr/>
    </dgm:pt>
    <dgm:pt modelId="{74D986CD-5096-427E-8427-0E8CE3369A78}" type="pres">
      <dgm:prSet presAssocID="{4013B697-2559-40C0-A957-09615B025C71}" presName="connTx" presStyleLbl="sibTrans2D1" presStyleIdx="0" presStyleCnt="1"/>
      <dgm:spPr/>
    </dgm:pt>
    <dgm:pt modelId="{E971D181-A0BA-49AD-B8F8-806D711595E6}" type="pres">
      <dgm:prSet presAssocID="{AB0AF8D3-D167-4C84-A6CE-90911EC69CB3}" presName="composite" presStyleCnt="0"/>
      <dgm:spPr/>
    </dgm:pt>
    <dgm:pt modelId="{97488FAE-1621-46B6-B5EA-8E666E4EA0E6}" type="pres">
      <dgm:prSet presAssocID="{AB0AF8D3-D167-4C84-A6CE-90911EC69CB3}" presName="parTx" presStyleLbl="node1" presStyleIdx="0" presStyleCnt="2">
        <dgm:presLayoutVars>
          <dgm:chMax val="0"/>
          <dgm:chPref val="0"/>
          <dgm:bulletEnabled val="1"/>
        </dgm:presLayoutVars>
      </dgm:prSet>
      <dgm:spPr/>
    </dgm:pt>
    <dgm:pt modelId="{D4DF53B4-ECD6-4DD3-AC3A-B6690A05654D}" type="pres">
      <dgm:prSet presAssocID="{AB0AF8D3-D167-4C84-A6CE-90911EC69CB3}" presName="parSh" presStyleLbl="node1" presStyleIdx="1" presStyleCnt="2" custLinFactY="-13602" custLinFactNeighborY="-100000"/>
      <dgm:spPr/>
    </dgm:pt>
    <dgm:pt modelId="{3024F2F3-DA35-4049-87A7-68C118E055F2}" type="pres">
      <dgm:prSet presAssocID="{AB0AF8D3-D167-4C84-A6CE-90911EC69CB3}" presName="desTx" presStyleLbl="fgAcc1" presStyleIdx="1" presStyleCnt="2" custLinFactNeighborY="-80185">
        <dgm:presLayoutVars>
          <dgm:bulletEnabled val="1"/>
        </dgm:presLayoutVars>
      </dgm:prSet>
      <dgm:spPr/>
    </dgm:pt>
  </dgm:ptLst>
  <dgm:cxnLst>
    <dgm:cxn modelId="{D5787402-B8B9-734D-9089-ADF960DA681E}" type="presOf" srcId="{2CA61067-3AD1-4629-A4E8-3E8263D3FCCF}" destId="{67F0FBF2-B180-42CB-9F79-CCD16FBE4BC8}" srcOrd="0" destOrd="0" presId="urn:microsoft.com/office/officeart/2005/8/layout/process3"/>
    <dgm:cxn modelId="{77380B1B-0B9C-BF4F-8F2C-B36733666B26}" type="presOf" srcId="{AB0AF8D3-D167-4C84-A6CE-90911EC69CB3}" destId="{97488FAE-1621-46B6-B5EA-8E666E4EA0E6}" srcOrd="0" destOrd="0" presId="urn:microsoft.com/office/officeart/2005/8/layout/process3"/>
    <dgm:cxn modelId="{73F1B025-178E-4071-AC21-60541FF1FCC1}" srcId="{2CA61067-3AD1-4629-A4E8-3E8263D3FCCF}" destId="{9204DE3C-D7C2-4292-91AA-BC757BE38D57}" srcOrd="0" destOrd="0" parTransId="{2CE6F27C-B819-4A59-9D59-7A3398433E58}" sibTransId="{CEADBC5D-5BEB-40C3-BE9C-B59282F9B57F}"/>
    <dgm:cxn modelId="{45AF4A5C-7640-409B-8B47-14E31C75C34D}" srcId="{33F9ADBE-E60C-49EC-AAE0-7F973D8547E7}" destId="{2CA61067-3AD1-4629-A4E8-3E8263D3FCCF}" srcOrd="0" destOrd="0" parTransId="{B203D7C8-7A3D-4D1B-8B62-366E05E35513}" sibTransId="{4013B697-2559-40C0-A957-09615B025C71}"/>
    <dgm:cxn modelId="{CD12AF50-1BCF-3C47-B516-65BBFA9D140A}" type="presOf" srcId="{4013B697-2559-40C0-A957-09615B025C71}" destId="{BA06643D-AD85-4F8E-B848-F2B114B535EC}" srcOrd="0" destOrd="0" presId="urn:microsoft.com/office/officeart/2005/8/layout/process3"/>
    <dgm:cxn modelId="{41431C51-23F1-2D43-879E-F9ED7D3F9261}" type="presOf" srcId="{AB0AF8D3-D167-4C84-A6CE-90911EC69CB3}" destId="{D4DF53B4-ECD6-4DD3-AC3A-B6690A05654D}" srcOrd="1" destOrd="0" presId="urn:microsoft.com/office/officeart/2005/8/layout/process3"/>
    <dgm:cxn modelId="{2D7C8B74-EE44-A24A-B663-F0BA3708AB20}" type="presOf" srcId="{2CA61067-3AD1-4629-A4E8-3E8263D3FCCF}" destId="{B30339A3-19AC-4F7F-A6A6-D4F0FDA5CFD0}" srcOrd="1" destOrd="0" presId="urn:microsoft.com/office/officeart/2005/8/layout/process3"/>
    <dgm:cxn modelId="{8385A475-87DA-4749-943A-69E0EB889057}" type="presOf" srcId="{9204DE3C-D7C2-4292-91AA-BC757BE38D57}" destId="{0B1F80E6-B391-48BB-8A07-D4D2804C5331}" srcOrd="0" destOrd="0" presId="urn:microsoft.com/office/officeart/2005/8/layout/process3"/>
    <dgm:cxn modelId="{ED411C77-7B5A-41E0-B334-06E04CF24DA0}" srcId="{33F9ADBE-E60C-49EC-AAE0-7F973D8547E7}" destId="{AB0AF8D3-D167-4C84-A6CE-90911EC69CB3}" srcOrd="1" destOrd="0" parTransId="{AF245C1D-FAAE-4385-9D11-9DD78FF67A3C}" sibTransId="{ADC41CC0-B4FB-4A97-A438-1800B9436BDF}"/>
    <dgm:cxn modelId="{2C9C398F-949A-CD4A-A1F9-8FFD5A79BC51}" type="presOf" srcId="{33F9ADBE-E60C-49EC-AAE0-7F973D8547E7}" destId="{53F69461-9F47-425D-81EA-EF465D98E17C}" srcOrd="0" destOrd="0" presId="urn:microsoft.com/office/officeart/2005/8/layout/process3"/>
    <dgm:cxn modelId="{8F03AA93-29F6-B44E-81AA-9921E638068E}" type="presOf" srcId="{60EFD3DB-9DAC-4801-BEBE-6B9AD478AFF0}" destId="{3024F2F3-DA35-4049-87A7-68C118E055F2}" srcOrd="0" destOrd="0" presId="urn:microsoft.com/office/officeart/2005/8/layout/process3"/>
    <dgm:cxn modelId="{A472BA9C-CB92-0A44-9570-B688710654C2}" type="presOf" srcId="{4013B697-2559-40C0-A957-09615B025C71}" destId="{74D986CD-5096-427E-8427-0E8CE3369A78}" srcOrd="1" destOrd="0" presId="urn:microsoft.com/office/officeart/2005/8/layout/process3"/>
    <dgm:cxn modelId="{C6940FB1-14E3-4EFA-9657-E7583440B504}" srcId="{AB0AF8D3-D167-4C84-A6CE-90911EC69CB3}" destId="{60EFD3DB-9DAC-4801-BEBE-6B9AD478AFF0}" srcOrd="0" destOrd="0" parTransId="{1755D20E-B6E4-4CA0-B2A4-52E5366E1040}" sibTransId="{A6F9DE28-D6CC-44C0-8DD6-720269A87488}"/>
    <dgm:cxn modelId="{3784B1AF-41DB-A74F-B1AA-2BA5505240C8}" type="presParOf" srcId="{53F69461-9F47-425D-81EA-EF465D98E17C}" destId="{6297B31E-B0A5-473E-9C1B-668CE1517DDB}" srcOrd="0" destOrd="0" presId="urn:microsoft.com/office/officeart/2005/8/layout/process3"/>
    <dgm:cxn modelId="{9D5ACF93-FE1E-4446-8C6C-077F4FEE6950}" type="presParOf" srcId="{6297B31E-B0A5-473E-9C1B-668CE1517DDB}" destId="{67F0FBF2-B180-42CB-9F79-CCD16FBE4BC8}" srcOrd="0" destOrd="0" presId="urn:microsoft.com/office/officeart/2005/8/layout/process3"/>
    <dgm:cxn modelId="{C58F26AF-4632-C541-B8A9-59EB65450425}" type="presParOf" srcId="{6297B31E-B0A5-473E-9C1B-668CE1517DDB}" destId="{B30339A3-19AC-4F7F-A6A6-D4F0FDA5CFD0}" srcOrd="1" destOrd="0" presId="urn:microsoft.com/office/officeart/2005/8/layout/process3"/>
    <dgm:cxn modelId="{F6E4DC4B-7BAD-8941-99FC-890165596EBB}" type="presParOf" srcId="{6297B31E-B0A5-473E-9C1B-668CE1517DDB}" destId="{0B1F80E6-B391-48BB-8A07-D4D2804C5331}" srcOrd="2" destOrd="0" presId="urn:microsoft.com/office/officeart/2005/8/layout/process3"/>
    <dgm:cxn modelId="{B4E6F409-027C-7D45-9C3E-2E6BD29339DC}" type="presParOf" srcId="{53F69461-9F47-425D-81EA-EF465D98E17C}" destId="{BA06643D-AD85-4F8E-B848-F2B114B535EC}" srcOrd="1" destOrd="0" presId="urn:microsoft.com/office/officeart/2005/8/layout/process3"/>
    <dgm:cxn modelId="{D1CDD64A-1A8A-3245-B2A3-A34BD25DBBE7}" type="presParOf" srcId="{BA06643D-AD85-4F8E-B848-F2B114B535EC}" destId="{74D986CD-5096-427E-8427-0E8CE3369A78}" srcOrd="0" destOrd="0" presId="urn:microsoft.com/office/officeart/2005/8/layout/process3"/>
    <dgm:cxn modelId="{A7C337ED-8B3C-784C-8925-1BB503B9C5FB}" type="presParOf" srcId="{53F69461-9F47-425D-81EA-EF465D98E17C}" destId="{E971D181-A0BA-49AD-B8F8-806D711595E6}" srcOrd="2" destOrd="0" presId="urn:microsoft.com/office/officeart/2005/8/layout/process3"/>
    <dgm:cxn modelId="{29E34DC0-D898-7A4E-B3C8-3A311D7F9D82}" type="presParOf" srcId="{E971D181-A0BA-49AD-B8F8-806D711595E6}" destId="{97488FAE-1621-46B6-B5EA-8E666E4EA0E6}" srcOrd="0" destOrd="0" presId="urn:microsoft.com/office/officeart/2005/8/layout/process3"/>
    <dgm:cxn modelId="{316C7953-FF7F-A641-885A-BFA11E699A23}" type="presParOf" srcId="{E971D181-A0BA-49AD-B8F8-806D711595E6}" destId="{D4DF53B4-ECD6-4DD3-AC3A-B6690A05654D}" srcOrd="1" destOrd="0" presId="urn:microsoft.com/office/officeart/2005/8/layout/process3"/>
    <dgm:cxn modelId="{AC9E62A0-EC81-304D-9CB1-3F0C76C5DEA3}" type="presParOf" srcId="{E971D181-A0BA-49AD-B8F8-806D711595E6}" destId="{3024F2F3-DA35-4049-87A7-68C118E055F2}"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9998FB-60C4-4791-A174-AB6D39930ACD}"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C993CFF0-5196-40BE-87DD-86E5F94801C2}">
      <dgm:prSet phldrT="[Text]" custT="1"/>
      <dgm:spPr/>
      <dgm:t>
        <a:bodyPr/>
        <a:lstStyle/>
        <a:p>
          <a:r>
            <a:rPr lang="es-MX" sz="1300" dirty="0"/>
            <a:t>Identificación de Pérdidas  por Giro </a:t>
          </a:r>
          <a:r>
            <a:rPr lang="es-MX" sz="1100" dirty="0"/>
            <a:t>(LISR 58 Cuarto Párrafo)</a:t>
          </a:r>
          <a:endParaRPr lang="es-MX" sz="1300" dirty="0"/>
        </a:p>
      </dgm:t>
    </dgm:pt>
    <dgm:pt modelId="{A7709BFB-FE76-4698-9A11-1E83026C45FA}" type="parTrans" cxnId="{F31456AA-B7BB-4D5F-B86C-5C2340537DC6}">
      <dgm:prSet/>
      <dgm:spPr/>
      <dgm:t>
        <a:bodyPr/>
        <a:lstStyle/>
        <a:p>
          <a:endParaRPr lang="es-MX"/>
        </a:p>
      </dgm:t>
    </dgm:pt>
    <dgm:pt modelId="{DD0F4779-B50A-4726-9BF1-2DA9EB67D310}" type="sibTrans" cxnId="{F31456AA-B7BB-4D5F-B86C-5C2340537DC6}">
      <dgm:prSet/>
      <dgm:spPr/>
      <dgm:t>
        <a:bodyPr/>
        <a:lstStyle/>
        <a:p>
          <a:endParaRPr lang="es-MX"/>
        </a:p>
      </dgm:t>
    </dgm:pt>
    <dgm:pt modelId="{11F7D48F-A52E-43D8-9A57-C9392F705D82}">
      <dgm:prSet phldrT="[Text]"/>
      <dgm:spPr/>
      <dgm:t>
        <a:bodyPr/>
        <a:lstStyle/>
        <a:p>
          <a:r>
            <a:rPr lang="es-MX" dirty="0"/>
            <a:t>Registros Contables por Giro</a:t>
          </a:r>
        </a:p>
      </dgm:t>
    </dgm:pt>
    <dgm:pt modelId="{A8722E4F-99C9-4A0C-BCDB-772EE959AAA0}" type="parTrans" cxnId="{CF2CE3DC-0EFB-45E1-97D8-9AC09A592A0E}">
      <dgm:prSet/>
      <dgm:spPr/>
      <dgm:t>
        <a:bodyPr/>
        <a:lstStyle/>
        <a:p>
          <a:endParaRPr lang="es-MX"/>
        </a:p>
      </dgm:t>
    </dgm:pt>
    <dgm:pt modelId="{954C76C3-7F17-451B-8D28-A6D5A6925EEF}" type="sibTrans" cxnId="{CF2CE3DC-0EFB-45E1-97D8-9AC09A592A0E}">
      <dgm:prSet/>
      <dgm:spPr/>
      <dgm:t>
        <a:bodyPr/>
        <a:lstStyle/>
        <a:p>
          <a:endParaRPr lang="es-MX"/>
        </a:p>
      </dgm:t>
    </dgm:pt>
    <dgm:pt modelId="{A8376472-BB06-4217-B8A0-CACBA2AE5AA4}">
      <dgm:prSet phldrT="[Text]"/>
      <dgm:spPr/>
      <dgm:t>
        <a:bodyPr/>
        <a:lstStyle/>
        <a:p>
          <a:r>
            <a:rPr lang="es-MX" dirty="0"/>
            <a:t>Gastos No Identificables con un solo Giro</a:t>
          </a:r>
        </a:p>
      </dgm:t>
    </dgm:pt>
    <dgm:pt modelId="{31F7BDD9-D46B-4E69-A8F8-09F29B51A6B1}" type="parTrans" cxnId="{068C2E0E-4A89-497C-82CB-D910ED7239DA}">
      <dgm:prSet/>
      <dgm:spPr/>
      <dgm:t>
        <a:bodyPr/>
        <a:lstStyle/>
        <a:p>
          <a:endParaRPr lang="es-MX"/>
        </a:p>
      </dgm:t>
    </dgm:pt>
    <dgm:pt modelId="{CBD281DC-1168-4C63-9FF6-CC3C65A9DB60}" type="sibTrans" cxnId="{068C2E0E-4A89-497C-82CB-D910ED7239DA}">
      <dgm:prSet/>
      <dgm:spPr/>
      <dgm:t>
        <a:bodyPr/>
        <a:lstStyle/>
        <a:p>
          <a:endParaRPr lang="es-MX"/>
        </a:p>
      </dgm:t>
    </dgm:pt>
    <dgm:pt modelId="{2E6B15F3-071E-4615-AA25-5C4B187FBF37}">
      <dgm:prSet/>
      <dgm:spPr/>
      <dgm:t>
        <a:bodyPr/>
        <a:lstStyle/>
        <a:p>
          <a:r>
            <a:rPr lang="es-MX" dirty="0"/>
            <a:t>Proporcional</a:t>
          </a:r>
        </a:p>
      </dgm:t>
    </dgm:pt>
    <dgm:pt modelId="{C3817C72-02FD-4C44-82C6-2E77C25DBE5D}" type="parTrans" cxnId="{047F6077-93C3-49EB-BDA6-C042CD49CB39}">
      <dgm:prSet/>
      <dgm:spPr/>
      <dgm:t>
        <a:bodyPr/>
        <a:lstStyle/>
        <a:p>
          <a:endParaRPr lang="es-MX"/>
        </a:p>
      </dgm:t>
    </dgm:pt>
    <dgm:pt modelId="{63AAF450-EBB9-4E78-B055-6C515EC7E8A1}" type="sibTrans" cxnId="{047F6077-93C3-49EB-BDA6-C042CD49CB39}">
      <dgm:prSet/>
      <dgm:spPr/>
      <dgm:t>
        <a:bodyPr/>
        <a:lstStyle/>
        <a:p>
          <a:endParaRPr lang="es-MX"/>
        </a:p>
      </dgm:t>
    </dgm:pt>
    <dgm:pt modelId="{E6B722DE-9CEE-43C2-98F2-183A97E1CBA1}" type="pres">
      <dgm:prSet presAssocID="{3F9998FB-60C4-4791-A174-AB6D39930ACD}" presName="Name0" presStyleCnt="0">
        <dgm:presLayoutVars>
          <dgm:chPref val="1"/>
          <dgm:dir/>
          <dgm:animOne val="branch"/>
          <dgm:animLvl val="lvl"/>
          <dgm:resizeHandles val="exact"/>
        </dgm:presLayoutVars>
      </dgm:prSet>
      <dgm:spPr/>
    </dgm:pt>
    <dgm:pt modelId="{D36FB24A-568B-40FE-8A43-030E28A50CDA}" type="pres">
      <dgm:prSet presAssocID="{C993CFF0-5196-40BE-87DD-86E5F94801C2}" presName="root1" presStyleCnt="0"/>
      <dgm:spPr/>
    </dgm:pt>
    <dgm:pt modelId="{7E77C5E1-A770-4C25-B21E-ABB60BADA9D3}" type="pres">
      <dgm:prSet presAssocID="{C993CFF0-5196-40BE-87DD-86E5F94801C2}" presName="LevelOneTextNode" presStyleLbl="node0" presStyleIdx="0" presStyleCnt="1">
        <dgm:presLayoutVars>
          <dgm:chPref val="3"/>
        </dgm:presLayoutVars>
      </dgm:prSet>
      <dgm:spPr/>
    </dgm:pt>
    <dgm:pt modelId="{B9BCBA3C-22F8-4DE7-A003-C948480FEE80}" type="pres">
      <dgm:prSet presAssocID="{C993CFF0-5196-40BE-87DD-86E5F94801C2}" presName="level2hierChild" presStyleCnt="0"/>
      <dgm:spPr/>
    </dgm:pt>
    <dgm:pt modelId="{6D838EB9-7BB4-4FBB-9C80-BE845B4378C9}" type="pres">
      <dgm:prSet presAssocID="{A8722E4F-99C9-4A0C-BCDB-772EE959AAA0}" presName="conn2-1" presStyleLbl="parChTrans1D2" presStyleIdx="0" presStyleCnt="2"/>
      <dgm:spPr/>
    </dgm:pt>
    <dgm:pt modelId="{EE4D7009-A9B3-41F8-90D4-1F83420D84F1}" type="pres">
      <dgm:prSet presAssocID="{A8722E4F-99C9-4A0C-BCDB-772EE959AAA0}" presName="connTx" presStyleLbl="parChTrans1D2" presStyleIdx="0" presStyleCnt="2"/>
      <dgm:spPr/>
    </dgm:pt>
    <dgm:pt modelId="{AE8B3760-50DB-4A1B-983E-1AD6D40AB2BA}" type="pres">
      <dgm:prSet presAssocID="{11F7D48F-A52E-43D8-9A57-C9392F705D82}" presName="root2" presStyleCnt="0"/>
      <dgm:spPr/>
    </dgm:pt>
    <dgm:pt modelId="{AA3432EE-B3EF-42FE-B789-DCD41604B6FA}" type="pres">
      <dgm:prSet presAssocID="{11F7D48F-A52E-43D8-9A57-C9392F705D82}" presName="LevelTwoTextNode" presStyleLbl="node2" presStyleIdx="0" presStyleCnt="2">
        <dgm:presLayoutVars>
          <dgm:chPref val="3"/>
        </dgm:presLayoutVars>
      </dgm:prSet>
      <dgm:spPr/>
    </dgm:pt>
    <dgm:pt modelId="{4AE4F44D-2758-4029-9067-AF71A2137285}" type="pres">
      <dgm:prSet presAssocID="{11F7D48F-A52E-43D8-9A57-C9392F705D82}" presName="level3hierChild" presStyleCnt="0"/>
      <dgm:spPr/>
    </dgm:pt>
    <dgm:pt modelId="{A4A43068-9AF7-4471-964A-8FA091427CE3}" type="pres">
      <dgm:prSet presAssocID="{31F7BDD9-D46B-4E69-A8F8-09F29B51A6B1}" presName="conn2-1" presStyleLbl="parChTrans1D2" presStyleIdx="1" presStyleCnt="2"/>
      <dgm:spPr/>
    </dgm:pt>
    <dgm:pt modelId="{2940DC93-EDE1-4812-88F7-4BC601C73A76}" type="pres">
      <dgm:prSet presAssocID="{31F7BDD9-D46B-4E69-A8F8-09F29B51A6B1}" presName="connTx" presStyleLbl="parChTrans1D2" presStyleIdx="1" presStyleCnt="2"/>
      <dgm:spPr/>
    </dgm:pt>
    <dgm:pt modelId="{537958DD-8DCD-4B41-839E-A17A7DEE2155}" type="pres">
      <dgm:prSet presAssocID="{A8376472-BB06-4217-B8A0-CACBA2AE5AA4}" presName="root2" presStyleCnt="0"/>
      <dgm:spPr/>
    </dgm:pt>
    <dgm:pt modelId="{45220D47-0235-4B4D-B15E-0E1B74F7D633}" type="pres">
      <dgm:prSet presAssocID="{A8376472-BB06-4217-B8A0-CACBA2AE5AA4}" presName="LevelTwoTextNode" presStyleLbl="node2" presStyleIdx="1" presStyleCnt="2">
        <dgm:presLayoutVars>
          <dgm:chPref val="3"/>
        </dgm:presLayoutVars>
      </dgm:prSet>
      <dgm:spPr/>
    </dgm:pt>
    <dgm:pt modelId="{28A5A3B1-240D-4D59-9AF6-FAC3E739398C}" type="pres">
      <dgm:prSet presAssocID="{A8376472-BB06-4217-B8A0-CACBA2AE5AA4}" presName="level3hierChild" presStyleCnt="0"/>
      <dgm:spPr/>
    </dgm:pt>
    <dgm:pt modelId="{7722A162-BE54-41C4-8361-FE27D0032C04}" type="pres">
      <dgm:prSet presAssocID="{C3817C72-02FD-4C44-82C6-2E77C25DBE5D}" presName="conn2-1" presStyleLbl="parChTrans1D3" presStyleIdx="0" presStyleCnt="1"/>
      <dgm:spPr/>
    </dgm:pt>
    <dgm:pt modelId="{457A68ED-5FCC-42CE-A260-D31E5531F24B}" type="pres">
      <dgm:prSet presAssocID="{C3817C72-02FD-4C44-82C6-2E77C25DBE5D}" presName="connTx" presStyleLbl="parChTrans1D3" presStyleIdx="0" presStyleCnt="1"/>
      <dgm:spPr/>
    </dgm:pt>
    <dgm:pt modelId="{4419C306-7303-471E-8FEC-D64D9E5EA210}" type="pres">
      <dgm:prSet presAssocID="{2E6B15F3-071E-4615-AA25-5C4B187FBF37}" presName="root2" presStyleCnt="0"/>
      <dgm:spPr/>
    </dgm:pt>
    <dgm:pt modelId="{94B20D64-0A57-487D-A1FC-8C40E211B3F2}" type="pres">
      <dgm:prSet presAssocID="{2E6B15F3-071E-4615-AA25-5C4B187FBF37}" presName="LevelTwoTextNode" presStyleLbl="node3" presStyleIdx="0" presStyleCnt="1">
        <dgm:presLayoutVars>
          <dgm:chPref val="3"/>
        </dgm:presLayoutVars>
      </dgm:prSet>
      <dgm:spPr/>
    </dgm:pt>
    <dgm:pt modelId="{71A564EF-A448-4114-9EAA-81299E09C217}" type="pres">
      <dgm:prSet presAssocID="{2E6B15F3-071E-4615-AA25-5C4B187FBF37}" presName="level3hierChild" presStyleCnt="0"/>
      <dgm:spPr/>
    </dgm:pt>
  </dgm:ptLst>
  <dgm:cxnLst>
    <dgm:cxn modelId="{35FE1B0E-1CA0-49A1-AB1B-CFBA958636C5}" type="presOf" srcId="{A8722E4F-99C9-4A0C-BCDB-772EE959AAA0}" destId="{6D838EB9-7BB4-4FBB-9C80-BE845B4378C9}" srcOrd="0" destOrd="0" presId="urn:microsoft.com/office/officeart/2008/layout/HorizontalMultiLevelHierarchy"/>
    <dgm:cxn modelId="{068C2E0E-4A89-497C-82CB-D910ED7239DA}" srcId="{C993CFF0-5196-40BE-87DD-86E5F94801C2}" destId="{A8376472-BB06-4217-B8A0-CACBA2AE5AA4}" srcOrd="1" destOrd="0" parTransId="{31F7BDD9-D46B-4E69-A8F8-09F29B51A6B1}" sibTransId="{CBD281DC-1168-4C63-9FF6-CC3C65A9DB60}"/>
    <dgm:cxn modelId="{38CE022A-5471-493A-9323-5534BBAA97FB}" type="presOf" srcId="{C993CFF0-5196-40BE-87DD-86E5F94801C2}" destId="{7E77C5E1-A770-4C25-B21E-ABB60BADA9D3}" srcOrd="0" destOrd="0" presId="urn:microsoft.com/office/officeart/2008/layout/HorizontalMultiLevelHierarchy"/>
    <dgm:cxn modelId="{26A8A82F-9D2F-4A33-B799-5AF18503151B}" type="presOf" srcId="{11F7D48F-A52E-43D8-9A57-C9392F705D82}" destId="{AA3432EE-B3EF-42FE-B789-DCD41604B6FA}" srcOrd="0" destOrd="0" presId="urn:microsoft.com/office/officeart/2008/layout/HorizontalMultiLevelHierarchy"/>
    <dgm:cxn modelId="{9BDFD263-919C-4F45-B251-40368FEE594E}" type="presOf" srcId="{31F7BDD9-D46B-4E69-A8F8-09F29B51A6B1}" destId="{2940DC93-EDE1-4812-88F7-4BC601C73A76}" srcOrd="1" destOrd="0" presId="urn:microsoft.com/office/officeart/2008/layout/HorizontalMultiLevelHierarchy"/>
    <dgm:cxn modelId="{D0BFB655-BCFD-4A68-BF36-BBD5EB611A27}" type="presOf" srcId="{C3817C72-02FD-4C44-82C6-2E77C25DBE5D}" destId="{457A68ED-5FCC-42CE-A260-D31E5531F24B}" srcOrd="1" destOrd="0" presId="urn:microsoft.com/office/officeart/2008/layout/HorizontalMultiLevelHierarchy"/>
    <dgm:cxn modelId="{047F6077-93C3-49EB-BDA6-C042CD49CB39}" srcId="{A8376472-BB06-4217-B8A0-CACBA2AE5AA4}" destId="{2E6B15F3-071E-4615-AA25-5C4B187FBF37}" srcOrd="0" destOrd="0" parTransId="{C3817C72-02FD-4C44-82C6-2E77C25DBE5D}" sibTransId="{63AAF450-EBB9-4E78-B055-6C515EC7E8A1}"/>
    <dgm:cxn modelId="{7BA10C80-F4A5-476B-BFE2-7CC0639EF669}" type="presOf" srcId="{31F7BDD9-D46B-4E69-A8F8-09F29B51A6B1}" destId="{A4A43068-9AF7-4471-964A-8FA091427CE3}" srcOrd="0" destOrd="0" presId="urn:microsoft.com/office/officeart/2008/layout/HorizontalMultiLevelHierarchy"/>
    <dgm:cxn modelId="{A64C05A7-B4B7-4B3F-9FF4-3E173805B78A}" type="presOf" srcId="{3F9998FB-60C4-4791-A174-AB6D39930ACD}" destId="{E6B722DE-9CEE-43C2-98F2-183A97E1CBA1}" srcOrd="0" destOrd="0" presId="urn:microsoft.com/office/officeart/2008/layout/HorizontalMultiLevelHierarchy"/>
    <dgm:cxn modelId="{F31456AA-B7BB-4D5F-B86C-5C2340537DC6}" srcId="{3F9998FB-60C4-4791-A174-AB6D39930ACD}" destId="{C993CFF0-5196-40BE-87DD-86E5F94801C2}" srcOrd="0" destOrd="0" parTransId="{A7709BFB-FE76-4698-9A11-1E83026C45FA}" sibTransId="{DD0F4779-B50A-4726-9BF1-2DA9EB67D310}"/>
    <dgm:cxn modelId="{8953DBB1-E619-4C0F-9196-A1056E153FC4}" type="presOf" srcId="{A8722E4F-99C9-4A0C-BCDB-772EE959AAA0}" destId="{EE4D7009-A9B3-41F8-90D4-1F83420D84F1}" srcOrd="1" destOrd="0" presId="urn:microsoft.com/office/officeart/2008/layout/HorizontalMultiLevelHierarchy"/>
    <dgm:cxn modelId="{138476C5-F74A-405D-9C37-8FF6075D2538}" type="presOf" srcId="{2E6B15F3-071E-4615-AA25-5C4B187FBF37}" destId="{94B20D64-0A57-487D-A1FC-8C40E211B3F2}" srcOrd="0" destOrd="0" presId="urn:microsoft.com/office/officeart/2008/layout/HorizontalMultiLevelHierarchy"/>
    <dgm:cxn modelId="{513BEFDA-3B71-4F43-92D5-0B04B10C8CF0}" type="presOf" srcId="{C3817C72-02FD-4C44-82C6-2E77C25DBE5D}" destId="{7722A162-BE54-41C4-8361-FE27D0032C04}" srcOrd="0" destOrd="0" presId="urn:microsoft.com/office/officeart/2008/layout/HorizontalMultiLevelHierarchy"/>
    <dgm:cxn modelId="{CF2CE3DC-0EFB-45E1-97D8-9AC09A592A0E}" srcId="{C993CFF0-5196-40BE-87DD-86E5F94801C2}" destId="{11F7D48F-A52E-43D8-9A57-C9392F705D82}" srcOrd="0" destOrd="0" parTransId="{A8722E4F-99C9-4A0C-BCDB-772EE959AAA0}" sibTransId="{954C76C3-7F17-451B-8D28-A6D5A6925EEF}"/>
    <dgm:cxn modelId="{AB898FE2-975B-45A1-BD69-7AE3753F2578}" type="presOf" srcId="{A8376472-BB06-4217-B8A0-CACBA2AE5AA4}" destId="{45220D47-0235-4B4D-B15E-0E1B74F7D633}" srcOrd="0" destOrd="0" presId="urn:microsoft.com/office/officeart/2008/layout/HorizontalMultiLevelHierarchy"/>
    <dgm:cxn modelId="{0055EB62-ABC1-4154-A0B1-9CCB1FCAAAC7}" type="presParOf" srcId="{E6B722DE-9CEE-43C2-98F2-183A97E1CBA1}" destId="{D36FB24A-568B-40FE-8A43-030E28A50CDA}" srcOrd="0" destOrd="0" presId="urn:microsoft.com/office/officeart/2008/layout/HorizontalMultiLevelHierarchy"/>
    <dgm:cxn modelId="{56FDC3F9-443A-4452-A724-3D08AF9113FD}" type="presParOf" srcId="{D36FB24A-568B-40FE-8A43-030E28A50CDA}" destId="{7E77C5E1-A770-4C25-B21E-ABB60BADA9D3}" srcOrd="0" destOrd="0" presId="urn:microsoft.com/office/officeart/2008/layout/HorizontalMultiLevelHierarchy"/>
    <dgm:cxn modelId="{9B1D9EE3-8EEA-409B-AB5C-67EDFABE32AA}" type="presParOf" srcId="{D36FB24A-568B-40FE-8A43-030E28A50CDA}" destId="{B9BCBA3C-22F8-4DE7-A003-C948480FEE80}" srcOrd="1" destOrd="0" presId="urn:microsoft.com/office/officeart/2008/layout/HorizontalMultiLevelHierarchy"/>
    <dgm:cxn modelId="{F3393CD4-405E-493F-B34F-FB6B21042584}" type="presParOf" srcId="{B9BCBA3C-22F8-4DE7-A003-C948480FEE80}" destId="{6D838EB9-7BB4-4FBB-9C80-BE845B4378C9}" srcOrd="0" destOrd="0" presId="urn:microsoft.com/office/officeart/2008/layout/HorizontalMultiLevelHierarchy"/>
    <dgm:cxn modelId="{86B905F9-A583-4D5E-91B4-7FF6F3EF7CF9}" type="presParOf" srcId="{6D838EB9-7BB4-4FBB-9C80-BE845B4378C9}" destId="{EE4D7009-A9B3-41F8-90D4-1F83420D84F1}" srcOrd="0" destOrd="0" presId="urn:microsoft.com/office/officeart/2008/layout/HorizontalMultiLevelHierarchy"/>
    <dgm:cxn modelId="{64AD9858-4959-4AC9-968C-D95A44F246AE}" type="presParOf" srcId="{B9BCBA3C-22F8-4DE7-A003-C948480FEE80}" destId="{AE8B3760-50DB-4A1B-983E-1AD6D40AB2BA}" srcOrd="1" destOrd="0" presId="urn:microsoft.com/office/officeart/2008/layout/HorizontalMultiLevelHierarchy"/>
    <dgm:cxn modelId="{497E855C-A653-4103-8FD4-0CD56E4A46CC}" type="presParOf" srcId="{AE8B3760-50DB-4A1B-983E-1AD6D40AB2BA}" destId="{AA3432EE-B3EF-42FE-B789-DCD41604B6FA}" srcOrd="0" destOrd="0" presId="urn:microsoft.com/office/officeart/2008/layout/HorizontalMultiLevelHierarchy"/>
    <dgm:cxn modelId="{88A19DC4-DD19-4E18-AF8B-F4320955785C}" type="presParOf" srcId="{AE8B3760-50DB-4A1B-983E-1AD6D40AB2BA}" destId="{4AE4F44D-2758-4029-9067-AF71A2137285}" srcOrd="1" destOrd="0" presId="urn:microsoft.com/office/officeart/2008/layout/HorizontalMultiLevelHierarchy"/>
    <dgm:cxn modelId="{3A59922A-FD93-4022-BF33-646D8FFB3212}" type="presParOf" srcId="{B9BCBA3C-22F8-4DE7-A003-C948480FEE80}" destId="{A4A43068-9AF7-4471-964A-8FA091427CE3}" srcOrd="2" destOrd="0" presId="urn:microsoft.com/office/officeart/2008/layout/HorizontalMultiLevelHierarchy"/>
    <dgm:cxn modelId="{4DEE3F5F-CBB2-4335-ABD4-CE45EC2A8DAD}" type="presParOf" srcId="{A4A43068-9AF7-4471-964A-8FA091427CE3}" destId="{2940DC93-EDE1-4812-88F7-4BC601C73A76}" srcOrd="0" destOrd="0" presId="urn:microsoft.com/office/officeart/2008/layout/HorizontalMultiLevelHierarchy"/>
    <dgm:cxn modelId="{BA1B29F3-1886-4FE0-B2CB-FF1CF292BAD5}" type="presParOf" srcId="{B9BCBA3C-22F8-4DE7-A003-C948480FEE80}" destId="{537958DD-8DCD-4B41-839E-A17A7DEE2155}" srcOrd="3" destOrd="0" presId="urn:microsoft.com/office/officeart/2008/layout/HorizontalMultiLevelHierarchy"/>
    <dgm:cxn modelId="{51B6459D-E799-4C23-9789-E0B5334C581D}" type="presParOf" srcId="{537958DD-8DCD-4B41-839E-A17A7DEE2155}" destId="{45220D47-0235-4B4D-B15E-0E1B74F7D633}" srcOrd="0" destOrd="0" presId="urn:microsoft.com/office/officeart/2008/layout/HorizontalMultiLevelHierarchy"/>
    <dgm:cxn modelId="{037913E8-6168-464A-9D0E-CA080BE7BB2D}" type="presParOf" srcId="{537958DD-8DCD-4B41-839E-A17A7DEE2155}" destId="{28A5A3B1-240D-4D59-9AF6-FAC3E739398C}" srcOrd="1" destOrd="0" presId="urn:microsoft.com/office/officeart/2008/layout/HorizontalMultiLevelHierarchy"/>
    <dgm:cxn modelId="{FEDE9B02-F1F2-40CF-9126-32B23E06366E}" type="presParOf" srcId="{28A5A3B1-240D-4D59-9AF6-FAC3E739398C}" destId="{7722A162-BE54-41C4-8361-FE27D0032C04}" srcOrd="0" destOrd="0" presId="urn:microsoft.com/office/officeart/2008/layout/HorizontalMultiLevelHierarchy"/>
    <dgm:cxn modelId="{7A81A9A1-90F9-478A-A21D-901CFDAC362D}" type="presParOf" srcId="{7722A162-BE54-41C4-8361-FE27D0032C04}" destId="{457A68ED-5FCC-42CE-A260-D31E5531F24B}" srcOrd="0" destOrd="0" presId="urn:microsoft.com/office/officeart/2008/layout/HorizontalMultiLevelHierarchy"/>
    <dgm:cxn modelId="{52B9AAC6-0A31-4161-A6FF-83285B999250}" type="presParOf" srcId="{28A5A3B1-240D-4D59-9AF6-FAC3E739398C}" destId="{4419C306-7303-471E-8FEC-D64D9E5EA210}" srcOrd="1" destOrd="0" presId="urn:microsoft.com/office/officeart/2008/layout/HorizontalMultiLevelHierarchy"/>
    <dgm:cxn modelId="{FFC3CE3F-BFC7-4F9A-B6AD-A1E9C1994978}" type="presParOf" srcId="{4419C306-7303-471E-8FEC-D64D9E5EA210}" destId="{94B20D64-0A57-487D-A1FC-8C40E211B3F2}" srcOrd="0" destOrd="0" presId="urn:microsoft.com/office/officeart/2008/layout/HorizontalMultiLevelHierarchy"/>
    <dgm:cxn modelId="{D933869D-E7D9-492E-ACD7-DE8495E4E283}" type="presParOf" srcId="{4419C306-7303-471E-8FEC-D64D9E5EA210}" destId="{71A564EF-A448-4114-9EAA-81299E09C217}" srcOrd="1" destOrd="0" presId="urn:microsoft.com/office/officeart/2008/layout/HorizontalMultiLevel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F9ADBE-E60C-49EC-AAE0-7F973D8547E7}"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2CA61067-3AD1-4629-A4E8-3E8263D3FCCF}">
      <dgm:prSet phldrT="[Text]"/>
      <dgm:spPr>
        <a:solidFill>
          <a:srgbClr val="FF0000"/>
        </a:solidFill>
      </dgm:spPr>
      <dgm:t>
        <a:bodyPr/>
        <a:lstStyle/>
        <a:p>
          <a:r>
            <a:rPr lang="es-MX" dirty="0"/>
            <a:t>Fusionada</a:t>
          </a:r>
        </a:p>
      </dgm:t>
    </dgm:pt>
    <dgm:pt modelId="{B203D7C8-7A3D-4D1B-8B62-366E05E35513}" type="parTrans" cxnId="{45AF4A5C-7640-409B-8B47-14E31C75C34D}">
      <dgm:prSet/>
      <dgm:spPr/>
      <dgm:t>
        <a:bodyPr/>
        <a:lstStyle/>
        <a:p>
          <a:endParaRPr lang="es-MX"/>
        </a:p>
      </dgm:t>
    </dgm:pt>
    <dgm:pt modelId="{4013B697-2559-40C0-A957-09615B025C71}" type="sibTrans" cxnId="{45AF4A5C-7640-409B-8B47-14E31C75C34D}">
      <dgm:prSet/>
      <dgm:spPr/>
      <dgm:t>
        <a:bodyPr/>
        <a:lstStyle/>
        <a:p>
          <a:endParaRPr lang="es-MX"/>
        </a:p>
      </dgm:t>
    </dgm:pt>
    <dgm:pt modelId="{9204DE3C-D7C2-4292-91AA-BC757BE38D57}">
      <dgm:prSet phldrT="[Text]"/>
      <dgm:spPr/>
      <dgm:t>
        <a:bodyPr/>
        <a:lstStyle/>
        <a:p>
          <a:pPr algn="ctr"/>
          <a:r>
            <a:rPr lang="es-MX" dirty="0"/>
            <a:t>Compañía con Pérdidas</a:t>
          </a:r>
        </a:p>
      </dgm:t>
    </dgm:pt>
    <dgm:pt modelId="{2CE6F27C-B819-4A59-9D59-7A3398433E58}" type="parTrans" cxnId="{73F1B025-178E-4071-AC21-60541FF1FCC1}">
      <dgm:prSet/>
      <dgm:spPr/>
      <dgm:t>
        <a:bodyPr/>
        <a:lstStyle/>
        <a:p>
          <a:endParaRPr lang="es-MX"/>
        </a:p>
      </dgm:t>
    </dgm:pt>
    <dgm:pt modelId="{CEADBC5D-5BEB-40C3-BE9C-B59282F9B57F}" type="sibTrans" cxnId="{73F1B025-178E-4071-AC21-60541FF1FCC1}">
      <dgm:prSet/>
      <dgm:spPr/>
      <dgm:t>
        <a:bodyPr/>
        <a:lstStyle/>
        <a:p>
          <a:endParaRPr lang="es-MX"/>
        </a:p>
      </dgm:t>
    </dgm:pt>
    <dgm:pt modelId="{AB0AF8D3-D167-4C84-A6CE-90911EC69CB3}">
      <dgm:prSet phldrT="[Text]"/>
      <dgm:spPr>
        <a:solidFill>
          <a:srgbClr val="FF0000"/>
        </a:solidFill>
      </dgm:spPr>
      <dgm:t>
        <a:bodyPr/>
        <a:lstStyle/>
        <a:p>
          <a:r>
            <a:rPr lang="es-MX" dirty="0"/>
            <a:t>Fusionante</a:t>
          </a:r>
        </a:p>
      </dgm:t>
    </dgm:pt>
    <dgm:pt modelId="{AF245C1D-FAAE-4385-9D11-9DD78FF67A3C}" type="parTrans" cxnId="{ED411C77-7B5A-41E0-B334-06E04CF24DA0}">
      <dgm:prSet/>
      <dgm:spPr/>
      <dgm:t>
        <a:bodyPr/>
        <a:lstStyle/>
        <a:p>
          <a:endParaRPr lang="es-MX"/>
        </a:p>
      </dgm:t>
    </dgm:pt>
    <dgm:pt modelId="{ADC41CC0-B4FB-4A97-A438-1800B9436BDF}" type="sibTrans" cxnId="{ED411C77-7B5A-41E0-B334-06E04CF24DA0}">
      <dgm:prSet/>
      <dgm:spPr/>
      <dgm:t>
        <a:bodyPr/>
        <a:lstStyle/>
        <a:p>
          <a:endParaRPr lang="es-MX"/>
        </a:p>
      </dgm:t>
    </dgm:pt>
    <dgm:pt modelId="{60EFD3DB-9DAC-4801-BEBE-6B9AD478AFF0}">
      <dgm:prSet phldrT="[Text]"/>
      <dgm:spPr/>
      <dgm:t>
        <a:bodyPr/>
        <a:lstStyle/>
        <a:p>
          <a:pPr algn="ctr"/>
          <a:r>
            <a:rPr lang="es-MX" dirty="0"/>
            <a:t>Compañía con Pérdidas</a:t>
          </a:r>
        </a:p>
      </dgm:t>
    </dgm:pt>
    <dgm:pt modelId="{1755D20E-B6E4-4CA0-B2A4-52E5366E1040}" type="parTrans" cxnId="{C6940FB1-14E3-4EFA-9657-E7583440B504}">
      <dgm:prSet/>
      <dgm:spPr/>
      <dgm:t>
        <a:bodyPr/>
        <a:lstStyle/>
        <a:p>
          <a:endParaRPr lang="es-MX"/>
        </a:p>
      </dgm:t>
    </dgm:pt>
    <dgm:pt modelId="{A6F9DE28-D6CC-44C0-8DD6-720269A87488}" type="sibTrans" cxnId="{C6940FB1-14E3-4EFA-9657-E7583440B504}">
      <dgm:prSet/>
      <dgm:spPr/>
      <dgm:t>
        <a:bodyPr/>
        <a:lstStyle/>
        <a:p>
          <a:endParaRPr lang="es-MX"/>
        </a:p>
      </dgm:t>
    </dgm:pt>
    <dgm:pt modelId="{53F69461-9F47-425D-81EA-EF465D98E17C}" type="pres">
      <dgm:prSet presAssocID="{33F9ADBE-E60C-49EC-AAE0-7F973D8547E7}" presName="linearFlow" presStyleCnt="0">
        <dgm:presLayoutVars>
          <dgm:dir/>
          <dgm:animLvl val="lvl"/>
          <dgm:resizeHandles val="exact"/>
        </dgm:presLayoutVars>
      </dgm:prSet>
      <dgm:spPr/>
    </dgm:pt>
    <dgm:pt modelId="{6297B31E-B0A5-473E-9C1B-668CE1517DDB}" type="pres">
      <dgm:prSet presAssocID="{2CA61067-3AD1-4629-A4E8-3E8263D3FCCF}" presName="composite" presStyleCnt="0"/>
      <dgm:spPr/>
    </dgm:pt>
    <dgm:pt modelId="{67F0FBF2-B180-42CB-9F79-CCD16FBE4BC8}" type="pres">
      <dgm:prSet presAssocID="{2CA61067-3AD1-4629-A4E8-3E8263D3FCCF}" presName="parTx" presStyleLbl="node1" presStyleIdx="0" presStyleCnt="2">
        <dgm:presLayoutVars>
          <dgm:chMax val="0"/>
          <dgm:chPref val="0"/>
          <dgm:bulletEnabled val="1"/>
        </dgm:presLayoutVars>
      </dgm:prSet>
      <dgm:spPr/>
    </dgm:pt>
    <dgm:pt modelId="{B30339A3-19AC-4F7F-A6A6-D4F0FDA5CFD0}" type="pres">
      <dgm:prSet presAssocID="{2CA61067-3AD1-4629-A4E8-3E8263D3FCCF}" presName="parSh" presStyleLbl="node1" presStyleIdx="0" presStyleCnt="2"/>
      <dgm:spPr/>
    </dgm:pt>
    <dgm:pt modelId="{0B1F80E6-B391-48BB-8A07-D4D2804C5331}" type="pres">
      <dgm:prSet presAssocID="{2CA61067-3AD1-4629-A4E8-3E8263D3FCCF}" presName="desTx" presStyleLbl="fgAcc1" presStyleIdx="0" presStyleCnt="2">
        <dgm:presLayoutVars>
          <dgm:bulletEnabled val="1"/>
        </dgm:presLayoutVars>
      </dgm:prSet>
      <dgm:spPr/>
    </dgm:pt>
    <dgm:pt modelId="{BA06643D-AD85-4F8E-B848-F2B114B535EC}" type="pres">
      <dgm:prSet presAssocID="{4013B697-2559-40C0-A957-09615B025C71}" presName="sibTrans" presStyleLbl="sibTrans2D1" presStyleIdx="0" presStyleCnt="1"/>
      <dgm:spPr/>
    </dgm:pt>
    <dgm:pt modelId="{74D986CD-5096-427E-8427-0E8CE3369A78}" type="pres">
      <dgm:prSet presAssocID="{4013B697-2559-40C0-A957-09615B025C71}" presName="connTx" presStyleLbl="sibTrans2D1" presStyleIdx="0" presStyleCnt="1"/>
      <dgm:spPr/>
    </dgm:pt>
    <dgm:pt modelId="{E971D181-A0BA-49AD-B8F8-806D711595E6}" type="pres">
      <dgm:prSet presAssocID="{AB0AF8D3-D167-4C84-A6CE-90911EC69CB3}" presName="composite" presStyleCnt="0"/>
      <dgm:spPr/>
    </dgm:pt>
    <dgm:pt modelId="{97488FAE-1621-46B6-B5EA-8E666E4EA0E6}" type="pres">
      <dgm:prSet presAssocID="{AB0AF8D3-D167-4C84-A6CE-90911EC69CB3}" presName="parTx" presStyleLbl="node1" presStyleIdx="0" presStyleCnt="2">
        <dgm:presLayoutVars>
          <dgm:chMax val="0"/>
          <dgm:chPref val="0"/>
          <dgm:bulletEnabled val="1"/>
        </dgm:presLayoutVars>
      </dgm:prSet>
      <dgm:spPr/>
    </dgm:pt>
    <dgm:pt modelId="{D4DF53B4-ECD6-4DD3-AC3A-B6690A05654D}" type="pres">
      <dgm:prSet presAssocID="{AB0AF8D3-D167-4C84-A6CE-90911EC69CB3}" presName="parSh" presStyleLbl="node1" presStyleIdx="1" presStyleCnt="2"/>
      <dgm:spPr/>
    </dgm:pt>
    <dgm:pt modelId="{3024F2F3-DA35-4049-87A7-68C118E055F2}" type="pres">
      <dgm:prSet presAssocID="{AB0AF8D3-D167-4C84-A6CE-90911EC69CB3}" presName="desTx" presStyleLbl="fgAcc1" presStyleIdx="1" presStyleCnt="2">
        <dgm:presLayoutVars>
          <dgm:bulletEnabled val="1"/>
        </dgm:presLayoutVars>
      </dgm:prSet>
      <dgm:spPr/>
    </dgm:pt>
  </dgm:ptLst>
  <dgm:cxnLst>
    <dgm:cxn modelId="{F429D411-6BA3-9E42-96C0-C22982B2268C}" type="presOf" srcId="{AB0AF8D3-D167-4C84-A6CE-90911EC69CB3}" destId="{D4DF53B4-ECD6-4DD3-AC3A-B6690A05654D}" srcOrd="1" destOrd="0" presId="urn:microsoft.com/office/officeart/2005/8/layout/process3"/>
    <dgm:cxn modelId="{73F1B025-178E-4071-AC21-60541FF1FCC1}" srcId="{2CA61067-3AD1-4629-A4E8-3E8263D3FCCF}" destId="{9204DE3C-D7C2-4292-91AA-BC757BE38D57}" srcOrd="0" destOrd="0" parTransId="{2CE6F27C-B819-4A59-9D59-7A3398433E58}" sibTransId="{CEADBC5D-5BEB-40C3-BE9C-B59282F9B57F}"/>
    <dgm:cxn modelId="{45AF4A5C-7640-409B-8B47-14E31C75C34D}" srcId="{33F9ADBE-E60C-49EC-AAE0-7F973D8547E7}" destId="{2CA61067-3AD1-4629-A4E8-3E8263D3FCCF}" srcOrd="0" destOrd="0" parTransId="{B203D7C8-7A3D-4D1B-8B62-366E05E35513}" sibTransId="{4013B697-2559-40C0-A957-09615B025C71}"/>
    <dgm:cxn modelId="{DA445D42-897E-D54C-8C14-472C6072C624}" type="presOf" srcId="{60EFD3DB-9DAC-4801-BEBE-6B9AD478AFF0}" destId="{3024F2F3-DA35-4049-87A7-68C118E055F2}" srcOrd="0" destOrd="0" presId="urn:microsoft.com/office/officeart/2005/8/layout/process3"/>
    <dgm:cxn modelId="{15FA8F76-B973-E74A-9126-C750FA74D408}" type="presOf" srcId="{2CA61067-3AD1-4629-A4E8-3E8263D3FCCF}" destId="{67F0FBF2-B180-42CB-9F79-CCD16FBE4BC8}" srcOrd="0" destOrd="0" presId="urn:microsoft.com/office/officeart/2005/8/layout/process3"/>
    <dgm:cxn modelId="{ED411C77-7B5A-41E0-B334-06E04CF24DA0}" srcId="{33F9ADBE-E60C-49EC-AAE0-7F973D8547E7}" destId="{AB0AF8D3-D167-4C84-A6CE-90911EC69CB3}" srcOrd="1" destOrd="0" parTransId="{AF245C1D-FAAE-4385-9D11-9DD78FF67A3C}" sibTransId="{ADC41CC0-B4FB-4A97-A438-1800B9436BDF}"/>
    <dgm:cxn modelId="{AC1BB489-F933-5241-ADD3-528F0E986A57}" type="presOf" srcId="{4013B697-2559-40C0-A957-09615B025C71}" destId="{BA06643D-AD85-4F8E-B848-F2B114B535EC}" srcOrd="0" destOrd="0" presId="urn:microsoft.com/office/officeart/2005/8/layout/process3"/>
    <dgm:cxn modelId="{2F0D7C8D-3325-CB48-8A73-D953A73F1F29}" type="presOf" srcId="{9204DE3C-D7C2-4292-91AA-BC757BE38D57}" destId="{0B1F80E6-B391-48BB-8A07-D4D2804C5331}" srcOrd="0" destOrd="0" presId="urn:microsoft.com/office/officeart/2005/8/layout/process3"/>
    <dgm:cxn modelId="{C6940FB1-14E3-4EFA-9657-E7583440B504}" srcId="{AB0AF8D3-D167-4C84-A6CE-90911EC69CB3}" destId="{60EFD3DB-9DAC-4801-BEBE-6B9AD478AFF0}" srcOrd="0" destOrd="0" parTransId="{1755D20E-B6E4-4CA0-B2A4-52E5366E1040}" sibTransId="{A6F9DE28-D6CC-44C0-8DD6-720269A87488}"/>
    <dgm:cxn modelId="{8C8B71C5-787C-F14F-BF61-5578ED4AE1AF}" type="presOf" srcId="{AB0AF8D3-D167-4C84-A6CE-90911EC69CB3}" destId="{97488FAE-1621-46B6-B5EA-8E666E4EA0E6}" srcOrd="0" destOrd="0" presId="urn:microsoft.com/office/officeart/2005/8/layout/process3"/>
    <dgm:cxn modelId="{B6F065D1-6C47-2147-AF7B-4BA3055F8589}" type="presOf" srcId="{4013B697-2559-40C0-A957-09615B025C71}" destId="{74D986CD-5096-427E-8427-0E8CE3369A78}" srcOrd="1" destOrd="0" presId="urn:microsoft.com/office/officeart/2005/8/layout/process3"/>
    <dgm:cxn modelId="{9C3E54DD-D2E0-4443-963F-CD848EA83D79}" type="presOf" srcId="{2CA61067-3AD1-4629-A4E8-3E8263D3FCCF}" destId="{B30339A3-19AC-4F7F-A6A6-D4F0FDA5CFD0}" srcOrd="1" destOrd="0" presId="urn:microsoft.com/office/officeart/2005/8/layout/process3"/>
    <dgm:cxn modelId="{B54212EE-DE48-CF4A-994B-B0E0774028B9}" type="presOf" srcId="{33F9ADBE-E60C-49EC-AAE0-7F973D8547E7}" destId="{53F69461-9F47-425D-81EA-EF465D98E17C}" srcOrd="0" destOrd="0" presId="urn:microsoft.com/office/officeart/2005/8/layout/process3"/>
    <dgm:cxn modelId="{D35DD6D9-5363-BB43-AEC8-FAD042A6D004}" type="presParOf" srcId="{53F69461-9F47-425D-81EA-EF465D98E17C}" destId="{6297B31E-B0A5-473E-9C1B-668CE1517DDB}" srcOrd="0" destOrd="0" presId="urn:microsoft.com/office/officeart/2005/8/layout/process3"/>
    <dgm:cxn modelId="{6F99F5AB-23BB-4C44-8EE3-34B02C16EE3A}" type="presParOf" srcId="{6297B31E-B0A5-473E-9C1B-668CE1517DDB}" destId="{67F0FBF2-B180-42CB-9F79-CCD16FBE4BC8}" srcOrd="0" destOrd="0" presId="urn:microsoft.com/office/officeart/2005/8/layout/process3"/>
    <dgm:cxn modelId="{55723BB5-1059-AB45-940A-80965198215D}" type="presParOf" srcId="{6297B31E-B0A5-473E-9C1B-668CE1517DDB}" destId="{B30339A3-19AC-4F7F-A6A6-D4F0FDA5CFD0}" srcOrd="1" destOrd="0" presId="urn:microsoft.com/office/officeart/2005/8/layout/process3"/>
    <dgm:cxn modelId="{A8C9A036-C078-A94A-8FD3-B84394A5FDFA}" type="presParOf" srcId="{6297B31E-B0A5-473E-9C1B-668CE1517DDB}" destId="{0B1F80E6-B391-48BB-8A07-D4D2804C5331}" srcOrd="2" destOrd="0" presId="urn:microsoft.com/office/officeart/2005/8/layout/process3"/>
    <dgm:cxn modelId="{A2C35B31-1A0F-3E47-84BE-7F065CDD5F9E}" type="presParOf" srcId="{53F69461-9F47-425D-81EA-EF465D98E17C}" destId="{BA06643D-AD85-4F8E-B848-F2B114B535EC}" srcOrd="1" destOrd="0" presId="urn:microsoft.com/office/officeart/2005/8/layout/process3"/>
    <dgm:cxn modelId="{1D6CA813-F391-AC44-A8C7-8278A7E8CE01}" type="presParOf" srcId="{BA06643D-AD85-4F8E-B848-F2B114B535EC}" destId="{74D986CD-5096-427E-8427-0E8CE3369A78}" srcOrd="0" destOrd="0" presId="urn:microsoft.com/office/officeart/2005/8/layout/process3"/>
    <dgm:cxn modelId="{28FF9DB2-2863-D747-AFB3-621A93359B95}" type="presParOf" srcId="{53F69461-9F47-425D-81EA-EF465D98E17C}" destId="{E971D181-A0BA-49AD-B8F8-806D711595E6}" srcOrd="2" destOrd="0" presId="urn:microsoft.com/office/officeart/2005/8/layout/process3"/>
    <dgm:cxn modelId="{B8B6DC17-1ABD-6447-A24F-E62BFB78DA03}" type="presParOf" srcId="{E971D181-A0BA-49AD-B8F8-806D711595E6}" destId="{97488FAE-1621-46B6-B5EA-8E666E4EA0E6}" srcOrd="0" destOrd="0" presId="urn:microsoft.com/office/officeart/2005/8/layout/process3"/>
    <dgm:cxn modelId="{89C528D8-D3E2-2046-8679-61B73461D0C9}" type="presParOf" srcId="{E971D181-A0BA-49AD-B8F8-806D711595E6}" destId="{D4DF53B4-ECD6-4DD3-AC3A-B6690A05654D}" srcOrd="1" destOrd="0" presId="urn:microsoft.com/office/officeart/2005/8/layout/process3"/>
    <dgm:cxn modelId="{FAE7750A-6576-F444-84C2-F094D84E83E9}" type="presParOf" srcId="{E971D181-A0BA-49AD-B8F8-806D711595E6}" destId="{3024F2F3-DA35-4049-87A7-68C118E055F2}"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3F9ADBE-E60C-49EC-AAE0-7F973D8547E7}"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2CA61067-3AD1-4629-A4E8-3E8263D3FCCF}">
      <dgm:prSet phldrT="[Text]"/>
      <dgm:spPr>
        <a:solidFill>
          <a:srgbClr val="FF0000"/>
        </a:solidFill>
      </dgm:spPr>
      <dgm:t>
        <a:bodyPr/>
        <a:lstStyle/>
        <a:p>
          <a:r>
            <a:rPr lang="es-MX" dirty="0"/>
            <a:t>Fusionada</a:t>
          </a:r>
        </a:p>
      </dgm:t>
    </dgm:pt>
    <dgm:pt modelId="{B203D7C8-7A3D-4D1B-8B62-366E05E35513}" type="parTrans" cxnId="{45AF4A5C-7640-409B-8B47-14E31C75C34D}">
      <dgm:prSet/>
      <dgm:spPr/>
      <dgm:t>
        <a:bodyPr/>
        <a:lstStyle/>
        <a:p>
          <a:endParaRPr lang="es-MX"/>
        </a:p>
      </dgm:t>
    </dgm:pt>
    <dgm:pt modelId="{4013B697-2559-40C0-A957-09615B025C71}" type="sibTrans" cxnId="{45AF4A5C-7640-409B-8B47-14E31C75C34D}">
      <dgm:prSet/>
      <dgm:spPr/>
      <dgm:t>
        <a:bodyPr/>
        <a:lstStyle/>
        <a:p>
          <a:endParaRPr lang="es-MX"/>
        </a:p>
      </dgm:t>
    </dgm:pt>
    <dgm:pt modelId="{9204DE3C-D7C2-4292-91AA-BC757BE38D57}">
      <dgm:prSet phldrT="[Text]"/>
      <dgm:spPr/>
      <dgm:t>
        <a:bodyPr/>
        <a:lstStyle/>
        <a:p>
          <a:pPr algn="ctr"/>
          <a:r>
            <a:rPr lang="es-MX" dirty="0"/>
            <a:t>Compañía con Pérdidas</a:t>
          </a:r>
        </a:p>
      </dgm:t>
    </dgm:pt>
    <dgm:pt modelId="{2CE6F27C-B819-4A59-9D59-7A3398433E58}" type="parTrans" cxnId="{73F1B025-178E-4071-AC21-60541FF1FCC1}">
      <dgm:prSet/>
      <dgm:spPr/>
      <dgm:t>
        <a:bodyPr/>
        <a:lstStyle/>
        <a:p>
          <a:endParaRPr lang="es-MX"/>
        </a:p>
      </dgm:t>
    </dgm:pt>
    <dgm:pt modelId="{CEADBC5D-5BEB-40C3-BE9C-B59282F9B57F}" type="sibTrans" cxnId="{73F1B025-178E-4071-AC21-60541FF1FCC1}">
      <dgm:prSet/>
      <dgm:spPr/>
      <dgm:t>
        <a:bodyPr/>
        <a:lstStyle/>
        <a:p>
          <a:endParaRPr lang="es-MX"/>
        </a:p>
      </dgm:t>
    </dgm:pt>
    <dgm:pt modelId="{AB0AF8D3-D167-4C84-A6CE-90911EC69CB3}">
      <dgm:prSet phldrT="[Text]"/>
      <dgm:spPr>
        <a:solidFill>
          <a:srgbClr val="FF0000"/>
        </a:solidFill>
      </dgm:spPr>
      <dgm:t>
        <a:bodyPr/>
        <a:lstStyle/>
        <a:p>
          <a:r>
            <a:rPr lang="es-MX" dirty="0"/>
            <a:t>Fusionante</a:t>
          </a:r>
        </a:p>
      </dgm:t>
    </dgm:pt>
    <dgm:pt modelId="{AF245C1D-FAAE-4385-9D11-9DD78FF67A3C}" type="parTrans" cxnId="{ED411C77-7B5A-41E0-B334-06E04CF24DA0}">
      <dgm:prSet/>
      <dgm:spPr/>
      <dgm:t>
        <a:bodyPr/>
        <a:lstStyle/>
        <a:p>
          <a:endParaRPr lang="es-MX"/>
        </a:p>
      </dgm:t>
    </dgm:pt>
    <dgm:pt modelId="{ADC41CC0-B4FB-4A97-A438-1800B9436BDF}" type="sibTrans" cxnId="{ED411C77-7B5A-41E0-B334-06E04CF24DA0}">
      <dgm:prSet/>
      <dgm:spPr/>
      <dgm:t>
        <a:bodyPr/>
        <a:lstStyle/>
        <a:p>
          <a:endParaRPr lang="es-MX"/>
        </a:p>
      </dgm:t>
    </dgm:pt>
    <dgm:pt modelId="{60EFD3DB-9DAC-4801-BEBE-6B9AD478AFF0}">
      <dgm:prSet phldrT="[Text]"/>
      <dgm:spPr/>
      <dgm:t>
        <a:bodyPr/>
        <a:lstStyle/>
        <a:p>
          <a:pPr algn="ctr"/>
          <a:r>
            <a:rPr lang="es-MX" dirty="0"/>
            <a:t>Compañía con Pérdidas</a:t>
          </a:r>
        </a:p>
      </dgm:t>
    </dgm:pt>
    <dgm:pt modelId="{1755D20E-B6E4-4CA0-B2A4-52E5366E1040}" type="parTrans" cxnId="{C6940FB1-14E3-4EFA-9657-E7583440B504}">
      <dgm:prSet/>
      <dgm:spPr/>
      <dgm:t>
        <a:bodyPr/>
        <a:lstStyle/>
        <a:p>
          <a:endParaRPr lang="es-MX"/>
        </a:p>
      </dgm:t>
    </dgm:pt>
    <dgm:pt modelId="{A6F9DE28-D6CC-44C0-8DD6-720269A87488}" type="sibTrans" cxnId="{C6940FB1-14E3-4EFA-9657-E7583440B504}">
      <dgm:prSet/>
      <dgm:spPr/>
      <dgm:t>
        <a:bodyPr/>
        <a:lstStyle/>
        <a:p>
          <a:endParaRPr lang="es-MX"/>
        </a:p>
      </dgm:t>
    </dgm:pt>
    <dgm:pt modelId="{53F69461-9F47-425D-81EA-EF465D98E17C}" type="pres">
      <dgm:prSet presAssocID="{33F9ADBE-E60C-49EC-AAE0-7F973D8547E7}" presName="linearFlow" presStyleCnt="0">
        <dgm:presLayoutVars>
          <dgm:dir/>
          <dgm:animLvl val="lvl"/>
          <dgm:resizeHandles val="exact"/>
        </dgm:presLayoutVars>
      </dgm:prSet>
      <dgm:spPr/>
    </dgm:pt>
    <dgm:pt modelId="{6297B31E-B0A5-473E-9C1B-668CE1517DDB}" type="pres">
      <dgm:prSet presAssocID="{2CA61067-3AD1-4629-A4E8-3E8263D3FCCF}" presName="composite" presStyleCnt="0"/>
      <dgm:spPr/>
    </dgm:pt>
    <dgm:pt modelId="{67F0FBF2-B180-42CB-9F79-CCD16FBE4BC8}" type="pres">
      <dgm:prSet presAssocID="{2CA61067-3AD1-4629-A4E8-3E8263D3FCCF}" presName="parTx" presStyleLbl="node1" presStyleIdx="0" presStyleCnt="2">
        <dgm:presLayoutVars>
          <dgm:chMax val="0"/>
          <dgm:chPref val="0"/>
          <dgm:bulletEnabled val="1"/>
        </dgm:presLayoutVars>
      </dgm:prSet>
      <dgm:spPr/>
    </dgm:pt>
    <dgm:pt modelId="{B30339A3-19AC-4F7F-A6A6-D4F0FDA5CFD0}" type="pres">
      <dgm:prSet presAssocID="{2CA61067-3AD1-4629-A4E8-3E8263D3FCCF}" presName="parSh" presStyleLbl="node1" presStyleIdx="0" presStyleCnt="2" custLinFactY="-13602" custLinFactNeighborY="-100000"/>
      <dgm:spPr/>
    </dgm:pt>
    <dgm:pt modelId="{0B1F80E6-B391-48BB-8A07-D4D2804C5331}" type="pres">
      <dgm:prSet presAssocID="{2CA61067-3AD1-4629-A4E8-3E8263D3FCCF}" presName="desTx" presStyleLbl="fgAcc1" presStyleIdx="0" presStyleCnt="2" custLinFactNeighborY="-80185">
        <dgm:presLayoutVars>
          <dgm:bulletEnabled val="1"/>
        </dgm:presLayoutVars>
      </dgm:prSet>
      <dgm:spPr/>
    </dgm:pt>
    <dgm:pt modelId="{BA06643D-AD85-4F8E-B848-F2B114B535EC}" type="pres">
      <dgm:prSet presAssocID="{4013B697-2559-40C0-A957-09615B025C71}" presName="sibTrans" presStyleLbl="sibTrans2D1" presStyleIdx="0" presStyleCnt="1" custLinFactNeighborX="2414" custLinFactNeighborY="18648"/>
      <dgm:spPr/>
    </dgm:pt>
    <dgm:pt modelId="{74D986CD-5096-427E-8427-0E8CE3369A78}" type="pres">
      <dgm:prSet presAssocID="{4013B697-2559-40C0-A957-09615B025C71}" presName="connTx" presStyleLbl="sibTrans2D1" presStyleIdx="0" presStyleCnt="1"/>
      <dgm:spPr/>
    </dgm:pt>
    <dgm:pt modelId="{E971D181-A0BA-49AD-B8F8-806D711595E6}" type="pres">
      <dgm:prSet presAssocID="{AB0AF8D3-D167-4C84-A6CE-90911EC69CB3}" presName="composite" presStyleCnt="0"/>
      <dgm:spPr/>
    </dgm:pt>
    <dgm:pt modelId="{97488FAE-1621-46B6-B5EA-8E666E4EA0E6}" type="pres">
      <dgm:prSet presAssocID="{AB0AF8D3-D167-4C84-A6CE-90911EC69CB3}" presName="parTx" presStyleLbl="node1" presStyleIdx="0" presStyleCnt="2">
        <dgm:presLayoutVars>
          <dgm:chMax val="0"/>
          <dgm:chPref val="0"/>
          <dgm:bulletEnabled val="1"/>
        </dgm:presLayoutVars>
      </dgm:prSet>
      <dgm:spPr/>
    </dgm:pt>
    <dgm:pt modelId="{D4DF53B4-ECD6-4DD3-AC3A-B6690A05654D}" type="pres">
      <dgm:prSet presAssocID="{AB0AF8D3-D167-4C84-A6CE-90911EC69CB3}" presName="parSh" presStyleLbl="node1" presStyleIdx="1" presStyleCnt="2" custLinFactY="-13602" custLinFactNeighborY="-100000"/>
      <dgm:spPr/>
    </dgm:pt>
    <dgm:pt modelId="{3024F2F3-DA35-4049-87A7-68C118E055F2}" type="pres">
      <dgm:prSet presAssocID="{AB0AF8D3-D167-4C84-A6CE-90911EC69CB3}" presName="desTx" presStyleLbl="fgAcc1" presStyleIdx="1" presStyleCnt="2" custLinFactNeighborY="-80185">
        <dgm:presLayoutVars>
          <dgm:bulletEnabled val="1"/>
        </dgm:presLayoutVars>
      </dgm:prSet>
      <dgm:spPr/>
    </dgm:pt>
  </dgm:ptLst>
  <dgm:cxnLst>
    <dgm:cxn modelId="{0BDB5814-844E-E041-B25C-CF84EF32878A}" type="presOf" srcId="{9204DE3C-D7C2-4292-91AA-BC757BE38D57}" destId="{0B1F80E6-B391-48BB-8A07-D4D2804C5331}" srcOrd="0" destOrd="0" presId="urn:microsoft.com/office/officeart/2005/8/layout/process3"/>
    <dgm:cxn modelId="{73F1B025-178E-4071-AC21-60541FF1FCC1}" srcId="{2CA61067-3AD1-4629-A4E8-3E8263D3FCCF}" destId="{9204DE3C-D7C2-4292-91AA-BC757BE38D57}" srcOrd="0" destOrd="0" parTransId="{2CE6F27C-B819-4A59-9D59-7A3398433E58}" sibTransId="{CEADBC5D-5BEB-40C3-BE9C-B59282F9B57F}"/>
    <dgm:cxn modelId="{6392F62F-B0D8-E242-9069-2168EB5B05B8}" type="presOf" srcId="{60EFD3DB-9DAC-4801-BEBE-6B9AD478AFF0}" destId="{3024F2F3-DA35-4049-87A7-68C118E055F2}" srcOrd="0" destOrd="0" presId="urn:microsoft.com/office/officeart/2005/8/layout/process3"/>
    <dgm:cxn modelId="{5DC86035-6EB0-8840-8146-D6E94096FC6E}" type="presOf" srcId="{2CA61067-3AD1-4629-A4E8-3E8263D3FCCF}" destId="{67F0FBF2-B180-42CB-9F79-CCD16FBE4BC8}" srcOrd="0" destOrd="0" presId="urn:microsoft.com/office/officeart/2005/8/layout/process3"/>
    <dgm:cxn modelId="{A4FFE235-9DFB-5A4F-90EB-29174FDAB829}" type="presOf" srcId="{4013B697-2559-40C0-A957-09615B025C71}" destId="{BA06643D-AD85-4F8E-B848-F2B114B535EC}" srcOrd="0" destOrd="0" presId="urn:microsoft.com/office/officeart/2005/8/layout/process3"/>
    <dgm:cxn modelId="{45AF4A5C-7640-409B-8B47-14E31C75C34D}" srcId="{33F9ADBE-E60C-49EC-AAE0-7F973D8547E7}" destId="{2CA61067-3AD1-4629-A4E8-3E8263D3FCCF}" srcOrd="0" destOrd="0" parTransId="{B203D7C8-7A3D-4D1B-8B62-366E05E35513}" sibTransId="{4013B697-2559-40C0-A957-09615B025C71}"/>
    <dgm:cxn modelId="{6CBD3462-BAD3-5549-BFFB-550C8F24F52C}" type="presOf" srcId="{4013B697-2559-40C0-A957-09615B025C71}" destId="{74D986CD-5096-427E-8427-0E8CE3369A78}" srcOrd="1" destOrd="0" presId="urn:microsoft.com/office/officeart/2005/8/layout/process3"/>
    <dgm:cxn modelId="{ABCC5762-492A-B148-9B57-5FF61708E2DE}" type="presOf" srcId="{AB0AF8D3-D167-4C84-A6CE-90911EC69CB3}" destId="{97488FAE-1621-46B6-B5EA-8E666E4EA0E6}" srcOrd="0" destOrd="0" presId="urn:microsoft.com/office/officeart/2005/8/layout/process3"/>
    <dgm:cxn modelId="{AAF2B747-3122-7D41-973D-1F57A250921B}" type="presOf" srcId="{AB0AF8D3-D167-4C84-A6CE-90911EC69CB3}" destId="{D4DF53B4-ECD6-4DD3-AC3A-B6690A05654D}" srcOrd="1" destOrd="0" presId="urn:microsoft.com/office/officeart/2005/8/layout/process3"/>
    <dgm:cxn modelId="{ED411C77-7B5A-41E0-B334-06E04CF24DA0}" srcId="{33F9ADBE-E60C-49EC-AAE0-7F973D8547E7}" destId="{AB0AF8D3-D167-4C84-A6CE-90911EC69CB3}" srcOrd="1" destOrd="0" parTransId="{AF245C1D-FAAE-4385-9D11-9DD78FF67A3C}" sibTransId="{ADC41CC0-B4FB-4A97-A438-1800B9436BDF}"/>
    <dgm:cxn modelId="{C6940FB1-14E3-4EFA-9657-E7583440B504}" srcId="{AB0AF8D3-D167-4C84-A6CE-90911EC69CB3}" destId="{60EFD3DB-9DAC-4801-BEBE-6B9AD478AFF0}" srcOrd="0" destOrd="0" parTransId="{1755D20E-B6E4-4CA0-B2A4-52E5366E1040}" sibTransId="{A6F9DE28-D6CC-44C0-8DD6-720269A87488}"/>
    <dgm:cxn modelId="{D6E97DB2-85B6-AB44-9637-84686990B87A}" type="presOf" srcId="{2CA61067-3AD1-4629-A4E8-3E8263D3FCCF}" destId="{B30339A3-19AC-4F7F-A6A6-D4F0FDA5CFD0}" srcOrd="1" destOrd="0" presId="urn:microsoft.com/office/officeart/2005/8/layout/process3"/>
    <dgm:cxn modelId="{73E4C5D0-55C2-F14D-B0D8-8ED8B3810817}" type="presOf" srcId="{33F9ADBE-E60C-49EC-AAE0-7F973D8547E7}" destId="{53F69461-9F47-425D-81EA-EF465D98E17C}" srcOrd="0" destOrd="0" presId="urn:microsoft.com/office/officeart/2005/8/layout/process3"/>
    <dgm:cxn modelId="{E33CED4E-E9ED-B247-B300-81B9A16F5DAC}" type="presParOf" srcId="{53F69461-9F47-425D-81EA-EF465D98E17C}" destId="{6297B31E-B0A5-473E-9C1B-668CE1517DDB}" srcOrd="0" destOrd="0" presId="urn:microsoft.com/office/officeart/2005/8/layout/process3"/>
    <dgm:cxn modelId="{EDE0C6F8-4AE1-E74B-BCA4-06A2701C3F5A}" type="presParOf" srcId="{6297B31E-B0A5-473E-9C1B-668CE1517DDB}" destId="{67F0FBF2-B180-42CB-9F79-CCD16FBE4BC8}" srcOrd="0" destOrd="0" presId="urn:microsoft.com/office/officeart/2005/8/layout/process3"/>
    <dgm:cxn modelId="{E6BA9127-B537-8948-96E8-D3D086F2CD13}" type="presParOf" srcId="{6297B31E-B0A5-473E-9C1B-668CE1517DDB}" destId="{B30339A3-19AC-4F7F-A6A6-D4F0FDA5CFD0}" srcOrd="1" destOrd="0" presId="urn:microsoft.com/office/officeart/2005/8/layout/process3"/>
    <dgm:cxn modelId="{41AA1A06-6F1A-9F47-97E5-47D7FE8A6B16}" type="presParOf" srcId="{6297B31E-B0A5-473E-9C1B-668CE1517DDB}" destId="{0B1F80E6-B391-48BB-8A07-D4D2804C5331}" srcOrd="2" destOrd="0" presId="urn:microsoft.com/office/officeart/2005/8/layout/process3"/>
    <dgm:cxn modelId="{9A85CBFC-9924-9049-BD90-1AF5D52EEB0D}" type="presParOf" srcId="{53F69461-9F47-425D-81EA-EF465D98E17C}" destId="{BA06643D-AD85-4F8E-B848-F2B114B535EC}" srcOrd="1" destOrd="0" presId="urn:microsoft.com/office/officeart/2005/8/layout/process3"/>
    <dgm:cxn modelId="{922C2C67-085D-A244-ADDC-4DBC07D46E94}" type="presParOf" srcId="{BA06643D-AD85-4F8E-B848-F2B114B535EC}" destId="{74D986CD-5096-427E-8427-0E8CE3369A78}" srcOrd="0" destOrd="0" presId="urn:microsoft.com/office/officeart/2005/8/layout/process3"/>
    <dgm:cxn modelId="{1EB68766-4418-3542-8A3D-83FAA1D5D1B7}" type="presParOf" srcId="{53F69461-9F47-425D-81EA-EF465D98E17C}" destId="{E971D181-A0BA-49AD-B8F8-806D711595E6}" srcOrd="2" destOrd="0" presId="urn:microsoft.com/office/officeart/2005/8/layout/process3"/>
    <dgm:cxn modelId="{ED798779-6FC5-7047-8480-497A9ACF3595}" type="presParOf" srcId="{E971D181-A0BA-49AD-B8F8-806D711595E6}" destId="{97488FAE-1621-46B6-B5EA-8E666E4EA0E6}" srcOrd="0" destOrd="0" presId="urn:microsoft.com/office/officeart/2005/8/layout/process3"/>
    <dgm:cxn modelId="{30462F08-51E5-C044-95C0-A8EF3982686D}" type="presParOf" srcId="{E971D181-A0BA-49AD-B8F8-806D711595E6}" destId="{D4DF53B4-ECD6-4DD3-AC3A-B6690A05654D}" srcOrd="1" destOrd="0" presId="urn:microsoft.com/office/officeart/2005/8/layout/process3"/>
    <dgm:cxn modelId="{C9463DE9-A5DA-E34D-A9A2-20A9E1082574}" type="presParOf" srcId="{E971D181-A0BA-49AD-B8F8-806D711595E6}" destId="{3024F2F3-DA35-4049-87A7-68C118E055F2}"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F9998FB-60C4-4791-A174-AB6D39930ACD}"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C993CFF0-5196-40BE-87DD-86E5F94801C2}">
      <dgm:prSet phldrT="[Text]" custT="1"/>
      <dgm:spPr/>
      <dgm:t>
        <a:bodyPr/>
        <a:lstStyle/>
        <a:p>
          <a:r>
            <a:rPr lang="es-MX" sz="1300" dirty="0"/>
            <a:t>Identificación de Pérdidas  por Giro </a:t>
          </a:r>
          <a:r>
            <a:rPr lang="es-MX" sz="1100" dirty="0"/>
            <a:t>(LISR 58 Cuarto Párrafo)</a:t>
          </a:r>
          <a:endParaRPr lang="es-MX" sz="1300" dirty="0"/>
        </a:p>
      </dgm:t>
    </dgm:pt>
    <dgm:pt modelId="{A7709BFB-FE76-4698-9A11-1E83026C45FA}" type="parTrans" cxnId="{F31456AA-B7BB-4D5F-B86C-5C2340537DC6}">
      <dgm:prSet/>
      <dgm:spPr/>
      <dgm:t>
        <a:bodyPr/>
        <a:lstStyle/>
        <a:p>
          <a:endParaRPr lang="es-MX"/>
        </a:p>
      </dgm:t>
    </dgm:pt>
    <dgm:pt modelId="{DD0F4779-B50A-4726-9BF1-2DA9EB67D310}" type="sibTrans" cxnId="{F31456AA-B7BB-4D5F-B86C-5C2340537DC6}">
      <dgm:prSet/>
      <dgm:spPr/>
      <dgm:t>
        <a:bodyPr/>
        <a:lstStyle/>
        <a:p>
          <a:endParaRPr lang="es-MX"/>
        </a:p>
      </dgm:t>
    </dgm:pt>
    <dgm:pt modelId="{11F7D48F-A52E-43D8-9A57-C9392F705D82}">
      <dgm:prSet phldrT="[Text]"/>
      <dgm:spPr/>
      <dgm:t>
        <a:bodyPr/>
        <a:lstStyle/>
        <a:p>
          <a:r>
            <a:rPr lang="es-MX" dirty="0"/>
            <a:t>Registros Contables por Giro</a:t>
          </a:r>
        </a:p>
      </dgm:t>
    </dgm:pt>
    <dgm:pt modelId="{A8722E4F-99C9-4A0C-BCDB-772EE959AAA0}" type="parTrans" cxnId="{CF2CE3DC-0EFB-45E1-97D8-9AC09A592A0E}">
      <dgm:prSet/>
      <dgm:spPr/>
      <dgm:t>
        <a:bodyPr/>
        <a:lstStyle/>
        <a:p>
          <a:endParaRPr lang="es-MX"/>
        </a:p>
      </dgm:t>
    </dgm:pt>
    <dgm:pt modelId="{954C76C3-7F17-451B-8D28-A6D5A6925EEF}" type="sibTrans" cxnId="{CF2CE3DC-0EFB-45E1-97D8-9AC09A592A0E}">
      <dgm:prSet/>
      <dgm:spPr/>
      <dgm:t>
        <a:bodyPr/>
        <a:lstStyle/>
        <a:p>
          <a:endParaRPr lang="es-MX"/>
        </a:p>
      </dgm:t>
    </dgm:pt>
    <dgm:pt modelId="{A8376472-BB06-4217-B8A0-CACBA2AE5AA4}">
      <dgm:prSet phldrT="[Text]"/>
      <dgm:spPr/>
      <dgm:t>
        <a:bodyPr/>
        <a:lstStyle/>
        <a:p>
          <a:r>
            <a:rPr lang="es-MX" dirty="0"/>
            <a:t>Gastos No Identificables con un solo Giro</a:t>
          </a:r>
        </a:p>
      </dgm:t>
    </dgm:pt>
    <dgm:pt modelId="{31F7BDD9-D46B-4E69-A8F8-09F29B51A6B1}" type="parTrans" cxnId="{068C2E0E-4A89-497C-82CB-D910ED7239DA}">
      <dgm:prSet/>
      <dgm:spPr/>
      <dgm:t>
        <a:bodyPr/>
        <a:lstStyle/>
        <a:p>
          <a:endParaRPr lang="es-MX"/>
        </a:p>
      </dgm:t>
    </dgm:pt>
    <dgm:pt modelId="{CBD281DC-1168-4C63-9FF6-CC3C65A9DB60}" type="sibTrans" cxnId="{068C2E0E-4A89-497C-82CB-D910ED7239DA}">
      <dgm:prSet/>
      <dgm:spPr/>
      <dgm:t>
        <a:bodyPr/>
        <a:lstStyle/>
        <a:p>
          <a:endParaRPr lang="es-MX"/>
        </a:p>
      </dgm:t>
    </dgm:pt>
    <dgm:pt modelId="{2E6B15F3-071E-4615-AA25-5C4B187FBF37}">
      <dgm:prSet/>
      <dgm:spPr/>
      <dgm:t>
        <a:bodyPr/>
        <a:lstStyle/>
        <a:p>
          <a:r>
            <a:rPr lang="es-MX" dirty="0"/>
            <a:t>Proporcional</a:t>
          </a:r>
        </a:p>
      </dgm:t>
    </dgm:pt>
    <dgm:pt modelId="{C3817C72-02FD-4C44-82C6-2E77C25DBE5D}" type="parTrans" cxnId="{047F6077-93C3-49EB-BDA6-C042CD49CB39}">
      <dgm:prSet/>
      <dgm:spPr/>
      <dgm:t>
        <a:bodyPr/>
        <a:lstStyle/>
        <a:p>
          <a:endParaRPr lang="es-MX"/>
        </a:p>
      </dgm:t>
    </dgm:pt>
    <dgm:pt modelId="{63AAF450-EBB9-4E78-B055-6C515EC7E8A1}" type="sibTrans" cxnId="{047F6077-93C3-49EB-BDA6-C042CD49CB39}">
      <dgm:prSet/>
      <dgm:spPr/>
      <dgm:t>
        <a:bodyPr/>
        <a:lstStyle/>
        <a:p>
          <a:endParaRPr lang="es-MX"/>
        </a:p>
      </dgm:t>
    </dgm:pt>
    <dgm:pt modelId="{E6B722DE-9CEE-43C2-98F2-183A97E1CBA1}" type="pres">
      <dgm:prSet presAssocID="{3F9998FB-60C4-4791-A174-AB6D39930ACD}" presName="Name0" presStyleCnt="0">
        <dgm:presLayoutVars>
          <dgm:chPref val="1"/>
          <dgm:dir/>
          <dgm:animOne val="branch"/>
          <dgm:animLvl val="lvl"/>
          <dgm:resizeHandles val="exact"/>
        </dgm:presLayoutVars>
      </dgm:prSet>
      <dgm:spPr/>
    </dgm:pt>
    <dgm:pt modelId="{D36FB24A-568B-40FE-8A43-030E28A50CDA}" type="pres">
      <dgm:prSet presAssocID="{C993CFF0-5196-40BE-87DD-86E5F94801C2}" presName="root1" presStyleCnt="0"/>
      <dgm:spPr/>
    </dgm:pt>
    <dgm:pt modelId="{7E77C5E1-A770-4C25-B21E-ABB60BADA9D3}" type="pres">
      <dgm:prSet presAssocID="{C993CFF0-5196-40BE-87DD-86E5F94801C2}" presName="LevelOneTextNode" presStyleLbl="node0" presStyleIdx="0" presStyleCnt="1">
        <dgm:presLayoutVars>
          <dgm:chPref val="3"/>
        </dgm:presLayoutVars>
      </dgm:prSet>
      <dgm:spPr/>
    </dgm:pt>
    <dgm:pt modelId="{B9BCBA3C-22F8-4DE7-A003-C948480FEE80}" type="pres">
      <dgm:prSet presAssocID="{C993CFF0-5196-40BE-87DD-86E5F94801C2}" presName="level2hierChild" presStyleCnt="0"/>
      <dgm:spPr/>
    </dgm:pt>
    <dgm:pt modelId="{6D838EB9-7BB4-4FBB-9C80-BE845B4378C9}" type="pres">
      <dgm:prSet presAssocID="{A8722E4F-99C9-4A0C-BCDB-772EE959AAA0}" presName="conn2-1" presStyleLbl="parChTrans1D2" presStyleIdx="0" presStyleCnt="2"/>
      <dgm:spPr/>
    </dgm:pt>
    <dgm:pt modelId="{EE4D7009-A9B3-41F8-90D4-1F83420D84F1}" type="pres">
      <dgm:prSet presAssocID="{A8722E4F-99C9-4A0C-BCDB-772EE959AAA0}" presName="connTx" presStyleLbl="parChTrans1D2" presStyleIdx="0" presStyleCnt="2"/>
      <dgm:spPr/>
    </dgm:pt>
    <dgm:pt modelId="{AE8B3760-50DB-4A1B-983E-1AD6D40AB2BA}" type="pres">
      <dgm:prSet presAssocID="{11F7D48F-A52E-43D8-9A57-C9392F705D82}" presName="root2" presStyleCnt="0"/>
      <dgm:spPr/>
    </dgm:pt>
    <dgm:pt modelId="{AA3432EE-B3EF-42FE-B789-DCD41604B6FA}" type="pres">
      <dgm:prSet presAssocID="{11F7D48F-A52E-43D8-9A57-C9392F705D82}" presName="LevelTwoTextNode" presStyleLbl="node2" presStyleIdx="0" presStyleCnt="2">
        <dgm:presLayoutVars>
          <dgm:chPref val="3"/>
        </dgm:presLayoutVars>
      </dgm:prSet>
      <dgm:spPr/>
    </dgm:pt>
    <dgm:pt modelId="{4AE4F44D-2758-4029-9067-AF71A2137285}" type="pres">
      <dgm:prSet presAssocID="{11F7D48F-A52E-43D8-9A57-C9392F705D82}" presName="level3hierChild" presStyleCnt="0"/>
      <dgm:spPr/>
    </dgm:pt>
    <dgm:pt modelId="{A4A43068-9AF7-4471-964A-8FA091427CE3}" type="pres">
      <dgm:prSet presAssocID="{31F7BDD9-D46B-4E69-A8F8-09F29B51A6B1}" presName="conn2-1" presStyleLbl="parChTrans1D2" presStyleIdx="1" presStyleCnt="2"/>
      <dgm:spPr/>
    </dgm:pt>
    <dgm:pt modelId="{2940DC93-EDE1-4812-88F7-4BC601C73A76}" type="pres">
      <dgm:prSet presAssocID="{31F7BDD9-D46B-4E69-A8F8-09F29B51A6B1}" presName="connTx" presStyleLbl="parChTrans1D2" presStyleIdx="1" presStyleCnt="2"/>
      <dgm:spPr/>
    </dgm:pt>
    <dgm:pt modelId="{537958DD-8DCD-4B41-839E-A17A7DEE2155}" type="pres">
      <dgm:prSet presAssocID="{A8376472-BB06-4217-B8A0-CACBA2AE5AA4}" presName="root2" presStyleCnt="0"/>
      <dgm:spPr/>
    </dgm:pt>
    <dgm:pt modelId="{45220D47-0235-4B4D-B15E-0E1B74F7D633}" type="pres">
      <dgm:prSet presAssocID="{A8376472-BB06-4217-B8A0-CACBA2AE5AA4}" presName="LevelTwoTextNode" presStyleLbl="node2" presStyleIdx="1" presStyleCnt="2">
        <dgm:presLayoutVars>
          <dgm:chPref val="3"/>
        </dgm:presLayoutVars>
      </dgm:prSet>
      <dgm:spPr/>
    </dgm:pt>
    <dgm:pt modelId="{28A5A3B1-240D-4D59-9AF6-FAC3E739398C}" type="pres">
      <dgm:prSet presAssocID="{A8376472-BB06-4217-B8A0-CACBA2AE5AA4}" presName="level3hierChild" presStyleCnt="0"/>
      <dgm:spPr/>
    </dgm:pt>
    <dgm:pt modelId="{7722A162-BE54-41C4-8361-FE27D0032C04}" type="pres">
      <dgm:prSet presAssocID="{C3817C72-02FD-4C44-82C6-2E77C25DBE5D}" presName="conn2-1" presStyleLbl="parChTrans1D3" presStyleIdx="0" presStyleCnt="1"/>
      <dgm:spPr/>
    </dgm:pt>
    <dgm:pt modelId="{457A68ED-5FCC-42CE-A260-D31E5531F24B}" type="pres">
      <dgm:prSet presAssocID="{C3817C72-02FD-4C44-82C6-2E77C25DBE5D}" presName="connTx" presStyleLbl="parChTrans1D3" presStyleIdx="0" presStyleCnt="1"/>
      <dgm:spPr/>
    </dgm:pt>
    <dgm:pt modelId="{4419C306-7303-471E-8FEC-D64D9E5EA210}" type="pres">
      <dgm:prSet presAssocID="{2E6B15F3-071E-4615-AA25-5C4B187FBF37}" presName="root2" presStyleCnt="0"/>
      <dgm:spPr/>
    </dgm:pt>
    <dgm:pt modelId="{94B20D64-0A57-487D-A1FC-8C40E211B3F2}" type="pres">
      <dgm:prSet presAssocID="{2E6B15F3-071E-4615-AA25-5C4B187FBF37}" presName="LevelTwoTextNode" presStyleLbl="node3" presStyleIdx="0" presStyleCnt="1">
        <dgm:presLayoutVars>
          <dgm:chPref val="3"/>
        </dgm:presLayoutVars>
      </dgm:prSet>
      <dgm:spPr/>
    </dgm:pt>
    <dgm:pt modelId="{71A564EF-A448-4114-9EAA-81299E09C217}" type="pres">
      <dgm:prSet presAssocID="{2E6B15F3-071E-4615-AA25-5C4B187FBF37}" presName="level3hierChild" presStyleCnt="0"/>
      <dgm:spPr/>
    </dgm:pt>
  </dgm:ptLst>
  <dgm:cxnLst>
    <dgm:cxn modelId="{35FE1B0E-1CA0-49A1-AB1B-CFBA958636C5}" type="presOf" srcId="{A8722E4F-99C9-4A0C-BCDB-772EE959AAA0}" destId="{6D838EB9-7BB4-4FBB-9C80-BE845B4378C9}" srcOrd="0" destOrd="0" presId="urn:microsoft.com/office/officeart/2008/layout/HorizontalMultiLevelHierarchy"/>
    <dgm:cxn modelId="{068C2E0E-4A89-497C-82CB-D910ED7239DA}" srcId="{C993CFF0-5196-40BE-87DD-86E5F94801C2}" destId="{A8376472-BB06-4217-B8A0-CACBA2AE5AA4}" srcOrd="1" destOrd="0" parTransId="{31F7BDD9-D46B-4E69-A8F8-09F29B51A6B1}" sibTransId="{CBD281DC-1168-4C63-9FF6-CC3C65A9DB60}"/>
    <dgm:cxn modelId="{38CE022A-5471-493A-9323-5534BBAA97FB}" type="presOf" srcId="{C993CFF0-5196-40BE-87DD-86E5F94801C2}" destId="{7E77C5E1-A770-4C25-B21E-ABB60BADA9D3}" srcOrd="0" destOrd="0" presId="urn:microsoft.com/office/officeart/2008/layout/HorizontalMultiLevelHierarchy"/>
    <dgm:cxn modelId="{26A8A82F-9D2F-4A33-B799-5AF18503151B}" type="presOf" srcId="{11F7D48F-A52E-43D8-9A57-C9392F705D82}" destId="{AA3432EE-B3EF-42FE-B789-DCD41604B6FA}" srcOrd="0" destOrd="0" presId="urn:microsoft.com/office/officeart/2008/layout/HorizontalMultiLevelHierarchy"/>
    <dgm:cxn modelId="{9BDFD263-919C-4F45-B251-40368FEE594E}" type="presOf" srcId="{31F7BDD9-D46B-4E69-A8F8-09F29B51A6B1}" destId="{2940DC93-EDE1-4812-88F7-4BC601C73A76}" srcOrd="1" destOrd="0" presId="urn:microsoft.com/office/officeart/2008/layout/HorizontalMultiLevelHierarchy"/>
    <dgm:cxn modelId="{D0BFB655-BCFD-4A68-BF36-BBD5EB611A27}" type="presOf" srcId="{C3817C72-02FD-4C44-82C6-2E77C25DBE5D}" destId="{457A68ED-5FCC-42CE-A260-D31E5531F24B}" srcOrd="1" destOrd="0" presId="urn:microsoft.com/office/officeart/2008/layout/HorizontalMultiLevelHierarchy"/>
    <dgm:cxn modelId="{047F6077-93C3-49EB-BDA6-C042CD49CB39}" srcId="{A8376472-BB06-4217-B8A0-CACBA2AE5AA4}" destId="{2E6B15F3-071E-4615-AA25-5C4B187FBF37}" srcOrd="0" destOrd="0" parTransId="{C3817C72-02FD-4C44-82C6-2E77C25DBE5D}" sibTransId="{63AAF450-EBB9-4E78-B055-6C515EC7E8A1}"/>
    <dgm:cxn modelId="{7BA10C80-F4A5-476B-BFE2-7CC0639EF669}" type="presOf" srcId="{31F7BDD9-D46B-4E69-A8F8-09F29B51A6B1}" destId="{A4A43068-9AF7-4471-964A-8FA091427CE3}" srcOrd="0" destOrd="0" presId="urn:microsoft.com/office/officeart/2008/layout/HorizontalMultiLevelHierarchy"/>
    <dgm:cxn modelId="{A64C05A7-B4B7-4B3F-9FF4-3E173805B78A}" type="presOf" srcId="{3F9998FB-60C4-4791-A174-AB6D39930ACD}" destId="{E6B722DE-9CEE-43C2-98F2-183A97E1CBA1}" srcOrd="0" destOrd="0" presId="urn:microsoft.com/office/officeart/2008/layout/HorizontalMultiLevelHierarchy"/>
    <dgm:cxn modelId="{F31456AA-B7BB-4D5F-B86C-5C2340537DC6}" srcId="{3F9998FB-60C4-4791-A174-AB6D39930ACD}" destId="{C993CFF0-5196-40BE-87DD-86E5F94801C2}" srcOrd="0" destOrd="0" parTransId="{A7709BFB-FE76-4698-9A11-1E83026C45FA}" sibTransId="{DD0F4779-B50A-4726-9BF1-2DA9EB67D310}"/>
    <dgm:cxn modelId="{8953DBB1-E619-4C0F-9196-A1056E153FC4}" type="presOf" srcId="{A8722E4F-99C9-4A0C-BCDB-772EE959AAA0}" destId="{EE4D7009-A9B3-41F8-90D4-1F83420D84F1}" srcOrd="1" destOrd="0" presId="urn:microsoft.com/office/officeart/2008/layout/HorizontalMultiLevelHierarchy"/>
    <dgm:cxn modelId="{138476C5-F74A-405D-9C37-8FF6075D2538}" type="presOf" srcId="{2E6B15F3-071E-4615-AA25-5C4B187FBF37}" destId="{94B20D64-0A57-487D-A1FC-8C40E211B3F2}" srcOrd="0" destOrd="0" presId="urn:microsoft.com/office/officeart/2008/layout/HorizontalMultiLevelHierarchy"/>
    <dgm:cxn modelId="{513BEFDA-3B71-4F43-92D5-0B04B10C8CF0}" type="presOf" srcId="{C3817C72-02FD-4C44-82C6-2E77C25DBE5D}" destId="{7722A162-BE54-41C4-8361-FE27D0032C04}" srcOrd="0" destOrd="0" presId="urn:microsoft.com/office/officeart/2008/layout/HorizontalMultiLevelHierarchy"/>
    <dgm:cxn modelId="{CF2CE3DC-0EFB-45E1-97D8-9AC09A592A0E}" srcId="{C993CFF0-5196-40BE-87DD-86E5F94801C2}" destId="{11F7D48F-A52E-43D8-9A57-C9392F705D82}" srcOrd="0" destOrd="0" parTransId="{A8722E4F-99C9-4A0C-BCDB-772EE959AAA0}" sibTransId="{954C76C3-7F17-451B-8D28-A6D5A6925EEF}"/>
    <dgm:cxn modelId="{AB898FE2-975B-45A1-BD69-7AE3753F2578}" type="presOf" srcId="{A8376472-BB06-4217-B8A0-CACBA2AE5AA4}" destId="{45220D47-0235-4B4D-B15E-0E1B74F7D633}" srcOrd="0" destOrd="0" presId="urn:microsoft.com/office/officeart/2008/layout/HorizontalMultiLevelHierarchy"/>
    <dgm:cxn modelId="{0055EB62-ABC1-4154-A0B1-9CCB1FCAAAC7}" type="presParOf" srcId="{E6B722DE-9CEE-43C2-98F2-183A97E1CBA1}" destId="{D36FB24A-568B-40FE-8A43-030E28A50CDA}" srcOrd="0" destOrd="0" presId="urn:microsoft.com/office/officeart/2008/layout/HorizontalMultiLevelHierarchy"/>
    <dgm:cxn modelId="{56FDC3F9-443A-4452-A724-3D08AF9113FD}" type="presParOf" srcId="{D36FB24A-568B-40FE-8A43-030E28A50CDA}" destId="{7E77C5E1-A770-4C25-B21E-ABB60BADA9D3}" srcOrd="0" destOrd="0" presId="urn:microsoft.com/office/officeart/2008/layout/HorizontalMultiLevelHierarchy"/>
    <dgm:cxn modelId="{9B1D9EE3-8EEA-409B-AB5C-67EDFABE32AA}" type="presParOf" srcId="{D36FB24A-568B-40FE-8A43-030E28A50CDA}" destId="{B9BCBA3C-22F8-4DE7-A003-C948480FEE80}" srcOrd="1" destOrd="0" presId="urn:microsoft.com/office/officeart/2008/layout/HorizontalMultiLevelHierarchy"/>
    <dgm:cxn modelId="{F3393CD4-405E-493F-B34F-FB6B21042584}" type="presParOf" srcId="{B9BCBA3C-22F8-4DE7-A003-C948480FEE80}" destId="{6D838EB9-7BB4-4FBB-9C80-BE845B4378C9}" srcOrd="0" destOrd="0" presId="urn:microsoft.com/office/officeart/2008/layout/HorizontalMultiLevelHierarchy"/>
    <dgm:cxn modelId="{86B905F9-A583-4D5E-91B4-7FF6F3EF7CF9}" type="presParOf" srcId="{6D838EB9-7BB4-4FBB-9C80-BE845B4378C9}" destId="{EE4D7009-A9B3-41F8-90D4-1F83420D84F1}" srcOrd="0" destOrd="0" presId="urn:microsoft.com/office/officeart/2008/layout/HorizontalMultiLevelHierarchy"/>
    <dgm:cxn modelId="{64AD9858-4959-4AC9-968C-D95A44F246AE}" type="presParOf" srcId="{B9BCBA3C-22F8-4DE7-A003-C948480FEE80}" destId="{AE8B3760-50DB-4A1B-983E-1AD6D40AB2BA}" srcOrd="1" destOrd="0" presId="urn:microsoft.com/office/officeart/2008/layout/HorizontalMultiLevelHierarchy"/>
    <dgm:cxn modelId="{497E855C-A653-4103-8FD4-0CD56E4A46CC}" type="presParOf" srcId="{AE8B3760-50DB-4A1B-983E-1AD6D40AB2BA}" destId="{AA3432EE-B3EF-42FE-B789-DCD41604B6FA}" srcOrd="0" destOrd="0" presId="urn:microsoft.com/office/officeart/2008/layout/HorizontalMultiLevelHierarchy"/>
    <dgm:cxn modelId="{88A19DC4-DD19-4E18-AF8B-F4320955785C}" type="presParOf" srcId="{AE8B3760-50DB-4A1B-983E-1AD6D40AB2BA}" destId="{4AE4F44D-2758-4029-9067-AF71A2137285}" srcOrd="1" destOrd="0" presId="urn:microsoft.com/office/officeart/2008/layout/HorizontalMultiLevelHierarchy"/>
    <dgm:cxn modelId="{3A59922A-FD93-4022-BF33-646D8FFB3212}" type="presParOf" srcId="{B9BCBA3C-22F8-4DE7-A003-C948480FEE80}" destId="{A4A43068-9AF7-4471-964A-8FA091427CE3}" srcOrd="2" destOrd="0" presId="urn:microsoft.com/office/officeart/2008/layout/HorizontalMultiLevelHierarchy"/>
    <dgm:cxn modelId="{4DEE3F5F-CBB2-4335-ABD4-CE45EC2A8DAD}" type="presParOf" srcId="{A4A43068-9AF7-4471-964A-8FA091427CE3}" destId="{2940DC93-EDE1-4812-88F7-4BC601C73A76}" srcOrd="0" destOrd="0" presId="urn:microsoft.com/office/officeart/2008/layout/HorizontalMultiLevelHierarchy"/>
    <dgm:cxn modelId="{BA1B29F3-1886-4FE0-B2CB-FF1CF292BAD5}" type="presParOf" srcId="{B9BCBA3C-22F8-4DE7-A003-C948480FEE80}" destId="{537958DD-8DCD-4B41-839E-A17A7DEE2155}" srcOrd="3" destOrd="0" presId="urn:microsoft.com/office/officeart/2008/layout/HorizontalMultiLevelHierarchy"/>
    <dgm:cxn modelId="{51B6459D-E799-4C23-9789-E0B5334C581D}" type="presParOf" srcId="{537958DD-8DCD-4B41-839E-A17A7DEE2155}" destId="{45220D47-0235-4B4D-B15E-0E1B74F7D633}" srcOrd="0" destOrd="0" presId="urn:microsoft.com/office/officeart/2008/layout/HorizontalMultiLevelHierarchy"/>
    <dgm:cxn modelId="{037913E8-6168-464A-9D0E-CA080BE7BB2D}" type="presParOf" srcId="{537958DD-8DCD-4B41-839E-A17A7DEE2155}" destId="{28A5A3B1-240D-4D59-9AF6-FAC3E739398C}" srcOrd="1" destOrd="0" presId="urn:microsoft.com/office/officeart/2008/layout/HorizontalMultiLevelHierarchy"/>
    <dgm:cxn modelId="{FEDE9B02-F1F2-40CF-9126-32B23E06366E}" type="presParOf" srcId="{28A5A3B1-240D-4D59-9AF6-FAC3E739398C}" destId="{7722A162-BE54-41C4-8361-FE27D0032C04}" srcOrd="0" destOrd="0" presId="urn:microsoft.com/office/officeart/2008/layout/HorizontalMultiLevelHierarchy"/>
    <dgm:cxn modelId="{7A81A9A1-90F9-478A-A21D-901CFDAC362D}" type="presParOf" srcId="{7722A162-BE54-41C4-8361-FE27D0032C04}" destId="{457A68ED-5FCC-42CE-A260-D31E5531F24B}" srcOrd="0" destOrd="0" presId="urn:microsoft.com/office/officeart/2008/layout/HorizontalMultiLevelHierarchy"/>
    <dgm:cxn modelId="{52B9AAC6-0A31-4161-A6FF-83285B999250}" type="presParOf" srcId="{28A5A3B1-240D-4D59-9AF6-FAC3E739398C}" destId="{4419C306-7303-471E-8FEC-D64D9E5EA210}" srcOrd="1" destOrd="0" presId="urn:microsoft.com/office/officeart/2008/layout/HorizontalMultiLevelHierarchy"/>
    <dgm:cxn modelId="{FFC3CE3F-BFC7-4F9A-B6AD-A1E9C1994978}" type="presParOf" srcId="{4419C306-7303-471E-8FEC-D64D9E5EA210}" destId="{94B20D64-0A57-487D-A1FC-8C40E211B3F2}" srcOrd="0" destOrd="0" presId="urn:microsoft.com/office/officeart/2008/layout/HorizontalMultiLevelHierarchy"/>
    <dgm:cxn modelId="{D933869D-E7D9-492E-ACD7-DE8495E4E283}" type="presParOf" srcId="{4419C306-7303-471E-8FEC-D64D9E5EA210}" destId="{71A564EF-A448-4114-9EAA-81299E09C217}" srcOrd="1" destOrd="0" presId="urn:microsoft.com/office/officeart/2008/layout/HorizontalMultiLevel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755E95D-BE77-4D59-AE5E-B0163B2ECEBB}" type="doc">
      <dgm:prSet loTypeId="urn:microsoft.com/office/officeart/2005/8/layout/process1" loCatId="process" qsTypeId="urn:microsoft.com/office/officeart/2005/8/quickstyle/simple1" qsCatId="simple" csTypeId="urn:microsoft.com/office/officeart/2005/8/colors/accent1_2" csCatId="accent1" phldr="1"/>
      <dgm:spPr/>
    </dgm:pt>
    <dgm:pt modelId="{FD31099A-4B92-4C78-8271-D70068B0198F}">
      <dgm:prSet phldrT="[Text]"/>
      <dgm:spPr/>
      <dgm:t>
        <a:bodyPr/>
        <a:lstStyle/>
        <a:p>
          <a:r>
            <a:rPr lang="es-MX" dirty="0"/>
            <a:t>Ingresos de los tres últimos ejercicios (según E/F)</a:t>
          </a:r>
        </a:p>
      </dgm:t>
    </dgm:pt>
    <dgm:pt modelId="{A48B73EA-A16D-4760-A9A7-36113CE10BBD}" type="parTrans" cxnId="{4EAEC84E-180A-44F3-AC8F-118EA856091A}">
      <dgm:prSet/>
      <dgm:spPr/>
      <dgm:t>
        <a:bodyPr/>
        <a:lstStyle/>
        <a:p>
          <a:endParaRPr lang="es-MX"/>
        </a:p>
      </dgm:t>
    </dgm:pt>
    <dgm:pt modelId="{5DA59FAC-24EB-4353-A5D4-D1DF9B275809}" type="sibTrans" cxnId="{4EAEC84E-180A-44F3-AC8F-118EA856091A}">
      <dgm:prSet/>
      <dgm:spPr>
        <a:solidFill>
          <a:srgbClr val="92D050"/>
        </a:solidFill>
      </dgm:spPr>
      <dgm:t>
        <a:bodyPr/>
        <a:lstStyle/>
        <a:p>
          <a:endParaRPr lang="es-MX" dirty="0">
            <a:solidFill>
              <a:schemeClr val="tx1"/>
            </a:solidFill>
          </a:endParaRPr>
        </a:p>
      </dgm:t>
    </dgm:pt>
    <dgm:pt modelId="{D68E15C5-174E-430B-877E-7C0AEABF4DFE}">
      <dgm:prSet phldrT="[Text]"/>
      <dgm:spPr/>
      <dgm:t>
        <a:bodyPr/>
        <a:lstStyle/>
        <a:p>
          <a:r>
            <a:rPr lang="es-MX" dirty="0"/>
            <a:t>Monto actualizado de las pérdidas al término del ejercicio anterior al cambio</a:t>
          </a:r>
        </a:p>
      </dgm:t>
    </dgm:pt>
    <dgm:pt modelId="{1FE7CE04-7B91-4CE3-9A73-55A0D5B8EB89}" type="parTrans" cxnId="{DAFD9C92-BB16-43C1-9B0E-1DBE7D467070}">
      <dgm:prSet/>
      <dgm:spPr/>
      <dgm:t>
        <a:bodyPr/>
        <a:lstStyle/>
        <a:p>
          <a:endParaRPr lang="es-MX"/>
        </a:p>
      </dgm:t>
    </dgm:pt>
    <dgm:pt modelId="{96ECB960-9E8A-4985-8BB9-CF0557216C35}" type="sibTrans" cxnId="{DAFD9C92-BB16-43C1-9B0E-1DBE7D467070}">
      <dgm:prSet/>
      <dgm:spPr>
        <a:solidFill>
          <a:srgbClr val="92D050"/>
        </a:solidFill>
      </dgm:spPr>
      <dgm:t>
        <a:bodyPr/>
        <a:lstStyle/>
        <a:p>
          <a:endParaRPr lang="es-MX"/>
        </a:p>
      </dgm:t>
    </dgm:pt>
    <dgm:pt modelId="{7BD0C678-8D78-490C-9522-BCEAF39700BF}">
      <dgm:prSet phldrT="[Text]"/>
      <dgm:spPr/>
      <dgm:t>
        <a:bodyPr/>
        <a:lstStyle/>
        <a:p>
          <a:r>
            <a:rPr lang="es-MX" dirty="0"/>
            <a:t>Solamente contra la explotación de los mismos giros</a:t>
          </a:r>
        </a:p>
      </dgm:t>
    </dgm:pt>
    <dgm:pt modelId="{6B5DE5BC-AEA1-4711-AF66-3B7A50D0A661}" type="parTrans" cxnId="{FA97E72C-3B55-4CBA-B445-7A0DBB7A3144}">
      <dgm:prSet/>
      <dgm:spPr/>
      <dgm:t>
        <a:bodyPr/>
        <a:lstStyle/>
        <a:p>
          <a:endParaRPr lang="es-MX"/>
        </a:p>
      </dgm:t>
    </dgm:pt>
    <dgm:pt modelId="{8F87AA6E-40BE-42F8-9637-0CB21C8A87CC}" type="sibTrans" cxnId="{FA97E72C-3B55-4CBA-B445-7A0DBB7A3144}">
      <dgm:prSet/>
      <dgm:spPr/>
      <dgm:t>
        <a:bodyPr/>
        <a:lstStyle/>
        <a:p>
          <a:endParaRPr lang="es-MX"/>
        </a:p>
      </dgm:t>
    </dgm:pt>
    <dgm:pt modelId="{5612F4AB-2C77-4A03-BA8B-EA93A3C77B8F}" type="pres">
      <dgm:prSet presAssocID="{2755E95D-BE77-4D59-AE5E-B0163B2ECEBB}" presName="Name0" presStyleCnt="0">
        <dgm:presLayoutVars>
          <dgm:dir/>
          <dgm:resizeHandles val="exact"/>
        </dgm:presLayoutVars>
      </dgm:prSet>
      <dgm:spPr/>
    </dgm:pt>
    <dgm:pt modelId="{518916CB-C03A-477E-BA8B-AED8D553A4EE}" type="pres">
      <dgm:prSet presAssocID="{FD31099A-4B92-4C78-8271-D70068B0198F}" presName="node" presStyleLbl="node1" presStyleIdx="0" presStyleCnt="3" custLinFactNeighborY="-59569">
        <dgm:presLayoutVars>
          <dgm:bulletEnabled val="1"/>
        </dgm:presLayoutVars>
      </dgm:prSet>
      <dgm:spPr/>
    </dgm:pt>
    <dgm:pt modelId="{14086D55-4C4D-44C3-B3E3-588978401F6D}" type="pres">
      <dgm:prSet presAssocID="{5DA59FAC-24EB-4353-A5D4-D1DF9B275809}" presName="sibTrans" presStyleLbl="sibTrans2D1" presStyleIdx="0" presStyleCnt="2" custFlipHor="1" custScaleX="158436" custScaleY="267418" custLinFactNeighborX="-76" custLinFactNeighborY="12462"/>
      <dgm:spPr>
        <a:prstGeom prst="chevron">
          <a:avLst/>
        </a:prstGeom>
      </dgm:spPr>
    </dgm:pt>
    <dgm:pt modelId="{E64697A4-4F3F-452A-ACDD-660AF898DF4F}" type="pres">
      <dgm:prSet presAssocID="{5DA59FAC-24EB-4353-A5D4-D1DF9B275809}" presName="connectorText" presStyleLbl="sibTrans2D1" presStyleIdx="0" presStyleCnt="2"/>
      <dgm:spPr/>
    </dgm:pt>
    <dgm:pt modelId="{FAD22B7C-1BBF-4DB3-AA93-542D478E73F7}" type="pres">
      <dgm:prSet presAssocID="{D68E15C5-174E-430B-877E-7C0AEABF4DFE}" presName="node" presStyleLbl="node1" presStyleIdx="1" presStyleCnt="3" custLinFactNeighborY="-59569">
        <dgm:presLayoutVars>
          <dgm:bulletEnabled val="1"/>
        </dgm:presLayoutVars>
      </dgm:prSet>
      <dgm:spPr/>
    </dgm:pt>
    <dgm:pt modelId="{DF3A1AFA-738E-4949-8740-6C7D7593F68A}" type="pres">
      <dgm:prSet presAssocID="{96ECB960-9E8A-4985-8BB9-CF0557216C35}" presName="sibTrans" presStyleLbl="sibTrans2D1" presStyleIdx="1" presStyleCnt="2"/>
      <dgm:spPr/>
    </dgm:pt>
    <dgm:pt modelId="{57E247DB-CECF-48C3-BCB9-F5E7F1F066D5}" type="pres">
      <dgm:prSet presAssocID="{96ECB960-9E8A-4985-8BB9-CF0557216C35}" presName="connectorText" presStyleLbl="sibTrans2D1" presStyleIdx="1" presStyleCnt="2"/>
      <dgm:spPr/>
    </dgm:pt>
    <dgm:pt modelId="{DE2DF2CD-9EF5-4249-9F59-702B4F6A107F}" type="pres">
      <dgm:prSet presAssocID="{7BD0C678-8D78-490C-9522-BCEAF39700BF}" presName="node" presStyleLbl="node1" presStyleIdx="2" presStyleCnt="3" custLinFactNeighborY="-59569">
        <dgm:presLayoutVars>
          <dgm:bulletEnabled val="1"/>
        </dgm:presLayoutVars>
      </dgm:prSet>
      <dgm:spPr/>
    </dgm:pt>
  </dgm:ptLst>
  <dgm:cxnLst>
    <dgm:cxn modelId="{FB8D3415-A1B1-0F48-82AF-66998D49D129}" type="presOf" srcId="{5DA59FAC-24EB-4353-A5D4-D1DF9B275809}" destId="{14086D55-4C4D-44C3-B3E3-588978401F6D}" srcOrd="0" destOrd="0" presId="urn:microsoft.com/office/officeart/2005/8/layout/process1"/>
    <dgm:cxn modelId="{718F1316-A138-764F-9F59-831B70A9EE1C}" type="presOf" srcId="{7BD0C678-8D78-490C-9522-BCEAF39700BF}" destId="{DE2DF2CD-9EF5-4249-9F59-702B4F6A107F}" srcOrd="0" destOrd="0" presId="urn:microsoft.com/office/officeart/2005/8/layout/process1"/>
    <dgm:cxn modelId="{FA97E72C-3B55-4CBA-B445-7A0DBB7A3144}" srcId="{2755E95D-BE77-4D59-AE5E-B0163B2ECEBB}" destId="{7BD0C678-8D78-490C-9522-BCEAF39700BF}" srcOrd="2" destOrd="0" parTransId="{6B5DE5BC-AEA1-4711-AF66-3B7A50D0A661}" sibTransId="{8F87AA6E-40BE-42F8-9637-0CB21C8A87CC}"/>
    <dgm:cxn modelId="{75F59360-4A43-524E-90BD-56EDDC6291A7}" type="presOf" srcId="{5DA59FAC-24EB-4353-A5D4-D1DF9B275809}" destId="{E64697A4-4F3F-452A-ACDD-660AF898DF4F}" srcOrd="1" destOrd="0" presId="urn:microsoft.com/office/officeart/2005/8/layout/process1"/>
    <dgm:cxn modelId="{B6D1F96C-EC77-BC43-AB18-5D98C6B72E5D}" type="presOf" srcId="{D68E15C5-174E-430B-877E-7C0AEABF4DFE}" destId="{FAD22B7C-1BBF-4DB3-AA93-542D478E73F7}" srcOrd="0" destOrd="0" presId="urn:microsoft.com/office/officeart/2005/8/layout/process1"/>
    <dgm:cxn modelId="{4EAEC84E-180A-44F3-AC8F-118EA856091A}" srcId="{2755E95D-BE77-4D59-AE5E-B0163B2ECEBB}" destId="{FD31099A-4B92-4C78-8271-D70068B0198F}" srcOrd="0" destOrd="0" parTransId="{A48B73EA-A16D-4760-A9A7-36113CE10BBD}" sibTransId="{5DA59FAC-24EB-4353-A5D4-D1DF9B275809}"/>
    <dgm:cxn modelId="{4098808C-3A25-2E4C-B613-3FBC6BFF2E7A}" type="presOf" srcId="{FD31099A-4B92-4C78-8271-D70068B0198F}" destId="{518916CB-C03A-477E-BA8B-AED8D553A4EE}" srcOrd="0" destOrd="0" presId="urn:microsoft.com/office/officeart/2005/8/layout/process1"/>
    <dgm:cxn modelId="{DAFD9C92-BB16-43C1-9B0E-1DBE7D467070}" srcId="{2755E95D-BE77-4D59-AE5E-B0163B2ECEBB}" destId="{D68E15C5-174E-430B-877E-7C0AEABF4DFE}" srcOrd="1" destOrd="0" parTransId="{1FE7CE04-7B91-4CE3-9A73-55A0D5B8EB89}" sibTransId="{96ECB960-9E8A-4985-8BB9-CF0557216C35}"/>
    <dgm:cxn modelId="{0FE1C3DD-886F-DB43-BE49-EC139C0B628B}" type="presOf" srcId="{96ECB960-9E8A-4985-8BB9-CF0557216C35}" destId="{DF3A1AFA-738E-4949-8740-6C7D7593F68A}" srcOrd="0" destOrd="0" presId="urn:microsoft.com/office/officeart/2005/8/layout/process1"/>
    <dgm:cxn modelId="{5D943DF2-D210-1D49-8803-C5B72C1A6E51}" type="presOf" srcId="{96ECB960-9E8A-4985-8BB9-CF0557216C35}" destId="{57E247DB-CECF-48C3-BCB9-F5E7F1F066D5}" srcOrd="1" destOrd="0" presId="urn:microsoft.com/office/officeart/2005/8/layout/process1"/>
    <dgm:cxn modelId="{C9A580F4-EDF0-3E42-BF30-6B8E067F2D92}" type="presOf" srcId="{2755E95D-BE77-4D59-AE5E-B0163B2ECEBB}" destId="{5612F4AB-2C77-4A03-BA8B-EA93A3C77B8F}" srcOrd="0" destOrd="0" presId="urn:microsoft.com/office/officeart/2005/8/layout/process1"/>
    <dgm:cxn modelId="{8B413606-3579-9D45-B009-AA486FA2E4A5}" type="presParOf" srcId="{5612F4AB-2C77-4A03-BA8B-EA93A3C77B8F}" destId="{518916CB-C03A-477E-BA8B-AED8D553A4EE}" srcOrd="0" destOrd="0" presId="urn:microsoft.com/office/officeart/2005/8/layout/process1"/>
    <dgm:cxn modelId="{A4B9FF62-4222-AA49-9453-83BB535C1FAF}" type="presParOf" srcId="{5612F4AB-2C77-4A03-BA8B-EA93A3C77B8F}" destId="{14086D55-4C4D-44C3-B3E3-588978401F6D}" srcOrd="1" destOrd="0" presId="urn:microsoft.com/office/officeart/2005/8/layout/process1"/>
    <dgm:cxn modelId="{5E2506CC-2011-FE42-BD08-816E77305D2C}" type="presParOf" srcId="{14086D55-4C4D-44C3-B3E3-588978401F6D}" destId="{E64697A4-4F3F-452A-ACDD-660AF898DF4F}" srcOrd="0" destOrd="0" presId="urn:microsoft.com/office/officeart/2005/8/layout/process1"/>
    <dgm:cxn modelId="{367B4285-277B-A04C-8555-19B3AEAB2BD7}" type="presParOf" srcId="{5612F4AB-2C77-4A03-BA8B-EA93A3C77B8F}" destId="{FAD22B7C-1BBF-4DB3-AA93-542D478E73F7}" srcOrd="2" destOrd="0" presId="urn:microsoft.com/office/officeart/2005/8/layout/process1"/>
    <dgm:cxn modelId="{5D44C722-6F88-6145-8FC9-4D4D44D37CC7}" type="presParOf" srcId="{5612F4AB-2C77-4A03-BA8B-EA93A3C77B8F}" destId="{DF3A1AFA-738E-4949-8740-6C7D7593F68A}" srcOrd="3" destOrd="0" presId="urn:microsoft.com/office/officeart/2005/8/layout/process1"/>
    <dgm:cxn modelId="{FE8AB17A-1BD3-D040-A341-D21E63A2B9ED}" type="presParOf" srcId="{DF3A1AFA-738E-4949-8740-6C7D7593F68A}" destId="{57E247DB-CECF-48C3-BCB9-F5E7F1F066D5}" srcOrd="0" destOrd="0" presId="urn:microsoft.com/office/officeart/2005/8/layout/process1"/>
    <dgm:cxn modelId="{9E181985-0810-4C43-9FF8-D05E67E09DF9}" type="presParOf" srcId="{5612F4AB-2C77-4A03-BA8B-EA93A3C77B8F}" destId="{DE2DF2CD-9EF5-4249-9F59-702B4F6A107F}"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F9998FB-60C4-4791-A174-AB6D39930ACD}"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C993CFF0-5196-40BE-87DD-86E5F94801C2}">
      <dgm:prSet phldrT="[Text]" custT="1"/>
      <dgm:spPr/>
      <dgm:t>
        <a:bodyPr/>
        <a:lstStyle/>
        <a:p>
          <a:r>
            <a:rPr lang="es-MX" sz="1300" dirty="0"/>
            <a:t>Identificación de Pérdidas  por Giro </a:t>
          </a:r>
          <a:r>
            <a:rPr lang="es-MX" sz="1100" dirty="0"/>
            <a:t>(LISR 58 Cuarto Párrafo)</a:t>
          </a:r>
          <a:endParaRPr lang="es-MX" sz="1300" dirty="0"/>
        </a:p>
      </dgm:t>
    </dgm:pt>
    <dgm:pt modelId="{A7709BFB-FE76-4698-9A11-1E83026C45FA}" type="parTrans" cxnId="{F31456AA-B7BB-4D5F-B86C-5C2340537DC6}">
      <dgm:prSet/>
      <dgm:spPr/>
      <dgm:t>
        <a:bodyPr/>
        <a:lstStyle/>
        <a:p>
          <a:endParaRPr lang="es-MX"/>
        </a:p>
      </dgm:t>
    </dgm:pt>
    <dgm:pt modelId="{DD0F4779-B50A-4726-9BF1-2DA9EB67D310}" type="sibTrans" cxnId="{F31456AA-B7BB-4D5F-B86C-5C2340537DC6}">
      <dgm:prSet/>
      <dgm:spPr/>
      <dgm:t>
        <a:bodyPr/>
        <a:lstStyle/>
        <a:p>
          <a:endParaRPr lang="es-MX"/>
        </a:p>
      </dgm:t>
    </dgm:pt>
    <dgm:pt modelId="{11F7D48F-A52E-43D8-9A57-C9392F705D82}">
      <dgm:prSet phldrT="[Text]"/>
      <dgm:spPr/>
      <dgm:t>
        <a:bodyPr/>
        <a:lstStyle/>
        <a:p>
          <a:r>
            <a:rPr lang="es-MX" dirty="0"/>
            <a:t>Registros Contables por Giro</a:t>
          </a:r>
        </a:p>
      </dgm:t>
    </dgm:pt>
    <dgm:pt modelId="{A8722E4F-99C9-4A0C-BCDB-772EE959AAA0}" type="parTrans" cxnId="{CF2CE3DC-0EFB-45E1-97D8-9AC09A592A0E}">
      <dgm:prSet/>
      <dgm:spPr/>
      <dgm:t>
        <a:bodyPr/>
        <a:lstStyle/>
        <a:p>
          <a:endParaRPr lang="es-MX"/>
        </a:p>
      </dgm:t>
    </dgm:pt>
    <dgm:pt modelId="{954C76C3-7F17-451B-8D28-A6D5A6925EEF}" type="sibTrans" cxnId="{CF2CE3DC-0EFB-45E1-97D8-9AC09A592A0E}">
      <dgm:prSet/>
      <dgm:spPr/>
      <dgm:t>
        <a:bodyPr/>
        <a:lstStyle/>
        <a:p>
          <a:endParaRPr lang="es-MX"/>
        </a:p>
      </dgm:t>
    </dgm:pt>
    <dgm:pt modelId="{A8376472-BB06-4217-B8A0-CACBA2AE5AA4}">
      <dgm:prSet phldrT="[Text]"/>
      <dgm:spPr/>
      <dgm:t>
        <a:bodyPr/>
        <a:lstStyle/>
        <a:p>
          <a:r>
            <a:rPr lang="es-MX" dirty="0"/>
            <a:t>Gastos No Identificables con un solo Giro</a:t>
          </a:r>
        </a:p>
      </dgm:t>
    </dgm:pt>
    <dgm:pt modelId="{31F7BDD9-D46B-4E69-A8F8-09F29B51A6B1}" type="parTrans" cxnId="{068C2E0E-4A89-497C-82CB-D910ED7239DA}">
      <dgm:prSet/>
      <dgm:spPr/>
      <dgm:t>
        <a:bodyPr/>
        <a:lstStyle/>
        <a:p>
          <a:endParaRPr lang="es-MX"/>
        </a:p>
      </dgm:t>
    </dgm:pt>
    <dgm:pt modelId="{CBD281DC-1168-4C63-9FF6-CC3C65A9DB60}" type="sibTrans" cxnId="{068C2E0E-4A89-497C-82CB-D910ED7239DA}">
      <dgm:prSet/>
      <dgm:spPr/>
      <dgm:t>
        <a:bodyPr/>
        <a:lstStyle/>
        <a:p>
          <a:endParaRPr lang="es-MX"/>
        </a:p>
      </dgm:t>
    </dgm:pt>
    <dgm:pt modelId="{2E6B15F3-071E-4615-AA25-5C4B187FBF37}">
      <dgm:prSet/>
      <dgm:spPr/>
      <dgm:t>
        <a:bodyPr/>
        <a:lstStyle/>
        <a:p>
          <a:r>
            <a:rPr lang="es-MX" dirty="0"/>
            <a:t>Proporcional</a:t>
          </a:r>
        </a:p>
      </dgm:t>
    </dgm:pt>
    <dgm:pt modelId="{C3817C72-02FD-4C44-82C6-2E77C25DBE5D}" type="parTrans" cxnId="{047F6077-93C3-49EB-BDA6-C042CD49CB39}">
      <dgm:prSet/>
      <dgm:spPr/>
      <dgm:t>
        <a:bodyPr/>
        <a:lstStyle/>
        <a:p>
          <a:endParaRPr lang="es-MX"/>
        </a:p>
      </dgm:t>
    </dgm:pt>
    <dgm:pt modelId="{63AAF450-EBB9-4E78-B055-6C515EC7E8A1}" type="sibTrans" cxnId="{047F6077-93C3-49EB-BDA6-C042CD49CB39}">
      <dgm:prSet/>
      <dgm:spPr/>
      <dgm:t>
        <a:bodyPr/>
        <a:lstStyle/>
        <a:p>
          <a:endParaRPr lang="es-MX"/>
        </a:p>
      </dgm:t>
    </dgm:pt>
    <dgm:pt modelId="{E6B722DE-9CEE-43C2-98F2-183A97E1CBA1}" type="pres">
      <dgm:prSet presAssocID="{3F9998FB-60C4-4791-A174-AB6D39930ACD}" presName="Name0" presStyleCnt="0">
        <dgm:presLayoutVars>
          <dgm:chPref val="1"/>
          <dgm:dir/>
          <dgm:animOne val="branch"/>
          <dgm:animLvl val="lvl"/>
          <dgm:resizeHandles val="exact"/>
        </dgm:presLayoutVars>
      </dgm:prSet>
      <dgm:spPr/>
    </dgm:pt>
    <dgm:pt modelId="{D36FB24A-568B-40FE-8A43-030E28A50CDA}" type="pres">
      <dgm:prSet presAssocID="{C993CFF0-5196-40BE-87DD-86E5F94801C2}" presName="root1" presStyleCnt="0"/>
      <dgm:spPr/>
    </dgm:pt>
    <dgm:pt modelId="{7E77C5E1-A770-4C25-B21E-ABB60BADA9D3}" type="pres">
      <dgm:prSet presAssocID="{C993CFF0-5196-40BE-87DD-86E5F94801C2}" presName="LevelOneTextNode" presStyleLbl="node0" presStyleIdx="0" presStyleCnt="1">
        <dgm:presLayoutVars>
          <dgm:chPref val="3"/>
        </dgm:presLayoutVars>
      </dgm:prSet>
      <dgm:spPr/>
    </dgm:pt>
    <dgm:pt modelId="{B9BCBA3C-22F8-4DE7-A003-C948480FEE80}" type="pres">
      <dgm:prSet presAssocID="{C993CFF0-5196-40BE-87DD-86E5F94801C2}" presName="level2hierChild" presStyleCnt="0"/>
      <dgm:spPr/>
    </dgm:pt>
    <dgm:pt modelId="{6D838EB9-7BB4-4FBB-9C80-BE845B4378C9}" type="pres">
      <dgm:prSet presAssocID="{A8722E4F-99C9-4A0C-BCDB-772EE959AAA0}" presName="conn2-1" presStyleLbl="parChTrans1D2" presStyleIdx="0" presStyleCnt="2"/>
      <dgm:spPr/>
    </dgm:pt>
    <dgm:pt modelId="{EE4D7009-A9B3-41F8-90D4-1F83420D84F1}" type="pres">
      <dgm:prSet presAssocID="{A8722E4F-99C9-4A0C-BCDB-772EE959AAA0}" presName="connTx" presStyleLbl="parChTrans1D2" presStyleIdx="0" presStyleCnt="2"/>
      <dgm:spPr/>
    </dgm:pt>
    <dgm:pt modelId="{AE8B3760-50DB-4A1B-983E-1AD6D40AB2BA}" type="pres">
      <dgm:prSet presAssocID="{11F7D48F-A52E-43D8-9A57-C9392F705D82}" presName="root2" presStyleCnt="0"/>
      <dgm:spPr/>
    </dgm:pt>
    <dgm:pt modelId="{AA3432EE-B3EF-42FE-B789-DCD41604B6FA}" type="pres">
      <dgm:prSet presAssocID="{11F7D48F-A52E-43D8-9A57-C9392F705D82}" presName="LevelTwoTextNode" presStyleLbl="node2" presStyleIdx="0" presStyleCnt="2">
        <dgm:presLayoutVars>
          <dgm:chPref val="3"/>
        </dgm:presLayoutVars>
      </dgm:prSet>
      <dgm:spPr/>
    </dgm:pt>
    <dgm:pt modelId="{4AE4F44D-2758-4029-9067-AF71A2137285}" type="pres">
      <dgm:prSet presAssocID="{11F7D48F-A52E-43D8-9A57-C9392F705D82}" presName="level3hierChild" presStyleCnt="0"/>
      <dgm:spPr/>
    </dgm:pt>
    <dgm:pt modelId="{A4A43068-9AF7-4471-964A-8FA091427CE3}" type="pres">
      <dgm:prSet presAssocID="{31F7BDD9-D46B-4E69-A8F8-09F29B51A6B1}" presName="conn2-1" presStyleLbl="parChTrans1D2" presStyleIdx="1" presStyleCnt="2"/>
      <dgm:spPr/>
    </dgm:pt>
    <dgm:pt modelId="{2940DC93-EDE1-4812-88F7-4BC601C73A76}" type="pres">
      <dgm:prSet presAssocID="{31F7BDD9-D46B-4E69-A8F8-09F29B51A6B1}" presName="connTx" presStyleLbl="parChTrans1D2" presStyleIdx="1" presStyleCnt="2"/>
      <dgm:spPr/>
    </dgm:pt>
    <dgm:pt modelId="{537958DD-8DCD-4B41-839E-A17A7DEE2155}" type="pres">
      <dgm:prSet presAssocID="{A8376472-BB06-4217-B8A0-CACBA2AE5AA4}" presName="root2" presStyleCnt="0"/>
      <dgm:spPr/>
    </dgm:pt>
    <dgm:pt modelId="{45220D47-0235-4B4D-B15E-0E1B74F7D633}" type="pres">
      <dgm:prSet presAssocID="{A8376472-BB06-4217-B8A0-CACBA2AE5AA4}" presName="LevelTwoTextNode" presStyleLbl="node2" presStyleIdx="1" presStyleCnt="2">
        <dgm:presLayoutVars>
          <dgm:chPref val="3"/>
        </dgm:presLayoutVars>
      </dgm:prSet>
      <dgm:spPr/>
    </dgm:pt>
    <dgm:pt modelId="{28A5A3B1-240D-4D59-9AF6-FAC3E739398C}" type="pres">
      <dgm:prSet presAssocID="{A8376472-BB06-4217-B8A0-CACBA2AE5AA4}" presName="level3hierChild" presStyleCnt="0"/>
      <dgm:spPr/>
    </dgm:pt>
    <dgm:pt modelId="{7722A162-BE54-41C4-8361-FE27D0032C04}" type="pres">
      <dgm:prSet presAssocID="{C3817C72-02FD-4C44-82C6-2E77C25DBE5D}" presName="conn2-1" presStyleLbl="parChTrans1D3" presStyleIdx="0" presStyleCnt="1"/>
      <dgm:spPr/>
    </dgm:pt>
    <dgm:pt modelId="{457A68ED-5FCC-42CE-A260-D31E5531F24B}" type="pres">
      <dgm:prSet presAssocID="{C3817C72-02FD-4C44-82C6-2E77C25DBE5D}" presName="connTx" presStyleLbl="parChTrans1D3" presStyleIdx="0" presStyleCnt="1"/>
      <dgm:spPr/>
    </dgm:pt>
    <dgm:pt modelId="{4419C306-7303-471E-8FEC-D64D9E5EA210}" type="pres">
      <dgm:prSet presAssocID="{2E6B15F3-071E-4615-AA25-5C4B187FBF37}" presName="root2" presStyleCnt="0"/>
      <dgm:spPr/>
    </dgm:pt>
    <dgm:pt modelId="{94B20D64-0A57-487D-A1FC-8C40E211B3F2}" type="pres">
      <dgm:prSet presAssocID="{2E6B15F3-071E-4615-AA25-5C4B187FBF37}" presName="LevelTwoTextNode" presStyleLbl="node3" presStyleIdx="0" presStyleCnt="1">
        <dgm:presLayoutVars>
          <dgm:chPref val="3"/>
        </dgm:presLayoutVars>
      </dgm:prSet>
      <dgm:spPr/>
    </dgm:pt>
    <dgm:pt modelId="{71A564EF-A448-4114-9EAA-81299E09C217}" type="pres">
      <dgm:prSet presAssocID="{2E6B15F3-071E-4615-AA25-5C4B187FBF37}" presName="level3hierChild" presStyleCnt="0"/>
      <dgm:spPr/>
    </dgm:pt>
  </dgm:ptLst>
  <dgm:cxnLst>
    <dgm:cxn modelId="{35FE1B0E-1CA0-49A1-AB1B-CFBA958636C5}" type="presOf" srcId="{A8722E4F-99C9-4A0C-BCDB-772EE959AAA0}" destId="{6D838EB9-7BB4-4FBB-9C80-BE845B4378C9}" srcOrd="0" destOrd="0" presId="urn:microsoft.com/office/officeart/2008/layout/HorizontalMultiLevelHierarchy"/>
    <dgm:cxn modelId="{068C2E0E-4A89-497C-82CB-D910ED7239DA}" srcId="{C993CFF0-5196-40BE-87DD-86E5F94801C2}" destId="{A8376472-BB06-4217-B8A0-CACBA2AE5AA4}" srcOrd="1" destOrd="0" parTransId="{31F7BDD9-D46B-4E69-A8F8-09F29B51A6B1}" sibTransId="{CBD281DC-1168-4C63-9FF6-CC3C65A9DB60}"/>
    <dgm:cxn modelId="{38CE022A-5471-493A-9323-5534BBAA97FB}" type="presOf" srcId="{C993CFF0-5196-40BE-87DD-86E5F94801C2}" destId="{7E77C5E1-A770-4C25-B21E-ABB60BADA9D3}" srcOrd="0" destOrd="0" presId="urn:microsoft.com/office/officeart/2008/layout/HorizontalMultiLevelHierarchy"/>
    <dgm:cxn modelId="{26A8A82F-9D2F-4A33-B799-5AF18503151B}" type="presOf" srcId="{11F7D48F-A52E-43D8-9A57-C9392F705D82}" destId="{AA3432EE-B3EF-42FE-B789-DCD41604B6FA}" srcOrd="0" destOrd="0" presId="urn:microsoft.com/office/officeart/2008/layout/HorizontalMultiLevelHierarchy"/>
    <dgm:cxn modelId="{9BDFD263-919C-4F45-B251-40368FEE594E}" type="presOf" srcId="{31F7BDD9-D46B-4E69-A8F8-09F29B51A6B1}" destId="{2940DC93-EDE1-4812-88F7-4BC601C73A76}" srcOrd="1" destOrd="0" presId="urn:microsoft.com/office/officeart/2008/layout/HorizontalMultiLevelHierarchy"/>
    <dgm:cxn modelId="{D0BFB655-BCFD-4A68-BF36-BBD5EB611A27}" type="presOf" srcId="{C3817C72-02FD-4C44-82C6-2E77C25DBE5D}" destId="{457A68ED-5FCC-42CE-A260-D31E5531F24B}" srcOrd="1" destOrd="0" presId="urn:microsoft.com/office/officeart/2008/layout/HorizontalMultiLevelHierarchy"/>
    <dgm:cxn modelId="{047F6077-93C3-49EB-BDA6-C042CD49CB39}" srcId="{A8376472-BB06-4217-B8A0-CACBA2AE5AA4}" destId="{2E6B15F3-071E-4615-AA25-5C4B187FBF37}" srcOrd="0" destOrd="0" parTransId="{C3817C72-02FD-4C44-82C6-2E77C25DBE5D}" sibTransId="{63AAF450-EBB9-4E78-B055-6C515EC7E8A1}"/>
    <dgm:cxn modelId="{7BA10C80-F4A5-476B-BFE2-7CC0639EF669}" type="presOf" srcId="{31F7BDD9-D46B-4E69-A8F8-09F29B51A6B1}" destId="{A4A43068-9AF7-4471-964A-8FA091427CE3}" srcOrd="0" destOrd="0" presId="urn:microsoft.com/office/officeart/2008/layout/HorizontalMultiLevelHierarchy"/>
    <dgm:cxn modelId="{A64C05A7-B4B7-4B3F-9FF4-3E173805B78A}" type="presOf" srcId="{3F9998FB-60C4-4791-A174-AB6D39930ACD}" destId="{E6B722DE-9CEE-43C2-98F2-183A97E1CBA1}" srcOrd="0" destOrd="0" presId="urn:microsoft.com/office/officeart/2008/layout/HorizontalMultiLevelHierarchy"/>
    <dgm:cxn modelId="{F31456AA-B7BB-4D5F-B86C-5C2340537DC6}" srcId="{3F9998FB-60C4-4791-A174-AB6D39930ACD}" destId="{C993CFF0-5196-40BE-87DD-86E5F94801C2}" srcOrd="0" destOrd="0" parTransId="{A7709BFB-FE76-4698-9A11-1E83026C45FA}" sibTransId="{DD0F4779-B50A-4726-9BF1-2DA9EB67D310}"/>
    <dgm:cxn modelId="{8953DBB1-E619-4C0F-9196-A1056E153FC4}" type="presOf" srcId="{A8722E4F-99C9-4A0C-BCDB-772EE959AAA0}" destId="{EE4D7009-A9B3-41F8-90D4-1F83420D84F1}" srcOrd="1" destOrd="0" presId="urn:microsoft.com/office/officeart/2008/layout/HorizontalMultiLevelHierarchy"/>
    <dgm:cxn modelId="{138476C5-F74A-405D-9C37-8FF6075D2538}" type="presOf" srcId="{2E6B15F3-071E-4615-AA25-5C4B187FBF37}" destId="{94B20D64-0A57-487D-A1FC-8C40E211B3F2}" srcOrd="0" destOrd="0" presId="urn:microsoft.com/office/officeart/2008/layout/HorizontalMultiLevelHierarchy"/>
    <dgm:cxn modelId="{513BEFDA-3B71-4F43-92D5-0B04B10C8CF0}" type="presOf" srcId="{C3817C72-02FD-4C44-82C6-2E77C25DBE5D}" destId="{7722A162-BE54-41C4-8361-FE27D0032C04}" srcOrd="0" destOrd="0" presId="urn:microsoft.com/office/officeart/2008/layout/HorizontalMultiLevelHierarchy"/>
    <dgm:cxn modelId="{CF2CE3DC-0EFB-45E1-97D8-9AC09A592A0E}" srcId="{C993CFF0-5196-40BE-87DD-86E5F94801C2}" destId="{11F7D48F-A52E-43D8-9A57-C9392F705D82}" srcOrd="0" destOrd="0" parTransId="{A8722E4F-99C9-4A0C-BCDB-772EE959AAA0}" sibTransId="{954C76C3-7F17-451B-8D28-A6D5A6925EEF}"/>
    <dgm:cxn modelId="{AB898FE2-975B-45A1-BD69-7AE3753F2578}" type="presOf" srcId="{A8376472-BB06-4217-B8A0-CACBA2AE5AA4}" destId="{45220D47-0235-4B4D-B15E-0E1B74F7D633}" srcOrd="0" destOrd="0" presId="urn:microsoft.com/office/officeart/2008/layout/HorizontalMultiLevelHierarchy"/>
    <dgm:cxn modelId="{0055EB62-ABC1-4154-A0B1-9CCB1FCAAAC7}" type="presParOf" srcId="{E6B722DE-9CEE-43C2-98F2-183A97E1CBA1}" destId="{D36FB24A-568B-40FE-8A43-030E28A50CDA}" srcOrd="0" destOrd="0" presId="urn:microsoft.com/office/officeart/2008/layout/HorizontalMultiLevelHierarchy"/>
    <dgm:cxn modelId="{56FDC3F9-443A-4452-A724-3D08AF9113FD}" type="presParOf" srcId="{D36FB24A-568B-40FE-8A43-030E28A50CDA}" destId="{7E77C5E1-A770-4C25-B21E-ABB60BADA9D3}" srcOrd="0" destOrd="0" presId="urn:microsoft.com/office/officeart/2008/layout/HorizontalMultiLevelHierarchy"/>
    <dgm:cxn modelId="{9B1D9EE3-8EEA-409B-AB5C-67EDFABE32AA}" type="presParOf" srcId="{D36FB24A-568B-40FE-8A43-030E28A50CDA}" destId="{B9BCBA3C-22F8-4DE7-A003-C948480FEE80}" srcOrd="1" destOrd="0" presId="urn:microsoft.com/office/officeart/2008/layout/HorizontalMultiLevelHierarchy"/>
    <dgm:cxn modelId="{F3393CD4-405E-493F-B34F-FB6B21042584}" type="presParOf" srcId="{B9BCBA3C-22F8-4DE7-A003-C948480FEE80}" destId="{6D838EB9-7BB4-4FBB-9C80-BE845B4378C9}" srcOrd="0" destOrd="0" presId="urn:microsoft.com/office/officeart/2008/layout/HorizontalMultiLevelHierarchy"/>
    <dgm:cxn modelId="{86B905F9-A583-4D5E-91B4-7FF6F3EF7CF9}" type="presParOf" srcId="{6D838EB9-7BB4-4FBB-9C80-BE845B4378C9}" destId="{EE4D7009-A9B3-41F8-90D4-1F83420D84F1}" srcOrd="0" destOrd="0" presId="urn:microsoft.com/office/officeart/2008/layout/HorizontalMultiLevelHierarchy"/>
    <dgm:cxn modelId="{64AD9858-4959-4AC9-968C-D95A44F246AE}" type="presParOf" srcId="{B9BCBA3C-22F8-4DE7-A003-C948480FEE80}" destId="{AE8B3760-50DB-4A1B-983E-1AD6D40AB2BA}" srcOrd="1" destOrd="0" presId="urn:microsoft.com/office/officeart/2008/layout/HorizontalMultiLevelHierarchy"/>
    <dgm:cxn modelId="{497E855C-A653-4103-8FD4-0CD56E4A46CC}" type="presParOf" srcId="{AE8B3760-50DB-4A1B-983E-1AD6D40AB2BA}" destId="{AA3432EE-B3EF-42FE-B789-DCD41604B6FA}" srcOrd="0" destOrd="0" presId="urn:microsoft.com/office/officeart/2008/layout/HorizontalMultiLevelHierarchy"/>
    <dgm:cxn modelId="{88A19DC4-DD19-4E18-AF8B-F4320955785C}" type="presParOf" srcId="{AE8B3760-50DB-4A1B-983E-1AD6D40AB2BA}" destId="{4AE4F44D-2758-4029-9067-AF71A2137285}" srcOrd="1" destOrd="0" presId="urn:microsoft.com/office/officeart/2008/layout/HorizontalMultiLevelHierarchy"/>
    <dgm:cxn modelId="{3A59922A-FD93-4022-BF33-646D8FFB3212}" type="presParOf" srcId="{B9BCBA3C-22F8-4DE7-A003-C948480FEE80}" destId="{A4A43068-9AF7-4471-964A-8FA091427CE3}" srcOrd="2" destOrd="0" presId="urn:microsoft.com/office/officeart/2008/layout/HorizontalMultiLevelHierarchy"/>
    <dgm:cxn modelId="{4DEE3F5F-CBB2-4335-ABD4-CE45EC2A8DAD}" type="presParOf" srcId="{A4A43068-9AF7-4471-964A-8FA091427CE3}" destId="{2940DC93-EDE1-4812-88F7-4BC601C73A76}" srcOrd="0" destOrd="0" presId="urn:microsoft.com/office/officeart/2008/layout/HorizontalMultiLevelHierarchy"/>
    <dgm:cxn modelId="{BA1B29F3-1886-4FE0-B2CB-FF1CF292BAD5}" type="presParOf" srcId="{B9BCBA3C-22F8-4DE7-A003-C948480FEE80}" destId="{537958DD-8DCD-4B41-839E-A17A7DEE2155}" srcOrd="3" destOrd="0" presId="urn:microsoft.com/office/officeart/2008/layout/HorizontalMultiLevelHierarchy"/>
    <dgm:cxn modelId="{51B6459D-E799-4C23-9789-E0B5334C581D}" type="presParOf" srcId="{537958DD-8DCD-4B41-839E-A17A7DEE2155}" destId="{45220D47-0235-4B4D-B15E-0E1B74F7D633}" srcOrd="0" destOrd="0" presId="urn:microsoft.com/office/officeart/2008/layout/HorizontalMultiLevelHierarchy"/>
    <dgm:cxn modelId="{037913E8-6168-464A-9D0E-CA080BE7BB2D}" type="presParOf" srcId="{537958DD-8DCD-4B41-839E-A17A7DEE2155}" destId="{28A5A3B1-240D-4D59-9AF6-FAC3E739398C}" srcOrd="1" destOrd="0" presId="urn:microsoft.com/office/officeart/2008/layout/HorizontalMultiLevelHierarchy"/>
    <dgm:cxn modelId="{FEDE9B02-F1F2-40CF-9126-32B23E06366E}" type="presParOf" srcId="{28A5A3B1-240D-4D59-9AF6-FAC3E739398C}" destId="{7722A162-BE54-41C4-8361-FE27D0032C04}" srcOrd="0" destOrd="0" presId="urn:microsoft.com/office/officeart/2008/layout/HorizontalMultiLevelHierarchy"/>
    <dgm:cxn modelId="{7A81A9A1-90F9-478A-A21D-901CFDAC362D}" type="presParOf" srcId="{7722A162-BE54-41C4-8361-FE27D0032C04}" destId="{457A68ED-5FCC-42CE-A260-D31E5531F24B}" srcOrd="0" destOrd="0" presId="urn:microsoft.com/office/officeart/2008/layout/HorizontalMultiLevelHierarchy"/>
    <dgm:cxn modelId="{52B9AAC6-0A31-4161-A6FF-83285B999250}" type="presParOf" srcId="{28A5A3B1-240D-4D59-9AF6-FAC3E739398C}" destId="{4419C306-7303-471E-8FEC-D64D9E5EA210}" srcOrd="1" destOrd="0" presId="urn:microsoft.com/office/officeart/2008/layout/HorizontalMultiLevelHierarchy"/>
    <dgm:cxn modelId="{FFC3CE3F-BFC7-4F9A-B6AD-A1E9C1994978}" type="presParOf" srcId="{4419C306-7303-471E-8FEC-D64D9E5EA210}" destId="{94B20D64-0A57-487D-A1FC-8C40E211B3F2}" srcOrd="0" destOrd="0" presId="urn:microsoft.com/office/officeart/2008/layout/HorizontalMultiLevelHierarchy"/>
    <dgm:cxn modelId="{D933869D-E7D9-492E-ACD7-DE8495E4E283}" type="presParOf" srcId="{4419C306-7303-471E-8FEC-D64D9E5EA210}" destId="{71A564EF-A448-4114-9EAA-81299E09C217}" srcOrd="1" destOrd="0" presId="urn:microsoft.com/office/officeart/2008/layout/HorizontalMultiLevel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A9C4E55-D2A8-4E2C-80EB-EFB7DCEFE49E}"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84A95DE9-A194-4453-B399-AEF09B77A05F}">
      <dgm:prSet phldrT="[Text]"/>
      <dgm:spPr/>
      <dgm:t>
        <a:bodyPr/>
        <a:lstStyle/>
        <a:p>
          <a:r>
            <a:rPr lang="es-MX" dirty="0"/>
            <a:t>Accionistas</a:t>
          </a:r>
        </a:p>
      </dgm:t>
    </dgm:pt>
    <dgm:pt modelId="{1B1293C3-A93F-495A-ACD7-7EEA9A3EC114}" type="parTrans" cxnId="{2F4CD71A-297D-4ACD-B629-AB3DE5BCF767}">
      <dgm:prSet/>
      <dgm:spPr/>
      <dgm:t>
        <a:bodyPr/>
        <a:lstStyle/>
        <a:p>
          <a:endParaRPr lang="es-MX"/>
        </a:p>
      </dgm:t>
    </dgm:pt>
    <dgm:pt modelId="{AE2BBA88-C2C3-4F08-9F70-A1B9D4B57D00}" type="sibTrans" cxnId="{2F4CD71A-297D-4ACD-B629-AB3DE5BCF767}">
      <dgm:prSet/>
      <dgm:spPr/>
      <dgm:t>
        <a:bodyPr/>
        <a:lstStyle/>
        <a:p>
          <a:endParaRPr lang="es-MX"/>
        </a:p>
      </dgm:t>
    </dgm:pt>
    <dgm:pt modelId="{BF6ED068-7514-41EC-AF6F-9F8995CF5257}">
      <dgm:prSet phldrT="[Text]"/>
      <dgm:spPr/>
      <dgm:t>
        <a:bodyPr/>
        <a:lstStyle/>
        <a:p>
          <a:r>
            <a:rPr lang="es-MX" dirty="0"/>
            <a:t>Acciones con derecho a voto</a:t>
          </a:r>
        </a:p>
      </dgm:t>
    </dgm:pt>
    <dgm:pt modelId="{A3117742-37B0-4709-BC14-19518A5530E1}" type="parTrans" cxnId="{702CA266-7AFF-49B1-8E69-ADE50DB759DD}">
      <dgm:prSet/>
      <dgm:spPr/>
      <dgm:t>
        <a:bodyPr/>
        <a:lstStyle/>
        <a:p>
          <a:endParaRPr lang="es-MX"/>
        </a:p>
      </dgm:t>
    </dgm:pt>
    <dgm:pt modelId="{4B92D4F7-AEE5-4659-B339-FFCE37E892BC}" type="sibTrans" cxnId="{702CA266-7AFF-49B1-8E69-ADE50DB759DD}">
      <dgm:prSet/>
      <dgm:spPr/>
      <dgm:t>
        <a:bodyPr/>
        <a:lstStyle/>
        <a:p>
          <a:endParaRPr lang="es-MX"/>
        </a:p>
      </dgm:t>
    </dgm:pt>
    <dgm:pt modelId="{67EA6445-2241-4678-B309-4AF9A8AFE7D1}">
      <dgm:prSet phldrT="[Text]"/>
      <dgm:spPr/>
      <dgm:t>
        <a:bodyPr/>
        <a:lstStyle/>
        <a:p>
          <a:r>
            <a:rPr lang="es-MX" dirty="0"/>
            <a:t>Acciones sin derecho a voto</a:t>
          </a:r>
        </a:p>
      </dgm:t>
    </dgm:pt>
    <dgm:pt modelId="{7F932B48-419A-48F0-8E05-0F8B5A6102D4}" type="parTrans" cxnId="{32BB3E00-4A92-4955-82C8-852068856EF7}">
      <dgm:prSet/>
      <dgm:spPr/>
      <dgm:t>
        <a:bodyPr/>
        <a:lstStyle/>
        <a:p>
          <a:endParaRPr lang="es-MX"/>
        </a:p>
      </dgm:t>
    </dgm:pt>
    <dgm:pt modelId="{1614D745-4886-4B11-95F7-1DD8F5911348}" type="sibTrans" cxnId="{32BB3E00-4A92-4955-82C8-852068856EF7}">
      <dgm:prSet/>
      <dgm:spPr/>
      <dgm:t>
        <a:bodyPr/>
        <a:lstStyle/>
        <a:p>
          <a:endParaRPr lang="es-MX"/>
        </a:p>
      </dgm:t>
    </dgm:pt>
    <dgm:pt modelId="{2F040D34-06BB-4BA0-805C-8978678C4EF6}">
      <dgm:prSet/>
      <dgm:spPr/>
      <dgm:t>
        <a:bodyPr/>
        <a:lstStyle/>
        <a:p>
          <a:r>
            <a:rPr lang="es-MX" dirty="0"/>
            <a:t>Variación &gt; 50% en tres años</a:t>
          </a:r>
        </a:p>
      </dgm:t>
    </dgm:pt>
    <dgm:pt modelId="{1224B4B5-643C-4C1C-8B83-6CB6A22ED492}" type="parTrans" cxnId="{38CC3CBA-2E5F-4960-A637-368C656FAD93}">
      <dgm:prSet/>
      <dgm:spPr/>
      <dgm:t>
        <a:bodyPr/>
        <a:lstStyle/>
        <a:p>
          <a:endParaRPr lang="es-MX"/>
        </a:p>
      </dgm:t>
    </dgm:pt>
    <dgm:pt modelId="{5D970EAB-4833-4328-BCAB-9117BF8A76B8}" type="sibTrans" cxnId="{38CC3CBA-2E5F-4960-A637-368C656FAD93}">
      <dgm:prSet/>
      <dgm:spPr/>
      <dgm:t>
        <a:bodyPr/>
        <a:lstStyle/>
        <a:p>
          <a:endParaRPr lang="es-MX"/>
        </a:p>
      </dgm:t>
    </dgm:pt>
    <dgm:pt modelId="{D4BFDDBC-0959-48E2-826A-8413D73A9505}">
      <dgm:prSet/>
      <dgm:spPr/>
      <dgm:t>
        <a:bodyPr/>
        <a:lstStyle/>
        <a:p>
          <a:r>
            <a:rPr lang="es-MX" dirty="0"/>
            <a:t>Sin restricciones</a:t>
          </a:r>
        </a:p>
      </dgm:t>
    </dgm:pt>
    <dgm:pt modelId="{E35A1522-4C47-480C-919D-DB8965893AAD}" type="parTrans" cxnId="{CCF93D6F-74AA-4867-AA38-5F3896F098C6}">
      <dgm:prSet/>
      <dgm:spPr/>
      <dgm:t>
        <a:bodyPr/>
        <a:lstStyle/>
        <a:p>
          <a:endParaRPr lang="es-MX"/>
        </a:p>
      </dgm:t>
    </dgm:pt>
    <dgm:pt modelId="{F3C8F2E0-80F9-4ED2-910F-778EF56A8120}" type="sibTrans" cxnId="{CCF93D6F-74AA-4867-AA38-5F3896F098C6}">
      <dgm:prSet/>
      <dgm:spPr/>
      <dgm:t>
        <a:bodyPr/>
        <a:lstStyle/>
        <a:p>
          <a:endParaRPr lang="es-MX"/>
        </a:p>
      </dgm:t>
    </dgm:pt>
    <dgm:pt modelId="{02A59B30-D8DE-4955-AA14-439EE140F409}">
      <dgm:prSet/>
      <dgm:spPr/>
      <dgm:t>
        <a:bodyPr/>
        <a:lstStyle/>
        <a:p>
          <a:r>
            <a:rPr lang="es-MX"/>
            <a:t>Mismo Giro</a:t>
          </a:r>
        </a:p>
      </dgm:t>
    </dgm:pt>
    <dgm:pt modelId="{B9B2D124-3A47-4567-9DB6-70FE437E1C78}" type="parTrans" cxnId="{FE098C91-00C4-4CED-A9E9-E53CF8D23659}">
      <dgm:prSet/>
      <dgm:spPr/>
      <dgm:t>
        <a:bodyPr/>
        <a:lstStyle/>
        <a:p>
          <a:endParaRPr lang="es-MX"/>
        </a:p>
      </dgm:t>
    </dgm:pt>
    <dgm:pt modelId="{4A189C30-AB58-43AC-846A-D23D8D0889A8}" type="sibTrans" cxnId="{FE098C91-00C4-4CED-A9E9-E53CF8D23659}">
      <dgm:prSet/>
      <dgm:spPr/>
      <dgm:t>
        <a:bodyPr/>
        <a:lstStyle/>
        <a:p>
          <a:endParaRPr lang="es-MX"/>
        </a:p>
      </dgm:t>
    </dgm:pt>
    <dgm:pt modelId="{1B217D53-0F24-4AA7-99C6-3B151FD28D3F}" type="pres">
      <dgm:prSet presAssocID="{DA9C4E55-D2A8-4E2C-80EB-EFB7DCEFE49E}" presName="Name0" presStyleCnt="0">
        <dgm:presLayoutVars>
          <dgm:chPref val="1"/>
          <dgm:dir/>
          <dgm:animOne val="branch"/>
          <dgm:animLvl val="lvl"/>
          <dgm:resizeHandles val="exact"/>
        </dgm:presLayoutVars>
      </dgm:prSet>
      <dgm:spPr/>
    </dgm:pt>
    <dgm:pt modelId="{2DC91E03-2E2D-44AD-9B3D-0F1065F39187}" type="pres">
      <dgm:prSet presAssocID="{84A95DE9-A194-4453-B399-AEF09B77A05F}" presName="root1" presStyleCnt="0"/>
      <dgm:spPr/>
    </dgm:pt>
    <dgm:pt modelId="{D58E040B-7114-41FA-8A19-2B1BC19421A6}" type="pres">
      <dgm:prSet presAssocID="{84A95DE9-A194-4453-B399-AEF09B77A05F}" presName="LevelOneTextNode" presStyleLbl="node0" presStyleIdx="0" presStyleCnt="1">
        <dgm:presLayoutVars>
          <dgm:chPref val="3"/>
        </dgm:presLayoutVars>
      </dgm:prSet>
      <dgm:spPr/>
    </dgm:pt>
    <dgm:pt modelId="{54CABA31-16C3-4F14-B8CF-9D66EFA5FC07}" type="pres">
      <dgm:prSet presAssocID="{84A95DE9-A194-4453-B399-AEF09B77A05F}" presName="level2hierChild" presStyleCnt="0"/>
      <dgm:spPr/>
    </dgm:pt>
    <dgm:pt modelId="{64A4783F-CE7A-4703-939D-5FA95D00842B}" type="pres">
      <dgm:prSet presAssocID="{A3117742-37B0-4709-BC14-19518A5530E1}" presName="conn2-1" presStyleLbl="parChTrans1D2" presStyleIdx="0" presStyleCnt="2"/>
      <dgm:spPr/>
    </dgm:pt>
    <dgm:pt modelId="{07884D04-E2E6-458C-B5F2-0197FB428E92}" type="pres">
      <dgm:prSet presAssocID="{A3117742-37B0-4709-BC14-19518A5530E1}" presName="connTx" presStyleLbl="parChTrans1D2" presStyleIdx="0" presStyleCnt="2"/>
      <dgm:spPr/>
    </dgm:pt>
    <dgm:pt modelId="{829DBC20-6E13-4091-B4C0-8EC099534330}" type="pres">
      <dgm:prSet presAssocID="{BF6ED068-7514-41EC-AF6F-9F8995CF5257}" presName="root2" presStyleCnt="0"/>
      <dgm:spPr/>
    </dgm:pt>
    <dgm:pt modelId="{44B7FF87-723D-47F8-AB58-060B7EC7C2F0}" type="pres">
      <dgm:prSet presAssocID="{BF6ED068-7514-41EC-AF6F-9F8995CF5257}" presName="LevelTwoTextNode" presStyleLbl="node2" presStyleIdx="0" presStyleCnt="2">
        <dgm:presLayoutVars>
          <dgm:chPref val="3"/>
        </dgm:presLayoutVars>
      </dgm:prSet>
      <dgm:spPr/>
    </dgm:pt>
    <dgm:pt modelId="{5011E9B3-30FF-42C8-B62D-F888600255B9}" type="pres">
      <dgm:prSet presAssocID="{BF6ED068-7514-41EC-AF6F-9F8995CF5257}" presName="level3hierChild" presStyleCnt="0"/>
      <dgm:spPr/>
    </dgm:pt>
    <dgm:pt modelId="{FD281806-A65C-4967-A129-93A2BDC0F21A}" type="pres">
      <dgm:prSet presAssocID="{1224B4B5-643C-4C1C-8B83-6CB6A22ED492}" presName="conn2-1" presStyleLbl="parChTrans1D3" presStyleIdx="0" presStyleCnt="2"/>
      <dgm:spPr/>
    </dgm:pt>
    <dgm:pt modelId="{19709E4B-CA15-44D0-8EB2-0772E755412A}" type="pres">
      <dgm:prSet presAssocID="{1224B4B5-643C-4C1C-8B83-6CB6A22ED492}" presName="connTx" presStyleLbl="parChTrans1D3" presStyleIdx="0" presStyleCnt="2"/>
      <dgm:spPr/>
    </dgm:pt>
    <dgm:pt modelId="{835FF06A-5665-4323-ADF8-2B70A9B1E5F0}" type="pres">
      <dgm:prSet presAssocID="{2F040D34-06BB-4BA0-805C-8978678C4EF6}" presName="root2" presStyleCnt="0"/>
      <dgm:spPr/>
    </dgm:pt>
    <dgm:pt modelId="{24C7C7C9-F00B-46B7-9657-DDAB7ADCE4C5}" type="pres">
      <dgm:prSet presAssocID="{2F040D34-06BB-4BA0-805C-8978678C4EF6}" presName="LevelTwoTextNode" presStyleLbl="node3" presStyleIdx="0" presStyleCnt="2">
        <dgm:presLayoutVars>
          <dgm:chPref val="3"/>
        </dgm:presLayoutVars>
      </dgm:prSet>
      <dgm:spPr/>
    </dgm:pt>
    <dgm:pt modelId="{65AC8E97-BADE-42B9-8460-C07B3549DB74}" type="pres">
      <dgm:prSet presAssocID="{2F040D34-06BB-4BA0-805C-8978678C4EF6}" presName="level3hierChild" presStyleCnt="0"/>
      <dgm:spPr/>
    </dgm:pt>
    <dgm:pt modelId="{D2BBC256-608F-4DAD-AD7A-78FB07EC4DFC}" type="pres">
      <dgm:prSet presAssocID="{B9B2D124-3A47-4567-9DB6-70FE437E1C78}" presName="conn2-1" presStyleLbl="parChTrans1D4" presStyleIdx="0" presStyleCnt="1"/>
      <dgm:spPr/>
    </dgm:pt>
    <dgm:pt modelId="{48D057F8-2DE1-4E3A-A7E6-3EFE03A35246}" type="pres">
      <dgm:prSet presAssocID="{B9B2D124-3A47-4567-9DB6-70FE437E1C78}" presName="connTx" presStyleLbl="parChTrans1D4" presStyleIdx="0" presStyleCnt="1"/>
      <dgm:spPr/>
    </dgm:pt>
    <dgm:pt modelId="{815EC972-2BE3-4A4C-B1A0-81E30A484054}" type="pres">
      <dgm:prSet presAssocID="{02A59B30-D8DE-4955-AA14-439EE140F409}" presName="root2" presStyleCnt="0"/>
      <dgm:spPr/>
    </dgm:pt>
    <dgm:pt modelId="{073539E5-93B1-4901-86CB-3B0FC20E3B65}" type="pres">
      <dgm:prSet presAssocID="{02A59B30-D8DE-4955-AA14-439EE140F409}" presName="LevelTwoTextNode" presStyleLbl="node4" presStyleIdx="0" presStyleCnt="1">
        <dgm:presLayoutVars>
          <dgm:chPref val="3"/>
        </dgm:presLayoutVars>
      </dgm:prSet>
      <dgm:spPr/>
    </dgm:pt>
    <dgm:pt modelId="{25C5EF7C-5EB8-4433-8D98-38ACE242DAA5}" type="pres">
      <dgm:prSet presAssocID="{02A59B30-D8DE-4955-AA14-439EE140F409}" presName="level3hierChild" presStyleCnt="0"/>
      <dgm:spPr/>
    </dgm:pt>
    <dgm:pt modelId="{46225289-209F-4119-B9E1-FF0CAEF86C1B}" type="pres">
      <dgm:prSet presAssocID="{7F932B48-419A-48F0-8E05-0F8B5A6102D4}" presName="conn2-1" presStyleLbl="parChTrans1D2" presStyleIdx="1" presStyleCnt="2"/>
      <dgm:spPr/>
    </dgm:pt>
    <dgm:pt modelId="{33C878DB-EC6B-4514-91B5-6F786A0F2DC4}" type="pres">
      <dgm:prSet presAssocID="{7F932B48-419A-48F0-8E05-0F8B5A6102D4}" presName="connTx" presStyleLbl="parChTrans1D2" presStyleIdx="1" presStyleCnt="2"/>
      <dgm:spPr/>
    </dgm:pt>
    <dgm:pt modelId="{27B6331F-94E9-4798-B798-AC79D4A19EAB}" type="pres">
      <dgm:prSet presAssocID="{67EA6445-2241-4678-B309-4AF9A8AFE7D1}" presName="root2" presStyleCnt="0"/>
      <dgm:spPr/>
    </dgm:pt>
    <dgm:pt modelId="{136248F3-1792-464A-8145-230AB615C3BF}" type="pres">
      <dgm:prSet presAssocID="{67EA6445-2241-4678-B309-4AF9A8AFE7D1}" presName="LevelTwoTextNode" presStyleLbl="node2" presStyleIdx="1" presStyleCnt="2">
        <dgm:presLayoutVars>
          <dgm:chPref val="3"/>
        </dgm:presLayoutVars>
      </dgm:prSet>
      <dgm:spPr/>
    </dgm:pt>
    <dgm:pt modelId="{AF373C00-4C2C-454B-ADDF-C82BF6909A26}" type="pres">
      <dgm:prSet presAssocID="{67EA6445-2241-4678-B309-4AF9A8AFE7D1}" presName="level3hierChild" presStyleCnt="0"/>
      <dgm:spPr/>
    </dgm:pt>
    <dgm:pt modelId="{61A7FC87-0513-4FEE-8437-601730A60A72}" type="pres">
      <dgm:prSet presAssocID="{E35A1522-4C47-480C-919D-DB8965893AAD}" presName="conn2-1" presStyleLbl="parChTrans1D3" presStyleIdx="1" presStyleCnt="2"/>
      <dgm:spPr/>
    </dgm:pt>
    <dgm:pt modelId="{6AC87469-149D-4874-A593-D7CF5DB410E1}" type="pres">
      <dgm:prSet presAssocID="{E35A1522-4C47-480C-919D-DB8965893AAD}" presName="connTx" presStyleLbl="parChTrans1D3" presStyleIdx="1" presStyleCnt="2"/>
      <dgm:spPr/>
    </dgm:pt>
    <dgm:pt modelId="{EE0F7D3B-ACDC-490C-85EB-328F3374BE66}" type="pres">
      <dgm:prSet presAssocID="{D4BFDDBC-0959-48E2-826A-8413D73A9505}" presName="root2" presStyleCnt="0"/>
      <dgm:spPr/>
    </dgm:pt>
    <dgm:pt modelId="{DADC85F6-7D04-40D3-BAC7-BEB3E8AFF4FF}" type="pres">
      <dgm:prSet presAssocID="{D4BFDDBC-0959-48E2-826A-8413D73A9505}" presName="LevelTwoTextNode" presStyleLbl="node3" presStyleIdx="1" presStyleCnt="2">
        <dgm:presLayoutVars>
          <dgm:chPref val="3"/>
        </dgm:presLayoutVars>
      </dgm:prSet>
      <dgm:spPr/>
    </dgm:pt>
    <dgm:pt modelId="{6C1DD065-F886-464D-B4D4-EA9772CA4774}" type="pres">
      <dgm:prSet presAssocID="{D4BFDDBC-0959-48E2-826A-8413D73A9505}" presName="level3hierChild" presStyleCnt="0"/>
      <dgm:spPr/>
    </dgm:pt>
  </dgm:ptLst>
  <dgm:cxnLst>
    <dgm:cxn modelId="{32BB3E00-4A92-4955-82C8-852068856EF7}" srcId="{84A95DE9-A194-4453-B399-AEF09B77A05F}" destId="{67EA6445-2241-4678-B309-4AF9A8AFE7D1}" srcOrd="1" destOrd="0" parTransId="{7F932B48-419A-48F0-8E05-0F8B5A6102D4}" sibTransId="{1614D745-4886-4B11-95F7-1DD8F5911348}"/>
    <dgm:cxn modelId="{37573E07-0166-9840-9DD6-AE6672763765}" type="presOf" srcId="{A3117742-37B0-4709-BC14-19518A5530E1}" destId="{64A4783F-CE7A-4703-939D-5FA95D00842B}" srcOrd="0" destOrd="0" presId="urn:microsoft.com/office/officeart/2008/layout/HorizontalMultiLevelHierarchy"/>
    <dgm:cxn modelId="{B18E8412-7640-3945-A8A1-0ACE6DCDC37D}" type="presOf" srcId="{7F932B48-419A-48F0-8E05-0F8B5A6102D4}" destId="{46225289-209F-4119-B9E1-FF0CAEF86C1B}" srcOrd="0" destOrd="0" presId="urn:microsoft.com/office/officeart/2008/layout/HorizontalMultiLevelHierarchy"/>
    <dgm:cxn modelId="{2F4CD71A-297D-4ACD-B629-AB3DE5BCF767}" srcId="{DA9C4E55-D2A8-4E2C-80EB-EFB7DCEFE49E}" destId="{84A95DE9-A194-4453-B399-AEF09B77A05F}" srcOrd="0" destOrd="0" parTransId="{1B1293C3-A93F-495A-ACD7-7EEA9A3EC114}" sibTransId="{AE2BBA88-C2C3-4F08-9F70-A1B9D4B57D00}"/>
    <dgm:cxn modelId="{2E7DDC21-3841-2D47-ACD2-3217A521AF1A}" type="presOf" srcId="{E35A1522-4C47-480C-919D-DB8965893AAD}" destId="{6AC87469-149D-4874-A593-D7CF5DB410E1}" srcOrd="1" destOrd="0" presId="urn:microsoft.com/office/officeart/2008/layout/HorizontalMultiLevelHierarchy"/>
    <dgm:cxn modelId="{AB154F30-5BE7-794C-A1B3-8DE5E7EAF09A}" type="presOf" srcId="{1224B4B5-643C-4C1C-8B83-6CB6A22ED492}" destId="{19709E4B-CA15-44D0-8EB2-0772E755412A}" srcOrd="1" destOrd="0" presId="urn:microsoft.com/office/officeart/2008/layout/HorizontalMultiLevelHierarchy"/>
    <dgm:cxn modelId="{702CA266-7AFF-49B1-8E69-ADE50DB759DD}" srcId="{84A95DE9-A194-4453-B399-AEF09B77A05F}" destId="{BF6ED068-7514-41EC-AF6F-9F8995CF5257}" srcOrd="0" destOrd="0" parTransId="{A3117742-37B0-4709-BC14-19518A5530E1}" sibTransId="{4B92D4F7-AEE5-4659-B339-FFCE37E892BC}"/>
    <dgm:cxn modelId="{7C334068-0F38-E649-BC2B-6F329BAEC6EB}" type="presOf" srcId="{A3117742-37B0-4709-BC14-19518A5530E1}" destId="{07884D04-E2E6-458C-B5F2-0197FB428E92}" srcOrd="1" destOrd="0" presId="urn:microsoft.com/office/officeart/2008/layout/HorizontalMultiLevelHierarchy"/>
    <dgm:cxn modelId="{B5C97E6B-2782-6C40-914D-382E4945CC49}" type="presOf" srcId="{B9B2D124-3A47-4567-9DB6-70FE437E1C78}" destId="{D2BBC256-608F-4DAD-AD7A-78FB07EC4DFC}" srcOrd="0" destOrd="0" presId="urn:microsoft.com/office/officeart/2008/layout/HorizontalMultiLevelHierarchy"/>
    <dgm:cxn modelId="{CCF93D6F-74AA-4867-AA38-5F3896F098C6}" srcId="{67EA6445-2241-4678-B309-4AF9A8AFE7D1}" destId="{D4BFDDBC-0959-48E2-826A-8413D73A9505}" srcOrd="0" destOrd="0" parTransId="{E35A1522-4C47-480C-919D-DB8965893AAD}" sibTransId="{F3C8F2E0-80F9-4ED2-910F-778EF56A8120}"/>
    <dgm:cxn modelId="{5F7AE67C-6A5F-884D-B070-6D2B2DDFA444}" type="presOf" srcId="{1224B4B5-643C-4C1C-8B83-6CB6A22ED492}" destId="{FD281806-A65C-4967-A129-93A2BDC0F21A}" srcOrd="0" destOrd="0" presId="urn:microsoft.com/office/officeart/2008/layout/HorizontalMultiLevelHierarchy"/>
    <dgm:cxn modelId="{1CA27090-5159-BA4A-BD2B-5A3B35782291}" type="presOf" srcId="{67EA6445-2241-4678-B309-4AF9A8AFE7D1}" destId="{136248F3-1792-464A-8145-230AB615C3BF}" srcOrd="0" destOrd="0" presId="urn:microsoft.com/office/officeart/2008/layout/HorizontalMultiLevelHierarchy"/>
    <dgm:cxn modelId="{FE098C91-00C4-4CED-A9E9-E53CF8D23659}" srcId="{2F040D34-06BB-4BA0-805C-8978678C4EF6}" destId="{02A59B30-D8DE-4955-AA14-439EE140F409}" srcOrd="0" destOrd="0" parTransId="{B9B2D124-3A47-4567-9DB6-70FE437E1C78}" sibTransId="{4A189C30-AB58-43AC-846A-D23D8D0889A8}"/>
    <dgm:cxn modelId="{7F882095-1734-4345-981C-9C0635F5F74A}" type="presOf" srcId="{B9B2D124-3A47-4567-9DB6-70FE437E1C78}" destId="{48D057F8-2DE1-4E3A-A7E6-3EFE03A35246}" srcOrd="1" destOrd="0" presId="urn:microsoft.com/office/officeart/2008/layout/HorizontalMultiLevelHierarchy"/>
    <dgm:cxn modelId="{B297F495-8097-C445-8744-DA05EC165485}" type="presOf" srcId="{7F932B48-419A-48F0-8E05-0F8B5A6102D4}" destId="{33C878DB-EC6B-4514-91B5-6F786A0F2DC4}" srcOrd="1" destOrd="0" presId="urn:microsoft.com/office/officeart/2008/layout/HorizontalMultiLevelHierarchy"/>
    <dgm:cxn modelId="{51DFFCA9-384C-BA4A-A904-C2D8EE576417}" type="presOf" srcId="{2F040D34-06BB-4BA0-805C-8978678C4EF6}" destId="{24C7C7C9-F00B-46B7-9657-DDAB7ADCE4C5}" srcOrd="0" destOrd="0" presId="urn:microsoft.com/office/officeart/2008/layout/HorizontalMultiLevelHierarchy"/>
    <dgm:cxn modelId="{38CC3CBA-2E5F-4960-A637-368C656FAD93}" srcId="{BF6ED068-7514-41EC-AF6F-9F8995CF5257}" destId="{2F040D34-06BB-4BA0-805C-8978678C4EF6}" srcOrd="0" destOrd="0" parTransId="{1224B4B5-643C-4C1C-8B83-6CB6A22ED492}" sibTransId="{5D970EAB-4833-4328-BCAB-9117BF8A76B8}"/>
    <dgm:cxn modelId="{B93EF8C0-46C5-3240-952F-3FE0AD5C0C42}" type="presOf" srcId="{BF6ED068-7514-41EC-AF6F-9F8995CF5257}" destId="{44B7FF87-723D-47F8-AB58-060B7EC7C2F0}" srcOrd="0" destOrd="0" presId="urn:microsoft.com/office/officeart/2008/layout/HorizontalMultiLevelHierarchy"/>
    <dgm:cxn modelId="{B3208AC3-CEAB-2043-A4E9-F5933835566D}" type="presOf" srcId="{84A95DE9-A194-4453-B399-AEF09B77A05F}" destId="{D58E040B-7114-41FA-8A19-2B1BC19421A6}" srcOrd="0" destOrd="0" presId="urn:microsoft.com/office/officeart/2008/layout/HorizontalMultiLevelHierarchy"/>
    <dgm:cxn modelId="{1B4416CD-CFCA-FC4E-9712-49824D9A3A07}" type="presOf" srcId="{DA9C4E55-D2A8-4E2C-80EB-EFB7DCEFE49E}" destId="{1B217D53-0F24-4AA7-99C6-3B151FD28D3F}" srcOrd="0" destOrd="0" presId="urn:microsoft.com/office/officeart/2008/layout/HorizontalMultiLevelHierarchy"/>
    <dgm:cxn modelId="{FFEAC5D0-585C-B242-B36A-345CE8511D7D}" type="presOf" srcId="{02A59B30-D8DE-4955-AA14-439EE140F409}" destId="{073539E5-93B1-4901-86CB-3B0FC20E3B65}" srcOrd="0" destOrd="0" presId="urn:microsoft.com/office/officeart/2008/layout/HorizontalMultiLevelHierarchy"/>
    <dgm:cxn modelId="{23DA31E1-87DD-F34B-BF4D-39903ECEA3C3}" type="presOf" srcId="{D4BFDDBC-0959-48E2-826A-8413D73A9505}" destId="{DADC85F6-7D04-40D3-BAC7-BEB3E8AFF4FF}" srcOrd="0" destOrd="0" presId="urn:microsoft.com/office/officeart/2008/layout/HorizontalMultiLevelHierarchy"/>
    <dgm:cxn modelId="{1C7350F3-B697-3A43-9EBF-E6F8547D0DCD}" type="presOf" srcId="{E35A1522-4C47-480C-919D-DB8965893AAD}" destId="{61A7FC87-0513-4FEE-8437-601730A60A72}" srcOrd="0" destOrd="0" presId="urn:microsoft.com/office/officeart/2008/layout/HorizontalMultiLevelHierarchy"/>
    <dgm:cxn modelId="{FEB8BF3D-81A8-9142-BD5E-DDFCC36F0594}" type="presParOf" srcId="{1B217D53-0F24-4AA7-99C6-3B151FD28D3F}" destId="{2DC91E03-2E2D-44AD-9B3D-0F1065F39187}" srcOrd="0" destOrd="0" presId="urn:microsoft.com/office/officeart/2008/layout/HorizontalMultiLevelHierarchy"/>
    <dgm:cxn modelId="{D031B2E4-3EF6-1245-9DBC-F14AE0611B9E}" type="presParOf" srcId="{2DC91E03-2E2D-44AD-9B3D-0F1065F39187}" destId="{D58E040B-7114-41FA-8A19-2B1BC19421A6}" srcOrd="0" destOrd="0" presId="urn:microsoft.com/office/officeart/2008/layout/HorizontalMultiLevelHierarchy"/>
    <dgm:cxn modelId="{6D46AE72-E9D5-9142-BBBD-73D4BE8ADE19}" type="presParOf" srcId="{2DC91E03-2E2D-44AD-9B3D-0F1065F39187}" destId="{54CABA31-16C3-4F14-B8CF-9D66EFA5FC07}" srcOrd="1" destOrd="0" presId="urn:microsoft.com/office/officeart/2008/layout/HorizontalMultiLevelHierarchy"/>
    <dgm:cxn modelId="{A026FABA-FF2F-904B-BF55-C73D66DA9792}" type="presParOf" srcId="{54CABA31-16C3-4F14-B8CF-9D66EFA5FC07}" destId="{64A4783F-CE7A-4703-939D-5FA95D00842B}" srcOrd="0" destOrd="0" presId="urn:microsoft.com/office/officeart/2008/layout/HorizontalMultiLevelHierarchy"/>
    <dgm:cxn modelId="{0492BF98-841C-A84C-9624-D82BA8A93AE8}" type="presParOf" srcId="{64A4783F-CE7A-4703-939D-5FA95D00842B}" destId="{07884D04-E2E6-458C-B5F2-0197FB428E92}" srcOrd="0" destOrd="0" presId="urn:microsoft.com/office/officeart/2008/layout/HorizontalMultiLevelHierarchy"/>
    <dgm:cxn modelId="{A88195F1-E446-2D4D-9FDC-D150C0CB9CEA}" type="presParOf" srcId="{54CABA31-16C3-4F14-B8CF-9D66EFA5FC07}" destId="{829DBC20-6E13-4091-B4C0-8EC099534330}" srcOrd="1" destOrd="0" presId="urn:microsoft.com/office/officeart/2008/layout/HorizontalMultiLevelHierarchy"/>
    <dgm:cxn modelId="{329AB691-4038-E74C-94FA-780110A83FF1}" type="presParOf" srcId="{829DBC20-6E13-4091-B4C0-8EC099534330}" destId="{44B7FF87-723D-47F8-AB58-060B7EC7C2F0}" srcOrd="0" destOrd="0" presId="urn:microsoft.com/office/officeart/2008/layout/HorizontalMultiLevelHierarchy"/>
    <dgm:cxn modelId="{A92C6FCC-09C6-1441-9F32-CD526E2B49C6}" type="presParOf" srcId="{829DBC20-6E13-4091-B4C0-8EC099534330}" destId="{5011E9B3-30FF-42C8-B62D-F888600255B9}" srcOrd="1" destOrd="0" presId="urn:microsoft.com/office/officeart/2008/layout/HorizontalMultiLevelHierarchy"/>
    <dgm:cxn modelId="{66BAAE07-BE68-2649-87A8-EC42D768E2F5}" type="presParOf" srcId="{5011E9B3-30FF-42C8-B62D-F888600255B9}" destId="{FD281806-A65C-4967-A129-93A2BDC0F21A}" srcOrd="0" destOrd="0" presId="urn:microsoft.com/office/officeart/2008/layout/HorizontalMultiLevelHierarchy"/>
    <dgm:cxn modelId="{09B715E7-A53E-7E47-A047-193DDECC6EF0}" type="presParOf" srcId="{FD281806-A65C-4967-A129-93A2BDC0F21A}" destId="{19709E4B-CA15-44D0-8EB2-0772E755412A}" srcOrd="0" destOrd="0" presId="urn:microsoft.com/office/officeart/2008/layout/HorizontalMultiLevelHierarchy"/>
    <dgm:cxn modelId="{DE155198-8B2F-F744-994D-AB485D29E3E0}" type="presParOf" srcId="{5011E9B3-30FF-42C8-B62D-F888600255B9}" destId="{835FF06A-5665-4323-ADF8-2B70A9B1E5F0}" srcOrd="1" destOrd="0" presId="urn:microsoft.com/office/officeart/2008/layout/HorizontalMultiLevelHierarchy"/>
    <dgm:cxn modelId="{D7266C6F-90CD-7949-8492-815E7C1B5BF0}" type="presParOf" srcId="{835FF06A-5665-4323-ADF8-2B70A9B1E5F0}" destId="{24C7C7C9-F00B-46B7-9657-DDAB7ADCE4C5}" srcOrd="0" destOrd="0" presId="urn:microsoft.com/office/officeart/2008/layout/HorizontalMultiLevelHierarchy"/>
    <dgm:cxn modelId="{08EFC920-3761-FE4D-9287-021CA3D2EA33}" type="presParOf" srcId="{835FF06A-5665-4323-ADF8-2B70A9B1E5F0}" destId="{65AC8E97-BADE-42B9-8460-C07B3549DB74}" srcOrd="1" destOrd="0" presId="urn:microsoft.com/office/officeart/2008/layout/HorizontalMultiLevelHierarchy"/>
    <dgm:cxn modelId="{B7F1C228-479C-A14A-B0A5-E14F60D93F4B}" type="presParOf" srcId="{65AC8E97-BADE-42B9-8460-C07B3549DB74}" destId="{D2BBC256-608F-4DAD-AD7A-78FB07EC4DFC}" srcOrd="0" destOrd="0" presId="urn:microsoft.com/office/officeart/2008/layout/HorizontalMultiLevelHierarchy"/>
    <dgm:cxn modelId="{FFA4628D-ED1C-9749-9E67-EE02E2CCED0F}" type="presParOf" srcId="{D2BBC256-608F-4DAD-AD7A-78FB07EC4DFC}" destId="{48D057F8-2DE1-4E3A-A7E6-3EFE03A35246}" srcOrd="0" destOrd="0" presId="urn:microsoft.com/office/officeart/2008/layout/HorizontalMultiLevelHierarchy"/>
    <dgm:cxn modelId="{84366B63-B303-7F4B-B7F2-0511D5C88AC2}" type="presParOf" srcId="{65AC8E97-BADE-42B9-8460-C07B3549DB74}" destId="{815EC972-2BE3-4A4C-B1A0-81E30A484054}" srcOrd="1" destOrd="0" presId="urn:microsoft.com/office/officeart/2008/layout/HorizontalMultiLevelHierarchy"/>
    <dgm:cxn modelId="{9F271AC4-BE4E-E246-8C4F-AB29D7FD1814}" type="presParOf" srcId="{815EC972-2BE3-4A4C-B1A0-81E30A484054}" destId="{073539E5-93B1-4901-86CB-3B0FC20E3B65}" srcOrd="0" destOrd="0" presId="urn:microsoft.com/office/officeart/2008/layout/HorizontalMultiLevelHierarchy"/>
    <dgm:cxn modelId="{8C6DE0FE-86A4-3C4B-BA0A-6C7B43399B0C}" type="presParOf" srcId="{815EC972-2BE3-4A4C-B1A0-81E30A484054}" destId="{25C5EF7C-5EB8-4433-8D98-38ACE242DAA5}" srcOrd="1" destOrd="0" presId="urn:microsoft.com/office/officeart/2008/layout/HorizontalMultiLevelHierarchy"/>
    <dgm:cxn modelId="{4E22AEB9-31C0-BA4C-9FFF-903A7CA8C058}" type="presParOf" srcId="{54CABA31-16C3-4F14-B8CF-9D66EFA5FC07}" destId="{46225289-209F-4119-B9E1-FF0CAEF86C1B}" srcOrd="2" destOrd="0" presId="urn:microsoft.com/office/officeart/2008/layout/HorizontalMultiLevelHierarchy"/>
    <dgm:cxn modelId="{68FF16FA-B4C9-D247-AA4B-0548F3DD5CD4}" type="presParOf" srcId="{46225289-209F-4119-B9E1-FF0CAEF86C1B}" destId="{33C878DB-EC6B-4514-91B5-6F786A0F2DC4}" srcOrd="0" destOrd="0" presId="urn:microsoft.com/office/officeart/2008/layout/HorizontalMultiLevelHierarchy"/>
    <dgm:cxn modelId="{8B22DFEA-2115-1E46-B724-20689AF23B1D}" type="presParOf" srcId="{54CABA31-16C3-4F14-B8CF-9D66EFA5FC07}" destId="{27B6331F-94E9-4798-B798-AC79D4A19EAB}" srcOrd="3" destOrd="0" presId="urn:microsoft.com/office/officeart/2008/layout/HorizontalMultiLevelHierarchy"/>
    <dgm:cxn modelId="{B09CD175-7B7C-A34A-B301-81527EA528B7}" type="presParOf" srcId="{27B6331F-94E9-4798-B798-AC79D4A19EAB}" destId="{136248F3-1792-464A-8145-230AB615C3BF}" srcOrd="0" destOrd="0" presId="urn:microsoft.com/office/officeart/2008/layout/HorizontalMultiLevelHierarchy"/>
    <dgm:cxn modelId="{864BDF95-7E3F-9B4A-AF24-4F35DF6B3D4A}" type="presParOf" srcId="{27B6331F-94E9-4798-B798-AC79D4A19EAB}" destId="{AF373C00-4C2C-454B-ADDF-C82BF6909A26}" srcOrd="1" destOrd="0" presId="urn:microsoft.com/office/officeart/2008/layout/HorizontalMultiLevelHierarchy"/>
    <dgm:cxn modelId="{ACD4A9D4-7399-8447-895F-A6009BF76744}" type="presParOf" srcId="{AF373C00-4C2C-454B-ADDF-C82BF6909A26}" destId="{61A7FC87-0513-4FEE-8437-601730A60A72}" srcOrd="0" destOrd="0" presId="urn:microsoft.com/office/officeart/2008/layout/HorizontalMultiLevelHierarchy"/>
    <dgm:cxn modelId="{F5C7F70F-D4FC-064F-B6B8-50F5241F9D4C}" type="presParOf" srcId="{61A7FC87-0513-4FEE-8437-601730A60A72}" destId="{6AC87469-149D-4874-A593-D7CF5DB410E1}" srcOrd="0" destOrd="0" presId="urn:microsoft.com/office/officeart/2008/layout/HorizontalMultiLevelHierarchy"/>
    <dgm:cxn modelId="{82B5F7EC-50A5-AE40-9E31-B960991CC6EC}" type="presParOf" srcId="{AF373C00-4C2C-454B-ADDF-C82BF6909A26}" destId="{EE0F7D3B-ACDC-490C-85EB-328F3374BE66}" srcOrd="1" destOrd="0" presId="urn:microsoft.com/office/officeart/2008/layout/HorizontalMultiLevelHierarchy"/>
    <dgm:cxn modelId="{E153ACD0-02F8-364E-97DB-D5D9C08FAF04}" type="presParOf" srcId="{EE0F7D3B-ACDC-490C-85EB-328F3374BE66}" destId="{DADC85F6-7D04-40D3-BAC7-BEB3E8AFF4FF}" srcOrd="0" destOrd="0" presId="urn:microsoft.com/office/officeart/2008/layout/HorizontalMultiLevelHierarchy"/>
    <dgm:cxn modelId="{973B3EEE-1A9E-9745-8AD8-F00A57AC4F65}" type="presParOf" srcId="{EE0F7D3B-ACDC-490C-85EB-328F3374BE66}" destId="{6C1DD065-F886-464D-B4D4-EA9772CA4774}"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28995A8-2ED1-44BC-A8BC-D4BEA66CE63E}"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MX"/>
        </a:p>
      </dgm:t>
    </dgm:pt>
    <dgm:pt modelId="{4D898141-D132-47F2-B740-8E20D142703C}">
      <dgm:prSet phldrT="[Text]"/>
      <dgm:spPr/>
      <dgm:t>
        <a:bodyPr/>
        <a:lstStyle/>
        <a:p>
          <a:r>
            <a:rPr lang="es-MX" dirty="0"/>
            <a:t>Pérdidas</a:t>
          </a:r>
        </a:p>
      </dgm:t>
    </dgm:pt>
    <dgm:pt modelId="{175A981F-C3B6-468C-9C0D-F4359300E017}" type="parTrans" cxnId="{8013A6ED-0016-4C06-B14E-577600120E90}">
      <dgm:prSet/>
      <dgm:spPr/>
      <dgm:t>
        <a:bodyPr/>
        <a:lstStyle/>
        <a:p>
          <a:endParaRPr lang="es-MX"/>
        </a:p>
      </dgm:t>
    </dgm:pt>
    <dgm:pt modelId="{C91D52ED-AA6E-42BD-A28B-33C62E661DEB}" type="sibTrans" cxnId="{8013A6ED-0016-4C06-B14E-577600120E90}">
      <dgm:prSet/>
      <dgm:spPr/>
      <dgm:t>
        <a:bodyPr/>
        <a:lstStyle/>
        <a:p>
          <a:endParaRPr lang="es-MX"/>
        </a:p>
      </dgm:t>
    </dgm:pt>
    <dgm:pt modelId="{122A8C0A-170F-41E3-9760-9B3F4CFAE4B6}">
      <dgm:prSet phldrT="[Text]"/>
      <dgm:spPr/>
      <dgm:t>
        <a:bodyPr/>
        <a:lstStyle/>
        <a:p>
          <a:r>
            <a:rPr lang="es-MX" dirty="0"/>
            <a:t>Actividades Comerciales</a:t>
          </a:r>
        </a:p>
      </dgm:t>
    </dgm:pt>
    <dgm:pt modelId="{4439DA12-F331-4044-806D-D11795059A34}" type="parTrans" cxnId="{B5BBD17D-4EEA-4CE3-94F1-F3A24F9CF245}">
      <dgm:prSet/>
      <dgm:spPr/>
      <dgm:t>
        <a:bodyPr/>
        <a:lstStyle/>
        <a:p>
          <a:endParaRPr lang="es-MX"/>
        </a:p>
      </dgm:t>
    </dgm:pt>
    <dgm:pt modelId="{FD63B074-0E48-428F-A545-78F54FB53295}" type="sibTrans" cxnId="{B5BBD17D-4EEA-4CE3-94F1-F3A24F9CF245}">
      <dgm:prSet/>
      <dgm:spPr/>
      <dgm:t>
        <a:bodyPr/>
        <a:lstStyle/>
        <a:p>
          <a:endParaRPr lang="es-MX"/>
        </a:p>
      </dgm:t>
    </dgm:pt>
    <dgm:pt modelId="{3AF92867-1E63-4A19-91B9-AEA0CC270EB1}">
      <dgm:prSet phldrT="[Text]"/>
      <dgm:spPr/>
      <dgm:t>
        <a:bodyPr/>
        <a:lstStyle/>
        <a:p>
          <a:r>
            <a:rPr lang="es-MX" dirty="0"/>
            <a:t>Inventarios</a:t>
          </a:r>
        </a:p>
        <a:p>
          <a:r>
            <a:rPr lang="es-MX" dirty="0"/>
            <a:t>CXC</a:t>
          </a:r>
        </a:p>
      </dgm:t>
    </dgm:pt>
    <dgm:pt modelId="{F7F4A74E-76ED-4964-9E61-E865622C6BA2}" type="parTrans" cxnId="{72DBE0AF-2088-4AF9-AD48-E8F5D9D9F1E2}">
      <dgm:prSet/>
      <dgm:spPr/>
      <dgm:t>
        <a:bodyPr/>
        <a:lstStyle/>
        <a:p>
          <a:endParaRPr lang="es-MX"/>
        </a:p>
      </dgm:t>
    </dgm:pt>
    <dgm:pt modelId="{B02B83C1-502A-4F72-93AE-0FC6DF4099D0}" type="sibTrans" cxnId="{72DBE0AF-2088-4AF9-AD48-E8F5D9D9F1E2}">
      <dgm:prSet/>
      <dgm:spPr/>
      <dgm:t>
        <a:bodyPr/>
        <a:lstStyle/>
        <a:p>
          <a:endParaRPr lang="es-MX"/>
        </a:p>
      </dgm:t>
    </dgm:pt>
    <dgm:pt modelId="{A53AF0FB-812D-47A4-AC23-159B2D81BE50}">
      <dgm:prSet phldrT="[Text]"/>
      <dgm:spPr/>
      <dgm:t>
        <a:bodyPr/>
        <a:lstStyle/>
        <a:p>
          <a:r>
            <a:rPr lang="es-MX" dirty="0"/>
            <a:t>Otras Actividades</a:t>
          </a:r>
        </a:p>
      </dgm:t>
    </dgm:pt>
    <dgm:pt modelId="{60BD4EFC-BDFA-47C6-A437-2BE8AA5561BA}" type="parTrans" cxnId="{B557AB28-A7D2-4771-9E20-8BE41B080A56}">
      <dgm:prSet/>
      <dgm:spPr/>
      <dgm:t>
        <a:bodyPr/>
        <a:lstStyle/>
        <a:p>
          <a:endParaRPr lang="es-MX"/>
        </a:p>
      </dgm:t>
    </dgm:pt>
    <dgm:pt modelId="{355F2CE2-01C9-4AB0-9F99-A49D47F1E283}" type="sibTrans" cxnId="{B557AB28-A7D2-4771-9E20-8BE41B080A56}">
      <dgm:prSet/>
      <dgm:spPr/>
      <dgm:t>
        <a:bodyPr/>
        <a:lstStyle/>
        <a:p>
          <a:endParaRPr lang="es-MX"/>
        </a:p>
      </dgm:t>
    </dgm:pt>
    <dgm:pt modelId="{181DDB32-E707-48C7-B479-081A669A901E}">
      <dgm:prSet phldrT="[Text]"/>
      <dgm:spPr/>
      <dgm:t>
        <a:bodyPr/>
        <a:lstStyle/>
        <a:p>
          <a:r>
            <a:rPr lang="es-MX" dirty="0"/>
            <a:t>Activo Fijo</a:t>
          </a:r>
        </a:p>
      </dgm:t>
    </dgm:pt>
    <dgm:pt modelId="{9BA27F1E-B063-4865-99AF-089E0C85C3A7}" type="parTrans" cxnId="{D2548E0F-97DE-4B18-BBA7-8BB4B1F40CD1}">
      <dgm:prSet/>
      <dgm:spPr/>
      <dgm:t>
        <a:bodyPr/>
        <a:lstStyle/>
        <a:p>
          <a:endParaRPr lang="es-MX"/>
        </a:p>
      </dgm:t>
    </dgm:pt>
    <dgm:pt modelId="{27E03400-42EE-4405-9EB3-2799D01E3307}" type="sibTrans" cxnId="{D2548E0F-97DE-4B18-BBA7-8BB4B1F40CD1}">
      <dgm:prSet/>
      <dgm:spPr/>
      <dgm:t>
        <a:bodyPr/>
        <a:lstStyle/>
        <a:p>
          <a:endParaRPr lang="es-MX"/>
        </a:p>
      </dgm:t>
    </dgm:pt>
    <dgm:pt modelId="{637B474B-08F6-4848-86C4-F2174AE36ED5}" type="pres">
      <dgm:prSet presAssocID="{D28995A8-2ED1-44BC-A8BC-D4BEA66CE63E}" presName="diagram" presStyleCnt="0">
        <dgm:presLayoutVars>
          <dgm:chPref val="1"/>
          <dgm:dir/>
          <dgm:animOne val="branch"/>
          <dgm:animLvl val="lvl"/>
          <dgm:resizeHandles val="exact"/>
        </dgm:presLayoutVars>
      </dgm:prSet>
      <dgm:spPr/>
    </dgm:pt>
    <dgm:pt modelId="{63271F4B-82CC-4008-99B9-E3C2EAE97D2C}" type="pres">
      <dgm:prSet presAssocID="{4D898141-D132-47F2-B740-8E20D142703C}" presName="root1" presStyleCnt="0"/>
      <dgm:spPr/>
    </dgm:pt>
    <dgm:pt modelId="{8EB7CB4F-7DDF-41E7-BFF5-83F15E959E7A}" type="pres">
      <dgm:prSet presAssocID="{4D898141-D132-47F2-B740-8E20D142703C}" presName="LevelOneTextNode" presStyleLbl="node0" presStyleIdx="0" presStyleCnt="1">
        <dgm:presLayoutVars>
          <dgm:chPref val="3"/>
        </dgm:presLayoutVars>
      </dgm:prSet>
      <dgm:spPr/>
    </dgm:pt>
    <dgm:pt modelId="{5F14515D-0636-43BE-A1AE-F1084B765927}" type="pres">
      <dgm:prSet presAssocID="{4D898141-D132-47F2-B740-8E20D142703C}" presName="level2hierChild" presStyleCnt="0"/>
      <dgm:spPr/>
    </dgm:pt>
    <dgm:pt modelId="{AE5FC4A3-F26D-4783-93A2-D68C0CC1CE5F}" type="pres">
      <dgm:prSet presAssocID="{4439DA12-F331-4044-806D-D11795059A34}" presName="conn2-1" presStyleLbl="parChTrans1D2" presStyleIdx="0" presStyleCnt="2"/>
      <dgm:spPr/>
    </dgm:pt>
    <dgm:pt modelId="{73B0D445-8A85-4E8B-B6FB-5E0FFD7E0270}" type="pres">
      <dgm:prSet presAssocID="{4439DA12-F331-4044-806D-D11795059A34}" presName="connTx" presStyleLbl="parChTrans1D2" presStyleIdx="0" presStyleCnt="2"/>
      <dgm:spPr/>
    </dgm:pt>
    <dgm:pt modelId="{5C731124-F546-4C27-8AE1-58187F5A03AE}" type="pres">
      <dgm:prSet presAssocID="{122A8C0A-170F-41E3-9760-9B3F4CFAE4B6}" presName="root2" presStyleCnt="0"/>
      <dgm:spPr/>
    </dgm:pt>
    <dgm:pt modelId="{E8FC5113-0C56-4B6B-A6BC-D25BD24A51E6}" type="pres">
      <dgm:prSet presAssocID="{122A8C0A-170F-41E3-9760-9B3F4CFAE4B6}" presName="LevelTwoTextNode" presStyleLbl="node2" presStyleIdx="0" presStyleCnt="2">
        <dgm:presLayoutVars>
          <dgm:chPref val="3"/>
        </dgm:presLayoutVars>
      </dgm:prSet>
      <dgm:spPr/>
    </dgm:pt>
    <dgm:pt modelId="{A7FE424C-B726-490B-A9CA-32DCD6ABBDEB}" type="pres">
      <dgm:prSet presAssocID="{122A8C0A-170F-41E3-9760-9B3F4CFAE4B6}" presName="level3hierChild" presStyleCnt="0"/>
      <dgm:spPr/>
    </dgm:pt>
    <dgm:pt modelId="{44CEEE38-B54D-462B-9F11-16CB4488A90E}" type="pres">
      <dgm:prSet presAssocID="{F7F4A74E-76ED-4964-9E61-E865622C6BA2}" presName="conn2-1" presStyleLbl="parChTrans1D3" presStyleIdx="0" presStyleCnt="2"/>
      <dgm:spPr/>
    </dgm:pt>
    <dgm:pt modelId="{BBCA0E73-DA26-49B3-8717-8F36B84761BE}" type="pres">
      <dgm:prSet presAssocID="{F7F4A74E-76ED-4964-9E61-E865622C6BA2}" presName="connTx" presStyleLbl="parChTrans1D3" presStyleIdx="0" presStyleCnt="2"/>
      <dgm:spPr/>
    </dgm:pt>
    <dgm:pt modelId="{205FF933-5E10-41F1-B707-BEF7828D1B58}" type="pres">
      <dgm:prSet presAssocID="{3AF92867-1E63-4A19-91B9-AEA0CC270EB1}" presName="root2" presStyleCnt="0"/>
      <dgm:spPr/>
    </dgm:pt>
    <dgm:pt modelId="{CDA7DC8A-B635-4BB5-B73D-3E51F961C8F2}" type="pres">
      <dgm:prSet presAssocID="{3AF92867-1E63-4A19-91B9-AEA0CC270EB1}" presName="LevelTwoTextNode" presStyleLbl="node3" presStyleIdx="0" presStyleCnt="2">
        <dgm:presLayoutVars>
          <dgm:chPref val="3"/>
        </dgm:presLayoutVars>
      </dgm:prSet>
      <dgm:spPr/>
    </dgm:pt>
    <dgm:pt modelId="{853767DB-7FF1-475C-A3CE-1DD2B75E6A17}" type="pres">
      <dgm:prSet presAssocID="{3AF92867-1E63-4A19-91B9-AEA0CC270EB1}" presName="level3hierChild" presStyleCnt="0"/>
      <dgm:spPr/>
    </dgm:pt>
    <dgm:pt modelId="{310E2FD7-D023-4AB9-BD18-4E4E9F6C4A31}" type="pres">
      <dgm:prSet presAssocID="{60BD4EFC-BDFA-47C6-A437-2BE8AA5561BA}" presName="conn2-1" presStyleLbl="parChTrans1D2" presStyleIdx="1" presStyleCnt="2"/>
      <dgm:spPr/>
    </dgm:pt>
    <dgm:pt modelId="{88425699-5488-47E6-9368-623F7829F1A4}" type="pres">
      <dgm:prSet presAssocID="{60BD4EFC-BDFA-47C6-A437-2BE8AA5561BA}" presName="connTx" presStyleLbl="parChTrans1D2" presStyleIdx="1" presStyleCnt="2"/>
      <dgm:spPr/>
    </dgm:pt>
    <dgm:pt modelId="{FF06C4B2-99E0-4B89-9973-093534B86277}" type="pres">
      <dgm:prSet presAssocID="{A53AF0FB-812D-47A4-AC23-159B2D81BE50}" presName="root2" presStyleCnt="0"/>
      <dgm:spPr/>
    </dgm:pt>
    <dgm:pt modelId="{FE8DE526-CCD5-4578-8D8F-662B281894C8}" type="pres">
      <dgm:prSet presAssocID="{A53AF0FB-812D-47A4-AC23-159B2D81BE50}" presName="LevelTwoTextNode" presStyleLbl="node2" presStyleIdx="1" presStyleCnt="2">
        <dgm:presLayoutVars>
          <dgm:chPref val="3"/>
        </dgm:presLayoutVars>
      </dgm:prSet>
      <dgm:spPr/>
    </dgm:pt>
    <dgm:pt modelId="{0B843DA9-1C20-4555-B380-311C18D6878A}" type="pres">
      <dgm:prSet presAssocID="{A53AF0FB-812D-47A4-AC23-159B2D81BE50}" presName="level3hierChild" presStyleCnt="0"/>
      <dgm:spPr/>
    </dgm:pt>
    <dgm:pt modelId="{D894A7AB-5F55-47F5-A97C-C479B52A2209}" type="pres">
      <dgm:prSet presAssocID="{9BA27F1E-B063-4865-99AF-089E0C85C3A7}" presName="conn2-1" presStyleLbl="parChTrans1D3" presStyleIdx="1" presStyleCnt="2"/>
      <dgm:spPr/>
    </dgm:pt>
    <dgm:pt modelId="{18E12149-BD11-41EF-BA40-CDA1BDCF6A42}" type="pres">
      <dgm:prSet presAssocID="{9BA27F1E-B063-4865-99AF-089E0C85C3A7}" presName="connTx" presStyleLbl="parChTrans1D3" presStyleIdx="1" presStyleCnt="2"/>
      <dgm:spPr/>
    </dgm:pt>
    <dgm:pt modelId="{10C272FA-0E1B-48CB-AA31-F0F74AC035E3}" type="pres">
      <dgm:prSet presAssocID="{181DDB32-E707-48C7-B479-081A669A901E}" presName="root2" presStyleCnt="0"/>
      <dgm:spPr/>
    </dgm:pt>
    <dgm:pt modelId="{73BA3931-F6D3-42C5-BF61-01AAA55D0D52}" type="pres">
      <dgm:prSet presAssocID="{181DDB32-E707-48C7-B479-081A669A901E}" presName="LevelTwoTextNode" presStyleLbl="node3" presStyleIdx="1" presStyleCnt="2">
        <dgm:presLayoutVars>
          <dgm:chPref val="3"/>
        </dgm:presLayoutVars>
      </dgm:prSet>
      <dgm:spPr/>
    </dgm:pt>
    <dgm:pt modelId="{48E30AFD-120D-4F21-AD97-1619F4E9B7FF}" type="pres">
      <dgm:prSet presAssocID="{181DDB32-E707-48C7-B479-081A669A901E}" presName="level3hierChild" presStyleCnt="0"/>
      <dgm:spPr/>
    </dgm:pt>
  </dgm:ptLst>
  <dgm:cxnLst>
    <dgm:cxn modelId="{C1723408-61C6-C94A-889E-C8897B352A3B}" type="presOf" srcId="{4D898141-D132-47F2-B740-8E20D142703C}" destId="{8EB7CB4F-7DDF-41E7-BFF5-83F15E959E7A}" srcOrd="0" destOrd="0" presId="urn:microsoft.com/office/officeart/2005/8/layout/hierarchy2"/>
    <dgm:cxn modelId="{D2548E0F-97DE-4B18-BBA7-8BB4B1F40CD1}" srcId="{A53AF0FB-812D-47A4-AC23-159B2D81BE50}" destId="{181DDB32-E707-48C7-B479-081A669A901E}" srcOrd="0" destOrd="0" parTransId="{9BA27F1E-B063-4865-99AF-089E0C85C3A7}" sibTransId="{27E03400-42EE-4405-9EB3-2799D01E3307}"/>
    <dgm:cxn modelId="{EB84A00F-4518-9C49-913C-FFB507A6F92D}" type="presOf" srcId="{60BD4EFC-BDFA-47C6-A437-2BE8AA5561BA}" destId="{310E2FD7-D023-4AB9-BD18-4E4E9F6C4A31}" srcOrd="0" destOrd="0" presId="urn:microsoft.com/office/officeart/2005/8/layout/hierarchy2"/>
    <dgm:cxn modelId="{B557AB28-A7D2-4771-9E20-8BE41B080A56}" srcId="{4D898141-D132-47F2-B740-8E20D142703C}" destId="{A53AF0FB-812D-47A4-AC23-159B2D81BE50}" srcOrd="1" destOrd="0" parTransId="{60BD4EFC-BDFA-47C6-A437-2BE8AA5561BA}" sibTransId="{355F2CE2-01C9-4AB0-9F99-A49D47F1E283}"/>
    <dgm:cxn modelId="{9F279C61-B461-9449-93C6-197A0862C931}" type="presOf" srcId="{4439DA12-F331-4044-806D-D11795059A34}" destId="{AE5FC4A3-F26D-4783-93A2-D68C0CC1CE5F}" srcOrd="0" destOrd="0" presId="urn:microsoft.com/office/officeart/2005/8/layout/hierarchy2"/>
    <dgm:cxn modelId="{BBF4414A-B6A9-D845-970F-926106143E81}" type="presOf" srcId="{4439DA12-F331-4044-806D-D11795059A34}" destId="{73B0D445-8A85-4E8B-B6FB-5E0FFD7E0270}" srcOrd="1" destOrd="0" presId="urn:microsoft.com/office/officeart/2005/8/layout/hierarchy2"/>
    <dgm:cxn modelId="{584EA076-1362-DB4C-A73D-16A13D5A0DE5}" type="presOf" srcId="{9BA27F1E-B063-4865-99AF-089E0C85C3A7}" destId="{D894A7AB-5F55-47F5-A97C-C479B52A2209}" srcOrd="0" destOrd="0" presId="urn:microsoft.com/office/officeart/2005/8/layout/hierarchy2"/>
    <dgm:cxn modelId="{3B9B1D5A-85F9-CF4F-A63A-898258DBC291}" type="presOf" srcId="{3AF92867-1E63-4A19-91B9-AEA0CC270EB1}" destId="{CDA7DC8A-B635-4BB5-B73D-3E51F961C8F2}" srcOrd="0" destOrd="0" presId="urn:microsoft.com/office/officeart/2005/8/layout/hierarchy2"/>
    <dgm:cxn modelId="{B5BBD17D-4EEA-4CE3-94F1-F3A24F9CF245}" srcId="{4D898141-D132-47F2-B740-8E20D142703C}" destId="{122A8C0A-170F-41E3-9760-9B3F4CFAE4B6}" srcOrd="0" destOrd="0" parTransId="{4439DA12-F331-4044-806D-D11795059A34}" sibTransId="{FD63B074-0E48-428F-A545-78F54FB53295}"/>
    <dgm:cxn modelId="{753E2684-A834-6846-A6A5-EB103DCA88E3}" type="presOf" srcId="{D28995A8-2ED1-44BC-A8BC-D4BEA66CE63E}" destId="{637B474B-08F6-4848-86C4-F2174AE36ED5}" srcOrd="0" destOrd="0" presId="urn:microsoft.com/office/officeart/2005/8/layout/hierarchy2"/>
    <dgm:cxn modelId="{E3809B91-593A-764F-9ED0-408C4F634D6C}" type="presOf" srcId="{60BD4EFC-BDFA-47C6-A437-2BE8AA5561BA}" destId="{88425699-5488-47E6-9368-623F7829F1A4}" srcOrd="1" destOrd="0" presId="urn:microsoft.com/office/officeart/2005/8/layout/hierarchy2"/>
    <dgm:cxn modelId="{03444F92-6CD1-8B46-B352-AB1A222762FB}" type="presOf" srcId="{9BA27F1E-B063-4865-99AF-089E0C85C3A7}" destId="{18E12149-BD11-41EF-BA40-CDA1BDCF6A42}" srcOrd="1" destOrd="0" presId="urn:microsoft.com/office/officeart/2005/8/layout/hierarchy2"/>
    <dgm:cxn modelId="{5BE71D9C-FFA4-A548-986A-70D209C0DC52}" type="presOf" srcId="{F7F4A74E-76ED-4964-9E61-E865622C6BA2}" destId="{44CEEE38-B54D-462B-9F11-16CB4488A90E}" srcOrd="0" destOrd="0" presId="urn:microsoft.com/office/officeart/2005/8/layout/hierarchy2"/>
    <dgm:cxn modelId="{BA4432A3-683B-A940-BB97-9BB8146B0E4F}" type="presOf" srcId="{F7F4A74E-76ED-4964-9E61-E865622C6BA2}" destId="{BBCA0E73-DA26-49B3-8717-8F36B84761BE}" srcOrd="1" destOrd="0" presId="urn:microsoft.com/office/officeart/2005/8/layout/hierarchy2"/>
    <dgm:cxn modelId="{72DBE0AF-2088-4AF9-AD48-E8F5D9D9F1E2}" srcId="{122A8C0A-170F-41E3-9760-9B3F4CFAE4B6}" destId="{3AF92867-1E63-4A19-91B9-AEA0CC270EB1}" srcOrd="0" destOrd="0" parTransId="{F7F4A74E-76ED-4964-9E61-E865622C6BA2}" sibTransId="{B02B83C1-502A-4F72-93AE-0FC6DF4099D0}"/>
    <dgm:cxn modelId="{745D5EB1-B30A-A845-8E52-D817985BE387}" type="presOf" srcId="{122A8C0A-170F-41E3-9760-9B3F4CFAE4B6}" destId="{E8FC5113-0C56-4B6B-A6BC-D25BD24A51E6}" srcOrd="0" destOrd="0" presId="urn:microsoft.com/office/officeart/2005/8/layout/hierarchy2"/>
    <dgm:cxn modelId="{9F51F7CD-A08A-8E44-AA48-E127A180CC48}" type="presOf" srcId="{181DDB32-E707-48C7-B479-081A669A901E}" destId="{73BA3931-F6D3-42C5-BF61-01AAA55D0D52}" srcOrd="0" destOrd="0" presId="urn:microsoft.com/office/officeart/2005/8/layout/hierarchy2"/>
    <dgm:cxn modelId="{8013A6ED-0016-4C06-B14E-577600120E90}" srcId="{D28995A8-2ED1-44BC-A8BC-D4BEA66CE63E}" destId="{4D898141-D132-47F2-B740-8E20D142703C}" srcOrd="0" destOrd="0" parTransId="{175A981F-C3B6-468C-9C0D-F4359300E017}" sibTransId="{C91D52ED-AA6E-42BD-A28B-33C62E661DEB}"/>
    <dgm:cxn modelId="{E0A01CEE-BF9F-A54C-88B8-B3879C75227E}" type="presOf" srcId="{A53AF0FB-812D-47A4-AC23-159B2D81BE50}" destId="{FE8DE526-CCD5-4578-8D8F-662B281894C8}" srcOrd="0" destOrd="0" presId="urn:microsoft.com/office/officeart/2005/8/layout/hierarchy2"/>
    <dgm:cxn modelId="{F7B4F064-E2C2-5249-82FA-8E1979E904D7}" type="presParOf" srcId="{637B474B-08F6-4848-86C4-F2174AE36ED5}" destId="{63271F4B-82CC-4008-99B9-E3C2EAE97D2C}" srcOrd="0" destOrd="0" presId="urn:microsoft.com/office/officeart/2005/8/layout/hierarchy2"/>
    <dgm:cxn modelId="{A7A5071F-A311-1E4A-A1C1-D294887D2253}" type="presParOf" srcId="{63271F4B-82CC-4008-99B9-E3C2EAE97D2C}" destId="{8EB7CB4F-7DDF-41E7-BFF5-83F15E959E7A}" srcOrd="0" destOrd="0" presId="urn:microsoft.com/office/officeart/2005/8/layout/hierarchy2"/>
    <dgm:cxn modelId="{642DC646-C328-504B-88E9-6BA95FA912B7}" type="presParOf" srcId="{63271F4B-82CC-4008-99B9-E3C2EAE97D2C}" destId="{5F14515D-0636-43BE-A1AE-F1084B765927}" srcOrd="1" destOrd="0" presId="urn:microsoft.com/office/officeart/2005/8/layout/hierarchy2"/>
    <dgm:cxn modelId="{A2699077-7BE2-D743-B3FA-DE044965B31D}" type="presParOf" srcId="{5F14515D-0636-43BE-A1AE-F1084B765927}" destId="{AE5FC4A3-F26D-4783-93A2-D68C0CC1CE5F}" srcOrd="0" destOrd="0" presId="urn:microsoft.com/office/officeart/2005/8/layout/hierarchy2"/>
    <dgm:cxn modelId="{7F79F3AC-E9C6-834D-887E-97B13D8E4AA1}" type="presParOf" srcId="{AE5FC4A3-F26D-4783-93A2-D68C0CC1CE5F}" destId="{73B0D445-8A85-4E8B-B6FB-5E0FFD7E0270}" srcOrd="0" destOrd="0" presId="urn:microsoft.com/office/officeart/2005/8/layout/hierarchy2"/>
    <dgm:cxn modelId="{C9188F5D-577D-1B49-9BCD-BDF9AEFFEA5D}" type="presParOf" srcId="{5F14515D-0636-43BE-A1AE-F1084B765927}" destId="{5C731124-F546-4C27-8AE1-58187F5A03AE}" srcOrd="1" destOrd="0" presId="urn:microsoft.com/office/officeart/2005/8/layout/hierarchy2"/>
    <dgm:cxn modelId="{D4E7A01D-F929-314B-94BF-CAE047B6BE33}" type="presParOf" srcId="{5C731124-F546-4C27-8AE1-58187F5A03AE}" destId="{E8FC5113-0C56-4B6B-A6BC-D25BD24A51E6}" srcOrd="0" destOrd="0" presId="urn:microsoft.com/office/officeart/2005/8/layout/hierarchy2"/>
    <dgm:cxn modelId="{ED7DCFD6-6176-534A-9302-CA32683F912E}" type="presParOf" srcId="{5C731124-F546-4C27-8AE1-58187F5A03AE}" destId="{A7FE424C-B726-490B-A9CA-32DCD6ABBDEB}" srcOrd="1" destOrd="0" presId="urn:microsoft.com/office/officeart/2005/8/layout/hierarchy2"/>
    <dgm:cxn modelId="{634F535C-2BFA-EC49-BB88-F7B38904121B}" type="presParOf" srcId="{A7FE424C-B726-490B-A9CA-32DCD6ABBDEB}" destId="{44CEEE38-B54D-462B-9F11-16CB4488A90E}" srcOrd="0" destOrd="0" presId="urn:microsoft.com/office/officeart/2005/8/layout/hierarchy2"/>
    <dgm:cxn modelId="{77B212F7-D949-634E-989D-D94FBC64DA2E}" type="presParOf" srcId="{44CEEE38-B54D-462B-9F11-16CB4488A90E}" destId="{BBCA0E73-DA26-49B3-8717-8F36B84761BE}" srcOrd="0" destOrd="0" presId="urn:microsoft.com/office/officeart/2005/8/layout/hierarchy2"/>
    <dgm:cxn modelId="{7EB907DD-12B4-0D4B-BBC0-57F8940CCC4D}" type="presParOf" srcId="{A7FE424C-B726-490B-A9CA-32DCD6ABBDEB}" destId="{205FF933-5E10-41F1-B707-BEF7828D1B58}" srcOrd="1" destOrd="0" presId="urn:microsoft.com/office/officeart/2005/8/layout/hierarchy2"/>
    <dgm:cxn modelId="{A4918165-1646-774B-A186-22536AC74A04}" type="presParOf" srcId="{205FF933-5E10-41F1-B707-BEF7828D1B58}" destId="{CDA7DC8A-B635-4BB5-B73D-3E51F961C8F2}" srcOrd="0" destOrd="0" presId="urn:microsoft.com/office/officeart/2005/8/layout/hierarchy2"/>
    <dgm:cxn modelId="{507B7570-58FB-F646-957E-1E59B5EC3187}" type="presParOf" srcId="{205FF933-5E10-41F1-B707-BEF7828D1B58}" destId="{853767DB-7FF1-475C-A3CE-1DD2B75E6A17}" srcOrd="1" destOrd="0" presId="urn:microsoft.com/office/officeart/2005/8/layout/hierarchy2"/>
    <dgm:cxn modelId="{0B41FA3E-69A1-7640-B383-68C3F783707D}" type="presParOf" srcId="{5F14515D-0636-43BE-A1AE-F1084B765927}" destId="{310E2FD7-D023-4AB9-BD18-4E4E9F6C4A31}" srcOrd="2" destOrd="0" presId="urn:microsoft.com/office/officeart/2005/8/layout/hierarchy2"/>
    <dgm:cxn modelId="{AA384FD3-8A26-CF43-BA4F-68D58620D85E}" type="presParOf" srcId="{310E2FD7-D023-4AB9-BD18-4E4E9F6C4A31}" destId="{88425699-5488-47E6-9368-623F7829F1A4}" srcOrd="0" destOrd="0" presId="urn:microsoft.com/office/officeart/2005/8/layout/hierarchy2"/>
    <dgm:cxn modelId="{EF48EE2D-AB77-294D-A52D-9DF2EA0A44B6}" type="presParOf" srcId="{5F14515D-0636-43BE-A1AE-F1084B765927}" destId="{FF06C4B2-99E0-4B89-9973-093534B86277}" srcOrd="3" destOrd="0" presId="urn:microsoft.com/office/officeart/2005/8/layout/hierarchy2"/>
    <dgm:cxn modelId="{27E394D8-DB57-7F41-921B-9B2CAC97D434}" type="presParOf" srcId="{FF06C4B2-99E0-4B89-9973-093534B86277}" destId="{FE8DE526-CCD5-4578-8D8F-662B281894C8}" srcOrd="0" destOrd="0" presId="urn:microsoft.com/office/officeart/2005/8/layout/hierarchy2"/>
    <dgm:cxn modelId="{60672F15-0E61-1446-B9D9-4AE18EAF9B2B}" type="presParOf" srcId="{FF06C4B2-99E0-4B89-9973-093534B86277}" destId="{0B843DA9-1C20-4555-B380-311C18D6878A}" srcOrd="1" destOrd="0" presId="urn:microsoft.com/office/officeart/2005/8/layout/hierarchy2"/>
    <dgm:cxn modelId="{B28D7528-65D5-9B4D-9B46-350C508B42BA}" type="presParOf" srcId="{0B843DA9-1C20-4555-B380-311C18D6878A}" destId="{D894A7AB-5F55-47F5-A97C-C479B52A2209}" srcOrd="0" destOrd="0" presId="urn:microsoft.com/office/officeart/2005/8/layout/hierarchy2"/>
    <dgm:cxn modelId="{12FD44DE-5D99-1F49-9129-D5C214D5231B}" type="presParOf" srcId="{D894A7AB-5F55-47F5-A97C-C479B52A2209}" destId="{18E12149-BD11-41EF-BA40-CDA1BDCF6A42}" srcOrd="0" destOrd="0" presId="urn:microsoft.com/office/officeart/2005/8/layout/hierarchy2"/>
    <dgm:cxn modelId="{7177170A-2DC5-D54E-826D-EC0327A6D111}" type="presParOf" srcId="{0B843DA9-1C20-4555-B380-311C18D6878A}" destId="{10C272FA-0E1B-48CB-AA31-F0F74AC035E3}" srcOrd="1" destOrd="0" presId="urn:microsoft.com/office/officeart/2005/8/layout/hierarchy2"/>
    <dgm:cxn modelId="{3873FEFF-C283-ED4C-BD39-B6760CB5C7D1}" type="presParOf" srcId="{10C272FA-0E1B-48CB-AA31-F0F74AC035E3}" destId="{73BA3931-F6D3-42C5-BF61-01AAA55D0D52}" srcOrd="0" destOrd="0" presId="urn:microsoft.com/office/officeart/2005/8/layout/hierarchy2"/>
    <dgm:cxn modelId="{8E5B6CEC-5443-D54D-AACA-385C78EE9E21}" type="presParOf" srcId="{10C272FA-0E1B-48CB-AA31-F0F74AC035E3}" destId="{48E30AFD-120D-4F21-AD97-1619F4E9B7F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F9D74E2-70F1-4A71-8B3E-01651C904A5A}"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s-MX"/>
        </a:p>
      </dgm:t>
    </dgm:pt>
    <dgm:pt modelId="{0E09F322-77C6-4297-B631-68345DC484B4}">
      <dgm:prSet phldrT="[Text]"/>
      <dgm:spPr>
        <a:solidFill>
          <a:srgbClr val="FF0000">
            <a:alpha val="90000"/>
          </a:srgbClr>
        </a:solidFill>
      </dgm:spPr>
      <dgm:t>
        <a:bodyPr/>
        <a:lstStyle/>
        <a:p>
          <a:r>
            <a:rPr lang="es-MX" dirty="0">
              <a:solidFill>
                <a:schemeClr val="bg1"/>
              </a:solidFill>
            </a:rPr>
            <a:t>Ajuste Anual por Inflación Acumulable</a:t>
          </a:r>
        </a:p>
      </dgm:t>
    </dgm:pt>
    <dgm:pt modelId="{41A5CDC6-9AFF-489A-A8D0-2006FF13BF79}" type="parTrans" cxnId="{0927CCEF-82E3-4E57-B404-EEF32B18E65C}">
      <dgm:prSet/>
      <dgm:spPr/>
      <dgm:t>
        <a:bodyPr/>
        <a:lstStyle/>
        <a:p>
          <a:endParaRPr lang="es-MX"/>
        </a:p>
      </dgm:t>
    </dgm:pt>
    <dgm:pt modelId="{8FB9F74F-8905-4D58-8071-FDAAC3B4F65D}" type="sibTrans" cxnId="{0927CCEF-82E3-4E57-B404-EEF32B18E65C}">
      <dgm:prSet/>
      <dgm:spPr/>
      <dgm:t>
        <a:bodyPr/>
        <a:lstStyle/>
        <a:p>
          <a:endParaRPr lang="es-MX"/>
        </a:p>
      </dgm:t>
    </dgm:pt>
    <dgm:pt modelId="{C870E654-640C-44AD-865F-2C767C7897F0}">
      <dgm:prSet phldrT="[Text]"/>
      <dgm:spPr>
        <a:solidFill>
          <a:srgbClr val="92D050"/>
        </a:solidFill>
      </dgm:spPr>
      <dgm:t>
        <a:bodyPr/>
        <a:lstStyle/>
        <a:p>
          <a:r>
            <a:rPr lang="es-MX" dirty="0"/>
            <a:t>Créditos</a:t>
          </a:r>
        </a:p>
      </dgm:t>
    </dgm:pt>
    <dgm:pt modelId="{2C082223-5B3A-451E-A118-A093DF1D1697}" type="parTrans" cxnId="{3E7BAB95-B450-41BE-BFCF-8926A9DEF8E1}">
      <dgm:prSet/>
      <dgm:spPr/>
      <dgm:t>
        <a:bodyPr/>
        <a:lstStyle/>
        <a:p>
          <a:endParaRPr lang="es-MX"/>
        </a:p>
      </dgm:t>
    </dgm:pt>
    <dgm:pt modelId="{7629D6CF-FA24-41DE-83C4-56CB5C34456C}" type="sibTrans" cxnId="{3E7BAB95-B450-41BE-BFCF-8926A9DEF8E1}">
      <dgm:prSet/>
      <dgm:spPr/>
      <dgm:t>
        <a:bodyPr/>
        <a:lstStyle/>
        <a:p>
          <a:endParaRPr lang="es-MX"/>
        </a:p>
      </dgm:t>
    </dgm:pt>
    <dgm:pt modelId="{33385C9D-D1C4-49E7-9615-80681659917C}">
      <dgm:prSet phldrT="[Text]"/>
      <dgm:spPr>
        <a:solidFill>
          <a:srgbClr val="FF0000"/>
        </a:solidFill>
      </dgm:spPr>
      <dgm:t>
        <a:bodyPr/>
        <a:lstStyle/>
        <a:p>
          <a:r>
            <a:rPr lang="es-MX" dirty="0"/>
            <a:t>Deudas</a:t>
          </a:r>
        </a:p>
      </dgm:t>
    </dgm:pt>
    <dgm:pt modelId="{19CBE84E-7F49-4EA8-B4AD-3FA276AB7D54}" type="parTrans" cxnId="{3C411434-F5FE-4389-A434-D89DB149D970}">
      <dgm:prSet/>
      <dgm:spPr/>
      <dgm:t>
        <a:bodyPr/>
        <a:lstStyle/>
        <a:p>
          <a:endParaRPr lang="es-MX"/>
        </a:p>
      </dgm:t>
    </dgm:pt>
    <dgm:pt modelId="{C61549DC-F82C-4557-850A-F8CAF80B0B5C}" type="sibTrans" cxnId="{3C411434-F5FE-4389-A434-D89DB149D970}">
      <dgm:prSet/>
      <dgm:spPr/>
      <dgm:t>
        <a:bodyPr/>
        <a:lstStyle/>
        <a:p>
          <a:endParaRPr lang="es-MX"/>
        </a:p>
      </dgm:t>
    </dgm:pt>
    <dgm:pt modelId="{C01136E9-5413-48C3-BF25-413437AF2BF7}">
      <dgm:prSet phldrT="[Text]"/>
      <dgm:spPr>
        <a:solidFill>
          <a:srgbClr val="FF0000"/>
        </a:solidFill>
      </dgm:spPr>
      <dgm:t>
        <a:bodyPr/>
        <a:lstStyle/>
        <a:p>
          <a:r>
            <a:rPr lang="es-MX" dirty="0"/>
            <a:t>Deudas</a:t>
          </a:r>
        </a:p>
      </dgm:t>
    </dgm:pt>
    <dgm:pt modelId="{E75F7CC4-11D6-42BA-92BF-B306C47E5055}" type="sibTrans" cxnId="{47355A48-D532-493D-B1A0-BCB4DC673259}">
      <dgm:prSet/>
      <dgm:spPr/>
      <dgm:t>
        <a:bodyPr/>
        <a:lstStyle/>
        <a:p>
          <a:endParaRPr lang="es-MX"/>
        </a:p>
      </dgm:t>
    </dgm:pt>
    <dgm:pt modelId="{89C558D1-D340-4903-A9FF-20EF28C8EB22}" type="parTrans" cxnId="{47355A48-D532-493D-B1A0-BCB4DC673259}">
      <dgm:prSet/>
      <dgm:spPr/>
      <dgm:t>
        <a:bodyPr/>
        <a:lstStyle/>
        <a:p>
          <a:endParaRPr lang="es-MX"/>
        </a:p>
      </dgm:t>
    </dgm:pt>
    <dgm:pt modelId="{CBBC7286-48AD-493F-9762-101DF4F85AB7}">
      <dgm:prSet phldrT="[Text]"/>
      <dgm:spPr>
        <a:solidFill>
          <a:schemeClr val="bg1">
            <a:alpha val="90000"/>
          </a:schemeClr>
        </a:solidFill>
        <a:ln>
          <a:solidFill>
            <a:schemeClr val="bg1">
              <a:alpha val="90000"/>
            </a:schemeClr>
          </a:solidFill>
        </a:ln>
      </dgm:spPr>
      <dgm:t>
        <a:bodyPr/>
        <a:lstStyle/>
        <a:p>
          <a:endParaRPr lang="es-MX" dirty="0"/>
        </a:p>
      </dgm:t>
    </dgm:pt>
    <dgm:pt modelId="{71A65ADE-A8AE-4726-8539-B7F1E0342B75}" type="sibTrans" cxnId="{CCAD9491-4061-4D38-8953-120BF1588691}">
      <dgm:prSet/>
      <dgm:spPr/>
      <dgm:t>
        <a:bodyPr/>
        <a:lstStyle/>
        <a:p>
          <a:endParaRPr lang="es-MX"/>
        </a:p>
      </dgm:t>
    </dgm:pt>
    <dgm:pt modelId="{CDC9A099-A9BE-4AC2-BC4E-49BABC6E8A4D}" type="parTrans" cxnId="{CCAD9491-4061-4D38-8953-120BF1588691}">
      <dgm:prSet/>
      <dgm:spPr/>
      <dgm:t>
        <a:bodyPr/>
        <a:lstStyle/>
        <a:p>
          <a:endParaRPr lang="es-MX"/>
        </a:p>
      </dgm:t>
    </dgm:pt>
    <dgm:pt modelId="{317BC7E1-15D4-4635-8AF8-A6CC5FDFC188}" type="pres">
      <dgm:prSet presAssocID="{BF9D74E2-70F1-4A71-8B3E-01651C904A5A}" presName="outerComposite" presStyleCnt="0">
        <dgm:presLayoutVars>
          <dgm:chMax val="2"/>
          <dgm:animLvl val="lvl"/>
          <dgm:resizeHandles val="exact"/>
        </dgm:presLayoutVars>
      </dgm:prSet>
      <dgm:spPr/>
    </dgm:pt>
    <dgm:pt modelId="{5742EA5C-5974-48E0-AE63-7DA0FE6A9108}" type="pres">
      <dgm:prSet presAssocID="{BF9D74E2-70F1-4A71-8B3E-01651C904A5A}" presName="dummyMaxCanvas" presStyleCnt="0"/>
      <dgm:spPr/>
    </dgm:pt>
    <dgm:pt modelId="{22E06556-89FF-41BB-B588-22FAA2A8A217}" type="pres">
      <dgm:prSet presAssocID="{BF9D74E2-70F1-4A71-8B3E-01651C904A5A}" presName="parentComposite" presStyleCnt="0"/>
      <dgm:spPr/>
    </dgm:pt>
    <dgm:pt modelId="{46E37EEF-CA25-4E0C-9531-305B78D59143}" type="pres">
      <dgm:prSet presAssocID="{BF9D74E2-70F1-4A71-8B3E-01651C904A5A}" presName="parent1" presStyleLbl="alignAccFollowNode1" presStyleIdx="0" presStyleCnt="4" custScaleX="348878">
        <dgm:presLayoutVars>
          <dgm:chMax val="4"/>
        </dgm:presLayoutVars>
      </dgm:prSet>
      <dgm:spPr/>
    </dgm:pt>
    <dgm:pt modelId="{9690D0C9-4D6A-4FE5-84EA-7B6721775E1C}" type="pres">
      <dgm:prSet presAssocID="{BF9D74E2-70F1-4A71-8B3E-01651C904A5A}" presName="parent2" presStyleLbl="alignAccFollowNode1" presStyleIdx="1" presStyleCnt="4" custFlipHor="1" custScaleX="2919" custLinFactX="200000" custLinFactY="115680" custLinFactNeighborX="267661" custLinFactNeighborY="200000">
        <dgm:presLayoutVars>
          <dgm:chMax val="4"/>
        </dgm:presLayoutVars>
      </dgm:prSet>
      <dgm:spPr/>
    </dgm:pt>
    <dgm:pt modelId="{1C7F611C-68A0-408B-8867-C7DD54411117}" type="pres">
      <dgm:prSet presAssocID="{BF9D74E2-70F1-4A71-8B3E-01651C904A5A}" presName="childrenComposite" presStyleCnt="0"/>
      <dgm:spPr/>
    </dgm:pt>
    <dgm:pt modelId="{58C1A139-C0F4-441B-B2A5-AD2DE747DB5F}" type="pres">
      <dgm:prSet presAssocID="{BF9D74E2-70F1-4A71-8B3E-01651C904A5A}" presName="dummyMaxCanvas_ChildArea" presStyleCnt="0"/>
      <dgm:spPr/>
    </dgm:pt>
    <dgm:pt modelId="{ED5DEB2B-4971-436C-9B8B-759F62F1140C}" type="pres">
      <dgm:prSet presAssocID="{BF9D74E2-70F1-4A71-8B3E-01651C904A5A}" presName="fulcrum" presStyleLbl="alignAccFollowNode1" presStyleIdx="2" presStyleCnt="4"/>
      <dgm:spPr/>
    </dgm:pt>
    <dgm:pt modelId="{EC1697D4-CE39-498D-A376-D586A222FE12}" type="pres">
      <dgm:prSet presAssocID="{BF9D74E2-70F1-4A71-8B3E-01651C904A5A}" presName="balance_12" presStyleLbl="alignAccFollowNode1" presStyleIdx="3" presStyleCnt="4">
        <dgm:presLayoutVars>
          <dgm:bulletEnabled val="1"/>
        </dgm:presLayoutVars>
      </dgm:prSet>
      <dgm:spPr/>
    </dgm:pt>
    <dgm:pt modelId="{18A3CBAA-6B30-45D2-AF15-22AAA4229399}" type="pres">
      <dgm:prSet presAssocID="{BF9D74E2-70F1-4A71-8B3E-01651C904A5A}" presName="right_12_1" presStyleLbl="node1" presStyleIdx="0" presStyleCnt="3">
        <dgm:presLayoutVars>
          <dgm:bulletEnabled val="1"/>
        </dgm:presLayoutVars>
      </dgm:prSet>
      <dgm:spPr/>
    </dgm:pt>
    <dgm:pt modelId="{9393CDFB-DFA2-46C6-AFBB-B3E3A319FB9E}" type="pres">
      <dgm:prSet presAssocID="{BF9D74E2-70F1-4A71-8B3E-01651C904A5A}" presName="right_12_2" presStyleLbl="node1" presStyleIdx="1" presStyleCnt="3">
        <dgm:presLayoutVars>
          <dgm:bulletEnabled val="1"/>
        </dgm:presLayoutVars>
      </dgm:prSet>
      <dgm:spPr/>
    </dgm:pt>
    <dgm:pt modelId="{741E1391-E7D9-4A34-BDCE-75C73E55C09D}" type="pres">
      <dgm:prSet presAssocID="{BF9D74E2-70F1-4A71-8B3E-01651C904A5A}" presName="left_12_1" presStyleLbl="node1" presStyleIdx="2" presStyleCnt="3">
        <dgm:presLayoutVars>
          <dgm:bulletEnabled val="1"/>
        </dgm:presLayoutVars>
      </dgm:prSet>
      <dgm:spPr/>
    </dgm:pt>
  </dgm:ptLst>
  <dgm:cxnLst>
    <dgm:cxn modelId="{F2185F11-C900-8949-8BE4-412E212DF77A}" type="presOf" srcId="{C870E654-640C-44AD-865F-2C767C7897F0}" destId="{741E1391-E7D9-4A34-BDCE-75C73E55C09D}" srcOrd="0" destOrd="0" presId="urn:microsoft.com/office/officeart/2005/8/layout/balance1"/>
    <dgm:cxn modelId="{1531E711-B341-1742-8A39-87030532AA9D}" type="presOf" srcId="{BF9D74E2-70F1-4A71-8B3E-01651C904A5A}" destId="{317BC7E1-15D4-4635-8AF8-A6CC5FDFC188}" srcOrd="0" destOrd="0" presId="urn:microsoft.com/office/officeart/2005/8/layout/balance1"/>
    <dgm:cxn modelId="{4B4B7419-960C-504D-B3D4-AAD69A8EAE46}" type="presOf" srcId="{33385C9D-D1C4-49E7-9615-80681659917C}" destId="{18A3CBAA-6B30-45D2-AF15-22AAA4229399}" srcOrd="0" destOrd="0" presId="urn:microsoft.com/office/officeart/2005/8/layout/balance1"/>
    <dgm:cxn modelId="{3C411434-F5FE-4389-A434-D89DB149D970}" srcId="{CBBC7286-48AD-493F-9762-101DF4F85AB7}" destId="{33385C9D-D1C4-49E7-9615-80681659917C}" srcOrd="0" destOrd="0" parTransId="{19CBE84E-7F49-4EA8-B4AD-3FA276AB7D54}" sibTransId="{C61549DC-F82C-4557-850A-F8CAF80B0B5C}"/>
    <dgm:cxn modelId="{47355A48-D532-493D-B1A0-BCB4DC673259}" srcId="{CBBC7286-48AD-493F-9762-101DF4F85AB7}" destId="{C01136E9-5413-48C3-BF25-413437AF2BF7}" srcOrd="1" destOrd="0" parTransId="{89C558D1-D340-4903-A9FF-20EF28C8EB22}" sibTransId="{E75F7CC4-11D6-42BA-92BF-B306C47E5055}"/>
    <dgm:cxn modelId="{CCAD9491-4061-4D38-8953-120BF1588691}" srcId="{BF9D74E2-70F1-4A71-8B3E-01651C904A5A}" destId="{CBBC7286-48AD-493F-9762-101DF4F85AB7}" srcOrd="1" destOrd="0" parTransId="{CDC9A099-A9BE-4AC2-BC4E-49BABC6E8A4D}" sibTransId="{71A65ADE-A8AE-4726-8539-B7F1E0342B75}"/>
    <dgm:cxn modelId="{3E7BAB95-B450-41BE-BFCF-8926A9DEF8E1}" srcId="{0E09F322-77C6-4297-B631-68345DC484B4}" destId="{C870E654-640C-44AD-865F-2C767C7897F0}" srcOrd="0" destOrd="0" parTransId="{2C082223-5B3A-451E-A118-A093DF1D1697}" sibTransId="{7629D6CF-FA24-41DE-83C4-56CB5C34456C}"/>
    <dgm:cxn modelId="{9D97009B-F3AF-EC45-9858-9A764B648B1A}" type="presOf" srcId="{C01136E9-5413-48C3-BF25-413437AF2BF7}" destId="{9393CDFB-DFA2-46C6-AFBB-B3E3A319FB9E}" srcOrd="0" destOrd="0" presId="urn:microsoft.com/office/officeart/2005/8/layout/balance1"/>
    <dgm:cxn modelId="{D1B52FD1-6782-A748-8F97-20DA23E09D7F}" type="presOf" srcId="{CBBC7286-48AD-493F-9762-101DF4F85AB7}" destId="{9690D0C9-4D6A-4FE5-84EA-7B6721775E1C}" srcOrd="0" destOrd="0" presId="urn:microsoft.com/office/officeart/2005/8/layout/balance1"/>
    <dgm:cxn modelId="{D63711DC-7557-0D4B-A4D2-041D38DBB6D0}" type="presOf" srcId="{0E09F322-77C6-4297-B631-68345DC484B4}" destId="{46E37EEF-CA25-4E0C-9531-305B78D59143}" srcOrd="0" destOrd="0" presId="urn:microsoft.com/office/officeart/2005/8/layout/balance1"/>
    <dgm:cxn modelId="{0927CCEF-82E3-4E57-B404-EEF32B18E65C}" srcId="{BF9D74E2-70F1-4A71-8B3E-01651C904A5A}" destId="{0E09F322-77C6-4297-B631-68345DC484B4}" srcOrd="0" destOrd="0" parTransId="{41A5CDC6-9AFF-489A-A8D0-2006FF13BF79}" sibTransId="{8FB9F74F-8905-4D58-8071-FDAAC3B4F65D}"/>
    <dgm:cxn modelId="{3D0002DC-9B4C-6C48-BF03-4EEEFDD46B97}" type="presParOf" srcId="{317BC7E1-15D4-4635-8AF8-A6CC5FDFC188}" destId="{5742EA5C-5974-48E0-AE63-7DA0FE6A9108}" srcOrd="0" destOrd="0" presId="urn:microsoft.com/office/officeart/2005/8/layout/balance1"/>
    <dgm:cxn modelId="{E7AE544F-C80B-784E-92BE-83AAE66C6ED4}" type="presParOf" srcId="{317BC7E1-15D4-4635-8AF8-A6CC5FDFC188}" destId="{22E06556-89FF-41BB-B588-22FAA2A8A217}" srcOrd="1" destOrd="0" presId="urn:microsoft.com/office/officeart/2005/8/layout/balance1"/>
    <dgm:cxn modelId="{D6FA8B9B-59DE-7248-9304-6C6AB0B59FA7}" type="presParOf" srcId="{22E06556-89FF-41BB-B588-22FAA2A8A217}" destId="{46E37EEF-CA25-4E0C-9531-305B78D59143}" srcOrd="0" destOrd="0" presId="urn:microsoft.com/office/officeart/2005/8/layout/balance1"/>
    <dgm:cxn modelId="{20ED4133-0387-4944-B06F-4A56225E1631}" type="presParOf" srcId="{22E06556-89FF-41BB-B588-22FAA2A8A217}" destId="{9690D0C9-4D6A-4FE5-84EA-7B6721775E1C}" srcOrd="1" destOrd="0" presId="urn:microsoft.com/office/officeart/2005/8/layout/balance1"/>
    <dgm:cxn modelId="{8D9889F9-E4DF-3B44-BDE8-CA0A4FB17CBE}" type="presParOf" srcId="{317BC7E1-15D4-4635-8AF8-A6CC5FDFC188}" destId="{1C7F611C-68A0-408B-8867-C7DD54411117}" srcOrd="2" destOrd="0" presId="urn:microsoft.com/office/officeart/2005/8/layout/balance1"/>
    <dgm:cxn modelId="{B4A836DC-AC9D-4849-9D3C-9068E34D03ED}" type="presParOf" srcId="{1C7F611C-68A0-408B-8867-C7DD54411117}" destId="{58C1A139-C0F4-441B-B2A5-AD2DE747DB5F}" srcOrd="0" destOrd="0" presId="urn:microsoft.com/office/officeart/2005/8/layout/balance1"/>
    <dgm:cxn modelId="{DDBA4572-37D6-AF48-81EA-D3F03028BF7A}" type="presParOf" srcId="{1C7F611C-68A0-408B-8867-C7DD54411117}" destId="{ED5DEB2B-4971-436C-9B8B-759F62F1140C}" srcOrd="1" destOrd="0" presId="urn:microsoft.com/office/officeart/2005/8/layout/balance1"/>
    <dgm:cxn modelId="{06231245-1C18-6947-A5EF-BC794462B6B5}" type="presParOf" srcId="{1C7F611C-68A0-408B-8867-C7DD54411117}" destId="{EC1697D4-CE39-498D-A376-D586A222FE12}" srcOrd="2" destOrd="0" presId="urn:microsoft.com/office/officeart/2005/8/layout/balance1"/>
    <dgm:cxn modelId="{0874B301-6FC6-AE44-9B03-1CC13875653B}" type="presParOf" srcId="{1C7F611C-68A0-408B-8867-C7DD54411117}" destId="{18A3CBAA-6B30-45D2-AF15-22AAA4229399}" srcOrd="3" destOrd="0" presId="urn:microsoft.com/office/officeart/2005/8/layout/balance1"/>
    <dgm:cxn modelId="{5B22BB45-8147-974B-A144-926664ACEB87}" type="presParOf" srcId="{1C7F611C-68A0-408B-8867-C7DD54411117}" destId="{9393CDFB-DFA2-46C6-AFBB-B3E3A319FB9E}" srcOrd="4" destOrd="0" presId="urn:microsoft.com/office/officeart/2005/8/layout/balance1"/>
    <dgm:cxn modelId="{9B99D7AF-B94B-104F-8079-DC0DEA42DD45}" type="presParOf" srcId="{1C7F611C-68A0-408B-8867-C7DD54411117}" destId="{741E1391-E7D9-4A34-BDCE-75C73E55C09D}" srcOrd="5"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815D115-63BE-41F3-AB90-A7BCEA876E7C}"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s-MX"/>
        </a:p>
      </dgm:t>
    </dgm:pt>
    <dgm:pt modelId="{E0A3AD46-87DB-4189-906D-415B59BC9F73}">
      <dgm:prSet phldrT="[Text]"/>
      <dgm:spPr>
        <a:solidFill>
          <a:srgbClr val="92D050">
            <a:alpha val="90000"/>
          </a:srgbClr>
        </a:solidFill>
      </dgm:spPr>
      <dgm:t>
        <a:bodyPr/>
        <a:lstStyle/>
        <a:p>
          <a:r>
            <a:rPr lang="es-MX" dirty="0">
              <a:solidFill>
                <a:schemeClr val="bg1"/>
              </a:solidFill>
            </a:rPr>
            <a:t>Ajuste Anual por Inflación Deducible</a:t>
          </a:r>
        </a:p>
      </dgm:t>
    </dgm:pt>
    <dgm:pt modelId="{0E3A0692-D795-42F8-810C-8AE8EB2B6F1F}" type="parTrans" cxnId="{D7A7B2CD-B468-410A-9AA3-176488497663}">
      <dgm:prSet/>
      <dgm:spPr/>
      <dgm:t>
        <a:bodyPr/>
        <a:lstStyle/>
        <a:p>
          <a:endParaRPr lang="es-MX"/>
        </a:p>
      </dgm:t>
    </dgm:pt>
    <dgm:pt modelId="{1D9D3231-7E0F-4C37-AC65-AB4DEE2F3F38}" type="sibTrans" cxnId="{D7A7B2CD-B468-410A-9AA3-176488497663}">
      <dgm:prSet/>
      <dgm:spPr/>
      <dgm:t>
        <a:bodyPr/>
        <a:lstStyle/>
        <a:p>
          <a:endParaRPr lang="es-MX"/>
        </a:p>
      </dgm:t>
    </dgm:pt>
    <dgm:pt modelId="{2EEBED42-AD20-4A61-85C3-BED54BB7C3DB}">
      <dgm:prSet phldrT="[Text]"/>
      <dgm:spPr>
        <a:solidFill>
          <a:srgbClr val="92D050"/>
        </a:solidFill>
      </dgm:spPr>
      <dgm:t>
        <a:bodyPr/>
        <a:lstStyle/>
        <a:p>
          <a:r>
            <a:rPr lang="es-MX" dirty="0"/>
            <a:t>Créditos</a:t>
          </a:r>
        </a:p>
      </dgm:t>
    </dgm:pt>
    <dgm:pt modelId="{ECE88AB1-F586-4935-B6C8-B60DB5728F89}" type="parTrans" cxnId="{930C58BC-E03D-4316-B5D8-5D5D8938AC84}">
      <dgm:prSet/>
      <dgm:spPr/>
      <dgm:t>
        <a:bodyPr/>
        <a:lstStyle/>
        <a:p>
          <a:endParaRPr lang="es-MX"/>
        </a:p>
      </dgm:t>
    </dgm:pt>
    <dgm:pt modelId="{ABEE5C9E-FFE5-4593-832A-68935C9A0F5C}" type="sibTrans" cxnId="{930C58BC-E03D-4316-B5D8-5D5D8938AC84}">
      <dgm:prSet/>
      <dgm:spPr/>
      <dgm:t>
        <a:bodyPr/>
        <a:lstStyle/>
        <a:p>
          <a:endParaRPr lang="es-MX"/>
        </a:p>
      </dgm:t>
    </dgm:pt>
    <dgm:pt modelId="{468600BA-EBBC-4D29-8045-E487151363D2}">
      <dgm:prSet phldrT="[Text]"/>
      <dgm:spPr>
        <a:solidFill>
          <a:schemeClr val="bg1">
            <a:alpha val="90000"/>
          </a:schemeClr>
        </a:solidFill>
        <a:ln>
          <a:solidFill>
            <a:schemeClr val="bg1">
              <a:alpha val="90000"/>
            </a:schemeClr>
          </a:solidFill>
        </a:ln>
      </dgm:spPr>
      <dgm:t>
        <a:bodyPr/>
        <a:lstStyle/>
        <a:p>
          <a:endParaRPr lang="es-MX" dirty="0"/>
        </a:p>
      </dgm:t>
    </dgm:pt>
    <dgm:pt modelId="{AE95B074-3943-44E5-993E-9C002848D61F}" type="parTrans" cxnId="{BB0AC3BB-8A0C-4D70-9F80-DE0B600A2987}">
      <dgm:prSet/>
      <dgm:spPr/>
      <dgm:t>
        <a:bodyPr/>
        <a:lstStyle/>
        <a:p>
          <a:endParaRPr lang="es-MX"/>
        </a:p>
      </dgm:t>
    </dgm:pt>
    <dgm:pt modelId="{F8D09F6C-1FF2-4DCA-85A7-F2FD2DDB832F}" type="sibTrans" cxnId="{BB0AC3BB-8A0C-4D70-9F80-DE0B600A2987}">
      <dgm:prSet/>
      <dgm:spPr/>
      <dgm:t>
        <a:bodyPr/>
        <a:lstStyle/>
        <a:p>
          <a:endParaRPr lang="es-MX"/>
        </a:p>
      </dgm:t>
    </dgm:pt>
    <dgm:pt modelId="{3F135391-64A1-4D37-8A56-2A5F6F130E5A}">
      <dgm:prSet phldrT="[Text]"/>
      <dgm:spPr>
        <a:solidFill>
          <a:srgbClr val="FF0000"/>
        </a:solidFill>
      </dgm:spPr>
      <dgm:t>
        <a:bodyPr/>
        <a:lstStyle/>
        <a:p>
          <a:r>
            <a:rPr lang="es-MX" dirty="0"/>
            <a:t>Deudas</a:t>
          </a:r>
        </a:p>
      </dgm:t>
    </dgm:pt>
    <dgm:pt modelId="{404BAAB8-90E7-4E3A-9C5D-F20C867C2FF7}" type="parTrans" cxnId="{9FC70537-CBC2-4CBE-A42F-C730CFBB62E6}">
      <dgm:prSet/>
      <dgm:spPr/>
      <dgm:t>
        <a:bodyPr/>
        <a:lstStyle/>
        <a:p>
          <a:endParaRPr lang="es-MX"/>
        </a:p>
      </dgm:t>
    </dgm:pt>
    <dgm:pt modelId="{64DC7732-AC9C-4280-88A0-5414848521FB}" type="sibTrans" cxnId="{9FC70537-CBC2-4CBE-A42F-C730CFBB62E6}">
      <dgm:prSet/>
      <dgm:spPr/>
      <dgm:t>
        <a:bodyPr/>
        <a:lstStyle/>
        <a:p>
          <a:endParaRPr lang="es-MX"/>
        </a:p>
      </dgm:t>
    </dgm:pt>
    <dgm:pt modelId="{01E8FA5D-9BCE-4D2A-9374-E50A3105A136}">
      <dgm:prSet phldrT="[Text]"/>
      <dgm:spPr>
        <a:solidFill>
          <a:srgbClr val="92D050"/>
        </a:solidFill>
      </dgm:spPr>
      <dgm:t>
        <a:bodyPr/>
        <a:lstStyle/>
        <a:p>
          <a:r>
            <a:rPr lang="es-MX" dirty="0"/>
            <a:t>Créditos</a:t>
          </a:r>
        </a:p>
      </dgm:t>
    </dgm:pt>
    <dgm:pt modelId="{395F2208-04EC-4A6B-9D98-65B238A6665D}" type="sibTrans" cxnId="{BF230D1D-C0A5-40D3-BEDD-EC15B9106D78}">
      <dgm:prSet/>
      <dgm:spPr/>
      <dgm:t>
        <a:bodyPr/>
        <a:lstStyle/>
        <a:p>
          <a:endParaRPr lang="es-MX"/>
        </a:p>
      </dgm:t>
    </dgm:pt>
    <dgm:pt modelId="{BFBD05EC-99F0-4EA5-9033-AA5D93BE7774}" type="parTrans" cxnId="{BF230D1D-C0A5-40D3-BEDD-EC15B9106D78}">
      <dgm:prSet/>
      <dgm:spPr/>
      <dgm:t>
        <a:bodyPr/>
        <a:lstStyle/>
        <a:p>
          <a:endParaRPr lang="es-MX"/>
        </a:p>
      </dgm:t>
    </dgm:pt>
    <dgm:pt modelId="{0AECBB5F-2698-42ED-847A-19D2A78ED74E}" type="pres">
      <dgm:prSet presAssocID="{7815D115-63BE-41F3-AB90-A7BCEA876E7C}" presName="outerComposite" presStyleCnt="0">
        <dgm:presLayoutVars>
          <dgm:chMax val="2"/>
          <dgm:animLvl val="lvl"/>
          <dgm:resizeHandles val="exact"/>
        </dgm:presLayoutVars>
      </dgm:prSet>
      <dgm:spPr/>
    </dgm:pt>
    <dgm:pt modelId="{E0B44443-CF91-4801-8C83-A6A4B2E7507A}" type="pres">
      <dgm:prSet presAssocID="{7815D115-63BE-41F3-AB90-A7BCEA876E7C}" presName="dummyMaxCanvas" presStyleCnt="0"/>
      <dgm:spPr/>
    </dgm:pt>
    <dgm:pt modelId="{A8E5262E-270F-4A45-A668-249ED8BFC7CA}" type="pres">
      <dgm:prSet presAssocID="{7815D115-63BE-41F3-AB90-A7BCEA876E7C}" presName="parentComposite" presStyleCnt="0"/>
      <dgm:spPr/>
    </dgm:pt>
    <dgm:pt modelId="{6E3E5EE1-3F9A-4CF2-8D4E-56E8CACD28E8}" type="pres">
      <dgm:prSet presAssocID="{7815D115-63BE-41F3-AB90-A7BCEA876E7C}" presName="parent1" presStyleLbl="alignAccFollowNode1" presStyleIdx="0" presStyleCnt="4" custScaleX="358948">
        <dgm:presLayoutVars>
          <dgm:chMax val="4"/>
        </dgm:presLayoutVars>
      </dgm:prSet>
      <dgm:spPr/>
    </dgm:pt>
    <dgm:pt modelId="{39A96271-C6EB-4512-897B-B21C1D7E44FB}" type="pres">
      <dgm:prSet presAssocID="{7815D115-63BE-41F3-AB90-A7BCEA876E7C}" presName="parent2" presStyleLbl="alignAccFollowNode1" presStyleIdx="1" presStyleCnt="4" custFlipHor="1" custScaleX="2919" custLinFactX="-146370" custLinFactY="116545" custLinFactNeighborX="-200000" custLinFactNeighborY="200000">
        <dgm:presLayoutVars>
          <dgm:chMax val="4"/>
        </dgm:presLayoutVars>
      </dgm:prSet>
      <dgm:spPr/>
    </dgm:pt>
    <dgm:pt modelId="{D5A83229-9088-4F98-9550-AFCBB8E9EA95}" type="pres">
      <dgm:prSet presAssocID="{7815D115-63BE-41F3-AB90-A7BCEA876E7C}" presName="childrenComposite" presStyleCnt="0"/>
      <dgm:spPr/>
    </dgm:pt>
    <dgm:pt modelId="{9B1B2B7D-973B-4480-A328-F76AC4243D1D}" type="pres">
      <dgm:prSet presAssocID="{7815D115-63BE-41F3-AB90-A7BCEA876E7C}" presName="dummyMaxCanvas_ChildArea" presStyleCnt="0"/>
      <dgm:spPr/>
    </dgm:pt>
    <dgm:pt modelId="{C70B24C3-DEC5-44DE-A215-14ADAF76CE29}" type="pres">
      <dgm:prSet presAssocID="{7815D115-63BE-41F3-AB90-A7BCEA876E7C}" presName="fulcrum" presStyleLbl="alignAccFollowNode1" presStyleIdx="2" presStyleCnt="4"/>
      <dgm:spPr/>
    </dgm:pt>
    <dgm:pt modelId="{447CA700-3A0C-4CA4-B596-200EC997CC2F}" type="pres">
      <dgm:prSet presAssocID="{7815D115-63BE-41F3-AB90-A7BCEA876E7C}" presName="balance_21" presStyleLbl="alignAccFollowNode1" presStyleIdx="3" presStyleCnt="4">
        <dgm:presLayoutVars>
          <dgm:bulletEnabled val="1"/>
        </dgm:presLayoutVars>
      </dgm:prSet>
      <dgm:spPr/>
    </dgm:pt>
    <dgm:pt modelId="{10F69A78-0A38-42CD-A784-FEC6EB977764}" type="pres">
      <dgm:prSet presAssocID="{7815D115-63BE-41F3-AB90-A7BCEA876E7C}" presName="left_21_1" presStyleLbl="node1" presStyleIdx="0" presStyleCnt="3">
        <dgm:presLayoutVars>
          <dgm:bulletEnabled val="1"/>
        </dgm:presLayoutVars>
      </dgm:prSet>
      <dgm:spPr/>
    </dgm:pt>
    <dgm:pt modelId="{CC44892E-4C6D-4809-8ED3-354B2EAD0DC2}" type="pres">
      <dgm:prSet presAssocID="{7815D115-63BE-41F3-AB90-A7BCEA876E7C}" presName="left_21_2" presStyleLbl="node1" presStyleIdx="1" presStyleCnt="3">
        <dgm:presLayoutVars>
          <dgm:bulletEnabled val="1"/>
        </dgm:presLayoutVars>
      </dgm:prSet>
      <dgm:spPr/>
    </dgm:pt>
    <dgm:pt modelId="{1EEACF02-E6AB-4D83-8C8C-7C8BD23A833D}" type="pres">
      <dgm:prSet presAssocID="{7815D115-63BE-41F3-AB90-A7BCEA876E7C}" presName="right_21_1" presStyleLbl="node1" presStyleIdx="2" presStyleCnt="3">
        <dgm:presLayoutVars>
          <dgm:bulletEnabled val="1"/>
        </dgm:presLayoutVars>
      </dgm:prSet>
      <dgm:spPr/>
    </dgm:pt>
  </dgm:ptLst>
  <dgm:cxnLst>
    <dgm:cxn modelId="{748C6F0A-5873-9349-B607-6FE315D1EFCA}" type="presOf" srcId="{7815D115-63BE-41F3-AB90-A7BCEA876E7C}" destId="{0AECBB5F-2698-42ED-847A-19D2A78ED74E}" srcOrd="0" destOrd="0" presId="urn:microsoft.com/office/officeart/2005/8/layout/balance1"/>
    <dgm:cxn modelId="{BF230D1D-C0A5-40D3-BEDD-EC15B9106D78}" srcId="{E0A3AD46-87DB-4189-906D-415B59BC9F73}" destId="{01E8FA5D-9BCE-4D2A-9374-E50A3105A136}" srcOrd="1" destOrd="0" parTransId="{BFBD05EC-99F0-4EA5-9033-AA5D93BE7774}" sibTransId="{395F2208-04EC-4A6B-9D98-65B238A6665D}"/>
    <dgm:cxn modelId="{B1CC9232-6552-F542-AC56-74E59F6B9552}" type="presOf" srcId="{3F135391-64A1-4D37-8A56-2A5F6F130E5A}" destId="{1EEACF02-E6AB-4D83-8C8C-7C8BD23A833D}" srcOrd="0" destOrd="0" presId="urn:microsoft.com/office/officeart/2005/8/layout/balance1"/>
    <dgm:cxn modelId="{9FC70537-CBC2-4CBE-A42F-C730CFBB62E6}" srcId="{468600BA-EBBC-4D29-8045-E487151363D2}" destId="{3F135391-64A1-4D37-8A56-2A5F6F130E5A}" srcOrd="0" destOrd="0" parTransId="{404BAAB8-90E7-4E3A-9C5D-F20C867C2FF7}" sibTransId="{64DC7732-AC9C-4280-88A0-5414848521FB}"/>
    <dgm:cxn modelId="{293D0D43-5A14-CD43-A19B-7374AFB07565}" type="presOf" srcId="{01E8FA5D-9BCE-4D2A-9374-E50A3105A136}" destId="{CC44892E-4C6D-4809-8ED3-354B2EAD0DC2}" srcOrd="0" destOrd="0" presId="urn:microsoft.com/office/officeart/2005/8/layout/balance1"/>
    <dgm:cxn modelId="{DFD5D04C-BAF4-534F-846D-C7CDEA86B511}" type="presOf" srcId="{2EEBED42-AD20-4A61-85C3-BED54BB7C3DB}" destId="{10F69A78-0A38-42CD-A784-FEC6EB977764}" srcOrd="0" destOrd="0" presId="urn:microsoft.com/office/officeart/2005/8/layout/balance1"/>
    <dgm:cxn modelId="{6149557B-02EC-304E-8EB6-22A5201D8F39}" type="presOf" srcId="{468600BA-EBBC-4D29-8045-E487151363D2}" destId="{39A96271-C6EB-4512-897B-B21C1D7E44FB}" srcOrd="0" destOrd="0" presId="urn:microsoft.com/office/officeart/2005/8/layout/balance1"/>
    <dgm:cxn modelId="{6599837E-A4C0-1A4D-8B6F-30D078602BFC}" type="presOf" srcId="{E0A3AD46-87DB-4189-906D-415B59BC9F73}" destId="{6E3E5EE1-3F9A-4CF2-8D4E-56E8CACD28E8}" srcOrd="0" destOrd="0" presId="urn:microsoft.com/office/officeart/2005/8/layout/balance1"/>
    <dgm:cxn modelId="{BB0AC3BB-8A0C-4D70-9F80-DE0B600A2987}" srcId="{7815D115-63BE-41F3-AB90-A7BCEA876E7C}" destId="{468600BA-EBBC-4D29-8045-E487151363D2}" srcOrd="1" destOrd="0" parTransId="{AE95B074-3943-44E5-993E-9C002848D61F}" sibTransId="{F8D09F6C-1FF2-4DCA-85A7-F2FD2DDB832F}"/>
    <dgm:cxn modelId="{930C58BC-E03D-4316-B5D8-5D5D8938AC84}" srcId="{E0A3AD46-87DB-4189-906D-415B59BC9F73}" destId="{2EEBED42-AD20-4A61-85C3-BED54BB7C3DB}" srcOrd="0" destOrd="0" parTransId="{ECE88AB1-F586-4935-B6C8-B60DB5728F89}" sibTransId="{ABEE5C9E-FFE5-4593-832A-68935C9A0F5C}"/>
    <dgm:cxn modelId="{D7A7B2CD-B468-410A-9AA3-176488497663}" srcId="{7815D115-63BE-41F3-AB90-A7BCEA876E7C}" destId="{E0A3AD46-87DB-4189-906D-415B59BC9F73}" srcOrd="0" destOrd="0" parTransId="{0E3A0692-D795-42F8-810C-8AE8EB2B6F1F}" sibTransId="{1D9D3231-7E0F-4C37-AC65-AB4DEE2F3F38}"/>
    <dgm:cxn modelId="{66C64818-A391-164D-A3E1-AFABFA641FDD}" type="presParOf" srcId="{0AECBB5F-2698-42ED-847A-19D2A78ED74E}" destId="{E0B44443-CF91-4801-8C83-A6A4B2E7507A}" srcOrd="0" destOrd="0" presId="urn:microsoft.com/office/officeart/2005/8/layout/balance1"/>
    <dgm:cxn modelId="{2C6960C4-9110-ED48-9BEF-D17EFA972E01}" type="presParOf" srcId="{0AECBB5F-2698-42ED-847A-19D2A78ED74E}" destId="{A8E5262E-270F-4A45-A668-249ED8BFC7CA}" srcOrd="1" destOrd="0" presId="urn:microsoft.com/office/officeart/2005/8/layout/balance1"/>
    <dgm:cxn modelId="{510DB029-4CE8-0F49-8C46-EF64DAE4E337}" type="presParOf" srcId="{A8E5262E-270F-4A45-A668-249ED8BFC7CA}" destId="{6E3E5EE1-3F9A-4CF2-8D4E-56E8CACD28E8}" srcOrd="0" destOrd="0" presId="urn:microsoft.com/office/officeart/2005/8/layout/balance1"/>
    <dgm:cxn modelId="{A30393AB-1713-8F43-A43F-F5DA2D135853}" type="presParOf" srcId="{A8E5262E-270F-4A45-A668-249ED8BFC7CA}" destId="{39A96271-C6EB-4512-897B-B21C1D7E44FB}" srcOrd="1" destOrd="0" presId="urn:microsoft.com/office/officeart/2005/8/layout/balance1"/>
    <dgm:cxn modelId="{BC3F7668-F358-3346-A877-8730B711122A}" type="presParOf" srcId="{0AECBB5F-2698-42ED-847A-19D2A78ED74E}" destId="{D5A83229-9088-4F98-9550-AFCBB8E9EA95}" srcOrd="2" destOrd="0" presId="urn:microsoft.com/office/officeart/2005/8/layout/balance1"/>
    <dgm:cxn modelId="{61ED1B2C-3E87-3A48-B9E1-F080C71DCAE5}" type="presParOf" srcId="{D5A83229-9088-4F98-9550-AFCBB8E9EA95}" destId="{9B1B2B7D-973B-4480-A328-F76AC4243D1D}" srcOrd="0" destOrd="0" presId="urn:microsoft.com/office/officeart/2005/8/layout/balance1"/>
    <dgm:cxn modelId="{08F62878-59D1-8F4E-9264-EA5328E790FC}" type="presParOf" srcId="{D5A83229-9088-4F98-9550-AFCBB8E9EA95}" destId="{C70B24C3-DEC5-44DE-A215-14ADAF76CE29}" srcOrd="1" destOrd="0" presId="urn:microsoft.com/office/officeart/2005/8/layout/balance1"/>
    <dgm:cxn modelId="{2331765A-C88A-034B-B405-F884F79BB6B2}" type="presParOf" srcId="{D5A83229-9088-4F98-9550-AFCBB8E9EA95}" destId="{447CA700-3A0C-4CA4-B596-200EC997CC2F}" srcOrd="2" destOrd="0" presId="urn:microsoft.com/office/officeart/2005/8/layout/balance1"/>
    <dgm:cxn modelId="{E8659AF7-4A37-A34B-BF2A-47C9C90968F8}" type="presParOf" srcId="{D5A83229-9088-4F98-9550-AFCBB8E9EA95}" destId="{10F69A78-0A38-42CD-A784-FEC6EB977764}" srcOrd="3" destOrd="0" presId="urn:microsoft.com/office/officeart/2005/8/layout/balance1"/>
    <dgm:cxn modelId="{82E30126-533C-804A-BDB6-3CFBF7D7345B}" type="presParOf" srcId="{D5A83229-9088-4F98-9550-AFCBB8E9EA95}" destId="{CC44892E-4C6D-4809-8ED3-354B2EAD0DC2}" srcOrd="4" destOrd="0" presId="urn:microsoft.com/office/officeart/2005/8/layout/balance1"/>
    <dgm:cxn modelId="{AAB8C761-008E-2D41-A53F-75C3CB8A0C2E}" type="presParOf" srcId="{D5A83229-9088-4F98-9550-AFCBB8E9EA95}" destId="{1EEACF02-E6AB-4D83-8C8C-7C8BD23A833D}" srcOrd="5" destOrd="0" presId="urn:microsoft.com/office/officeart/2005/8/layout/balanc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9D8464-F68F-465D-82AA-054AC16BDDCE}" type="doc">
      <dgm:prSet loTypeId="urn:microsoft.com/office/officeart/2009/3/layout/PlusandMinus" loCatId="relationship" qsTypeId="urn:microsoft.com/office/officeart/2005/8/quickstyle/simple1" qsCatId="simple" csTypeId="urn:microsoft.com/office/officeart/2005/8/colors/accent1_2" csCatId="accent1" phldr="1"/>
      <dgm:spPr/>
      <dgm:t>
        <a:bodyPr/>
        <a:lstStyle/>
        <a:p>
          <a:endParaRPr lang="es-MX"/>
        </a:p>
      </dgm:t>
    </dgm:pt>
    <dgm:pt modelId="{766BAFDE-2280-4118-ABFE-0D70A1E9A890}">
      <dgm:prSet phldrT="[Text]" custT="1"/>
      <dgm:spPr/>
      <dgm:t>
        <a:bodyPr/>
        <a:lstStyle/>
        <a:p>
          <a:pPr algn="ctr"/>
          <a:r>
            <a:rPr lang="es-MX" sz="3000" dirty="0"/>
            <a:t>Derecho que tiene una persona acreedora a recibir de otra deudora una cantidad en numerario </a:t>
          </a:r>
        </a:p>
        <a:p>
          <a:pPr algn="ctr"/>
          <a:r>
            <a:rPr lang="es-MX" sz="1800" dirty="0"/>
            <a:t>(LISR 45-Primer párrafo) </a:t>
          </a:r>
          <a:endParaRPr lang="es-MX" sz="3000" dirty="0"/>
        </a:p>
      </dgm:t>
    </dgm:pt>
    <dgm:pt modelId="{A63E20C3-45FB-4EEE-BD4E-386BF5AF1966}" type="parTrans" cxnId="{5F33A25A-C17A-4C28-B0E2-41525CCFDBE7}">
      <dgm:prSet/>
      <dgm:spPr/>
      <dgm:t>
        <a:bodyPr/>
        <a:lstStyle/>
        <a:p>
          <a:endParaRPr lang="es-MX"/>
        </a:p>
      </dgm:t>
    </dgm:pt>
    <dgm:pt modelId="{97DC094A-D7CC-40EB-951D-BB4F16CC6967}" type="sibTrans" cxnId="{5F33A25A-C17A-4C28-B0E2-41525CCFDBE7}">
      <dgm:prSet/>
      <dgm:spPr/>
      <dgm:t>
        <a:bodyPr/>
        <a:lstStyle/>
        <a:p>
          <a:endParaRPr lang="es-MX"/>
        </a:p>
      </dgm:t>
    </dgm:pt>
    <dgm:pt modelId="{EE593BFC-3626-407D-90DA-7BDE2D290468}">
      <dgm:prSet phldrT="[Text]" custT="1"/>
      <dgm:spPr/>
      <dgm:t>
        <a:bodyPr/>
        <a:lstStyle/>
        <a:p>
          <a:pPr algn="ctr"/>
          <a:r>
            <a:rPr lang="es-MX" sz="2900" dirty="0"/>
            <a:t>Cualquier obligación en numerario pendiente de cumplimiento</a:t>
          </a:r>
        </a:p>
        <a:p>
          <a:pPr algn="ctr"/>
          <a:r>
            <a:rPr lang="es-MX" sz="1800" dirty="0"/>
            <a:t>(LISR 46 Primer párrafo)</a:t>
          </a:r>
        </a:p>
      </dgm:t>
    </dgm:pt>
    <dgm:pt modelId="{4AB8999B-6610-4B2B-931E-4E428079DE5A}" type="parTrans" cxnId="{17BC5F88-955A-4C55-A05E-9D79DB2F1034}">
      <dgm:prSet/>
      <dgm:spPr/>
      <dgm:t>
        <a:bodyPr/>
        <a:lstStyle/>
        <a:p>
          <a:endParaRPr lang="es-MX"/>
        </a:p>
      </dgm:t>
    </dgm:pt>
    <dgm:pt modelId="{EC76D586-D2AD-4949-A016-2B694D2C8CA2}" type="sibTrans" cxnId="{17BC5F88-955A-4C55-A05E-9D79DB2F1034}">
      <dgm:prSet/>
      <dgm:spPr/>
      <dgm:t>
        <a:bodyPr/>
        <a:lstStyle/>
        <a:p>
          <a:endParaRPr lang="es-MX"/>
        </a:p>
      </dgm:t>
    </dgm:pt>
    <dgm:pt modelId="{3DDD2D68-A05D-41D8-9D69-349B8D01960F}">
      <dgm:prSet/>
      <dgm:spPr/>
      <dgm:t>
        <a:bodyPr/>
        <a:lstStyle/>
        <a:p>
          <a:endParaRPr lang="es-MX"/>
        </a:p>
      </dgm:t>
    </dgm:pt>
    <dgm:pt modelId="{DFAD93FF-860A-4AC5-9264-A45DB7F23449}" type="parTrans" cxnId="{BA764ADC-A0FE-4071-8214-23DFEC0CA8F6}">
      <dgm:prSet/>
      <dgm:spPr/>
      <dgm:t>
        <a:bodyPr/>
        <a:lstStyle/>
        <a:p>
          <a:endParaRPr lang="es-MX"/>
        </a:p>
      </dgm:t>
    </dgm:pt>
    <dgm:pt modelId="{0F432FE8-9AA3-45FB-8B24-C86001539381}" type="sibTrans" cxnId="{BA764ADC-A0FE-4071-8214-23DFEC0CA8F6}">
      <dgm:prSet/>
      <dgm:spPr/>
      <dgm:t>
        <a:bodyPr/>
        <a:lstStyle/>
        <a:p>
          <a:endParaRPr lang="es-MX"/>
        </a:p>
      </dgm:t>
    </dgm:pt>
    <dgm:pt modelId="{20C0D3F8-D77D-44BA-9A52-B79EB9E2740B}">
      <dgm:prSet/>
      <dgm:spPr/>
      <dgm:t>
        <a:bodyPr/>
        <a:lstStyle/>
        <a:p>
          <a:endParaRPr lang="es-MX"/>
        </a:p>
      </dgm:t>
    </dgm:pt>
    <dgm:pt modelId="{AD1441A2-28FB-4870-AFE4-39E515644EA0}" type="parTrans" cxnId="{FDF304BB-77BE-4733-8F0C-1C65CBCD2352}">
      <dgm:prSet/>
      <dgm:spPr/>
      <dgm:t>
        <a:bodyPr/>
        <a:lstStyle/>
        <a:p>
          <a:endParaRPr lang="es-MX"/>
        </a:p>
      </dgm:t>
    </dgm:pt>
    <dgm:pt modelId="{3112A703-1A21-49CE-936C-BA75AB0F66C6}" type="sibTrans" cxnId="{FDF304BB-77BE-4733-8F0C-1C65CBCD2352}">
      <dgm:prSet/>
      <dgm:spPr/>
      <dgm:t>
        <a:bodyPr/>
        <a:lstStyle/>
        <a:p>
          <a:endParaRPr lang="es-MX"/>
        </a:p>
      </dgm:t>
    </dgm:pt>
    <dgm:pt modelId="{07A118AA-A7AD-4B1B-8A9D-E02A277D5113}" type="pres">
      <dgm:prSet presAssocID="{C29D8464-F68F-465D-82AA-054AC16BDDCE}" presName="Name0" presStyleCnt="0">
        <dgm:presLayoutVars>
          <dgm:chMax val="2"/>
          <dgm:chPref val="2"/>
          <dgm:dir/>
          <dgm:animOne/>
          <dgm:resizeHandles val="exact"/>
        </dgm:presLayoutVars>
      </dgm:prSet>
      <dgm:spPr/>
    </dgm:pt>
    <dgm:pt modelId="{8FC5F38D-0022-46EF-850F-C2418681FDD8}" type="pres">
      <dgm:prSet presAssocID="{C29D8464-F68F-465D-82AA-054AC16BDDCE}" presName="Background" presStyleLbl="bgImgPlace1" presStyleIdx="0" presStyleCnt="1"/>
      <dgm:spPr/>
    </dgm:pt>
    <dgm:pt modelId="{0B8DFD43-0442-499C-AAC1-0CB440A433D4}" type="pres">
      <dgm:prSet presAssocID="{C29D8464-F68F-465D-82AA-054AC16BDDCE}" presName="ParentText1" presStyleLbl="revTx" presStyleIdx="0" presStyleCnt="2">
        <dgm:presLayoutVars>
          <dgm:chMax val="0"/>
          <dgm:chPref val="0"/>
          <dgm:bulletEnabled val="1"/>
        </dgm:presLayoutVars>
      </dgm:prSet>
      <dgm:spPr/>
    </dgm:pt>
    <dgm:pt modelId="{093EBE0F-9ECB-4DC2-B047-F46B1EB9DD6E}" type="pres">
      <dgm:prSet presAssocID="{C29D8464-F68F-465D-82AA-054AC16BDDCE}" presName="ParentText2" presStyleLbl="revTx" presStyleIdx="1" presStyleCnt="2">
        <dgm:presLayoutVars>
          <dgm:chMax val="0"/>
          <dgm:chPref val="0"/>
          <dgm:bulletEnabled val="1"/>
        </dgm:presLayoutVars>
      </dgm:prSet>
      <dgm:spPr/>
    </dgm:pt>
    <dgm:pt modelId="{36A15B02-6251-4D21-AFBD-5FB36E539BC6}" type="pres">
      <dgm:prSet presAssocID="{C29D8464-F68F-465D-82AA-054AC16BDDCE}" presName="Plus" presStyleLbl="alignNode1" presStyleIdx="0" presStyleCnt="2"/>
      <dgm:spPr>
        <a:solidFill>
          <a:srgbClr val="92D050"/>
        </a:solidFill>
      </dgm:spPr>
    </dgm:pt>
    <dgm:pt modelId="{8144A325-828A-4E58-9EFB-C6A7B597F4F8}" type="pres">
      <dgm:prSet presAssocID="{C29D8464-F68F-465D-82AA-054AC16BDDCE}" presName="Minus" presStyleLbl="alignNode1" presStyleIdx="1" presStyleCnt="2"/>
      <dgm:spPr>
        <a:solidFill>
          <a:srgbClr val="FF0000"/>
        </a:solidFill>
      </dgm:spPr>
    </dgm:pt>
    <dgm:pt modelId="{787073DB-9153-433C-9143-DE58429494A6}" type="pres">
      <dgm:prSet presAssocID="{C29D8464-F68F-465D-82AA-054AC16BDDCE}" presName="Divider" presStyleLbl="parChTrans1D1" presStyleIdx="0" presStyleCnt="1"/>
      <dgm:spPr/>
    </dgm:pt>
  </dgm:ptLst>
  <dgm:cxnLst>
    <dgm:cxn modelId="{897AC11C-1590-D54E-8116-81D5175FFCDA}" type="presOf" srcId="{766BAFDE-2280-4118-ABFE-0D70A1E9A890}" destId="{0B8DFD43-0442-499C-AAC1-0CB440A433D4}" srcOrd="0" destOrd="0" presId="urn:microsoft.com/office/officeart/2009/3/layout/PlusandMinus"/>
    <dgm:cxn modelId="{3B104C6A-1875-7A40-8BA2-6DA78A01A971}" type="presOf" srcId="{C29D8464-F68F-465D-82AA-054AC16BDDCE}" destId="{07A118AA-A7AD-4B1B-8A9D-E02A277D5113}" srcOrd="0" destOrd="0" presId="urn:microsoft.com/office/officeart/2009/3/layout/PlusandMinus"/>
    <dgm:cxn modelId="{4DC7A073-08E9-EA4C-9BE1-00455132CB87}" type="presOf" srcId="{EE593BFC-3626-407D-90DA-7BDE2D290468}" destId="{093EBE0F-9ECB-4DC2-B047-F46B1EB9DD6E}" srcOrd="0" destOrd="0" presId="urn:microsoft.com/office/officeart/2009/3/layout/PlusandMinus"/>
    <dgm:cxn modelId="{5F33A25A-C17A-4C28-B0E2-41525CCFDBE7}" srcId="{C29D8464-F68F-465D-82AA-054AC16BDDCE}" destId="{766BAFDE-2280-4118-ABFE-0D70A1E9A890}" srcOrd="0" destOrd="0" parTransId="{A63E20C3-45FB-4EEE-BD4E-386BF5AF1966}" sibTransId="{97DC094A-D7CC-40EB-951D-BB4F16CC6967}"/>
    <dgm:cxn modelId="{17BC5F88-955A-4C55-A05E-9D79DB2F1034}" srcId="{C29D8464-F68F-465D-82AA-054AC16BDDCE}" destId="{EE593BFC-3626-407D-90DA-7BDE2D290468}" srcOrd="1" destOrd="0" parTransId="{4AB8999B-6610-4B2B-931E-4E428079DE5A}" sibTransId="{EC76D586-D2AD-4949-A016-2B694D2C8CA2}"/>
    <dgm:cxn modelId="{FDF304BB-77BE-4733-8F0C-1C65CBCD2352}" srcId="{C29D8464-F68F-465D-82AA-054AC16BDDCE}" destId="{20C0D3F8-D77D-44BA-9A52-B79EB9E2740B}" srcOrd="3" destOrd="0" parTransId="{AD1441A2-28FB-4870-AFE4-39E515644EA0}" sibTransId="{3112A703-1A21-49CE-936C-BA75AB0F66C6}"/>
    <dgm:cxn modelId="{BA764ADC-A0FE-4071-8214-23DFEC0CA8F6}" srcId="{C29D8464-F68F-465D-82AA-054AC16BDDCE}" destId="{3DDD2D68-A05D-41D8-9D69-349B8D01960F}" srcOrd="2" destOrd="0" parTransId="{DFAD93FF-860A-4AC5-9264-A45DB7F23449}" sibTransId="{0F432FE8-9AA3-45FB-8B24-C86001539381}"/>
    <dgm:cxn modelId="{0FC44F71-F077-A945-AF94-A140AA33775E}" type="presParOf" srcId="{07A118AA-A7AD-4B1B-8A9D-E02A277D5113}" destId="{8FC5F38D-0022-46EF-850F-C2418681FDD8}" srcOrd="0" destOrd="0" presId="urn:microsoft.com/office/officeart/2009/3/layout/PlusandMinus"/>
    <dgm:cxn modelId="{F0F9409C-0AB5-3D4F-9477-4F5D256F7BBA}" type="presParOf" srcId="{07A118AA-A7AD-4B1B-8A9D-E02A277D5113}" destId="{0B8DFD43-0442-499C-AAC1-0CB440A433D4}" srcOrd="1" destOrd="0" presId="urn:microsoft.com/office/officeart/2009/3/layout/PlusandMinus"/>
    <dgm:cxn modelId="{4440D1A2-5810-414D-BC45-A33D215085A8}" type="presParOf" srcId="{07A118AA-A7AD-4B1B-8A9D-E02A277D5113}" destId="{093EBE0F-9ECB-4DC2-B047-F46B1EB9DD6E}" srcOrd="2" destOrd="0" presId="urn:microsoft.com/office/officeart/2009/3/layout/PlusandMinus"/>
    <dgm:cxn modelId="{05311D75-2281-3B45-A2D5-61F05F5EB4F9}" type="presParOf" srcId="{07A118AA-A7AD-4B1B-8A9D-E02A277D5113}" destId="{36A15B02-6251-4D21-AFBD-5FB36E539BC6}" srcOrd="3" destOrd="0" presId="urn:microsoft.com/office/officeart/2009/3/layout/PlusandMinus"/>
    <dgm:cxn modelId="{70F10C51-A484-4847-BFBA-51AE85E80DB9}" type="presParOf" srcId="{07A118AA-A7AD-4B1B-8A9D-E02A277D5113}" destId="{8144A325-828A-4E58-9EFB-C6A7B597F4F8}" srcOrd="4" destOrd="0" presId="urn:microsoft.com/office/officeart/2009/3/layout/PlusandMinus"/>
    <dgm:cxn modelId="{F20B0043-CD4D-DA47-A4B3-533B90597FF3}" type="presParOf" srcId="{07A118AA-A7AD-4B1B-8A9D-E02A277D5113}" destId="{787073DB-9153-433C-9143-DE58429494A6}"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920873C-70FC-4714-B1C1-72C45671CE15}" type="doc">
      <dgm:prSet loTypeId="urn:microsoft.com/office/officeart/2005/8/layout/process1" loCatId="process" qsTypeId="urn:microsoft.com/office/officeart/2005/8/quickstyle/simple1" qsCatId="simple" csTypeId="urn:microsoft.com/office/officeart/2005/8/colors/accent1_2" csCatId="accent1" phldr="1"/>
      <dgm:spPr/>
    </dgm:pt>
    <dgm:pt modelId="{38D35F84-1E6A-4E55-89DE-C68F6AC0A193}">
      <dgm:prSet phldrT="[Text]"/>
      <dgm:spPr/>
      <dgm:t>
        <a:bodyPr/>
        <a:lstStyle/>
        <a:p>
          <a:r>
            <a:rPr lang="es-MX" dirty="0"/>
            <a:t>Promedio Anual de Créditos y Deudas (Neto)</a:t>
          </a:r>
        </a:p>
      </dgm:t>
    </dgm:pt>
    <dgm:pt modelId="{6BF8BFC8-5F56-44C2-97C3-766D0BF7C6BA}" type="parTrans" cxnId="{62A7096C-342A-4E58-AB55-5FA6CE52FFB2}">
      <dgm:prSet/>
      <dgm:spPr/>
      <dgm:t>
        <a:bodyPr/>
        <a:lstStyle/>
        <a:p>
          <a:endParaRPr lang="es-MX"/>
        </a:p>
      </dgm:t>
    </dgm:pt>
    <dgm:pt modelId="{DE0BCB08-63E8-4B29-9D27-1ACF17016C7D}" type="sibTrans" cxnId="{62A7096C-342A-4E58-AB55-5FA6CE52FFB2}">
      <dgm:prSet/>
      <dgm:spPr>
        <a:solidFill>
          <a:schemeClr val="accent6"/>
        </a:solidFill>
      </dgm:spPr>
      <dgm:t>
        <a:bodyPr/>
        <a:lstStyle/>
        <a:p>
          <a:r>
            <a:rPr lang="es-MX" dirty="0"/>
            <a:t>Por</a:t>
          </a:r>
        </a:p>
      </dgm:t>
    </dgm:pt>
    <dgm:pt modelId="{5B7137AE-6E9C-48D6-897C-F76669F60FCD}">
      <dgm:prSet phldrT="[Text]"/>
      <dgm:spPr/>
      <dgm:t>
        <a:bodyPr/>
        <a:lstStyle/>
        <a:p>
          <a:r>
            <a:rPr lang="es-MX" dirty="0"/>
            <a:t>Factor de Ajuste Anual</a:t>
          </a:r>
        </a:p>
      </dgm:t>
    </dgm:pt>
    <dgm:pt modelId="{683AD494-2AA9-4446-9E39-2AEC1FA516CA}" type="parTrans" cxnId="{78AEEA6D-CCF0-4800-9A05-BDD14554ACA4}">
      <dgm:prSet/>
      <dgm:spPr/>
      <dgm:t>
        <a:bodyPr/>
        <a:lstStyle/>
        <a:p>
          <a:endParaRPr lang="es-MX"/>
        </a:p>
      </dgm:t>
    </dgm:pt>
    <dgm:pt modelId="{8564436A-B057-43D2-8EE0-001EB8B1D0EA}" type="sibTrans" cxnId="{78AEEA6D-CCF0-4800-9A05-BDD14554ACA4}">
      <dgm:prSet/>
      <dgm:spPr>
        <a:solidFill>
          <a:schemeClr val="accent6"/>
        </a:solidFill>
      </dgm:spPr>
      <dgm:t>
        <a:bodyPr/>
        <a:lstStyle/>
        <a:p>
          <a:r>
            <a:rPr lang="es-MX" dirty="0"/>
            <a:t>Igual</a:t>
          </a:r>
        </a:p>
      </dgm:t>
    </dgm:pt>
    <dgm:pt modelId="{CC59060B-6687-49A0-AC27-EF252EA66BFE}">
      <dgm:prSet phldrT="[Text]"/>
      <dgm:spPr/>
      <dgm:t>
        <a:bodyPr/>
        <a:lstStyle/>
        <a:p>
          <a:r>
            <a:rPr lang="es-MX" dirty="0"/>
            <a:t>Ajuste Anual por Inflación Acumulable o Deducible</a:t>
          </a:r>
        </a:p>
      </dgm:t>
    </dgm:pt>
    <dgm:pt modelId="{51AE1928-0AD5-4D36-9853-F000751C7D98}" type="parTrans" cxnId="{42393ABE-46AE-4BC7-9F37-3FC20011E040}">
      <dgm:prSet/>
      <dgm:spPr/>
      <dgm:t>
        <a:bodyPr/>
        <a:lstStyle/>
        <a:p>
          <a:endParaRPr lang="es-MX"/>
        </a:p>
      </dgm:t>
    </dgm:pt>
    <dgm:pt modelId="{636D8C31-9E4E-4A7E-ADDD-A09D7BA9DBD1}" type="sibTrans" cxnId="{42393ABE-46AE-4BC7-9F37-3FC20011E040}">
      <dgm:prSet/>
      <dgm:spPr/>
      <dgm:t>
        <a:bodyPr/>
        <a:lstStyle/>
        <a:p>
          <a:endParaRPr lang="es-MX"/>
        </a:p>
      </dgm:t>
    </dgm:pt>
    <dgm:pt modelId="{98E24DF1-5ECF-489D-8DC6-85C9291FD374}" type="pres">
      <dgm:prSet presAssocID="{7920873C-70FC-4714-B1C1-72C45671CE15}" presName="Name0" presStyleCnt="0">
        <dgm:presLayoutVars>
          <dgm:dir/>
          <dgm:resizeHandles val="exact"/>
        </dgm:presLayoutVars>
      </dgm:prSet>
      <dgm:spPr/>
    </dgm:pt>
    <dgm:pt modelId="{B581630A-F4CD-417C-8ACF-0F521FE5E592}" type="pres">
      <dgm:prSet presAssocID="{38D35F84-1E6A-4E55-89DE-C68F6AC0A193}" presName="node" presStyleLbl="node1" presStyleIdx="0" presStyleCnt="3">
        <dgm:presLayoutVars>
          <dgm:bulletEnabled val="1"/>
        </dgm:presLayoutVars>
      </dgm:prSet>
      <dgm:spPr/>
    </dgm:pt>
    <dgm:pt modelId="{5CAB998D-97C1-40B6-9D20-61D2189B6EF8}" type="pres">
      <dgm:prSet presAssocID="{DE0BCB08-63E8-4B29-9D27-1ACF17016C7D}" presName="sibTrans" presStyleLbl="sibTrans2D1" presStyleIdx="0" presStyleCnt="2"/>
      <dgm:spPr/>
    </dgm:pt>
    <dgm:pt modelId="{A7E6B341-F444-4592-BE5D-1668164FD5E5}" type="pres">
      <dgm:prSet presAssocID="{DE0BCB08-63E8-4B29-9D27-1ACF17016C7D}" presName="connectorText" presStyleLbl="sibTrans2D1" presStyleIdx="0" presStyleCnt="2"/>
      <dgm:spPr/>
    </dgm:pt>
    <dgm:pt modelId="{641EAC55-8931-4BC8-BE06-978FFF8FA874}" type="pres">
      <dgm:prSet presAssocID="{5B7137AE-6E9C-48D6-897C-F76669F60FCD}" presName="node" presStyleLbl="node1" presStyleIdx="1" presStyleCnt="3">
        <dgm:presLayoutVars>
          <dgm:bulletEnabled val="1"/>
        </dgm:presLayoutVars>
      </dgm:prSet>
      <dgm:spPr/>
    </dgm:pt>
    <dgm:pt modelId="{3EC0BD39-C9A1-4FB5-B794-B172DEA8AA97}" type="pres">
      <dgm:prSet presAssocID="{8564436A-B057-43D2-8EE0-001EB8B1D0EA}" presName="sibTrans" presStyleLbl="sibTrans2D1" presStyleIdx="1" presStyleCnt="2"/>
      <dgm:spPr/>
    </dgm:pt>
    <dgm:pt modelId="{CD10BE54-5C5D-4ADC-B218-A2464498D65D}" type="pres">
      <dgm:prSet presAssocID="{8564436A-B057-43D2-8EE0-001EB8B1D0EA}" presName="connectorText" presStyleLbl="sibTrans2D1" presStyleIdx="1" presStyleCnt="2"/>
      <dgm:spPr/>
    </dgm:pt>
    <dgm:pt modelId="{0D1E9903-0AD4-43C5-8333-03DCF0A83305}" type="pres">
      <dgm:prSet presAssocID="{CC59060B-6687-49A0-AC27-EF252EA66BFE}" presName="node" presStyleLbl="node1" presStyleIdx="2" presStyleCnt="3">
        <dgm:presLayoutVars>
          <dgm:bulletEnabled val="1"/>
        </dgm:presLayoutVars>
      </dgm:prSet>
      <dgm:spPr/>
    </dgm:pt>
  </dgm:ptLst>
  <dgm:cxnLst>
    <dgm:cxn modelId="{74E9FD31-04A1-CD4C-8F2B-1670F9464168}" type="presOf" srcId="{DE0BCB08-63E8-4B29-9D27-1ACF17016C7D}" destId="{5CAB998D-97C1-40B6-9D20-61D2189B6EF8}" srcOrd="0" destOrd="0" presId="urn:microsoft.com/office/officeart/2005/8/layout/process1"/>
    <dgm:cxn modelId="{62A7096C-342A-4E58-AB55-5FA6CE52FFB2}" srcId="{7920873C-70FC-4714-B1C1-72C45671CE15}" destId="{38D35F84-1E6A-4E55-89DE-C68F6AC0A193}" srcOrd="0" destOrd="0" parTransId="{6BF8BFC8-5F56-44C2-97C3-766D0BF7C6BA}" sibTransId="{DE0BCB08-63E8-4B29-9D27-1ACF17016C7D}"/>
    <dgm:cxn modelId="{78AEEA6D-CCF0-4800-9A05-BDD14554ACA4}" srcId="{7920873C-70FC-4714-B1C1-72C45671CE15}" destId="{5B7137AE-6E9C-48D6-897C-F76669F60FCD}" srcOrd="1" destOrd="0" parTransId="{683AD494-2AA9-4446-9E39-2AEC1FA516CA}" sibTransId="{8564436A-B057-43D2-8EE0-001EB8B1D0EA}"/>
    <dgm:cxn modelId="{4151CC86-0448-9E46-887C-48431A330748}" type="presOf" srcId="{38D35F84-1E6A-4E55-89DE-C68F6AC0A193}" destId="{B581630A-F4CD-417C-8ACF-0F521FE5E592}" srcOrd="0" destOrd="0" presId="urn:microsoft.com/office/officeart/2005/8/layout/process1"/>
    <dgm:cxn modelId="{E04ED8A4-746A-4C48-B483-359572AAF76A}" type="presOf" srcId="{5B7137AE-6E9C-48D6-897C-F76669F60FCD}" destId="{641EAC55-8931-4BC8-BE06-978FFF8FA874}" srcOrd="0" destOrd="0" presId="urn:microsoft.com/office/officeart/2005/8/layout/process1"/>
    <dgm:cxn modelId="{42393ABE-46AE-4BC7-9F37-3FC20011E040}" srcId="{7920873C-70FC-4714-B1C1-72C45671CE15}" destId="{CC59060B-6687-49A0-AC27-EF252EA66BFE}" srcOrd="2" destOrd="0" parTransId="{51AE1928-0AD5-4D36-9853-F000751C7D98}" sibTransId="{636D8C31-9E4E-4A7E-ADDD-A09D7BA9DBD1}"/>
    <dgm:cxn modelId="{3E94C1C4-8521-4448-AABA-8C196430442A}" type="presOf" srcId="{8564436A-B057-43D2-8EE0-001EB8B1D0EA}" destId="{CD10BE54-5C5D-4ADC-B218-A2464498D65D}" srcOrd="1" destOrd="0" presId="urn:microsoft.com/office/officeart/2005/8/layout/process1"/>
    <dgm:cxn modelId="{263D9FE2-265C-F84A-B46D-6D76981A853D}" type="presOf" srcId="{DE0BCB08-63E8-4B29-9D27-1ACF17016C7D}" destId="{A7E6B341-F444-4592-BE5D-1668164FD5E5}" srcOrd="1" destOrd="0" presId="urn:microsoft.com/office/officeart/2005/8/layout/process1"/>
    <dgm:cxn modelId="{78B15DEB-9340-CE47-AE4C-C800C6978AA7}" type="presOf" srcId="{7920873C-70FC-4714-B1C1-72C45671CE15}" destId="{98E24DF1-5ECF-489D-8DC6-85C9291FD374}" srcOrd="0" destOrd="0" presId="urn:microsoft.com/office/officeart/2005/8/layout/process1"/>
    <dgm:cxn modelId="{3BA1EBEF-3D62-904D-B3B2-19341F9916E2}" type="presOf" srcId="{8564436A-B057-43D2-8EE0-001EB8B1D0EA}" destId="{3EC0BD39-C9A1-4FB5-B794-B172DEA8AA97}" srcOrd="0" destOrd="0" presId="urn:microsoft.com/office/officeart/2005/8/layout/process1"/>
    <dgm:cxn modelId="{88587CF3-921C-B140-A89C-7506E2C40D16}" type="presOf" srcId="{CC59060B-6687-49A0-AC27-EF252EA66BFE}" destId="{0D1E9903-0AD4-43C5-8333-03DCF0A83305}" srcOrd="0" destOrd="0" presId="urn:microsoft.com/office/officeart/2005/8/layout/process1"/>
    <dgm:cxn modelId="{FE005672-748A-5742-9C6E-DF96B618BA69}" type="presParOf" srcId="{98E24DF1-5ECF-489D-8DC6-85C9291FD374}" destId="{B581630A-F4CD-417C-8ACF-0F521FE5E592}" srcOrd="0" destOrd="0" presId="urn:microsoft.com/office/officeart/2005/8/layout/process1"/>
    <dgm:cxn modelId="{A9807A64-D125-8146-AE93-9BD317243057}" type="presParOf" srcId="{98E24DF1-5ECF-489D-8DC6-85C9291FD374}" destId="{5CAB998D-97C1-40B6-9D20-61D2189B6EF8}" srcOrd="1" destOrd="0" presId="urn:microsoft.com/office/officeart/2005/8/layout/process1"/>
    <dgm:cxn modelId="{B3B67EB7-0B66-3D44-8C5D-380C676CEDE0}" type="presParOf" srcId="{5CAB998D-97C1-40B6-9D20-61D2189B6EF8}" destId="{A7E6B341-F444-4592-BE5D-1668164FD5E5}" srcOrd="0" destOrd="0" presId="urn:microsoft.com/office/officeart/2005/8/layout/process1"/>
    <dgm:cxn modelId="{E07993F0-750D-434D-81C2-644B9123DE7F}" type="presParOf" srcId="{98E24DF1-5ECF-489D-8DC6-85C9291FD374}" destId="{641EAC55-8931-4BC8-BE06-978FFF8FA874}" srcOrd="2" destOrd="0" presId="urn:microsoft.com/office/officeart/2005/8/layout/process1"/>
    <dgm:cxn modelId="{8D0CBDF9-05B6-984F-BB0E-583BFC7DE43F}" type="presParOf" srcId="{98E24DF1-5ECF-489D-8DC6-85C9291FD374}" destId="{3EC0BD39-C9A1-4FB5-B794-B172DEA8AA97}" srcOrd="3" destOrd="0" presId="urn:microsoft.com/office/officeart/2005/8/layout/process1"/>
    <dgm:cxn modelId="{C4BD8D29-AF3D-AB44-9156-3585A5ED790B}" type="presParOf" srcId="{3EC0BD39-C9A1-4FB5-B794-B172DEA8AA97}" destId="{CD10BE54-5C5D-4ADC-B218-A2464498D65D}" srcOrd="0" destOrd="0" presId="urn:microsoft.com/office/officeart/2005/8/layout/process1"/>
    <dgm:cxn modelId="{5050527C-BDFE-644D-B634-BC18D4E44BA8}" type="presParOf" srcId="{98E24DF1-5ECF-489D-8DC6-85C9291FD374}" destId="{0D1E9903-0AD4-43C5-8333-03DCF0A83305}"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077A34C-5598-4E88-977A-3C6227BA4306}"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s-MX"/>
        </a:p>
      </dgm:t>
    </dgm:pt>
    <dgm:pt modelId="{6797C969-23A3-466C-92C4-71B2DE7ADC18}" type="pres">
      <dgm:prSet presAssocID="{5077A34C-5598-4E88-977A-3C6227BA4306}" presName="Name0" presStyleCnt="0">
        <dgm:presLayoutVars>
          <dgm:dir/>
          <dgm:resizeHandles val="exact"/>
        </dgm:presLayoutVars>
      </dgm:prSet>
      <dgm:spPr/>
    </dgm:pt>
  </dgm:ptLst>
  <dgm:cxnLst>
    <dgm:cxn modelId="{81E818A3-3DBB-1A44-A0B8-6AD23A1C2135}" type="presOf" srcId="{5077A34C-5598-4E88-977A-3C6227BA4306}" destId="{6797C969-23A3-466C-92C4-71B2DE7ADC18}" srcOrd="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9270949-0F89-44D6-9959-6E85C144EA21}"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MX"/>
        </a:p>
      </dgm:t>
    </dgm:pt>
    <dgm:pt modelId="{715FEE63-CF61-4517-BBC1-DFF2163FE362}" type="pres">
      <dgm:prSet presAssocID="{19270949-0F89-44D6-9959-6E85C144EA21}" presName="diagram" presStyleCnt="0">
        <dgm:presLayoutVars>
          <dgm:chPref val="1"/>
          <dgm:dir/>
          <dgm:animOne val="branch"/>
          <dgm:animLvl val="lvl"/>
          <dgm:resizeHandles val="exact"/>
        </dgm:presLayoutVars>
      </dgm:prSet>
      <dgm:spPr/>
    </dgm:pt>
  </dgm:ptLst>
  <dgm:cxnLst>
    <dgm:cxn modelId="{F5BEE2F6-ED6D-5649-B7F2-B4E87751CE5B}" type="presOf" srcId="{19270949-0F89-44D6-9959-6E85C144EA21}" destId="{715FEE63-CF61-4517-BBC1-DFF2163FE362}" srcOrd="0"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4CDC7359-8871-4C37-B9E4-7A9A87F6D34A}"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B34DA424-CBCF-4486-A7B4-0B283150C2A9}">
      <dgm:prSet phldrT="[Text]"/>
      <dgm:spPr/>
      <dgm:t>
        <a:bodyPr/>
        <a:lstStyle/>
        <a:p>
          <a:r>
            <a:rPr lang="es-MX" dirty="0"/>
            <a:t>A cargo de Personas Físicas</a:t>
          </a:r>
        </a:p>
      </dgm:t>
    </dgm:pt>
    <dgm:pt modelId="{8A093724-6A0E-4FC4-BDDE-60794F869A79}" type="parTrans" cxnId="{81A830F0-DCA4-44BF-8A3D-29152243DD4B}">
      <dgm:prSet/>
      <dgm:spPr/>
      <dgm:t>
        <a:bodyPr/>
        <a:lstStyle/>
        <a:p>
          <a:endParaRPr lang="es-MX"/>
        </a:p>
      </dgm:t>
    </dgm:pt>
    <dgm:pt modelId="{A8CFC39B-AF07-45EC-B726-F6E4830E8EA6}" type="sibTrans" cxnId="{81A830F0-DCA4-44BF-8A3D-29152243DD4B}">
      <dgm:prSet/>
      <dgm:spPr/>
      <dgm:t>
        <a:bodyPr/>
        <a:lstStyle/>
        <a:p>
          <a:endParaRPr lang="es-MX"/>
        </a:p>
      </dgm:t>
    </dgm:pt>
    <dgm:pt modelId="{D1881D16-F002-4AA6-8014-273860128CED}">
      <dgm:prSet phldrT="[Text]"/>
      <dgm:spPr>
        <a:solidFill>
          <a:srgbClr val="92D050"/>
        </a:solidFill>
      </dgm:spPr>
      <dgm:t>
        <a:bodyPr/>
        <a:lstStyle/>
        <a:p>
          <a:r>
            <a:rPr lang="es-MX" dirty="0"/>
            <a:t>Actividades Empresariales</a:t>
          </a:r>
        </a:p>
      </dgm:t>
    </dgm:pt>
    <dgm:pt modelId="{DAA4014E-43C3-444A-A1E8-BECB690DAB0B}" type="parTrans" cxnId="{2F9B1157-CA52-441B-A30B-460F1507096A}">
      <dgm:prSet/>
      <dgm:spPr/>
      <dgm:t>
        <a:bodyPr/>
        <a:lstStyle/>
        <a:p>
          <a:endParaRPr lang="es-MX"/>
        </a:p>
      </dgm:t>
    </dgm:pt>
    <dgm:pt modelId="{EE54F5CA-4621-449E-8F5B-F8C37F40F652}" type="sibTrans" cxnId="{2F9B1157-CA52-441B-A30B-460F1507096A}">
      <dgm:prSet/>
      <dgm:spPr/>
      <dgm:t>
        <a:bodyPr/>
        <a:lstStyle/>
        <a:p>
          <a:endParaRPr lang="es-MX"/>
        </a:p>
      </dgm:t>
    </dgm:pt>
    <dgm:pt modelId="{98B4EF67-27CD-4821-980A-94DF4BE7FB7B}">
      <dgm:prSet/>
      <dgm:spPr>
        <a:solidFill>
          <a:schemeClr val="accent4"/>
        </a:solidFill>
      </dgm:spPr>
      <dgm:t>
        <a:bodyPr/>
        <a:lstStyle/>
        <a:p>
          <a:r>
            <a:rPr lang="en-US" dirty="0" err="1">
              <a:solidFill>
                <a:schemeClr val="tx1"/>
              </a:solidFill>
            </a:rPr>
            <a:t>Consumidores</a:t>
          </a:r>
          <a:r>
            <a:rPr lang="en-US" dirty="0">
              <a:solidFill>
                <a:schemeClr val="tx1"/>
              </a:solidFill>
            </a:rPr>
            <a:t> Finales</a:t>
          </a:r>
        </a:p>
      </dgm:t>
    </dgm:pt>
    <dgm:pt modelId="{F2F78095-CD73-49ED-8F49-15A11F54F602}" type="parTrans" cxnId="{AFD86F4E-0DFC-4A9D-8C3E-DCD062707F02}">
      <dgm:prSet/>
      <dgm:spPr/>
      <dgm:t>
        <a:bodyPr/>
        <a:lstStyle/>
        <a:p>
          <a:endParaRPr lang="en-US"/>
        </a:p>
      </dgm:t>
    </dgm:pt>
    <dgm:pt modelId="{5EDD50EB-CB77-45B8-921C-E122AF1C662A}" type="sibTrans" cxnId="{AFD86F4E-0DFC-4A9D-8C3E-DCD062707F02}">
      <dgm:prSet/>
      <dgm:spPr/>
      <dgm:t>
        <a:bodyPr/>
        <a:lstStyle/>
        <a:p>
          <a:endParaRPr lang="en-US"/>
        </a:p>
      </dgm:t>
    </dgm:pt>
    <dgm:pt modelId="{DD5C609C-CBB1-45A1-ACA8-B93CA573FE84}">
      <dgm:prSet/>
      <dgm:spPr>
        <a:solidFill>
          <a:srgbClr val="FF0000"/>
        </a:solidFill>
      </dgm:spPr>
      <dgm:t>
        <a:bodyPr/>
        <a:lstStyle/>
        <a:p>
          <a:r>
            <a:rPr lang="en-US" dirty="0"/>
            <a:t>A la Vista</a:t>
          </a:r>
        </a:p>
      </dgm:t>
    </dgm:pt>
    <dgm:pt modelId="{776D5B14-E83B-43E2-9DA5-2073369E4991}" type="parTrans" cxnId="{B40B4651-2003-482A-BBCD-9792121B5B67}">
      <dgm:prSet/>
      <dgm:spPr/>
      <dgm:t>
        <a:bodyPr/>
        <a:lstStyle/>
        <a:p>
          <a:endParaRPr lang="en-US"/>
        </a:p>
      </dgm:t>
    </dgm:pt>
    <dgm:pt modelId="{B3FDC672-B89A-4424-9F5E-776BF7F5DCA1}" type="sibTrans" cxnId="{B40B4651-2003-482A-BBCD-9792121B5B67}">
      <dgm:prSet/>
      <dgm:spPr/>
      <dgm:t>
        <a:bodyPr/>
        <a:lstStyle/>
        <a:p>
          <a:endParaRPr lang="en-US"/>
        </a:p>
      </dgm:t>
    </dgm:pt>
    <dgm:pt modelId="{A114A9CF-FE95-4CE5-8553-AA103032EDCB}">
      <dgm:prSet/>
      <dgm:spPr>
        <a:solidFill>
          <a:srgbClr val="FFC000"/>
        </a:solidFill>
      </dgm:spPr>
      <dgm:t>
        <a:bodyPr/>
        <a:lstStyle/>
        <a:p>
          <a:r>
            <a:rPr lang="en-US" dirty="0">
              <a:solidFill>
                <a:schemeClr val="tx1"/>
              </a:solidFill>
            </a:rPr>
            <a:t>A </a:t>
          </a:r>
          <a:r>
            <a:rPr lang="en-US" dirty="0" err="1">
              <a:solidFill>
                <a:schemeClr val="tx1"/>
              </a:solidFill>
            </a:rPr>
            <a:t>Plazo</a:t>
          </a:r>
          <a:endParaRPr lang="en-US" dirty="0">
            <a:solidFill>
              <a:schemeClr val="tx1"/>
            </a:solidFill>
          </a:endParaRPr>
        </a:p>
      </dgm:t>
    </dgm:pt>
    <dgm:pt modelId="{0E17D2A9-0548-4199-8CB2-0E523FFE37BD}" type="parTrans" cxnId="{87D0B39F-972F-4922-96CC-7E067F419227}">
      <dgm:prSet/>
      <dgm:spPr/>
      <dgm:t>
        <a:bodyPr/>
        <a:lstStyle/>
        <a:p>
          <a:endParaRPr lang="en-US"/>
        </a:p>
      </dgm:t>
    </dgm:pt>
    <dgm:pt modelId="{E7987A37-FECD-41B0-9316-76255DEC8792}" type="sibTrans" cxnId="{87D0B39F-972F-4922-96CC-7E067F419227}">
      <dgm:prSet/>
      <dgm:spPr/>
      <dgm:t>
        <a:bodyPr/>
        <a:lstStyle/>
        <a:p>
          <a:endParaRPr lang="en-US"/>
        </a:p>
      </dgm:t>
    </dgm:pt>
    <dgm:pt modelId="{903A71F6-3A03-4BD1-A1E9-83081DB1F777}">
      <dgm:prSet/>
      <dgm:spPr>
        <a:solidFill>
          <a:srgbClr val="92D050"/>
        </a:solidFill>
      </dgm:spPr>
      <dgm:t>
        <a:bodyPr/>
        <a:lstStyle/>
        <a:p>
          <a:r>
            <a:rPr lang="en-US" dirty="0" err="1"/>
            <a:t>Cobro</a:t>
          </a:r>
          <a:r>
            <a:rPr lang="en-US" dirty="0"/>
            <a:t> </a:t>
          </a:r>
          <a:r>
            <a:rPr lang="en-US" dirty="0" err="1"/>
            <a:t>después</a:t>
          </a:r>
          <a:r>
            <a:rPr lang="en-US" dirty="0"/>
            <a:t> de 30 </a:t>
          </a:r>
          <a:r>
            <a:rPr lang="en-US" dirty="0" err="1"/>
            <a:t>días</a:t>
          </a:r>
          <a:endParaRPr lang="en-US" dirty="0"/>
        </a:p>
      </dgm:t>
    </dgm:pt>
    <dgm:pt modelId="{6D2CDAFE-53BA-4FAF-B098-A68C1E4C3927}" type="parTrans" cxnId="{F571C7FD-900F-4984-9EBC-D896AB6520B4}">
      <dgm:prSet/>
      <dgm:spPr/>
      <dgm:t>
        <a:bodyPr/>
        <a:lstStyle/>
        <a:p>
          <a:endParaRPr lang="en-US"/>
        </a:p>
      </dgm:t>
    </dgm:pt>
    <dgm:pt modelId="{40E67C28-42FF-451F-9C55-5C451479D82C}" type="sibTrans" cxnId="{F571C7FD-900F-4984-9EBC-D896AB6520B4}">
      <dgm:prSet/>
      <dgm:spPr/>
      <dgm:t>
        <a:bodyPr/>
        <a:lstStyle/>
        <a:p>
          <a:endParaRPr lang="en-US"/>
        </a:p>
      </dgm:t>
    </dgm:pt>
    <dgm:pt modelId="{7F87EE38-0E61-4E28-B033-830F439C12AF}">
      <dgm:prSet/>
      <dgm:spPr>
        <a:solidFill>
          <a:srgbClr val="FF0000"/>
        </a:solidFill>
      </dgm:spPr>
      <dgm:t>
        <a:bodyPr/>
        <a:lstStyle/>
        <a:p>
          <a:r>
            <a:rPr lang="en-US" dirty="0" err="1"/>
            <a:t>Cobro</a:t>
          </a:r>
          <a:r>
            <a:rPr lang="en-US" dirty="0"/>
            <a:t> </a:t>
          </a:r>
          <a:r>
            <a:rPr lang="en-US" dirty="0" err="1"/>
            <a:t>en</a:t>
          </a:r>
          <a:r>
            <a:rPr lang="en-US" dirty="0"/>
            <a:t> o antes de 30 </a:t>
          </a:r>
          <a:r>
            <a:rPr lang="en-US" dirty="0" err="1"/>
            <a:t>días</a:t>
          </a:r>
          <a:endParaRPr lang="en-US" dirty="0"/>
        </a:p>
      </dgm:t>
    </dgm:pt>
    <dgm:pt modelId="{E0EB8C50-7E10-4CE8-9BDA-050E2516BDB0}" type="parTrans" cxnId="{3E88CC18-970E-4ADC-901A-3E59C6BA610C}">
      <dgm:prSet/>
      <dgm:spPr/>
      <dgm:t>
        <a:bodyPr/>
        <a:lstStyle/>
        <a:p>
          <a:endParaRPr lang="en-US"/>
        </a:p>
      </dgm:t>
    </dgm:pt>
    <dgm:pt modelId="{A380D35C-BA05-43BC-AD12-2B7BE323DFEC}" type="sibTrans" cxnId="{3E88CC18-970E-4ADC-901A-3E59C6BA610C}">
      <dgm:prSet/>
      <dgm:spPr/>
      <dgm:t>
        <a:bodyPr/>
        <a:lstStyle/>
        <a:p>
          <a:endParaRPr lang="en-US"/>
        </a:p>
      </dgm:t>
    </dgm:pt>
    <dgm:pt modelId="{BB7D5EEB-B747-4FEE-9BD8-63909DB610D4}" type="pres">
      <dgm:prSet presAssocID="{4CDC7359-8871-4C37-B9E4-7A9A87F6D34A}" presName="Name0" presStyleCnt="0">
        <dgm:presLayoutVars>
          <dgm:chPref val="1"/>
          <dgm:dir/>
          <dgm:animOne val="branch"/>
          <dgm:animLvl val="lvl"/>
          <dgm:resizeHandles val="exact"/>
        </dgm:presLayoutVars>
      </dgm:prSet>
      <dgm:spPr/>
    </dgm:pt>
    <dgm:pt modelId="{B677A109-B5E7-4B01-85F4-B1FAB144BE75}" type="pres">
      <dgm:prSet presAssocID="{B34DA424-CBCF-4486-A7B4-0B283150C2A9}" presName="root1" presStyleCnt="0"/>
      <dgm:spPr/>
    </dgm:pt>
    <dgm:pt modelId="{221099C2-3EAE-4556-946C-4954AAA03CBC}" type="pres">
      <dgm:prSet presAssocID="{B34DA424-CBCF-4486-A7B4-0B283150C2A9}" presName="LevelOneTextNode" presStyleLbl="node0" presStyleIdx="0" presStyleCnt="1">
        <dgm:presLayoutVars>
          <dgm:chPref val="3"/>
        </dgm:presLayoutVars>
      </dgm:prSet>
      <dgm:spPr/>
    </dgm:pt>
    <dgm:pt modelId="{56BA2804-9BDA-49BD-A4BA-1A86CE5BDC35}" type="pres">
      <dgm:prSet presAssocID="{B34DA424-CBCF-4486-A7B4-0B283150C2A9}" presName="level2hierChild" presStyleCnt="0"/>
      <dgm:spPr/>
    </dgm:pt>
    <dgm:pt modelId="{1E6E475E-3910-45A4-93E8-6E04E6DC4C09}" type="pres">
      <dgm:prSet presAssocID="{DAA4014E-43C3-444A-A1E8-BECB690DAB0B}" presName="conn2-1" presStyleLbl="parChTrans1D2" presStyleIdx="0" presStyleCnt="2"/>
      <dgm:spPr/>
    </dgm:pt>
    <dgm:pt modelId="{953AE445-4DD3-41F2-B650-2CA93EF6E390}" type="pres">
      <dgm:prSet presAssocID="{DAA4014E-43C3-444A-A1E8-BECB690DAB0B}" presName="connTx" presStyleLbl="parChTrans1D2" presStyleIdx="0" presStyleCnt="2"/>
      <dgm:spPr/>
    </dgm:pt>
    <dgm:pt modelId="{08FB4CCE-6228-42CF-87F6-E3334F20FDFE}" type="pres">
      <dgm:prSet presAssocID="{D1881D16-F002-4AA6-8014-273860128CED}" presName="root2" presStyleCnt="0"/>
      <dgm:spPr/>
    </dgm:pt>
    <dgm:pt modelId="{969B5AA2-1C78-4A45-AA1F-B6AFC724D749}" type="pres">
      <dgm:prSet presAssocID="{D1881D16-F002-4AA6-8014-273860128CED}" presName="LevelTwoTextNode" presStyleLbl="node2" presStyleIdx="0" presStyleCnt="2">
        <dgm:presLayoutVars>
          <dgm:chPref val="3"/>
        </dgm:presLayoutVars>
      </dgm:prSet>
      <dgm:spPr/>
    </dgm:pt>
    <dgm:pt modelId="{036FC253-A00E-4DB4-BFAA-F2A3784C8E9F}" type="pres">
      <dgm:prSet presAssocID="{D1881D16-F002-4AA6-8014-273860128CED}" presName="level3hierChild" presStyleCnt="0"/>
      <dgm:spPr/>
    </dgm:pt>
    <dgm:pt modelId="{096C4E78-F1B4-48C0-87A4-FEAC27C95482}" type="pres">
      <dgm:prSet presAssocID="{F2F78095-CD73-49ED-8F49-15A11F54F602}" presName="conn2-1" presStyleLbl="parChTrans1D2" presStyleIdx="1" presStyleCnt="2"/>
      <dgm:spPr/>
    </dgm:pt>
    <dgm:pt modelId="{AC27DD4A-AB70-4FF5-A688-1277F3D4EE9B}" type="pres">
      <dgm:prSet presAssocID="{F2F78095-CD73-49ED-8F49-15A11F54F602}" presName="connTx" presStyleLbl="parChTrans1D2" presStyleIdx="1" presStyleCnt="2"/>
      <dgm:spPr/>
    </dgm:pt>
    <dgm:pt modelId="{8F37B3F5-5F58-443A-B8B3-A87A3039F624}" type="pres">
      <dgm:prSet presAssocID="{98B4EF67-27CD-4821-980A-94DF4BE7FB7B}" presName="root2" presStyleCnt="0"/>
      <dgm:spPr/>
    </dgm:pt>
    <dgm:pt modelId="{43258138-2130-41B8-B218-832DB17BF29C}" type="pres">
      <dgm:prSet presAssocID="{98B4EF67-27CD-4821-980A-94DF4BE7FB7B}" presName="LevelTwoTextNode" presStyleLbl="node2" presStyleIdx="1" presStyleCnt="2">
        <dgm:presLayoutVars>
          <dgm:chPref val="3"/>
        </dgm:presLayoutVars>
      </dgm:prSet>
      <dgm:spPr/>
    </dgm:pt>
    <dgm:pt modelId="{CD20C308-5D76-4928-8982-3C6D29571C49}" type="pres">
      <dgm:prSet presAssocID="{98B4EF67-27CD-4821-980A-94DF4BE7FB7B}" presName="level3hierChild" presStyleCnt="0"/>
      <dgm:spPr/>
    </dgm:pt>
    <dgm:pt modelId="{8A4EE4B7-F06E-4913-A50E-78E18226FC86}" type="pres">
      <dgm:prSet presAssocID="{776D5B14-E83B-43E2-9DA5-2073369E4991}" presName="conn2-1" presStyleLbl="parChTrans1D3" presStyleIdx="0" presStyleCnt="2"/>
      <dgm:spPr/>
    </dgm:pt>
    <dgm:pt modelId="{95E17A9C-23AA-479A-96C2-7CFBB6F6D26A}" type="pres">
      <dgm:prSet presAssocID="{776D5B14-E83B-43E2-9DA5-2073369E4991}" presName="connTx" presStyleLbl="parChTrans1D3" presStyleIdx="0" presStyleCnt="2"/>
      <dgm:spPr/>
    </dgm:pt>
    <dgm:pt modelId="{384BD848-92BE-4449-ABA6-385D73446A59}" type="pres">
      <dgm:prSet presAssocID="{DD5C609C-CBB1-45A1-ACA8-B93CA573FE84}" presName="root2" presStyleCnt="0"/>
      <dgm:spPr/>
    </dgm:pt>
    <dgm:pt modelId="{F7C5DEDF-E07A-45BB-A7CB-597F1CA6F439}" type="pres">
      <dgm:prSet presAssocID="{DD5C609C-CBB1-45A1-ACA8-B93CA573FE84}" presName="LevelTwoTextNode" presStyleLbl="node3" presStyleIdx="0" presStyleCnt="2">
        <dgm:presLayoutVars>
          <dgm:chPref val="3"/>
        </dgm:presLayoutVars>
      </dgm:prSet>
      <dgm:spPr/>
    </dgm:pt>
    <dgm:pt modelId="{FC649753-1D3E-4015-A55E-D6E2D13B94D4}" type="pres">
      <dgm:prSet presAssocID="{DD5C609C-CBB1-45A1-ACA8-B93CA573FE84}" presName="level3hierChild" presStyleCnt="0"/>
      <dgm:spPr/>
    </dgm:pt>
    <dgm:pt modelId="{CE78575E-547E-41A4-9FBC-E80286338C08}" type="pres">
      <dgm:prSet presAssocID="{0E17D2A9-0548-4199-8CB2-0E523FFE37BD}" presName="conn2-1" presStyleLbl="parChTrans1D3" presStyleIdx="1" presStyleCnt="2"/>
      <dgm:spPr/>
    </dgm:pt>
    <dgm:pt modelId="{B7C34793-02E0-45A3-AB40-373207EA7191}" type="pres">
      <dgm:prSet presAssocID="{0E17D2A9-0548-4199-8CB2-0E523FFE37BD}" presName="connTx" presStyleLbl="parChTrans1D3" presStyleIdx="1" presStyleCnt="2"/>
      <dgm:spPr/>
    </dgm:pt>
    <dgm:pt modelId="{F076C5CB-F919-414E-B2DF-AF1A4903F0F9}" type="pres">
      <dgm:prSet presAssocID="{A114A9CF-FE95-4CE5-8553-AA103032EDCB}" presName="root2" presStyleCnt="0"/>
      <dgm:spPr/>
    </dgm:pt>
    <dgm:pt modelId="{34A30F98-55D3-4B2C-B21C-BF6E98B8FEA0}" type="pres">
      <dgm:prSet presAssocID="{A114A9CF-FE95-4CE5-8553-AA103032EDCB}" presName="LevelTwoTextNode" presStyleLbl="node3" presStyleIdx="1" presStyleCnt="2">
        <dgm:presLayoutVars>
          <dgm:chPref val="3"/>
        </dgm:presLayoutVars>
      </dgm:prSet>
      <dgm:spPr/>
    </dgm:pt>
    <dgm:pt modelId="{23F158FC-9D1F-4A86-878D-A56B0AD1A633}" type="pres">
      <dgm:prSet presAssocID="{A114A9CF-FE95-4CE5-8553-AA103032EDCB}" presName="level3hierChild" presStyleCnt="0"/>
      <dgm:spPr/>
    </dgm:pt>
    <dgm:pt modelId="{CA279522-9034-49AE-87BA-2CD2C8068042}" type="pres">
      <dgm:prSet presAssocID="{6D2CDAFE-53BA-4FAF-B098-A68C1E4C3927}" presName="conn2-1" presStyleLbl="parChTrans1D4" presStyleIdx="0" presStyleCnt="2"/>
      <dgm:spPr/>
    </dgm:pt>
    <dgm:pt modelId="{BDA2FB25-EF11-4FB8-8B45-BDB1ECCBC0D9}" type="pres">
      <dgm:prSet presAssocID="{6D2CDAFE-53BA-4FAF-B098-A68C1E4C3927}" presName="connTx" presStyleLbl="parChTrans1D4" presStyleIdx="0" presStyleCnt="2"/>
      <dgm:spPr/>
    </dgm:pt>
    <dgm:pt modelId="{7B4CD0D5-F953-42C5-A7BE-193E086B3B56}" type="pres">
      <dgm:prSet presAssocID="{903A71F6-3A03-4BD1-A1E9-83081DB1F777}" presName="root2" presStyleCnt="0"/>
      <dgm:spPr/>
    </dgm:pt>
    <dgm:pt modelId="{6B0E3825-BFB8-41A0-B81E-354DBE549613}" type="pres">
      <dgm:prSet presAssocID="{903A71F6-3A03-4BD1-A1E9-83081DB1F777}" presName="LevelTwoTextNode" presStyleLbl="node4" presStyleIdx="0" presStyleCnt="2">
        <dgm:presLayoutVars>
          <dgm:chPref val="3"/>
        </dgm:presLayoutVars>
      </dgm:prSet>
      <dgm:spPr/>
    </dgm:pt>
    <dgm:pt modelId="{EEE11B99-79AB-44BD-A9F2-522A13402A17}" type="pres">
      <dgm:prSet presAssocID="{903A71F6-3A03-4BD1-A1E9-83081DB1F777}" presName="level3hierChild" presStyleCnt="0"/>
      <dgm:spPr/>
    </dgm:pt>
    <dgm:pt modelId="{F3484655-B44D-455D-9FE0-9A925572A388}" type="pres">
      <dgm:prSet presAssocID="{E0EB8C50-7E10-4CE8-9BDA-050E2516BDB0}" presName="conn2-1" presStyleLbl="parChTrans1D4" presStyleIdx="1" presStyleCnt="2"/>
      <dgm:spPr/>
    </dgm:pt>
    <dgm:pt modelId="{AF891B5B-EA03-44BA-9ED6-1A24DF5B8A53}" type="pres">
      <dgm:prSet presAssocID="{E0EB8C50-7E10-4CE8-9BDA-050E2516BDB0}" presName="connTx" presStyleLbl="parChTrans1D4" presStyleIdx="1" presStyleCnt="2"/>
      <dgm:spPr/>
    </dgm:pt>
    <dgm:pt modelId="{A836BC06-F644-4302-ABA0-1614C8343AD4}" type="pres">
      <dgm:prSet presAssocID="{7F87EE38-0E61-4E28-B033-830F439C12AF}" presName="root2" presStyleCnt="0"/>
      <dgm:spPr/>
    </dgm:pt>
    <dgm:pt modelId="{CA4835A1-ECC4-4530-95CF-7B6BFF7F8C01}" type="pres">
      <dgm:prSet presAssocID="{7F87EE38-0E61-4E28-B033-830F439C12AF}" presName="LevelTwoTextNode" presStyleLbl="node4" presStyleIdx="1" presStyleCnt="2">
        <dgm:presLayoutVars>
          <dgm:chPref val="3"/>
        </dgm:presLayoutVars>
      </dgm:prSet>
      <dgm:spPr/>
    </dgm:pt>
    <dgm:pt modelId="{DD150A38-C30D-4AD2-8AD9-56C90AFD7A2D}" type="pres">
      <dgm:prSet presAssocID="{7F87EE38-0E61-4E28-B033-830F439C12AF}" presName="level3hierChild" presStyleCnt="0"/>
      <dgm:spPr/>
    </dgm:pt>
  </dgm:ptLst>
  <dgm:cxnLst>
    <dgm:cxn modelId="{1184C806-3EE6-4ED8-85B8-12E6D1469ACB}" type="presOf" srcId="{7F87EE38-0E61-4E28-B033-830F439C12AF}" destId="{CA4835A1-ECC4-4530-95CF-7B6BFF7F8C01}" srcOrd="0" destOrd="0" presId="urn:microsoft.com/office/officeart/2008/layout/HorizontalMultiLevelHierarchy"/>
    <dgm:cxn modelId="{3E88CC18-970E-4ADC-901A-3E59C6BA610C}" srcId="{A114A9CF-FE95-4CE5-8553-AA103032EDCB}" destId="{7F87EE38-0E61-4E28-B033-830F439C12AF}" srcOrd="1" destOrd="0" parTransId="{E0EB8C50-7E10-4CE8-9BDA-050E2516BDB0}" sibTransId="{A380D35C-BA05-43BC-AD12-2B7BE323DFEC}"/>
    <dgm:cxn modelId="{6A2B9020-C97C-6341-9E64-E0C59F06E7FB}" type="presOf" srcId="{B34DA424-CBCF-4486-A7B4-0B283150C2A9}" destId="{221099C2-3EAE-4556-946C-4954AAA03CBC}" srcOrd="0" destOrd="0" presId="urn:microsoft.com/office/officeart/2008/layout/HorizontalMultiLevelHierarchy"/>
    <dgm:cxn modelId="{36DB5C2F-EAE0-4C4A-B223-2FAA9B7539FE}" type="presOf" srcId="{6D2CDAFE-53BA-4FAF-B098-A68C1E4C3927}" destId="{CA279522-9034-49AE-87BA-2CD2C8068042}" srcOrd="0" destOrd="0" presId="urn:microsoft.com/office/officeart/2008/layout/HorizontalMultiLevelHierarchy"/>
    <dgm:cxn modelId="{17022A32-2F53-2F42-AEC1-341425D60EEF}" type="presOf" srcId="{D1881D16-F002-4AA6-8014-273860128CED}" destId="{969B5AA2-1C78-4A45-AA1F-B6AFC724D749}" srcOrd="0" destOrd="0" presId="urn:microsoft.com/office/officeart/2008/layout/HorizontalMultiLevelHierarchy"/>
    <dgm:cxn modelId="{0908E032-0FDF-4961-9C88-7575C80CD9A0}" type="presOf" srcId="{E0EB8C50-7E10-4CE8-9BDA-050E2516BDB0}" destId="{AF891B5B-EA03-44BA-9ED6-1A24DF5B8A53}" srcOrd="1" destOrd="0" presId="urn:microsoft.com/office/officeart/2008/layout/HorizontalMultiLevelHierarchy"/>
    <dgm:cxn modelId="{DEC0CB37-479B-4582-8423-E7D26E31956A}" type="presOf" srcId="{E0EB8C50-7E10-4CE8-9BDA-050E2516BDB0}" destId="{F3484655-B44D-455D-9FE0-9A925572A388}" srcOrd="0" destOrd="0" presId="urn:microsoft.com/office/officeart/2008/layout/HorizontalMultiLevelHierarchy"/>
    <dgm:cxn modelId="{63340C3C-B798-4427-B06C-C498147DDC40}" type="presOf" srcId="{DD5C609C-CBB1-45A1-ACA8-B93CA573FE84}" destId="{F7C5DEDF-E07A-45BB-A7CB-597F1CA6F439}" srcOrd="0" destOrd="0" presId="urn:microsoft.com/office/officeart/2008/layout/HorizontalMultiLevelHierarchy"/>
    <dgm:cxn modelId="{BEA5195D-E27E-EA40-BA85-9154D144B6C5}" type="presOf" srcId="{4CDC7359-8871-4C37-B9E4-7A9A87F6D34A}" destId="{BB7D5EEB-B747-4FEE-9BD8-63909DB610D4}" srcOrd="0" destOrd="0" presId="urn:microsoft.com/office/officeart/2008/layout/HorizontalMultiLevelHierarchy"/>
    <dgm:cxn modelId="{69894260-F132-40A1-B0F0-D4B96DD25758}" type="presOf" srcId="{776D5B14-E83B-43E2-9DA5-2073369E4991}" destId="{95E17A9C-23AA-479A-96C2-7CFBB6F6D26A}" srcOrd="1" destOrd="0" presId="urn:microsoft.com/office/officeart/2008/layout/HorizontalMultiLevelHierarchy"/>
    <dgm:cxn modelId="{0C884243-22C1-41AB-9C47-7598392D2E40}" type="presOf" srcId="{A114A9CF-FE95-4CE5-8553-AA103032EDCB}" destId="{34A30F98-55D3-4B2C-B21C-BF6E98B8FEA0}" srcOrd="0" destOrd="0" presId="urn:microsoft.com/office/officeart/2008/layout/HorizontalMultiLevelHierarchy"/>
    <dgm:cxn modelId="{C4893C4A-96F0-4523-A6D3-AFF1FA2D98B7}" type="presOf" srcId="{F2F78095-CD73-49ED-8F49-15A11F54F602}" destId="{AC27DD4A-AB70-4FF5-A688-1277F3D4EE9B}" srcOrd="1" destOrd="0" presId="urn:microsoft.com/office/officeart/2008/layout/HorizontalMultiLevelHierarchy"/>
    <dgm:cxn modelId="{AFD86F4E-0DFC-4A9D-8C3E-DCD062707F02}" srcId="{B34DA424-CBCF-4486-A7B4-0B283150C2A9}" destId="{98B4EF67-27CD-4821-980A-94DF4BE7FB7B}" srcOrd="1" destOrd="0" parTransId="{F2F78095-CD73-49ED-8F49-15A11F54F602}" sibTransId="{5EDD50EB-CB77-45B8-921C-E122AF1C662A}"/>
    <dgm:cxn modelId="{B40B4651-2003-482A-BBCD-9792121B5B67}" srcId="{98B4EF67-27CD-4821-980A-94DF4BE7FB7B}" destId="{DD5C609C-CBB1-45A1-ACA8-B93CA573FE84}" srcOrd="0" destOrd="0" parTransId="{776D5B14-E83B-43E2-9DA5-2073369E4991}" sibTransId="{B3FDC672-B89A-4424-9F5E-776BF7F5DCA1}"/>
    <dgm:cxn modelId="{5060AB76-A0AC-44A8-8CDA-5A4576F8D0EA}" type="presOf" srcId="{776D5B14-E83B-43E2-9DA5-2073369E4991}" destId="{8A4EE4B7-F06E-4913-A50E-78E18226FC86}" srcOrd="0" destOrd="0" presId="urn:microsoft.com/office/officeart/2008/layout/HorizontalMultiLevelHierarchy"/>
    <dgm:cxn modelId="{2F9B1157-CA52-441B-A30B-460F1507096A}" srcId="{B34DA424-CBCF-4486-A7B4-0B283150C2A9}" destId="{D1881D16-F002-4AA6-8014-273860128CED}" srcOrd="0" destOrd="0" parTransId="{DAA4014E-43C3-444A-A1E8-BECB690DAB0B}" sibTransId="{EE54F5CA-4621-449E-8F5B-F8C37F40F652}"/>
    <dgm:cxn modelId="{CC426F87-4AB1-504C-A47D-414FC8BC6120}" type="presOf" srcId="{DAA4014E-43C3-444A-A1E8-BECB690DAB0B}" destId="{953AE445-4DD3-41F2-B650-2CA93EF6E390}" srcOrd="1" destOrd="0" presId="urn:microsoft.com/office/officeart/2008/layout/HorizontalMultiLevelHierarchy"/>
    <dgm:cxn modelId="{121F0290-244D-47C5-A0DD-7A29392E51BF}" type="presOf" srcId="{0E17D2A9-0548-4199-8CB2-0E523FFE37BD}" destId="{CE78575E-547E-41A4-9FBC-E80286338C08}" srcOrd="0" destOrd="0" presId="urn:microsoft.com/office/officeart/2008/layout/HorizontalMultiLevelHierarchy"/>
    <dgm:cxn modelId="{AF0B239C-FF1E-49F8-BFDC-672E2DC85076}" type="presOf" srcId="{0E17D2A9-0548-4199-8CB2-0E523FFE37BD}" destId="{B7C34793-02E0-45A3-AB40-373207EA7191}" srcOrd="1" destOrd="0" presId="urn:microsoft.com/office/officeart/2008/layout/HorizontalMultiLevelHierarchy"/>
    <dgm:cxn modelId="{87D0B39F-972F-4922-96CC-7E067F419227}" srcId="{98B4EF67-27CD-4821-980A-94DF4BE7FB7B}" destId="{A114A9CF-FE95-4CE5-8553-AA103032EDCB}" srcOrd="1" destOrd="0" parTransId="{0E17D2A9-0548-4199-8CB2-0E523FFE37BD}" sibTransId="{E7987A37-FECD-41B0-9316-76255DEC8792}"/>
    <dgm:cxn modelId="{8D9F9EC8-9C1B-7F45-A95E-022E92271C9F}" type="presOf" srcId="{DAA4014E-43C3-444A-A1E8-BECB690DAB0B}" destId="{1E6E475E-3910-45A4-93E8-6E04E6DC4C09}" srcOrd="0" destOrd="0" presId="urn:microsoft.com/office/officeart/2008/layout/HorizontalMultiLevelHierarchy"/>
    <dgm:cxn modelId="{6FBF62EF-C90B-4685-947C-73B3E3F5F1AE}" type="presOf" srcId="{6D2CDAFE-53BA-4FAF-B098-A68C1E4C3927}" destId="{BDA2FB25-EF11-4FB8-8B45-BDB1ECCBC0D9}" srcOrd="1" destOrd="0" presId="urn:microsoft.com/office/officeart/2008/layout/HorizontalMultiLevelHierarchy"/>
    <dgm:cxn modelId="{81A830F0-DCA4-44BF-8A3D-29152243DD4B}" srcId="{4CDC7359-8871-4C37-B9E4-7A9A87F6D34A}" destId="{B34DA424-CBCF-4486-A7B4-0B283150C2A9}" srcOrd="0" destOrd="0" parTransId="{8A093724-6A0E-4FC4-BDDE-60794F869A79}" sibTransId="{A8CFC39B-AF07-45EC-B726-F6E4830E8EA6}"/>
    <dgm:cxn modelId="{CA25DAF3-DC2B-46D5-A501-4F1E236A6175}" type="presOf" srcId="{903A71F6-3A03-4BD1-A1E9-83081DB1F777}" destId="{6B0E3825-BFB8-41A0-B81E-354DBE549613}" srcOrd="0" destOrd="0" presId="urn:microsoft.com/office/officeart/2008/layout/HorizontalMultiLevelHierarchy"/>
    <dgm:cxn modelId="{446434F9-9B82-4943-8A2E-DC42089B6C42}" type="presOf" srcId="{F2F78095-CD73-49ED-8F49-15A11F54F602}" destId="{096C4E78-F1B4-48C0-87A4-FEAC27C95482}" srcOrd="0" destOrd="0" presId="urn:microsoft.com/office/officeart/2008/layout/HorizontalMultiLevelHierarchy"/>
    <dgm:cxn modelId="{0F15A1FB-A237-43AF-87AC-F1E4B2EFC1D1}" type="presOf" srcId="{98B4EF67-27CD-4821-980A-94DF4BE7FB7B}" destId="{43258138-2130-41B8-B218-832DB17BF29C}" srcOrd="0" destOrd="0" presId="urn:microsoft.com/office/officeart/2008/layout/HorizontalMultiLevelHierarchy"/>
    <dgm:cxn modelId="{F571C7FD-900F-4984-9EBC-D896AB6520B4}" srcId="{A114A9CF-FE95-4CE5-8553-AA103032EDCB}" destId="{903A71F6-3A03-4BD1-A1E9-83081DB1F777}" srcOrd="0" destOrd="0" parTransId="{6D2CDAFE-53BA-4FAF-B098-A68C1E4C3927}" sibTransId="{40E67C28-42FF-451F-9C55-5C451479D82C}"/>
    <dgm:cxn modelId="{F6717870-91C0-9C44-B6C7-1F471E5D185F}" type="presParOf" srcId="{BB7D5EEB-B747-4FEE-9BD8-63909DB610D4}" destId="{B677A109-B5E7-4B01-85F4-B1FAB144BE75}" srcOrd="0" destOrd="0" presId="urn:microsoft.com/office/officeart/2008/layout/HorizontalMultiLevelHierarchy"/>
    <dgm:cxn modelId="{51CA84F3-D8D7-814D-B04D-B34A4878214E}" type="presParOf" srcId="{B677A109-B5E7-4B01-85F4-B1FAB144BE75}" destId="{221099C2-3EAE-4556-946C-4954AAA03CBC}" srcOrd="0" destOrd="0" presId="urn:microsoft.com/office/officeart/2008/layout/HorizontalMultiLevelHierarchy"/>
    <dgm:cxn modelId="{080C6472-BD92-6141-B302-9655A2720D85}" type="presParOf" srcId="{B677A109-B5E7-4B01-85F4-B1FAB144BE75}" destId="{56BA2804-9BDA-49BD-A4BA-1A86CE5BDC35}" srcOrd="1" destOrd="0" presId="urn:microsoft.com/office/officeart/2008/layout/HorizontalMultiLevelHierarchy"/>
    <dgm:cxn modelId="{73644C5B-AF85-A64B-BAF4-3C657E03D83E}" type="presParOf" srcId="{56BA2804-9BDA-49BD-A4BA-1A86CE5BDC35}" destId="{1E6E475E-3910-45A4-93E8-6E04E6DC4C09}" srcOrd="0" destOrd="0" presId="urn:microsoft.com/office/officeart/2008/layout/HorizontalMultiLevelHierarchy"/>
    <dgm:cxn modelId="{0E2B28A4-D14F-0447-BCA8-FCD060437E31}" type="presParOf" srcId="{1E6E475E-3910-45A4-93E8-6E04E6DC4C09}" destId="{953AE445-4DD3-41F2-B650-2CA93EF6E390}" srcOrd="0" destOrd="0" presId="urn:microsoft.com/office/officeart/2008/layout/HorizontalMultiLevelHierarchy"/>
    <dgm:cxn modelId="{D40DED5D-024B-1D44-BE8C-018C46039C92}" type="presParOf" srcId="{56BA2804-9BDA-49BD-A4BA-1A86CE5BDC35}" destId="{08FB4CCE-6228-42CF-87F6-E3334F20FDFE}" srcOrd="1" destOrd="0" presId="urn:microsoft.com/office/officeart/2008/layout/HorizontalMultiLevelHierarchy"/>
    <dgm:cxn modelId="{265C857D-4ACA-224A-940C-90972AE9DA5B}" type="presParOf" srcId="{08FB4CCE-6228-42CF-87F6-E3334F20FDFE}" destId="{969B5AA2-1C78-4A45-AA1F-B6AFC724D749}" srcOrd="0" destOrd="0" presId="urn:microsoft.com/office/officeart/2008/layout/HorizontalMultiLevelHierarchy"/>
    <dgm:cxn modelId="{08C174AE-4F25-5B41-A479-6831258A2A37}" type="presParOf" srcId="{08FB4CCE-6228-42CF-87F6-E3334F20FDFE}" destId="{036FC253-A00E-4DB4-BFAA-F2A3784C8E9F}" srcOrd="1" destOrd="0" presId="urn:microsoft.com/office/officeart/2008/layout/HorizontalMultiLevelHierarchy"/>
    <dgm:cxn modelId="{D60F4422-7275-418E-A68F-8FE611499CC0}" type="presParOf" srcId="{56BA2804-9BDA-49BD-A4BA-1A86CE5BDC35}" destId="{096C4E78-F1B4-48C0-87A4-FEAC27C95482}" srcOrd="2" destOrd="0" presId="urn:microsoft.com/office/officeart/2008/layout/HorizontalMultiLevelHierarchy"/>
    <dgm:cxn modelId="{6CD47232-9905-48F1-AA72-DF0E78721557}" type="presParOf" srcId="{096C4E78-F1B4-48C0-87A4-FEAC27C95482}" destId="{AC27DD4A-AB70-4FF5-A688-1277F3D4EE9B}" srcOrd="0" destOrd="0" presId="urn:microsoft.com/office/officeart/2008/layout/HorizontalMultiLevelHierarchy"/>
    <dgm:cxn modelId="{A4516C4E-124E-4A64-ACE7-91CAAB1A71B2}" type="presParOf" srcId="{56BA2804-9BDA-49BD-A4BA-1A86CE5BDC35}" destId="{8F37B3F5-5F58-443A-B8B3-A87A3039F624}" srcOrd="3" destOrd="0" presId="urn:microsoft.com/office/officeart/2008/layout/HorizontalMultiLevelHierarchy"/>
    <dgm:cxn modelId="{CCABC83B-7F3E-418A-A91A-1C06CE5765AC}" type="presParOf" srcId="{8F37B3F5-5F58-443A-B8B3-A87A3039F624}" destId="{43258138-2130-41B8-B218-832DB17BF29C}" srcOrd="0" destOrd="0" presId="urn:microsoft.com/office/officeart/2008/layout/HorizontalMultiLevelHierarchy"/>
    <dgm:cxn modelId="{84B3B4CA-73DE-48B5-AC94-34C81AA64E3B}" type="presParOf" srcId="{8F37B3F5-5F58-443A-B8B3-A87A3039F624}" destId="{CD20C308-5D76-4928-8982-3C6D29571C49}" srcOrd="1" destOrd="0" presId="urn:microsoft.com/office/officeart/2008/layout/HorizontalMultiLevelHierarchy"/>
    <dgm:cxn modelId="{E58D0D78-F6BE-400E-B907-040297ADD31A}" type="presParOf" srcId="{CD20C308-5D76-4928-8982-3C6D29571C49}" destId="{8A4EE4B7-F06E-4913-A50E-78E18226FC86}" srcOrd="0" destOrd="0" presId="urn:microsoft.com/office/officeart/2008/layout/HorizontalMultiLevelHierarchy"/>
    <dgm:cxn modelId="{0659C5E8-448D-423D-8B61-C1DAD34E59FC}" type="presParOf" srcId="{8A4EE4B7-F06E-4913-A50E-78E18226FC86}" destId="{95E17A9C-23AA-479A-96C2-7CFBB6F6D26A}" srcOrd="0" destOrd="0" presId="urn:microsoft.com/office/officeart/2008/layout/HorizontalMultiLevelHierarchy"/>
    <dgm:cxn modelId="{77C842E4-8253-4203-835A-9A099EF30BA9}" type="presParOf" srcId="{CD20C308-5D76-4928-8982-3C6D29571C49}" destId="{384BD848-92BE-4449-ABA6-385D73446A59}" srcOrd="1" destOrd="0" presId="urn:microsoft.com/office/officeart/2008/layout/HorizontalMultiLevelHierarchy"/>
    <dgm:cxn modelId="{93103A93-48C0-41BF-98EF-7C5E24A8023C}" type="presParOf" srcId="{384BD848-92BE-4449-ABA6-385D73446A59}" destId="{F7C5DEDF-E07A-45BB-A7CB-597F1CA6F439}" srcOrd="0" destOrd="0" presId="urn:microsoft.com/office/officeart/2008/layout/HorizontalMultiLevelHierarchy"/>
    <dgm:cxn modelId="{D0A21D81-6C62-4011-9FDD-2A312192552A}" type="presParOf" srcId="{384BD848-92BE-4449-ABA6-385D73446A59}" destId="{FC649753-1D3E-4015-A55E-D6E2D13B94D4}" srcOrd="1" destOrd="0" presId="urn:microsoft.com/office/officeart/2008/layout/HorizontalMultiLevelHierarchy"/>
    <dgm:cxn modelId="{ECB105C4-237B-4D0A-9903-0544679E346D}" type="presParOf" srcId="{CD20C308-5D76-4928-8982-3C6D29571C49}" destId="{CE78575E-547E-41A4-9FBC-E80286338C08}" srcOrd="2" destOrd="0" presId="urn:microsoft.com/office/officeart/2008/layout/HorizontalMultiLevelHierarchy"/>
    <dgm:cxn modelId="{CFD094CE-77A6-4D40-AAEF-00472D9155FD}" type="presParOf" srcId="{CE78575E-547E-41A4-9FBC-E80286338C08}" destId="{B7C34793-02E0-45A3-AB40-373207EA7191}" srcOrd="0" destOrd="0" presId="urn:microsoft.com/office/officeart/2008/layout/HorizontalMultiLevelHierarchy"/>
    <dgm:cxn modelId="{DA991754-BC2D-49F4-B549-CA24EC09DC62}" type="presParOf" srcId="{CD20C308-5D76-4928-8982-3C6D29571C49}" destId="{F076C5CB-F919-414E-B2DF-AF1A4903F0F9}" srcOrd="3" destOrd="0" presId="urn:microsoft.com/office/officeart/2008/layout/HorizontalMultiLevelHierarchy"/>
    <dgm:cxn modelId="{C8ACCFA9-7C8F-458C-AB0E-081ED3D83073}" type="presParOf" srcId="{F076C5CB-F919-414E-B2DF-AF1A4903F0F9}" destId="{34A30F98-55D3-4B2C-B21C-BF6E98B8FEA0}" srcOrd="0" destOrd="0" presId="urn:microsoft.com/office/officeart/2008/layout/HorizontalMultiLevelHierarchy"/>
    <dgm:cxn modelId="{C260DD0B-0543-458B-8611-3CA3D26B28A5}" type="presParOf" srcId="{F076C5CB-F919-414E-B2DF-AF1A4903F0F9}" destId="{23F158FC-9D1F-4A86-878D-A56B0AD1A633}" srcOrd="1" destOrd="0" presId="urn:microsoft.com/office/officeart/2008/layout/HorizontalMultiLevelHierarchy"/>
    <dgm:cxn modelId="{0F7F8001-AE8B-456B-A8F4-011BAA9B2C23}" type="presParOf" srcId="{23F158FC-9D1F-4A86-878D-A56B0AD1A633}" destId="{CA279522-9034-49AE-87BA-2CD2C8068042}" srcOrd="0" destOrd="0" presId="urn:microsoft.com/office/officeart/2008/layout/HorizontalMultiLevelHierarchy"/>
    <dgm:cxn modelId="{45073B54-C57C-4F6F-A448-7A333E3D39EC}" type="presParOf" srcId="{CA279522-9034-49AE-87BA-2CD2C8068042}" destId="{BDA2FB25-EF11-4FB8-8B45-BDB1ECCBC0D9}" srcOrd="0" destOrd="0" presId="urn:microsoft.com/office/officeart/2008/layout/HorizontalMultiLevelHierarchy"/>
    <dgm:cxn modelId="{180C5E3E-4092-4500-B61C-BD8187FEE517}" type="presParOf" srcId="{23F158FC-9D1F-4A86-878D-A56B0AD1A633}" destId="{7B4CD0D5-F953-42C5-A7BE-193E086B3B56}" srcOrd="1" destOrd="0" presId="urn:microsoft.com/office/officeart/2008/layout/HorizontalMultiLevelHierarchy"/>
    <dgm:cxn modelId="{313AE56F-49F2-49D3-AFC7-90B9B308F3B0}" type="presParOf" srcId="{7B4CD0D5-F953-42C5-A7BE-193E086B3B56}" destId="{6B0E3825-BFB8-41A0-B81E-354DBE549613}" srcOrd="0" destOrd="0" presId="urn:microsoft.com/office/officeart/2008/layout/HorizontalMultiLevelHierarchy"/>
    <dgm:cxn modelId="{2B2405A9-0463-4354-94ED-05B015082577}" type="presParOf" srcId="{7B4CD0D5-F953-42C5-A7BE-193E086B3B56}" destId="{EEE11B99-79AB-44BD-A9F2-522A13402A17}" srcOrd="1" destOrd="0" presId="urn:microsoft.com/office/officeart/2008/layout/HorizontalMultiLevelHierarchy"/>
    <dgm:cxn modelId="{C3426328-787C-41F5-9F62-75D141F6A9D0}" type="presParOf" srcId="{23F158FC-9D1F-4A86-878D-A56B0AD1A633}" destId="{F3484655-B44D-455D-9FE0-9A925572A388}" srcOrd="2" destOrd="0" presId="urn:microsoft.com/office/officeart/2008/layout/HorizontalMultiLevelHierarchy"/>
    <dgm:cxn modelId="{0AF11634-1B47-4631-A447-76CA17615FA5}" type="presParOf" srcId="{F3484655-B44D-455D-9FE0-9A925572A388}" destId="{AF891B5B-EA03-44BA-9ED6-1A24DF5B8A53}" srcOrd="0" destOrd="0" presId="urn:microsoft.com/office/officeart/2008/layout/HorizontalMultiLevelHierarchy"/>
    <dgm:cxn modelId="{1EFF4D00-E5F6-4DE8-8E59-C1AF357334A3}" type="presParOf" srcId="{23F158FC-9D1F-4A86-878D-A56B0AD1A633}" destId="{A836BC06-F644-4302-ABA0-1614C8343AD4}" srcOrd="3" destOrd="0" presId="urn:microsoft.com/office/officeart/2008/layout/HorizontalMultiLevelHierarchy"/>
    <dgm:cxn modelId="{88F18023-FB70-48FB-870A-733A08549C77}" type="presParOf" srcId="{A836BC06-F644-4302-ABA0-1614C8343AD4}" destId="{CA4835A1-ECC4-4530-95CF-7B6BFF7F8C01}" srcOrd="0" destOrd="0" presId="urn:microsoft.com/office/officeart/2008/layout/HorizontalMultiLevelHierarchy"/>
    <dgm:cxn modelId="{2C76CC1B-890B-4477-B953-5384263B98B5}" type="presParOf" srcId="{A836BC06-F644-4302-ABA0-1614C8343AD4}" destId="{DD150A38-C30D-4AD2-8AD9-56C90AFD7A2D}" srcOrd="1" destOrd="0" presId="urn:microsoft.com/office/officeart/2008/layout/HorizontalMultiLevelHierarchy"/>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7BC8399-5BEF-458F-B988-D44D49BB4CB2}"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s-MX"/>
        </a:p>
      </dgm:t>
    </dgm:pt>
    <dgm:pt modelId="{822618A5-4B86-4740-9B11-CFEDE6B16D20}" type="pres">
      <dgm:prSet presAssocID="{F7BC8399-5BEF-458F-B988-D44D49BB4CB2}" presName="Name0" presStyleCnt="0">
        <dgm:presLayoutVars>
          <dgm:dir/>
          <dgm:resizeHandles val="exact"/>
        </dgm:presLayoutVars>
      </dgm:prSet>
      <dgm:spPr/>
    </dgm:pt>
  </dgm:ptLst>
  <dgm:cxnLst>
    <dgm:cxn modelId="{2D0E21A6-558F-104F-A5CB-5E880C80016A}" type="presOf" srcId="{F7BC8399-5BEF-458F-B988-D44D49BB4CB2}" destId="{822618A5-4B86-4740-9B11-CFEDE6B16D20}" srcOrd="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A78F1AD-C78D-4940-9F69-795F6972C3EE}"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9CF821F7-3CDC-4AF0-8046-943D951BA8BD}">
      <dgm:prSet phldrT="[Text]"/>
      <dgm:spPr/>
      <dgm:t>
        <a:bodyPr/>
        <a:lstStyle/>
        <a:p>
          <a:r>
            <a:rPr lang="es-MX" dirty="0"/>
            <a:t>A cargo de Socios o Accionistas</a:t>
          </a:r>
        </a:p>
      </dgm:t>
    </dgm:pt>
    <dgm:pt modelId="{E9B14513-4BD6-4768-8413-B92966ACB4A2}" type="parTrans" cxnId="{4E031C89-31BA-4CC6-8B43-007CC81491AD}">
      <dgm:prSet/>
      <dgm:spPr/>
      <dgm:t>
        <a:bodyPr/>
        <a:lstStyle/>
        <a:p>
          <a:endParaRPr lang="es-MX"/>
        </a:p>
      </dgm:t>
    </dgm:pt>
    <dgm:pt modelId="{0131D675-4451-4C64-B24C-F4708C81BC12}" type="sibTrans" cxnId="{4E031C89-31BA-4CC6-8B43-007CC81491AD}">
      <dgm:prSet/>
      <dgm:spPr/>
      <dgm:t>
        <a:bodyPr/>
        <a:lstStyle/>
        <a:p>
          <a:endParaRPr lang="es-MX"/>
        </a:p>
      </dgm:t>
    </dgm:pt>
    <dgm:pt modelId="{A1E66E58-8C88-4EF3-B70F-E1E63EE6C04B}">
      <dgm:prSet phldrT="[Text]"/>
      <dgm:spPr>
        <a:solidFill>
          <a:srgbClr val="FF0000"/>
        </a:solidFill>
      </dgm:spPr>
      <dgm:t>
        <a:bodyPr/>
        <a:lstStyle/>
        <a:p>
          <a:r>
            <a:rPr lang="es-MX" dirty="0"/>
            <a:t>Personas Físicas Residentes en México o en el Extranjero</a:t>
          </a:r>
        </a:p>
      </dgm:t>
    </dgm:pt>
    <dgm:pt modelId="{FA49E649-C4D1-41B6-9197-A379688B1F43}" type="parTrans" cxnId="{89542696-114A-4449-9C67-50C337BDF562}">
      <dgm:prSet/>
      <dgm:spPr/>
      <dgm:t>
        <a:bodyPr/>
        <a:lstStyle/>
        <a:p>
          <a:endParaRPr lang="es-MX"/>
        </a:p>
      </dgm:t>
    </dgm:pt>
    <dgm:pt modelId="{5A2576BB-C705-4C00-877E-01E36CE624A2}" type="sibTrans" cxnId="{89542696-114A-4449-9C67-50C337BDF562}">
      <dgm:prSet/>
      <dgm:spPr/>
      <dgm:t>
        <a:bodyPr/>
        <a:lstStyle/>
        <a:p>
          <a:endParaRPr lang="es-MX"/>
        </a:p>
      </dgm:t>
    </dgm:pt>
    <dgm:pt modelId="{503FBD3D-D0DA-4794-ACF1-D385B69E579A}">
      <dgm:prSet phldrT="[Text]"/>
      <dgm:spPr>
        <a:solidFill>
          <a:schemeClr val="accent4">
            <a:lumMod val="60000"/>
            <a:lumOff val="40000"/>
          </a:schemeClr>
        </a:solidFill>
      </dgm:spPr>
      <dgm:t>
        <a:bodyPr/>
        <a:lstStyle/>
        <a:p>
          <a:r>
            <a:rPr lang="es-MX" dirty="0">
              <a:solidFill>
                <a:schemeClr val="tx1"/>
              </a:solidFill>
            </a:rPr>
            <a:t>Sociedades Residentes en el Extranjero</a:t>
          </a:r>
        </a:p>
      </dgm:t>
    </dgm:pt>
    <dgm:pt modelId="{A68D0748-90F9-4DD8-AC3C-C4A8E6574588}" type="parTrans" cxnId="{3022308A-9E7D-4088-93BF-7CCD8175FB30}">
      <dgm:prSet/>
      <dgm:spPr/>
      <dgm:t>
        <a:bodyPr/>
        <a:lstStyle/>
        <a:p>
          <a:endParaRPr lang="es-MX"/>
        </a:p>
      </dgm:t>
    </dgm:pt>
    <dgm:pt modelId="{CB9BD060-95BB-415D-B859-574658A28DD0}" type="sibTrans" cxnId="{3022308A-9E7D-4088-93BF-7CCD8175FB30}">
      <dgm:prSet/>
      <dgm:spPr/>
      <dgm:t>
        <a:bodyPr/>
        <a:lstStyle/>
        <a:p>
          <a:endParaRPr lang="es-MX"/>
        </a:p>
      </dgm:t>
    </dgm:pt>
    <dgm:pt modelId="{1549055E-1903-4711-91E9-A0FE07801490}">
      <dgm:prSet phldrT="[Text]"/>
      <dgm:spPr>
        <a:solidFill>
          <a:srgbClr val="92D050"/>
        </a:solidFill>
      </dgm:spPr>
      <dgm:t>
        <a:bodyPr/>
        <a:lstStyle/>
        <a:p>
          <a:r>
            <a:rPr lang="es-MX" dirty="0"/>
            <a:t>Por Uniones de Crédito si operan solamente con ellos</a:t>
          </a:r>
        </a:p>
      </dgm:t>
    </dgm:pt>
    <dgm:pt modelId="{BB0488BC-26D5-4F29-867D-A523EDC6EF0E}" type="parTrans" cxnId="{7D754A7A-B767-40BB-98D3-C79991294307}">
      <dgm:prSet/>
      <dgm:spPr/>
      <dgm:t>
        <a:bodyPr/>
        <a:lstStyle/>
        <a:p>
          <a:endParaRPr lang="es-MX"/>
        </a:p>
      </dgm:t>
    </dgm:pt>
    <dgm:pt modelId="{02738D4B-A02A-469C-AB1A-E18373CFE571}" type="sibTrans" cxnId="{7D754A7A-B767-40BB-98D3-C79991294307}">
      <dgm:prSet/>
      <dgm:spPr/>
      <dgm:t>
        <a:bodyPr/>
        <a:lstStyle/>
        <a:p>
          <a:endParaRPr lang="es-MX"/>
        </a:p>
      </dgm:t>
    </dgm:pt>
    <dgm:pt modelId="{6DBBF6A9-16B1-4B52-A3D7-BF869DCED24E}">
      <dgm:prSet/>
      <dgm:spPr>
        <a:solidFill>
          <a:srgbClr val="92D050"/>
        </a:solidFill>
      </dgm:spPr>
      <dgm:t>
        <a:bodyPr/>
        <a:lstStyle/>
        <a:p>
          <a:r>
            <a:rPr lang="es-MX" dirty="0">
              <a:solidFill>
                <a:schemeClr val="bg1"/>
              </a:solidFill>
            </a:rPr>
            <a:t>ME proveniente de Exportación</a:t>
          </a:r>
        </a:p>
      </dgm:t>
    </dgm:pt>
    <dgm:pt modelId="{A1747722-CD5C-40C2-86B2-0D213DED4CC8}" type="parTrans" cxnId="{C769DBE5-06CC-463B-9588-11F2C7EC24A6}">
      <dgm:prSet/>
      <dgm:spPr/>
      <dgm:t>
        <a:bodyPr/>
        <a:lstStyle/>
        <a:p>
          <a:endParaRPr lang="es-MX"/>
        </a:p>
      </dgm:t>
    </dgm:pt>
    <dgm:pt modelId="{8A453C4C-64FA-44DC-9F31-39D5382EDC4E}" type="sibTrans" cxnId="{C769DBE5-06CC-463B-9588-11F2C7EC24A6}">
      <dgm:prSet/>
      <dgm:spPr/>
      <dgm:t>
        <a:bodyPr/>
        <a:lstStyle/>
        <a:p>
          <a:endParaRPr lang="es-MX"/>
        </a:p>
      </dgm:t>
    </dgm:pt>
    <dgm:pt modelId="{5248D855-7FCE-49D3-8ADE-F6851835AB18}">
      <dgm:prSet/>
      <dgm:spPr>
        <a:solidFill>
          <a:srgbClr val="FF0000"/>
        </a:solidFill>
      </dgm:spPr>
      <dgm:t>
        <a:bodyPr/>
        <a:lstStyle/>
        <a:p>
          <a:r>
            <a:rPr lang="es-MX" dirty="0"/>
            <a:t>ME proveniente de ventas Nacionales</a:t>
          </a:r>
        </a:p>
      </dgm:t>
    </dgm:pt>
    <dgm:pt modelId="{AAD20145-4655-4B65-99DF-B341ADA6D613}" type="parTrans" cxnId="{2D27D05F-731A-4ED8-A2A1-7546F4277925}">
      <dgm:prSet/>
      <dgm:spPr/>
      <dgm:t>
        <a:bodyPr/>
        <a:lstStyle/>
        <a:p>
          <a:endParaRPr lang="es-MX"/>
        </a:p>
      </dgm:t>
    </dgm:pt>
    <dgm:pt modelId="{2B843B8A-52BA-4958-A403-64527BC1A18E}" type="sibTrans" cxnId="{2D27D05F-731A-4ED8-A2A1-7546F4277925}">
      <dgm:prSet/>
      <dgm:spPr/>
      <dgm:t>
        <a:bodyPr/>
        <a:lstStyle/>
        <a:p>
          <a:endParaRPr lang="es-MX"/>
        </a:p>
      </dgm:t>
    </dgm:pt>
    <dgm:pt modelId="{31FC7D90-1B28-4965-9DF6-0EF471167047}">
      <dgm:prSet/>
      <dgm:spPr>
        <a:solidFill>
          <a:srgbClr val="FF0000"/>
        </a:solidFill>
      </dgm:spPr>
      <dgm:t>
        <a:bodyPr/>
        <a:lstStyle/>
        <a:p>
          <a:r>
            <a:rPr lang="es-MX" dirty="0"/>
            <a:t>MN proveniente de Exportación</a:t>
          </a:r>
        </a:p>
      </dgm:t>
    </dgm:pt>
    <dgm:pt modelId="{B9CB691F-C7A0-4C22-9449-39839022EACB}" type="parTrans" cxnId="{2D4CD083-BE93-40D2-9F0B-EFE7A9B121DA}">
      <dgm:prSet/>
      <dgm:spPr/>
      <dgm:t>
        <a:bodyPr/>
        <a:lstStyle/>
        <a:p>
          <a:endParaRPr lang="es-MX"/>
        </a:p>
      </dgm:t>
    </dgm:pt>
    <dgm:pt modelId="{AA2C6ED5-F93C-424E-AFBD-58C416D1B7F8}" type="sibTrans" cxnId="{2D4CD083-BE93-40D2-9F0B-EFE7A9B121DA}">
      <dgm:prSet/>
      <dgm:spPr/>
      <dgm:t>
        <a:bodyPr/>
        <a:lstStyle/>
        <a:p>
          <a:endParaRPr lang="es-MX"/>
        </a:p>
      </dgm:t>
    </dgm:pt>
    <dgm:pt modelId="{20F4CCA1-F505-481D-A32E-E844F8F6D1D7}">
      <dgm:prSet/>
      <dgm:spPr>
        <a:solidFill>
          <a:srgbClr val="FF0000"/>
        </a:solidFill>
      </dgm:spPr>
      <dgm:t>
        <a:bodyPr/>
        <a:lstStyle/>
        <a:p>
          <a:r>
            <a:rPr lang="es-MX" dirty="0"/>
            <a:t>MN proveniente de ventas Nacionales</a:t>
          </a:r>
        </a:p>
      </dgm:t>
    </dgm:pt>
    <dgm:pt modelId="{72386AE7-3C3F-4B02-9390-2C20B5D08917}" type="parTrans" cxnId="{25146F04-E0A1-45B2-9DE7-DBE99261DC00}">
      <dgm:prSet/>
      <dgm:spPr/>
      <dgm:t>
        <a:bodyPr/>
        <a:lstStyle/>
        <a:p>
          <a:endParaRPr lang="es-MX"/>
        </a:p>
      </dgm:t>
    </dgm:pt>
    <dgm:pt modelId="{464ECADD-57FE-47F2-9C24-102366481D07}" type="sibTrans" cxnId="{25146F04-E0A1-45B2-9DE7-DBE99261DC00}">
      <dgm:prSet/>
      <dgm:spPr/>
      <dgm:t>
        <a:bodyPr/>
        <a:lstStyle/>
        <a:p>
          <a:endParaRPr lang="es-MX"/>
        </a:p>
      </dgm:t>
    </dgm:pt>
    <dgm:pt modelId="{B845619A-7854-4CB6-8399-A4B67E6B1C43}">
      <dgm:prSet/>
      <dgm:spPr>
        <a:solidFill>
          <a:srgbClr val="92D050"/>
        </a:solidFill>
      </dgm:spPr>
      <dgm:t>
        <a:bodyPr/>
        <a:lstStyle/>
        <a:p>
          <a:r>
            <a:rPr lang="en-US" dirty="0" err="1"/>
            <a:t>Sociedades</a:t>
          </a:r>
          <a:r>
            <a:rPr lang="en-US" dirty="0"/>
            <a:t> </a:t>
          </a:r>
          <a:r>
            <a:rPr lang="en-US" dirty="0" err="1"/>
            <a:t>Residentes</a:t>
          </a:r>
          <a:r>
            <a:rPr lang="en-US" dirty="0"/>
            <a:t> </a:t>
          </a:r>
          <a:r>
            <a:rPr lang="en-US" dirty="0" err="1"/>
            <a:t>en</a:t>
          </a:r>
          <a:r>
            <a:rPr lang="en-US" dirty="0"/>
            <a:t> México</a:t>
          </a:r>
        </a:p>
      </dgm:t>
    </dgm:pt>
    <dgm:pt modelId="{E140B1C3-16FE-4BE9-81BE-C96DF03A7038}" type="parTrans" cxnId="{264435D2-F8BA-434B-AF46-58D4B5256BF8}">
      <dgm:prSet/>
      <dgm:spPr/>
      <dgm:t>
        <a:bodyPr/>
        <a:lstStyle/>
        <a:p>
          <a:endParaRPr lang="en-US"/>
        </a:p>
      </dgm:t>
    </dgm:pt>
    <dgm:pt modelId="{DC1F36A5-6555-4606-9E03-4033AA611102}" type="sibTrans" cxnId="{264435D2-F8BA-434B-AF46-58D4B5256BF8}">
      <dgm:prSet/>
      <dgm:spPr/>
      <dgm:t>
        <a:bodyPr/>
        <a:lstStyle/>
        <a:p>
          <a:endParaRPr lang="en-US"/>
        </a:p>
      </dgm:t>
    </dgm:pt>
    <dgm:pt modelId="{40FC3A74-71E2-47C4-A390-5020ACFC0544}" type="pres">
      <dgm:prSet presAssocID="{3A78F1AD-C78D-4940-9F69-795F6972C3EE}" presName="Name0" presStyleCnt="0">
        <dgm:presLayoutVars>
          <dgm:chPref val="1"/>
          <dgm:dir/>
          <dgm:animOne val="branch"/>
          <dgm:animLvl val="lvl"/>
          <dgm:resizeHandles val="exact"/>
        </dgm:presLayoutVars>
      </dgm:prSet>
      <dgm:spPr/>
    </dgm:pt>
    <dgm:pt modelId="{56CD900B-62D8-4E95-A7BF-EC7C2134D005}" type="pres">
      <dgm:prSet presAssocID="{9CF821F7-3CDC-4AF0-8046-943D951BA8BD}" presName="root1" presStyleCnt="0"/>
      <dgm:spPr/>
    </dgm:pt>
    <dgm:pt modelId="{C5CFC632-FC9D-4A61-B7D2-864B07156A7A}" type="pres">
      <dgm:prSet presAssocID="{9CF821F7-3CDC-4AF0-8046-943D951BA8BD}" presName="LevelOneTextNode" presStyleLbl="node0" presStyleIdx="0" presStyleCnt="1">
        <dgm:presLayoutVars>
          <dgm:chPref val="3"/>
        </dgm:presLayoutVars>
      </dgm:prSet>
      <dgm:spPr/>
    </dgm:pt>
    <dgm:pt modelId="{F0299DBE-1BF1-456D-B9C5-6BBB5EA9F238}" type="pres">
      <dgm:prSet presAssocID="{9CF821F7-3CDC-4AF0-8046-943D951BA8BD}" presName="level2hierChild" presStyleCnt="0"/>
      <dgm:spPr/>
    </dgm:pt>
    <dgm:pt modelId="{7A76A705-CCCC-4BCD-9722-C9832080ED9A}" type="pres">
      <dgm:prSet presAssocID="{FA49E649-C4D1-41B6-9197-A379688B1F43}" presName="conn2-1" presStyleLbl="parChTrans1D2" presStyleIdx="0" presStyleCnt="4"/>
      <dgm:spPr/>
    </dgm:pt>
    <dgm:pt modelId="{3DC13FF7-DDC9-4C03-B290-9F98199D42D4}" type="pres">
      <dgm:prSet presAssocID="{FA49E649-C4D1-41B6-9197-A379688B1F43}" presName="connTx" presStyleLbl="parChTrans1D2" presStyleIdx="0" presStyleCnt="4"/>
      <dgm:spPr/>
    </dgm:pt>
    <dgm:pt modelId="{D4D1DFC8-2D76-4FCA-9516-BA69C27F1F8A}" type="pres">
      <dgm:prSet presAssocID="{A1E66E58-8C88-4EF3-B70F-E1E63EE6C04B}" presName="root2" presStyleCnt="0"/>
      <dgm:spPr/>
    </dgm:pt>
    <dgm:pt modelId="{2C137CF6-0273-4790-BDEC-300BF2B88C42}" type="pres">
      <dgm:prSet presAssocID="{A1E66E58-8C88-4EF3-B70F-E1E63EE6C04B}" presName="LevelTwoTextNode" presStyleLbl="node2" presStyleIdx="0" presStyleCnt="4">
        <dgm:presLayoutVars>
          <dgm:chPref val="3"/>
        </dgm:presLayoutVars>
      </dgm:prSet>
      <dgm:spPr/>
    </dgm:pt>
    <dgm:pt modelId="{AC432395-CA44-484A-9C2F-1D200E8FF52C}" type="pres">
      <dgm:prSet presAssocID="{A1E66E58-8C88-4EF3-B70F-E1E63EE6C04B}" presName="level3hierChild" presStyleCnt="0"/>
      <dgm:spPr/>
    </dgm:pt>
    <dgm:pt modelId="{A0246DEB-A786-46AC-A1FC-6BEC1CD3DC58}" type="pres">
      <dgm:prSet presAssocID="{E140B1C3-16FE-4BE9-81BE-C96DF03A7038}" presName="conn2-1" presStyleLbl="parChTrans1D2" presStyleIdx="1" presStyleCnt="4"/>
      <dgm:spPr/>
    </dgm:pt>
    <dgm:pt modelId="{A56A3B86-2688-4500-AEC1-563CAAA2822B}" type="pres">
      <dgm:prSet presAssocID="{E140B1C3-16FE-4BE9-81BE-C96DF03A7038}" presName="connTx" presStyleLbl="parChTrans1D2" presStyleIdx="1" presStyleCnt="4"/>
      <dgm:spPr/>
    </dgm:pt>
    <dgm:pt modelId="{65214D33-69C0-4054-976C-9DA1388CF636}" type="pres">
      <dgm:prSet presAssocID="{B845619A-7854-4CB6-8399-A4B67E6B1C43}" presName="root2" presStyleCnt="0"/>
      <dgm:spPr/>
    </dgm:pt>
    <dgm:pt modelId="{99337261-9ED5-426F-A309-F625F0091E99}" type="pres">
      <dgm:prSet presAssocID="{B845619A-7854-4CB6-8399-A4B67E6B1C43}" presName="LevelTwoTextNode" presStyleLbl="node2" presStyleIdx="1" presStyleCnt="4">
        <dgm:presLayoutVars>
          <dgm:chPref val="3"/>
        </dgm:presLayoutVars>
      </dgm:prSet>
      <dgm:spPr/>
    </dgm:pt>
    <dgm:pt modelId="{26CF5A85-05D2-4B6D-90FC-228186D050E4}" type="pres">
      <dgm:prSet presAssocID="{B845619A-7854-4CB6-8399-A4B67E6B1C43}" presName="level3hierChild" presStyleCnt="0"/>
      <dgm:spPr/>
    </dgm:pt>
    <dgm:pt modelId="{F21FCDD6-7E56-49BE-87E7-D7D09DAA3F82}" type="pres">
      <dgm:prSet presAssocID="{A68D0748-90F9-4DD8-AC3C-C4A8E6574588}" presName="conn2-1" presStyleLbl="parChTrans1D2" presStyleIdx="2" presStyleCnt="4"/>
      <dgm:spPr/>
    </dgm:pt>
    <dgm:pt modelId="{607CB66F-E45C-4143-A2C0-6230C5A801C8}" type="pres">
      <dgm:prSet presAssocID="{A68D0748-90F9-4DD8-AC3C-C4A8E6574588}" presName="connTx" presStyleLbl="parChTrans1D2" presStyleIdx="2" presStyleCnt="4"/>
      <dgm:spPr/>
    </dgm:pt>
    <dgm:pt modelId="{79E1EC19-CF2D-4B6B-8468-4081184E4740}" type="pres">
      <dgm:prSet presAssocID="{503FBD3D-D0DA-4794-ACF1-D385B69E579A}" presName="root2" presStyleCnt="0"/>
      <dgm:spPr/>
    </dgm:pt>
    <dgm:pt modelId="{1BCC9906-9EA6-498B-8791-BA22A2903CE6}" type="pres">
      <dgm:prSet presAssocID="{503FBD3D-D0DA-4794-ACF1-D385B69E579A}" presName="LevelTwoTextNode" presStyleLbl="node2" presStyleIdx="2" presStyleCnt="4">
        <dgm:presLayoutVars>
          <dgm:chPref val="3"/>
        </dgm:presLayoutVars>
      </dgm:prSet>
      <dgm:spPr/>
    </dgm:pt>
    <dgm:pt modelId="{9A1414AC-4541-4751-973C-3E16A800C847}" type="pres">
      <dgm:prSet presAssocID="{503FBD3D-D0DA-4794-ACF1-D385B69E579A}" presName="level3hierChild" presStyleCnt="0"/>
      <dgm:spPr/>
    </dgm:pt>
    <dgm:pt modelId="{B0B1497E-8E97-450D-AEAB-F57F34A1D584}" type="pres">
      <dgm:prSet presAssocID="{A1747722-CD5C-40C2-86B2-0D213DED4CC8}" presName="conn2-1" presStyleLbl="parChTrans1D3" presStyleIdx="0" presStyleCnt="4"/>
      <dgm:spPr/>
    </dgm:pt>
    <dgm:pt modelId="{56F6FB73-AE38-486A-8D2C-53DE36083C2E}" type="pres">
      <dgm:prSet presAssocID="{A1747722-CD5C-40C2-86B2-0D213DED4CC8}" presName="connTx" presStyleLbl="parChTrans1D3" presStyleIdx="0" presStyleCnt="4"/>
      <dgm:spPr/>
    </dgm:pt>
    <dgm:pt modelId="{1563112D-FF77-4992-9749-FC3C448A00AA}" type="pres">
      <dgm:prSet presAssocID="{6DBBF6A9-16B1-4B52-A3D7-BF869DCED24E}" presName="root2" presStyleCnt="0"/>
      <dgm:spPr/>
    </dgm:pt>
    <dgm:pt modelId="{A43538E3-614B-4333-94DB-54AA5F6D8ED5}" type="pres">
      <dgm:prSet presAssocID="{6DBBF6A9-16B1-4B52-A3D7-BF869DCED24E}" presName="LevelTwoTextNode" presStyleLbl="node3" presStyleIdx="0" presStyleCnt="4">
        <dgm:presLayoutVars>
          <dgm:chPref val="3"/>
        </dgm:presLayoutVars>
      </dgm:prSet>
      <dgm:spPr/>
    </dgm:pt>
    <dgm:pt modelId="{DE12AF2C-4404-4199-A780-66F6311776B0}" type="pres">
      <dgm:prSet presAssocID="{6DBBF6A9-16B1-4B52-A3D7-BF869DCED24E}" presName="level3hierChild" presStyleCnt="0"/>
      <dgm:spPr/>
    </dgm:pt>
    <dgm:pt modelId="{8060A1C9-AECF-4B9A-AD90-EEA5B7FB864F}" type="pres">
      <dgm:prSet presAssocID="{AAD20145-4655-4B65-99DF-B341ADA6D613}" presName="conn2-1" presStyleLbl="parChTrans1D3" presStyleIdx="1" presStyleCnt="4"/>
      <dgm:spPr/>
    </dgm:pt>
    <dgm:pt modelId="{8DF914A0-D9C5-476D-8389-1BD941B9245E}" type="pres">
      <dgm:prSet presAssocID="{AAD20145-4655-4B65-99DF-B341ADA6D613}" presName="connTx" presStyleLbl="parChTrans1D3" presStyleIdx="1" presStyleCnt="4"/>
      <dgm:spPr/>
    </dgm:pt>
    <dgm:pt modelId="{35B8EFFE-4FDE-4380-A0D2-FD996B8453D8}" type="pres">
      <dgm:prSet presAssocID="{5248D855-7FCE-49D3-8ADE-F6851835AB18}" presName="root2" presStyleCnt="0"/>
      <dgm:spPr/>
    </dgm:pt>
    <dgm:pt modelId="{BA88287A-DC75-408B-8802-BF270615A0FB}" type="pres">
      <dgm:prSet presAssocID="{5248D855-7FCE-49D3-8ADE-F6851835AB18}" presName="LevelTwoTextNode" presStyleLbl="node3" presStyleIdx="1" presStyleCnt="4">
        <dgm:presLayoutVars>
          <dgm:chPref val="3"/>
        </dgm:presLayoutVars>
      </dgm:prSet>
      <dgm:spPr/>
    </dgm:pt>
    <dgm:pt modelId="{6878B7F7-C849-4DD7-923A-E09A70BD6693}" type="pres">
      <dgm:prSet presAssocID="{5248D855-7FCE-49D3-8ADE-F6851835AB18}" presName="level3hierChild" presStyleCnt="0"/>
      <dgm:spPr/>
    </dgm:pt>
    <dgm:pt modelId="{BB8850EC-4EC3-4893-B4D0-D636A4FEE9A9}" type="pres">
      <dgm:prSet presAssocID="{B9CB691F-C7A0-4C22-9449-39839022EACB}" presName="conn2-1" presStyleLbl="parChTrans1D3" presStyleIdx="2" presStyleCnt="4"/>
      <dgm:spPr/>
    </dgm:pt>
    <dgm:pt modelId="{D21451BA-BEF5-4203-AC7F-F0E3AE5EB11B}" type="pres">
      <dgm:prSet presAssocID="{B9CB691F-C7A0-4C22-9449-39839022EACB}" presName="connTx" presStyleLbl="parChTrans1D3" presStyleIdx="2" presStyleCnt="4"/>
      <dgm:spPr/>
    </dgm:pt>
    <dgm:pt modelId="{1AC97D4B-54D7-45B0-8B24-948ECAF030F6}" type="pres">
      <dgm:prSet presAssocID="{31FC7D90-1B28-4965-9DF6-0EF471167047}" presName="root2" presStyleCnt="0"/>
      <dgm:spPr/>
    </dgm:pt>
    <dgm:pt modelId="{666847CF-A630-4429-A927-C905A890B1E1}" type="pres">
      <dgm:prSet presAssocID="{31FC7D90-1B28-4965-9DF6-0EF471167047}" presName="LevelTwoTextNode" presStyleLbl="node3" presStyleIdx="2" presStyleCnt="4">
        <dgm:presLayoutVars>
          <dgm:chPref val="3"/>
        </dgm:presLayoutVars>
      </dgm:prSet>
      <dgm:spPr/>
    </dgm:pt>
    <dgm:pt modelId="{446E399E-C391-43CA-8BF6-C223B92338B0}" type="pres">
      <dgm:prSet presAssocID="{31FC7D90-1B28-4965-9DF6-0EF471167047}" presName="level3hierChild" presStyleCnt="0"/>
      <dgm:spPr/>
    </dgm:pt>
    <dgm:pt modelId="{0B2911AF-064E-46F8-A148-14C03F51F749}" type="pres">
      <dgm:prSet presAssocID="{72386AE7-3C3F-4B02-9390-2C20B5D08917}" presName="conn2-1" presStyleLbl="parChTrans1D3" presStyleIdx="3" presStyleCnt="4"/>
      <dgm:spPr/>
    </dgm:pt>
    <dgm:pt modelId="{F7ADC790-ED2F-4A64-AD58-DA258B8F67BD}" type="pres">
      <dgm:prSet presAssocID="{72386AE7-3C3F-4B02-9390-2C20B5D08917}" presName="connTx" presStyleLbl="parChTrans1D3" presStyleIdx="3" presStyleCnt="4"/>
      <dgm:spPr/>
    </dgm:pt>
    <dgm:pt modelId="{B75C5F60-72C5-465C-8A20-0532BFBC3A7D}" type="pres">
      <dgm:prSet presAssocID="{20F4CCA1-F505-481D-A32E-E844F8F6D1D7}" presName="root2" presStyleCnt="0"/>
      <dgm:spPr/>
    </dgm:pt>
    <dgm:pt modelId="{B09D8B07-259E-4259-B740-1C9E2ED7A6CB}" type="pres">
      <dgm:prSet presAssocID="{20F4CCA1-F505-481D-A32E-E844F8F6D1D7}" presName="LevelTwoTextNode" presStyleLbl="node3" presStyleIdx="3" presStyleCnt="4">
        <dgm:presLayoutVars>
          <dgm:chPref val="3"/>
        </dgm:presLayoutVars>
      </dgm:prSet>
      <dgm:spPr/>
    </dgm:pt>
    <dgm:pt modelId="{86CBA4DB-B6BF-4605-A14A-2CC813334B36}" type="pres">
      <dgm:prSet presAssocID="{20F4CCA1-F505-481D-A32E-E844F8F6D1D7}" presName="level3hierChild" presStyleCnt="0"/>
      <dgm:spPr/>
    </dgm:pt>
    <dgm:pt modelId="{687FB2E5-C101-4B58-BEEC-EE3CE61095FF}" type="pres">
      <dgm:prSet presAssocID="{BB0488BC-26D5-4F29-867D-A523EDC6EF0E}" presName="conn2-1" presStyleLbl="parChTrans1D2" presStyleIdx="3" presStyleCnt="4"/>
      <dgm:spPr/>
    </dgm:pt>
    <dgm:pt modelId="{205303AF-09BC-4E24-8A9C-A7F089690A5D}" type="pres">
      <dgm:prSet presAssocID="{BB0488BC-26D5-4F29-867D-A523EDC6EF0E}" presName="connTx" presStyleLbl="parChTrans1D2" presStyleIdx="3" presStyleCnt="4"/>
      <dgm:spPr/>
    </dgm:pt>
    <dgm:pt modelId="{585778BA-95A7-4D8A-8CA4-6477FE7860D1}" type="pres">
      <dgm:prSet presAssocID="{1549055E-1903-4711-91E9-A0FE07801490}" presName="root2" presStyleCnt="0"/>
      <dgm:spPr/>
    </dgm:pt>
    <dgm:pt modelId="{525BA253-7E61-4757-B121-175C8561AB4B}" type="pres">
      <dgm:prSet presAssocID="{1549055E-1903-4711-91E9-A0FE07801490}" presName="LevelTwoTextNode" presStyleLbl="node2" presStyleIdx="3" presStyleCnt="4">
        <dgm:presLayoutVars>
          <dgm:chPref val="3"/>
        </dgm:presLayoutVars>
      </dgm:prSet>
      <dgm:spPr/>
    </dgm:pt>
    <dgm:pt modelId="{CF2C0569-BB06-4DE1-9A03-E2AB5812F75D}" type="pres">
      <dgm:prSet presAssocID="{1549055E-1903-4711-91E9-A0FE07801490}" presName="level3hierChild" presStyleCnt="0"/>
      <dgm:spPr/>
    </dgm:pt>
  </dgm:ptLst>
  <dgm:cxnLst>
    <dgm:cxn modelId="{25146F04-E0A1-45B2-9DE7-DBE99261DC00}" srcId="{503FBD3D-D0DA-4794-ACF1-D385B69E579A}" destId="{20F4CCA1-F505-481D-A32E-E844F8F6D1D7}" srcOrd="3" destOrd="0" parTransId="{72386AE7-3C3F-4B02-9390-2C20B5D08917}" sibTransId="{464ECADD-57FE-47F2-9C24-102366481D07}"/>
    <dgm:cxn modelId="{99B3660D-9FC9-E64F-BA14-5DAA1F0FCA6C}" type="presOf" srcId="{BB0488BC-26D5-4F29-867D-A523EDC6EF0E}" destId="{687FB2E5-C101-4B58-BEEC-EE3CE61095FF}" srcOrd="0" destOrd="0" presId="urn:microsoft.com/office/officeart/2008/layout/HorizontalMultiLevelHierarchy"/>
    <dgm:cxn modelId="{F7C9F812-6E4D-4DF1-8097-7A60700A04CD}" type="presOf" srcId="{E140B1C3-16FE-4BE9-81BE-C96DF03A7038}" destId="{A0246DEB-A786-46AC-A1FC-6BEC1CD3DC58}" srcOrd="0" destOrd="0" presId="urn:microsoft.com/office/officeart/2008/layout/HorizontalMultiLevelHierarchy"/>
    <dgm:cxn modelId="{B3D2C51D-7D8B-E34C-9A09-A9C3EF7EBBBA}" type="presOf" srcId="{5248D855-7FCE-49D3-8ADE-F6851835AB18}" destId="{BA88287A-DC75-408B-8802-BF270615A0FB}" srcOrd="0" destOrd="0" presId="urn:microsoft.com/office/officeart/2008/layout/HorizontalMultiLevelHierarchy"/>
    <dgm:cxn modelId="{C5FEE91E-A5A1-0744-92E4-BA31DABB0AF5}" type="presOf" srcId="{72386AE7-3C3F-4B02-9390-2C20B5D08917}" destId="{0B2911AF-064E-46F8-A148-14C03F51F749}" srcOrd="0" destOrd="0" presId="urn:microsoft.com/office/officeart/2008/layout/HorizontalMultiLevelHierarchy"/>
    <dgm:cxn modelId="{8254F726-BE5B-3248-AFD1-FC11E8CB9123}" type="presOf" srcId="{3A78F1AD-C78D-4940-9F69-795F6972C3EE}" destId="{40FC3A74-71E2-47C4-A390-5020ACFC0544}" srcOrd="0" destOrd="0" presId="urn:microsoft.com/office/officeart/2008/layout/HorizontalMultiLevelHierarchy"/>
    <dgm:cxn modelId="{46732128-7C9A-DD4B-BA6A-AD30E6683FBD}" type="presOf" srcId="{AAD20145-4655-4B65-99DF-B341ADA6D613}" destId="{8DF914A0-D9C5-476D-8389-1BD941B9245E}" srcOrd="1" destOrd="0" presId="urn:microsoft.com/office/officeart/2008/layout/HorizontalMultiLevelHierarchy"/>
    <dgm:cxn modelId="{B7FB5C2B-B046-1846-8AAA-4F159B1C6BBA}" type="presOf" srcId="{A68D0748-90F9-4DD8-AC3C-C4A8E6574588}" destId="{607CB66F-E45C-4143-A2C0-6230C5A801C8}" srcOrd="1" destOrd="0" presId="urn:microsoft.com/office/officeart/2008/layout/HorizontalMultiLevelHierarchy"/>
    <dgm:cxn modelId="{E1BD7938-E03A-CC40-958C-9DE5D37D8F5A}" type="presOf" srcId="{B9CB691F-C7A0-4C22-9449-39839022EACB}" destId="{BB8850EC-4EC3-4893-B4D0-D636A4FEE9A9}" srcOrd="0" destOrd="0" presId="urn:microsoft.com/office/officeart/2008/layout/HorizontalMultiLevelHierarchy"/>
    <dgm:cxn modelId="{2A69943B-C315-7E47-A897-8A7DDB38711B}" type="presOf" srcId="{6DBBF6A9-16B1-4B52-A3D7-BF869DCED24E}" destId="{A43538E3-614B-4333-94DB-54AA5F6D8ED5}" srcOrd="0" destOrd="0" presId="urn:microsoft.com/office/officeart/2008/layout/HorizontalMultiLevelHierarchy"/>
    <dgm:cxn modelId="{2625095B-902E-AC45-A4FF-35525BB3DC0E}" type="presOf" srcId="{A1E66E58-8C88-4EF3-B70F-E1E63EE6C04B}" destId="{2C137CF6-0273-4790-BDEC-300BF2B88C42}" srcOrd="0" destOrd="0" presId="urn:microsoft.com/office/officeart/2008/layout/HorizontalMultiLevelHierarchy"/>
    <dgm:cxn modelId="{2D27D05F-731A-4ED8-A2A1-7546F4277925}" srcId="{503FBD3D-D0DA-4794-ACF1-D385B69E579A}" destId="{5248D855-7FCE-49D3-8ADE-F6851835AB18}" srcOrd="1" destOrd="0" parTransId="{AAD20145-4655-4B65-99DF-B341ADA6D613}" sibTransId="{2B843B8A-52BA-4958-A403-64527BC1A18E}"/>
    <dgm:cxn modelId="{3438C545-A810-8349-8CC4-EA0B96009BBC}" type="presOf" srcId="{AAD20145-4655-4B65-99DF-B341ADA6D613}" destId="{8060A1C9-AECF-4B9A-AD90-EEA5B7FB864F}" srcOrd="0" destOrd="0" presId="urn:microsoft.com/office/officeart/2008/layout/HorizontalMultiLevelHierarchy"/>
    <dgm:cxn modelId="{27E90747-0543-6546-939D-A035C2BF021E}" type="presOf" srcId="{B9CB691F-C7A0-4C22-9449-39839022EACB}" destId="{D21451BA-BEF5-4203-AC7F-F0E3AE5EB11B}" srcOrd="1" destOrd="0" presId="urn:microsoft.com/office/officeart/2008/layout/HorizontalMultiLevelHierarchy"/>
    <dgm:cxn modelId="{674ACE6C-319D-E74A-A81A-15B8D86FF5A8}" type="presOf" srcId="{1549055E-1903-4711-91E9-A0FE07801490}" destId="{525BA253-7E61-4757-B121-175C8561AB4B}" srcOrd="0" destOrd="0" presId="urn:microsoft.com/office/officeart/2008/layout/HorizontalMultiLevelHierarchy"/>
    <dgm:cxn modelId="{DD3C5C79-D3E5-9E44-AF2F-5B4FB8A3F6F9}" type="presOf" srcId="{FA49E649-C4D1-41B6-9197-A379688B1F43}" destId="{7A76A705-CCCC-4BCD-9722-C9832080ED9A}" srcOrd="0" destOrd="0" presId="urn:microsoft.com/office/officeart/2008/layout/HorizontalMultiLevelHierarchy"/>
    <dgm:cxn modelId="{7D754A7A-B767-40BB-98D3-C79991294307}" srcId="{9CF821F7-3CDC-4AF0-8046-943D951BA8BD}" destId="{1549055E-1903-4711-91E9-A0FE07801490}" srcOrd="3" destOrd="0" parTransId="{BB0488BC-26D5-4F29-867D-A523EDC6EF0E}" sibTransId="{02738D4B-A02A-469C-AB1A-E18373CFE571}"/>
    <dgm:cxn modelId="{2D4CD083-BE93-40D2-9F0B-EFE7A9B121DA}" srcId="{503FBD3D-D0DA-4794-ACF1-D385B69E579A}" destId="{31FC7D90-1B28-4965-9DF6-0EF471167047}" srcOrd="2" destOrd="0" parTransId="{B9CB691F-C7A0-4C22-9449-39839022EACB}" sibTransId="{AA2C6ED5-F93C-424E-AFBD-58C416D1B7F8}"/>
    <dgm:cxn modelId="{4E031C89-31BA-4CC6-8B43-007CC81491AD}" srcId="{3A78F1AD-C78D-4940-9F69-795F6972C3EE}" destId="{9CF821F7-3CDC-4AF0-8046-943D951BA8BD}" srcOrd="0" destOrd="0" parTransId="{E9B14513-4BD6-4768-8413-B92966ACB4A2}" sibTransId="{0131D675-4451-4C64-B24C-F4708C81BC12}"/>
    <dgm:cxn modelId="{3022308A-9E7D-4088-93BF-7CCD8175FB30}" srcId="{9CF821F7-3CDC-4AF0-8046-943D951BA8BD}" destId="{503FBD3D-D0DA-4794-ACF1-D385B69E579A}" srcOrd="2" destOrd="0" parTransId="{A68D0748-90F9-4DD8-AC3C-C4A8E6574588}" sibTransId="{CB9BD060-95BB-415D-B859-574658A28DD0}"/>
    <dgm:cxn modelId="{6F7C638E-9201-554E-865D-87E7C1A2D180}" type="presOf" srcId="{9CF821F7-3CDC-4AF0-8046-943D951BA8BD}" destId="{C5CFC632-FC9D-4A61-B7D2-864B07156A7A}" srcOrd="0" destOrd="0" presId="urn:microsoft.com/office/officeart/2008/layout/HorizontalMultiLevelHierarchy"/>
    <dgm:cxn modelId="{0185988E-B438-F34F-A749-48FD0EF9E353}" type="presOf" srcId="{72386AE7-3C3F-4B02-9390-2C20B5D08917}" destId="{F7ADC790-ED2F-4A64-AD58-DA258B8F67BD}" srcOrd="1" destOrd="0" presId="urn:microsoft.com/office/officeart/2008/layout/HorizontalMultiLevelHierarchy"/>
    <dgm:cxn modelId="{89542696-114A-4449-9C67-50C337BDF562}" srcId="{9CF821F7-3CDC-4AF0-8046-943D951BA8BD}" destId="{A1E66E58-8C88-4EF3-B70F-E1E63EE6C04B}" srcOrd="0" destOrd="0" parTransId="{FA49E649-C4D1-41B6-9197-A379688B1F43}" sibTransId="{5A2576BB-C705-4C00-877E-01E36CE624A2}"/>
    <dgm:cxn modelId="{9B685BA7-B28A-BA4A-9EFB-B3F9F746E82A}" type="presOf" srcId="{20F4CCA1-F505-481D-A32E-E844F8F6D1D7}" destId="{B09D8B07-259E-4259-B740-1C9E2ED7A6CB}" srcOrd="0" destOrd="0" presId="urn:microsoft.com/office/officeart/2008/layout/HorizontalMultiLevelHierarchy"/>
    <dgm:cxn modelId="{AE38C7A9-7B71-C643-A45F-190BF56E9E3E}" type="presOf" srcId="{A1747722-CD5C-40C2-86B2-0D213DED4CC8}" destId="{B0B1497E-8E97-450D-AEAB-F57F34A1D584}" srcOrd="0" destOrd="0" presId="urn:microsoft.com/office/officeart/2008/layout/HorizontalMultiLevelHierarchy"/>
    <dgm:cxn modelId="{9A7E1BAF-8D36-B146-A02C-E8CD59AA74D4}" type="presOf" srcId="{A68D0748-90F9-4DD8-AC3C-C4A8E6574588}" destId="{F21FCDD6-7E56-49BE-87E7-D7D09DAA3F82}" srcOrd="0" destOrd="0" presId="urn:microsoft.com/office/officeart/2008/layout/HorizontalMultiLevelHierarchy"/>
    <dgm:cxn modelId="{2767FAC5-6595-ED47-9E10-2BDF0559AA8D}" type="presOf" srcId="{FA49E649-C4D1-41B6-9197-A379688B1F43}" destId="{3DC13FF7-DDC9-4C03-B290-9F98199D42D4}" srcOrd="1" destOrd="0" presId="urn:microsoft.com/office/officeart/2008/layout/HorizontalMultiLevelHierarchy"/>
    <dgm:cxn modelId="{603EDBC6-3C37-BE49-9B6E-05EECF71DE5B}" type="presOf" srcId="{31FC7D90-1B28-4965-9DF6-0EF471167047}" destId="{666847CF-A630-4429-A927-C905A890B1E1}" srcOrd="0" destOrd="0" presId="urn:microsoft.com/office/officeart/2008/layout/HorizontalMultiLevelHierarchy"/>
    <dgm:cxn modelId="{B99520C7-46DA-114C-9C87-D94B46F0C532}" type="presOf" srcId="{BB0488BC-26D5-4F29-867D-A523EDC6EF0E}" destId="{205303AF-09BC-4E24-8A9C-A7F089690A5D}" srcOrd="1" destOrd="0" presId="urn:microsoft.com/office/officeart/2008/layout/HorizontalMultiLevelHierarchy"/>
    <dgm:cxn modelId="{264435D2-F8BA-434B-AF46-58D4B5256BF8}" srcId="{9CF821F7-3CDC-4AF0-8046-943D951BA8BD}" destId="{B845619A-7854-4CB6-8399-A4B67E6B1C43}" srcOrd="1" destOrd="0" parTransId="{E140B1C3-16FE-4BE9-81BE-C96DF03A7038}" sibTransId="{DC1F36A5-6555-4606-9E03-4033AA611102}"/>
    <dgm:cxn modelId="{DD1662D8-A91D-4054-AB30-5310D3ED89C0}" type="presOf" srcId="{B845619A-7854-4CB6-8399-A4B67E6B1C43}" destId="{99337261-9ED5-426F-A309-F625F0091E99}" srcOrd="0" destOrd="0" presId="urn:microsoft.com/office/officeart/2008/layout/HorizontalMultiLevelHierarchy"/>
    <dgm:cxn modelId="{C769DBE5-06CC-463B-9588-11F2C7EC24A6}" srcId="{503FBD3D-D0DA-4794-ACF1-D385B69E579A}" destId="{6DBBF6A9-16B1-4B52-A3D7-BF869DCED24E}" srcOrd="0" destOrd="0" parTransId="{A1747722-CD5C-40C2-86B2-0D213DED4CC8}" sibTransId="{8A453C4C-64FA-44DC-9F31-39D5382EDC4E}"/>
    <dgm:cxn modelId="{348F5CE7-D14C-4649-800A-2A8616BFB665}" type="presOf" srcId="{503FBD3D-D0DA-4794-ACF1-D385B69E579A}" destId="{1BCC9906-9EA6-498B-8791-BA22A2903CE6}" srcOrd="0" destOrd="0" presId="urn:microsoft.com/office/officeart/2008/layout/HorizontalMultiLevelHierarchy"/>
    <dgm:cxn modelId="{5B4E88F3-A273-7C4B-9569-78EEA858FB8A}" type="presOf" srcId="{A1747722-CD5C-40C2-86B2-0D213DED4CC8}" destId="{56F6FB73-AE38-486A-8D2C-53DE36083C2E}" srcOrd="1" destOrd="0" presId="urn:microsoft.com/office/officeart/2008/layout/HorizontalMultiLevelHierarchy"/>
    <dgm:cxn modelId="{9C1EDDFC-F0E1-4AF3-981D-E00CF9398BD6}" type="presOf" srcId="{E140B1C3-16FE-4BE9-81BE-C96DF03A7038}" destId="{A56A3B86-2688-4500-AEC1-563CAAA2822B}" srcOrd="1" destOrd="0" presId="urn:microsoft.com/office/officeart/2008/layout/HorizontalMultiLevelHierarchy"/>
    <dgm:cxn modelId="{27D4A902-7131-F642-8A2F-3D4251171D2A}" type="presParOf" srcId="{40FC3A74-71E2-47C4-A390-5020ACFC0544}" destId="{56CD900B-62D8-4E95-A7BF-EC7C2134D005}" srcOrd="0" destOrd="0" presId="urn:microsoft.com/office/officeart/2008/layout/HorizontalMultiLevelHierarchy"/>
    <dgm:cxn modelId="{510F27F3-96C9-1A4E-89B7-69AB1737BC54}" type="presParOf" srcId="{56CD900B-62D8-4E95-A7BF-EC7C2134D005}" destId="{C5CFC632-FC9D-4A61-B7D2-864B07156A7A}" srcOrd="0" destOrd="0" presId="urn:microsoft.com/office/officeart/2008/layout/HorizontalMultiLevelHierarchy"/>
    <dgm:cxn modelId="{868ED53A-8DD1-A948-9F9C-D8C099D59029}" type="presParOf" srcId="{56CD900B-62D8-4E95-A7BF-EC7C2134D005}" destId="{F0299DBE-1BF1-456D-B9C5-6BBB5EA9F238}" srcOrd="1" destOrd="0" presId="urn:microsoft.com/office/officeart/2008/layout/HorizontalMultiLevelHierarchy"/>
    <dgm:cxn modelId="{8F234F1D-F05B-CF45-9ADC-02E73EA219B5}" type="presParOf" srcId="{F0299DBE-1BF1-456D-B9C5-6BBB5EA9F238}" destId="{7A76A705-CCCC-4BCD-9722-C9832080ED9A}" srcOrd="0" destOrd="0" presId="urn:microsoft.com/office/officeart/2008/layout/HorizontalMultiLevelHierarchy"/>
    <dgm:cxn modelId="{042733D3-FB85-D54F-9DEC-F0C622B0C164}" type="presParOf" srcId="{7A76A705-CCCC-4BCD-9722-C9832080ED9A}" destId="{3DC13FF7-DDC9-4C03-B290-9F98199D42D4}" srcOrd="0" destOrd="0" presId="urn:microsoft.com/office/officeart/2008/layout/HorizontalMultiLevelHierarchy"/>
    <dgm:cxn modelId="{9634D21F-73A6-4F40-A915-7DE99D38A0B8}" type="presParOf" srcId="{F0299DBE-1BF1-456D-B9C5-6BBB5EA9F238}" destId="{D4D1DFC8-2D76-4FCA-9516-BA69C27F1F8A}" srcOrd="1" destOrd="0" presId="urn:microsoft.com/office/officeart/2008/layout/HorizontalMultiLevelHierarchy"/>
    <dgm:cxn modelId="{42E460D8-2DD6-7F42-BE00-BFCE46F8CA71}" type="presParOf" srcId="{D4D1DFC8-2D76-4FCA-9516-BA69C27F1F8A}" destId="{2C137CF6-0273-4790-BDEC-300BF2B88C42}" srcOrd="0" destOrd="0" presId="urn:microsoft.com/office/officeart/2008/layout/HorizontalMultiLevelHierarchy"/>
    <dgm:cxn modelId="{82CF7F53-50E4-1E4A-AC26-1568C504DEF0}" type="presParOf" srcId="{D4D1DFC8-2D76-4FCA-9516-BA69C27F1F8A}" destId="{AC432395-CA44-484A-9C2F-1D200E8FF52C}" srcOrd="1" destOrd="0" presId="urn:microsoft.com/office/officeart/2008/layout/HorizontalMultiLevelHierarchy"/>
    <dgm:cxn modelId="{F67C83AA-D061-42BD-8383-F713916DA770}" type="presParOf" srcId="{F0299DBE-1BF1-456D-B9C5-6BBB5EA9F238}" destId="{A0246DEB-A786-46AC-A1FC-6BEC1CD3DC58}" srcOrd="2" destOrd="0" presId="urn:microsoft.com/office/officeart/2008/layout/HorizontalMultiLevelHierarchy"/>
    <dgm:cxn modelId="{3F633200-E053-443C-8FC6-B24EC9FA4D40}" type="presParOf" srcId="{A0246DEB-A786-46AC-A1FC-6BEC1CD3DC58}" destId="{A56A3B86-2688-4500-AEC1-563CAAA2822B}" srcOrd="0" destOrd="0" presId="urn:microsoft.com/office/officeart/2008/layout/HorizontalMultiLevelHierarchy"/>
    <dgm:cxn modelId="{31489B29-5136-45AF-A8FB-18C98F768F57}" type="presParOf" srcId="{F0299DBE-1BF1-456D-B9C5-6BBB5EA9F238}" destId="{65214D33-69C0-4054-976C-9DA1388CF636}" srcOrd="3" destOrd="0" presId="urn:microsoft.com/office/officeart/2008/layout/HorizontalMultiLevelHierarchy"/>
    <dgm:cxn modelId="{0736B9D3-7A89-4E4D-AE2C-8999BCB9C32F}" type="presParOf" srcId="{65214D33-69C0-4054-976C-9DA1388CF636}" destId="{99337261-9ED5-426F-A309-F625F0091E99}" srcOrd="0" destOrd="0" presId="urn:microsoft.com/office/officeart/2008/layout/HorizontalMultiLevelHierarchy"/>
    <dgm:cxn modelId="{F4BAA32F-F7E0-43F1-8D13-A95D02649492}" type="presParOf" srcId="{65214D33-69C0-4054-976C-9DA1388CF636}" destId="{26CF5A85-05D2-4B6D-90FC-228186D050E4}" srcOrd="1" destOrd="0" presId="urn:microsoft.com/office/officeart/2008/layout/HorizontalMultiLevelHierarchy"/>
    <dgm:cxn modelId="{BB30AF0B-DE41-C542-AC3D-3E4262C5DD3E}" type="presParOf" srcId="{F0299DBE-1BF1-456D-B9C5-6BBB5EA9F238}" destId="{F21FCDD6-7E56-49BE-87E7-D7D09DAA3F82}" srcOrd="4" destOrd="0" presId="urn:microsoft.com/office/officeart/2008/layout/HorizontalMultiLevelHierarchy"/>
    <dgm:cxn modelId="{539E2A93-41A2-E14A-A8C8-BF2CAA778C32}" type="presParOf" srcId="{F21FCDD6-7E56-49BE-87E7-D7D09DAA3F82}" destId="{607CB66F-E45C-4143-A2C0-6230C5A801C8}" srcOrd="0" destOrd="0" presId="urn:microsoft.com/office/officeart/2008/layout/HorizontalMultiLevelHierarchy"/>
    <dgm:cxn modelId="{9486B593-B2E4-684C-9E85-C7DCD2A663F6}" type="presParOf" srcId="{F0299DBE-1BF1-456D-B9C5-6BBB5EA9F238}" destId="{79E1EC19-CF2D-4B6B-8468-4081184E4740}" srcOrd="5" destOrd="0" presId="urn:microsoft.com/office/officeart/2008/layout/HorizontalMultiLevelHierarchy"/>
    <dgm:cxn modelId="{94D81292-4934-D94C-ACD8-35ED431D6EA1}" type="presParOf" srcId="{79E1EC19-CF2D-4B6B-8468-4081184E4740}" destId="{1BCC9906-9EA6-498B-8791-BA22A2903CE6}" srcOrd="0" destOrd="0" presId="urn:microsoft.com/office/officeart/2008/layout/HorizontalMultiLevelHierarchy"/>
    <dgm:cxn modelId="{E30E999D-E1AE-DF4D-832B-1E5F3932689B}" type="presParOf" srcId="{79E1EC19-CF2D-4B6B-8468-4081184E4740}" destId="{9A1414AC-4541-4751-973C-3E16A800C847}" srcOrd="1" destOrd="0" presId="urn:microsoft.com/office/officeart/2008/layout/HorizontalMultiLevelHierarchy"/>
    <dgm:cxn modelId="{5E204478-8BA1-0844-A31A-CE36BE9A19B2}" type="presParOf" srcId="{9A1414AC-4541-4751-973C-3E16A800C847}" destId="{B0B1497E-8E97-450D-AEAB-F57F34A1D584}" srcOrd="0" destOrd="0" presId="urn:microsoft.com/office/officeart/2008/layout/HorizontalMultiLevelHierarchy"/>
    <dgm:cxn modelId="{F5771E20-CC0C-EF48-82B6-3B654E1518DA}" type="presParOf" srcId="{B0B1497E-8E97-450D-AEAB-F57F34A1D584}" destId="{56F6FB73-AE38-486A-8D2C-53DE36083C2E}" srcOrd="0" destOrd="0" presId="urn:microsoft.com/office/officeart/2008/layout/HorizontalMultiLevelHierarchy"/>
    <dgm:cxn modelId="{BB9AC442-7177-3F44-82EC-0B12C32E9EB2}" type="presParOf" srcId="{9A1414AC-4541-4751-973C-3E16A800C847}" destId="{1563112D-FF77-4992-9749-FC3C448A00AA}" srcOrd="1" destOrd="0" presId="urn:microsoft.com/office/officeart/2008/layout/HorizontalMultiLevelHierarchy"/>
    <dgm:cxn modelId="{7E865522-5FB9-894A-9D69-60291166F924}" type="presParOf" srcId="{1563112D-FF77-4992-9749-FC3C448A00AA}" destId="{A43538E3-614B-4333-94DB-54AA5F6D8ED5}" srcOrd="0" destOrd="0" presId="urn:microsoft.com/office/officeart/2008/layout/HorizontalMultiLevelHierarchy"/>
    <dgm:cxn modelId="{A6E7C51D-2E68-164C-BA70-1A3A3344EDA7}" type="presParOf" srcId="{1563112D-FF77-4992-9749-FC3C448A00AA}" destId="{DE12AF2C-4404-4199-A780-66F6311776B0}" srcOrd="1" destOrd="0" presId="urn:microsoft.com/office/officeart/2008/layout/HorizontalMultiLevelHierarchy"/>
    <dgm:cxn modelId="{FCB15D57-D691-F040-AC40-C5B1C760E4FA}" type="presParOf" srcId="{9A1414AC-4541-4751-973C-3E16A800C847}" destId="{8060A1C9-AECF-4B9A-AD90-EEA5B7FB864F}" srcOrd="2" destOrd="0" presId="urn:microsoft.com/office/officeart/2008/layout/HorizontalMultiLevelHierarchy"/>
    <dgm:cxn modelId="{C82D3AD3-CDC8-3F4B-ADF4-9BFD7365D45C}" type="presParOf" srcId="{8060A1C9-AECF-4B9A-AD90-EEA5B7FB864F}" destId="{8DF914A0-D9C5-476D-8389-1BD941B9245E}" srcOrd="0" destOrd="0" presId="urn:microsoft.com/office/officeart/2008/layout/HorizontalMultiLevelHierarchy"/>
    <dgm:cxn modelId="{3F4CB2FD-922C-C249-8FA0-AD2F672A741F}" type="presParOf" srcId="{9A1414AC-4541-4751-973C-3E16A800C847}" destId="{35B8EFFE-4FDE-4380-A0D2-FD996B8453D8}" srcOrd="3" destOrd="0" presId="urn:microsoft.com/office/officeart/2008/layout/HorizontalMultiLevelHierarchy"/>
    <dgm:cxn modelId="{E6C9B7D6-88E0-0246-8737-49D8DEBEDE4F}" type="presParOf" srcId="{35B8EFFE-4FDE-4380-A0D2-FD996B8453D8}" destId="{BA88287A-DC75-408B-8802-BF270615A0FB}" srcOrd="0" destOrd="0" presId="urn:microsoft.com/office/officeart/2008/layout/HorizontalMultiLevelHierarchy"/>
    <dgm:cxn modelId="{91C8C40A-393F-124B-85FD-102FF8F8AB49}" type="presParOf" srcId="{35B8EFFE-4FDE-4380-A0D2-FD996B8453D8}" destId="{6878B7F7-C849-4DD7-923A-E09A70BD6693}" srcOrd="1" destOrd="0" presId="urn:microsoft.com/office/officeart/2008/layout/HorizontalMultiLevelHierarchy"/>
    <dgm:cxn modelId="{D543A37A-9274-B946-AA60-47B9E0D1B083}" type="presParOf" srcId="{9A1414AC-4541-4751-973C-3E16A800C847}" destId="{BB8850EC-4EC3-4893-B4D0-D636A4FEE9A9}" srcOrd="4" destOrd="0" presId="urn:microsoft.com/office/officeart/2008/layout/HorizontalMultiLevelHierarchy"/>
    <dgm:cxn modelId="{D26DB9F6-CB81-E948-8FBE-E732149CDF2B}" type="presParOf" srcId="{BB8850EC-4EC3-4893-B4D0-D636A4FEE9A9}" destId="{D21451BA-BEF5-4203-AC7F-F0E3AE5EB11B}" srcOrd="0" destOrd="0" presId="urn:microsoft.com/office/officeart/2008/layout/HorizontalMultiLevelHierarchy"/>
    <dgm:cxn modelId="{9665B5CD-BEDE-8C4D-8909-00B942A39962}" type="presParOf" srcId="{9A1414AC-4541-4751-973C-3E16A800C847}" destId="{1AC97D4B-54D7-45B0-8B24-948ECAF030F6}" srcOrd="5" destOrd="0" presId="urn:microsoft.com/office/officeart/2008/layout/HorizontalMultiLevelHierarchy"/>
    <dgm:cxn modelId="{E479A92A-F5E8-E543-B02A-4CB13E10E4B1}" type="presParOf" srcId="{1AC97D4B-54D7-45B0-8B24-948ECAF030F6}" destId="{666847CF-A630-4429-A927-C905A890B1E1}" srcOrd="0" destOrd="0" presId="urn:microsoft.com/office/officeart/2008/layout/HorizontalMultiLevelHierarchy"/>
    <dgm:cxn modelId="{D5F1A1D7-259D-354E-8436-A527637771A1}" type="presParOf" srcId="{1AC97D4B-54D7-45B0-8B24-948ECAF030F6}" destId="{446E399E-C391-43CA-8BF6-C223B92338B0}" srcOrd="1" destOrd="0" presId="urn:microsoft.com/office/officeart/2008/layout/HorizontalMultiLevelHierarchy"/>
    <dgm:cxn modelId="{71F9889D-337F-BC42-B783-68B02EF6C2C7}" type="presParOf" srcId="{9A1414AC-4541-4751-973C-3E16A800C847}" destId="{0B2911AF-064E-46F8-A148-14C03F51F749}" srcOrd="6" destOrd="0" presId="urn:microsoft.com/office/officeart/2008/layout/HorizontalMultiLevelHierarchy"/>
    <dgm:cxn modelId="{37C2BA9D-44CD-5E45-81A3-18F92315BF34}" type="presParOf" srcId="{0B2911AF-064E-46F8-A148-14C03F51F749}" destId="{F7ADC790-ED2F-4A64-AD58-DA258B8F67BD}" srcOrd="0" destOrd="0" presId="urn:microsoft.com/office/officeart/2008/layout/HorizontalMultiLevelHierarchy"/>
    <dgm:cxn modelId="{34C946EE-E41D-664A-B743-9F2C983819C3}" type="presParOf" srcId="{9A1414AC-4541-4751-973C-3E16A800C847}" destId="{B75C5F60-72C5-465C-8A20-0532BFBC3A7D}" srcOrd="7" destOrd="0" presId="urn:microsoft.com/office/officeart/2008/layout/HorizontalMultiLevelHierarchy"/>
    <dgm:cxn modelId="{4622D1D6-82DB-BD47-B7E7-18FE40FB234D}" type="presParOf" srcId="{B75C5F60-72C5-465C-8A20-0532BFBC3A7D}" destId="{B09D8B07-259E-4259-B740-1C9E2ED7A6CB}" srcOrd="0" destOrd="0" presId="urn:microsoft.com/office/officeart/2008/layout/HorizontalMultiLevelHierarchy"/>
    <dgm:cxn modelId="{BDE84B86-2965-AE4A-92F4-79422E35AE5C}" type="presParOf" srcId="{B75C5F60-72C5-465C-8A20-0532BFBC3A7D}" destId="{86CBA4DB-B6BF-4605-A14A-2CC813334B36}" srcOrd="1" destOrd="0" presId="urn:microsoft.com/office/officeart/2008/layout/HorizontalMultiLevelHierarchy"/>
    <dgm:cxn modelId="{A601C6D2-AD6E-9241-B812-2849B5380491}" type="presParOf" srcId="{F0299DBE-1BF1-456D-B9C5-6BBB5EA9F238}" destId="{687FB2E5-C101-4B58-BEEC-EE3CE61095FF}" srcOrd="6" destOrd="0" presId="urn:microsoft.com/office/officeart/2008/layout/HorizontalMultiLevelHierarchy"/>
    <dgm:cxn modelId="{6193FF98-C317-B54D-BF7A-1DE81BFF49A1}" type="presParOf" srcId="{687FB2E5-C101-4B58-BEEC-EE3CE61095FF}" destId="{205303AF-09BC-4E24-8A9C-A7F089690A5D}" srcOrd="0" destOrd="0" presId="urn:microsoft.com/office/officeart/2008/layout/HorizontalMultiLevelHierarchy"/>
    <dgm:cxn modelId="{B9106DB9-4ECA-BE40-A655-63CDF03743E7}" type="presParOf" srcId="{F0299DBE-1BF1-456D-B9C5-6BBB5EA9F238}" destId="{585778BA-95A7-4D8A-8CA4-6477FE7860D1}" srcOrd="7" destOrd="0" presId="urn:microsoft.com/office/officeart/2008/layout/HorizontalMultiLevelHierarchy"/>
    <dgm:cxn modelId="{67F2F106-713B-8949-BA81-E2883F10D279}" type="presParOf" srcId="{585778BA-95A7-4D8A-8CA4-6477FE7860D1}" destId="{525BA253-7E61-4757-B121-175C8561AB4B}" srcOrd="0" destOrd="0" presId="urn:microsoft.com/office/officeart/2008/layout/HorizontalMultiLevelHierarchy"/>
    <dgm:cxn modelId="{464CC788-5C1A-0444-AB70-57F9F05B33F9}" type="presParOf" srcId="{585778BA-95A7-4D8A-8CA4-6477FE7860D1}" destId="{CF2C0569-BB06-4DE1-9A03-E2AB5812F75D}" srcOrd="1" destOrd="0" presId="urn:microsoft.com/office/officeart/2008/layout/HorizontalMultiLevel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2018CCE-FA1F-456D-862A-22D8ABF8F61B}"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0CCEF488-1699-45DF-88C0-D7121ED61861}">
      <dgm:prSet phldrT="[Text]"/>
      <dgm:spPr/>
      <dgm:t>
        <a:bodyPr/>
        <a:lstStyle/>
        <a:p>
          <a:r>
            <a:rPr lang="es-MX" dirty="0"/>
            <a:t>Otros Créditos</a:t>
          </a:r>
        </a:p>
      </dgm:t>
    </dgm:pt>
    <dgm:pt modelId="{AB2FCDC3-863E-4031-9736-B6E6F2E86658}" type="parTrans" cxnId="{703B9445-A49D-415E-A636-A705A29EC8C0}">
      <dgm:prSet/>
      <dgm:spPr/>
      <dgm:t>
        <a:bodyPr/>
        <a:lstStyle/>
        <a:p>
          <a:endParaRPr lang="es-MX"/>
        </a:p>
      </dgm:t>
    </dgm:pt>
    <dgm:pt modelId="{F8C687AA-1D88-4F8E-9915-6BD59E762C62}" type="sibTrans" cxnId="{703B9445-A49D-415E-A636-A705A29EC8C0}">
      <dgm:prSet/>
      <dgm:spPr/>
      <dgm:t>
        <a:bodyPr/>
        <a:lstStyle/>
        <a:p>
          <a:endParaRPr lang="es-MX"/>
        </a:p>
      </dgm:t>
    </dgm:pt>
    <dgm:pt modelId="{5D19691C-2736-433F-932A-C0DE5549C1F8}">
      <dgm:prSet phldrT="[Text]"/>
      <dgm:spPr>
        <a:solidFill>
          <a:srgbClr val="FF0000"/>
        </a:solidFill>
      </dgm:spPr>
      <dgm:t>
        <a:bodyPr/>
        <a:lstStyle/>
        <a:p>
          <a:r>
            <a:rPr lang="es-MX" dirty="0"/>
            <a:t>Empleados</a:t>
          </a:r>
        </a:p>
      </dgm:t>
    </dgm:pt>
    <dgm:pt modelId="{75B42CE6-754C-40E3-A4CE-0EBA5AC64AD1}" type="parTrans" cxnId="{937DAF36-534D-452A-8C92-0A57894F734E}">
      <dgm:prSet/>
      <dgm:spPr/>
      <dgm:t>
        <a:bodyPr/>
        <a:lstStyle/>
        <a:p>
          <a:endParaRPr lang="es-MX"/>
        </a:p>
      </dgm:t>
    </dgm:pt>
    <dgm:pt modelId="{7486EF68-794A-4AD0-BDCD-C717427331DB}" type="sibTrans" cxnId="{937DAF36-534D-452A-8C92-0A57894F734E}">
      <dgm:prSet/>
      <dgm:spPr/>
      <dgm:t>
        <a:bodyPr/>
        <a:lstStyle/>
        <a:p>
          <a:endParaRPr lang="es-MX"/>
        </a:p>
      </dgm:t>
    </dgm:pt>
    <dgm:pt modelId="{0BF3F5A2-63DA-40A1-8DBB-027BFACC3056}">
      <dgm:prSet phldrT="[Text]"/>
      <dgm:spPr>
        <a:solidFill>
          <a:srgbClr val="FF0000"/>
        </a:solidFill>
      </dgm:spPr>
      <dgm:t>
        <a:bodyPr/>
        <a:lstStyle/>
        <a:p>
          <a:r>
            <a:rPr lang="es-MX" dirty="0"/>
            <a:t>Pagos provisionales de Impuestos</a:t>
          </a:r>
        </a:p>
      </dgm:t>
    </dgm:pt>
    <dgm:pt modelId="{C30FE128-7BF9-464C-A799-F8C75B469A6B}" type="parTrans" cxnId="{3C5DB421-3E27-4161-9389-64F156A1757D}">
      <dgm:prSet/>
      <dgm:spPr/>
      <dgm:t>
        <a:bodyPr/>
        <a:lstStyle/>
        <a:p>
          <a:endParaRPr lang="es-MX"/>
        </a:p>
      </dgm:t>
    </dgm:pt>
    <dgm:pt modelId="{7EB9D027-252E-4317-BE3C-B198E540E35A}" type="sibTrans" cxnId="{3C5DB421-3E27-4161-9389-64F156A1757D}">
      <dgm:prSet/>
      <dgm:spPr/>
      <dgm:t>
        <a:bodyPr/>
        <a:lstStyle/>
        <a:p>
          <a:endParaRPr lang="es-MX"/>
        </a:p>
      </dgm:t>
    </dgm:pt>
    <dgm:pt modelId="{79B8F13A-89CB-4623-919F-1AFF5ED77E22}">
      <dgm:prSet phldrT="[Text]"/>
      <dgm:spPr>
        <a:solidFill>
          <a:schemeClr val="accent4">
            <a:lumMod val="60000"/>
            <a:lumOff val="40000"/>
          </a:schemeClr>
        </a:solidFill>
      </dgm:spPr>
      <dgm:t>
        <a:bodyPr/>
        <a:lstStyle/>
        <a:p>
          <a:r>
            <a:rPr lang="es-MX">
              <a:solidFill>
                <a:schemeClr val="tx1"/>
              </a:solidFill>
            </a:rPr>
            <a:t>Por Ingresos </a:t>
          </a:r>
          <a:r>
            <a:rPr lang="es-MX" dirty="0">
              <a:solidFill>
                <a:schemeClr val="tx1"/>
              </a:solidFill>
            </a:rPr>
            <a:t>acumulables hasta su percepción</a:t>
          </a:r>
        </a:p>
      </dgm:t>
    </dgm:pt>
    <dgm:pt modelId="{DA5BA7B4-2094-4B3A-9FB0-6F5E668FD3F8}" type="parTrans" cxnId="{5DA6F817-A58E-4C33-AE0A-8A9FC58E9228}">
      <dgm:prSet/>
      <dgm:spPr/>
      <dgm:t>
        <a:bodyPr/>
        <a:lstStyle/>
        <a:p>
          <a:endParaRPr lang="es-MX"/>
        </a:p>
      </dgm:t>
    </dgm:pt>
    <dgm:pt modelId="{01EEEA1B-D76E-4780-B6DB-AE8E54578B59}" type="sibTrans" cxnId="{5DA6F817-A58E-4C33-AE0A-8A9FC58E9228}">
      <dgm:prSet/>
      <dgm:spPr/>
      <dgm:t>
        <a:bodyPr/>
        <a:lstStyle/>
        <a:p>
          <a:endParaRPr lang="es-MX"/>
        </a:p>
      </dgm:t>
    </dgm:pt>
    <dgm:pt modelId="{5FF0D78D-F870-4E3E-BF04-602360935301}">
      <dgm:prSet/>
      <dgm:spPr>
        <a:solidFill>
          <a:srgbClr val="FF0000"/>
        </a:solidFill>
      </dgm:spPr>
      <dgm:t>
        <a:bodyPr/>
        <a:lstStyle/>
        <a:p>
          <a:r>
            <a:rPr lang="es-MX" dirty="0"/>
            <a:t>Acciones</a:t>
          </a:r>
        </a:p>
      </dgm:t>
    </dgm:pt>
    <dgm:pt modelId="{0B1E08D6-70C1-4818-890E-5C90293510B9}" type="parTrans" cxnId="{C29082E0-C409-4E05-BD71-7EE1AAE5A585}">
      <dgm:prSet/>
      <dgm:spPr/>
      <dgm:t>
        <a:bodyPr/>
        <a:lstStyle/>
        <a:p>
          <a:endParaRPr lang="es-MX"/>
        </a:p>
      </dgm:t>
    </dgm:pt>
    <dgm:pt modelId="{76656C80-214F-4176-8D60-5B237ED9B001}" type="sibTrans" cxnId="{C29082E0-C409-4E05-BD71-7EE1AAE5A585}">
      <dgm:prSet/>
      <dgm:spPr/>
      <dgm:t>
        <a:bodyPr/>
        <a:lstStyle/>
        <a:p>
          <a:endParaRPr lang="es-MX"/>
        </a:p>
      </dgm:t>
    </dgm:pt>
    <dgm:pt modelId="{46231794-6384-446C-8B01-AC40E77171BD}">
      <dgm:prSet/>
      <dgm:spPr>
        <a:solidFill>
          <a:srgbClr val="FF0000"/>
        </a:solidFill>
      </dgm:spPr>
      <dgm:t>
        <a:bodyPr/>
        <a:lstStyle/>
        <a:p>
          <a:r>
            <a:rPr lang="es-MX" dirty="0"/>
            <a:t>Títulos cuyo rendimiento no es interés</a:t>
          </a:r>
        </a:p>
      </dgm:t>
    </dgm:pt>
    <dgm:pt modelId="{9F781286-E33D-4F7E-B52D-CF276F84D01B}" type="parTrans" cxnId="{480D7AB3-F4D1-4DFF-AEEA-4EA9F29C20F6}">
      <dgm:prSet/>
      <dgm:spPr/>
      <dgm:t>
        <a:bodyPr/>
        <a:lstStyle/>
        <a:p>
          <a:endParaRPr lang="es-MX"/>
        </a:p>
      </dgm:t>
    </dgm:pt>
    <dgm:pt modelId="{01A6660B-9E72-4C37-9BC8-A18C71A0BDF5}" type="sibTrans" cxnId="{480D7AB3-F4D1-4DFF-AEEA-4EA9F29C20F6}">
      <dgm:prSet/>
      <dgm:spPr/>
      <dgm:t>
        <a:bodyPr/>
        <a:lstStyle/>
        <a:p>
          <a:endParaRPr lang="es-MX"/>
        </a:p>
      </dgm:t>
    </dgm:pt>
    <dgm:pt modelId="{2839755D-40EB-4C99-82A4-562D22CC882B}">
      <dgm:prSet/>
      <dgm:spPr>
        <a:solidFill>
          <a:srgbClr val="FF0000"/>
        </a:solidFill>
      </dgm:spPr>
      <dgm:t>
        <a:bodyPr/>
        <a:lstStyle/>
        <a:p>
          <a:r>
            <a:rPr lang="es-MX" dirty="0"/>
            <a:t>Efectivo en caja</a:t>
          </a:r>
        </a:p>
      </dgm:t>
    </dgm:pt>
    <dgm:pt modelId="{C097F632-B966-4BF2-AF9A-CC01B7A3D6FE}" type="parTrans" cxnId="{01509CB3-50EE-4D8A-8195-8EDCC05B8A2D}">
      <dgm:prSet/>
      <dgm:spPr/>
      <dgm:t>
        <a:bodyPr/>
        <a:lstStyle/>
        <a:p>
          <a:endParaRPr lang="es-MX"/>
        </a:p>
      </dgm:t>
    </dgm:pt>
    <dgm:pt modelId="{5AD0B2FA-EDC4-4960-A265-EE7F142348D0}" type="sibTrans" cxnId="{01509CB3-50EE-4D8A-8195-8EDCC05B8A2D}">
      <dgm:prSet/>
      <dgm:spPr/>
      <dgm:t>
        <a:bodyPr/>
        <a:lstStyle/>
        <a:p>
          <a:endParaRPr lang="es-MX"/>
        </a:p>
      </dgm:t>
    </dgm:pt>
    <dgm:pt modelId="{C86360A0-E412-450A-BAB5-3F8A1552D529}">
      <dgm:prSet/>
      <dgm:spPr>
        <a:solidFill>
          <a:srgbClr val="92D050"/>
        </a:solidFill>
      </dgm:spPr>
      <dgm:t>
        <a:bodyPr/>
        <a:lstStyle/>
        <a:p>
          <a:r>
            <a:rPr lang="es-MX" dirty="0"/>
            <a:t>Arrendamiento Financiero con opción de exigibilidad</a:t>
          </a:r>
        </a:p>
      </dgm:t>
    </dgm:pt>
    <dgm:pt modelId="{CB9837EF-7987-4AF6-B5C8-CE465BE4CF2E}" type="parTrans" cxnId="{9555D656-F479-4146-B3A7-380D693FC2B6}">
      <dgm:prSet/>
      <dgm:spPr/>
      <dgm:t>
        <a:bodyPr/>
        <a:lstStyle/>
        <a:p>
          <a:endParaRPr lang="es-MX"/>
        </a:p>
      </dgm:t>
    </dgm:pt>
    <dgm:pt modelId="{EEA5A26D-F047-48AB-A7F4-B8E3E15B6C38}" type="sibTrans" cxnId="{9555D656-F479-4146-B3A7-380D693FC2B6}">
      <dgm:prSet/>
      <dgm:spPr/>
      <dgm:t>
        <a:bodyPr/>
        <a:lstStyle/>
        <a:p>
          <a:endParaRPr lang="es-MX"/>
        </a:p>
      </dgm:t>
    </dgm:pt>
    <dgm:pt modelId="{8FCE635D-5A7B-4134-8A02-4456BA3EB8E1}">
      <dgm:prSet/>
      <dgm:spPr>
        <a:solidFill>
          <a:srgbClr val="FF0000"/>
        </a:solidFill>
      </dgm:spPr>
      <dgm:t>
        <a:bodyPr/>
        <a:lstStyle/>
        <a:p>
          <a:r>
            <a:rPr lang="es-MX" dirty="0"/>
            <a:t>Otros</a:t>
          </a:r>
        </a:p>
      </dgm:t>
    </dgm:pt>
    <dgm:pt modelId="{01840592-E118-482C-B793-DF9B287D39E6}" type="parTrans" cxnId="{F25080BB-9490-4C59-8D29-BD4A3A378395}">
      <dgm:prSet/>
      <dgm:spPr/>
      <dgm:t>
        <a:bodyPr/>
        <a:lstStyle/>
        <a:p>
          <a:endParaRPr lang="es-MX"/>
        </a:p>
      </dgm:t>
    </dgm:pt>
    <dgm:pt modelId="{589F7807-84E7-4AD2-8399-E5069D75BE4D}" type="sibTrans" cxnId="{F25080BB-9490-4C59-8D29-BD4A3A378395}">
      <dgm:prSet/>
      <dgm:spPr/>
      <dgm:t>
        <a:bodyPr/>
        <a:lstStyle/>
        <a:p>
          <a:endParaRPr lang="es-MX"/>
        </a:p>
      </dgm:t>
    </dgm:pt>
    <dgm:pt modelId="{F5D9D664-027D-44EB-B25C-8853C543B226}" type="pres">
      <dgm:prSet presAssocID="{62018CCE-FA1F-456D-862A-22D8ABF8F61B}" presName="Name0" presStyleCnt="0">
        <dgm:presLayoutVars>
          <dgm:chPref val="1"/>
          <dgm:dir/>
          <dgm:animOne val="branch"/>
          <dgm:animLvl val="lvl"/>
          <dgm:resizeHandles val="exact"/>
        </dgm:presLayoutVars>
      </dgm:prSet>
      <dgm:spPr/>
    </dgm:pt>
    <dgm:pt modelId="{62F6C0D4-F7C7-4DBC-9E73-3F8E245F12E2}" type="pres">
      <dgm:prSet presAssocID="{0CCEF488-1699-45DF-88C0-D7121ED61861}" presName="root1" presStyleCnt="0"/>
      <dgm:spPr/>
    </dgm:pt>
    <dgm:pt modelId="{4DF2A062-A829-434A-9C36-BCC54D8AF2BE}" type="pres">
      <dgm:prSet presAssocID="{0CCEF488-1699-45DF-88C0-D7121ED61861}" presName="LevelOneTextNode" presStyleLbl="node0" presStyleIdx="0" presStyleCnt="1">
        <dgm:presLayoutVars>
          <dgm:chPref val="3"/>
        </dgm:presLayoutVars>
      </dgm:prSet>
      <dgm:spPr/>
    </dgm:pt>
    <dgm:pt modelId="{6599CBA2-F662-4134-9873-D23AA3ADBA76}" type="pres">
      <dgm:prSet presAssocID="{0CCEF488-1699-45DF-88C0-D7121ED61861}" presName="level2hierChild" presStyleCnt="0"/>
      <dgm:spPr/>
    </dgm:pt>
    <dgm:pt modelId="{01CF72F3-F6F7-470A-8EB7-236C1A14A5AB}" type="pres">
      <dgm:prSet presAssocID="{75B42CE6-754C-40E3-A4CE-0EBA5AC64AD1}" presName="conn2-1" presStyleLbl="parChTrans1D2" presStyleIdx="0" presStyleCnt="6"/>
      <dgm:spPr/>
    </dgm:pt>
    <dgm:pt modelId="{DE09DEC8-7F11-4E7B-BCDE-34F8FFEA9FB6}" type="pres">
      <dgm:prSet presAssocID="{75B42CE6-754C-40E3-A4CE-0EBA5AC64AD1}" presName="connTx" presStyleLbl="parChTrans1D2" presStyleIdx="0" presStyleCnt="6"/>
      <dgm:spPr/>
    </dgm:pt>
    <dgm:pt modelId="{A4358A6C-1216-4FA4-8CB1-BEAC5FD7D922}" type="pres">
      <dgm:prSet presAssocID="{5D19691C-2736-433F-932A-C0DE5549C1F8}" presName="root2" presStyleCnt="0"/>
      <dgm:spPr/>
    </dgm:pt>
    <dgm:pt modelId="{9CFFA236-C3B0-4097-892A-E6BC0602043C}" type="pres">
      <dgm:prSet presAssocID="{5D19691C-2736-433F-932A-C0DE5549C1F8}" presName="LevelTwoTextNode" presStyleLbl="node2" presStyleIdx="0" presStyleCnt="6">
        <dgm:presLayoutVars>
          <dgm:chPref val="3"/>
        </dgm:presLayoutVars>
      </dgm:prSet>
      <dgm:spPr/>
    </dgm:pt>
    <dgm:pt modelId="{344E09FD-1E63-4CA9-ADB3-FFB50AA1C268}" type="pres">
      <dgm:prSet presAssocID="{5D19691C-2736-433F-932A-C0DE5549C1F8}" presName="level3hierChild" presStyleCnt="0"/>
      <dgm:spPr/>
    </dgm:pt>
    <dgm:pt modelId="{F309A1F3-93CA-451E-9F89-070FFAD32A08}" type="pres">
      <dgm:prSet presAssocID="{C30FE128-7BF9-464C-A799-F8C75B469A6B}" presName="conn2-1" presStyleLbl="parChTrans1D2" presStyleIdx="1" presStyleCnt="6"/>
      <dgm:spPr/>
    </dgm:pt>
    <dgm:pt modelId="{98034751-D158-434D-86A6-D0B3D472E8E0}" type="pres">
      <dgm:prSet presAssocID="{C30FE128-7BF9-464C-A799-F8C75B469A6B}" presName="connTx" presStyleLbl="parChTrans1D2" presStyleIdx="1" presStyleCnt="6"/>
      <dgm:spPr/>
    </dgm:pt>
    <dgm:pt modelId="{9BD583BF-8F2B-46FF-BCEE-19F669713141}" type="pres">
      <dgm:prSet presAssocID="{0BF3F5A2-63DA-40A1-8DBB-027BFACC3056}" presName="root2" presStyleCnt="0"/>
      <dgm:spPr/>
    </dgm:pt>
    <dgm:pt modelId="{D1D9BE58-FC02-475F-AC52-D0162E1BFCD7}" type="pres">
      <dgm:prSet presAssocID="{0BF3F5A2-63DA-40A1-8DBB-027BFACC3056}" presName="LevelTwoTextNode" presStyleLbl="node2" presStyleIdx="1" presStyleCnt="6">
        <dgm:presLayoutVars>
          <dgm:chPref val="3"/>
        </dgm:presLayoutVars>
      </dgm:prSet>
      <dgm:spPr/>
    </dgm:pt>
    <dgm:pt modelId="{9D1A9A15-4EC1-4A5B-864A-C81EEFCC1205}" type="pres">
      <dgm:prSet presAssocID="{0BF3F5A2-63DA-40A1-8DBB-027BFACC3056}" presName="level3hierChild" presStyleCnt="0"/>
      <dgm:spPr/>
    </dgm:pt>
    <dgm:pt modelId="{C29EF6C3-D589-459D-82C9-8E2D9B29B2A8}" type="pres">
      <dgm:prSet presAssocID="{DA5BA7B4-2094-4B3A-9FB0-6F5E668FD3F8}" presName="conn2-1" presStyleLbl="parChTrans1D2" presStyleIdx="2" presStyleCnt="6"/>
      <dgm:spPr/>
    </dgm:pt>
    <dgm:pt modelId="{FF1A0A69-AAF6-48EA-B4F5-83E8DEC0E8B1}" type="pres">
      <dgm:prSet presAssocID="{DA5BA7B4-2094-4B3A-9FB0-6F5E668FD3F8}" presName="connTx" presStyleLbl="parChTrans1D2" presStyleIdx="2" presStyleCnt="6"/>
      <dgm:spPr/>
    </dgm:pt>
    <dgm:pt modelId="{0649C004-E95E-43CC-9BB4-EA580ADE04D3}" type="pres">
      <dgm:prSet presAssocID="{79B8F13A-89CB-4623-919F-1AFF5ED77E22}" presName="root2" presStyleCnt="0"/>
      <dgm:spPr/>
    </dgm:pt>
    <dgm:pt modelId="{E1A35611-BED1-40DE-B41E-01111542A4EB}" type="pres">
      <dgm:prSet presAssocID="{79B8F13A-89CB-4623-919F-1AFF5ED77E22}" presName="LevelTwoTextNode" presStyleLbl="node2" presStyleIdx="2" presStyleCnt="6">
        <dgm:presLayoutVars>
          <dgm:chPref val="3"/>
        </dgm:presLayoutVars>
      </dgm:prSet>
      <dgm:spPr/>
    </dgm:pt>
    <dgm:pt modelId="{B0265837-C581-40B7-9E60-71748B059744}" type="pres">
      <dgm:prSet presAssocID="{79B8F13A-89CB-4623-919F-1AFF5ED77E22}" presName="level3hierChild" presStyleCnt="0"/>
      <dgm:spPr/>
    </dgm:pt>
    <dgm:pt modelId="{2DA5BE70-CF90-4697-8484-DCA60772388A}" type="pres">
      <dgm:prSet presAssocID="{CB9837EF-7987-4AF6-B5C8-CE465BE4CF2E}" presName="conn2-1" presStyleLbl="parChTrans1D3" presStyleIdx="0" presStyleCnt="2"/>
      <dgm:spPr/>
    </dgm:pt>
    <dgm:pt modelId="{59E4B28C-6C1C-437A-AEE5-915E65AE8B48}" type="pres">
      <dgm:prSet presAssocID="{CB9837EF-7987-4AF6-B5C8-CE465BE4CF2E}" presName="connTx" presStyleLbl="parChTrans1D3" presStyleIdx="0" presStyleCnt="2"/>
      <dgm:spPr/>
    </dgm:pt>
    <dgm:pt modelId="{19E8E220-50D4-41BE-A7A2-9BB4F6643938}" type="pres">
      <dgm:prSet presAssocID="{C86360A0-E412-450A-BAB5-3F8A1552D529}" presName="root2" presStyleCnt="0"/>
      <dgm:spPr/>
    </dgm:pt>
    <dgm:pt modelId="{A9CB66CF-E1B1-441B-B83C-690C7A8DAB58}" type="pres">
      <dgm:prSet presAssocID="{C86360A0-E412-450A-BAB5-3F8A1552D529}" presName="LevelTwoTextNode" presStyleLbl="node3" presStyleIdx="0" presStyleCnt="2">
        <dgm:presLayoutVars>
          <dgm:chPref val="3"/>
        </dgm:presLayoutVars>
      </dgm:prSet>
      <dgm:spPr/>
    </dgm:pt>
    <dgm:pt modelId="{312580D1-FDEB-4D6A-87F8-2A7FF2068101}" type="pres">
      <dgm:prSet presAssocID="{C86360A0-E412-450A-BAB5-3F8A1552D529}" presName="level3hierChild" presStyleCnt="0"/>
      <dgm:spPr/>
    </dgm:pt>
    <dgm:pt modelId="{8730AE63-3D7C-438F-879C-3E0A6E5FDCF5}" type="pres">
      <dgm:prSet presAssocID="{01840592-E118-482C-B793-DF9B287D39E6}" presName="conn2-1" presStyleLbl="parChTrans1D3" presStyleIdx="1" presStyleCnt="2"/>
      <dgm:spPr/>
    </dgm:pt>
    <dgm:pt modelId="{78AF07D5-2985-4073-AC44-90C5A147C827}" type="pres">
      <dgm:prSet presAssocID="{01840592-E118-482C-B793-DF9B287D39E6}" presName="connTx" presStyleLbl="parChTrans1D3" presStyleIdx="1" presStyleCnt="2"/>
      <dgm:spPr/>
    </dgm:pt>
    <dgm:pt modelId="{66CA45DF-8B9D-4C3A-87DC-96C96A70AE70}" type="pres">
      <dgm:prSet presAssocID="{8FCE635D-5A7B-4134-8A02-4456BA3EB8E1}" presName="root2" presStyleCnt="0"/>
      <dgm:spPr/>
    </dgm:pt>
    <dgm:pt modelId="{894D4878-7631-42E6-8F22-CA9C01C3684D}" type="pres">
      <dgm:prSet presAssocID="{8FCE635D-5A7B-4134-8A02-4456BA3EB8E1}" presName="LevelTwoTextNode" presStyleLbl="node3" presStyleIdx="1" presStyleCnt="2">
        <dgm:presLayoutVars>
          <dgm:chPref val="3"/>
        </dgm:presLayoutVars>
      </dgm:prSet>
      <dgm:spPr/>
    </dgm:pt>
    <dgm:pt modelId="{C5BCC540-CE61-4C37-A8D7-24C88A8C314B}" type="pres">
      <dgm:prSet presAssocID="{8FCE635D-5A7B-4134-8A02-4456BA3EB8E1}" presName="level3hierChild" presStyleCnt="0"/>
      <dgm:spPr/>
    </dgm:pt>
    <dgm:pt modelId="{B5DB9254-DDBF-4FE2-B0E7-9743C4369844}" type="pres">
      <dgm:prSet presAssocID="{0B1E08D6-70C1-4818-890E-5C90293510B9}" presName="conn2-1" presStyleLbl="parChTrans1D2" presStyleIdx="3" presStyleCnt="6"/>
      <dgm:spPr/>
    </dgm:pt>
    <dgm:pt modelId="{E7FBCCC4-7D5C-4A16-B783-3336766175FF}" type="pres">
      <dgm:prSet presAssocID="{0B1E08D6-70C1-4818-890E-5C90293510B9}" presName="connTx" presStyleLbl="parChTrans1D2" presStyleIdx="3" presStyleCnt="6"/>
      <dgm:spPr/>
    </dgm:pt>
    <dgm:pt modelId="{6FE36632-BF60-4C8C-94FE-6C68C3D6AF64}" type="pres">
      <dgm:prSet presAssocID="{5FF0D78D-F870-4E3E-BF04-602360935301}" presName="root2" presStyleCnt="0"/>
      <dgm:spPr/>
    </dgm:pt>
    <dgm:pt modelId="{6E6BCBEA-31B7-49A5-975B-980863A98EC9}" type="pres">
      <dgm:prSet presAssocID="{5FF0D78D-F870-4E3E-BF04-602360935301}" presName="LevelTwoTextNode" presStyleLbl="node2" presStyleIdx="3" presStyleCnt="6">
        <dgm:presLayoutVars>
          <dgm:chPref val="3"/>
        </dgm:presLayoutVars>
      </dgm:prSet>
      <dgm:spPr/>
    </dgm:pt>
    <dgm:pt modelId="{59D474B1-C79E-4A41-98E0-625BA7EF56DE}" type="pres">
      <dgm:prSet presAssocID="{5FF0D78D-F870-4E3E-BF04-602360935301}" presName="level3hierChild" presStyleCnt="0"/>
      <dgm:spPr/>
    </dgm:pt>
    <dgm:pt modelId="{C96D146F-E6DE-43E4-B8F8-C00104F82F97}" type="pres">
      <dgm:prSet presAssocID="{9F781286-E33D-4F7E-B52D-CF276F84D01B}" presName="conn2-1" presStyleLbl="parChTrans1D2" presStyleIdx="4" presStyleCnt="6"/>
      <dgm:spPr/>
    </dgm:pt>
    <dgm:pt modelId="{D29AD181-2877-4843-B348-DA3C4341C9FF}" type="pres">
      <dgm:prSet presAssocID="{9F781286-E33D-4F7E-B52D-CF276F84D01B}" presName="connTx" presStyleLbl="parChTrans1D2" presStyleIdx="4" presStyleCnt="6"/>
      <dgm:spPr/>
    </dgm:pt>
    <dgm:pt modelId="{9A7DA367-F143-4F9C-B1BF-6038886A3DC8}" type="pres">
      <dgm:prSet presAssocID="{46231794-6384-446C-8B01-AC40E77171BD}" presName="root2" presStyleCnt="0"/>
      <dgm:spPr/>
    </dgm:pt>
    <dgm:pt modelId="{F6455AB6-F39C-4F54-BCDE-3EFAD639B1E3}" type="pres">
      <dgm:prSet presAssocID="{46231794-6384-446C-8B01-AC40E77171BD}" presName="LevelTwoTextNode" presStyleLbl="node2" presStyleIdx="4" presStyleCnt="6">
        <dgm:presLayoutVars>
          <dgm:chPref val="3"/>
        </dgm:presLayoutVars>
      </dgm:prSet>
      <dgm:spPr/>
    </dgm:pt>
    <dgm:pt modelId="{B1CC14C1-A99D-4CA1-AC87-8076C5A5CA6A}" type="pres">
      <dgm:prSet presAssocID="{46231794-6384-446C-8B01-AC40E77171BD}" presName="level3hierChild" presStyleCnt="0"/>
      <dgm:spPr/>
    </dgm:pt>
    <dgm:pt modelId="{07E6A369-5640-46D3-A677-BE1D8DBE0E5E}" type="pres">
      <dgm:prSet presAssocID="{C097F632-B966-4BF2-AF9A-CC01B7A3D6FE}" presName="conn2-1" presStyleLbl="parChTrans1D2" presStyleIdx="5" presStyleCnt="6"/>
      <dgm:spPr/>
    </dgm:pt>
    <dgm:pt modelId="{E7920447-D7CA-4F82-93AA-8E809919171E}" type="pres">
      <dgm:prSet presAssocID="{C097F632-B966-4BF2-AF9A-CC01B7A3D6FE}" presName="connTx" presStyleLbl="parChTrans1D2" presStyleIdx="5" presStyleCnt="6"/>
      <dgm:spPr/>
    </dgm:pt>
    <dgm:pt modelId="{826FFAB8-5360-48EB-B863-C8F72E602BAC}" type="pres">
      <dgm:prSet presAssocID="{2839755D-40EB-4C99-82A4-562D22CC882B}" presName="root2" presStyleCnt="0"/>
      <dgm:spPr/>
    </dgm:pt>
    <dgm:pt modelId="{904AA8F4-D42E-481B-9E11-BF7C3E6B2425}" type="pres">
      <dgm:prSet presAssocID="{2839755D-40EB-4C99-82A4-562D22CC882B}" presName="LevelTwoTextNode" presStyleLbl="node2" presStyleIdx="5" presStyleCnt="6">
        <dgm:presLayoutVars>
          <dgm:chPref val="3"/>
        </dgm:presLayoutVars>
      </dgm:prSet>
      <dgm:spPr/>
    </dgm:pt>
    <dgm:pt modelId="{84BA00B9-AB83-4D7E-B7C8-539F6F6E9C56}" type="pres">
      <dgm:prSet presAssocID="{2839755D-40EB-4C99-82A4-562D22CC882B}" presName="level3hierChild" presStyleCnt="0"/>
      <dgm:spPr/>
    </dgm:pt>
  </dgm:ptLst>
  <dgm:cxnLst>
    <dgm:cxn modelId="{E8ADF315-1BFC-8740-9716-52CE0F7D8099}" type="presOf" srcId="{01840592-E118-482C-B793-DF9B287D39E6}" destId="{78AF07D5-2985-4073-AC44-90C5A147C827}" srcOrd="1" destOrd="0" presId="urn:microsoft.com/office/officeart/2008/layout/HorizontalMultiLevelHierarchy"/>
    <dgm:cxn modelId="{5DA6F817-A58E-4C33-AE0A-8A9FC58E9228}" srcId="{0CCEF488-1699-45DF-88C0-D7121ED61861}" destId="{79B8F13A-89CB-4623-919F-1AFF5ED77E22}" srcOrd="2" destOrd="0" parTransId="{DA5BA7B4-2094-4B3A-9FB0-6F5E668FD3F8}" sibTransId="{01EEEA1B-D76E-4780-B6DB-AE8E54578B59}"/>
    <dgm:cxn modelId="{27BBAC1D-9A7B-DE48-AABE-CB35B3C3CE98}" type="presOf" srcId="{5FF0D78D-F870-4E3E-BF04-602360935301}" destId="{6E6BCBEA-31B7-49A5-975B-980863A98EC9}" srcOrd="0" destOrd="0" presId="urn:microsoft.com/office/officeart/2008/layout/HorizontalMultiLevelHierarchy"/>
    <dgm:cxn modelId="{3C5DB421-3E27-4161-9389-64F156A1757D}" srcId="{0CCEF488-1699-45DF-88C0-D7121ED61861}" destId="{0BF3F5A2-63DA-40A1-8DBB-027BFACC3056}" srcOrd="1" destOrd="0" parTransId="{C30FE128-7BF9-464C-A799-F8C75B469A6B}" sibTransId="{7EB9D027-252E-4317-BE3C-B198E540E35A}"/>
    <dgm:cxn modelId="{1341DA26-CDF8-6743-AE1C-F3A22BAC37C6}" type="presOf" srcId="{5D19691C-2736-433F-932A-C0DE5549C1F8}" destId="{9CFFA236-C3B0-4097-892A-E6BC0602043C}" srcOrd="0" destOrd="0" presId="urn:microsoft.com/office/officeart/2008/layout/HorizontalMultiLevelHierarchy"/>
    <dgm:cxn modelId="{EF9C5528-1183-EE46-A25D-C38F45EA6A18}" type="presOf" srcId="{75B42CE6-754C-40E3-A4CE-0EBA5AC64AD1}" destId="{01CF72F3-F6F7-470A-8EB7-236C1A14A5AB}" srcOrd="0" destOrd="0" presId="urn:microsoft.com/office/officeart/2008/layout/HorizontalMultiLevelHierarchy"/>
    <dgm:cxn modelId="{ADD4082A-05CC-414D-B36C-84618E82DB77}" type="presOf" srcId="{8FCE635D-5A7B-4134-8A02-4456BA3EB8E1}" destId="{894D4878-7631-42E6-8F22-CA9C01C3684D}" srcOrd="0" destOrd="0" presId="urn:microsoft.com/office/officeart/2008/layout/HorizontalMultiLevelHierarchy"/>
    <dgm:cxn modelId="{30AA5C2D-A1EB-514B-AEC9-EF1209E8A94F}" type="presOf" srcId="{C097F632-B966-4BF2-AF9A-CC01B7A3D6FE}" destId="{07E6A369-5640-46D3-A677-BE1D8DBE0E5E}" srcOrd="0" destOrd="0" presId="urn:microsoft.com/office/officeart/2008/layout/HorizontalMultiLevelHierarchy"/>
    <dgm:cxn modelId="{937DAF36-534D-452A-8C92-0A57894F734E}" srcId="{0CCEF488-1699-45DF-88C0-D7121ED61861}" destId="{5D19691C-2736-433F-932A-C0DE5549C1F8}" srcOrd="0" destOrd="0" parTransId="{75B42CE6-754C-40E3-A4CE-0EBA5AC64AD1}" sibTransId="{7486EF68-794A-4AD0-BDCD-C717427331DB}"/>
    <dgm:cxn modelId="{E93DAC5B-6F7E-BB47-9662-ABCAD9D35327}" type="presOf" srcId="{9F781286-E33D-4F7E-B52D-CF276F84D01B}" destId="{D29AD181-2877-4843-B348-DA3C4341C9FF}" srcOrd="1" destOrd="0" presId="urn:microsoft.com/office/officeart/2008/layout/HorizontalMultiLevelHierarchy"/>
    <dgm:cxn modelId="{90C7F063-5BDF-D64A-8060-1DC73AE3E0C8}" type="presOf" srcId="{DA5BA7B4-2094-4B3A-9FB0-6F5E668FD3F8}" destId="{FF1A0A69-AAF6-48EA-B4F5-83E8DEC0E8B1}" srcOrd="1" destOrd="0" presId="urn:microsoft.com/office/officeart/2008/layout/HorizontalMultiLevelHierarchy"/>
    <dgm:cxn modelId="{703B9445-A49D-415E-A636-A705A29EC8C0}" srcId="{62018CCE-FA1F-456D-862A-22D8ABF8F61B}" destId="{0CCEF488-1699-45DF-88C0-D7121ED61861}" srcOrd="0" destOrd="0" parTransId="{AB2FCDC3-863E-4031-9736-B6E6F2E86658}" sibTransId="{F8C687AA-1D88-4F8E-9915-6BD59E762C62}"/>
    <dgm:cxn modelId="{B00F0146-8FE4-774C-9E6F-4E269653A278}" type="presOf" srcId="{DA5BA7B4-2094-4B3A-9FB0-6F5E668FD3F8}" destId="{C29EF6C3-D589-459D-82C9-8E2D9B29B2A8}" srcOrd="0" destOrd="0" presId="urn:microsoft.com/office/officeart/2008/layout/HorizontalMultiLevelHierarchy"/>
    <dgm:cxn modelId="{5DBB3E69-2D41-CF49-9093-7A42538B77CF}" type="presOf" srcId="{CB9837EF-7987-4AF6-B5C8-CE465BE4CF2E}" destId="{2DA5BE70-CF90-4697-8484-DCA60772388A}" srcOrd="0" destOrd="0" presId="urn:microsoft.com/office/officeart/2008/layout/HorizontalMultiLevelHierarchy"/>
    <dgm:cxn modelId="{BB65A054-B662-CA4B-9674-9469521E4E32}" type="presOf" srcId="{62018CCE-FA1F-456D-862A-22D8ABF8F61B}" destId="{F5D9D664-027D-44EB-B25C-8853C543B226}" srcOrd="0" destOrd="0" presId="urn:microsoft.com/office/officeart/2008/layout/HorizontalMultiLevelHierarchy"/>
    <dgm:cxn modelId="{B0198155-AC6A-774A-A6C0-718C13DDE8C1}" type="presOf" srcId="{C86360A0-E412-450A-BAB5-3F8A1552D529}" destId="{A9CB66CF-E1B1-441B-B83C-690C7A8DAB58}" srcOrd="0" destOrd="0" presId="urn:microsoft.com/office/officeart/2008/layout/HorizontalMultiLevelHierarchy"/>
    <dgm:cxn modelId="{9555D656-F479-4146-B3A7-380D693FC2B6}" srcId="{79B8F13A-89CB-4623-919F-1AFF5ED77E22}" destId="{C86360A0-E412-450A-BAB5-3F8A1552D529}" srcOrd="0" destOrd="0" parTransId="{CB9837EF-7987-4AF6-B5C8-CE465BE4CF2E}" sibTransId="{EEA5A26D-F047-48AB-A7F4-B8E3E15B6C38}"/>
    <dgm:cxn modelId="{8959CD83-327A-3F44-A7DA-6A13FBFCB0C0}" type="presOf" srcId="{0CCEF488-1699-45DF-88C0-D7121ED61861}" destId="{4DF2A062-A829-434A-9C36-BCC54D8AF2BE}" srcOrd="0" destOrd="0" presId="urn:microsoft.com/office/officeart/2008/layout/HorizontalMultiLevelHierarchy"/>
    <dgm:cxn modelId="{C903AC89-F8DF-374B-8CC0-B378A909E845}" type="presOf" srcId="{0B1E08D6-70C1-4818-890E-5C90293510B9}" destId="{B5DB9254-DDBF-4FE2-B0E7-9743C4369844}" srcOrd="0" destOrd="0" presId="urn:microsoft.com/office/officeart/2008/layout/HorizontalMultiLevelHierarchy"/>
    <dgm:cxn modelId="{6719268F-96F7-B54E-B646-FAA893180EFC}" type="presOf" srcId="{C30FE128-7BF9-464C-A799-F8C75B469A6B}" destId="{98034751-D158-434D-86A6-D0B3D472E8E0}" srcOrd="1" destOrd="0" presId="urn:microsoft.com/office/officeart/2008/layout/HorizontalMultiLevelHierarchy"/>
    <dgm:cxn modelId="{446C81A4-A3AF-F444-83DB-473B5CDF779F}" type="presOf" srcId="{0BF3F5A2-63DA-40A1-8DBB-027BFACC3056}" destId="{D1D9BE58-FC02-475F-AC52-D0162E1BFCD7}" srcOrd="0" destOrd="0" presId="urn:microsoft.com/office/officeart/2008/layout/HorizontalMultiLevelHierarchy"/>
    <dgm:cxn modelId="{51D531AE-5A0A-804C-A466-7FBDCC8B1683}" type="presOf" srcId="{46231794-6384-446C-8B01-AC40E77171BD}" destId="{F6455AB6-F39C-4F54-BCDE-3EFAD639B1E3}" srcOrd="0" destOrd="0" presId="urn:microsoft.com/office/officeart/2008/layout/HorizontalMultiLevelHierarchy"/>
    <dgm:cxn modelId="{480D7AB3-F4D1-4DFF-AEEA-4EA9F29C20F6}" srcId="{0CCEF488-1699-45DF-88C0-D7121ED61861}" destId="{46231794-6384-446C-8B01-AC40E77171BD}" srcOrd="4" destOrd="0" parTransId="{9F781286-E33D-4F7E-B52D-CF276F84D01B}" sibTransId="{01A6660B-9E72-4C37-9BC8-A18C71A0BDF5}"/>
    <dgm:cxn modelId="{01509CB3-50EE-4D8A-8195-8EDCC05B8A2D}" srcId="{0CCEF488-1699-45DF-88C0-D7121ED61861}" destId="{2839755D-40EB-4C99-82A4-562D22CC882B}" srcOrd="5" destOrd="0" parTransId="{C097F632-B966-4BF2-AF9A-CC01B7A3D6FE}" sibTransId="{5AD0B2FA-EDC4-4960-A265-EE7F142348D0}"/>
    <dgm:cxn modelId="{F25080BB-9490-4C59-8D29-BD4A3A378395}" srcId="{79B8F13A-89CB-4623-919F-1AFF5ED77E22}" destId="{8FCE635D-5A7B-4134-8A02-4456BA3EB8E1}" srcOrd="1" destOrd="0" parTransId="{01840592-E118-482C-B793-DF9B287D39E6}" sibTransId="{589F7807-84E7-4AD2-8399-E5069D75BE4D}"/>
    <dgm:cxn modelId="{27EFF4C7-36D7-044D-9023-1FC348DD4E32}" type="presOf" srcId="{01840592-E118-482C-B793-DF9B287D39E6}" destId="{8730AE63-3D7C-438F-879C-3E0A6E5FDCF5}" srcOrd="0" destOrd="0" presId="urn:microsoft.com/office/officeart/2008/layout/HorizontalMultiLevelHierarchy"/>
    <dgm:cxn modelId="{A28183D8-C609-694A-A6EF-B1BB50A74786}" type="presOf" srcId="{0B1E08D6-70C1-4818-890E-5C90293510B9}" destId="{E7FBCCC4-7D5C-4A16-B783-3336766175FF}" srcOrd="1" destOrd="0" presId="urn:microsoft.com/office/officeart/2008/layout/HorizontalMultiLevelHierarchy"/>
    <dgm:cxn modelId="{2AA14FDD-B0DE-1841-BCB6-FDF003C52E02}" type="presOf" srcId="{75B42CE6-754C-40E3-A4CE-0EBA5AC64AD1}" destId="{DE09DEC8-7F11-4E7B-BCDE-34F8FFEA9FB6}" srcOrd="1" destOrd="0" presId="urn:microsoft.com/office/officeart/2008/layout/HorizontalMultiLevelHierarchy"/>
    <dgm:cxn modelId="{C29082E0-C409-4E05-BD71-7EE1AAE5A585}" srcId="{0CCEF488-1699-45DF-88C0-D7121ED61861}" destId="{5FF0D78D-F870-4E3E-BF04-602360935301}" srcOrd="3" destOrd="0" parTransId="{0B1E08D6-70C1-4818-890E-5C90293510B9}" sibTransId="{76656C80-214F-4176-8D60-5B237ED9B001}"/>
    <dgm:cxn modelId="{2A4FB6E1-D1A7-7447-B982-95FE9ECE0C3C}" type="presOf" srcId="{C30FE128-7BF9-464C-A799-F8C75B469A6B}" destId="{F309A1F3-93CA-451E-9F89-070FFAD32A08}" srcOrd="0" destOrd="0" presId="urn:microsoft.com/office/officeart/2008/layout/HorizontalMultiLevelHierarchy"/>
    <dgm:cxn modelId="{E504E5E1-FD18-7249-A691-184B0694757C}" type="presOf" srcId="{2839755D-40EB-4C99-82A4-562D22CC882B}" destId="{904AA8F4-D42E-481B-9E11-BF7C3E6B2425}" srcOrd="0" destOrd="0" presId="urn:microsoft.com/office/officeart/2008/layout/HorizontalMultiLevelHierarchy"/>
    <dgm:cxn modelId="{E46974E8-1B22-584F-9108-8C14949CBAF1}" type="presOf" srcId="{CB9837EF-7987-4AF6-B5C8-CE465BE4CF2E}" destId="{59E4B28C-6C1C-437A-AEE5-915E65AE8B48}" srcOrd="1" destOrd="0" presId="urn:microsoft.com/office/officeart/2008/layout/HorizontalMultiLevelHierarchy"/>
    <dgm:cxn modelId="{CC4ADFEA-B64A-6843-8A7D-4B3874A6BFA6}" type="presOf" srcId="{79B8F13A-89CB-4623-919F-1AFF5ED77E22}" destId="{E1A35611-BED1-40DE-B41E-01111542A4EB}" srcOrd="0" destOrd="0" presId="urn:microsoft.com/office/officeart/2008/layout/HorizontalMultiLevelHierarchy"/>
    <dgm:cxn modelId="{D570F1F1-EA3F-DF40-B5A6-2372E8AEB6CB}" type="presOf" srcId="{C097F632-B966-4BF2-AF9A-CC01B7A3D6FE}" destId="{E7920447-D7CA-4F82-93AA-8E809919171E}" srcOrd="1" destOrd="0" presId="urn:microsoft.com/office/officeart/2008/layout/HorizontalMultiLevelHierarchy"/>
    <dgm:cxn modelId="{6751FDFF-F5E5-B24C-A5DF-20D88111540A}" type="presOf" srcId="{9F781286-E33D-4F7E-B52D-CF276F84D01B}" destId="{C96D146F-E6DE-43E4-B8F8-C00104F82F97}" srcOrd="0" destOrd="0" presId="urn:microsoft.com/office/officeart/2008/layout/HorizontalMultiLevelHierarchy"/>
    <dgm:cxn modelId="{4CCBD620-0CAC-614E-A814-61CEB6E7E7D4}" type="presParOf" srcId="{F5D9D664-027D-44EB-B25C-8853C543B226}" destId="{62F6C0D4-F7C7-4DBC-9E73-3F8E245F12E2}" srcOrd="0" destOrd="0" presId="urn:microsoft.com/office/officeart/2008/layout/HorizontalMultiLevelHierarchy"/>
    <dgm:cxn modelId="{5FB9895A-9B2A-3E42-BDB4-5D99622721CB}" type="presParOf" srcId="{62F6C0D4-F7C7-4DBC-9E73-3F8E245F12E2}" destId="{4DF2A062-A829-434A-9C36-BCC54D8AF2BE}" srcOrd="0" destOrd="0" presId="urn:microsoft.com/office/officeart/2008/layout/HorizontalMultiLevelHierarchy"/>
    <dgm:cxn modelId="{852E0404-B72C-3B4D-A1E1-2B9FFC920339}" type="presParOf" srcId="{62F6C0D4-F7C7-4DBC-9E73-3F8E245F12E2}" destId="{6599CBA2-F662-4134-9873-D23AA3ADBA76}" srcOrd="1" destOrd="0" presId="urn:microsoft.com/office/officeart/2008/layout/HorizontalMultiLevelHierarchy"/>
    <dgm:cxn modelId="{EFC2B66F-8576-2B43-8F4C-6D1CAEEF2A68}" type="presParOf" srcId="{6599CBA2-F662-4134-9873-D23AA3ADBA76}" destId="{01CF72F3-F6F7-470A-8EB7-236C1A14A5AB}" srcOrd="0" destOrd="0" presId="urn:microsoft.com/office/officeart/2008/layout/HorizontalMultiLevelHierarchy"/>
    <dgm:cxn modelId="{D7A68E51-9507-8B49-BB56-DEA157331B29}" type="presParOf" srcId="{01CF72F3-F6F7-470A-8EB7-236C1A14A5AB}" destId="{DE09DEC8-7F11-4E7B-BCDE-34F8FFEA9FB6}" srcOrd="0" destOrd="0" presId="urn:microsoft.com/office/officeart/2008/layout/HorizontalMultiLevelHierarchy"/>
    <dgm:cxn modelId="{A8607B1D-3651-E948-9194-306CCED8ED75}" type="presParOf" srcId="{6599CBA2-F662-4134-9873-D23AA3ADBA76}" destId="{A4358A6C-1216-4FA4-8CB1-BEAC5FD7D922}" srcOrd="1" destOrd="0" presId="urn:microsoft.com/office/officeart/2008/layout/HorizontalMultiLevelHierarchy"/>
    <dgm:cxn modelId="{1895D2F7-46CD-934C-86CC-C43627DBEB90}" type="presParOf" srcId="{A4358A6C-1216-4FA4-8CB1-BEAC5FD7D922}" destId="{9CFFA236-C3B0-4097-892A-E6BC0602043C}" srcOrd="0" destOrd="0" presId="urn:microsoft.com/office/officeart/2008/layout/HorizontalMultiLevelHierarchy"/>
    <dgm:cxn modelId="{A809D6FD-F054-7C42-B1BF-42A4FAD0463F}" type="presParOf" srcId="{A4358A6C-1216-4FA4-8CB1-BEAC5FD7D922}" destId="{344E09FD-1E63-4CA9-ADB3-FFB50AA1C268}" srcOrd="1" destOrd="0" presId="urn:microsoft.com/office/officeart/2008/layout/HorizontalMultiLevelHierarchy"/>
    <dgm:cxn modelId="{BFD30844-9A23-2546-A0F1-777C92BA0083}" type="presParOf" srcId="{6599CBA2-F662-4134-9873-D23AA3ADBA76}" destId="{F309A1F3-93CA-451E-9F89-070FFAD32A08}" srcOrd="2" destOrd="0" presId="urn:microsoft.com/office/officeart/2008/layout/HorizontalMultiLevelHierarchy"/>
    <dgm:cxn modelId="{1B861632-D364-2746-84D9-CF22FDF621E0}" type="presParOf" srcId="{F309A1F3-93CA-451E-9F89-070FFAD32A08}" destId="{98034751-D158-434D-86A6-D0B3D472E8E0}" srcOrd="0" destOrd="0" presId="urn:microsoft.com/office/officeart/2008/layout/HorizontalMultiLevelHierarchy"/>
    <dgm:cxn modelId="{736878F6-15D4-F549-BEF6-B38AA593F9C4}" type="presParOf" srcId="{6599CBA2-F662-4134-9873-D23AA3ADBA76}" destId="{9BD583BF-8F2B-46FF-BCEE-19F669713141}" srcOrd="3" destOrd="0" presId="urn:microsoft.com/office/officeart/2008/layout/HorizontalMultiLevelHierarchy"/>
    <dgm:cxn modelId="{B7B654D5-1483-4B46-A569-20DCE2997C27}" type="presParOf" srcId="{9BD583BF-8F2B-46FF-BCEE-19F669713141}" destId="{D1D9BE58-FC02-475F-AC52-D0162E1BFCD7}" srcOrd="0" destOrd="0" presId="urn:microsoft.com/office/officeart/2008/layout/HorizontalMultiLevelHierarchy"/>
    <dgm:cxn modelId="{7A1DECDE-60B3-E24F-8B6A-C6C0A2FC9E4E}" type="presParOf" srcId="{9BD583BF-8F2B-46FF-BCEE-19F669713141}" destId="{9D1A9A15-4EC1-4A5B-864A-C81EEFCC1205}" srcOrd="1" destOrd="0" presId="urn:microsoft.com/office/officeart/2008/layout/HorizontalMultiLevelHierarchy"/>
    <dgm:cxn modelId="{869E20C0-7E17-2D4E-92A5-45FCCEB9CACA}" type="presParOf" srcId="{6599CBA2-F662-4134-9873-D23AA3ADBA76}" destId="{C29EF6C3-D589-459D-82C9-8E2D9B29B2A8}" srcOrd="4" destOrd="0" presId="urn:microsoft.com/office/officeart/2008/layout/HorizontalMultiLevelHierarchy"/>
    <dgm:cxn modelId="{7E135FF0-6F42-5B44-9619-FBC89F92E126}" type="presParOf" srcId="{C29EF6C3-D589-459D-82C9-8E2D9B29B2A8}" destId="{FF1A0A69-AAF6-48EA-B4F5-83E8DEC0E8B1}" srcOrd="0" destOrd="0" presId="urn:microsoft.com/office/officeart/2008/layout/HorizontalMultiLevelHierarchy"/>
    <dgm:cxn modelId="{D6BE7FD5-DA84-DC45-ADD2-021F82D612BC}" type="presParOf" srcId="{6599CBA2-F662-4134-9873-D23AA3ADBA76}" destId="{0649C004-E95E-43CC-9BB4-EA580ADE04D3}" srcOrd="5" destOrd="0" presId="urn:microsoft.com/office/officeart/2008/layout/HorizontalMultiLevelHierarchy"/>
    <dgm:cxn modelId="{C246455A-43A0-0E48-91A0-2ADFEC455F85}" type="presParOf" srcId="{0649C004-E95E-43CC-9BB4-EA580ADE04D3}" destId="{E1A35611-BED1-40DE-B41E-01111542A4EB}" srcOrd="0" destOrd="0" presId="urn:microsoft.com/office/officeart/2008/layout/HorizontalMultiLevelHierarchy"/>
    <dgm:cxn modelId="{611D2DC1-71EE-BB41-A715-7B356A6C0283}" type="presParOf" srcId="{0649C004-E95E-43CC-9BB4-EA580ADE04D3}" destId="{B0265837-C581-40B7-9E60-71748B059744}" srcOrd="1" destOrd="0" presId="urn:microsoft.com/office/officeart/2008/layout/HorizontalMultiLevelHierarchy"/>
    <dgm:cxn modelId="{2683D91D-094E-AA4E-8D77-580666F3A661}" type="presParOf" srcId="{B0265837-C581-40B7-9E60-71748B059744}" destId="{2DA5BE70-CF90-4697-8484-DCA60772388A}" srcOrd="0" destOrd="0" presId="urn:microsoft.com/office/officeart/2008/layout/HorizontalMultiLevelHierarchy"/>
    <dgm:cxn modelId="{B6A8CC9A-CE7B-C14C-9148-6599F353763E}" type="presParOf" srcId="{2DA5BE70-CF90-4697-8484-DCA60772388A}" destId="{59E4B28C-6C1C-437A-AEE5-915E65AE8B48}" srcOrd="0" destOrd="0" presId="urn:microsoft.com/office/officeart/2008/layout/HorizontalMultiLevelHierarchy"/>
    <dgm:cxn modelId="{2DFDA9A3-98ED-7542-8FD8-C4FA34C6ECD7}" type="presParOf" srcId="{B0265837-C581-40B7-9E60-71748B059744}" destId="{19E8E220-50D4-41BE-A7A2-9BB4F6643938}" srcOrd="1" destOrd="0" presId="urn:microsoft.com/office/officeart/2008/layout/HorizontalMultiLevelHierarchy"/>
    <dgm:cxn modelId="{3C805468-8562-9145-A4E5-93AEE3723FCA}" type="presParOf" srcId="{19E8E220-50D4-41BE-A7A2-9BB4F6643938}" destId="{A9CB66CF-E1B1-441B-B83C-690C7A8DAB58}" srcOrd="0" destOrd="0" presId="urn:microsoft.com/office/officeart/2008/layout/HorizontalMultiLevelHierarchy"/>
    <dgm:cxn modelId="{07DFAA2A-6ACB-2749-B214-D996415DD7CF}" type="presParOf" srcId="{19E8E220-50D4-41BE-A7A2-9BB4F6643938}" destId="{312580D1-FDEB-4D6A-87F8-2A7FF2068101}" srcOrd="1" destOrd="0" presId="urn:microsoft.com/office/officeart/2008/layout/HorizontalMultiLevelHierarchy"/>
    <dgm:cxn modelId="{90B212C1-8CAA-A842-B972-DB2A85F852F4}" type="presParOf" srcId="{B0265837-C581-40B7-9E60-71748B059744}" destId="{8730AE63-3D7C-438F-879C-3E0A6E5FDCF5}" srcOrd="2" destOrd="0" presId="urn:microsoft.com/office/officeart/2008/layout/HorizontalMultiLevelHierarchy"/>
    <dgm:cxn modelId="{09C7697F-F0B6-0B4F-85BA-0607DD4D2D47}" type="presParOf" srcId="{8730AE63-3D7C-438F-879C-3E0A6E5FDCF5}" destId="{78AF07D5-2985-4073-AC44-90C5A147C827}" srcOrd="0" destOrd="0" presId="urn:microsoft.com/office/officeart/2008/layout/HorizontalMultiLevelHierarchy"/>
    <dgm:cxn modelId="{0C7BDAE9-66D1-8D40-96F5-7914FA011B3B}" type="presParOf" srcId="{B0265837-C581-40B7-9E60-71748B059744}" destId="{66CA45DF-8B9D-4C3A-87DC-96C96A70AE70}" srcOrd="3" destOrd="0" presId="urn:microsoft.com/office/officeart/2008/layout/HorizontalMultiLevelHierarchy"/>
    <dgm:cxn modelId="{0A6F3B17-EF19-154E-B059-EF29F9B43DC6}" type="presParOf" srcId="{66CA45DF-8B9D-4C3A-87DC-96C96A70AE70}" destId="{894D4878-7631-42E6-8F22-CA9C01C3684D}" srcOrd="0" destOrd="0" presId="urn:microsoft.com/office/officeart/2008/layout/HorizontalMultiLevelHierarchy"/>
    <dgm:cxn modelId="{FC0F230A-E55D-4845-8CCF-119C94AA9EA9}" type="presParOf" srcId="{66CA45DF-8B9D-4C3A-87DC-96C96A70AE70}" destId="{C5BCC540-CE61-4C37-A8D7-24C88A8C314B}" srcOrd="1" destOrd="0" presId="urn:microsoft.com/office/officeart/2008/layout/HorizontalMultiLevelHierarchy"/>
    <dgm:cxn modelId="{76D4ED57-45BA-6D49-A263-140466063F4E}" type="presParOf" srcId="{6599CBA2-F662-4134-9873-D23AA3ADBA76}" destId="{B5DB9254-DDBF-4FE2-B0E7-9743C4369844}" srcOrd="6" destOrd="0" presId="urn:microsoft.com/office/officeart/2008/layout/HorizontalMultiLevelHierarchy"/>
    <dgm:cxn modelId="{E6C8343D-8BA6-6044-A1F7-55A66AEB6476}" type="presParOf" srcId="{B5DB9254-DDBF-4FE2-B0E7-9743C4369844}" destId="{E7FBCCC4-7D5C-4A16-B783-3336766175FF}" srcOrd="0" destOrd="0" presId="urn:microsoft.com/office/officeart/2008/layout/HorizontalMultiLevelHierarchy"/>
    <dgm:cxn modelId="{3C416B7A-6A42-E544-9AB6-BBDC11A44D71}" type="presParOf" srcId="{6599CBA2-F662-4134-9873-D23AA3ADBA76}" destId="{6FE36632-BF60-4C8C-94FE-6C68C3D6AF64}" srcOrd="7" destOrd="0" presId="urn:microsoft.com/office/officeart/2008/layout/HorizontalMultiLevelHierarchy"/>
    <dgm:cxn modelId="{DA129B14-875F-3B49-B35B-3E7128996F27}" type="presParOf" srcId="{6FE36632-BF60-4C8C-94FE-6C68C3D6AF64}" destId="{6E6BCBEA-31B7-49A5-975B-980863A98EC9}" srcOrd="0" destOrd="0" presId="urn:microsoft.com/office/officeart/2008/layout/HorizontalMultiLevelHierarchy"/>
    <dgm:cxn modelId="{A5106B66-3671-4840-A0CB-B38CA1482C69}" type="presParOf" srcId="{6FE36632-BF60-4C8C-94FE-6C68C3D6AF64}" destId="{59D474B1-C79E-4A41-98E0-625BA7EF56DE}" srcOrd="1" destOrd="0" presId="urn:microsoft.com/office/officeart/2008/layout/HorizontalMultiLevelHierarchy"/>
    <dgm:cxn modelId="{EE8D7A70-75E1-744F-A63D-171BF8A8ADD7}" type="presParOf" srcId="{6599CBA2-F662-4134-9873-D23AA3ADBA76}" destId="{C96D146F-E6DE-43E4-B8F8-C00104F82F97}" srcOrd="8" destOrd="0" presId="urn:microsoft.com/office/officeart/2008/layout/HorizontalMultiLevelHierarchy"/>
    <dgm:cxn modelId="{896347EC-C426-7F45-8DD4-5FAE16797CE3}" type="presParOf" srcId="{C96D146F-E6DE-43E4-B8F8-C00104F82F97}" destId="{D29AD181-2877-4843-B348-DA3C4341C9FF}" srcOrd="0" destOrd="0" presId="urn:microsoft.com/office/officeart/2008/layout/HorizontalMultiLevelHierarchy"/>
    <dgm:cxn modelId="{C529D96E-2EF5-BF49-AF16-6CD3690C34B7}" type="presParOf" srcId="{6599CBA2-F662-4134-9873-D23AA3ADBA76}" destId="{9A7DA367-F143-4F9C-B1BF-6038886A3DC8}" srcOrd="9" destOrd="0" presId="urn:microsoft.com/office/officeart/2008/layout/HorizontalMultiLevelHierarchy"/>
    <dgm:cxn modelId="{BBA64A9A-7891-CF4B-A9E3-3B89343913CC}" type="presParOf" srcId="{9A7DA367-F143-4F9C-B1BF-6038886A3DC8}" destId="{F6455AB6-F39C-4F54-BCDE-3EFAD639B1E3}" srcOrd="0" destOrd="0" presId="urn:microsoft.com/office/officeart/2008/layout/HorizontalMultiLevelHierarchy"/>
    <dgm:cxn modelId="{66C6011E-C4AC-6149-847F-4F743D41FA0F}" type="presParOf" srcId="{9A7DA367-F143-4F9C-B1BF-6038886A3DC8}" destId="{B1CC14C1-A99D-4CA1-AC87-8076C5A5CA6A}" srcOrd="1" destOrd="0" presId="urn:microsoft.com/office/officeart/2008/layout/HorizontalMultiLevelHierarchy"/>
    <dgm:cxn modelId="{5E1D8E97-1B28-DB4C-832F-982C2B1E4818}" type="presParOf" srcId="{6599CBA2-F662-4134-9873-D23AA3ADBA76}" destId="{07E6A369-5640-46D3-A677-BE1D8DBE0E5E}" srcOrd="10" destOrd="0" presId="urn:microsoft.com/office/officeart/2008/layout/HorizontalMultiLevelHierarchy"/>
    <dgm:cxn modelId="{F07BCC1A-900C-484D-9218-569D26896F0F}" type="presParOf" srcId="{07E6A369-5640-46D3-A677-BE1D8DBE0E5E}" destId="{E7920447-D7CA-4F82-93AA-8E809919171E}" srcOrd="0" destOrd="0" presId="urn:microsoft.com/office/officeart/2008/layout/HorizontalMultiLevelHierarchy"/>
    <dgm:cxn modelId="{4D713419-B5B7-CA45-AA12-DCC1D9761C0F}" type="presParOf" srcId="{6599CBA2-F662-4134-9873-D23AA3ADBA76}" destId="{826FFAB8-5360-48EB-B863-C8F72E602BAC}" srcOrd="11" destOrd="0" presId="urn:microsoft.com/office/officeart/2008/layout/HorizontalMultiLevelHierarchy"/>
    <dgm:cxn modelId="{320DC3EA-6512-2246-B8F7-E19301F977AB}" type="presParOf" srcId="{826FFAB8-5360-48EB-B863-C8F72E602BAC}" destId="{904AA8F4-D42E-481B-9E11-BF7C3E6B2425}" srcOrd="0" destOrd="0" presId="urn:microsoft.com/office/officeart/2008/layout/HorizontalMultiLevelHierarchy"/>
    <dgm:cxn modelId="{7021D9DE-283C-054B-81A4-1A4673DD6090}" type="presParOf" srcId="{826FFAB8-5360-48EB-B863-C8F72E602BAC}" destId="{84BA00B9-AB83-4D7E-B7C8-539F6F6E9C56}"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E8AC2C5-27D7-43AD-B654-8D27D961FF95}"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87C77455-7272-463D-8A1B-B867D57710B7}">
      <dgm:prSet phldrT="[Text]"/>
      <dgm:spPr/>
      <dgm:t>
        <a:bodyPr/>
        <a:lstStyle/>
        <a:p>
          <a:r>
            <a:rPr lang="es-MX" dirty="0"/>
            <a:t>Momento</a:t>
          </a:r>
        </a:p>
      </dgm:t>
    </dgm:pt>
    <dgm:pt modelId="{95DDBE37-0CE2-4F36-94CD-B70A2C2ED310}" type="parTrans" cxnId="{D7DAE034-50D6-4F51-B36E-8756BA9E3ED5}">
      <dgm:prSet/>
      <dgm:spPr/>
      <dgm:t>
        <a:bodyPr/>
        <a:lstStyle/>
        <a:p>
          <a:endParaRPr lang="es-MX"/>
        </a:p>
      </dgm:t>
    </dgm:pt>
    <dgm:pt modelId="{859A1490-1E68-4B2D-B448-A0EF1CF5B85D}" type="sibTrans" cxnId="{D7DAE034-50D6-4F51-B36E-8756BA9E3ED5}">
      <dgm:prSet/>
      <dgm:spPr/>
      <dgm:t>
        <a:bodyPr/>
        <a:lstStyle/>
        <a:p>
          <a:endParaRPr lang="es-MX"/>
        </a:p>
      </dgm:t>
    </dgm:pt>
    <dgm:pt modelId="{5D403F78-B1F4-4BE2-9315-B68B9B96470C}">
      <dgm:prSet phldrT="[Text]"/>
      <dgm:spPr/>
      <dgm:t>
        <a:bodyPr/>
        <a:lstStyle/>
        <a:p>
          <a:r>
            <a:rPr lang="es-MX" dirty="0"/>
            <a:t>Proveniente de Ingresos</a:t>
          </a:r>
        </a:p>
      </dgm:t>
    </dgm:pt>
    <dgm:pt modelId="{DAEF268A-98DA-4D49-A2FF-4E1326EF300A}" type="parTrans" cxnId="{3D31D485-FFA4-4E5C-B22B-B3FB172C27EB}">
      <dgm:prSet/>
      <dgm:spPr/>
      <dgm:t>
        <a:bodyPr/>
        <a:lstStyle/>
        <a:p>
          <a:endParaRPr lang="es-MX"/>
        </a:p>
      </dgm:t>
    </dgm:pt>
    <dgm:pt modelId="{B38DE6B4-C1FA-4BE3-A056-B52B59BA1A60}" type="sibTrans" cxnId="{3D31D485-FFA4-4E5C-B22B-B3FB172C27EB}">
      <dgm:prSet/>
      <dgm:spPr/>
      <dgm:t>
        <a:bodyPr/>
        <a:lstStyle/>
        <a:p>
          <a:endParaRPr lang="es-MX"/>
        </a:p>
      </dgm:t>
    </dgm:pt>
    <dgm:pt modelId="{F4C10387-2AFB-4D2F-8B1B-13FDAA24F705}">
      <dgm:prSet phldrT="[Text]"/>
      <dgm:spPr/>
      <dgm:t>
        <a:bodyPr/>
        <a:lstStyle/>
        <a:p>
          <a:r>
            <a:rPr lang="es-MX" dirty="0"/>
            <a:t>Proveniente de otras operaciones</a:t>
          </a:r>
        </a:p>
      </dgm:t>
    </dgm:pt>
    <dgm:pt modelId="{9A776268-7117-4CB1-BB9E-A84FF0BC8FE8}" type="parTrans" cxnId="{09D9EC64-BE32-490B-AB22-4796DEEF5AE4}">
      <dgm:prSet/>
      <dgm:spPr/>
      <dgm:t>
        <a:bodyPr/>
        <a:lstStyle/>
        <a:p>
          <a:endParaRPr lang="es-MX"/>
        </a:p>
      </dgm:t>
    </dgm:pt>
    <dgm:pt modelId="{F05F7482-A694-4544-8C67-0F988DC5CF76}" type="sibTrans" cxnId="{09D9EC64-BE32-490B-AB22-4796DEEF5AE4}">
      <dgm:prSet/>
      <dgm:spPr/>
      <dgm:t>
        <a:bodyPr/>
        <a:lstStyle/>
        <a:p>
          <a:endParaRPr lang="es-MX"/>
        </a:p>
      </dgm:t>
    </dgm:pt>
    <dgm:pt modelId="{BD4E00E4-DB36-4622-A002-EEFDE31C385A}">
      <dgm:prSet phldrT="[Text]"/>
      <dgm:spPr/>
      <dgm:t>
        <a:bodyPr/>
        <a:lstStyle/>
        <a:p>
          <a:r>
            <a:rPr lang="es-MX" dirty="0"/>
            <a:t>Saldos a favor de Contribuciones</a:t>
          </a:r>
        </a:p>
      </dgm:t>
    </dgm:pt>
    <dgm:pt modelId="{C1E28AEF-3184-49EB-A791-21DCE7E9F305}" type="parTrans" cxnId="{40AF9982-8A9D-45E1-B6A2-1252C4C49CE0}">
      <dgm:prSet/>
      <dgm:spPr/>
      <dgm:t>
        <a:bodyPr/>
        <a:lstStyle/>
        <a:p>
          <a:endParaRPr lang="es-MX"/>
        </a:p>
      </dgm:t>
    </dgm:pt>
    <dgm:pt modelId="{9EC85F32-49C0-4A01-B7E8-21F395C0B1C8}" type="sibTrans" cxnId="{40AF9982-8A9D-45E1-B6A2-1252C4C49CE0}">
      <dgm:prSet/>
      <dgm:spPr/>
      <dgm:t>
        <a:bodyPr/>
        <a:lstStyle/>
        <a:p>
          <a:endParaRPr lang="es-MX"/>
        </a:p>
      </dgm:t>
    </dgm:pt>
    <dgm:pt modelId="{3D3DB68F-E7DC-4F11-9BE0-51F60CFDD962}">
      <dgm:prSet/>
      <dgm:spPr/>
      <dgm:t>
        <a:bodyPr/>
        <a:lstStyle/>
        <a:p>
          <a:r>
            <a:rPr lang="es-MX" dirty="0"/>
            <a:t>A partir de la acumulación</a:t>
          </a:r>
        </a:p>
      </dgm:t>
    </dgm:pt>
    <dgm:pt modelId="{E0D23827-38F8-4A44-8BB2-4772D6D0EFE8}" type="parTrans" cxnId="{F6D810EE-AAC3-447B-808B-A9493FE11A11}">
      <dgm:prSet/>
      <dgm:spPr/>
      <dgm:t>
        <a:bodyPr/>
        <a:lstStyle/>
        <a:p>
          <a:endParaRPr lang="es-MX"/>
        </a:p>
      </dgm:t>
    </dgm:pt>
    <dgm:pt modelId="{F5CD85E1-E931-4DE8-99DC-34764DECF6B3}" type="sibTrans" cxnId="{F6D810EE-AAC3-447B-808B-A9493FE11A11}">
      <dgm:prSet/>
      <dgm:spPr/>
      <dgm:t>
        <a:bodyPr/>
        <a:lstStyle/>
        <a:p>
          <a:endParaRPr lang="es-MX"/>
        </a:p>
      </dgm:t>
    </dgm:pt>
    <dgm:pt modelId="{2B00623D-9041-4C8F-8634-042089463F2D}">
      <dgm:prSet/>
      <dgm:spPr/>
      <dgm:t>
        <a:bodyPr/>
        <a:lstStyle/>
        <a:p>
          <a:r>
            <a:rPr lang="es-MX" dirty="0"/>
            <a:t>A partir de la fecha de la operación</a:t>
          </a:r>
        </a:p>
      </dgm:t>
    </dgm:pt>
    <dgm:pt modelId="{1B851DB6-6A6D-4E22-85C0-8B855C1A2159}" type="parTrans" cxnId="{3123B57A-8452-4A7D-8A1E-0D83625886B1}">
      <dgm:prSet/>
      <dgm:spPr/>
      <dgm:t>
        <a:bodyPr/>
        <a:lstStyle/>
        <a:p>
          <a:endParaRPr lang="es-MX"/>
        </a:p>
      </dgm:t>
    </dgm:pt>
    <dgm:pt modelId="{EBBDA887-B779-491D-B468-F489F9FE211C}" type="sibTrans" cxnId="{3123B57A-8452-4A7D-8A1E-0D83625886B1}">
      <dgm:prSet/>
      <dgm:spPr/>
      <dgm:t>
        <a:bodyPr/>
        <a:lstStyle/>
        <a:p>
          <a:endParaRPr lang="es-MX"/>
        </a:p>
      </dgm:t>
    </dgm:pt>
    <dgm:pt modelId="{EB9E1A63-828B-48F1-AD35-4B21224B9572}">
      <dgm:prSet/>
      <dgm:spPr/>
      <dgm:t>
        <a:bodyPr/>
        <a:lstStyle/>
        <a:p>
          <a:r>
            <a:rPr lang="es-MX" dirty="0"/>
            <a:t>A partir del día siguiente a la declaración</a:t>
          </a:r>
        </a:p>
      </dgm:t>
    </dgm:pt>
    <dgm:pt modelId="{EB1F0DB5-9568-4B8F-925F-59FBE1BFA312}" type="parTrans" cxnId="{5FB9D607-764D-45C5-A0B8-ECB9EB50628C}">
      <dgm:prSet/>
      <dgm:spPr/>
      <dgm:t>
        <a:bodyPr/>
        <a:lstStyle/>
        <a:p>
          <a:endParaRPr lang="es-MX"/>
        </a:p>
      </dgm:t>
    </dgm:pt>
    <dgm:pt modelId="{454640B7-6C1A-49CF-A650-B6EEFF8E49EA}" type="sibTrans" cxnId="{5FB9D607-764D-45C5-A0B8-ECB9EB50628C}">
      <dgm:prSet/>
      <dgm:spPr/>
      <dgm:t>
        <a:bodyPr/>
        <a:lstStyle/>
        <a:p>
          <a:endParaRPr lang="es-MX"/>
        </a:p>
      </dgm:t>
    </dgm:pt>
    <dgm:pt modelId="{DD50A632-1A32-4520-B2BD-DC6337A8E4A2}" type="pres">
      <dgm:prSet presAssocID="{AE8AC2C5-27D7-43AD-B654-8D27D961FF95}" presName="Name0" presStyleCnt="0">
        <dgm:presLayoutVars>
          <dgm:chPref val="1"/>
          <dgm:dir/>
          <dgm:animOne val="branch"/>
          <dgm:animLvl val="lvl"/>
          <dgm:resizeHandles val="exact"/>
        </dgm:presLayoutVars>
      </dgm:prSet>
      <dgm:spPr/>
    </dgm:pt>
    <dgm:pt modelId="{E0D23119-F3E3-4BB0-9AEF-0CCD0D39ED6F}" type="pres">
      <dgm:prSet presAssocID="{87C77455-7272-463D-8A1B-B867D57710B7}" presName="root1" presStyleCnt="0"/>
      <dgm:spPr/>
    </dgm:pt>
    <dgm:pt modelId="{98A33E79-C18E-487F-9B30-13075D668E9E}" type="pres">
      <dgm:prSet presAssocID="{87C77455-7272-463D-8A1B-B867D57710B7}" presName="LevelOneTextNode" presStyleLbl="node0" presStyleIdx="0" presStyleCnt="1">
        <dgm:presLayoutVars>
          <dgm:chPref val="3"/>
        </dgm:presLayoutVars>
      </dgm:prSet>
      <dgm:spPr/>
    </dgm:pt>
    <dgm:pt modelId="{529B1BEA-639F-4BA7-8589-726C8A7EEAE9}" type="pres">
      <dgm:prSet presAssocID="{87C77455-7272-463D-8A1B-B867D57710B7}" presName="level2hierChild" presStyleCnt="0"/>
      <dgm:spPr/>
    </dgm:pt>
    <dgm:pt modelId="{A7E7AEB1-1895-4F97-91DC-BC619409E9F9}" type="pres">
      <dgm:prSet presAssocID="{DAEF268A-98DA-4D49-A2FF-4E1326EF300A}" presName="conn2-1" presStyleLbl="parChTrans1D2" presStyleIdx="0" presStyleCnt="3"/>
      <dgm:spPr/>
    </dgm:pt>
    <dgm:pt modelId="{B9CC19B9-0D94-413C-9D3D-9554BC8673FC}" type="pres">
      <dgm:prSet presAssocID="{DAEF268A-98DA-4D49-A2FF-4E1326EF300A}" presName="connTx" presStyleLbl="parChTrans1D2" presStyleIdx="0" presStyleCnt="3"/>
      <dgm:spPr/>
    </dgm:pt>
    <dgm:pt modelId="{0E4CA00E-7B77-44AF-97CC-7DC48EAAC4BE}" type="pres">
      <dgm:prSet presAssocID="{5D403F78-B1F4-4BE2-9315-B68B9B96470C}" presName="root2" presStyleCnt="0"/>
      <dgm:spPr/>
    </dgm:pt>
    <dgm:pt modelId="{812ADFAE-6F8F-40EC-BADF-3C95BAB44609}" type="pres">
      <dgm:prSet presAssocID="{5D403F78-B1F4-4BE2-9315-B68B9B96470C}" presName="LevelTwoTextNode" presStyleLbl="node2" presStyleIdx="0" presStyleCnt="3">
        <dgm:presLayoutVars>
          <dgm:chPref val="3"/>
        </dgm:presLayoutVars>
      </dgm:prSet>
      <dgm:spPr/>
    </dgm:pt>
    <dgm:pt modelId="{91ADF921-EF45-4672-9EDB-33A54DBBDF6F}" type="pres">
      <dgm:prSet presAssocID="{5D403F78-B1F4-4BE2-9315-B68B9B96470C}" presName="level3hierChild" presStyleCnt="0"/>
      <dgm:spPr/>
    </dgm:pt>
    <dgm:pt modelId="{63CA7130-7BDC-451E-8E27-1F4D8A320FD3}" type="pres">
      <dgm:prSet presAssocID="{E0D23827-38F8-4A44-8BB2-4772D6D0EFE8}" presName="conn2-1" presStyleLbl="parChTrans1D3" presStyleIdx="0" presStyleCnt="3"/>
      <dgm:spPr/>
    </dgm:pt>
    <dgm:pt modelId="{1A6EA61A-7968-4C6F-8BB1-7C019D531275}" type="pres">
      <dgm:prSet presAssocID="{E0D23827-38F8-4A44-8BB2-4772D6D0EFE8}" presName="connTx" presStyleLbl="parChTrans1D3" presStyleIdx="0" presStyleCnt="3"/>
      <dgm:spPr/>
    </dgm:pt>
    <dgm:pt modelId="{403E96D7-E4C4-4B67-81E6-7F6FD24FD46B}" type="pres">
      <dgm:prSet presAssocID="{3D3DB68F-E7DC-4F11-9BE0-51F60CFDD962}" presName="root2" presStyleCnt="0"/>
      <dgm:spPr/>
    </dgm:pt>
    <dgm:pt modelId="{BD2873BC-235A-4FCF-A76E-4CA084837305}" type="pres">
      <dgm:prSet presAssocID="{3D3DB68F-E7DC-4F11-9BE0-51F60CFDD962}" presName="LevelTwoTextNode" presStyleLbl="node3" presStyleIdx="0" presStyleCnt="3">
        <dgm:presLayoutVars>
          <dgm:chPref val="3"/>
        </dgm:presLayoutVars>
      </dgm:prSet>
      <dgm:spPr/>
    </dgm:pt>
    <dgm:pt modelId="{E449FD99-9AA2-44BF-BC3F-0BDE3D2E08C7}" type="pres">
      <dgm:prSet presAssocID="{3D3DB68F-E7DC-4F11-9BE0-51F60CFDD962}" presName="level3hierChild" presStyleCnt="0"/>
      <dgm:spPr/>
    </dgm:pt>
    <dgm:pt modelId="{EE574EB1-83E5-4F0F-8392-DD8FA21A1430}" type="pres">
      <dgm:prSet presAssocID="{9A776268-7117-4CB1-BB9E-A84FF0BC8FE8}" presName="conn2-1" presStyleLbl="parChTrans1D2" presStyleIdx="1" presStyleCnt="3"/>
      <dgm:spPr/>
    </dgm:pt>
    <dgm:pt modelId="{F8236C87-A649-4A65-BEF1-367A6AB3753E}" type="pres">
      <dgm:prSet presAssocID="{9A776268-7117-4CB1-BB9E-A84FF0BC8FE8}" presName="connTx" presStyleLbl="parChTrans1D2" presStyleIdx="1" presStyleCnt="3"/>
      <dgm:spPr/>
    </dgm:pt>
    <dgm:pt modelId="{AC3D1A6A-3794-45A0-AB8A-AA6F839A4FE2}" type="pres">
      <dgm:prSet presAssocID="{F4C10387-2AFB-4D2F-8B1B-13FDAA24F705}" presName="root2" presStyleCnt="0"/>
      <dgm:spPr/>
    </dgm:pt>
    <dgm:pt modelId="{F74B0C32-8C3C-45B5-907E-722343C34EFA}" type="pres">
      <dgm:prSet presAssocID="{F4C10387-2AFB-4D2F-8B1B-13FDAA24F705}" presName="LevelTwoTextNode" presStyleLbl="node2" presStyleIdx="1" presStyleCnt="3">
        <dgm:presLayoutVars>
          <dgm:chPref val="3"/>
        </dgm:presLayoutVars>
      </dgm:prSet>
      <dgm:spPr/>
    </dgm:pt>
    <dgm:pt modelId="{9C77610A-DEF1-49AE-8963-FDB72788DABC}" type="pres">
      <dgm:prSet presAssocID="{F4C10387-2AFB-4D2F-8B1B-13FDAA24F705}" presName="level3hierChild" presStyleCnt="0"/>
      <dgm:spPr/>
    </dgm:pt>
    <dgm:pt modelId="{15695087-87CC-4330-9192-6C12FD814EA8}" type="pres">
      <dgm:prSet presAssocID="{1B851DB6-6A6D-4E22-85C0-8B855C1A2159}" presName="conn2-1" presStyleLbl="parChTrans1D3" presStyleIdx="1" presStyleCnt="3"/>
      <dgm:spPr/>
    </dgm:pt>
    <dgm:pt modelId="{6BB9A341-91A2-4390-B3E9-587E77BE1824}" type="pres">
      <dgm:prSet presAssocID="{1B851DB6-6A6D-4E22-85C0-8B855C1A2159}" presName="connTx" presStyleLbl="parChTrans1D3" presStyleIdx="1" presStyleCnt="3"/>
      <dgm:spPr/>
    </dgm:pt>
    <dgm:pt modelId="{CC14730C-7947-40C9-82A7-074471563CD7}" type="pres">
      <dgm:prSet presAssocID="{2B00623D-9041-4C8F-8634-042089463F2D}" presName="root2" presStyleCnt="0"/>
      <dgm:spPr/>
    </dgm:pt>
    <dgm:pt modelId="{15C97536-A008-45C8-844E-5142AA23BB18}" type="pres">
      <dgm:prSet presAssocID="{2B00623D-9041-4C8F-8634-042089463F2D}" presName="LevelTwoTextNode" presStyleLbl="node3" presStyleIdx="1" presStyleCnt="3">
        <dgm:presLayoutVars>
          <dgm:chPref val="3"/>
        </dgm:presLayoutVars>
      </dgm:prSet>
      <dgm:spPr/>
    </dgm:pt>
    <dgm:pt modelId="{9B1C97AE-0EC9-4173-8AA3-4B12360AC2CC}" type="pres">
      <dgm:prSet presAssocID="{2B00623D-9041-4C8F-8634-042089463F2D}" presName="level3hierChild" presStyleCnt="0"/>
      <dgm:spPr/>
    </dgm:pt>
    <dgm:pt modelId="{DA48F75C-4F5B-49DA-90BC-1A166FD70432}" type="pres">
      <dgm:prSet presAssocID="{C1E28AEF-3184-49EB-A791-21DCE7E9F305}" presName="conn2-1" presStyleLbl="parChTrans1D2" presStyleIdx="2" presStyleCnt="3"/>
      <dgm:spPr/>
    </dgm:pt>
    <dgm:pt modelId="{CF92CFD9-5257-481C-A803-8757BB6A33D4}" type="pres">
      <dgm:prSet presAssocID="{C1E28AEF-3184-49EB-A791-21DCE7E9F305}" presName="connTx" presStyleLbl="parChTrans1D2" presStyleIdx="2" presStyleCnt="3"/>
      <dgm:spPr/>
    </dgm:pt>
    <dgm:pt modelId="{AFF0A41B-BC9E-4AD2-B785-FBAD59561ADA}" type="pres">
      <dgm:prSet presAssocID="{BD4E00E4-DB36-4622-A002-EEFDE31C385A}" presName="root2" presStyleCnt="0"/>
      <dgm:spPr/>
    </dgm:pt>
    <dgm:pt modelId="{3F78B78A-5EE9-4D5E-90C8-ACF9A554E50D}" type="pres">
      <dgm:prSet presAssocID="{BD4E00E4-DB36-4622-A002-EEFDE31C385A}" presName="LevelTwoTextNode" presStyleLbl="node2" presStyleIdx="2" presStyleCnt="3">
        <dgm:presLayoutVars>
          <dgm:chPref val="3"/>
        </dgm:presLayoutVars>
      </dgm:prSet>
      <dgm:spPr/>
    </dgm:pt>
    <dgm:pt modelId="{B12848CB-1F4C-4E37-B178-CAC64F8F819C}" type="pres">
      <dgm:prSet presAssocID="{BD4E00E4-DB36-4622-A002-EEFDE31C385A}" presName="level3hierChild" presStyleCnt="0"/>
      <dgm:spPr/>
    </dgm:pt>
    <dgm:pt modelId="{C4D94C92-6D36-4417-9A73-4FE75A123B8B}" type="pres">
      <dgm:prSet presAssocID="{EB1F0DB5-9568-4B8F-925F-59FBE1BFA312}" presName="conn2-1" presStyleLbl="parChTrans1D3" presStyleIdx="2" presStyleCnt="3"/>
      <dgm:spPr/>
    </dgm:pt>
    <dgm:pt modelId="{35B3F85A-1E01-467F-8514-874210B98DD8}" type="pres">
      <dgm:prSet presAssocID="{EB1F0DB5-9568-4B8F-925F-59FBE1BFA312}" presName="connTx" presStyleLbl="parChTrans1D3" presStyleIdx="2" presStyleCnt="3"/>
      <dgm:spPr/>
    </dgm:pt>
    <dgm:pt modelId="{9648A275-0703-4B33-BE2A-1AD7E7E07DFB}" type="pres">
      <dgm:prSet presAssocID="{EB9E1A63-828B-48F1-AD35-4B21224B9572}" presName="root2" presStyleCnt="0"/>
      <dgm:spPr/>
    </dgm:pt>
    <dgm:pt modelId="{366C824B-EB90-4F4A-84C1-F6BE277EF81C}" type="pres">
      <dgm:prSet presAssocID="{EB9E1A63-828B-48F1-AD35-4B21224B9572}" presName="LevelTwoTextNode" presStyleLbl="node3" presStyleIdx="2" presStyleCnt="3">
        <dgm:presLayoutVars>
          <dgm:chPref val="3"/>
        </dgm:presLayoutVars>
      </dgm:prSet>
      <dgm:spPr/>
    </dgm:pt>
    <dgm:pt modelId="{E0497A03-EBA8-4B4F-BDDC-47C4B720BF07}" type="pres">
      <dgm:prSet presAssocID="{EB9E1A63-828B-48F1-AD35-4B21224B9572}" presName="level3hierChild" presStyleCnt="0"/>
      <dgm:spPr/>
    </dgm:pt>
  </dgm:ptLst>
  <dgm:cxnLst>
    <dgm:cxn modelId="{6DD5AE02-AFC8-424D-BFE3-DA9F3F9854C9}" type="presOf" srcId="{C1E28AEF-3184-49EB-A791-21DCE7E9F305}" destId="{CF92CFD9-5257-481C-A803-8757BB6A33D4}" srcOrd="1" destOrd="0" presId="urn:microsoft.com/office/officeart/2008/layout/HorizontalMultiLevelHierarchy"/>
    <dgm:cxn modelId="{AA2F6803-7B89-134B-A9BF-CB491213956F}" type="presOf" srcId="{87C77455-7272-463D-8A1B-B867D57710B7}" destId="{98A33E79-C18E-487F-9B30-13075D668E9E}" srcOrd="0" destOrd="0" presId="urn:microsoft.com/office/officeart/2008/layout/HorizontalMultiLevelHierarchy"/>
    <dgm:cxn modelId="{5FB9D607-764D-45C5-A0B8-ECB9EB50628C}" srcId="{BD4E00E4-DB36-4622-A002-EEFDE31C385A}" destId="{EB9E1A63-828B-48F1-AD35-4B21224B9572}" srcOrd="0" destOrd="0" parTransId="{EB1F0DB5-9568-4B8F-925F-59FBE1BFA312}" sibTransId="{454640B7-6C1A-49CF-A650-B6EEFF8E49EA}"/>
    <dgm:cxn modelId="{3167120A-842C-704E-80C2-53F225A1A2C8}" type="presOf" srcId="{EB1F0DB5-9568-4B8F-925F-59FBE1BFA312}" destId="{C4D94C92-6D36-4417-9A73-4FE75A123B8B}" srcOrd="0" destOrd="0" presId="urn:microsoft.com/office/officeart/2008/layout/HorizontalMultiLevelHierarchy"/>
    <dgm:cxn modelId="{85FF5C30-C010-C84D-B089-6A8DB8FA1461}" type="presOf" srcId="{9A776268-7117-4CB1-BB9E-A84FF0BC8FE8}" destId="{F8236C87-A649-4A65-BEF1-367A6AB3753E}" srcOrd="1" destOrd="0" presId="urn:microsoft.com/office/officeart/2008/layout/HorizontalMultiLevelHierarchy"/>
    <dgm:cxn modelId="{D7DAE034-50D6-4F51-B36E-8756BA9E3ED5}" srcId="{AE8AC2C5-27D7-43AD-B654-8D27D961FF95}" destId="{87C77455-7272-463D-8A1B-B867D57710B7}" srcOrd="0" destOrd="0" parTransId="{95DDBE37-0CE2-4F36-94CD-B70A2C2ED310}" sibTransId="{859A1490-1E68-4B2D-B448-A0EF1CF5B85D}"/>
    <dgm:cxn modelId="{22D6043F-756C-2A41-A8EC-1A8A2434C3CF}" type="presOf" srcId="{2B00623D-9041-4C8F-8634-042089463F2D}" destId="{15C97536-A008-45C8-844E-5142AA23BB18}" srcOrd="0" destOrd="0" presId="urn:microsoft.com/office/officeart/2008/layout/HorizontalMultiLevelHierarchy"/>
    <dgm:cxn modelId="{077D9B3F-69A1-6244-A0BF-A996B78519F4}" type="presOf" srcId="{DAEF268A-98DA-4D49-A2FF-4E1326EF300A}" destId="{B9CC19B9-0D94-413C-9D3D-9554BC8673FC}" srcOrd="1" destOrd="0" presId="urn:microsoft.com/office/officeart/2008/layout/HorizontalMultiLevelHierarchy"/>
    <dgm:cxn modelId="{09D9EC64-BE32-490B-AB22-4796DEEF5AE4}" srcId="{87C77455-7272-463D-8A1B-B867D57710B7}" destId="{F4C10387-2AFB-4D2F-8B1B-13FDAA24F705}" srcOrd="1" destOrd="0" parTransId="{9A776268-7117-4CB1-BB9E-A84FF0BC8FE8}" sibTransId="{F05F7482-A694-4544-8C67-0F988DC5CF76}"/>
    <dgm:cxn modelId="{8672C866-995C-A348-95E4-BF53D1001E62}" type="presOf" srcId="{E0D23827-38F8-4A44-8BB2-4772D6D0EFE8}" destId="{1A6EA61A-7968-4C6F-8BB1-7C019D531275}" srcOrd="1" destOrd="0" presId="urn:microsoft.com/office/officeart/2008/layout/HorizontalMultiLevelHierarchy"/>
    <dgm:cxn modelId="{D59C546C-88CF-D345-905E-4ED75F43825E}" type="presOf" srcId="{EB1F0DB5-9568-4B8F-925F-59FBE1BFA312}" destId="{35B3F85A-1E01-467F-8514-874210B98DD8}" srcOrd="1" destOrd="0" presId="urn:microsoft.com/office/officeart/2008/layout/HorizontalMultiLevelHierarchy"/>
    <dgm:cxn modelId="{D1545153-8563-3A49-AA04-57D0CE26004B}" type="presOf" srcId="{F4C10387-2AFB-4D2F-8B1B-13FDAA24F705}" destId="{F74B0C32-8C3C-45B5-907E-722343C34EFA}" srcOrd="0" destOrd="0" presId="urn:microsoft.com/office/officeart/2008/layout/HorizontalMultiLevelHierarchy"/>
    <dgm:cxn modelId="{0A2A1D76-B6ED-BE47-8FFB-650C616E15A4}" type="presOf" srcId="{3D3DB68F-E7DC-4F11-9BE0-51F60CFDD962}" destId="{BD2873BC-235A-4FCF-A76E-4CA084837305}" srcOrd="0" destOrd="0" presId="urn:microsoft.com/office/officeart/2008/layout/HorizontalMultiLevelHierarchy"/>
    <dgm:cxn modelId="{002EC156-2E81-9746-8300-66927A917A17}" type="presOf" srcId="{BD4E00E4-DB36-4622-A002-EEFDE31C385A}" destId="{3F78B78A-5EE9-4D5E-90C8-ACF9A554E50D}" srcOrd="0" destOrd="0" presId="urn:microsoft.com/office/officeart/2008/layout/HorizontalMultiLevelHierarchy"/>
    <dgm:cxn modelId="{3123B57A-8452-4A7D-8A1E-0D83625886B1}" srcId="{F4C10387-2AFB-4D2F-8B1B-13FDAA24F705}" destId="{2B00623D-9041-4C8F-8634-042089463F2D}" srcOrd="0" destOrd="0" parTransId="{1B851DB6-6A6D-4E22-85C0-8B855C1A2159}" sibTransId="{EBBDA887-B779-491D-B468-F489F9FE211C}"/>
    <dgm:cxn modelId="{40AF9982-8A9D-45E1-B6A2-1252C4C49CE0}" srcId="{87C77455-7272-463D-8A1B-B867D57710B7}" destId="{BD4E00E4-DB36-4622-A002-EEFDE31C385A}" srcOrd="2" destOrd="0" parTransId="{C1E28AEF-3184-49EB-A791-21DCE7E9F305}" sibTransId="{9EC85F32-49C0-4A01-B7E8-21F395C0B1C8}"/>
    <dgm:cxn modelId="{3D31D485-FFA4-4E5C-B22B-B3FB172C27EB}" srcId="{87C77455-7272-463D-8A1B-B867D57710B7}" destId="{5D403F78-B1F4-4BE2-9315-B68B9B96470C}" srcOrd="0" destOrd="0" parTransId="{DAEF268A-98DA-4D49-A2FF-4E1326EF300A}" sibTransId="{B38DE6B4-C1FA-4BE3-A056-B52B59BA1A60}"/>
    <dgm:cxn modelId="{D0F84C88-4D67-AA42-9607-2B052C1164F6}" type="presOf" srcId="{1B851DB6-6A6D-4E22-85C0-8B855C1A2159}" destId="{6BB9A341-91A2-4390-B3E9-587E77BE1824}" srcOrd="1" destOrd="0" presId="urn:microsoft.com/office/officeart/2008/layout/HorizontalMultiLevelHierarchy"/>
    <dgm:cxn modelId="{E009F798-4F5D-FC41-8EE6-0394B9921B1E}" type="presOf" srcId="{DAEF268A-98DA-4D49-A2FF-4E1326EF300A}" destId="{A7E7AEB1-1895-4F97-91DC-BC619409E9F9}" srcOrd="0" destOrd="0" presId="urn:microsoft.com/office/officeart/2008/layout/HorizontalMultiLevelHierarchy"/>
    <dgm:cxn modelId="{A9B8B5A8-2331-944C-B507-FAEF4569087A}" type="presOf" srcId="{EB9E1A63-828B-48F1-AD35-4B21224B9572}" destId="{366C824B-EB90-4F4A-84C1-F6BE277EF81C}" srcOrd="0" destOrd="0" presId="urn:microsoft.com/office/officeart/2008/layout/HorizontalMultiLevelHierarchy"/>
    <dgm:cxn modelId="{A60893AB-01D3-6E48-B738-6638539FA454}" type="presOf" srcId="{9A776268-7117-4CB1-BB9E-A84FF0BC8FE8}" destId="{EE574EB1-83E5-4F0F-8392-DD8FA21A1430}" srcOrd="0" destOrd="0" presId="urn:microsoft.com/office/officeart/2008/layout/HorizontalMultiLevelHierarchy"/>
    <dgm:cxn modelId="{AD53B4BF-9B40-4A4B-A302-C3F7E89C2E63}" type="presOf" srcId="{E0D23827-38F8-4A44-8BB2-4772D6D0EFE8}" destId="{63CA7130-7BDC-451E-8E27-1F4D8A320FD3}" srcOrd="0" destOrd="0" presId="urn:microsoft.com/office/officeart/2008/layout/HorizontalMultiLevelHierarchy"/>
    <dgm:cxn modelId="{26A970C3-6EAD-7647-9BC5-E103C6664E7B}" type="presOf" srcId="{5D403F78-B1F4-4BE2-9315-B68B9B96470C}" destId="{812ADFAE-6F8F-40EC-BADF-3C95BAB44609}" srcOrd="0" destOrd="0" presId="urn:microsoft.com/office/officeart/2008/layout/HorizontalMultiLevelHierarchy"/>
    <dgm:cxn modelId="{20A7BFDE-00A0-1E46-805A-5ED056FCA161}" type="presOf" srcId="{C1E28AEF-3184-49EB-A791-21DCE7E9F305}" destId="{DA48F75C-4F5B-49DA-90BC-1A166FD70432}" srcOrd="0" destOrd="0" presId="urn:microsoft.com/office/officeart/2008/layout/HorizontalMultiLevelHierarchy"/>
    <dgm:cxn modelId="{84BC91EB-C518-994C-B72B-F25A8B53A218}" type="presOf" srcId="{1B851DB6-6A6D-4E22-85C0-8B855C1A2159}" destId="{15695087-87CC-4330-9192-6C12FD814EA8}" srcOrd="0" destOrd="0" presId="urn:microsoft.com/office/officeart/2008/layout/HorizontalMultiLevelHierarchy"/>
    <dgm:cxn modelId="{F6D810EE-AAC3-447B-808B-A9493FE11A11}" srcId="{5D403F78-B1F4-4BE2-9315-B68B9B96470C}" destId="{3D3DB68F-E7DC-4F11-9BE0-51F60CFDD962}" srcOrd="0" destOrd="0" parTransId="{E0D23827-38F8-4A44-8BB2-4772D6D0EFE8}" sibTransId="{F5CD85E1-E931-4DE8-99DC-34764DECF6B3}"/>
    <dgm:cxn modelId="{551A86F0-1502-1643-8672-103F59682270}" type="presOf" srcId="{AE8AC2C5-27D7-43AD-B654-8D27D961FF95}" destId="{DD50A632-1A32-4520-B2BD-DC6337A8E4A2}" srcOrd="0" destOrd="0" presId="urn:microsoft.com/office/officeart/2008/layout/HorizontalMultiLevelHierarchy"/>
    <dgm:cxn modelId="{32051806-2B33-FC42-AE98-4BE4070ADD99}" type="presParOf" srcId="{DD50A632-1A32-4520-B2BD-DC6337A8E4A2}" destId="{E0D23119-F3E3-4BB0-9AEF-0CCD0D39ED6F}" srcOrd="0" destOrd="0" presId="urn:microsoft.com/office/officeart/2008/layout/HorizontalMultiLevelHierarchy"/>
    <dgm:cxn modelId="{9D07CC3D-1611-4145-8F4A-FAB9A5BCF36A}" type="presParOf" srcId="{E0D23119-F3E3-4BB0-9AEF-0CCD0D39ED6F}" destId="{98A33E79-C18E-487F-9B30-13075D668E9E}" srcOrd="0" destOrd="0" presId="urn:microsoft.com/office/officeart/2008/layout/HorizontalMultiLevelHierarchy"/>
    <dgm:cxn modelId="{9B92443F-6A5C-A242-982E-FF5D46A8EA80}" type="presParOf" srcId="{E0D23119-F3E3-4BB0-9AEF-0CCD0D39ED6F}" destId="{529B1BEA-639F-4BA7-8589-726C8A7EEAE9}" srcOrd="1" destOrd="0" presId="urn:microsoft.com/office/officeart/2008/layout/HorizontalMultiLevelHierarchy"/>
    <dgm:cxn modelId="{1564BC3E-0E9E-B346-991F-8317D0BF2360}" type="presParOf" srcId="{529B1BEA-639F-4BA7-8589-726C8A7EEAE9}" destId="{A7E7AEB1-1895-4F97-91DC-BC619409E9F9}" srcOrd="0" destOrd="0" presId="urn:microsoft.com/office/officeart/2008/layout/HorizontalMultiLevelHierarchy"/>
    <dgm:cxn modelId="{2621AA00-8750-DB41-834A-87E6C6CC6405}" type="presParOf" srcId="{A7E7AEB1-1895-4F97-91DC-BC619409E9F9}" destId="{B9CC19B9-0D94-413C-9D3D-9554BC8673FC}" srcOrd="0" destOrd="0" presId="urn:microsoft.com/office/officeart/2008/layout/HorizontalMultiLevelHierarchy"/>
    <dgm:cxn modelId="{7F8413B0-2A69-EC4A-B327-C01CF994655F}" type="presParOf" srcId="{529B1BEA-639F-4BA7-8589-726C8A7EEAE9}" destId="{0E4CA00E-7B77-44AF-97CC-7DC48EAAC4BE}" srcOrd="1" destOrd="0" presId="urn:microsoft.com/office/officeart/2008/layout/HorizontalMultiLevelHierarchy"/>
    <dgm:cxn modelId="{0B015BA4-951B-D34D-BD54-AF275EE23A54}" type="presParOf" srcId="{0E4CA00E-7B77-44AF-97CC-7DC48EAAC4BE}" destId="{812ADFAE-6F8F-40EC-BADF-3C95BAB44609}" srcOrd="0" destOrd="0" presId="urn:microsoft.com/office/officeart/2008/layout/HorizontalMultiLevelHierarchy"/>
    <dgm:cxn modelId="{A5B6500A-43D0-804B-8510-9A1A39582996}" type="presParOf" srcId="{0E4CA00E-7B77-44AF-97CC-7DC48EAAC4BE}" destId="{91ADF921-EF45-4672-9EDB-33A54DBBDF6F}" srcOrd="1" destOrd="0" presId="urn:microsoft.com/office/officeart/2008/layout/HorizontalMultiLevelHierarchy"/>
    <dgm:cxn modelId="{D1F47A01-D293-1F42-9C28-1F3E1ECD6B34}" type="presParOf" srcId="{91ADF921-EF45-4672-9EDB-33A54DBBDF6F}" destId="{63CA7130-7BDC-451E-8E27-1F4D8A320FD3}" srcOrd="0" destOrd="0" presId="urn:microsoft.com/office/officeart/2008/layout/HorizontalMultiLevelHierarchy"/>
    <dgm:cxn modelId="{2B9DBF4D-31AE-C641-A62E-0AED4F2B16EC}" type="presParOf" srcId="{63CA7130-7BDC-451E-8E27-1F4D8A320FD3}" destId="{1A6EA61A-7968-4C6F-8BB1-7C019D531275}" srcOrd="0" destOrd="0" presId="urn:microsoft.com/office/officeart/2008/layout/HorizontalMultiLevelHierarchy"/>
    <dgm:cxn modelId="{4FA3DF44-2008-4049-8072-E0B9752B0A9E}" type="presParOf" srcId="{91ADF921-EF45-4672-9EDB-33A54DBBDF6F}" destId="{403E96D7-E4C4-4B67-81E6-7F6FD24FD46B}" srcOrd="1" destOrd="0" presId="urn:microsoft.com/office/officeart/2008/layout/HorizontalMultiLevelHierarchy"/>
    <dgm:cxn modelId="{3BDF697E-D242-DA49-82EE-9D4A02271B41}" type="presParOf" srcId="{403E96D7-E4C4-4B67-81E6-7F6FD24FD46B}" destId="{BD2873BC-235A-4FCF-A76E-4CA084837305}" srcOrd="0" destOrd="0" presId="urn:microsoft.com/office/officeart/2008/layout/HorizontalMultiLevelHierarchy"/>
    <dgm:cxn modelId="{CFED321A-6585-354C-9F5C-777759E720E2}" type="presParOf" srcId="{403E96D7-E4C4-4B67-81E6-7F6FD24FD46B}" destId="{E449FD99-9AA2-44BF-BC3F-0BDE3D2E08C7}" srcOrd="1" destOrd="0" presId="urn:microsoft.com/office/officeart/2008/layout/HorizontalMultiLevelHierarchy"/>
    <dgm:cxn modelId="{21856010-D94E-7240-A3D4-610B3975D43F}" type="presParOf" srcId="{529B1BEA-639F-4BA7-8589-726C8A7EEAE9}" destId="{EE574EB1-83E5-4F0F-8392-DD8FA21A1430}" srcOrd="2" destOrd="0" presId="urn:microsoft.com/office/officeart/2008/layout/HorizontalMultiLevelHierarchy"/>
    <dgm:cxn modelId="{65F0D428-1885-DE4A-BA52-9ED6DB397566}" type="presParOf" srcId="{EE574EB1-83E5-4F0F-8392-DD8FA21A1430}" destId="{F8236C87-A649-4A65-BEF1-367A6AB3753E}" srcOrd="0" destOrd="0" presId="urn:microsoft.com/office/officeart/2008/layout/HorizontalMultiLevelHierarchy"/>
    <dgm:cxn modelId="{3FF2EA7C-1CE7-DC4E-BE7B-B6517D4EA3A8}" type="presParOf" srcId="{529B1BEA-639F-4BA7-8589-726C8A7EEAE9}" destId="{AC3D1A6A-3794-45A0-AB8A-AA6F839A4FE2}" srcOrd="3" destOrd="0" presId="urn:microsoft.com/office/officeart/2008/layout/HorizontalMultiLevelHierarchy"/>
    <dgm:cxn modelId="{73518C9D-E76B-9440-9AC2-F38C0A2BC3D8}" type="presParOf" srcId="{AC3D1A6A-3794-45A0-AB8A-AA6F839A4FE2}" destId="{F74B0C32-8C3C-45B5-907E-722343C34EFA}" srcOrd="0" destOrd="0" presId="urn:microsoft.com/office/officeart/2008/layout/HorizontalMultiLevelHierarchy"/>
    <dgm:cxn modelId="{95B88B44-AC94-8849-8EF2-2D1606236234}" type="presParOf" srcId="{AC3D1A6A-3794-45A0-AB8A-AA6F839A4FE2}" destId="{9C77610A-DEF1-49AE-8963-FDB72788DABC}" srcOrd="1" destOrd="0" presId="urn:microsoft.com/office/officeart/2008/layout/HorizontalMultiLevelHierarchy"/>
    <dgm:cxn modelId="{8419406E-EA5E-B844-9556-1D274C499ABC}" type="presParOf" srcId="{9C77610A-DEF1-49AE-8963-FDB72788DABC}" destId="{15695087-87CC-4330-9192-6C12FD814EA8}" srcOrd="0" destOrd="0" presId="urn:microsoft.com/office/officeart/2008/layout/HorizontalMultiLevelHierarchy"/>
    <dgm:cxn modelId="{87750536-5694-574A-9B92-4395481471D9}" type="presParOf" srcId="{15695087-87CC-4330-9192-6C12FD814EA8}" destId="{6BB9A341-91A2-4390-B3E9-587E77BE1824}" srcOrd="0" destOrd="0" presId="urn:microsoft.com/office/officeart/2008/layout/HorizontalMultiLevelHierarchy"/>
    <dgm:cxn modelId="{21CBEE5D-ED7C-924E-AC71-613995EC1553}" type="presParOf" srcId="{9C77610A-DEF1-49AE-8963-FDB72788DABC}" destId="{CC14730C-7947-40C9-82A7-074471563CD7}" srcOrd="1" destOrd="0" presId="urn:microsoft.com/office/officeart/2008/layout/HorizontalMultiLevelHierarchy"/>
    <dgm:cxn modelId="{F69D4573-2C8C-1A40-AFA2-81CB035DB3AC}" type="presParOf" srcId="{CC14730C-7947-40C9-82A7-074471563CD7}" destId="{15C97536-A008-45C8-844E-5142AA23BB18}" srcOrd="0" destOrd="0" presId="urn:microsoft.com/office/officeart/2008/layout/HorizontalMultiLevelHierarchy"/>
    <dgm:cxn modelId="{23EF56B7-8869-B445-9365-AF9B031ED796}" type="presParOf" srcId="{CC14730C-7947-40C9-82A7-074471563CD7}" destId="{9B1C97AE-0EC9-4173-8AA3-4B12360AC2CC}" srcOrd="1" destOrd="0" presId="urn:microsoft.com/office/officeart/2008/layout/HorizontalMultiLevelHierarchy"/>
    <dgm:cxn modelId="{BDED2750-941F-0E4C-A8DD-179135908D81}" type="presParOf" srcId="{529B1BEA-639F-4BA7-8589-726C8A7EEAE9}" destId="{DA48F75C-4F5B-49DA-90BC-1A166FD70432}" srcOrd="4" destOrd="0" presId="urn:microsoft.com/office/officeart/2008/layout/HorizontalMultiLevelHierarchy"/>
    <dgm:cxn modelId="{50EF70B9-DFB9-0642-8D4C-6B667919BDC8}" type="presParOf" srcId="{DA48F75C-4F5B-49DA-90BC-1A166FD70432}" destId="{CF92CFD9-5257-481C-A803-8757BB6A33D4}" srcOrd="0" destOrd="0" presId="urn:microsoft.com/office/officeart/2008/layout/HorizontalMultiLevelHierarchy"/>
    <dgm:cxn modelId="{CC91A004-90A7-CE43-BC4A-325138B3019D}" type="presParOf" srcId="{529B1BEA-639F-4BA7-8589-726C8A7EEAE9}" destId="{AFF0A41B-BC9E-4AD2-B785-FBAD59561ADA}" srcOrd="5" destOrd="0" presId="urn:microsoft.com/office/officeart/2008/layout/HorizontalMultiLevelHierarchy"/>
    <dgm:cxn modelId="{E8EBD9EC-6C20-B741-AB81-76A81B741B2B}" type="presParOf" srcId="{AFF0A41B-BC9E-4AD2-B785-FBAD59561ADA}" destId="{3F78B78A-5EE9-4D5E-90C8-ACF9A554E50D}" srcOrd="0" destOrd="0" presId="urn:microsoft.com/office/officeart/2008/layout/HorizontalMultiLevelHierarchy"/>
    <dgm:cxn modelId="{C254C0EB-E64D-FF41-8E1D-2D1BB9793B58}" type="presParOf" srcId="{AFF0A41B-BC9E-4AD2-B785-FBAD59561ADA}" destId="{B12848CB-1F4C-4E37-B178-CAC64F8F819C}" srcOrd="1" destOrd="0" presId="urn:microsoft.com/office/officeart/2008/layout/HorizontalMultiLevelHierarchy"/>
    <dgm:cxn modelId="{7A16B442-1C93-E04C-9C14-6A20B5757DD8}" type="presParOf" srcId="{B12848CB-1F4C-4E37-B178-CAC64F8F819C}" destId="{C4D94C92-6D36-4417-9A73-4FE75A123B8B}" srcOrd="0" destOrd="0" presId="urn:microsoft.com/office/officeart/2008/layout/HorizontalMultiLevelHierarchy"/>
    <dgm:cxn modelId="{286E6930-2D85-CF45-A4F3-663D790C47C0}" type="presParOf" srcId="{C4D94C92-6D36-4417-9A73-4FE75A123B8B}" destId="{35B3F85A-1E01-467F-8514-874210B98DD8}" srcOrd="0" destOrd="0" presId="urn:microsoft.com/office/officeart/2008/layout/HorizontalMultiLevelHierarchy"/>
    <dgm:cxn modelId="{69E7DAE2-27BC-6044-9F4F-6C9A9F68ED87}" type="presParOf" srcId="{B12848CB-1F4C-4E37-B178-CAC64F8F819C}" destId="{9648A275-0703-4B33-BE2A-1AD7E7E07DFB}" srcOrd="1" destOrd="0" presId="urn:microsoft.com/office/officeart/2008/layout/HorizontalMultiLevelHierarchy"/>
    <dgm:cxn modelId="{5897FED1-8650-1144-BBC3-0D8ED762BC66}" type="presParOf" srcId="{9648A275-0703-4B33-BE2A-1AD7E7E07DFB}" destId="{366C824B-EB90-4F4A-84C1-F6BE277EF81C}" srcOrd="0" destOrd="0" presId="urn:microsoft.com/office/officeart/2008/layout/HorizontalMultiLevelHierarchy"/>
    <dgm:cxn modelId="{D05177F6-964A-B24E-BF3C-3EA22D7F5ABD}" type="presParOf" srcId="{9648A275-0703-4B33-BE2A-1AD7E7E07DFB}" destId="{E0497A03-EBA8-4B4F-BDDC-47C4B720BF07}"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DBCC81E-EB96-40E5-83F0-7DA7C3E07185}"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0D5072E7-67EB-4ED8-BD1F-F58B724C906A}">
      <dgm:prSet phldrT="[Text]"/>
      <dgm:spPr/>
      <dgm:t>
        <a:bodyPr/>
        <a:lstStyle/>
        <a:p>
          <a:r>
            <a:rPr lang="es-MX" dirty="0"/>
            <a:t>Otras Deudas</a:t>
          </a:r>
        </a:p>
      </dgm:t>
    </dgm:pt>
    <dgm:pt modelId="{8694449B-8048-4BFC-99A0-C750C5D509CE}" type="parTrans" cxnId="{89A196D7-9293-43E8-9F5F-8F54BA75BD44}">
      <dgm:prSet/>
      <dgm:spPr/>
      <dgm:t>
        <a:bodyPr/>
        <a:lstStyle/>
        <a:p>
          <a:endParaRPr lang="es-MX"/>
        </a:p>
      </dgm:t>
    </dgm:pt>
    <dgm:pt modelId="{19132FE8-059F-46C8-8F3F-EA53FCE00227}" type="sibTrans" cxnId="{89A196D7-9293-43E8-9F5F-8F54BA75BD44}">
      <dgm:prSet/>
      <dgm:spPr/>
      <dgm:t>
        <a:bodyPr/>
        <a:lstStyle/>
        <a:p>
          <a:endParaRPr lang="es-MX"/>
        </a:p>
      </dgm:t>
    </dgm:pt>
    <dgm:pt modelId="{53ADF07C-4A14-48EC-8272-1D55AF86B244}">
      <dgm:prSet phldrT="[Text]"/>
      <dgm:spPr>
        <a:solidFill>
          <a:srgbClr val="92D050"/>
        </a:solidFill>
      </dgm:spPr>
      <dgm:t>
        <a:bodyPr/>
        <a:lstStyle/>
        <a:p>
          <a:r>
            <a:rPr lang="es-MX" dirty="0"/>
            <a:t>Contribuciones no  deducibles</a:t>
          </a:r>
        </a:p>
      </dgm:t>
    </dgm:pt>
    <dgm:pt modelId="{83AB5599-4383-4979-9A84-0EEB460757D5}" type="parTrans" cxnId="{B116576C-FF77-4F56-BB3C-F1102FBC4D69}">
      <dgm:prSet/>
      <dgm:spPr/>
      <dgm:t>
        <a:bodyPr/>
        <a:lstStyle/>
        <a:p>
          <a:endParaRPr lang="es-MX"/>
        </a:p>
      </dgm:t>
    </dgm:pt>
    <dgm:pt modelId="{208AEBA3-938C-4F22-999B-CCAC684E1A8A}" type="sibTrans" cxnId="{B116576C-FF77-4F56-BB3C-F1102FBC4D69}">
      <dgm:prSet/>
      <dgm:spPr/>
      <dgm:t>
        <a:bodyPr/>
        <a:lstStyle/>
        <a:p>
          <a:endParaRPr lang="es-MX"/>
        </a:p>
      </dgm:t>
    </dgm:pt>
    <dgm:pt modelId="{69963EE7-CB60-4A1C-9819-E642A2BE2A71}">
      <dgm:prSet phldrT="[Text]"/>
      <dgm:spPr>
        <a:solidFill>
          <a:srgbClr val="92D050"/>
        </a:solidFill>
      </dgm:spPr>
      <dgm:t>
        <a:bodyPr/>
        <a:lstStyle/>
        <a:p>
          <a:r>
            <a:rPr lang="es-MX" dirty="0"/>
            <a:t>Provisiones no deducibles</a:t>
          </a:r>
        </a:p>
      </dgm:t>
    </dgm:pt>
    <dgm:pt modelId="{9BC2A3B6-02FB-415D-A207-289E0B13AB0D}" type="parTrans" cxnId="{0D886E8B-94B0-4C0C-AC9F-A69E2C8DC81A}">
      <dgm:prSet/>
      <dgm:spPr/>
      <dgm:t>
        <a:bodyPr/>
        <a:lstStyle/>
        <a:p>
          <a:endParaRPr lang="es-MX"/>
        </a:p>
      </dgm:t>
    </dgm:pt>
    <dgm:pt modelId="{9E6327F3-B94B-4C37-950F-6AAEB5068466}" type="sibTrans" cxnId="{0D886E8B-94B0-4C0C-AC9F-A69E2C8DC81A}">
      <dgm:prSet/>
      <dgm:spPr/>
      <dgm:t>
        <a:bodyPr/>
        <a:lstStyle/>
        <a:p>
          <a:endParaRPr lang="es-MX"/>
        </a:p>
      </dgm:t>
    </dgm:pt>
    <dgm:pt modelId="{ABFB1B34-8B14-41D4-B351-53A8BE0BC580}">
      <dgm:prSet phldrT="[Text]"/>
      <dgm:spPr>
        <a:solidFill>
          <a:srgbClr val="92D050"/>
        </a:solidFill>
      </dgm:spPr>
      <dgm:t>
        <a:bodyPr/>
        <a:lstStyle/>
        <a:p>
          <a:r>
            <a:rPr lang="es-MX" dirty="0"/>
            <a:t>Reservas de pago al personal no deducibles</a:t>
          </a:r>
        </a:p>
      </dgm:t>
    </dgm:pt>
    <dgm:pt modelId="{03DF6A44-1BB7-46B5-BCF9-2292626CDFB0}" type="parTrans" cxnId="{B545F396-F228-4C3C-992A-B4E6BBBF81B1}">
      <dgm:prSet/>
      <dgm:spPr/>
      <dgm:t>
        <a:bodyPr/>
        <a:lstStyle/>
        <a:p>
          <a:endParaRPr lang="es-MX"/>
        </a:p>
      </dgm:t>
    </dgm:pt>
    <dgm:pt modelId="{5FCEF367-349C-4669-B96A-5C46F3519F6A}" type="sibTrans" cxnId="{B545F396-F228-4C3C-992A-B4E6BBBF81B1}">
      <dgm:prSet/>
      <dgm:spPr/>
      <dgm:t>
        <a:bodyPr/>
        <a:lstStyle/>
        <a:p>
          <a:endParaRPr lang="es-MX"/>
        </a:p>
      </dgm:t>
    </dgm:pt>
    <dgm:pt modelId="{72A7E59F-C0D4-49B3-B9A8-034ACBF82230}">
      <dgm:prSet/>
      <dgm:spPr>
        <a:solidFill>
          <a:srgbClr val="92D050"/>
        </a:solidFill>
      </dgm:spPr>
      <dgm:t>
        <a:bodyPr/>
        <a:lstStyle/>
        <a:p>
          <a:r>
            <a:rPr lang="es-MX" dirty="0"/>
            <a:t>Capitalización Insuficiente</a:t>
          </a:r>
        </a:p>
      </dgm:t>
    </dgm:pt>
    <dgm:pt modelId="{A88B597A-83BC-4C7D-B599-18D52C19DDF1}" type="parTrans" cxnId="{C9281D3A-AD2A-49B3-866E-17EBD3442699}">
      <dgm:prSet/>
      <dgm:spPr/>
      <dgm:t>
        <a:bodyPr/>
        <a:lstStyle/>
        <a:p>
          <a:endParaRPr lang="es-MX"/>
        </a:p>
      </dgm:t>
    </dgm:pt>
    <dgm:pt modelId="{42B7AD65-F83F-4626-99CE-86C9E9C3C099}" type="sibTrans" cxnId="{C9281D3A-AD2A-49B3-866E-17EBD3442699}">
      <dgm:prSet/>
      <dgm:spPr/>
      <dgm:t>
        <a:bodyPr/>
        <a:lstStyle/>
        <a:p>
          <a:endParaRPr lang="en-US"/>
        </a:p>
      </dgm:t>
    </dgm:pt>
    <dgm:pt modelId="{F6A610B3-E45B-4F07-A339-EA0217231481}" type="pres">
      <dgm:prSet presAssocID="{4DBCC81E-EB96-40E5-83F0-7DA7C3E07185}" presName="Name0" presStyleCnt="0">
        <dgm:presLayoutVars>
          <dgm:chPref val="1"/>
          <dgm:dir/>
          <dgm:animOne val="branch"/>
          <dgm:animLvl val="lvl"/>
          <dgm:resizeHandles val="exact"/>
        </dgm:presLayoutVars>
      </dgm:prSet>
      <dgm:spPr/>
    </dgm:pt>
    <dgm:pt modelId="{B5B490D2-F34B-4680-872E-3ABF46A204DC}" type="pres">
      <dgm:prSet presAssocID="{0D5072E7-67EB-4ED8-BD1F-F58B724C906A}" presName="root1" presStyleCnt="0"/>
      <dgm:spPr/>
    </dgm:pt>
    <dgm:pt modelId="{85592B79-C185-442E-981E-2EC4195AE086}" type="pres">
      <dgm:prSet presAssocID="{0D5072E7-67EB-4ED8-BD1F-F58B724C906A}" presName="LevelOneTextNode" presStyleLbl="node0" presStyleIdx="0" presStyleCnt="1">
        <dgm:presLayoutVars>
          <dgm:chPref val="3"/>
        </dgm:presLayoutVars>
      </dgm:prSet>
      <dgm:spPr/>
    </dgm:pt>
    <dgm:pt modelId="{CA03A2E2-5D0F-42A7-A3EE-13F8A0191B9B}" type="pres">
      <dgm:prSet presAssocID="{0D5072E7-67EB-4ED8-BD1F-F58B724C906A}" presName="level2hierChild" presStyleCnt="0"/>
      <dgm:spPr/>
    </dgm:pt>
    <dgm:pt modelId="{484216DF-EEE2-464D-B826-B521915A83A6}" type="pres">
      <dgm:prSet presAssocID="{83AB5599-4383-4979-9A84-0EEB460757D5}" presName="conn2-1" presStyleLbl="parChTrans1D2" presStyleIdx="0" presStyleCnt="4"/>
      <dgm:spPr/>
    </dgm:pt>
    <dgm:pt modelId="{9FC68741-57B9-4BB5-A750-A8C8095B1FDB}" type="pres">
      <dgm:prSet presAssocID="{83AB5599-4383-4979-9A84-0EEB460757D5}" presName="connTx" presStyleLbl="parChTrans1D2" presStyleIdx="0" presStyleCnt="4"/>
      <dgm:spPr/>
    </dgm:pt>
    <dgm:pt modelId="{50C2805D-747D-44E0-ABA5-2678E420EFF7}" type="pres">
      <dgm:prSet presAssocID="{53ADF07C-4A14-48EC-8272-1D55AF86B244}" presName="root2" presStyleCnt="0"/>
      <dgm:spPr/>
    </dgm:pt>
    <dgm:pt modelId="{A5201CED-AD72-4CEE-8C01-5452A60380D1}" type="pres">
      <dgm:prSet presAssocID="{53ADF07C-4A14-48EC-8272-1D55AF86B244}" presName="LevelTwoTextNode" presStyleLbl="node2" presStyleIdx="0" presStyleCnt="4">
        <dgm:presLayoutVars>
          <dgm:chPref val="3"/>
        </dgm:presLayoutVars>
      </dgm:prSet>
      <dgm:spPr/>
    </dgm:pt>
    <dgm:pt modelId="{58C1EAA6-B635-4469-8CEB-79B9D9EF7DCB}" type="pres">
      <dgm:prSet presAssocID="{53ADF07C-4A14-48EC-8272-1D55AF86B244}" presName="level3hierChild" presStyleCnt="0"/>
      <dgm:spPr/>
    </dgm:pt>
    <dgm:pt modelId="{EB14A4C0-9D0D-4DB0-8140-F26BB8B2C8F1}" type="pres">
      <dgm:prSet presAssocID="{9BC2A3B6-02FB-415D-A207-289E0B13AB0D}" presName="conn2-1" presStyleLbl="parChTrans1D2" presStyleIdx="1" presStyleCnt="4"/>
      <dgm:spPr/>
    </dgm:pt>
    <dgm:pt modelId="{007E392D-67C1-4924-A188-E7B440BBCDD5}" type="pres">
      <dgm:prSet presAssocID="{9BC2A3B6-02FB-415D-A207-289E0B13AB0D}" presName="connTx" presStyleLbl="parChTrans1D2" presStyleIdx="1" presStyleCnt="4"/>
      <dgm:spPr/>
    </dgm:pt>
    <dgm:pt modelId="{A7E0C84C-D7C2-45CE-849C-58A80A6D2564}" type="pres">
      <dgm:prSet presAssocID="{69963EE7-CB60-4A1C-9819-E642A2BE2A71}" presName="root2" presStyleCnt="0"/>
      <dgm:spPr/>
    </dgm:pt>
    <dgm:pt modelId="{53FA052F-B6DD-4244-8C18-71B8B94BBEEF}" type="pres">
      <dgm:prSet presAssocID="{69963EE7-CB60-4A1C-9819-E642A2BE2A71}" presName="LevelTwoTextNode" presStyleLbl="node2" presStyleIdx="1" presStyleCnt="4">
        <dgm:presLayoutVars>
          <dgm:chPref val="3"/>
        </dgm:presLayoutVars>
      </dgm:prSet>
      <dgm:spPr/>
    </dgm:pt>
    <dgm:pt modelId="{77A6A8A8-EBF5-42AA-B686-0ACC9FC6468F}" type="pres">
      <dgm:prSet presAssocID="{69963EE7-CB60-4A1C-9819-E642A2BE2A71}" presName="level3hierChild" presStyleCnt="0"/>
      <dgm:spPr/>
    </dgm:pt>
    <dgm:pt modelId="{2EF4D11A-5BA0-4CAD-AAA5-3C412BF1DC6C}" type="pres">
      <dgm:prSet presAssocID="{03DF6A44-1BB7-46B5-BCF9-2292626CDFB0}" presName="conn2-1" presStyleLbl="parChTrans1D2" presStyleIdx="2" presStyleCnt="4"/>
      <dgm:spPr/>
    </dgm:pt>
    <dgm:pt modelId="{DF4A5C37-66EA-4CEE-85DC-078619937880}" type="pres">
      <dgm:prSet presAssocID="{03DF6A44-1BB7-46B5-BCF9-2292626CDFB0}" presName="connTx" presStyleLbl="parChTrans1D2" presStyleIdx="2" presStyleCnt="4"/>
      <dgm:spPr/>
    </dgm:pt>
    <dgm:pt modelId="{877904BF-D3BB-46E6-966F-D0FDEA73E2E8}" type="pres">
      <dgm:prSet presAssocID="{ABFB1B34-8B14-41D4-B351-53A8BE0BC580}" presName="root2" presStyleCnt="0"/>
      <dgm:spPr/>
    </dgm:pt>
    <dgm:pt modelId="{91BBCE97-29AE-458F-A600-0232A3A5796E}" type="pres">
      <dgm:prSet presAssocID="{ABFB1B34-8B14-41D4-B351-53A8BE0BC580}" presName="LevelTwoTextNode" presStyleLbl="node2" presStyleIdx="2" presStyleCnt="4">
        <dgm:presLayoutVars>
          <dgm:chPref val="3"/>
        </dgm:presLayoutVars>
      </dgm:prSet>
      <dgm:spPr/>
    </dgm:pt>
    <dgm:pt modelId="{3169DE50-507C-46F8-B54C-867965CFF0D9}" type="pres">
      <dgm:prSet presAssocID="{ABFB1B34-8B14-41D4-B351-53A8BE0BC580}" presName="level3hierChild" presStyleCnt="0"/>
      <dgm:spPr/>
    </dgm:pt>
    <dgm:pt modelId="{9D9BE488-1382-4524-8509-0D3D5D255B98}" type="pres">
      <dgm:prSet presAssocID="{A88B597A-83BC-4C7D-B599-18D52C19DDF1}" presName="conn2-1" presStyleLbl="parChTrans1D2" presStyleIdx="3" presStyleCnt="4"/>
      <dgm:spPr/>
    </dgm:pt>
    <dgm:pt modelId="{9B2CDF26-2E65-44DF-B03B-02A14E633D65}" type="pres">
      <dgm:prSet presAssocID="{A88B597A-83BC-4C7D-B599-18D52C19DDF1}" presName="connTx" presStyleLbl="parChTrans1D2" presStyleIdx="3" presStyleCnt="4"/>
      <dgm:spPr/>
    </dgm:pt>
    <dgm:pt modelId="{6F45F85B-34ED-4C02-B94C-0EC6890559D6}" type="pres">
      <dgm:prSet presAssocID="{72A7E59F-C0D4-49B3-B9A8-034ACBF82230}" presName="root2" presStyleCnt="0"/>
      <dgm:spPr/>
    </dgm:pt>
    <dgm:pt modelId="{831A389A-18DC-40F9-B00C-11D409581CB3}" type="pres">
      <dgm:prSet presAssocID="{72A7E59F-C0D4-49B3-B9A8-034ACBF82230}" presName="LevelTwoTextNode" presStyleLbl="node2" presStyleIdx="3" presStyleCnt="4">
        <dgm:presLayoutVars>
          <dgm:chPref val="3"/>
        </dgm:presLayoutVars>
      </dgm:prSet>
      <dgm:spPr/>
    </dgm:pt>
    <dgm:pt modelId="{49E1804D-C6C5-4114-8FA2-51A8AAD92352}" type="pres">
      <dgm:prSet presAssocID="{72A7E59F-C0D4-49B3-B9A8-034ACBF82230}" presName="level3hierChild" presStyleCnt="0"/>
      <dgm:spPr/>
    </dgm:pt>
  </dgm:ptLst>
  <dgm:cxnLst>
    <dgm:cxn modelId="{46B26B20-2974-534B-8E08-92771798A313}" type="presOf" srcId="{03DF6A44-1BB7-46B5-BCF9-2292626CDFB0}" destId="{2EF4D11A-5BA0-4CAD-AAA5-3C412BF1DC6C}" srcOrd="0" destOrd="0" presId="urn:microsoft.com/office/officeart/2008/layout/HorizontalMultiLevelHierarchy"/>
    <dgm:cxn modelId="{C9281D3A-AD2A-49B3-866E-17EBD3442699}" srcId="{0D5072E7-67EB-4ED8-BD1F-F58B724C906A}" destId="{72A7E59F-C0D4-49B3-B9A8-034ACBF82230}" srcOrd="3" destOrd="0" parTransId="{A88B597A-83BC-4C7D-B599-18D52C19DDF1}" sibTransId="{42B7AD65-F83F-4626-99CE-86C9E9C3C099}"/>
    <dgm:cxn modelId="{B4F32844-F178-CA4F-A9FF-F07EEF71EA0D}" type="presOf" srcId="{ABFB1B34-8B14-41D4-B351-53A8BE0BC580}" destId="{91BBCE97-29AE-458F-A600-0232A3A5796E}" srcOrd="0" destOrd="0" presId="urn:microsoft.com/office/officeart/2008/layout/HorizontalMultiLevelHierarchy"/>
    <dgm:cxn modelId="{CEC1E648-5518-2D4C-9BE3-68250E0C2FFA}" type="presOf" srcId="{03DF6A44-1BB7-46B5-BCF9-2292626CDFB0}" destId="{DF4A5C37-66EA-4CEE-85DC-078619937880}" srcOrd="1" destOrd="0" presId="urn:microsoft.com/office/officeart/2008/layout/HorizontalMultiLevelHierarchy"/>
    <dgm:cxn modelId="{B116576C-FF77-4F56-BB3C-F1102FBC4D69}" srcId="{0D5072E7-67EB-4ED8-BD1F-F58B724C906A}" destId="{53ADF07C-4A14-48EC-8272-1D55AF86B244}" srcOrd="0" destOrd="0" parTransId="{83AB5599-4383-4979-9A84-0EEB460757D5}" sibTransId="{208AEBA3-938C-4F22-999B-CCAC684E1A8A}"/>
    <dgm:cxn modelId="{AE23DC6D-C2B9-E348-AE6C-8640763C528F}" type="presOf" srcId="{9BC2A3B6-02FB-415D-A207-289E0B13AB0D}" destId="{EB14A4C0-9D0D-4DB0-8140-F26BB8B2C8F1}" srcOrd="0" destOrd="0" presId="urn:microsoft.com/office/officeart/2008/layout/HorizontalMultiLevelHierarchy"/>
    <dgm:cxn modelId="{C81C2457-CD52-C548-9AB0-F5EB068C81E7}" type="presOf" srcId="{A88B597A-83BC-4C7D-B599-18D52C19DDF1}" destId="{9D9BE488-1382-4524-8509-0D3D5D255B98}" srcOrd="0" destOrd="0" presId="urn:microsoft.com/office/officeart/2008/layout/HorizontalMultiLevelHierarchy"/>
    <dgm:cxn modelId="{F9882583-6114-6A45-B468-271B002936F9}" type="presOf" srcId="{72A7E59F-C0D4-49B3-B9A8-034ACBF82230}" destId="{831A389A-18DC-40F9-B00C-11D409581CB3}" srcOrd="0" destOrd="0" presId="urn:microsoft.com/office/officeart/2008/layout/HorizontalMultiLevelHierarchy"/>
    <dgm:cxn modelId="{E120BC8A-C5EA-474F-A078-EAFF4FEE248C}" type="presOf" srcId="{4DBCC81E-EB96-40E5-83F0-7DA7C3E07185}" destId="{F6A610B3-E45B-4F07-A339-EA0217231481}" srcOrd="0" destOrd="0" presId="urn:microsoft.com/office/officeart/2008/layout/HorizontalMultiLevelHierarchy"/>
    <dgm:cxn modelId="{0D886E8B-94B0-4C0C-AC9F-A69E2C8DC81A}" srcId="{0D5072E7-67EB-4ED8-BD1F-F58B724C906A}" destId="{69963EE7-CB60-4A1C-9819-E642A2BE2A71}" srcOrd="1" destOrd="0" parTransId="{9BC2A3B6-02FB-415D-A207-289E0B13AB0D}" sibTransId="{9E6327F3-B94B-4C37-950F-6AAEB5068466}"/>
    <dgm:cxn modelId="{B545F396-F228-4C3C-992A-B4E6BBBF81B1}" srcId="{0D5072E7-67EB-4ED8-BD1F-F58B724C906A}" destId="{ABFB1B34-8B14-41D4-B351-53A8BE0BC580}" srcOrd="2" destOrd="0" parTransId="{03DF6A44-1BB7-46B5-BCF9-2292626CDFB0}" sibTransId="{5FCEF367-349C-4669-B96A-5C46F3519F6A}"/>
    <dgm:cxn modelId="{22DDDF9D-3B93-AA4B-B73D-5A666D58736B}" type="presOf" srcId="{83AB5599-4383-4979-9A84-0EEB460757D5}" destId="{484216DF-EEE2-464D-B826-B521915A83A6}" srcOrd="0" destOrd="0" presId="urn:microsoft.com/office/officeart/2008/layout/HorizontalMultiLevelHierarchy"/>
    <dgm:cxn modelId="{83AB79A9-B761-D64F-99EC-B3D58A39A09C}" type="presOf" srcId="{0D5072E7-67EB-4ED8-BD1F-F58B724C906A}" destId="{85592B79-C185-442E-981E-2EC4195AE086}" srcOrd="0" destOrd="0" presId="urn:microsoft.com/office/officeart/2008/layout/HorizontalMultiLevelHierarchy"/>
    <dgm:cxn modelId="{1790D1C7-0FB5-BC4F-833E-534D02ACB7B6}" type="presOf" srcId="{A88B597A-83BC-4C7D-B599-18D52C19DDF1}" destId="{9B2CDF26-2E65-44DF-B03B-02A14E633D65}" srcOrd="1" destOrd="0" presId="urn:microsoft.com/office/officeart/2008/layout/HorizontalMultiLevelHierarchy"/>
    <dgm:cxn modelId="{89A196D7-9293-43E8-9F5F-8F54BA75BD44}" srcId="{4DBCC81E-EB96-40E5-83F0-7DA7C3E07185}" destId="{0D5072E7-67EB-4ED8-BD1F-F58B724C906A}" srcOrd="0" destOrd="0" parTransId="{8694449B-8048-4BFC-99A0-C750C5D509CE}" sibTransId="{19132FE8-059F-46C8-8F3F-EA53FCE00227}"/>
    <dgm:cxn modelId="{06EBF9D7-8525-A946-B6AA-1DEA6609CD60}" type="presOf" srcId="{83AB5599-4383-4979-9A84-0EEB460757D5}" destId="{9FC68741-57B9-4BB5-A750-A8C8095B1FDB}" srcOrd="1" destOrd="0" presId="urn:microsoft.com/office/officeart/2008/layout/HorizontalMultiLevelHierarchy"/>
    <dgm:cxn modelId="{0B1540E0-5DC5-CB4E-B7A2-CE5A4B3D42B3}" type="presOf" srcId="{53ADF07C-4A14-48EC-8272-1D55AF86B244}" destId="{A5201CED-AD72-4CEE-8C01-5452A60380D1}" srcOrd="0" destOrd="0" presId="urn:microsoft.com/office/officeart/2008/layout/HorizontalMultiLevelHierarchy"/>
    <dgm:cxn modelId="{1B6561E2-8985-654D-84DE-BA7E72285B3C}" type="presOf" srcId="{69963EE7-CB60-4A1C-9819-E642A2BE2A71}" destId="{53FA052F-B6DD-4244-8C18-71B8B94BBEEF}" srcOrd="0" destOrd="0" presId="urn:microsoft.com/office/officeart/2008/layout/HorizontalMultiLevelHierarchy"/>
    <dgm:cxn modelId="{425E65F3-C48D-BB41-A93B-2BE942F06576}" type="presOf" srcId="{9BC2A3B6-02FB-415D-A207-289E0B13AB0D}" destId="{007E392D-67C1-4924-A188-E7B440BBCDD5}" srcOrd="1" destOrd="0" presId="urn:microsoft.com/office/officeart/2008/layout/HorizontalMultiLevelHierarchy"/>
    <dgm:cxn modelId="{64C73C33-D762-D646-9434-0CF6EE1B1CD2}" type="presParOf" srcId="{F6A610B3-E45B-4F07-A339-EA0217231481}" destId="{B5B490D2-F34B-4680-872E-3ABF46A204DC}" srcOrd="0" destOrd="0" presId="urn:microsoft.com/office/officeart/2008/layout/HorizontalMultiLevelHierarchy"/>
    <dgm:cxn modelId="{877C07B4-6C0E-9B42-96C1-0842F21921C9}" type="presParOf" srcId="{B5B490D2-F34B-4680-872E-3ABF46A204DC}" destId="{85592B79-C185-442E-981E-2EC4195AE086}" srcOrd="0" destOrd="0" presId="urn:microsoft.com/office/officeart/2008/layout/HorizontalMultiLevelHierarchy"/>
    <dgm:cxn modelId="{001D8CFE-3014-6A40-8F87-FE559681DF66}" type="presParOf" srcId="{B5B490D2-F34B-4680-872E-3ABF46A204DC}" destId="{CA03A2E2-5D0F-42A7-A3EE-13F8A0191B9B}" srcOrd="1" destOrd="0" presId="urn:microsoft.com/office/officeart/2008/layout/HorizontalMultiLevelHierarchy"/>
    <dgm:cxn modelId="{8BCF0F95-DAB8-DA44-9B25-A7C1D451FC97}" type="presParOf" srcId="{CA03A2E2-5D0F-42A7-A3EE-13F8A0191B9B}" destId="{484216DF-EEE2-464D-B826-B521915A83A6}" srcOrd="0" destOrd="0" presId="urn:microsoft.com/office/officeart/2008/layout/HorizontalMultiLevelHierarchy"/>
    <dgm:cxn modelId="{E45982FE-A918-4847-B396-9EE66B44EA6D}" type="presParOf" srcId="{484216DF-EEE2-464D-B826-B521915A83A6}" destId="{9FC68741-57B9-4BB5-A750-A8C8095B1FDB}" srcOrd="0" destOrd="0" presId="urn:microsoft.com/office/officeart/2008/layout/HorizontalMultiLevelHierarchy"/>
    <dgm:cxn modelId="{E263712E-C5C2-1D41-AFF8-C24A66171FC2}" type="presParOf" srcId="{CA03A2E2-5D0F-42A7-A3EE-13F8A0191B9B}" destId="{50C2805D-747D-44E0-ABA5-2678E420EFF7}" srcOrd="1" destOrd="0" presId="urn:microsoft.com/office/officeart/2008/layout/HorizontalMultiLevelHierarchy"/>
    <dgm:cxn modelId="{5DCDCC13-7B93-244B-AE75-5AB388BD98BA}" type="presParOf" srcId="{50C2805D-747D-44E0-ABA5-2678E420EFF7}" destId="{A5201CED-AD72-4CEE-8C01-5452A60380D1}" srcOrd="0" destOrd="0" presId="urn:microsoft.com/office/officeart/2008/layout/HorizontalMultiLevelHierarchy"/>
    <dgm:cxn modelId="{12CD751B-F630-B448-A88B-DF0F3733C49A}" type="presParOf" srcId="{50C2805D-747D-44E0-ABA5-2678E420EFF7}" destId="{58C1EAA6-B635-4469-8CEB-79B9D9EF7DCB}" srcOrd="1" destOrd="0" presId="urn:microsoft.com/office/officeart/2008/layout/HorizontalMultiLevelHierarchy"/>
    <dgm:cxn modelId="{8E6C2245-E5A4-AE4D-B5DA-C4D3F77A5416}" type="presParOf" srcId="{CA03A2E2-5D0F-42A7-A3EE-13F8A0191B9B}" destId="{EB14A4C0-9D0D-4DB0-8140-F26BB8B2C8F1}" srcOrd="2" destOrd="0" presId="urn:microsoft.com/office/officeart/2008/layout/HorizontalMultiLevelHierarchy"/>
    <dgm:cxn modelId="{F38AEB59-B2C5-8140-8DFD-7BA279106F16}" type="presParOf" srcId="{EB14A4C0-9D0D-4DB0-8140-F26BB8B2C8F1}" destId="{007E392D-67C1-4924-A188-E7B440BBCDD5}" srcOrd="0" destOrd="0" presId="urn:microsoft.com/office/officeart/2008/layout/HorizontalMultiLevelHierarchy"/>
    <dgm:cxn modelId="{499DFD26-B937-FB44-B0A8-CE9257BA19DE}" type="presParOf" srcId="{CA03A2E2-5D0F-42A7-A3EE-13F8A0191B9B}" destId="{A7E0C84C-D7C2-45CE-849C-58A80A6D2564}" srcOrd="3" destOrd="0" presId="urn:microsoft.com/office/officeart/2008/layout/HorizontalMultiLevelHierarchy"/>
    <dgm:cxn modelId="{07225854-1F7B-954A-8109-EC3848C40D5A}" type="presParOf" srcId="{A7E0C84C-D7C2-45CE-849C-58A80A6D2564}" destId="{53FA052F-B6DD-4244-8C18-71B8B94BBEEF}" srcOrd="0" destOrd="0" presId="urn:microsoft.com/office/officeart/2008/layout/HorizontalMultiLevelHierarchy"/>
    <dgm:cxn modelId="{CDFFA452-FA55-C44D-ADF0-7FCACAB51B4D}" type="presParOf" srcId="{A7E0C84C-D7C2-45CE-849C-58A80A6D2564}" destId="{77A6A8A8-EBF5-42AA-B686-0ACC9FC6468F}" srcOrd="1" destOrd="0" presId="urn:microsoft.com/office/officeart/2008/layout/HorizontalMultiLevelHierarchy"/>
    <dgm:cxn modelId="{77D468DE-A8FE-554D-8E20-9ABBDC248430}" type="presParOf" srcId="{CA03A2E2-5D0F-42A7-A3EE-13F8A0191B9B}" destId="{2EF4D11A-5BA0-4CAD-AAA5-3C412BF1DC6C}" srcOrd="4" destOrd="0" presId="urn:microsoft.com/office/officeart/2008/layout/HorizontalMultiLevelHierarchy"/>
    <dgm:cxn modelId="{69DB6F6F-3B50-7046-BEF3-9171D63CE8DE}" type="presParOf" srcId="{2EF4D11A-5BA0-4CAD-AAA5-3C412BF1DC6C}" destId="{DF4A5C37-66EA-4CEE-85DC-078619937880}" srcOrd="0" destOrd="0" presId="urn:microsoft.com/office/officeart/2008/layout/HorizontalMultiLevelHierarchy"/>
    <dgm:cxn modelId="{ED2F4F2D-4A73-B94C-89EB-A6C46EF02C66}" type="presParOf" srcId="{CA03A2E2-5D0F-42A7-A3EE-13F8A0191B9B}" destId="{877904BF-D3BB-46E6-966F-D0FDEA73E2E8}" srcOrd="5" destOrd="0" presId="urn:microsoft.com/office/officeart/2008/layout/HorizontalMultiLevelHierarchy"/>
    <dgm:cxn modelId="{D3FB3642-07CB-F44B-8D31-EA24987D5257}" type="presParOf" srcId="{877904BF-D3BB-46E6-966F-D0FDEA73E2E8}" destId="{91BBCE97-29AE-458F-A600-0232A3A5796E}" srcOrd="0" destOrd="0" presId="urn:microsoft.com/office/officeart/2008/layout/HorizontalMultiLevelHierarchy"/>
    <dgm:cxn modelId="{EB742D4C-8453-2847-A8C8-C8A3283749B7}" type="presParOf" srcId="{877904BF-D3BB-46E6-966F-D0FDEA73E2E8}" destId="{3169DE50-507C-46F8-B54C-867965CFF0D9}" srcOrd="1" destOrd="0" presId="urn:microsoft.com/office/officeart/2008/layout/HorizontalMultiLevelHierarchy"/>
    <dgm:cxn modelId="{56BAD2EB-45EC-B24C-941E-A0C588600391}" type="presParOf" srcId="{CA03A2E2-5D0F-42A7-A3EE-13F8A0191B9B}" destId="{9D9BE488-1382-4524-8509-0D3D5D255B98}" srcOrd="6" destOrd="0" presId="urn:microsoft.com/office/officeart/2008/layout/HorizontalMultiLevelHierarchy"/>
    <dgm:cxn modelId="{E2F9191B-6DA8-EC42-9445-D5CB9EE3A980}" type="presParOf" srcId="{9D9BE488-1382-4524-8509-0D3D5D255B98}" destId="{9B2CDF26-2E65-44DF-B03B-02A14E633D65}" srcOrd="0" destOrd="0" presId="urn:microsoft.com/office/officeart/2008/layout/HorizontalMultiLevelHierarchy"/>
    <dgm:cxn modelId="{7E0CE9CD-7249-2C48-8A9A-32BE7125EF83}" type="presParOf" srcId="{CA03A2E2-5D0F-42A7-A3EE-13F8A0191B9B}" destId="{6F45F85B-34ED-4C02-B94C-0EC6890559D6}" srcOrd="7" destOrd="0" presId="urn:microsoft.com/office/officeart/2008/layout/HorizontalMultiLevelHierarchy"/>
    <dgm:cxn modelId="{98D4D813-A450-D240-A524-857CEA7927FA}" type="presParOf" srcId="{6F45F85B-34ED-4C02-B94C-0EC6890559D6}" destId="{831A389A-18DC-40F9-B00C-11D409581CB3}" srcOrd="0" destOrd="0" presId="urn:microsoft.com/office/officeart/2008/layout/HorizontalMultiLevelHierarchy"/>
    <dgm:cxn modelId="{2BD4DDB6-D2CD-9444-BA82-40C81C865998}" type="presParOf" srcId="{6F45F85B-34ED-4C02-B94C-0EC6890559D6}" destId="{49E1804D-C6C5-4114-8FA2-51A8AAD92352}"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2A75C15-06F0-4745-81F1-24A7DB946428}"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65207133-60CA-4644-8232-86812EB5B758}">
      <dgm:prSet phldrT="[Text]"/>
      <dgm:spPr/>
      <dgm:t>
        <a:bodyPr/>
        <a:lstStyle/>
        <a:p>
          <a:r>
            <a:rPr lang="es-MX" dirty="0"/>
            <a:t>Momento</a:t>
          </a:r>
        </a:p>
      </dgm:t>
    </dgm:pt>
    <dgm:pt modelId="{ACF581D3-5E69-4313-B0DC-BC310F8FD0F5}" type="parTrans" cxnId="{A7E3CD41-BC29-44E8-81C0-4089A060228D}">
      <dgm:prSet/>
      <dgm:spPr/>
      <dgm:t>
        <a:bodyPr/>
        <a:lstStyle/>
        <a:p>
          <a:endParaRPr lang="es-MX"/>
        </a:p>
      </dgm:t>
    </dgm:pt>
    <dgm:pt modelId="{4B3D5116-854F-4938-840A-7046B913617E}" type="sibTrans" cxnId="{A7E3CD41-BC29-44E8-81C0-4089A060228D}">
      <dgm:prSet/>
      <dgm:spPr/>
      <dgm:t>
        <a:bodyPr/>
        <a:lstStyle/>
        <a:p>
          <a:endParaRPr lang="es-MX"/>
        </a:p>
      </dgm:t>
    </dgm:pt>
    <dgm:pt modelId="{E2DDFF7D-0BE4-48F2-9F04-47857B7BBD54}">
      <dgm:prSet phldrT="[Text]"/>
      <dgm:spPr/>
      <dgm:t>
        <a:bodyPr/>
        <a:lstStyle/>
        <a:p>
          <a:r>
            <a:rPr lang="es-MX" dirty="0"/>
            <a:t>Proveniente de adquisiciones</a:t>
          </a:r>
        </a:p>
      </dgm:t>
    </dgm:pt>
    <dgm:pt modelId="{DA6CEA6E-3A94-4260-B9D1-E8EBA09AB5BF}" type="parTrans" cxnId="{A02C2FF2-AB62-41CA-9AFF-8361604ED729}">
      <dgm:prSet/>
      <dgm:spPr/>
      <dgm:t>
        <a:bodyPr/>
        <a:lstStyle/>
        <a:p>
          <a:endParaRPr lang="es-MX"/>
        </a:p>
      </dgm:t>
    </dgm:pt>
    <dgm:pt modelId="{EA7A4031-921E-4080-A7DA-F60232459692}" type="sibTrans" cxnId="{A02C2FF2-AB62-41CA-9AFF-8361604ED729}">
      <dgm:prSet/>
      <dgm:spPr/>
      <dgm:t>
        <a:bodyPr/>
        <a:lstStyle/>
        <a:p>
          <a:endParaRPr lang="es-MX"/>
        </a:p>
      </dgm:t>
    </dgm:pt>
    <dgm:pt modelId="{98CC4D0F-E297-40FE-890D-5F19C7D52767}">
      <dgm:prSet phldrT="[Text]"/>
      <dgm:spPr/>
      <dgm:t>
        <a:bodyPr/>
        <a:lstStyle/>
        <a:p>
          <a:r>
            <a:rPr lang="es-MX" dirty="0"/>
            <a:t>Proveniente de otras operaciones</a:t>
          </a:r>
        </a:p>
      </dgm:t>
    </dgm:pt>
    <dgm:pt modelId="{00DECC6F-7168-4C05-BC8E-FB751B25A71D}" type="parTrans" cxnId="{7A9A6D22-2297-4131-92F7-23C5A1A67A84}">
      <dgm:prSet/>
      <dgm:spPr/>
      <dgm:t>
        <a:bodyPr/>
        <a:lstStyle/>
        <a:p>
          <a:endParaRPr lang="es-MX"/>
        </a:p>
      </dgm:t>
    </dgm:pt>
    <dgm:pt modelId="{9E873E72-45B2-444F-A402-56A295EC62FE}" type="sibTrans" cxnId="{7A9A6D22-2297-4131-92F7-23C5A1A67A84}">
      <dgm:prSet/>
      <dgm:spPr/>
      <dgm:t>
        <a:bodyPr/>
        <a:lstStyle/>
        <a:p>
          <a:endParaRPr lang="es-MX"/>
        </a:p>
      </dgm:t>
    </dgm:pt>
    <dgm:pt modelId="{11B59D3C-0BD0-47C3-8F60-23D7AD14FDE9}">
      <dgm:prSet/>
      <dgm:spPr/>
      <dgm:t>
        <a:bodyPr/>
        <a:lstStyle/>
        <a:p>
          <a:r>
            <a:rPr lang="es-MX" dirty="0"/>
            <a:t>A partir de la acumulación por la contraparte</a:t>
          </a:r>
        </a:p>
      </dgm:t>
    </dgm:pt>
    <dgm:pt modelId="{8DAE503B-7B89-43BF-BE7E-E1B9ABB713E7}" type="parTrans" cxnId="{DE208E6D-5921-46B1-B0C0-B02C4FC1B51D}">
      <dgm:prSet/>
      <dgm:spPr/>
      <dgm:t>
        <a:bodyPr/>
        <a:lstStyle/>
        <a:p>
          <a:endParaRPr lang="es-MX"/>
        </a:p>
      </dgm:t>
    </dgm:pt>
    <dgm:pt modelId="{30960447-E9EE-4BFE-A8B1-14FA5A6A6E64}" type="sibTrans" cxnId="{DE208E6D-5921-46B1-B0C0-B02C4FC1B51D}">
      <dgm:prSet/>
      <dgm:spPr/>
      <dgm:t>
        <a:bodyPr/>
        <a:lstStyle/>
        <a:p>
          <a:endParaRPr lang="es-MX"/>
        </a:p>
      </dgm:t>
    </dgm:pt>
    <dgm:pt modelId="{4167AF0F-9157-4B32-BCF3-E1BD11748A12}">
      <dgm:prSet/>
      <dgm:spPr/>
      <dgm:t>
        <a:bodyPr/>
        <a:lstStyle/>
        <a:p>
          <a:r>
            <a:rPr lang="es-MX" dirty="0"/>
            <a:t>A partir de la fecha de la operación</a:t>
          </a:r>
        </a:p>
      </dgm:t>
    </dgm:pt>
    <dgm:pt modelId="{66715AA4-4228-490E-84F3-07519A76F1C5}" type="parTrans" cxnId="{A5DBCED2-20F0-494D-AAE9-D606236FDD10}">
      <dgm:prSet/>
      <dgm:spPr/>
      <dgm:t>
        <a:bodyPr/>
        <a:lstStyle/>
        <a:p>
          <a:endParaRPr lang="es-MX"/>
        </a:p>
      </dgm:t>
    </dgm:pt>
    <dgm:pt modelId="{B7DAEFAF-4134-4773-9C7F-FFB9AF0E2854}" type="sibTrans" cxnId="{A5DBCED2-20F0-494D-AAE9-D606236FDD10}">
      <dgm:prSet/>
      <dgm:spPr/>
      <dgm:t>
        <a:bodyPr/>
        <a:lstStyle/>
        <a:p>
          <a:endParaRPr lang="es-MX"/>
        </a:p>
      </dgm:t>
    </dgm:pt>
    <dgm:pt modelId="{0BFAE057-6726-4323-BB0D-9749F9E558E1}" type="pres">
      <dgm:prSet presAssocID="{A2A75C15-06F0-4745-81F1-24A7DB946428}" presName="Name0" presStyleCnt="0">
        <dgm:presLayoutVars>
          <dgm:chPref val="1"/>
          <dgm:dir/>
          <dgm:animOne val="branch"/>
          <dgm:animLvl val="lvl"/>
          <dgm:resizeHandles val="exact"/>
        </dgm:presLayoutVars>
      </dgm:prSet>
      <dgm:spPr/>
    </dgm:pt>
    <dgm:pt modelId="{0DCBEE9A-B96C-4BC8-B895-E3D1A0009303}" type="pres">
      <dgm:prSet presAssocID="{65207133-60CA-4644-8232-86812EB5B758}" presName="root1" presStyleCnt="0"/>
      <dgm:spPr/>
    </dgm:pt>
    <dgm:pt modelId="{E064ACE9-43E9-4EB1-AFC2-1AD7031CD640}" type="pres">
      <dgm:prSet presAssocID="{65207133-60CA-4644-8232-86812EB5B758}" presName="LevelOneTextNode" presStyleLbl="node0" presStyleIdx="0" presStyleCnt="1">
        <dgm:presLayoutVars>
          <dgm:chPref val="3"/>
        </dgm:presLayoutVars>
      </dgm:prSet>
      <dgm:spPr/>
    </dgm:pt>
    <dgm:pt modelId="{C4C5B44F-D3DD-47D2-A7DE-93CA3E46CDD1}" type="pres">
      <dgm:prSet presAssocID="{65207133-60CA-4644-8232-86812EB5B758}" presName="level2hierChild" presStyleCnt="0"/>
      <dgm:spPr/>
    </dgm:pt>
    <dgm:pt modelId="{134DDEE8-61B6-4E78-A778-614EFFED4438}" type="pres">
      <dgm:prSet presAssocID="{DA6CEA6E-3A94-4260-B9D1-E8EBA09AB5BF}" presName="conn2-1" presStyleLbl="parChTrans1D2" presStyleIdx="0" presStyleCnt="2"/>
      <dgm:spPr/>
    </dgm:pt>
    <dgm:pt modelId="{C1EDE5E8-DE6A-4BE8-831B-9619D0A76F06}" type="pres">
      <dgm:prSet presAssocID="{DA6CEA6E-3A94-4260-B9D1-E8EBA09AB5BF}" presName="connTx" presStyleLbl="parChTrans1D2" presStyleIdx="0" presStyleCnt="2"/>
      <dgm:spPr/>
    </dgm:pt>
    <dgm:pt modelId="{F9FBBDB0-4FBB-4D3C-8BD8-6D6CD8B8B3C3}" type="pres">
      <dgm:prSet presAssocID="{E2DDFF7D-0BE4-48F2-9F04-47857B7BBD54}" presName="root2" presStyleCnt="0"/>
      <dgm:spPr/>
    </dgm:pt>
    <dgm:pt modelId="{B26367EC-61E3-431D-9006-67AEC5BEB70B}" type="pres">
      <dgm:prSet presAssocID="{E2DDFF7D-0BE4-48F2-9F04-47857B7BBD54}" presName="LevelTwoTextNode" presStyleLbl="node2" presStyleIdx="0" presStyleCnt="2">
        <dgm:presLayoutVars>
          <dgm:chPref val="3"/>
        </dgm:presLayoutVars>
      </dgm:prSet>
      <dgm:spPr/>
    </dgm:pt>
    <dgm:pt modelId="{F6C58EB9-3206-4F86-B630-E8587E640783}" type="pres">
      <dgm:prSet presAssocID="{E2DDFF7D-0BE4-48F2-9F04-47857B7BBD54}" presName="level3hierChild" presStyleCnt="0"/>
      <dgm:spPr/>
    </dgm:pt>
    <dgm:pt modelId="{A9F10CDE-4410-4F83-BCA8-4B2A15730883}" type="pres">
      <dgm:prSet presAssocID="{8DAE503B-7B89-43BF-BE7E-E1B9ABB713E7}" presName="conn2-1" presStyleLbl="parChTrans1D3" presStyleIdx="0" presStyleCnt="2"/>
      <dgm:spPr/>
    </dgm:pt>
    <dgm:pt modelId="{39739FB9-A11F-4DD0-81D0-B84A8B803F9A}" type="pres">
      <dgm:prSet presAssocID="{8DAE503B-7B89-43BF-BE7E-E1B9ABB713E7}" presName="connTx" presStyleLbl="parChTrans1D3" presStyleIdx="0" presStyleCnt="2"/>
      <dgm:spPr/>
    </dgm:pt>
    <dgm:pt modelId="{FEB86697-575A-4951-85AB-F85F5E6290E3}" type="pres">
      <dgm:prSet presAssocID="{11B59D3C-0BD0-47C3-8F60-23D7AD14FDE9}" presName="root2" presStyleCnt="0"/>
      <dgm:spPr/>
    </dgm:pt>
    <dgm:pt modelId="{890B6FFB-F631-49D4-A3CD-F986179AEDCA}" type="pres">
      <dgm:prSet presAssocID="{11B59D3C-0BD0-47C3-8F60-23D7AD14FDE9}" presName="LevelTwoTextNode" presStyleLbl="node3" presStyleIdx="0" presStyleCnt="2">
        <dgm:presLayoutVars>
          <dgm:chPref val="3"/>
        </dgm:presLayoutVars>
      </dgm:prSet>
      <dgm:spPr/>
    </dgm:pt>
    <dgm:pt modelId="{9BB4F3EC-72F0-45C0-A561-17C99C7313EE}" type="pres">
      <dgm:prSet presAssocID="{11B59D3C-0BD0-47C3-8F60-23D7AD14FDE9}" presName="level3hierChild" presStyleCnt="0"/>
      <dgm:spPr/>
    </dgm:pt>
    <dgm:pt modelId="{30668865-9D05-4280-8B43-588FC51D759A}" type="pres">
      <dgm:prSet presAssocID="{00DECC6F-7168-4C05-BC8E-FB751B25A71D}" presName="conn2-1" presStyleLbl="parChTrans1D2" presStyleIdx="1" presStyleCnt="2"/>
      <dgm:spPr/>
    </dgm:pt>
    <dgm:pt modelId="{A77522D7-9FC6-4680-8AB9-E8BE94D29FBC}" type="pres">
      <dgm:prSet presAssocID="{00DECC6F-7168-4C05-BC8E-FB751B25A71D}" presName="connTx" presStyleLbl="parChTrans1D2" presStyleIdx="1" presStyleCnt="2"/>
      <dgm:spPr/>
    </dgm:pt>
    <dgm:pt modelId="{D3C1ADF6-4B00-454E-B488-09E95AA4601B}" type="pres">
      <dgm:prSet presAssocID="{98CC4D0F-E297-40FE-890D-5F19C7D52767}" presName="root2" presStyleCnt="0"/>
      <dgm:spPr/>
    </dgm:pt>
    <dgm:pt modelId="{35811B87-F8B9-4FF0-A357-853CA93E5314}" type="pres">
      <dgm:prSet presAssocID="{98CC4D0F-E297-40FE-890D-5F19C7D52767}" presName="LevelTwoTextNode" presStyleLbl="node2" presStyleIdx="1" presStyleCnt="2">
        <dgm:presLayoutVars>
          <dgm:chPref val="3"/>
        </dgm:presLayoutVars>
      </dgm:prSet>
      <dgm:spPr/>
    </dgm:pt>
    <dgm:pt modelId="{530880AD-1CF7-4019-8AFA-3850843960B8}" type="pres">
      <dgm:prSet presAssocID="{98CC4D0F-E297-40FE-890D-5F19C7D52767}" presName="level3hierChild" presStyleCnt="0"/>
      <dgm:spPr/>
    </dgm:pt>
    <dgm:pt modelId="{63CD71E0-A01B-4D3A-9D01-FC20770BAE78}" type="pres">
      <dgm:prSet presAssocID="{66715AA4-4228-490E-84F3-07519A76F1C5}" presName="conn2-1" presStyleLbl="parChTrans1D3" presStyleIdx="1" presStyleCnt="2"/>
      <dgm:spPr/>
    </dgm:pt>
    <dgm:pt modelId="{74C25974-79F9-4C95-B7BB-79029107EB64}" type="pres">
      <dgm:prSet presAssocID="{66715AA4-4228-490E-84F3-07519A76F1C5}" presName="connTx" presStyleLbl="parChTrans1D3" presStyleIdx="1" presStyleCnt="2"/>
      <dgm:spPr/>
    </dgm:pt>
    <dgm:pt modelId="{B63500F7-79C5-4ED4-B7A4-C736FA8F9BB0}" type="pres">
      <dgm:prSet presAssocID="{4167AF0F-9157-4B32-BCF3-E1BD11748A12}" presName="root2" presStyleCnt="0"/>
      <dgm:spPr/>
    </dgm:pt>
    <dgm:pt modelId="{2B50FB8E-4D3B-4A3D-BC61-792CE6155EAC}" type="pres">
      <dgm:prSet presAssocID="{4167AF0F-9157-4B32-BCF3-E1BD11748A12}" presName="LevelTwoTextNode" presStyleLbl="node3" presStyleIdx="1" presStyleCnt="2">
        <dgm:presLayoutVars>
          <dgm:chPref val="3"/>
        </dgm:presLayoutVars>
      </dgm:prSet>
      <dgm:spPr/>
    </dgm:pt>
    <dgm:pt modelId="{404046C3-6C49-4783-A5C5-E03C1661461A}" type="pres">
      <dgm:prSet presAssocID="{4167AF0F-9157-4B32-BCF3-E1BD11748A12}" presName="level3hierChild" presStyleCnt="0"/>
      <dgm:spPr/>
    </dgm:pt>
  </dgm:ptLst>
  <dgm:cxnLst>
    <dgm:cxn modelId="{A45CC208-B7B4-584A-9E88-7DBF4A3D5A97}" type="presOf" srcId="{98CC4D0F-E297-40FE-890D-5F19C7D52767}" destId="{35811B87-F8B9-4FF0-A357-853CA93E5314}" srcOrd="0" destOrd="0" presId="urn:microsoft.com/office/officeart/2008/layout/HorizontalMultiLevelHierarchy"/>
    <dgm:cxn modelId="{E7242A0E-5172-984D-8387-0B9FF1FEFBBE}" type="presOf" srcId="{65207133-60CA-4644-8232-86812EB5B758}" destId="{E064ACE9-43E9-4EB1-AFC2-1AD7031CD640}" srcOrd="0" destOrd="0" presId="urn:microsoft.com/office/officeart/2008/layout/HorizontalMultiLevelHierarchy"/>
    <dgm:cxn modelId="{268F191D-0558-1C40-8D0F-B0CDE545CD16}" type="presOf" srcId="{A2A75C15-06F0-4745-81F1-24A7DB946428}" destId="{0BFAE057-6726-4323-BB0D-9749F9E558E1}" srcOrd="0" destOrd="0" presId="urn:microsoft.com/office/officeart/2008/layout/HorizontalMultiLevelHierarchy"/>
    <dgm:cxn modelId="{7A9A6D22-2297-4131-92F7-23C5A1A67A84}" srcId="{65207133-60CA-4644-8232-86812EB5B758}" destId="{98CC4D0F-E297-40FE-890D-5F19C7D52767}" srcOrd="1" destOrd="0" parTransId="{00DECC6F-7168-4C05-BC8E-FB751B25A71D}" sibTransId="{9E873E72-45B2-444F-A402-56A295EC62FE}"/>
    <dgm:cxn modelId="{E1E0A936-5669-914B-A318-142B77F53A38}" type="presOf" srcId="{E2DDFF7D-0BE4-48F2-9F04-47857B7BBD54}" destId="{B26367EC-61E3-431D-9006-67AEC5BEB70B}" srcOrd="0" destOrd="0" presId="urn:microsoft.com/office/officeart/2008/layout/HorizontalMultiLevelHierarchy"/>
    <dgm:cxn modelId="{A7E3CD41-BC29-44E8-81C0-4089A060228D}" srcId="{A2A75C15-06F0-4745-81F1-24A7DB946428}" destId="{65207133-60CA-4644-8232-86812EB5B758}" srcOrd="0" destOrd="0" parTransId="{ACF581D3-5E69-4313-B0DC-BC310F8FD0F5}" sibTransId="{4B3D5116-854F-4938-840A-7046B913617E}"/>
    <dgm:cxn modelId="{78FE5C44-4B20-B047-9046-3461708BF36E}" type="presOf" srcId="{00DECC6F-7168-4C05-BC8E-FB751B25A71D}" destId="{30668865-9D05-4280-8B43-588FC51D759A}" srcOrd="0" destOrd="0" presId="urn:microsoft.com/office/officeart/2008/layout/HorizontalMultiLevelHierarchy"/>
    <dgm:cxn modelId="{A7DD984A-D670-654C-91C2-9BA17F471C6E}" type="presOf" srcId="{66715AA4-4228-490E-84F3-07519A76F1C5}" destId="{63CD71E0-A01B-4D3A-9D01-FC20770BAE78}" srcOrd="0" destOrd="0" presId="urn:microsoft.com/office/officeart/2008/layout/HorizontalMultiLevelHierarchy"/>
    <dgm:cxn modelId="{DE208E6D-5921-46B1-B0C0-B02C4FC1B51D}" srcId="{E2DDFF7D-0BE4-48F2-9F04-47857B7BBD54}" destId="{11B59D3C-0BD0-47C3-8F60-23D7AD14FDE9}" srcOrd="0" destOrd="0" parTransId="{8DAE503B-7B89-43BF-BE7E-E1B9ABB713E7}" sibTransId="{30960447-E9EE-4BFE-A8B1-14FA5A6A6E64}"/>
    <dgm:cxn modelId="{D7D7A170-5DCA-CF4E-9BBA-BC2139B4F1F7}" type="presOf" srcId="{11B59D3C-0BD0-47C3-8F60-23D7AD14FDE9}" destId="{890B6FFB-F631-49D4-A3CD-F986179AEDCA}" srcOrd="0" destOrd="0" presId="urn:microsoft.com/office/officeart/2008/layout/HorizontalMultiLevelHierarchy"/>
    <dgm:cxn modelId="{9F6AAE81-C179-1048-9E40-D41413496540}" type="presOf" srcId="{00DECC6F-7168-4C05-BC8E-FB751B25A71D}" destId="{A77522D7-9FC6-4680-8AB9-E8BE94D29FBC}" srcOrd="1" destOrd="0" presId="urn:microsoft.com/office/officeart/2008/layout/HorizontalMultiLevelHierarchy"/>
    <dgm:cxn modelId="{8C492992-0A42-A34A-8D28-3B9009FC2F1D}" type="presOf" srcId="{DA6CEA6E-3A94-4260-B9D1-E8EBA09AB5BF}" destId="{C1EDE5E8-DE6A-4BE8-831B-9619D0A76F06}" srcOrd="1" destOrd="0" presId="urn:microsoft.com/office/officeart/2008/layout/HorizontalMultiLevelHierarchy"/>
    <dgm:cxn modelId="{828A1D9C-B115-2746-A69B-8F2DDD91076B}" type="presOf" srcId="{DA6CEA6E-3A94-4260-B9D1-E8EBA09AB5BF}" destId="{134DDEE8-61B6-4E78-A778-614EFFED4438}" srcOrd="0" destOrd="0" presId="urn:microsoft.com/office/officeart/2008/layout/HorizontalMultiLevelHierarchy"/>
    <dgm:cxn modelId="{98E2A9C0-B6BD-8343-AEFE-80F65EA256D3}" type="presOf" srcId="{4167AF0F-9157-4B32-BCF3-E1BD11748A12}" destId="{2B50FB8E-4D3B-4A3D-BC61-792CE6155EAC}" srcOrd="0" destOrd="0" presId="urn:microsoft.com/office/officeart/2008/layout/HorizontalMultiLevelHierarchy"/>
    <dgm:cxn modelId="{A5DBCED2-20F0-494D-AAE9-D606236FDD10}" srcId="{98CC4D0F-E297-40FE-890D-5F19C7D52767}" destId="{4167AF0F-9157-4B32-BCF3-E1BD11748A12}" srcOrd="0" destOrd="0" parTransId="{66715AA4-4228-490E-84F3-07519A76F1C5}" sibTransId="{B7DAEFAF-4134-4773-9C7F-FFB9AF0E2854}"/>
    <dgm:cxn modelId="{7D7EECD3-D70F-4541-B2F1-3C9DF3B11E06}" type="presOf" srcId="{8DAE503B-7B89-43BF-BE7E-E1B9ABB713E7}" destId="{39739FB9-A11F-4DD0-81D0-B84A8B803F9A}" srcOrd="1" destOrd="0" presId="urn:microsoft.com/office/officeart/2008/layout/HorizontalMultiLevelHierarchy"/>
    <dgm:cxn modelId="{C05498D7-5944-034F-918A-BBAAC3E522F1}" type="presOf" srcId="{66715AA4-4228-490E-84F3-07519A76F1C5}" destId="{74C25974-79F9-4C95-B7BB-79029107EB64}" srcOrd="1" destOrd="0" presId="urn:microsoft.com/office/officeart/2008/layout/HorizontalMultiLevelHierarchy"/>
    <dgm:cxn modelId="{A02C2FF2-AB62-41CA-9AFF-8361604ED729}" srcId="{65207133-60CA-4644-8232-86812EB5B758}" destId="{E2DDFF7D-0BE4-48F2-9F04-47857B7BBD54}" srcOrd="0" destOrd="0" parTransId="{DA6CEA6E-3A94-4260-B9D1-E8EBA09AB5BF}" sibTransId="{EA7A4031-921E-4080-A7DA-F60232459692}"/>
    <dgm:cxn modelId="{90C63FFF-D4CF-8E4E-B736-44BAFBACB2E7}" type="presOf" srcId="{8DAE503B-7B89-43BF-BE7E-E1B9ABB713E7}" destId="{A9F10CDE-4410-4F83-BCA8-4B2A15730883}" srcOrd="0" destOrd="0" presId="urn:microsoft.com/office/officeart/2008/layout/HorizontalMultiLevelHierarchy"/>
    <dgm:cxn modelId="{A960CAA7-0103-CA40-BF9E-10360F4E8191}" type="presParOf" srcId="{0BFAE057-6726-4323-BB0D-9749F9E558E1}" destId="{0DCBEE9A-B96C-4BC8-B895-E3D1A0009303}" srcOrd="0" destOrd="0" presId="urn:microsoft.com/office/officeart/2008/layout/HorizontalMultiLevelHierarchy"/>
    <dgm:cxn modelId="{5FFD57C0-B2D0-594A-95A0-F5C7E20BC261}" type="presParOf" srcId="{0DCBEE9A-B96C-4BC8-B895-E3D1A0009303}" destId="{E064ACE9-43E9-4EB1-AFC2-1AD7031CD640}" srcOrd="0" destOrd="0" presId="urn:microsoft.com/office/officeart/2008/layout/HorizontalMultiLevelHierarchy"/>
    <dgm:cxn modelId="{8570ECBF-600A-0C41-9430-256F06E64231}" type="presParOf" srcId="{0DCBEE9A-B96C-4BC8-B895-E3D1A0009303}" destId="{C4C5B44F-D3DD-47D2-A7DE-93CA3E46CDD1}" srcOrd="1" destOrd="0" presId="urn:microsoft.com/office/officeart/2008/layout/HorizontalMultiLevelHierarchy"/>
    <dgm:cxn modelId="{F99E0A56-0104-4F4A-99E9-09F9CF34F38A}" type="presParOf" srcId="{C4C5B44F-D3DD-47D2-A7DE-93CA3E46CDD1}" destId="{134DDEE8-61B6-4E78-A778-614EFFED4438}" srcOrd="0" destOrd="0" presId="urn:microsoft.com/office/officeart/2008/layout/HorizontalMultiLevelHierarchy"/>
    <dgm:cxn modelId="{35C5DD8A-270D-2E4B-AE7A-5B19375CD600}" type="presParOf" srcId="{134DDEE8-61B6-4E78-A778-614EFFED4438}" destId="{C1EDE5E8-DE6A-4BE8-831B-9619D0A76F06}" srcOrd="0" destOrd="0" presId="urn:microsoft.com/office/officeart/2008/layout/HorizontalMultiLevelHierarchy"/>
    <dgm:cxn modelId="{2E91114E-7375-BA41-949F-533DF1230D28}" type="presParOf" srcId="{C4C5B44F-D3DD-47D2-A7DE-93CA3E46CDD1}" destId="{F9FBBDB0-4FBB-4D3C-8BD8-6D6CD8B8B3C3}" srcOrd="1" destOrd="0" presId="urn:microsoft.com/office/officeart/2008/layout/HorizontalMultiLevelHierarchy"/>
    <dgm:cxn modelId="{EAEF1293-DE94-7A4F-8F9B-962AA875A6C0}" type="presParOf" srcId="{F9FBBDB0-4FBB-4D3C-8BD8-6D6CD8B8B3C3}" destId="{B26367EC-61E3-431D-9006-67AEC5BEB70B}" srcOrd="0" destOrd="0" presId="urn:microsoft.com/office/officeart/2008/layout/HorizontalMultiLevelHierarchy"/>
    <dgm:cxn modelId="{A4DA44FF-6FCD-FC4D-9DF5-C97AC061A02D}" type="presParOf" srcId="{F9FBBDB0-4FBB-4D3C-8BD8-6D6CD8B8B3C3}" destId="{F6C58EB9-3206-4F86-B630-E8587E640783}" srcOrd="1" destOrd="0" presId="urn:microsoft.com/office/officeart/2008/layout/HorizontalMultiLevelHierarchy"/>
    <dgm:cxn modelId="{78F2CD28-7019-8E4D-B006-8693A0F862B7}" type="presParOf" srcId="{F6C58EB9-3206-4F86-B630-E8587E640783}" destId="{A9F10CDE-4410-4F83-BCA8-4B2A15730883}" srcOrd="0" destOrd="0" presId="urn:microsoft.com/office/officeart/2008/layout/HorizontalMultiLevelHierarchy"/>
    <dgm:cxn modelId="{22F88DF4-27D9-E34C-9FD0-C0709A5CA438}" type="presParOf" srcId="{A9F10CDE-4410-4F83-BCA8-4B2A15730883}" destId="{39739FB9-A11F-4DD0-81D0-B84A8B803F9A}" srcOrd="0" destOrd="0" presId="urn:microsoft.com/office/officeart/2008/layout/HorizontalMultiLevelHierarchy"/>
    <dgm:cxn modelId="{5FA9B0B8-BCBE-AB4E-A5CD-C5082D0F6B9E}" type="presParOf" srcId="{F6C58EB9-3206-4F86-B630-E8587E640783}" destId="{FEB86697-575A-4951-85AB-F85F5E6290E3}" srcOrd="1" destOrd="0" presId="urn:microsoft.com/office/officeart/2008/layout/HorizontalMultiLevelHierarchy"/>
    <dgm:cxn modelId="{67EB25BF-B8B3-604B-AA08-998397DCEA24}" type="presParOf" srcId="{FEB86697-575A-4951-85AB-F85F5E6290E3}" destId="{890B6FFB-F631-49D4-A3CD-F986179AEDCA}" srcOrd="0" destOrd="0" presId="urn:microsoft.com/office/officeart/2008/layout/HorizontalMultiLevelHierarchy"/>
    <dgm:cxn modelId="{593C2E3A-E351-9143-8D66-FC989A24B007}" type="presParOf" srcId="{FEB86697-575A-4951-85AB-F85F5E6290E3}" destId="{9BB4F3EC-72F0-45C0-A561-17C99C7313EE}" srcOrd="1" destOrd="0" presId="urn:microsoft.com/office/officeart/2008/layout/HorizontalMultiLevelHierarchy"/>
    <dgm:cxn modelId="{13F3747F-53FF-2041-923D-A3D0F79048CC}" type="presParOf" srcId="{C4C5B44F-D3DD-47D2-A7DE-93CA3E46CDD1}" destId="{30668865-9D05-4280-8B43-588FC51D759A}" srcOrd="2" destOrd="0" presId="urn:microsoft.com/office/officeart/2008/layout/HorizontalMultiLevelHierarchy"/>
    <dgm:cxn modelId="{B413A72F-D109-B941-9B0B-489DF422CD58}" type="presParOf" srcId="{30668865-9D05-4280-8B43-588FC51D759A}" destId="{A77522D7-9FC6-4680-8AB9-E8BE94D29FBC}" srcOrd="0" destOrd="0" presId="urn:microsoft.com/office/officeart/2008/layout/HorizontalMultiLevelHierarchy"/>
    <dgm:cxn modelId="{F8272274-5CC4-1F43-B462-0579E2F21A32}" type="presParOf" srcId="{C4C5B44F-D3DD-47D2-A7DE-93CA3E46CDD1}" destId="{D3C1ADF6-4B00-454E-B488-09E95AA4601B}" srcOrd="3" destOrd="0" presId="urn:microsoft.com/office/officeart/2008/layout/HorizontalMultiLevelHierarchy"/>
    <dgm:cxn modelId="{58B162D9-FD8B-B348-90F3-63D8850F53AD}" type="presParOf" srcId="{D3C1ADF6-4B00-454E-B488-09E95AA4601B}" destId="{35811B87-F8B9-4FF0-A357-853CA93E5314}" srcOrd="0" destOrd="0" presId="urn:microsoft.com/office/officeart/2008/layout/HorizontalMultiLevelHierarchy"/>
    <dgm:cxn modelId="{F9B80BAF-8C9B-D14A-AF03-DE4185ACBF5F}" type="presParOf" srcId="{D3C1ADF6-4B00-454E-B488-09E95AA4601B}" destId="{530880AD-1CF7-4019-8AFA-3850843960B8}" srcOrd="1" destOrd="0" presId="urn:microsoft.com/office/officeart/2008/layout/HorizontalMultiLevelHierarchy"/>
    <dgm:cxn modelId="{B535D7AD-852C-A944-AFD2-9A548496CC86}" type="presParOf" srcId="{530880AD-1CF7-4019-8AFA-3850843960B8}" destId="{63CD71E0-A01B-4D3A-9D01-FC20770BAE78}" srcOrd="0" destOrd="0" presId="urn:microsoft.com/office/officeart/2008/layout/HorizontalMultiLevelHierarchy"/>
    <dgm:cxn modelId="{4469222E-B61B-DA4F-A9B6-6282126FC094}" type="presParOf" srcId="{63CD71E0-A01B-4D3A-9D01-FC20770BAE78}" destId="{74C25974-79F9-4C95-B7BB-79029107EB64}" srcOrd="0" destOrd="0" presId="urn:microsoft.com/office/officeart/2008/layout/HorizontalMultiLevelHierarchy"/>
    <dgm:cxn modelId="{B10835BA-0ED9-E541-ADA5-1C2CF605E790}" type="presParOf" srcId="{530880AD-1CF7-4019-8AFA-3850843960B8}" destId="{B63500F7-79C5-4ED4-B7A4-C736FA8F9BB0}" srcOrd="1" destOrd="0" presId="urn:microsoft.com/office/officeart/2008/layout/HorizontalMultiLevelHierarchy"/>
    <dgm:cxn modelId="{66B57CAD-9161-3A43-AA66-DB45F12A7C20}" type="presParOf" srcId="{B63500F7-79C5-4ED4-B7A4-C736FA8F9BB0}" destId="{2B50FB8E-4D3B-4A3D-BC61-792CE6155EAC}" srcOrd="0" destOrd="0" presId="urn:microsoft.com/office/officeart/2008/layout/HorizontalMultiLevelHierarchy"/>
    <dgm:cxn modelId="{FE0B2DF7-F52A-DC4C-8446-76D9E0030E24}" type="presParOf" srcId="{B63500F7-79C5-4ED4-B7A4-C736FA8F9BB0}" destId="{404046C3-6C49-4783-A5C5-E03C1661461A}"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7E916B00-2519-4513-8ED4-05E62B4D1C47}"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C2B6B0EB-1DF3-4416-BB9E-5070C65F8243}">
      <dgm:prSet phldrT="[Text]"/>
      <dgm:spPr>
        <a:solidFill>
          <a:srgbClr val="FFC000"/>
        </a:solidFill>
      </dgm:spPr>
      <dgm:t>
        <a:bodyPr/>
        <a:lstStyle/>
        <a:p>
          <a:r>
            <a:rPr lang="es-MX" dirty="0">
              <a:solidFill>
                <a:schemeClr val="tx1"/>
              </a:solidFill>
            </a:rPr>
            <a:t>Cancelación</a:t>
          </a:r>
        </a:p>
      </dgm:t>
    </dgm:pt>
    <dgm:pt modelId="{B168F513-3960-44E4-8CD0-27C0EA6B556F}" type="parTrans" cxnId="{5FF5B15F-424F-4E24-92F7-019CA11384BA}">
      <dgm:prSet/>
      <dgm:spPr/>
      <dgm:t>
        <a:bodyPr/>
        <a:lstStyle/>
        <a:p>
          <a:endParaRPr lang="es-MX"/>
        </a:p>
      </dgm:t>
    </dgm:pt>
    <dgm:pt modelId="{21D44DD3-F1B1-4F49-A598-7CE17AFE8F66}" type="sibTrans" cxnId="{5FF5B15F-424F-4E24-92F7-019CA11384BA}">
      <dgm:prSet/>
      <dgm:spPr/>
      <dgm:t>
        <a:bodyPr/>
        <a:lstStyle/>
        <a:p>
          <a:endParaRPr lang="es-MX"/>
        </a:p>
      </dgm:t>
    </dgm:pt>
    <dgm:pt modelId="{13E7F70B-94CD-4CC1-A3F7-92618F856896}">
      <dgm:prSet phldrT="[Text]"/>
      <dgm:spPr/>
      <dgm:t>
        <a:bodyPr/>
        <a:lstStyle/>
        <a:p>
          <a:r>
            <a:rPr lang="es-MX" dirty="0"/>
            <a:t>En el Ejercicio en que se originó</a:t>
          </a:r>
        </a:p>
      </dgm:t>
    </dgm:pt>
    <dgm:pt modelId="{A9FFDC56-F45A-4B95-A07E-9911AE47F3FF}" type="parTrans" cxnId="{2589D72A-243F-414C-B441-79A131FCCC33}">
      <dgm:prSet/>
      <dgm:spPr/>
      <dgm:t>
        <a:bodyPr/>
        <a:lstStyle/>
        <a:p>
          <a:endParaRPr lang="es-MX"/>
        </a:p>
      </dgm:t>
    </dgm:pt>
    <dgm:pt modelId="{B0D16E90-F5F2-4DEF-82E1-1F889140781E}" type="sibTrans" cxnId="{2589D72A-243F-414C-B441-79A131FCCC33}">
      <dgm:prSet/>
      <dgm:spPr/>
      <dgm:t>
        <a:bodyPr/>
        <a:lstStyle/>
        <a:p>
          <a:endParaRPr lang="es-MX"/>
        </a:p>
      </dgm:t>
    </dgm:pt>
    <dgm:pt modelId="{03D181DA-D892-4790-9556-C3114E2B4DDD}">
      <dgm:prSet phldrT="[Text]"/>
      <dgm:spPr>
        <a:solidFill>
          <a:srgbClr val="00B0F0"/>
        </a:solidFill>
      </dgm:spPr>
      <dgm:t>
        <a:bodyPr/>
        <a:lstStyle/>
        <a:p>
          <a:r>
            <a:rPr lang="es-MX" dirty="0"/>
            <a:t>Durante los 3 primeros meses del siguiente ejercicio</a:t>
          </a:r>
        </a:p>
      </dgm:t>
    </dgm:pt>
    <dgm:pt modelId="{5F5E24BD-76DC-41D5-8AE8-2B5AFCD9E313}" type="parTrans" cxnId="{413DE466-9F52-4211-A0E1-B5224F207835}">
      <dgm:prSet/>
      <dgm:spPr/>
      <dgm:t>
        <a:bodyPr/>
        <a:lstStyle/>
        <a:p>
          <a:endParaRPr lang="es-MX"/>
        </a:p>
      </dgm:t>
    </dgm:pt>
    <dgm:pt modelId="{1F7BF19B-DF0B-4507-99C0-ADC32E925FF5}" type="sibTrans" cxnId="{413DE466-9F52-4211-A0E1-B5224F207835}">
      <dgm:prSet/>
      <dgm:spPr/>
      <dgm:t>
        <a:bodyPr/>
        <a:lstStyle/>
        <a:p>
          <a:endParaRPr lang="es-MX"/>
        </a:p>
      </dgm:t>
    </dgm:pt>
    <dgm:pt modelId="{FA73E4C8-878F-4A36-A0C1-DE33F646ECF4}">
      <dgm:prSet phldrT="[Text]"/>
      <dgm:spPr>
        <a:solidFill>
          <a:srgbClr val="0070C0"/>
        </a:solidFill>
      </dgm:spPr>
      <dgm:t>
        <a:bodyPr/>
        <a:lstStyle/>
        <a:p>
          <a:r>
            <a:rPr lang="es-MX" dirty="0"/>
            <a:t>A partir del cuarto mes del siguiente ejercicio</a:t>
          </a:r>
        </a:p>
      </dgm:t>
    </dgm:pt>
    <dgm:pt modelId="{486688C9-440B-4434-8272-FDC92F060F37}" type="parTrans" cxnId="{EAB3BEC1-597C-4961-80F3-A11B2037C133}">
      <dgm:prSet/>
      <dgm:spPr/>
      <dgm:t>
        <a:bodyPr/>
        <a:lstStyle/>
        <a:p>
          <a:endParaRPr lang="es-MX"/>
        </a:p>
      </dgm:t>
    </dgm:pt>
    <dgm:pt modelId="{D868D96A-5283-4E3E-8ACD-180F3525F7EC}" type="sibTrans" cxnId="{EAB3BEC1-597C-4961-80F3-A11B2037C133}">
      <dgm:prSet/>
      <dgm:spPr/>
      <dgm:t>
        <a:bodyPr/>
        <a:lstStyle/>
        <a:p>
          <a:endParaRPr lang="es-MX"/>
        </a:p>
      </dgm:t>
    </dgm:pt>
    <dgm:pt modelId="{70A63A62-E5FE-40A9-BCE7-69B6AA433C56}">
      <dgm:prSet/>
      <dgm:spPr/>
      <dgm:t>
        <a:bodyPr/>
        <a:lstStyle/>
        <a:p>
          <a:r>
            <a:rPr lang="es-MX" dirty="0"/>
            <a:t>Se disminuye el saldo promedio de los créditos o de las deudas</a:t>
          </a:r>
        </a:p>
      </dgm:t>
    </dgm:pt>
    <dgm:pt modelId="{A4255CE6-C5CD-4FC2-8C9F-400F516F4ED6}" type="parTrans" cxnId="{2C2824B9-CF82-45F0-912B-8A0C1E8B0852}">
      <dgm:prSet/>
      <dgm:spPr/>
      <dgm:t>
        <a:bodyPr/>
        <a:lstStyle/>
        <a:p>
          <a:endParaRPr lang="es-MX"/>
        </a:p>
      </dgm:t>
    </dgm:pt>
    <dgm:pt modelId="{1405DEC2-2744-49F4-8FEA-4A0B737F285D}" type="sibTrans" cxnId="{2C2824B9-CF82-45F0-912B-8A0C1E8B0852}">
      <dgm:prSet/>
      <dgm:spPr/>
      <dgm:t>
        <a:bodyPr/>
        <a:lstStyle/>
        <a:p>
          <a:endParaRPr lang="es-MX"/>
        </a:p>
      </dgm:t>
    </dgm:pt>
    <dgm:pt modelId="{A2555ED7-795B-4033-9904-B3E3B1497671}">
      <dgm:prSet/>
      <dgm:spPr>
        <a:solidFill>
          <a:srgbClr val="00B0F0"/>
        </a:solidFill>
      </dgm:spPr>
      <dgm:t>
        <a:bodyPr/>
        <a:lstStyle/>
        <a:p>
          <a:r>
            <a:rPr lang="es-MX" dirty="0"/>
            <a:t>Se disminuye el saldo promedio de los crédito o de las deudas del ejercicio en que se originó</a:t>
          </a:r>
        </a:p>
      </dgm:t>
    </dgm:pt>
    <dgm:pt modelId="{544A8F53-AC51-4539-BA2F-85D73B1F55F1}" type="parTrans" cxnId="{1760BDC9-315E-464A-9175-1ED8CFD8E28F}">
      <dgm:prSet/>
      <dgm:spPr/>
      <dgm:t>
        <a:bodyPr/>
        <a:lstStyle/>
        <a:p>
          <a:endParaRPr lang="es-MX"/>
        </a:p>
      </dgm:t>
    </dgm:pt>
    <dgm:pt modelId="{D535DA73-447D-4E6D-857D-CEF21E07D132}" type="sibTrans" cxnId="{1760BDC9-315E-464A-9175-1ED8CFD8E28F}">
      <dgm:prSet/>
      <dgm:spPr/>
      <dgm:t>
        <a:bodyPr/>
        <a:lstStyle/>
        <a:p>
          <a:endParaRPr lang="es-MX"/>
        </a:p>
      </dgm:t>
    </dgm:pt>
    <dgm:pt modelId="{AEF98341-57D0-473B-B270-C34434CD1DE5}">
      <dgm:prSet/>
      <dgm:spPr>
        <a:solidFill>
          <a:srgbClr val="00B0F0"/>
        </a:solidFill>
      </dgm:spPr>
      <dgm:t>
        <a:bodyPr/>
        <a:lstStyle/>
        <a:p>
          <a:r>
            <a:rPr lang="es-MX" dirty="0"/>
            <a:t>No se consideran los créditos o las deudas durante los tres meses del siguiente ejercicio</a:t>
          </a:r>
        </a:p>
      </dgm:t>
    </dgm:pt>
    <dgm:pt modelId="{AEFA89CB-3A6F-4569-8424-CB5EA259DB6E}" type="parTrans" cxnId="{9AAE7C19-AF66-4FEC-8E8B-748C8231A020}">
      <dgm:prSet/>
      <dgm:spPr/>
      <dgm:t>
        <a:bodyPr/>
        <a:lstStyle/>
        <a:p>
          <a:endParaRPr lang="es-MX"/>
        </a:p>
      </dgm:t>
    </dgm:pt>
    <dgm:pt modelId="{06D40880-2A3B-4908-9E8A-E593E675309F}" type="sibTrans" cxnId="{9AAE7C19-AF66-4FEC-8E8B-748C8231A020}">
      <dgm:prSet/>
      <dgm:spPr/>
      <dgm:t>
        <a:bodyPr/>
        <a:lstStyle/>
        <a:p>
          <a:endParaRPr lang="es-MX"/>
        </a:p>
      </dgm:t>
    </dgm:pt>
    <dgm:pt modelId="{93045586-2E68-4348-95B3-906F7B27C075}">
      <dgm:prSet/>
      <dgm:spPr>
        <a:solidFill>
          <a:srgbClr val="0070C0"/>
        </a:solidFill>
      </dgm:spPr>
      <dgm:t>
        <a:bodyPr/>
        <a:lstStyle/>
        <a:p>
          <a:r>
            <a:rPr lang="es-MX" dirty="0"/>
            <a:t>El saldo promedio de TODO el período por el que se cancela el crédito o la deuda se resta del saldo promedio del ejercicio</a:t>
          </a:r>
        </a:p>
      </dgm:t>
    </dgm:pt>
    <dgm:pt modelId="{F055B49B-C52F-4850-818D-205A71B34D52}" type="parTrans" cxnId="{B9389EB0-3B0F-47D1-AE2A-EC2227173863}">
      <dgm:prSet/>
      <dgm:spPr/>
      <dgm:t>
        <a:bodyPr/>
        <a:lstStyle/>
        <a:p>
          <a:endParaRPr lang="es-MX"/>
        </a:p>
      </dgm:t>
    </dgm:pt>
    <dgm:pt modelId="{3766F246-3EF2-4AF7-816B-C01E8D43C936}" type="sibTrans" cxnId="{B9389EB0-3B0F-47D1-AE2A-EC2227173863}">
      <dgm:prSet/>
      <dgm:spPr/>
      <dgm:t>
        <a:bodyPr/>
        <a:lstStyle/>
        <a:p>
          <a:endParaRPr lang="es-MX"/>
        </a:p>
      </dgm:t>
    </dgm:pt>
    <dgm:pt modelId="{19E8D8C9-ECF1-4EE5-B0B9-44F1F706A24C}" type="pres">
      <dgm:prSet presAssocID="{7E916B00-2519-4513-8ED4-05E62B4D1C47}" presName="Name0" presStyleCnt="0">
        <dgm:presLayoutVars>
          <dgm:chPref val="1"/>
          <dgm:dir/>
          <dgm:animOne val="branch"/>
          <dgm:animLvl val="lvl"/>
          <dgm:resizeHandles val="exact"/>
        </dgm:presLayoutVars>
      </dgm:prSet>
      <dgm:spPr/>
    </dgm:pt>
    <dgm:pt modelId="{5809A6B2-5A7A-464D-AE29-48766CA5A6F9}" type="pres">
      <dgm:prSet presAssocID="{C2B6B0EB-1DF3-4416-BB9E-5070C65F8243}" presName="root1" presStyleCnt="0"/>
      <dgm:spPr/>
    </dgm:pt>
    <dgm:pt modelId="{6A9E487F-9C4F-487F-8110-C5ADB5D09EAE}" type="pres">
      <dgm:prSet presAssocID="{C2B6B0EB-1DF3-4416-BB9E-5070C65F8243}" presName="LevelOneTextNode" presStyleLbl="node0" presStyleIdx="0" presStyleCnt="1">
        <dgm:presLayoutVars>
          <dgm:chPref val="3"/>
        </dgm:presLayoutVars>
      </dgm:prSet>
      <dgm:spPr/>
    </dgm:pt>
    <dgm:pt modelId="{C87D6383-EE79-4CEA-97ED-74388A976B21}" type="pres">
      <dgm:prSet presAssocID="{C2B6B0EB-1DF3-4416-BB9E-5070C65F8243}" presName="level2hierChild" presStyleCnt="0"/>
      <dgm:spPr/>
    </dgm:pt>
    <dgm:pt modelId="{D79AAE84-A95F-4565-9632-DAABB0483562}" type="pres">
      <dgm:prSet presAssocID="{A9FFDC56-F45A-4B95-A07E-9911AE47F3FF}" presName="conn2-1" presStyleLbl="parChTrans1D2" presStyleIdx="0" presStyleCnt="3"/>
      <dgm:spPr/>
    </dgm:pt>
    <dgm:pt modelId="{F84BF7DF-847E-46B5-A0E5-2BC68A2795DA}" type="pres">
      <dgm:prSet presAssocID="{A9FFDC56-F45A-4B95-A07E-9911AE47F3FF}" presName="connTx" presStyleLbl="parChTrans1D2" presStyleIdx="0" presStyleCnt="3"/>
      <dgm:spPr/>
    </dgm:pt>
    <dgm:pt modelId="{CEF9852C-0070-46C8-A8AC-34E9D2E1759E}" type="pres">
      <dgm:prSet presAssocID="{13E7F70B-94CD-4CC1-A3F7-92618F856896}" presName="root2" presStyleCnt="0"/>
      <dgm:spPr/>
    </dgm:pt>
    <dgm:pt modelId="{F8626A7C-CA68-4334-88DE-3520908A74B2}" type="pres">
      <dgm:prSet presAssocID="{13E7F70B-94CD-4CC1-A3F7-92618F856896}" presName="LevelTwoTextNode" presStyleLbl="node2" presStyleIdx="0" presStyleCnt="3">
        <dgm:presLayoutVars>
          <dgm:chPref val="3"/>
        </dgm:presLayoutVars>
      </dgm:prSet>
      <dgm:spPr/>
    </dgm:pt>
    <dgm:pt modelId="{1DA9364F-E722-4570-AD91-BABDD3B77B8E}" type="pres">
      <dgm:prSet presAssocID="{13E7F70B-94CD-4CC1-A3F7-92618F856896}" presName="level3hierChild" presStyleCnt="0"/>
      <dgm:spPr/>
    </dgm:pt>
    <dgm:pt modelId="{C6E0D399-BF25-4975-8658-989E7D16D3D4}" type="pres">
      <dgm:prSet presAssocID="{A4255CE6-C5CD-4FC2-8C9F-400F516F4ED6}" presName="conn2-1" presStyleLbl="parChTrans1D3" presStyleIdx="0" presStyleCnt="4"/>
      <dgm:spPr/>
    </dgm:pt>
    <dgm:pt modelId="{9FB6934C-2851-41A1-BA4E-B2098B721ED7}" type="pres">
      <dgm:prSet presAssocID="{A4255CE6-C5CD-4FC2-8C9F-400F516F4ED6}" presName="connTx" presStyleLbl="parChTrans1D3" presStyleIdx="0" presStyleCnt="4"/>
      <dgm:spPr/>
    </dgm:pt>
    <dgm:pt modelId="{B3EBF565-0F02-4112-8452-D538DE6D019E}" type="pres">
      <dgm:prSet presAssocID="{70A63A62-E5FE-40A9-BCE7-69B6AA433C56}" presName="root2" presStyleCnt="0"/>
      <dgm:spPr/>
    </dgm:pt>
    <dgm:pt modelId="{075FA760-637D-42A1-AF9D-FF593201980A}" type="pres">
      <dgm:prSet presAssocID="{70A63A62-E5FE-40A9-BCE7-69B6AA433C56}" presName="LevelTwoTextNode" presStyleLbl="node3" presStyleIdx="0" presStyleCnt="4">
        <dgm:presLayoutVars>
          <dgm:chPref val="3"/>
        </dgm:presLayoutVars>
      </dgm:prSet>
      <dgm:spPr/>
    </dgm:pt>
    <dgm:pt modelId="{AEA6DB2E-E805-4D0F-B7F5-58396DDC9EAE}" type="pres">
      <dgm:prSet presAssocID="{70A63A62-E5FE-40A9-BCE7-69B6AA433C56}" presName="level3hierChild" presStyleCnt="0"/>
      <dgm:spPr/>
    </dgm:pt>
    <dgm:pt modelId="{6B130EF2-8553-4C3E-8FC8-6ED4C359F89E}" type="pres">
      <dgm:prSet presAssocID="{5F5E24BD-76DC-41D5-8AE8-2B5AFCD9E313}" presName="conn2-1" presStyleLbl="parChTrans1D2" presStyleIdx="1" presStyleCnt="3"/>
      <dgm:spPr/>
    </dgm:pt>
    <dgm:pt modelId="{7964B0A6-7358-4D6B-BB9E-48262643E729}" type="pres">
      <dgm:prSet presAssocID="{5F5E24BD-76DC-41D5-8AE8-2B5AFCD9E313}" presName="connTx" presStyleLbl="parChTrans1D2" presStyleIdx="1" presStyleCnt="3"/>
      <dgm:spPr/>
    </dgm:pt>
    <dgm:pt modelId="{61DBD23B-C514-4789-9285-751A69F5A952}" type="pres">
      <dgm:prSet presAssocID="{03D181DA-D892-4790-9556-C3114E2B4DDD}" presName="root2" presStyleCnt="0"/>
      <dgm:spPr/>
    </dgm:pt>
    <dgm:pt modelId="{3D61B949-4929-413E-89EB-F5E3E9BC1922}" type="pres">
      <dgm:prSet presAssocID="{03D181DA-D892-4790-9556-C3114E2B4DDD}" presName="LevelTwoTextNode" presStyleLbl="node2" presStyleIdx="1" presStyleCnt="3">
        <dgm:presLayoutVars>
          <dgm:chPref val="3"/>
        </dgm:presLayoutVars>
      </dgm:prSet>
      <dgm:spPr/>
    </dgm:pt>
    <dgm:pt modelId="{D258CFD4-8A09-440A-918D-A88242CF9C63}" type="pres">
      <dgm:prSet presAssocID="{03D181DA-D892-4790-9556-C3114E2B4DDD}" presName="level3hierChild" presStyleCnt="0"/>
      <dgm:spPr/>
    </dgm:pt>
    <dgm:pt modelId="{27BC6DCF-AC12-4631-B65E-C76B0F20DA6D}" type="pres">
      <dgm:prSet presAssocID="{544A8F53-AC51-4539-BA2F-85D73B1F55F1}" presName="conn2-1" presStyleLbl="parChTrans1D3" presStyleIdx="1" presStyleCnt="4"/>
      <dgm:spPr/>
    </dgm:pt>
    <dgm:pt modelId="{E2E36D8B-2A06-4D15-BAEE-EBEAC53DE704}" type="pres">
      <dgm:prSet presAssocID="{544A8F53-AC51-4539-BA2F-85D73B1F55F1}" presName="connTx" presStyleLbl="parChTrans1D3" presStyleIdx="1" presStyleCnt="4"/>
      <dgm:spPr/>
    </dgm:pt>
    <dgm:pt modelId="{33452985-8CBA-4C1C-A56A-682B4B3D9EA7}" type="pres">
      <dgm:prSet presAssocID="{A2555ED7-795B-4033-9904-B3E3B1497671}" presName="root2" presStyleCnt="0"/>
      <dgm:spPr/>
    </dgm:pt>
    <dgm:pt modelId="{DBC569F7-9666-453F-8AFB-7B80280610F4}" type="pres">
      <dgm:prSet presAssocID="{A2555ED7-795B-4033-9904-B3E3B1497671}" presName="LevelTwoTextNode" presStyleLbl="node3" presStyleIdx="1" presStyleCnt="4">
        <dgm:presLayoutVars>
          <dgm:chPref val="3"/>
        </dgm:presLayoutVars>
      </dgm:prSet>
      <dgm:spPr/>
    </dgm:pt>
    <dgm:pt modelId="{23770C55-9565-42FD-8EA8-6CA0E5467F17}" type="pres">
      <dgm:prSet presAssocID="{A2555ED7-795B-4033-9904-B3E3B1497671}" presName="level3hierChild" presStyleCnt="0"/>
      <dgm:spPr/>
    </dgm:pt>
    <dgm:pt modelId="{AF5F30E2-22B9-4B64-B359-E220A7D78C15}" type="pres">
      <dgm:prSet presAssocID="{AEFA89CB-3A6F-4569-8424-CB5EA259DB6E}" presName="conn2-1" presStyleLbl="parChTrans1D3" presStyleIdx="2" presStyleCnt="4"/>
      <dgm:spPr/>
    </dgm:pt>
    <dgm:pt modelId="{AA14A7C2-1176-411A-8265-98DD88FB2E02}" type="pres">
      <dgm:prSet presAssocID="{AEFA89CB-3A6F-4569-8424-CB5EA259DB6E}" presName="connTx" presStyleLbl="parChTrans1D3" presStyleIdx="2" presStyleCnt="4"/>
      <dgm:spPr/>
    </dgm:pt>
    <dgm:pt modelId="{855A9264-B5D5-4DCE-AFBF-A88EB16A97C8}" type="pres">
      <dgm:prSet presAssocID="{AEF98341-57D0-473B-B270-C34434CD1DE5}" presName="root2" presStyleCnt="0"/>
      <dgm:spPr/>
    </dgm:pt>
    <dgm:pt modelId="{7B0C448F-2EF2-4344-BBE0-9F1444834C32}" type="pres">
      <dgm:prSet presAssocID="{AEF98341-57D0-473B-B270-C34434CD1DE5}" presName="LevelTwoTextNode" presStyleLbl="node3" presStyleIdx="2" presStyleCnt="4">
        <dgm:presLayoutVars>
          <dgm:chPref val="3"/>
        </dgm:presLayoutVars>
      </dgm:prSet>
      <dgm:spPr/>
    </dgm:pt>
    <dgm:pt modelId="{92C93FFC-57C2-40BD-80EE-34B7FDAC96C9}" type="pres">
      <dgm:prSet presAssocID="{AEF98341-57D0-473B-B270-C34434CD1DE5}" presName="level3hierChild" presStyleCnt="0"/>
      <dgm:spPr/>
    </dgm:pt>
    <dgm:pt modelId="{20277B77-6F2C-48D0-BF49-4FECB5C9926B}" type="pres">
      <dgm:prSet presAssocID="{486688C9-440B-4434-8272-FDC92F060F37}" presName="conn2-1" presStyleLbl="parChTrans1D2" presStyleIdx="2" presStyleCnt="3"/>
      <dgm:spPr/>
    </dgm:pt>
    <dgm:pt modelId="{0E667A60-EFDA-4C10-8F92-26E15E44E556}" type="pres">
      <dgm:prSet presAssocID="{486688C9-440B-4434-8272-FDC92F060F37}" presName="connTx" presStyleLbl="parChTrans1D2" presStyleIdx="2" presStyleCnt="3"/>
      <dgm:spPr/>
    </dgm:pt>
    <dgm:pt modelId="{F9161D2D-9E48-4689-8B87-E11C68496E9A}" type="pres">
      <dgm:prSet presAssocID="{FA73E4C8-878F-4A36-A0C1-DE33F646ECF4}" presName="root2" presStyleCnt="0"/>
      <dgm:spPr/>
    </dgm:pt>
    <dgm:pt modelId="{9725D695-BF0B-4E42-B187-FBAE765CE2C1}" type="pres">
      <dgm:prSet presAssocID="{FA73E4C8-878F-4A36-A0C1-DE33F646ECF4}" presName="LevelTwoTextNode" presStyleLbl="node2" presStyleIdx="2" presStyleCnt="3">
        <dgm:presLayoutVars>
          <dgm:chPref val="3"/>
        </dgm:presLayoutVars>
      </dgm:prSet>
      <dgm:spPr/>
    </dgm:pt>
    <dgm:pt modelId="{26DBE3C3-5994-4140-8004-FF320C6BBFD1}" type="pres">
      <dgm:prSet presAssocID="{FA73E4C8-878F-4A36-A0C1-DE33F646ECF4}" presName="level3hierChild" presStyleCnt="0"/>
      <dgm:spPr/>
    </dgm:pt>
    <dgm:pt modelId="{09AACD0E-1A5C-4D88-8921-350A0C2987E8}" type="pres">
      <dgm:prSet presAssocID="{F055B49B-C52F-4850-818D-205A71B34D52}" presName="conn2-1" presStyleLbl="parChTrans1D3" presStyleIdx="3" presStyleCnt="4"/>
      <dgm:spPr/>
    </dgm:pt>
    <dgm:pt modelId="{6E5CC9F2-D35A-4D74-90FF-135DC2287FE8}" type="pres">
      <dgm:prSet presAssocID="{F055B49B-C52F-4850-818D-205A71B34D52}" presName="connTx" presStyleLbl="parChTrans1D3" presStyleIdx="3" presStyleCnt="4"/>
      <dgm:spPr/>
    </dgm:pt>
    <dgm:pt modelId="{68296453-DA8F-495B-BB1E-73ADB2F0D340}" type="pres">
      <dgm:prSet presAssocID="{93045586-2E68-4348-95B3-906F7B27C075}" presName="root2" presStyleCnt="0"/>
      <dgm:spPr/>
    </dgm:pt>
    <dgm:pt modelId="{59B8F7E9-3FC4-425D-B910-0F88FA911337}" type="pres">
      <dgm:prSet presAssocID="{93045586-2E68-4348-95B3-906F7B27C075}" presName="LevelTwoTextNode" presStyleLbl="node3" presStyleIdx="3" presStyleCnt="4">
        <dgm:presLayoutVars>
          <dgm:chPref val="3"/>
        </dgm:presLayoutVars>
      </dgm:prSet>
      <dgm:spPr/>
    </dgm:pt>
    <dgm:pt modelId="{86CFEF98-E0EB-4931-A265-732E0B0DC8AF}" type="pres">
      <dgm:prSet presAssocID="{93045586-2E68-4348-95B3-906F7B27C075}" presName="level3hierChild" presStyleCnt="0"/>
      <dgm:spPr/>
    </dgm:pt>
  </dgm:ptLst>
  <dgm:cxnLst>
    <dgm:cxn modelId="{1B843E14-E440-482D-BCF6-0F4CCAB3857E}" type="presOf" srcId="{F055B49B-C52F-4850-818D-205A71B34D52}" destId="{09AACD0E-1A5C-4D88-8921-350A0C2987E8}" srcOrd="0" destOrd="0" presId="urn:microsoft.com/office/officeart/2008/layout/HorizontalMultiLevelHierarchy"/>
    <dgm:cxn modelId="{0DF4E717-8D55-46F9-8F9B-674BB16184CB}" type="presOf" srcId="{70A63A62-E5FE-40A9-BCE7-69B6AA433C56}" destId="{075FA760-637D-42A1-AF9D-FF593201980A}" srcOrd="0" destOrd="0" presId="urn:microsoft.com/office/officeart/2008/layout/HorizontalMultiLevelHierarchy"/>
    <dgm:cxn modelId="{9AAE7C19-AF66-4FEC-8E8B-748C8231A020}" srcId="{03D181DA-D892-4790-9556-C3114E2B4DDD}" destId="{AEF98341-57D0-473B-B270-C34434CD1DE5}" srcOrd="1" destOrd="0" parTransId="{AEFA89CB-3A6F-4569-8424-CB5EA259DB6E}" sibTransId="{06D40880-2A3B-4908-9E8A-E593E675309F}"/>
    <dgm:cxn modelId="{C0AC221C-8509-4AFA-BF7E-57B9AF453D76}" type="presOf" srcId="{A4255CE6-C5CD-4FC2-8C9F-400F516F4ED6}" destId="{9FB6934C-2851-41A1-BA4E-B2098B721ED7}" srcOrd="1" destOrd="0" presId="urn:microsoft.com/office/officeart/2008/layout/HorizontalMultiLevelHierarchy"/>
    <dgm:cxn modelId="{0BB1F323-463A-467D-8EF1-003DD2E9EF9F}" type="presOf" srcId="{AEFA89CB-3A6F-4569-8424-CB5EA259DB6E}" destId="{AA14A7C2-1176-411A-8265-98DD88FB2E02}" srcOrd="1" destOrd="0" presId="urn:microsoft.com/office/officeart/2008/layout/HorizontalMultiLevelHierarchy"/>
    <dgm:cxn modelId="{11588926-0AA2-4AF7-85E2-6C308CAEF5EF}" type="presOf" srcId="{486688C9-440B-4434-8272-FDC92F060F37}" destId="{0E667A60-EFDA-4C10-8F92-26E15E44E556}" srcOrd="1" destOrd="0" presId="urn:microsoft.com/office/officeart/2008/layout/HorizontalMultiLevelHierarchy"/>
    <dgm:cxn modelId="{59260C28-1966-421F-9E28-9B1D60D84C75}" type="presOf" srcId="{13E7F70B-94CD-4CC1-A3F7-92618F856896}" destId="{F8626A7C-CA68-4334-88DE-3520908A74B2}" srcOrd="0" destOrd="0" presId="urn:microsoft.com/office/officeart/2008/layout/HorizontalMultiLevelHierarchy"/>
    <dgm:cxn modelId="{8DF19629-14B0-4DFE-BE94-1D3AD04A9AC1}" type="presOf" srcId="{5F5E24BD-76DC-41D5-8AE8-2B5AFCD9E313}" destId="{6B130EF2-8553-4C3E-8FC8-6ED4C359F89E}" srcOrd="0" destOrd="0" presId="urn:microsoft.com/office/officeart/2008/layout/HorizontalMultiLevelHierarchy"/>
    <dgm:cxn modelId="{2589D72A-243F-414C-B441-79A131FCCC33}" srcId="{C2B6B0EB-1DF3-4416-BB9E-5070C65F8243}" destId="{13E7F70B-94CD-4CC1-A3F7-92618F856896}" srcOrd="0" destOrd="0" parTransId="{A9FFDC56-F45A-4B95-A07E-9911AE47F3FF}" sibTransId="{B0D16E90-F5F2-4DEF-82E1-1F889140781E}"/>
    <dgm:cxn modelId="{D0F4A62B-BF73-487C-B6EE-7E571E27BCD8}" type="presOf" srcId="{A2555ED7-795B-4033-9904-B3E3B1497671}" destId="{DBC569F7-9666-453F-8AFB-7B80280610F4}" srcOrd="0" destOrd="0" presId="urn:microsoft.com/office/officeart/2008/layout/HorizontalMultiLevelHierarchy"/>
    <dgm:cxn modelId="{E7D5092C-D79E-47DF-97CA-5370707091A9}" type="presOf" srcId="{93045586-2E68-4348-95B3-906F7B27C075}" destId="{59B8F7E9-3FC4-425D-B910-0F88FA911337}" srcOrd="0" destOrd="0" presId="urn:microsoft.com/office/officeart/2008/layout/HorizontalMultiLevelHierarchy"/>
    <dgm:cxn modelId="{45114032-2388-433A-8D3A-04ECBE2527EA}" type="presOf" srcId="{7E916B00-2519-4513-8ED4-05E62B4D1C47}" destId="{19E8D8C9-ECF1-4EE5-B0B9-44F1F706A24C}" srcOrd="0" destOrd="0" presId="urn:microsoft.com/office/officeart/2008/layout/HorizontalMultiLevelHierarchy"/>
    <dgm:cxn modelId="{5FF5B15F-424F-4E24-92F7-019CA11384BA}" srcId="{7E916B00-2519-4513-8ED4-05E62B4D1C47}" destId="{C2B6B0EB-1DF3-4416-BB9E-5070C65F8243}" srcOrd="0" destOrd="0" parTransId="{B168F513-3960-44E4-8CD0-27C0EA6B556F}" sibTransId="{21D44DD3-F1B1-4F49-A598-7CE17AFE8F66}"/>
    <dgm:cxn modelId="{21BF3743-8785-4DE1-9182-B935E9C41A93}" type="presOf" srcId="{AEF98341-57D0-473B-B270-C34434CD1DE5}" destId="{7B0C448F-2EF2-4344-BBE0-9F1444834C32}" srcOrd="0" destOrd="0" presId="urn:microsoft.com/office/officeart/2008/layout/HorizontalMultiLevelHierarchy"/>
    <dgm:cxn modelId="{B8FF2044-D5E7-4A65-B8A6-2F20B14115DB}" type="presOf" srcId="{FA73E4C8-878F-4A36-A0C1-DE33F646ECF4}" destId="{9725D695-BF0B-4E42-B187-FBAE765CE2C1}" srcOrd="0" destOrd="0" presId="urn:microsoft.com/office/officeart/2008/layout/HorizontalMultiLevelHierarchy"/>
    <dgm:cxn modelId="{413DE466-9F52-4211-A0E1-B5224F207835}" srcId="{C2B6B0EB-1DF3-4416-BB9E-5070C65F8243}" destId="{03D181DA-D892-4790-9556-C3114E2B4DDD}" srcOrd="1" destOrd="0" parTransId="{5F5E24BD-76DC-41D5-8AE8-2B5AFCD9E313}" sibTransId="{1F7BF19B-DF0B-4507-99C0-ADC32E925FF5}"/>
    <dgm:cxn modelId="{D11D4047-95E4-4802-8D6E-761FACCDAFAB}" type="presOf" srcId="{544A8F53-AC51-4539-BA2F-85D73B1F55F1}" destId="{27BC6DCF-AC12-4631-B65E-C76B0F20DA6D}" srcOrd="0" destOrd="0" presId="urn:microsoft.com/office/officeart/2008/layout/HorizontalMultiLevelHierarchy"/>
    <dgm:cxn modelId="{C7B8BC50-F07F-4F94-B510-5B6B89D81877}" type="presOf" srcId="{AEFA89CB-3A6F-4569-8424-CB5EA259DB6E}" destId="{AF5F30E2-22B9-4B64-B359-E220A7D78C15}" srcOrd="0" destOrd="0" presId="urn:microsoft.com/office/officeart/2008/layout/HorizontalMultiLevelHierarchy"/>
    <dgm:cxn modelId="{DFFC5851-DDE3-47B6-B50D-41FD24301CA3}" type="presOf" srcId="{F055B49B-C52F-4850-818D-205A71B34D52}" destId="{6E5CC9F2-D35A-4D74-90FF-135DC2287FE8}" srcOrd="1" destOrd="0" presId="urn:microsoft.com/office/officeart/2008/layout/HorizontalMultiLevelHierarchy"/>
    <dgm:cxn modelId="{DF14747B-0ABC-40E9-93E4-21E839C1AE82}" type="presOf" srcId="{A4255CE6-C5CD-4FC2-8C9F-400F516F4ED6}" destId="{C6E0D399-BF25-4975-8658-989E7D16D3D4}" srcOrd="0" destOrd="0" presId="urn:microsoft.com/office/officeart/2008/layout/HorizontalMultiLevelHierarchy"/>
    <dgm:cxn modelId="{84B33CA9-EEB3-4BC1-8F64-9BD031F04347}" type="presOf" srcId="{A9FFDC56-F45A-4B95-A07E-9911AE47F3FF}" destId="{F84BF7DF-847E-46B5-A0E5-2BC68A2795DA}" srcOrd="1" destOrd="0" presId="urn:microsoft.com/office/officeart/2008/layout/HorizontalMultiLevelHierarchy"/>
    <dgm:cxn modelId="{92386BA9-3C1C-404A-BAC1-A33EEC84094E}" type="presOf" srcId="{544A8F53-AC51-4539-BA2F-85D73B1F55F1}" destId="{E2E36D8B-2A06-4D15-BAEE-EBEAC53DE704}" srcOrd="1" destOrd="0" presId="urn:microsoft.com/office/officeart/2008/layout/HorizontalMultiLevelHierarchy"/>
    <dgm:cxn modelId="{ED691BAD-DB08-47A3-AC13-C1CC269C7D10}" type="presOf" srcId="{486688C9-440B-4434-8272-FDC92F060F37}" destId="{20277B77-6F2C-48D0-BF49-4FECB5C9926B}" srcOrd="0" destOrd="0" presId="urn:microsoft.com/office/officeart/2008/layout/HorizontalMultiLevelHierarchy"/>
    <dgm:cxn modelId="{B9389EB0-3B0F-47D1-AE2A-EC2227173863}" srcId="{FA73E4C8-878F-4A36-A0C1-DE33F646ECF4}" destId="{93045586-2E68-4348-95B3-906F7B27C075}" srcOrd="0" destOrd="0" parTransId="{F055B49B-C52F-4850-818D-205A71B34D52}" sibTransId="{3766F246-3EF2-4AF7-816B-C01E8D43C936}"/>
    <dgm:cxn modelId="{2C2824B9-CF82-45F0-912B-8A0C1E8B0852}" srcId="{13E7F70B-94CD-4CC1-A3F7-92618F856896}" destId="{70A63A62-E5FE-40A9-BCE7-69B6AA433C56}" srcOrd="0" destOrd="0" parTransId="{A4255CE6-C5CD-4FC2-8C9F-400F516F4ED6}" sibTransId="{1405DEC2-2744-49F4-8FEA-4A0B737F285D}"/>
    <dgm:cxn modelId="{EAB3BEC1-597C-4961-80F3-A11B2037C133}" srcId="{C2B6B0EB-1DF3-4416-BB9E-5070C65F8243}" destId="{FA73E4C8-878F-4A36-A0C1-DE33F646ECF4}" srcOrd="2" destOrd="0" parTransId="{486688C9-440B-4434-8272-FDC92F060F37}" sibTransId="{D868D96A-5283-4E3E-8ACD-180F3525F7EC}"/>
    <dgm:cxn modelId="{1760BDC9-315E-464A-9175-1ED8CFD8E28F}" srcId="{03D181DA-D892-4790-9556-C3114E2B4DDD}" destId="{A2555ED7-795B-4033-9904-B3E3B1497671}" srcOrd="0" destOrd="0" parTransId="{544A8F53-AC51-4539-BA2F-85D73B1F55F1}" sibTransId="{D535DA73-447D-4E6D-857D-CEF21E07D132}"/>
    <dgm:cxn modelId="{B428D4CB-CC1C-4590-B3AF-85ECFDE681D3}" type="presOf" srcId="{5F5E24BD-76DC-41D5-8AE8-2B5AFCD9E313}" destId="{7964B0A6-7358-4D6B-BB9E-48262643E729}" srcOrd="1" destOrd="0" presId="urn:microsoft.com/office/officeart/2008/layout/HorizontalMultiLevelHierarchy"/>
    <dgm:cxn modelId="{8EDEE4D9-19DC-400A-869B-280106BB4459}" type="presOf" srcId="{C2B6B0EB-1DF3-4416-BB9E-5070C65F8243}" destId="{6A9E487F-9C4F-487F-8110-C5ADB5D09EAE}" srcOrd="0" destOrd="0" presId="urn:microsoft.com/office/officeart/2008/layout/HorizontalMultiLevelHierarchy"/>
    <dgm:cxn modelId="{FB1AAEE4-4AD0-409F-8B5B-942C5E834361}" type="presOf" srcId="{03D181DA-D892-4790-9556-C3114E2B4DDD}" destId="{3D61B949-4929-413E-89EB-F5E3E9BC1922}" srcOrd="0" destOrd="0" presId="urn:microsoft.com/office/officeart/2008/layout/HorizontalMultiLevelHierarchy"/>
    <dgm:cxn modelId="{6E95E5F8-3E24-4F50-A2E8-FA5EE08F2A4B}" type="presOf" srcId="{A9FFDC56-F45A-4B95-A07E-9911AE47F3FF}" destId="{D79AAE84-A95F-4565-9632-DAABB0483562}" srcOrd="0" destOrd="0" presId="urn:microsoft.com/office/officeart/2008/layout/HorizontalMultiLevelHierarchy"/>
    <dgm:cxn modelId="{69541B03-1FDE-4C7C-BFB7-3C5A7FF8F99A}" type="presParOf" srcId="{19E8D8C9-ECF1-4EE5-B0B9-44F1F706A24C}" destId="{5809A6B2-5A7A-464D-AE29-48766CA5A6F9}" srcOrd="0" destOrd="0" presId="urn:microsoft.com/office/officeart/2008/layout/HorizontalMultiLevelHierarchy"/>
    <dgm:cxn modelId="{E0401674-01D9-4B50-9271-83EAA385FCAC}" type="presParOf" srcId="{5809A6B2-5A7A-464D-AE29-48766CA5A6F9}" destId="{6A9E487F-9C4F-487F-8110-C5ADB5D09EAE}" srcOrd="0" destOrd="0" presId="urn:microsoft.com/office/officeart/2008/layout/HorizontalMultiLevelHierarchy"/>
    <dgm:cxn modelId="{C116ADDA-FC56-41ED-BAD7-D16EE89BA146}" type="presParOf" srcId="{5809A6B2-5A7A-464D-AE29-48766CA5A6F9}" destId="{C87D6383-EE79-4CEA-97ED-74388A976B21}" srcOrd="1" destOrd="0" presId="urn:microsoft.com/office/officeart/2008/layout/HorizontalMultiLevelHierarchy"/>
    <dgm:cxn modelId="{A0E8899B-80B6-410B-ACA5-1CCDA3B183C4}" type="presParOf" srcId="{C87D6383-EE79-4CEA-97ED-74388A976B21}" destId="{D79AAE84-A95F-4565-9632-DAABB0483562}" srcOrd="0" destOrd="0" presId="urn:microsoft.com/office/officeart/2008/layout/HorizontalMultiLevelHierarchy"/>
    <dgm:cxn modelId="{BA267DA0-9001-4B45-AA4A-16A01B084E3F}" type="presParOf" srcId="{D79AAE84-A95F-4565-9632-DAABB0483562}" destId="{F84BF7DF-847E-46B5-A0E5-2BC68A2795DA}" srcOrd="0" destOrd="0" presId="urn:microsoft.com/office/officeart/2008/layout/HorizontalMultiLevelHierarchy"/>
    <dgm:cxn modelId="{09A39EBE-D45B-4D64-8107-0433DBF093F9}" type="presParOf" srcId="{C87D6383-EE79-4CEA-97ED-74388A976B21}" destId="{CEF9852C-0070-46C8-A8AC-34E9D2E1759E}" srcOrd="1" destOrd="0" presId="urn:microsoft.com/office/officeart/2008/layout/HorizontalMultiLevelHierarchy"/>
    <dgm:cxn modelId="{05B6EE8D-FC01-4AB3-94A0-1083E631685E}" type="presParOf" srcId="{CEF9852C-0070-46C8-A8AC-34E9D2E1759E}" destId="{F8626A7C-CA68-4334-88DE-3520908A74B2}" srcOrd="0" destOrd="0" presId="urn:microsoft.com/office/officeart/2008/layout/HorizontalMultiLevelHierarchy"/>
    <dgm:cxn modelId="{49D4772D-A11B-4D00-98A8-ACB4225D1060}" type="presParOf" srcId="{CEF9852C-0070-46C8-A8AC-34E9D2E1759E}" destId="{1DA9364F-E722-4570-AD91-BABDD3B77B8E}" srcOrd="1" destOrd="0" presId="urn:microsoft.com/office/officeart/2008/layout/HorizontalMultiLevelHierarchy"/>
    <dgm:cxn modelId="{7F8B6850-ADAF-44BD-BACB-E8819DD0F906}" type="presParOf" srcId="{1DA9364F-E722-4570-AD91-BABDD3B77B8E}" destId="{C6E0D399-BF25-4975-8658-989E7D16D3D4}" srcOrd="0" destOrd="0" presId="urn:microsoft.com/office/officeart/2008/layout/HorizontalMultiLevelHierarchy"/>
    <dgm:cxn modelId="{53CCBFEE-B90D-4D70-97BF-70E88CA4228A}" type="presParOf" srcId="{C6E0D399-BF25-4975-8658-989E7D16D3D4}" destId="{9FB6934C-2851-41A1-BA4E-B2098B721ED7}" srcOrd="0" destOrd="0" presId="urn:microsoft.com/office/officeart/2008/layout/HorizontalMultiLevelHierarchy"/>
    <dgm:cxn modelId="{E32201C5-D915-4B1E-9A8E-F99A9E59C7C9}" type="presParOf" srcId="{1DA9364F-E722-4570-AD91-BABDD3B77B8E}" destId="{B3EBF565-0F02-4112-8452-D538DE6D019E}" srcOrd="1" destOrd="0" presId="urn:microsoft.com/office/officeart/2008/layout/HorizontalMultiLevelHierarchy"/>
    <dgm:cxn modelId="{5262C275-0E3E-4626-A9C7-F0DC45B9811F}" type="presParOf" srcId="{B3EBF565-0F02-4112-8452-D538DE6D019E}" destId="{075FA760-637D-42A1-AF9D-FF593201980A}" srcOrd="0" destOrd="0" presId="urn:microsoft.com/office/officeart/2008/layout/HorizontalMultiLevelHierarchy"/>
    <dgm:cxn modelId="{517F520A-8420-4716-890C-4743EE94CF0F}" type="presParOf" srcId="{B3EBF565-0F02-4112-8452-D538DE6D019E}" destId="{AEA6DB2E-E805-4D0F-B7F5-58396DDC9EAE}" srcOrd="1" destOrd="0" presId="urn:microsoft.com/office/officeart/2008/layout/HorizontalMultiLevelHierarchy"/>
    <dgm:cxn modelId="{9C7189EF-08C7-4E70-9063-7B72B420B03D}" type="presParOf" srcId="{C87D6383-EE79-4CEA-97ED-74388A976B21}" destId="{6B130EF2-8553-4C3E-8FC8-6ED4C359F89E}" srcOrd="2" destOrd="0" presId="urn:microsoft.com/office/officeart/2008/layout/HorizontalMultiLevelHierarchy"/>
    <dgm:cxn modelId="{2D511E61-FAC7-4008-B1CC-E167276B31E2}" type="presParOf" srcId="{6B130EF2-8553-4C3E-8FC8-6ED4C359F89E}" destId="{7964B0A6-7358-4D6B-BB9E-48262643E729}" srcOrd="0" destOrd="0" presId="urn:microsoft.com/office/officeart/2008/layout/HorizontalMultiLevelHierarchy"/>
    <dgm:cxn modelId="{1CECCE25-677B-49FA-9426-B9C4FAEBD383}" type="presParOf" srcId="{C87D6383-EE79-4CEA-97ED-74388A976B21}" destId="{61DBD23B-C514-4789-9285-751A69F5A952}" srcOrd="3" destOrd="0" presId="urn:microsoft.com/office/officeart/2008/layout/HorizontalMultiLevelHierarchy"/>
    <dgm:cxn modelId="{E0C63C9E-92F0-4E9B-887C-36CD3AB8CD4D}" type="presParOf" srcId="{61DBD23B-C514-4789-9285-751A69F5A952}" destId="{3D61B949-4929-413E-89EB-F5E3E9BC1922}" srcOrd="0" destOrd="0" presId="urn:microsoft.com/office/officeart/2008/layout/HorizontalMultiLevelHierarchy"/>
    <dgm:cxn modelId="{D53591D5-E8DF-4168-94B5-50DB266A7DA5}" type="presParOf" srcId="{61DBD23B-C514-4789-9285-751A69F5A952}" destId="{D258CFD4-8A09-440A-918D-A88242CF9C63}" srcOrd="1" destOrd="0" presId="urn:microsoft.com/office/officeart/2008/layout/HorizontalMultiLevelHierarchy"/>
    <dgm:cxn modelId="{7A8C482B-726F-4F22-BE1D-149B5CFC0BB0}" type="presParOf" srcId="{D258CFD4-8A09-440A-918D-A88242CF9C63}" destId="{27BC6DCF-AC12-4631-B65E-C76B0F20DA6D}" srcOrd="0" destOrd="0" presId="urn:microsoft.com/office/officeart/2008/layout/HorizontalMultiLevelHierarchy"/>
    <dgm:cxn modelId="{3A870B18-01F4-4C4B-8E99-064D84FF6B24}" type="presParOf" srcId="{27BC6DCF-AC12-4631-B65E-C76B0F20DA6D}" destId="{E2E36D8B-2A06-4D15-BAEE-EBEAC53DE704}" srcOrd="0" destOrd="0" presId="urn:microsoft.com/office/officeart/2008/layout/HorizontalMultiLevelHierarchy"/>
    <dgm:cxn modelId="{77339A98-1ACC-4490-A732-43054F1045D6}" type="presParOf" srcId="{D258CFD4-8A09-440A-918D-A88242CF9C63}" destId="{33452985-8CBA-4C1C-A56A-682B4B3D9EA7}" srcOrd="1" destOrd="0" presId="urn:microsoft.com/office/officeart/2008/layout/HorizontalMultiLevelHierarchy"/>
    <dgm:cxn modelId="{932AFB53-1294-4F22-8402-0AFFBD4A3250}" type="presParOf" srcId="{33452985-8CBA-4C1C-A56A-682B4B3D9EA7}" destId="{DBC569F7-9666-453F-8AFB-7B80280610F4}" srcOrd="0" destOrd="0" presId="urn:microsoft.com/office/officeart/2008/layout/HorizontalMultiLevelHierarchy"/>
    <dgm:cxn modelId="{C88AED89-E694-4D5D-AB8B-A0F2F01F3FF9}" type="presParOf" srcId="{33452985-8CBA-4C1C-A56A-682B4B3D9EA7}" destId="{23770C55-9565-42FD-8EA8-6CA0E5467F17}" srcOrd="1" destOrd="0" presId="urn:microsoft.com/office/officeart/2008/layout/HorizontalMultiLevelHierarchy"/>
    <dgm:cxn modelId="{72DE9806-7FCF-447D-B24E-1AF9B430BB6D}" type="presParOf" srcId="{D258CFD4-8A09-440A-918D-A88242CF9C63}" destId="{AF5F30E2-22B9-4B64-B359-E220A7D78C15}" srcOrd="2" destOrd="0" presId="urn:microsoft.com/office/officeart/2008/layout/HorizontalMultiLevelHierarchy"/>
    <dgm:cxn modelId="{E18DC1DF-00D6-4BF0-AEB7-F53DADE78F80}" type="presParOf" srcId="{AF5F30E2-22B9-4B64-B359-E220A7D78C15}" destId="{AA14A7C2-1176-411A-8265-98DD88FB2E02}" srcOrd="0" destOrd="0" presId="urn:microsoft.com/office/officeart/2008/layout/HorizontalMultiLevelHierarchy"/>
    <dgm:cxn modelId="{5EDF3703-A890-4830-A6CA-EFACBF609F8F}" type="presParOf" srcId="{D258CFD4-8A09-440A-918D-A88242CF9C63}" destId="{855A9264-B5D5-4DCE-AFBF-A88EB16A97C8}" srcOrd="3" destOrd="0" presId="urn:microsoft.com/office/officeart/2008/layout/HorizontalMultiLevelHierarchy"/>
    <dgm:cxn modelId="{1B082ECC-65A2-4FD8-8DC1-5DF672408AE6}" type="presParOf" srcId="{855A9264-B5D5-4DCE-AFBF-A88EB16A97C8}" destId="{7B0C448F-2EF2-4344-BBE0-9F1444834C32}" srcOrd="0" destOrd="0" presId="urn:microsoft.com/office/officeart/2008/layout/HorizontalMultiLevelHierarchy"/>
    <dgm:cxn modelId="{C0FB92E7-7B8A-4B27-982C-C7C5E30C07ED}" type="presParOf" srcId="{855A9264-B5D5-4DCE-AFBF-A88EB16A97C8}" destId="{92C93FFC-57C2-40BD-80EE-34B7FDAC96C9}" srcOrd="1" destOrd="0" presId="urn:microsoft.com/office/officeart/2008/layout/HorizontalMultiLevelHierarchy"/>
    <dgm:cxn modelId="{D2593423-3236-4039-BEA3-054B5C4CAE91}" type="presParOf" srcId="{C87D6383-EE79-4CEA-97ED-74388A976B21}" destId="{20277B77-6F2C-48D0-BF49-4FECB5C9926B}" srcOrd="4" destOrd="0" presId="urn:microsoft.com/office/officeart/2008/layout/HorizontalMultiLevelHierarchy"/>
    <dgm:cxn modelId="{B95E992C-176E-4721-9AF5-D925A7536715}" type="presParOf" srcId="{20277B77-6F2C-48D0-BF49-4FECB5C9926B}" destId="{0E667A60-EFDA-4C10-8F92-26E15E44E556}" srcOrd="0" destOrd="0" presId="urn:microsoft.com/office/officeart/2008/layout/HorizontalMultiLevelHierarchy"/>
    <dgm:cxn modelId="{34F64796-F395-457E-9007-65F1ADFAC30A}" type="presParOf" srcId="{C87D6383-EE79-4CEA-97ED-74388A976B21}" destId="{F9161D2D-9E48-4689-8B87-E11C68496E9A}" srcOrd="5" destOrd="0" presId="urn:microsoft.com/office/officeart/2008/layout/HorizontalMultiLevelHierarchy"/>
    <dgm:cxn modelId="{1DAACA3F-E3C6-4F32-8A55-7F672713AB4D}" type="presParOf" srcId="{F9161D2D-9E48-4689-8B87-E11C68496E9A}" destId="{9725D695-BF0B-4E42-B187-FBAE765CE2C1}" srcOrd="0" destOrd="0" presId="urn:microsoft.com/office/officeart/2008/layout/HorizontalMultiLevelHierarchy"/>
    <dgm:cxn modelId="{AF902BB6-9468-4941-9D5A-AAABDF7DB716}" type="presParOf" srcId="{F9161D2D-9E48-4689-8B87-E11C68496E9A}" destId="{26DBE3C3-5994-4140-8004-FF320C6BBFD1}" srcOrd="1" destOrd="0" presId="urn:microsoft.com/office/officeart/2008/layout/HorizontalMultiLevelHierarchy"/>
    <dgm:cxn modelId="{3823551E-E9B6-4D49-B483-C8B51B2CA439}" type="presParOf" srcId="{26DBE3C3-5994-4140-8004-FF320C6BBFD1}" destId="{09AACD0E-1A5C-4D88-8921-350A0C2987E8}" srcOrd="0" destOrd="0" presId="urn:microsoft.com/office/officeart/2008/layout/HorizontalMultiLevelHierarchy"/>
    <dgm:cxn modelId="{0021BE7F-7854-4F24-9671-2944D4788277}" type="presParOf" srcId="{09AACD0E-1A5C-4D88-8921-350A0C2987E8}" destId="{6E5CC9F2-D35A-4D74-90FF-135DC2287FE8}" srcOrd="0" destOrd="0" presId="urn:microsoft.com/office/officeart/2008/layout/HorizontalMultiLevelHierarchy"/>
    <dgm:cxn modelId="{A3354763-57D9-4877-B99B-808CC0C8317A}" type="presParOf" srcId="{26DBE3C3-5994-4140-8004-FF320C6BBFD1}" destId="{68296453-DA8F-495B-BB1E-73ADB2F0D340}" srcOrd="1" destOrd="0" presId="urn:microsoft.com/office/officeart/2008/layout/HorizontalMultiLevelHierarchy"/>
    <dgm:cxn modelId="{CC456D05-414C-40E0-9E2C-65C1A25034A8}" type="presParOf" srcId="{68296453-DA8F-495B-BB1E-73ADB2F0D340}" destId="{59B8F7E9-3FC4-425D-B910-0F88FA911337}" srcOrd="0" destOrd="0" presId="urn:microsoft.com/office/officeart/2008/layout/HorizontalMultiLevelHierarchy"/>
    <dgm:cxn modelId="{5BC20326-E986-4940-8555-4A1EE1322130}" type="presParOf" srcId="{68296453-DA8F-495B-BB1E-73ADB2F0D340}" destId="{86CFEF98-E0EB-4931-A265-732E0B0DC8AF}"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2884ADDE-5EEB-4731-8E00-78BA573CCC33}" type="doc">
      <dgm:prSet loTypeId="urn:microsoft.com/office/officeart/2005/8/layout/hChevron3" loCatId="process" qsTypeId="urn:microsoft.com/office/officeart/2005/8/quickstyle/simple1" qsCatId="simple" csTypeId="urn:microsoft.com/office/officeart/2005/8/colors/accent1_2" csCatId="accent1" phldr="1"/>
      <dgm:spPr/>
    </dgm:pt>
    <dgm:pt modelId="{C9CFFDCF-1556-49DA-91C5-DC3A94FB5E53}">
      <dgm:prSet phldrT="[Text]"/>
      <dgm:spPr>
        <a:solidFill>
          <a:srgbClr val="5B9BD5"/>
        </a:solidFill>
      </dgm:spPr>
      <dgm:t>
        <a:bodyPr/>
        <a:lstStyle/>
        <a:p>
          <a:r>
            <a:rPr lang="es-MX" dirty="0"/>
            <a:t>Ejercicio de Origen</a:t>
          </a:r>
        </a:p>
      </dgm:t>
    </dgm:pt>
    <dgm:pt modelId="{31641A9E-9544-4E05-96F8-06B43670D91C}" type="parTrans" cxnId="{E224C75B-AE43-4788-A59C-42687FF28B0C}">
      <dgm:prSet/>
      <dgm:spPr/>
      <dgm:t>
        <a:bodyPr/>
        <a:lstStyle/>
        <a:p>
          <a:endParaRPr lang="es-MX"/>
        </a:p>
      </dgm:t>
    </dgm:pt>
    <dgm:pt modelId="{A560399C-4BE2-46B7-A076-C6935C7B791D}" type="sibTrans" cxnId="{E224C75B-AE43-4788-A59C-42687FF28B0C}">
      <dgm:prSet/>
      <dgm:spPr/>
      <dgm:t>
        <a:bodyPr/>
        <a:lstStyle/>
        <a:p>
          <a:endParaRPr lang="es-MX"/>
        </a:p>
      </dgm:t>
    </dgm:pt>
    <dgm:pt modelId="{92154278-C01C-4DE4-9780-E4339F6211AC}">
      <dgm:prSet phldrT="[Text]"/>
      <dgm:spPr>
        <a:solidFill>
          <a:srgbClr val="00B0F0"/>
        </a:solidFill>
      </dgm:spPr>
      <dgm:t>
        <a:bodyPr/>
        <a:lstStyle/>
        <a:p>
          <a:r>
            <a:rPr lang="es-MX" dirty="0"/>
            <a:t>3 Primeros meses posteriores</a:t>
          </a:r>
        </a:p>
      </dgm:t>
    </dgm:pt>
    <dgm:pt modelId="{A99BC620-3A37-4E49-BFB5-0D480537F9C7}" type="parTrans" cxnId="{8A939970-AE64-4E1A-A9A6-4B829E5F8679}">
      <dgm:prSet/>
      <dgm:spPr/>
      <dgm:t>
        <a:bodyPr/>
        <a:lstStyle/>
        <a:p>
          <a:endParaRPr lang="es-MX"/>
        </a:p>
      </dgm:t>
    </dgm:pt>
    <dgm:pt modelId="{8430E635-4EFD-4E36-BADA-C8972845BC89}" type="sibTrans" cxnId="{8A939970-AE64-4E1A-A9A6-4B829E5F8679}">
      <dgm:prSet/>
      <dgm:spPr/>
      <dgm:t>
        <a:bodyPr/>
        <a:lstStyle/>
        <a:p>
          <a:endParaRPr lang="es-MX"/>
        </a:p>
      </dgm:t>
    </dgm:pt>
    <dgm:pt modelId="{788FAF92-D18B-4309-B8D5-3035BDCA014A}">
      <dgm:prSet phldrT="[Text]"/>
      <dgm:spPr>
        <a:solidFill>
          <a:srgbClr val="0070C0"/>
        </a:solidFill>
      </dgm:spPr>
      <dgm:t>
        <a:bodyPr/>
        <a:lstStyle/>
        <a:p>
          <a:r>
            <a:rPr lang="es-MX" dirty="0"/>
            <a:t>4° mes posterior en adelante</a:t>
          </a:r>
        </a:p>
      </dgm:t>
    </dgm:pt>
    <dgm:pt modelId="{1E3CC1A8-2AA5-4D86-9833-3EAC1C328CDC}" type="parTrans" cxnId="{C6EAE7BB-DE74-4F61-9CE7-DE7FB45BCBFB}">
      <dgm:prSet/>
      <dgm:spPr/>
      <dgm:t>
        <a:bodyPr/>
        <a:lstStyle/>
        <a:p>
          <a:endParaRPr lang="es-MX"/>
        </a:p>
      </dgm:t>
    </dgm:pt>
    <dgm:pt modelId="{B6949A60-F221-4DD4-B868-2B6C3987C978}" type="sibTrans" cxnId="{C6EAE7BB-DE74-4F61-9CE7-DE7FB45BCBFB}">
      <dgm:prSet/>
      <dgm:spPr/>
      <dgm:t>
        <a:bodyPr/>
        <a:lstStyle/>
        <a:p>
          <a:endParaRPr lang="es-MX"/>
        </a:p>
      </dgm:t>
    </dgm:pt>
    <dgm:pt modelId="{C5B7F42B-B93F-41C7-A3BF-417BCCAA75A8}" type="pres">
      <dgm:prSet presAssocID="{2884ADDE-5EEB-4731-8E00-78BA573CCC33}" presName="Name0" presStyleCnt="0">
        <dgm:presLayoutVars>
          <dgm:dir/>
          <dgm:resizeHandles val="exact"/>
        </dgm:presLayoutVars>
      </dgm:prSet>
      <dgm:spPr/>
    </dgm:pt>
    <dgm:pt modelId="{41FA3943-7EFC-41AB-9258-81D1E9213B2C}" type="pres">
      <dgm:prSet presAssocID="{C9CFFDCF-1556-49DA-91C5-DC3A94FB5E53}" presName="parTxOnly" presStyleLbl="node1" presStyleIdx="0" presStyleCnt="3">
        <dgm:presLayoutVars>
          <dgm:bulletEnabled val="1"/>
        </dgm:presLayoutVars>
      </dgm:prSet>
      <dgm:spPr/>
    </dgm:pt>
    <dgm:pt modelId="{FFB392EC-E5EB-4973-894C-AE6940FC2570}" type="pres">
      <dgm:prSet presAssocID="{A560399C-4BE2-46B7-A076-C6935C7B791D}" presName="parSpace" presStyleCnt="0"/>
      <dgm:spPr/>
    </dgm:pt>
    <dgm:pt modelId="{1A31691D-3788-488F-B1D5-4EFE0538CDA3}" type="pres">
      <dgm:prSet presAssocID="{92154278-C01C-4DE4-9780-E4339F6211AC}" presName="parTxOnly" presStyleLbl="node1" presStyleIdx="1" presStyleCnt="3">
        <dgm:presLayoutVars>
          <dgm:bulletEnabled val="1"/>
        </dgm:presLayoutVars>
      </dgm:prSet>
      <dgm:spPr/>
    </dgm:pt>
    <dgm:pt modelId="{844EBD0A-5B74-4096-A1C2-10CB0A5B1A21}" type="pres">
      <dgm:prSet presAssocID="{8430E635-4EFD-4E36-BADA-C8972845BC89}" presName="parSpace" presStyleCnt="0"/>
      <dgm:spPr/>
    </dgm:pt>
    <dgm:pt modelId="{CC3E34EA-DE51-482B-A37C-D6BB8CFABDD3}" type="pres">
      <dgm:prSet presAssocID="{788FAF92-D18B-4309-B8D5-3035BDCA014A}" presName="parTxOnly" presStyleLbl="node1" presStyleIdx="2" presStyleCnt="3">
        <dgm:presLayoutVars>
          <dgm:bulletEnabled val="1"/>
        </dgm:presLayoutVars>
      </dgm:prSet>
      <dgm:spPr/>
    </dgm:pt>
  </dgm:ptLst>
  <dgm:cxnLst>
    <dgm:cxn modelId="{C36E0C10-87A5-42F3-942D-DE60CE7AF8B2}" type="presOf" srcId="{788FAF92-D18B-4309-B8D5-3035BDCA014A}" destId="{CC3E34EA-DE51-482B-A37C-D6BB8CFABDD3}" srcOrd="0" destOrd="0" presId="urn:microsoft.com/office/officeart/2005/8/layout/hChevron3"/>
    <dgm:cxn modelId="{41DE3810-BB12-4A72-9CC3-332D2F2FF275}" type="presOf" srcId="{2884ADDE-5EEB-4731-8E00-78BA573CCC33}" destId="{C5B7F42B-B93F-41C7-A3BF-417BCCAA75A8}" srcOrd="0" destOrd="0" presId="urn:microsoft.com/office/officeart/2005/8/layout/hChevron3"/>
    <dgm:cxn modelId="{E224C75B-AE43-4788-A59C-42687FF28B0C}" srcId="{2884ADDE-5EEB-4731-8E00-78BA573CCC33}" destId="{C9CFFDCF-1556-49DA-91C5-DC3A94FB5E53}" srcOrd="0" destOrd="0" parTransId="{31641A9E-9544-4E05-96F8-06B43670D91C}" sibTransId="{A560399C-4BE2-46B7-A076-C6935C7B791D}"/>
    <dgm:cxn modelId="{8A939970-AE64-4E1A-A9A6-4B829E5F8679}" srcId="{2884ADDE-5EEB-4731-8E00-78BA573CCC33}" destId="{92154278-C01C-4DE4-9780-E4339F6211AC}" srcOrd="1" destOrd="0" parTransId="{A99BC620-3A37-4E49-BFB5-0D480537F9C7}" sibTransId="{8430E635-4EFD-4E36-BADA-C8972845BC89}"/>
    <dgm:cxn modelId="{05EC7751-1AE5-41CE-9670-694F8DAC5FFA}" type="presOf" srcId="{92154278-C01C-4DE4-9780-E4339F6211AC}" destId="{1A31691D-3788-488F-B1D5-4EFE0538CDA3}" srcOrd="0" destOrd="0" presId="urn:microsoft.com/office/officeart/2005/8/layout/hChevron3"/>
    <dgm:cxn modelId="{7583DF73-B382-4832-839E-7D3E467C7D44}" type="presOf" srcId="{C9CFFDCF-1556-49DA-91C5-DC3A94FB5E53}" destId="{41FA3943-7EFC-41AB-9258-81D1E9213B2C}" srcOrd="0" destOrd="0" presId="urn:microsoft.com/office/officeart/2005/8/layout/hChevron3"/>
    <dgm:cxn modelId="{C6EAE7BB-DE74-4F61-9CE7-DE7FB45BCBFB}" srcId="{2884ADDE-5EEB-4731-8E00-78BA573CCC33}" destId="{788FAF92-D18B-4309-B8D5-3035BDCA014A}" srcOrd="2" destOrd="0" parTransId="{1E3CC1A8-2AA5-4D86-9833-3EAC1C328CDC}" sibTransId="{B6949A60-F221-4DD4-B868-2B6C3987C978}"/>
    <dgm:cxn modelId="{ED6D0F6B-33D1-42B5-93FD-1B9425CF098E}" type="presParOf" srcId="{C5B7F42B-B93F-41C7-A3BF-417BCCAA75A8}" destId="{41FA3943-7EFC-41AB-9258-81D1E9213B2C}" srcOrd="0" destOrd="0" presId="urn:microsoft.com/office/officeart/2005/8/layout/hChevron3"/>
    <dgm:cxn modelId="{C85DA59B-7A35-4AD7-8D1D-C4E2F325F5EB}" type="presParOf" srcId="{C5B7F42B-B93F-41C7-A3BF-417BCCAA75A8}" destId="{FFB392EC-E5EB-4973-894C-AE6940FC2570}" srcOrd="1" destOrd="0" presId="urn:microsoft.com/office/officeart/2005/8/layout/hChevron3"/>
    <dgm:cxn modelId="{BD153C79-408B-4D2B-9F61-0B634D779F91}" type="presParOf" srcId="{C5B7F42B-B93F-41C7-A3BF-417BCCAA75A8}" destId="{1A31691D-3788-488F-B1D5-4EFE0538CDA3}" srcOrd="2" destOrd="0" presId="urn:microsoft.com/office/officeart/2005/8/layout/hChevron3"/>
    <dgm:cxn modelId="{776EE609-7C00-448E-8F60-5F8E7FEB6C95}" type="presParOf" srcId="{C5B7F42B-B93F-41C7-A3BF-417BCCAA75A8}" destId="{844EBD0A-5B74-4096-A1C2-10CB0A5B1A21}" srcOrd="3" destOrd="0" presId="urn:microsoft.com/office/officeart/2005/8/layout/hChevron3"/>
    <dgm:cxn modelId="{449CD6D7-6642-463F-8813-BBDB1E96466C}" type="presParOf" srcId="{C5B7F42B-B93F-41C7-A3BF-417BCCAA75A8}" destId="{CC3E34EA-DE51-482B-A37C-D6BB8CFABDD3}"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83899C-1B05-4962-9D20-5ED435B0DD15}">
      <dsp:nvSpPr>
        <dsp:cNvPr id="0" name=""/>
        <dsp:cNvSpPr/>
      </dsp:nvSpPr>
      <dsp:spPr>
        <a:xfrm>
          <a:off x="2145" y="54537"/>
          <a:ext cx="1841669" cy="10538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s-MX" sz="1800" kern="1200" dirty="0"/>
            <a:t>Ejercicio en que se incurre</a:t>
          </a:r>
        </a:p>
      </dsp:txBody>
      <dsp:txXfrm>
        <a:off x="2145" y="54537"/>
        <a:ext cx="1841669" cy="702563"/>
      </dsp:txXfrm>
    </dsp:sp>
    <dsp:sp modelId="{C5FAD71A-3AC2-4D52-8479-92108C0DB4AD}">
      <dsp:nvSpPr>
        <dsp:cNvPr id="0" name=""/>
        <dsp:cNvSpPr/>
      </dsp:nvSpPr>
      <dsp:spPr>
        <a:xfrm>
          <a:off x="379354" y="757100"/>
          <a:ext cx="1841669" cy="35396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s-MX" sz="1800" kern="1200" dirty="0"/>
            <a:t>INPC del mes más reciente: Terminación del Ejercicio</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INPC del mes más antigüo: Primer mes de la segunda mitad</a:t>
          </a:r>
        </a:p>
      </dsp:txBody>
      <dsp:txXfrm>
        <a:off x="433295" y="811041"/>
        <a:ext cx="1733787" cy="3431817"/>
      </dsp:txXfrm>
    </dsp:sp>
    <dsp:sp modelId="{7D58EB08-3B62-4638-876F-42941F0BA7F0}">
      <dsp:nvSpPr>
        <dsp:cNvPr id="0" name=""/>
        <dsp:cNvSpPr/>
      </dsp:nvSpPr>
      <dsp:spPr>
        <a:xfrm>
          <a:off x="2123004" y="176557"/>
          <a:ext cx="591883" cy="4585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p>
      </dsp:txBody>
      <dsp:txXfrm>
        <a:off x="2123004" y="268261"/>
        <a:ext cx="454326" cy="275114"/>
      </dsp:txXfrm>
    </dsp:sp>
    <dsp:sp modelId="{632595A7-C46D-4412-936D-6DEFC18F5B0B}">
      <dsp:nvSpPr>
        <dsp:cNvPr id="0" name=""/>
        <dsp:cNvSpPr/>
      </dsp:nvSpPr>
      <dsp:spPr>
        <a:xfrm>
          <a:off x="2960576" y="54537"/>
          <a:ext cx="1841669" cy="10538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s-MX" sz="1800" kern="1200" dirty="0"/>
            <a:t>Ejercicio de aplicación</a:t>
          </a:r>
        </a:p>
      </dsp:txBody>
      <dsp:txXfrm>
        <a:off x="2960576" y="54537"/>
        <a:ext cx="1841669" cy="702563"/>
      </dsp:txXfrm>
    </dsp:sp>
    <dsp:sp modelId="{86F945D1-4DFA-4100-9AF4-50176E533FB2}">
      <dsp:nvSpPr>
        <dsp:cNvPr id="0" name=""/>
        <dsp:cNvSpPr/>
      </dsp:nvSpPr>
      <dsp:spPr>
        <a:xfrm>
          <a:off x="3337785" y="757100"/>
          <a:ext cx="1841669" cy="35396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s-MX" sz="1800" kern="1200" dirty="0"/>
            <a:t>INPC del mes más reciente: Último mes de la primera mitad del Ejercicio</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INPC del mes más antigüo: Mes de la última actualización</a:t>
          </a:r>
        </a:p>
      </dsp:txBody>
      <dsp:txXfrm>
        <a:off x="3391726" y="811041"/>
        <a:ext cx="1733787" cy="34318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950B9-DBED-464A-A9D2-937698890060}">
      <dsp:nvSpPr>
        <dsp:cNvPr id="0" name=""/>
        <dsp:cNvSpPr/>
      </dsp:nvSpPr>
      <dsp:spPr>
        <a:xfrm>
          <a:off x="6236" y="1777823"/>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Factor de Actualización Pérdidas Fiscales</a:t>
          </a:r>
        </a:p>
      </dsp:txBody>
      <dsp:txXfrm>
        <a:off x="29541" y="1801128"/>
        <a:ext cx="1544772" cy="749081"/>
      </dsp:txXfrm>
    </dsp:sp>
    <dsp:sp modelId="{FD1DDEB3-8DFC-47DD-974D-303614C9D364}">
      <dsp:nvSpPr>
        <dsp:cNvPr id="0" name=""/>
        <dsp:cNvSpPr/>
      </dsp:nvSpPr>
      <dsp:spPr>
        <a:xfrm rot="18289469">
          <a:off x="1358556" y="1701688"/>
          <a:ext cx="1114678" cy="32915"/>
        </a:xfrm>
        <a:custGeom>
          <a:avLst/>
          <a:gdLst/>
          <a:ahLst/>
          <a:cxnLst/>
          <a:rect l="0" t="0" r="0" b="0"/>
          <a:pathLst>
            <a:path>
              <a:moveTo>
                <a:pt x="0" y="16457"/>
              </a:moveTo>
              <a:lnTo>
                <a:pt x="1114678" y="164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888028" y="1690279"/>
        <a:ext cx="55733" cy="55733"/>
      </dsp:txXfrm>
    </dsp:sp>
    <dsp:sp modelId="{AAD92F87-BB5F-4269-A823-0F7516E7FFF2}">
      <dsp:nvSpPr>
        <dsp:cNvPr id="0" name=""/>
        <dsp:cNvSpPr/>
      </dsp:nvSpPr>
      <dsp:spPr>
        <a:xfrm>
          <a:off x="2234172" y="862778"/>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Ejercicio en que se incurrió la pérdida</a:t>
          </a:r>
        </a:p>
      </dsp:txBody>
      <dsp:txXfrm>
        <a:off x="2257477" y="886083"/>
        <a:ext cx="1544772" cy="749081"/>
      </dsp:txXfrm>
    </dsp:sp>
    <dsp:sp modelId="{E122C59C-7CA6-4DA8-9941-3C2DD3AC8EE6}">
      <dsp:nvSpPr>
        <dsp:cNvPr id="0" name=""/>
        <dsp:cNvSpPr/>
      </dsp:nvSpPr>
      <dsp:spPr>
        <a:xfrm rot="19457599">
          <a:off x="3751873" y="1015405"/>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4234" y="1012264"/>
        <a:ext cx="39195" cy="39195"/>
      </dsp:txXfrm>
    </dsp:sp>
    <dsp:sp modelId="{D1EA6E13-30F1-4B4D-ACCB-5C78FBA55B52}">
      <dsp:nvSpPr>
        <dsp:cNvPr id="0" name=""/>
        <dsp:cNvSpPr/>
      </dsp:nvSpPr>
      <dsp:spPr>
        <a:xfrm>
          <a:off x="4462108" y="405255"/>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INPC del Último Mes del Ejercicio</a:t>
          </a:r>
        </a:p>
      </dsp:txBody>
      <dsp:txXfrm>
        <a:off x="4485413" y="428560"/>
        <a:ext cx="1544772" cy="749081"/>
      </dsp:txXfrm>
    </dsp:sp>
    <dsp:sp modelId="{F593A001-5B36-48E5-A603-DAF8907A43BA}">
      <dsp:nvSpPr>
        <dsp:cNvPr id="0" name=""/>
        <dsp:cNvSpPr/>
      </dsp:nvSpPr>
      <dsp:spPr>
        <a:xfrm rot="2142401">
          <a:off x="3751873" y="1472927"/>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4234" y="1469787"/>
        <a:ext cx="39195" cy="39195"/>
      </dsp:txXfrm>
    </dsp:sp>
    <dsp:sp modelId="{EBE8BB59-C68F-4621-9137-D5A9C2E715F5}">
      <dsp:nvSpPr>
        <dsp:cNvPr id="0" name=""/>
        <dsp:cNvSpPr/>
      </dsp:nvSpPr>
      <dsp:spPr>
        <a:xfrm>
          <a:off x="4462108" y="1320300"/>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INPC del Primer Mes de la Segunda Mitad</a:t>
          </a:r>
        </a:p>
      </dsp:txBody>
      <dsp:txXfrm>
        <a:off x="4485413" y="1343605"/>
        <a:ext cx="1544772" cy="749081"/>
      </dsp:txXfrm>
    </dsp:sp>
    <dsp:sp modelId="{EAE677E0-0A82-4591-B986-EC7B07FA8118}">
      <dsp:nvSpPr>
        <dsp:cNvPr id="0" name=""/>
        <dsp:cNvSpPr/>
      </dsp:nvSpPr>
      <dsp:spPr>
        <a:xfrm rot="19457599">
          <a:off x="5979809" y="1472927"/>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352170" y="1469787"/>
        <a:ext cx="39195" cy="39195"/>
      </dsp:txXfrm>
    </dsp:sp>
    <dsp:sp modelId="{23831C07-B250-4852-8F42-E0CA01DECD59}">
      <dsp:nvSpPr>
        <dsp:cNvPr id="0" name=""/>
        <dsp:cNvSpPr/>
      </dsp:nvSpPr>
      <dsp:spPr>
        <a:xfrm>
          <a:off x="6690044" y="862778"/>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Número de Meses PAR</a:t>
          </a:r>
        </a:p>
      </dsp:txBody>
      <dsp:txXfrm>
        <a:off x="6713349" y="886083"/>
        <a:ext cx="1544772" cy="749081"/>
      </dsp:txXfrm>
    </dsp:sp>
    <dsp:sp modelId="{116F02EB-37E0-4E5B-B8CE-962221667AA0}">
      <dsp:nvSpPr>
        <dsp:cNvPr id="0" name=""/>
        <dsp:cNvSpPr/>
      </dsp:nvSpPr>
      <dsp:spPr>
        <a:xfrm rot="2142401">
          <a:off x="5979809" y="1930450"/>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352170" y="1927309"/>
        <a:ext cx="39195" cy="39195"/>
      </dsp:txXfrm>
    </dsp:sp>
    <dsp:sp modelId="{FFDC8F19-31C4-4691-AAB0-7E37A6A85FC8}">
      <dsp:nvSpPr>
        <dsp:cNvPr id="0" name=""/>
        <dsp:cNvSpPr/>
      </dsp:nvSpPr>
      <dsp:spPr>
        <a:xfrm>
          <a:off x="6690044" y="1777823"/>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Número de Meses IMPAR</a:t>
          </a:r>
        </a:p>
      </dsp:txBody>
      <dsp:txXfrm>
        <a:off x="6713349" y="1801128"/>
        <a:ext cx="1544772" cy="749081"/>
      </dsp:txXfrm>
    </dsp:sp>
    <dsp:sp modelId="{5604B877-A30B-4EB3-8804-10A5A368C07A}">
      <dsp:nvSpPr>
        <dsp:cNvPr id="0" name=""/>
        <dsp:cNvSpPr/>
      </dsp:nvSpPr>
      <dsp:spPr>
        <a:xfrm>
          <a:off x="8281427" y="2159211"/>
          <a:ext cx="636553" cy="32915"/>
        </a:xfrm>
        <a:custGeom>
          <a:avLst/>
          <a:gdLst/>
          <a:ahLst/>
          <a:cxnLst/>
          <a:rect l="0" t="0" r="0" b="0"/>
          <a:pathLst>
            <a:path>
              <a:moveTo>
                <a:pt x="0" y="16457"/>
              </a:moveTo>
              <a:lnTo>
                <a:pt x="636553"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583790" y="2159755"/>
        <a:ext cx="31827" cy="31827"/>
      </dsp:txXfrm>
    </dsp:sp>
    <dsp:sp modelId="{80B7D03C-B309-43E5-BCE1-D53103344CAE}">
      <dsp:nvSpPr>
        <dsp:cNvPr id="0" name=""/>
        <dsp:cNvSpPr/>
      </dsp:nvSpPr>
      <dsp:spPr>
        <a:xfrm>
          <a:off x="8917980" y="1777823"/>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Mes Inmediato Posterior a mitad</a:t>
          </a:r>
        </a:p>
      </dsp:txBody>
      <dsp:txXfrm>
        <a:off x="8941285" y="1801128"/>
        <a:ext cx="1544772" cy="749081"/>
      </dsp:txXfrm>
    </dsp:sp>
    <dsp:sp modelId="{9171379B-5E8A-48E0-9A68-2203A16EB317}">
      <dsp:nvSpPr>
        <dsp:cNvPr id="0" name=""/>
        <dsp:cNvSpPr/>
      </dsp:nvSpPr>
      <dsp:spPr>
        <a:xfrm rot="3310531">
          <a:off x="1358556" y="2616734"/>
          <a:ext cx="1114678" cy="32915"/>
        </a:xfrm>
        <a:custGeom>
          <a:avLst/>
          <a:gdLst/>
          <a:ahLst/>
          <a:cxnLst/>
          <a:rect l="0" t="0" r="0" b="0"/>
          <a:pathLst>
            <a:path>
              <a:moveTo>
                <a:pt x="0" y="16457"/>
              </a:moveTo>
              <a:lnTo>
                <a:pt x="1114678" y="164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888028" y="2605324"/>
        <a:ext cx="55733" cy="55733"/>
      </dsp:txXfrm>
    </dsp:sp>
    <dsp:sp modelId="{54A41FB6-6BEA-4909-BD88-CEEB23A785C4}">
      <dsp:nvSpPr>
        <dsp:cNvPr id="0" name=""/>
        <dsp:cNvSpPr/>
      </dsp:nvSpPr>
      <dsp:spPr>
        <a:xfrm>
          <a:off x="2234172" y="2692868"/>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Ejercicio en que se utilizó la pérdida</a:t>
          </a:r>
        </a:p>
      </dsp:txBody>
      <dsp:txXfrm>
        <a:off x="2257477" y="2716173"/>
        <a:ext cx="1544772" cy="749081"/>
      </dsp:txXfrm>
    </dsp:sp>
    <dsp:sp modelId="{8A5EF178-12D2-4EFF-ADBC-A4BA302C6D7C}">
      <dsp:nvSpPr>
        <dsp:cNvPr id="0" name=""/>
        <dsp:cNvSpPr/>
      </dsp:nvSpPr>
      <dsp:spPr>
        <a:xfrm rot="19457599">
          <a:off x="3751873" y="2845495"/>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4234" y="2842354"/>
        <a:ext cx="39195" cy="39195"/>
      </dsp:txXfrm>
    </dsp:sp>
    <dsp:sp modelId="{0A9C0A49-DFE5-43E5-93BE-54FB09EA0589}">
      <dsp:nvSpPr>
        <dsp:cNvPr id="0" name=""/>
        <dsp:cNvSpPr/>
      </dsp:nvSpPr>
      <dsp:spPr>
        <a:xfrm>
          <a:off x="4462108" y="2235345"/>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INPC del Último Mes de la Primera Mitad</a:t>
          </a:r>
        </a:p>
      </dsp:txBody>
      <dsp:txXfrm>
        <a:off x="4485413" y="2258650"/>
        <a:ext cx="1544772" cy="749081"/>
      </dsp:txXfrm>
    </dsp:sp>
    <dsp:sp modelId="{C7C13898-C38A-4667-BA7E-2576B7BEC435}">
      <dsp:nvSpPr>
        <dsp:cNvPr id="0" name=""/>
        <dsp:cNvSpPr/>
      </dsp:nvSpPr>
      <dsp:spPr>
        <a:xfrm rot="2142401">
          <a:off x="3751873" y="3303017"/>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4234" y="3299877"/>
        <a:ext cx="39195" cy="39195"/>
      </dsp:txXfrm>
    </dsp:sp>
    <dsp:sp modelId="{5C778C6A-B7FA-4BD6-9565-D8D6A54A0580}">
      <dsp:nvSpPr>
        <dsp:cNvPr id="0" name=""/>
        <dsp:cNvSpPr/>
      </dsp:nvSpPr>
      <dsp:spPr>
        <a:xfrm>
          <a:off x="4462108" y="3150391"/>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s-MX" sz="1700" kern="1200" dirty="0"/>
            <a:t>INPC del Mes de la Última Actualización</a:t>
          </a:r>
        </a:p>
      </dsp:txBody>
      <dsp:txXfrm>
        <a:off x="4485413" y="3173696"/>
        <a:ext cx="1544772" cy="7490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339A3-19AC-4F7F-A6A6-D4F0FDA5CFD0}">
      <dsp:nvSpPr>
        <dsp:cNvPr id="0" name=""/>
        <dsp:cNvSpPr/>
      </dsp:nvSpPr>
      <dsp:spPr>
        <a:xfrm>
          <a:off x="2145" y="1140669"/>
          <a:ext cx="1841669" cy="993600"/>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Fusionada</a:t>
          </a:r>
        </a:p>
      </dsp:txBody>
      <dsp:txXfrm>
        <a:off x="2145" y="1140669"/>
        <a:ext cx="1841669" cy="662400"/>
      </dsp:txXfrm>
    </dsp:sp>
    <dsp:sp modelId="{0B1F80E6-B391-48BB-8A07-D4D2804C5331}">
      <dsp:nvSpPr>
        <dsp:cNvPr id="0" name=""/>
        <dsp:cNvSpPr/>
      </dsp:nvSpPr>
      <dsp:spPr>
        <a:xfrm>
          <a:off x="379354" y="1803069"/>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con Pérdidas</a:t>
          </a:r>
        </a:p>
      </dsp:txBody>
      <dsp:txXfrm>
        <a:off x="420581" y="1844296"/>
        <a:ext cx="1759215" cy="1325146"/>
      </dsp:txXfrm>
    </dsp:sp>
    <dsp:sp modelId="{BA06643D-AD85-4F8E-B848-F2B114B535EC}">
      <dsp:nvSpPr>
        <dsp:cNvPr id="0" name=""/>
        <dsp:cNvSpPr/>
      </dsp:nvSpPr>
      <dsp:spPr>
        <a:xfrm>
          <a:off x="2123004" y="1242607"/>
          <a:ext cx="591883" cy="4585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MX" sz="1800" kern="1200"/>
        </a:p>
      </dsp:txBody>
      <dsp:txXfrm>
        <a:off x="2123004" y="1334311"/>
        <a:ext cx="454326" cy="275114"/>
      </dsp:txXfrm>
    </dsp:sp>
    <dsp:sp modelId="{D4DF53B4-ECD6-4DD3-AC3A-B6690A05654D}">
      <dsp:nvSpPr>
        <dsp:cNvPr id="0" name=""/>
        <dsp:cNvSpPr/>
      </dsp:nvSpPr>
      <dsp:spPr>
        <a:xfrm>
          <a:off x="2960576" y="1140669"/>
          <a:ext cx="1841669" cy="9936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Fusionante</a:t>
          </a:r>
        </a:p>
      </dsp:txBody>
      <dsp:txXfrm>
        <a:off x="2960576" y="1140669"/>
        <a:ext cx="1841669" cy="662400"/>
      </dsp:txXfrm>
    </dsp:sp>
    <dsp:sp modelId="{3024F2F3-DA35-4049-87A7-68C118E055F2}">
      <dsp:nvSpPr>
        <dsp:cNvPr id="0" name=""/>
        <dsp:cNvSpPr/>
      </dsp:nvSpPr>
      <dsp:spPr>
        <a:xfrm>
          <a:off x="3337785" y="1803069"/>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sin Pérdidas</a:t>
          </a:r>
        </a:p>
      </dsp:txBody>
      <dsp:txXfrm>
        <a:off x="3379012" y="1844296"/>
        <a:ext cx="1759215" cy="13251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339A3-19AC-4F7F-A6A6-D4F0FDA5CFD0}">
      <dsp:nvSpPr>
        <dsp:cNvPr id="0" name=""/>
        <dsp:cNvSpPr/>
      </dsp:nvSpPr>
      <dsp:spPr>
        <a:xfrm>
          <a:off x="2145" y="11919"/>
          <a:ext cx="1841669" cy="9936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Fusionada</a:t>
          </a:r>
        </a:p>
      </dsp:txBody>
      <dsp:txXfrm>
        <a:off x="2145" y="11919"/>
        <a:ext cx="1841669" cy="662400"/>
      </dsp:txXfrm>
    </dsp:sp>
    <dsp:sp modelId="{0B1F80E6-B391-48BB-8A07-D4D2804C5331}">
      <dsp:nvSpPr>
        <dsp:cNvPr id="0" name=""/>
        <dsp:cNvSpPr/>
      </dsp:nvSpPr>
      <dsp:spPr>
        <a:xfrm>
          <a:off x="379354" y="674384"/>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sin Pérdidas</a:t>
          </a:r>
        </a:p>
      </dsp:txBody>
      <dsp:txXfrm>
        <a:off x="420581" y="715611"/>
        <a:ext cx="1759215" cy="1325146"/>
      </dsp:txXfrm>
    </dsp:sp>
    <dsp:sp modelId="{BA06643D-AD85-4F8E-B848-F2B114B535EC}">
      <dsp:nvSpPr>
        <dsp:cNvPr id="0" name=""/>
        <dsp:cNvSpPr/>
      </dsp:nvSpPr>
      <dsp:spPr>
        <a:xfrm>
          <a:off x="2137293" y="185076"/>
          <a:ext cx="591883" cy="4585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MX" sz="1800" kern="1200"/>
        </a:p>
      </dsp:txBody>
      <dsp:txXfrm>
        <a:off x="2137293" y="276780"/>
        <a:ext cx="454326" cy="275114"/>
      </dsp:txXfrm>
    </dsp:sp>
    <dsp:sp modelId="{D4DF53B4-ECD6-4DD3-AC3A-B6690A05654D}">
      <dsp:nvSpPr>
        <dsp:cNvPr id="0" name=""/>
        <dsp:cNvSpPr/>
      </dsp:nvSpPr>
      <dsp:spPr>
        <a:xfrm>
          <a:off x="2960576" y="11919"/>
          <a:ext cx="1841669" cy="993600"/>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Fusionante</a:t>
          </a:r>
        </a:p>
      </dsp:txBody>
      <dsp:txXfrm>
        <a:off x="2960576" y="11919"/>
        <a:ext cx="1841669" cy="662400"/>
      </dsp:txXfrm>
    </dsp:sp>
    <dsp:sp modelId="{3024F2F3-DA35-4049-87A7-68C118E055F2}">
      <dsp:nvSpPr>
        <dsp:cNvPr id="0" name=""/>
        <dsp:cNvSpPr/>
      </dsp:nvSpPr>
      <dsp:spPr>
        <a:xfrm>
          <a:off x="3337785" y="674384"/>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con Pérdidas</a:t>
          </a:r>
        </a:p>
      </dsp:txBody>
      <dsp:txXfrm>
        <a:off x="3379012" y="715611"/>
        <a:ext cx="1759215" cy="13251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2A162-BE54-41C4-8361-FE27D0032C04}">
      <dsp:nvSpPr>
        <dsp:cNvPr id="0" name=""/>
        <dsp:cNvSpPr/>
      </dsp:nvSpPr>
      <dsp:spPr>
        <a:xfrm>
          <a:off x="2874970" y="1308824"/>
          <a:ext cx="272857" cy="91440"/>
        </a:xfrm>
        <a:custGeom>
          <a:avLst/>
          <a:gdLst/>
          <a:ahLst/>
          <a:cxnLst/>
          <a:rect l="0" t="0" r="0" b="0"/>
          <a:pathLst>
            <a:path>
              <a:moveTo>
                <a:pt x="0" y="45720"/>
              </a:moveTo>
              <a:lnTo>
                <a:pt x="272857"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04577" y="1347723"/>
        <a:ext cx="13642" cy="13642"/>
      </dsp:txXfrm>
    </dsp:sp>
    <dsp:sp modelId="{A4A43068-9AF7-4471-964A-8FA091427CE3}">
      <dsp:nvSpPr>
        <dsp:cNvPr id="0" name=""/>
        <dsp:cNvSpPr/>
      </dsp:nvSpPr>
      <dsp:spPr>
        <a:xfrm>
          <a:off x="1237826" y="1094581"/>
          <a:ext cx="272857" cy="259963"/>
        </a:xfrm>
        <a:custGeom>
          <a:avLst/>
          <a:gdLst/>
          <a:ahLst/>
          <a:cxnLst/>
          <a:rect l="0" t="0" r="0" b="0"/>
          <a:pathLst>
            <a:path>
              <a:moveTo>
                <a:pt x="0" y="0"/>
              </a:moveTo>
              <a:lnTo>
                <a:pt x="136428" y="0"/>
              </a:lnTo>
              <a:lnTo>
                <a:pt x="136428" y="259963"/>
              </a:lnTo>
              <a:lnTo>
                <a:pt x="272857" y="2599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364833" y="1215141"/>
        <a:ext cx="18843" cy="18843"/>
      </dsp:txXfrm>
    </dsp:sp>
    <dsp:sp modelId="{6D838EB9-7BB4-4FBB-9C80-BE845B4378C9}">
      <dsp:nvSpPr>
        <dsp:cNvPr id="0" name=""/>
        <dsp:cNvSpPr/>
      </dsp:nvSpPr>
      <dsp:spPr>
        <a:xfrm>
          <a:off x="1237826" y="834618"/>
          <a:ext cx="272857" cy="259963"/>
        </a:xfrm>
        <a:custGeom>
          <a:avLst/>
          <a:gdLst/>
          <a:ahLst/>
          <a:cxnLst/>
          <a:rect l="0" t="0" r="0" b="0"/>
          <a:pathLst>
            <a:path>
              <a:moveTo>
                <a:pt x="0" y="259963"/>
              </a:moveTo>
              <a:lnTo>
                <a:pt x="136428" y="259963"/>
              </a:lnTo>
              <a:lnTo>
                <a:pt x="136428" y="0"/>
              </a:lnTo>
              <a:lnTo>
                <a:pt x="27285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364833" y="955178"/>
        <a:ext cx="18843" cy="18843"/>
      </dsp:txXfrm>
    </dsp:sp>
    <dsp:sp modelId="{7E77C5E1-A770-4C25-B21E-ABB60BADA9D3}">
      <dsp:nvSpPr>
        <dsp:cNvPr id="0" name=""/>
        <dsp:cNvSpPr/>
      </dsp:nvSpPr>
      <dsp:spPr>
        <a:xfrm rot="16200000">
          <a:off x="-64725" y="886611"/>
          <a:ext cx="2189163"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Identificación de Pérdidas  por Giro </a:t>
          </a:r>
          <a:r>
            <a:rPr lang="es-MX" sz="1100" kern="1200" dirty="0"/>
            <a:t>(LISR 58 Cuarto Párrafo)</a:t>
          </a:r>
          <a:endParaRPr lang="es-MX" sz="1300" kern="1200" dirty="0"/>
        </a:p>
      </dsp:txBody>
      <dsp:txXfrm>
        <a:off x="-64725" y="886611"/>
        <a:ext cx="2189163" cy="415940"/>
      </dsp:txXfrm>
    </dsp:sp>
    <dsp:sp modelId="{AA3432EE-B3EF-42FE-B789-DCD41604B6FA}">
      <dsp:nvSpPr>
        <dsp:cNvPr id="0" name=""/>
        <dsp:cNvSpPr/>
      </dsp:nvSpPr>
      <dsp:spPr>
        <a:xfrm>
          <a:off x="1510684" y="626647"/>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Registros Contables por Giro</a:t>
          </a:r>
        </a:p>
      </dsp:txBody>
      <dsp:txXfrm>
        <a:off x="1510684" y="626647"/>
        <a:ext cx="1364286" cy="415940"/>
      </dsp:txXfrm>
    </dsp:sp>
    <dsp:sp modelId="{45220D47-0235-4B4D-B15E-0E1B74F7D633}">
      <dsp:nvSpPr>
        <dsp:cNvPr id="0" name=""/>
        <dsp:cNvSpPr/>
      </dsp:nvSpPr>
      <dsp:spPr>
        <a:xfrm>
          <a:off x="1510684" y="1146574"/>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Gastos No Identificables con un solo Giro</a:t>
          </a:r>
        </a:p>
      </dsp:txBody>
      <dsp:txXfrm>
        <a:off x="1510684" y="1146574"/>
        <a:ext cx="1364286" cy="415940"/>
      </dsp:txXfrm>
    </dsp:sp>
    <dsp:sp modelId="{94B20D64-0A57-487D-A1FC-8C40E211B3F2}">
      <dsp:nvSpPr>
        <dsp:cNvPr id="0" name=""/>
        <dsp:cNvSpPr/>
      </dsp:nvSpPr>
      <dsp:spPr>
        <a:xfrm>
          <a:off x="3147827" y="1146574"/>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Proporcional</a:t>
          </a:r>
        </a:p>
      </dsp:txBody>
      <dsp:txXfrm>
        <a:off x="3147827" y="1146574"/>
        <a:ext cx="1364286" cy="4159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339A3-19AC-4F7F-A6A6-D4F0FDA5CFD0}">
      <dsp:nvSpPr>
        <dsp:cNvPr id="0" name=""/>
        <dsp:cNvSpPr/>
      </dsp:nvSpPr>
      <dsp:spPr>
        <a:xfrm>
          <a:off x="2145" y="1140669"/>
          <a:ext cx="1841669" cy="993600"/>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Fusionada</a:t>
          </a:r>
        </a:p>
      </dsp:txBody>
      <dsp:txXfrm>
        <a:off x="2145" y="1140669"/>
        <a:ext cx="1841669" cy="662400"/>
      </dsp:txXfrm>
    </dsp:sp>
    <dsp:sp modelId="{0B1F80E6-B391-48BB-8A07-D4D2804C5331}">
      <dsp:nvSpPr>
        <dsp:cNvPr id="0" name=""/>
        <dsp:cNvSpPr/>
      </dsp:nvSpPr>
      <dsp:spPr>
        <a:xfrm>
          <a:off x="379354" y="1803069"/>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con Pérdidas</a:t>
          </a:r>
        </a:p>
      </dsp:txBody>
      <dsp:txXfrm>
        <a:off x="420581" y="1844296"/>
        <a:ext cx="1759215" cy="1325146"/>
      </dsp:txXfrm>
    </dsp:sp>
    <dsp:sp modelId="{BA06643D-AD85-4F8E-B848-F2B114B535EC}">
      <dsp:nvSpPr>
        <dsp:cNvPr id="0" name=""/>
        <dsp:cNvSpPr/>
      </dsp:nvSpPr>
      <dsp:spPr>
        <a:xfrm>
          <a:off x="2123004" y="1242607"/>
          <a:ext cx="591883" cy="4585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MX" sz="1800" kern="1200"/>
        </a:p>
      </dsp:txBody>
      <dsp:txXfrm>
        <a:off x="2123004" y="1334311"/>
        <a:ext cx="454326" cy="275114"/>
      </dsp:txXfrm>
    </dsp:sp>
    <dsp:sp modelId="{D4DF53B4-ECD6-4DD3-AC3A-B6690A05654D}">
      <dsp:nvSpPr>
        <dsp:cNvPr id="0" name=""/>
        <dsp:cNvSpPr/>
      </dsp:nvSpPr>
      <dsp:spPr>
        <a:xfrm>
          <a:off x="2960576" y="1140669"/>
          <a:ext cx="1841669" cy="993600"/>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Fusionante</a:t>
          </a:r>
        </a:p>
      </dsp:txBody>
      <dsp:txXfrm>
        <a:off x="2960576" y="1140669"/>
        <a:ext cx="1841669" cy="662400"/>
      </dsp:txXfrm>
    </dsp:sp>
    <dsp:sp modelId="{3024F2F3-DA35-4049-87A7-68C118E055F2}">
      <dsp:nvSpPr>
        <dsp:cNvPr id="0" name=""/>
        <dsp:cNvSpPr/>
      </dsp:nvSpPr>
      <dsp:spPr>
        <a:xfrm>
          <a:off x="3337785" y="1803069"/>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con Pérdidas</a:t>
          </a:r>
        </a:p>
      </dsp:txBody>
      <dsp:txXfrm>
        <a:off x="3379012" y="1844296"/>
        <a:ext cx="1759215" cy="13251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339A3-19AC-4F7F-A6A6-D4F0FDA5CFD0}">
      <dsp:nvSpPr>
        <dsp:cNvPr id="0" name=""/>
        <dsp:cNvSpPr/>
      </dsp:nvSpPr>
      <dsp:spPr>
        <a:xfrm>
          <a:off x="2145" y="11919"/>
          <a:ext cx="1841669" cy="993600"/>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Fusionada</a:t>
          </a:r>
        </a:p>
      </dsp:txBody>
      <dsp:txXfrm>
        <a:off x="2145" y="11919"/>
        <a:ext cx="1841669" cy="662400"/>
      </dsp:txXfrm>
    </dsp:sp>
    <dsp:sp modelId="{0B1F80E6-B391-48BB-8A07-D4D2804C5331}">
      <dsp:nvSpPr>
        <dsp:cNvPr id="0" name=""/>
        <dsp:cNvSpPr/>
      </dsp:nvSpPr>
      <dsp:spPr>
        <a:xfrm>
          <a:off x="379354" y="674384"/>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con Pérdidas</a:t>
          </a:r>
        </a:p>
      </dsp:txBody>
      <dsp:txXfrm>
        <a:off x="420581" y="715611"/>
        <a:ext cx="1759215" cy="1325146"/>
      </dsp:txXfrm>
    </dsp:sp>
    <dsp:sp modelId="{BA06643D-AD85-4F8E-B848-F2B114B535EC}">
      <dsp:nvSpPr>
        <dsp:cNvPr id="0" name=""/>
        <dsp:cNvSpPr/>
      </dsp:nvSpPr>
      <dsp:spPr>
        <a:xfrm>
          <a:off x="2137293" y="199363"/>
          <a:ext cx="591883" cy="4585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MX" sz="1800" kern="1200"/>
        </a:p>
      </dsp:txBody>
      <dsp:txXfrm>
        <a:off x="2137293" y="291067"/>
        <a:ext cx="454326" cy="275114"/>
      </dsp:txXfrm>
    </dsp:sp>
    <dsp:sp modelId="{D4DF53B4-ECD6-4DD3-AC3A-B6690A05654D}">
      <dsp:nvSpPr>
        <dsp:cNvPr id="0" name=""/>
        <dsp:cNvSpPr/>
      </dsp:nvSpPr>
      <dsp:spPr>
        <a:xfrm>
          <a:off x="2960576" y="11919"/>
          <a:ext cx="1841669" cy="993600"/>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87630" numCol="1" spcCol="1270" anchor="t" anchorCtr="0">
          <a:noAutofit/>
        </a:bodyPr>
        <a:lstStyle/>
        <a:p>
          <a:pPr marL="0" lvl="0" indent="0" algn="l" defTabSz="1022350">
            <a:lnSpc>
              <a:spcPct val="90000"/>
            </a:lnSpc>
            <a:spcBef>
              <a:spcPct val="0"/>
            </a:spcBef>
            <a:spcAft>
              <a:spcPct val="35000"/>
            </a:spcAft>
            <a:buNone/>
          </a:pPr>
          <a:r>
            <a:rPr lang="es-MX" sz="2300" kern="1200" dirty="0"/>
            <a:t>Fusionante</a:t>
          </a:r>
        </a:p>
      </dsp:txBody>
      <dsp:txXfrm>
        <a:off x="2960576" y="11919"/>
        <a:ext cx="1841669" cy="662400"/>
      </dsp:txXfrm>
    </dsp:sp>
    <dsp:sp modelId="{3024F2F3-DA35-4049-87A7-68C118E055F2}">
      <dsp:nvSpPr>
        <dsp:cNvPr id="0" name=""/>
        <dsp:cNvSpPr/>
      </dsp:nvSpPr>
      <dsp:spPr>
        <a:xfrm>
          <a:off x="3337785" y="674384"/>
          <a:ext cx="1841669" cy="1407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228600" lvl="1" indent="-228600" algn="ctr" defTabSz="1022350">
            <a:lnSpc>
              <a:spcPct val="90000"/>
            </a:lnSpc>
            <a:spcBef>
              <a:spcPct val="0"/>
            </a:spcBef>
            <a:spcAft>
              <a:spcPct val="15000"/>
            </a:spcAft>
            <a:buChar char="•"/>
          </a:pPr>
          <a:r>
            <a:rPr lang="es-MX" sz="2300" kern="1200" dirty="0"/>
            <a:t>Compañía con Pérdidas</a:t>
          </a:r>
        </a:p>
      </dsp:txBody>
      <dsp:txXfrm>
        <a:off x="3379012" y="715611"/>
        <a:ext cx="1759215" cy="13251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2A162-BE54-41C4-8361-FE27D0032C04}">
      <dsp:nvSpPr>
        <dsp:cNvPr id="0" name=""/>
        <dsp:cNvSpPr/>
      </dsp:nvSpPr>
      <dsp:spPr>
        <a:xfrm>
          <a:off x="2874970" y="1308824"/>
          <a:ext cx="272857" cy="91440"/>
        </a:xfrm>
        <a:custGeom>
          <a:avLst/>
          <a:gdLst/>
          <a:ahLst/>
          <a:cxnLst/>
          <a:rect l="0" t="0" r="0" b="0"/>
          <a:pathLst>
            <a:path>
              <a:moveTo>
                <a:pt x="0" y="45720"/>
              </a:moveTo>
              <a:lnTo>
                <a:pt x="272857"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04577" y="1347723"/>
        <a:ext cx="13642" cy="13642"/>
      </dsp:txXfrm>
    </dsp:sp>
    <dsp:sp modelId="{A4A43068-9AF7-4471-964A-8FA091427CE3}">
      <dsp:nvSpPr>
        <dsp:cNvPr id="0" name=""/>
        <dsp:cNvSpPr/>
      </dsp:nvSpPr>
      <dsp:spPr>
        <a:xfrm>
          <a:off x="1237826" y="1094581"/>
          <a:ext cx="272857" cy="259963"/>
        </a:xfrm>
        <a:custGeom>
          <a:avLst/>
          <a:gdLst/>
          <a:ahLst/>
          <a:cxnLst/>
          <a:rect l="0" t="0" r="0" b="0"/>
          <a:pathLst>
            <a:path>
              <a:moveTo>
                <a:pt x="0" y="0"/>
              </a:moveTo>
              <a:lnTo>
                <a:pt x="136428" y="0"/>
              </a:lnTo>
              <a:lnTo>
                <a:pt x="136428" y="259963"/>
              </a:lnTo>
              <a:lnTo>
                <a:pt x="272857" y="2599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364833" y="1215141"/>
        <a:ext cx="18843" cy="18843"/>
      </dsp:txXfrm>
    </dsp:sp>
    <dsp:sp modelId="{6D838EB9-7BB4-4FBB-9C80-BE845B4378C9}">
      <dsp:nvSpPr>
        <dsp:cNvPr id="0" name=""/>
        <dsp:cNvSpPr/>
      </dsp:nvSpPr>
      <dsp:spPr>
        <a:xfrm>
          <a:off x="1237826" y="834618"/>
          <a:ext cx="272857" cy="259963"/>
        </a:xfrm>
        <a:custGeom>
          <a:avLst/>
          <a:gdLst/>
          <a:ahLst/>
          <a:cxnLst/>
          <a:rect l="0" t="0" r="0" b="0"/>
          <a:pathLst>
            <a:path>
              <a:moveTo>
                <a:pt x="0" y="259963"/>
              </a:moveTo>
              <a:lnTo>
                <a:pt x="136428" y="259963"/>
              </a:lnTo>
              <a:lnTo>
                <a:pt x="136428" y="0"/>
              </a:lnTo>
              <a:lnTo>
                <a:pt x="27285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364833" y="955178"/>
        <a:ext cx="18843" cy="18843"/>
      </dsp:txXfrm>
    </dsp:sp>
    <dsp:sp modelId="{7E77C5E1-A770-4C25-B21E-ABB60BADA9D3}">
      <dsp:nvSpPr>
        <dsp:cNvPr id="0" name=""/>
        <dsp:cNvSpPr/>
      </dsp:nvSpPr>
      <dsp:spPr>
        <a:xfrm rot="16200000">
          <a:off x="-64725" y="886611"/>
          <a:ext cx="2189163"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Identificación de Pérdidas  por Giro </a:t>
          </a:r>
          <a:r>
            <a:rPr lang="es-MX" sz="1100" kern="1200" dirty="0"/>
            <a:t>(LISR 58 Cuarto Párrafo)</a:t>
          </a:r>
          <a:endParaRPr lang="es-MX" sz="1300" kern="1200" dirty="0"/>
        </a:p>
      </dsp:txBody>
      <dsp:txXfrm>
        <a:off x="-64725" y="886611"/>
        <a:ext cx="2189163" cy="415940"/>
      </dsp:txXfrm>
    </dsp:sp>
    <dsp:sp modelId="{AA3432EE-B3EF-42FE-B789-DCD41604B6FA}">
      <dsp:nvSpPr>
        <dsp:cNvPr id="0" name=""/>
        <dsp:cNvSpPr/>
      </dsp:nvSpPr>
      <dsp:spPr>
        <a:xfrm>
          <a:off x="1510684" y="626647"/>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Registros Contables por Giro</a:t>
          </a:r>
        </a:p>
      </dsp:txBody>
      <dsp:txXfrm>
        <a:off x="1510684" y="626647"/>
        <a:ext cx="1364286" cy="415940"/>
      </dsp:txXfrm>
    </dsp:sp>
    <dsp:sp modelId="{45220D47-0235-4B4D-B15E-0E1B74F7D633}">
      <dsp:nvSpPr>
        <dsp:cNvPr id="0" name=""/>
        <dsp:cNvSpPr/>
      </dsp:nvSpPr>
      <dsp:spPr>
        <a:xfrm>
          <a:off x="1510684" y="1146574"/>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Gastos No Identificables con un solo Giro</a:t>
          </a:r>
        </a:p>
      </dsp:txBody>
      <dsp:txXfrm>
        <a:off x="1510684" y="1146574"/>
        <a:ext cx="1364286" cy="415940"/>
      </dsp:txXfrm>
    </dsp:sp>
    <dsp:sp modelId="{94B20D64-0A57-487D-A1FC-8C40E211B3F2}">
      <dsp:nvSpPr>
        <dsp:cNvPr id="0" name=""/>
        <dsp:cNvSpPr/>
      </dsp:nvSpPr>
      <dsp:spPr>
        <a:xfrm>
          <a:off x="3147827" y="1146574"/>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Proporcional</a:t>
          </a:r>
        </a:p>
      </dsp:txBody>
      <dsp:txXfrm>
        <a:off x="3147827" y="1146574"/>
        <a:ext cx="1364286" cy="4159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8916CB-C03A-477E-BA8B-AED8D553A4EE}">
      <dsp:nvSpPr>
        <dsp:cNvPr id="0" name=""/>
        <dsp:cNvSpPr/>
      </dsp:nvSpPr>
      <dsp:spPr>
        <a:xfrm>
          <a:off x="4554" y="0"/>
          <a:ext cx="1361182" cy="19987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t>Ingresos de los tres últimos ejercicios (según E/F)</a:t>
          </a:r>
        </a:p>
      </dsp:txBody>
      <dsp:txXfrm>
        <a:off x="44422" y="39868"/>
        <a:ext cx="1281446" cy="1918968"/>
      </dsp:txXfrm>
    </dsp:sp>
    <dsp:sp modelId="{14086D55-4C4D-44C3-B3E3-588978401F6D}">
      <dsp:nvSpPr>
        <dsp:cNvPr id="0" name=""/>
        <dsp:cNvSpPr/>
      </dsp:nvSpPr>
      <dsp:spPr>
        <a:xfrm flipH="1">
          <a:off x="1417320" y="590054"/>
          <a:ext cx="457199" cy="902731"/>
        </a:xfrm>
        <a:prstGeom prst="chevron">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s-MX" sz="1300" kern="1200" dirty="0">
            <a:solidFill>
              <a:schemeClr val="tx1"/>
            </a:solidFill>
          </a:endParaRPr>
        </a:p>
      </dsp:txBody>
      <dsp:txXfrm>
        <a:off x="1554480" y="770600"/>
        <a:ext cx="320039" cy="541639"/>
      </dsp:txXfrm>
    </dsp:sp>
    <dsp:sp modelId="{FAD22B7C-1BBF-4DB3-AA93-542D478E73F7}">
      <dsp:nvSpPr>
        <dsp:cNvPr id="0" name=""/>
        <dsp:cNvSpPr/>
      </dsp:nvSpPr>
      <dsp:spPr>
        <a:xfrm>
          <a:off x="1910208" y="0"/>
          <a:ext cx="1361182" cy="19987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t>Monto actualizado de las pérdidas al término del ejercicio anterior al cambio</a:t>
          </a:r>
        </a:p>
      </dsp:txBody>
      <dsp:txXfrm>
        <a:off x="1950076" y="39868"/>
        <a:ext cx="1281446" cy="1918968"/>
      </dsp:txXfrm>
    </dsp:sp>
    <dsp:sp modelId="{DF3A1AFA-738E-4949-8740-6C7D7593F68A}">
      <dsp:nvSpPr>
        <dsp:cNvPr id="0" name=""/>
        <dsp:cNvSpPr/>
      </dsp:nvSpPr>
      <dsp:spPr>
        <a:xfrm>
          <a:off x="3407509" y="830565"/>
          <a:ext cx="288570" cy="337573"/>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s-MX" sz="1300" kern="1200"/>
        </a:p>
      </dsp:txBody>
      <dsp:txXfrm>
        <a:off x="3407509" y="898080"/>
        <a:ext cx="201999" cy="202543"/>
      </dsp:txXfrm>
    </dsp:sp>
    <dsp:sp modelId="{DE2DF2CD-9EF5-4249-9F59-702B4F6A107F}">
      <dsp:nvSpPr>
        <dsp:cNvPr id="0" name=""/>
        <dsp:cNvSpPr/>
      </dsp:nvSpPr>
      <dsp:spPr>
        <a:xfrm>
          <a:off x="3815863" y="0"/>
          <a:ext cx="1361182" cy="19987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t>Solamente contra la explotación de los mismos giros</a:t>
          </a:r>
        </a:p>
      </dsp:txBody>
      <dsp:txXfrm>
        <a:off x="3855731" y="39868"/>
        <a:ext cx="1281446" cy="191896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2A162-BE54-41C4-8361-FE27D0032C04}">
      <dsp:nvSpPr>
        <dsp:cNvPr id="0" name=""/>
        <dsp:cNvSpPr/>
      </dsp:nvSpPr>
      <dsp:spPr>
        <a:xfrm>
          <a:off x="2874970" y="1308824"/>
          <a:ext cx="272857" cy="91440"/>
        </a:xfrm>
        <a:custGeom>
          <a:avLst/>
          <a:gdLst/>
          <a:ahLst/>
          <a:cxnLst/>
          <a:rect l="0" t="0" r="0" b="0"/>
          <a:pathLst>
            <a:path>
              <a:moveTo>
                <a:pt x="0" y="45720"/>
              </a:moveTo>
              <a:lnTo>
                <a:pt x="272857"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04577" y="1347723"/>
        <a:ext cx="13642" cy="13642"/>
      </dsp:txXfrm>
    </dsp:sp>
    <dsp:sp modelId="{A4A43068-9AF7-4471-964A-8FA091427CE3}">
      <dsp:nvSpPr>
        <dsp:cNvPr id="0" name=""/>
        <dsp:cNvSpPr/>
      </dsp:nvSpPr>
      <dsp:spPr>
        <a:xfrm>
          <a:off x="1237826" y="1094581"/>
          <a:ext cx="272857" cy="259963"/>
        </a:xfrm>
        <a:custGeom>
          <a:avLst/>
          <a:gdLst/>
          <a:ahLst/>
          <a:cxnLst/>
          <a:rect l="0" t="0" r="0" b="0"/>
          <a:pathLst>
            <a:path>
              <a:moveTo>
                <a:pt x="0" y="0"/>
              </a:moveTo>
              <a:lnTo>
                <a:pt x="136428" y="0"/>
              </a:lnTo>
              <a:lnTo>
                <a:pt x="136428" y="259963"/>
              </a:lnTo>
              <a:lnTo>
                <a:pt x="272857" y="2599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364833" y="1215141"/>
        <a:ext cx="18843" cy="18843"/>
      </dsp:txXfrm>
    </dsp:sp>
    <dsp:sp modelId="{6D838EB9-7BB4-4FBB-9C80-BE845B4378C9}">
      <dsp:nvSpPr>
        <dsp:cNvPr id="0" name=""/>
        <dsp:cNvSpPr/>
      </dsp:nvSpPr>
      <dsp:spPr>
        <a:xfrm>
          <a:off x="1237826" y="834618"/>
          <a:ext cx="272857" cy="259963"/>
        </a:xfrm>
        <a:custGeom>
          <a:avLst/>
          <a:gdLst/>
          <a:ahLst/>
          <a:cxnLst/>
          <a:rect l="0" t="0" r="0" b="0"/>
          <a:pathLst>
            <a:path>
              <a:moveTo>
                <a:pt x="0" y="259963"/>
              </a:moveTo>
              <a:lnTo>
                <a:pt x="136428" y="259963"/>
              </a:lnTo>
              <a:lnTo>
                <a:pt x="136428" y="0"/>
              </a:lnTo>
              <a:lnTo>
                <a:pt x="27285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364833" y="955178"/>
        <a:ext cx="18843" cy="18843"/>
      </dsp:txXfrm>
    </dsp:sp>
    <dsp:sp modelId="{7E77C5E1-A770-4C25-B21E-ABB60BADA9D3}">
      <dsp:nvSpPr>
        <dsp:cNvPr id="0" name=""/>
        <dsp:cNvSpPr/>
      </dsp:nvSpPr>
      <dsp:spPr>
        <a:xfrm rot="16200000">
          <a:off x="-64725" y="886611"/>
          <a:ext cx="2189163"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Identificación de Pérdidas  por Giro </a:t>
          </a:r>
          <a:r>
            <a:rPr lang="es-MX" sz="1100" kern="1200" dirty="0"/>
            <a:t>(LISR 58 Cuarto Párrafo)</a:t>
          </a:r>
          <a:endParaRPr lang="es-MX" sz="1300" kern="1200" dirty="0"/>
        </a:p>
      </dsp:txBody>
      <dsp:txXfrm>
        <a:off x="-64725" y="886611"/>
        <a:ext cx="2189163" cy="415940"/>
      </dsp:txXfrm>
    </dsp:sp>
    <dsp:sp modelId="{AA3432EE-B3EF-42FE-B789-DCD41604B6FA}">
      <dsp:nvSpPr>
        <dsp:cNvPr id="0" name=""/>
        <dsp:cNvSpPr/>
      </dsp:nvSpPr>
      <dsp:spPr>
        <a:xfrm>
          <a:off x="1510684" y="626647"/>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Registros Contables por Giro</a:t>
          </a:r>
        </a:p>
      </dsp:txBody>
      <dsp:txXfrm>
        <a:off x="1510684" y="626647"/>
        <a:ext cx="1364286" cy="415940"/>
      </dsp:txXfrm>
    </dsp:sp>
    <dsp:sp modelId="{45220D47-0235-4B4D-B15E-0E1B74F7D633}">
      <dsp:nvSpPr>
        <dsp:cNvPr id="0" name=""/>
        <dsp:cNvSpPr/>
      </dsp:nvSpPr>
      <dsp:spPr>
        <a:xfrm>
          <a:off x="1510684" y="1146574"/>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Gastos No Identificables con un solo Giro</a:t>
          </a:r>
        </a:p>
      </dsp:txBody>
      <dsp:txXfrm>
        <a:off x="1510684" y="1146574"/>
        <a:ext cx="1364286" cy="415940"/>
      </dsp:txXfrm>
    </dsp:sp>
    <dsp:sp modelId="{94B20D64-0A57-487D-A1FC-8C40E211B3F2}">
      <dsp:nvSpPr>
        <dsp:cNvPr id="0" name=""/>
        <dsp:cNvSpPr/>
      </dsp:nvSpPr>
      <dsp:spPr>
        <a:xfrm>
          <a:off x="3147827" y="1146574"/>
          <a:ext cx="1364286" cy="415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MX" sz="1000" kern="1200" dirty="0"/>
            <a:t>Proporcional</a:t>
          </a:r>
        </a:p>
      </dsp:txBody>
      <dsp:txXfrm>
        <a:off x="3147827" y="1146574"/>
        <a:ext cx="1364286" cy="4159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7FC87-0513-4FEE-8437-601730A60A72}">
      <dsp:nvSpPr>
        <dsp:cNvPr id="0" name=""/>
        <dsp:cNvSpPr/>
      </dsp:nvSpPr>
      <dsp:spPr>
        <a:xfrm>
          <a:off x="1996999" y="2382758"/>
          <a:ext cx="265349" cy="91440"/>
        </a:xfrm>
        <a:custGeom>
          <a:avLst/>
          <a:gdLst/>
          <a:ahLst/>
          <a:cxnLst/>
          <a:rect l="0" t="0" r="0" b="0"/>
          <a:pathLst>
            <a:path>
              <a:moveTo>
                <a:pt x="0" y="45720"/>
              </a:moveTo>
              <a:lnTo>
                <a:pt x="26534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123040" y="2421845"/>
        <a:ext cx="13267" cy="13267"/>
      </dsp:txXfrm>
    </dsp:sp>
    <dsp:sp modelId="{46225289-209F-4119-B9E1-FF0CAEF86C1B}">
      <dsp:nvSpPr>
        <dsp:cNvPr id="0" name=""/>
        <dsp:cNvSpPr/>
      </dsp:nvSpPr>
      <dsp:spPr>
        <a:xfrm>
          <a:off x="404903" y="2175669"/>
          <a:ext cx="265349" cy="252809"/>
        </a:xfrm>
        <a:custGeom>
          <a:avLst/>
          <a:gdLst/>
          <a:ahLst/>
          <a:cxnLst/>
          <a:rect l="0" t="0" r="0" b="0"/>
          <a:pathLst>
            <a:path>
              <a:moveTo>
                <a:pt x="0" y="0"/>
              </a:moveTo>
              <a:lnTo>
                <a:pt x="132674" y="0"/>
              </a:lnTo>
              <a:lnTo>
                <a:pt x="132674" y="252809"/>
              </a:lnTo>
              <a:lnTo>
                <a:pt x="265349" y="2528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8415" y="2292911"/>
        <a:ext cx="18325" cy="18325"/>
      </dsp:txXfrm>
    </dsp:sp>
    <dsp:sp modelId="{D2BBC256-608F-4DAD-AD7A-78FB07EC4DFC}">
      <dsp:nvSpPr>
        <dsp:cNvPr id="0" name=""/>
        <dsp:cNvSpPr/>
      </dsp:nvSpPr>
      <dsp:spPr>
        <a:xfrm>
          <a:off x="3589096" y="1877139"/>
          <a:ext cx="265349" cy="91440"/>
        </a:xfrm>
        <a:custGeom>
          <a:avLst/>
          <a:gdLst/>
          <a:ahLst/>
          <a:cxnLst/>
          <a:rect l="0" t="0" r="0" b="0"/>
          <a:pathLst>
            <a:path>
              <a:moveTo>
                <a:pt x="0" y="45720"/>
              </a:moveTo>
              <a:lnTo>
                <a:pt x="26534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715136" y="1916225"/>
        <a:ext cx="13267" cy="13267"/>
      </dsp:txXfrm>
    </dsp:sp>
    <dsp:sp modelId="{FD281806-A65C-4967-A129-93A2BDC0F21A}">
      <dsp:nvSpPr>
        <dsp:cNvPr id="0" name=""/>
        <dsp:cNvSpPr/>
      </dsp:nvSpPr>
      <dsp:spPr>
        <a:xfrm>
          <a:off x="1996999" y="1877139"/>
          <a:ext cx="265349" cy="91440"/>
        </a:xfrm>
        <a:custGeom>
          <a:avLst/>
          <a:gdLst/>
          <a:ahLst/>
          <a:cxnLst/>
          <a:rect l="0" t="0" r="0" b="0"/>
          <a:pathLst>
            <a:path>
              <a:moveTo>
                <a:pt x="0" y="45720"/>
              </a:moveTo>
              <a:lnTo>
                <a:pt x="26534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123040" y="1916225"/>
        <a:ext cx="13267" cy="13267"/>
      </dsp:txXfrm>
    </dsp:sp>
    <dsp:sp modelId="{64A4783F-CE7A-4703-939D-5FA95D00842B}">
      <dsp:nvSpPr>
        <dsp:cNvPr id="0" name=""/>
        <dsp:cNvSpPr/>
      </dsp:nvSpPr>
      <dsp:spPr>
        <a:xfrm>
          <a:off x="404903" y="1922859"/>
          <a:ext cx="265349" cy="252809"/>
        </a:xfrm>
        <a:custGeom>
          <a:avLst/>
          <a:gdLst/>
          <a:ahLst/>
          <a:cxnLst/>
          <a:rect l="0" t="0" r="0" b="0"/>
          <a:pathLst>
            <a:path>
              <a:moveTo>
                <a:pt x="0" y="252809"/>
              </a:moveTo>
              <a:lnTo>
                <a:pt x="132674" y="252809"/>
              </a:lnTo>
              <a:lnTo>
                <a:pt x="132674" y="0"/>
              </a:lnTo>
              <a:lnTo>
                <a:pt x="265349"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8415" y="2040101"/>
        <a:ext cx="18325" cy="18325"/>
      </dsp:txXfrm>
    </dsp:sp>
    <dsp:sp modelId="{D58E040B-7114-41FA-8A19-2B1BC19421A6}">
      <dsp:nvSpPr>
        <dsp:cNvPr id="0" name=""/>
        <dsp:cNvSpPr/>
      </dsp:nvSpPr>
      <dsp:spPr>
        <a:xfrm rot="16200000">
          <a:off x="-861807" y="1973421"/>
          <a:ext cx="2128926" cy="4044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s-MX" sz="2600" kern="1200" dirty="0"/>
            <a:t>Accionistas</a:t>
          </a:r>
        </a:p>
      </dsp:txBody>
      <dsp:txXfrm>
        <a:off x="-861807" y="1973421"/>
        <a:ext cx="2128926" cy="404495"/>
      </dsp:txXfrm>
    </dsp:sp>
    <dsp:sp modelId="{44B7FF87-723D-47F8-AB58-060B7EC7C2F0}">
      <dsp:nvSpPr>
        <dsp:cNvPr id="0" name=""/>
        <dsp:cNvSpPr/>
      </dsp:nvSpPr>
      <dsp:spPr>
        <a:xfrm>
          <a:off x="670253" y="1720611"/>
          <a:ext cx="1326746" cy="4044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Acciones con derecho a voto</a:t>
          </a:r>
        </a:p>
      </dsp:txBody>
      <dsp:txXfrm>
        <a:off x="670253" y="1720611"/>
        <a:ext cx="1326746" cy="404495"/>
      </dsp:txXfrm>
    </dsp:sp>
    <dsp:sp modelId="{24C7C7C9-F00B-46B7-9657-DDAB7ADCE4C5}">
      <dsp:nvSpPr>
        <dsp:cNvPr id="0" name=""/>
        <dsp:cNvSpPr/>
      </dsp:nvSpPr>
      <dsp:spPr>
        <a:xfrm>
          <a:off x="2262349" y="1720611"/>
          <a:ext cx="1326746" cy="4044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Variación &gt; 50% en tres años</a:t>
          </a:r>
        </a:p>
      </dsp:txBody>
      <dsp:txXfrm>
        <a:off x="2262349" y="1720611"/>
        <a:ext cx="1326746" cy="404495"/>
      </dsp:txXfrm>
    </dsp:sp>
    <dsp:sp modelId="{073539E5-93B1-4901-86CB-3B0FC20E3B65}">
      <dsp:nvSpPr>
        <dsp:cNvPr id="0" name=""/>
        <dsp:cNvSpPr/>
      </dsp:nvSpPr>
      <dsp:spPr>
        <a:xfrm>
          <a:off x="3854445" y="1720611"/>
          <a:ext cx="1326746" cy="4044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a:t>Mismo Giro</a:t>
          </a:r>
        </a:p>
      </dsp:txBody>
      <dsp:txXfrm>
        <a:off x="3854445" y="1720611"/>
        <a:ext cx="1326746" cy="404495"/>
      </dsp:txXfrm>
    </dsp:sp>
    <dsp:sp modelId="{136248F3-1792-464A-8145-230AB615C3BF}">
      <dsp:nvSpPr>
        <dsp:cNvPr id="0" name=""/>
        <dsp:cNvSpPr/>
      </dsp:nvSpPr>
      <dsp:spPr>
        <a:xfrm>
          <a:off x="670253" y="2226230"/>
          <a:ext cx="1326746" cy="4044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Acciones sin derecho a voto</a:t>
          </a:r>
        </a:p>
      </dsp:txBody>
      <dsp:txXfrm>
        <a:off x="670253" y="2226230"/>
        <a:ext cx="1326746" cy="404495"/>
      </dsp:txXfrm>
    </dsp:sp>
    <dsp:sp modelId="{DADC85F6-7D04-40D3-BAC7-BEB3E8AFF4FF}">
      <dsp:nvSpPr>
        <dsp:cNvPr id="0" name=""/>
        <dsp:cNvSpPr/>
      </dsp:nvSpPr>
      <dsp:spPr>
        <a:xfrm>
          <a:off x="2262349" y="2226230"/>
          <a:ext cx="1326746" cy="4044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Sin restricciones</a:t>
          </a:r>
        </a:p>
      </dsp:txBody>
      <dsp:txXfrm>
        <a:off x="2262349" y="2226230"/>
        <a:ext cx="1326746" cy="40449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7CB4F-7DDF-41E7-BFF5-83F15E959E7A}">
      <dsp:nvSpPr>
        <dsp:cNvPr id="0" name=""/>
        <dsp:cNvSpPr/>
      </dsp:nvSpPr>
      <dsp:spPr>
        <a:xfrm>
          <a:off x="3156" y="1835189"/>
          <a:ext cx="1361917" cy="6809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Pérdidas</a:t>
          </a:r>
        </a:p>
      </dsp:txBody>
      <dsp:txXfrm>
        <a:off x="23101" y="1855134"/>
        <a:ext cx="1322027" cy="641068"/>
      </dsp:txXfrm>
    </dsp:sp>
    <dsp:sp modelId="{AE5FC4A3-F26D-4783-93A2-D68C0CC1CE5F}">
      <dsp:nvSpPr>
        <dsp:cNvPr id="0" name=""/>
        <dsp:cNvSpPr/>
      </dsp:nvSpPr>
      <dsp:spPr>
        <a:xfrm rot="19457599">
          <a:off x="1302016" y="1965808"/>
          <a:ext cx="670882" cy="28168"/>
        </a:xfrm>
        <a:custGeom>
          <a:avLst/>
          <a:gdLst/>
          <a:ahLst/>
          <a:cxnLst/>
          <a:rect l="0" t="0" r="0" b="0"/>
          <a:pathLst>
            <a:path>
              <a:moveTo>
                <a:pt x="0" y="14084"/>
              </a:moveTo>
              <a:lnTo>
                <a:pt x="670882" y="140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620685" y="1963121"/>
        <a:ext cx="33544" cy="33544"/>
      </dsp:txXfrm>
    </dsp:sp>
    <dsp:sp modelId="{E8FC5113-0C56-4B6B-A6BC-D25BD24A51E6}">
      <dsp:nvSpPr>
        <dsp:cNvPr id="0" name=""/>
        <dsp:cNvSpPr/>
      </dsp:nvSpPr>
      <dsp:spPr>
        <a:xfrm>
          <a:off x="1909841" y="1443638"/>
          <a:ext cx="1361917" cy="6809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Actividades Comerciales</a:t>
          </a:r>
        </a:p>
      </dsp:txBody>
      <dsp:txXfrm>
        <a:off x="1929786" y="1463583"/>
        <a:ext cx="1322027" cy="641068"/>
      </dsp:txXfrm>
    </dsp:sp>
    <dsp:sp modelId="{44CEEE38-B54D-462B-9F11-16CB4488A90E}">
      <dsp:nvSpPr>
        <dsp:cNvPr id="0" name=""/>
        <dsp:cNvSpPr/>
      </dsp:nvSpPr>
      <dsp:spPr>
        <a:xfrm>
          <a:off x="3271758" y="1770033"/>
          <a:ext cx="544767" cy="28168"/>
        </a:xfrm>
        <a:custGeom>
          <a:avLst/>
          <a:gdLst/>
          <a:ahLst/>
          <a:cxnLst/>
          <a:rect l="0" t="0" r="0" b="0"/>
          <a:pathLst>
            <a:path>
              <a:moveTo>
                <a:pt x="0" y="14084"/>
              </a:moveTo>
              <a:lnTo>
                <a:pt x="544767" y="140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530523" y="1770498"/>
        <a:ext cx="27238" cy="27238"/>
      </dsp:txXfrm>
    </dsp:sp>
    <dsp:sp modelId="{CDA7DC8A-B635-4BB5-B73D-3E51F961C8F2}">
      <dsp:nvSpPr>
        <dsp:cNvPr id="0" name=""/>
        <dsp:cNvSpPr/>
      </dsp:nvSpPr>
      <dsp:spPr>
        <a:xfrm>
          <a:off x="3816526" y="1443638"/>
          <a:ext cx="1361917" cy="6809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Inventarios</a:t>
          </a:r>
        </a:p>
        <a:p>
          <a:pPr marL="0" lvl="0" indent="0" algn="ctr" defTabSz="800100">
            <a:lnSpc>
              <a:spcPct val="90000"/>
            </a:lnSpc>
            <a:spcBef>
              <a:spcPct val="0"/>
            </a:spcBef>
            <a:spcAft>
              <a:spcPct val="35000"/>
            </a:spcAft>
            <a:buNone/>
          </a:pPr>
          <a:r>
            <a:rPr lang="es-MX" sz="1800" kern="1200" dirty="0"/>
            <a:t>CXC</a:t>
          </a:r>
        </a:p>
      </dsp:txBody>
      <dsp:txXfrm>
        <a:off x="3836471" y="1463583"/>
        <a:ext cx="1322027" cy="641068"/>
      </dsp:txXfrm>
    </dsp:sp>
    <dsp:sp modelId="{310E2FD7-D023-4AB9-BD18-4E4E9F6C4A31}">
      <dsp:nvSpPr>
        <dsp:cNvPr id="0" name=""/>
        <dsp:cNvSpPr/>
      </dsp:nvSpPr>
      <dsp:spPr>
        <a:xfrm rot="2142401">
          <a:off x="1302016" y="2357360"/>
          <a:ext cx="670882" cy="28168"/>
        </a:xfrm>
        <a:custGeom>
          <a:avLst/>
          <a:gdLst/>
          <a:ahLst/>
          <a:cxnLst/>
          <a:rect l="0" t="0" r="0" b="0"/>
          <a:pathLst>
            <a:path>
              <a:moveTo>
                <a:pt x="0" y="14084"/>
              </a:moveTo>
              <a:lnTo>
                <a:pt x="670882" y="140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620685" y="2354672"/>
        <a:ext cx="33544" cy="33544"/>
      </dsp:txXfrm>
    </dsp:sp>
    <dsp:sp modelId="{FE8DE526-CCD5-4578-8D8F-662B281894C8}">
      <dsp:nvSpPr>
        <dsp:cNvPr id="0" name=""/>
        <dsp:cNvSpPr/>
      </dsp:nvSpPr>
      <dsp:spPr>
        <a:xfrm>
          <a:off x="1909841" y="2226740"/>
          <a:ext cx="1361917" cy="6809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Otras Actividades</a:t>
          </a:r>
        </a:p>
      </dsp:txBody>
      <dsp:txXfrm>
        <a:off x="1929786" y="2246685"/>
        <a:ext cx="1322027" cy="641068"/>
      </dsp:txXfrm>
    </dsp:sp>
    <dsp:sp modelId="{D894A7AB-5F55-47F5-A97C-C479B52A2209}">
      <dsp:nvSpPr>
        <dsp:cNvPr id="0" name=""/>
        <dsp:cNvSpPr/>
      </dsp:nvSpPr>
      <dsp:spPr>
        <a:xfrm>
          <a:off x="3271758" y="2553135"/>
          <a:ext cx="544767" cy="28168"/>
        </a:xfrm>
        <a:custGeom>
          <a:avLst/>
          <a:gdLst/>
          <a:ahLst/>
          <a:cxnLst/>
          <a:rect l="0" t="0" r="0" b="0"/>
          <a:pathLst>
            <a:path>
              <a:moveTo>
                <a:pt x="0" y="14084"/>
              </a:moveTo>
              <a:lnTo>
                <a:pt x="544767" y="140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530523" y="2553601"/>
        <a:ext cx="27238" cy="27238"/>
      </dsp:txXfrm>
    </dsp:sp>
    <dsp:sp modelId="{73BA3931-F6D3-42C5-BF61-01AAA55D0D52}">
      <dsp:nvSpPr>
        <dsp:cNvPr id="0" name=""/>
        <dsp:cNvSpPr/>
      </dsp:nvSpPr>
      <dsp:spPr>
        <a:xfrm>
          <a:off x="3816526" y="2226740"/>
          <a:ext cx="1361917" cy="6809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Activo Fijo</a:t>
          </a:r>
        </a:p>
      </dsp:txBody>
      <dsp:txXfrm>
        <a:off x="3836471" y="2246685"/>
        <a:ext cx="1322027" cy="64106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E37EEF-CA25-4E0C-9531-305B78D59143}">
      <dsp:nvSpPr>
        <dsp:cNvPr id="0" name=""/>
        <dsp:cNvSpPr/>
      </dsp:nvSpPr>
      <dsp:spPr>
        <a:xfrm>
          <a:off x="314115" y="362965"/>
          <a:ext cx="4553368" cy="725081"/>
        </a:xfrm>
        <a:prstGeom prst="roundRect">
          <a:avLst>
            <a:gd name="adj" fmla="val 10000"/>
          </a:avLst>
        </a:prstGeom>
        <a:solidFill>
          <a:srgbClr val="FF0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MX" sz="2200" kern="1200" dirty="0">
              <a:solidFill>
                <a:schemeClr val="bg1"/>
              </a:solidFill>
            </a:rPr>
            <a:t>Ajuste Anual por Inflación Acumulable</a:t>
          </a:r>
        </a:p>
      </dsp:txBody>
      <dsp:txXfrm>
        <a:off x="335352" y="384202"/>
        <a:ext cx="4510894" cy="682607"/>
      </dsp:txXfrm>
    </dsp:sp>
    <dsp:sp modelId="{9690D0C9-4D6A-4FE5-84EA-7B6721775E1C}">
      <dsp:nvSpPr>
        <dsp:cNvPr id="0" name=""/>
        <dsp:cNvSpPr/>
      </dsp:nvSpPr>
      <dsp:spPr>
        <a:xfrm flipH="1">
          <a:off x="5143502" y="2651902"/>
          <a:ext cx="38097" cy="725081"/>
        </a:xfrm>
        <a:prstGeom prst="roundRect">
          <a:avLst>
            <a:gd name="adj" fmla="val 10000"/>
          </a:avLst>
        </a:prstGeom>
        <a:solidFill>
          <a:schemeClr val="bg1">
            <a:alpha val="90000"/>
          </a:schemeClr>
        </a:solidFill>
        <a:ln w="12700" cap="flat" cmpd="sng" algn="ctr">
          <a:solidFill>
            <a:schemeClr val="bg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endParaRPr lang="es-MX" sz="2200" kern="1200" dirty="0"/>
        </a:p>
      </dsp:txBody>
      <dsp:txXfrm>
        <a:off x="5144618" y="2653018"/>
        <a:ext cx="35865" cy="722849"/>
      </dsp:txXfrm>
    </dsp:sp>
    <dsp:sp modelId="{ED5DEB2B-4971-436C-9B8B-759F62F1140C}">
      <dsp:nvSpPr>
        <dsp:cNvPr id="0" name=""/>
        <dsp:cNvSpPr/>
      </dsp:nvSpPr>
      <dsp:spPr>
        <a:xfrm>
          <a:off x="2318894" y="3444561"/>
          <a:ext cx="543811" cy="543811"/>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1697D4-CE39-498D-A376-D586A222FE12}">
      <dsp:nvSpPr>
        <dsp:cNvPr id="0" name=""/>
        <dsp:cNvSpPr/>
      </dsp:nvSpPr>
      <dsp:spPr>
        <a:xfrm rot="240000">
          <a:off x="958868" y="3211532"/>
          <a:ext cx="3263862" cy="2282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A3CBAA-6B30-45D2-AF15-22AAA4229399}">
      <dsp:nvSpPr>
        <dsp:cNvPr id="0" name=""/>
        <dsp:cNvSpPr/>
      </dsp:nvSpPr>
      <dsp:spPr>
        <a:xfrm rot="240000">
          <a:off x="2897923" y="2293874"/>
          <a:ext cx="1343471" cy="952722"/>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Deudas</a:t>
          </a:r>
        </a:p>
      </dsp:txBody>
      <dsp:txXfrm>
        <a:off x="2944431" y="2340382"/>
        <a:ext cx="1250455" cy="859706"/>
      </dsp:txXfrm>
    </dsp:sp>
    <dsp:sp modelId="{9393CDFB-DFA2-46C6-AFBB-B3E3A319FB9E}">
      <dsp:nvSpPr>
        <dsp:cNvPr id="0" name=""/>
        <dsp:cNvSpPr/>
      </dsp:nvSpPr>
      <dsp:spPr>
        <a:xfrm rot="240000">
          <a:off x="2970432" y="1307764"/>
          <a:ext cx="1343471" cy="952722"/>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Deudas</a:t>
          </a:r>
        </a:p>
      </dsp:txBody>
      <dsp:txXfrm>
        <a:off x="3016940" y="1354272"/>
        <a:ext cx="1250455" cy="859706"/>
      </dsp:txXfrm>
    </dsp:sp>
    <dsp:sp modelId="{741E1391-E7D9-4A34-BDCE-75C73E55C09D}">
      <dsp:nvSpPr>
        <dsp:cNvPr id="0" name=""/>
        <dsp:cNvSpPr/>
      </dsp:nvSpPr>
      <dsp:spPr>
        <a:xfrm rot="240000">
          <a:off x="1030839" y="2163360"/>
          <a:ext cx="1343471" cy="952722"/>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Créditos</a:t>
          </a:r>
        </a:p>
      </dsp:txBody>
      <dsp:txXfrm>
        <a:off x="1077347" y="2209868"/>
        <a:ext cx="1250455" cy="8597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E5EE1-3F9A-4CF2-8D4E-56E8CACD28E8}">
      <dsp:nvSpPr>
        <dsp:cNvPr id="0" name=""/>
        <dsp:cNvSpPr/>
      </dsp:nvSpPr>
      <dsp:spPr>
        <a:xfrm>
          <a:off x="248401" y="362965"/>
          <a:ext cx="4684797" cy="725081"/>
        </a:xfrm>
        <a:prstGeom prst="roundRect">
          <a:avLst>
            <a:gd name="adj" fmla="val 10000"/>
          </a:avLst>
        </a:prstGeom>
        <a:solidFill>
          <a:srgbClr val="92D05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MX" sz="2300" kern="1200" dirty="0">
              <a:solidFill>
                <a:schemeClr val="bg1"/>
              </a:solidFill>
            </a:rPr>
            <a:t>Ajuste Anual por Inflación Deducible</a:t>
          </a:r>
        </a:p>
      </dsp:txBody>
      <dsp:txXfrm>
        <a:off x="269638" y="384202"/>
        <a:ext cx="4642323" cy="682607"/>
      </dsp:txXfrm>
    </dsp:sp>
    <dsp:sp modelId="{39A96271-C6EB-4512-897B-B21C1D7E44FB}">
      <dsp:nvSpPr>
        <dsp:cNvPr id="0" name=""/>
        <dsp:cNvSpPr/>
      </dsp:nvSpPr>
      <dsp:spPr>
        <a:xfrm flipH="1">
          <a:off x="0" y="2658174"/>
          <a:ext cx="38097" cy="725081"/>
        </a:xfrm>
        <a:prstGeom prst="roundRect">
          <a:avLst>
            <a:gd name="adj" fmla="val 10000"/>
          </a:avLst>
        </a:prstGeom>
        <a:solidFill>
          <a:schemeClr val="bg1">
            <a:alpha val="90000"/>
          </a:schemeClr>
        </a:solidFill>
        <a:ln w="12700" cap="flat" cmpd="sng" algn="ctr">
          <a:solidFill>
            <a:schemeClr val="bg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s-MX" sz="2300" kern="1200" dirty="0"/>
        </a:p>
      </dsp:txBody>
      <dsp:txXfrm>
        <a:off x="1116" y="2659290"/>
        <a:ext cx="35865" cy="722849"/>
      </dsp:txXfrm>
    </dsp:sp>
    <dsp:sp modelId="{C70B24C3-DEC5-44DE-A215-14ADAF76CE29}">
      <dsp:nvSpPr>
        <dsp:cNvPr id="0" name=""/>
        <dsp:cNvSpPr/>
      </dsp:nvSpPr>
      <dsp:spPr>
        <a:xfrm>
          <a:off x="2318894" y="3444561"/>
          <a:ext cx="543811" cy="543811"/>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7CA700-3A0C-4CA4-B596-200EC997CC2F}">
      <dsp:nvSpPr>
        <dsp:cNvPr id="0" name=""/>
        <dsp:cNvSpPr/>
      </dsp:nvSpPr>
      <dsp:spPr>
        <a:xfrm rot="21360000">
          <a:off x="958868" y="3211532"/>
          <a:ext cx="3263862" cy="2282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F69A78-0A38-42CD-A784-FEC6EB977764}">
      <dsp:nvSpPr>
        <dsp:cNvPr id="0" name=""/>
        <dsp:cNvSpPr/>
      </dsp:nvSpPr>
      <dsp:spPr>
        <a:xfrm rot="21360000">
          <a:off x="940204" y="2293874"/>
          <a:ext cx="1343471" cy="952722"/>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Créditos</a:t>
          </a:r>
        </a:p>
      </dsp:txBody>
      <dsp:txXfrm>
        <a:off x="986712" y="2340382"/>
        <a:ext cx="1250455" cy="859706"/>
      </dsp:txXfrm>
    </dsp:sp>
    <dsp:sp modelId="{CC44892E-4C6D-4809-8ED3-354B2EAD0DC2}">
      <dsp:nvSpPr>
        <dsp:cNvPr id="0" name=""/>
        <dsp:cNvSpPr/>
      </dsp:nvSpPr>
      <dsp:spPr>
        <a:xfrm rot="21360000">
          <a:off x="867696" y="1307764"/>
          <a:ext cx="1343471" cy="952722"/>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Créditos</a:t>
          </a:r>
        </a:p>
      </dsp:txBody>
      <dsp:txXfrm>
        <a:off x="914204" y="1354272"/>
        <a:ext cx="1250455" cy="859706"/>
      </dsp:txXfrm>
    </dsp:sp>
    <dsp:sp modelId="{1EEACF02-E6AB-4D83-8C8C-7C8BD23A833D}">
      <dsp:nvSpPr>
        <dsp:cNvPr id="0" name=""/>
        <dsp:cNvSpPr/>
      </dsp:nvSpPr>
      <dsp:spPr>
        <a:xfrm rot="21360000">
          <a:off x="2807288" y="2163360"/>
          <a:ext cx="1343471" cy="952722"/>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Deudas</a:t>
          </a:r>
        </a:p>
      </dsp:txBody>
      <dsp:txXfrm>
        <a:off x="2853796" y="2209868"/>
        <a:ext cx="1250455" cy="8597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5F38D-0022-46EF-850F-C2418681FDD8}">
      <dsp:nvSpPr>
        <dsp:cNvPr id="0" name=""/>
        <dsp:cNvSpPr/>
      </dsp:nvSpPr>
      <dsp:spPr>
        <a:xfrm>
          <a:off x="2004052" y="748647"/>
          <a:ext cx="6904294" cy="3568097"/>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8DFD43-0442-499C-AAC1-0CB440A433D4}">
      <dsp:nvSpPr>
        <dsp:cNvPr id="0" name=""/>
        <dsp:cNvSpPr/>
      </dsp:nvSpPr>
      <dsp:spPr>
        <a:xfrm>
          <a:off x="2210387" y="1165941"/>
          <a:ext cx="3206131" cy="3052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ctr" defTabSz="1333500">
            <a:lnSpc>
              <a:spcPct val="90000"/>
            </a:lnSpc>
            <a:spcBef>
              <a:spcPct val="0"/>
            </a:spcBef>
            <a:spcAft>
              <a:spcPct val="35000"/>
            </a:spcAft>
            <a:buNone/>
          </a:pPr>
          <a:r>
            <a:rPr lang="es-MX" sz="3000" kern="1200" dirty="0"/>
            <a:t>Derecho que tiene una persona acreedora a recibir de otra deudora una cantidad en numerario </a:t>
          </a:r>
        </a:p>
        <a:p>
          <a:pPr marL="0" lvl="0" indent="0" algn="ctr" defTabSz="1333500">
            <a:lnSpc>
              <a:spcPct val="90000"/>
            </a:lnSpc>
            <a:spcBef>
              <a:spcPct val="0"/>
            </a:spcBef>
            <a:spcAft>
              <a:spcPct val="35000"/>
            </a:spcAft>
            <a:buNone/>
          </a:pPr>
          <a:r>
            <a:rPr lang="es-MX" sz="1800" kern="1200" dirty="0"/>
            <a:t>(LISR 45-Primer párrafo) </a:t>
          </a:r>
          <a:endParaRPr lang="es-MX" sz="3000" kern="1200" dirty="0"/>
        </a:p>
      </dsp:txBody>
      <dsp:txXfrm>
        <a:off x="2210387" y="1165941"/>
        <a:ext cx="3206131" cy="3052463"/>
      </dsp:txXfrm>
    </dsp:sp>
    <dsp:sp modelId="{093EBE0F-9ECB-4DC2-B047-F46B1EB9DD6E}">
      <dsp:nvSpPr>
        <dsp:cNvPr id="0" name=""/>
        <dsp:cNvSpPr/>
      </dsp:nvSpPr>
      <dsp:spPr>
        <a:xfrm>
          <a:off x="5487943" y="1165941"/>
          <a:ext cx="3206131" cy="3052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45" tIns="55245" rIns="55245" bIns="55245" numCol="1" spcCol="1270" anchor="t" anchorCtr="0">
          <a:noAutofit/>
        </a:bodyPr>
        <a:lstStyle/>
        <a:p>
          <a:pPr marL="0" lvl="0" indent="0" algn="ctr" defTabSz="1289050">
            <a:lnSpc>
              <a:spcPct val="90000"/>
            </a:lnSpc>
            <a:spcBef>
              <a:spcPct val="0"/>
            </a:spcBef>
            <a:spcAft>
              <a:spcPct val="35000"/>
            </a:spcAft>
            <a:buNone/>
          </a:pPr>
          <a:r>
            <a:rPr lang="es-MX" sz="2900" kern="1200" dirty="0"/>
            <a:t>Cualquier obligación en numerario pendiente de cumplimiento</a:t>
          </a:r>
        </a:p>
        <a:p>
          <a:pPr marL="0" lvl="0" indent="0" algn="ctr" defTabSz="1289050">
            <a:lnSpc>
              <a:spcPct val="90000"/>
            </a:lnSpc>
            <a:spcBef>
              <a:spcPct val="0"/>
            </a:spcBef>
            <a:spcAft>
              <a:spcPct val="35000"/>
            </a:spcAft>
            <a:buNone/>
          </a:pPr>
          <a:r>
            <a:rPr lang="es-MX" sz="1800" kern="1200" dirty="0"/>
            <a:t>(LISR 46 Primer párrafo)</a:t>
          </a:r>
        </a:p>
      </dsp:txBody>
      <dsp:txXfrm>
        <a:off x="5487943" y="1165941"/>
        <a:ext cx="3206131" cy="3052463"/>
      </dsp:txXfrm>
    </dsp:sp>
    <dsp:sp modelId="{36A15B02-6251-4D21-AFBD-5FB36E539BC6}">
      <dsp:nvSpPr>
        <dsp:cNvPr id="0" name=""/>
        <dsp:cNvSpPr/>
      </dsp:nvSpPr>
      <dsp:spPr>
        <a:xfrm>
          <a:off x="1289814" y="34593"/>
          <a:ext cx="1349114" cy="1349114"/>
        </a:xfrm>
        <a:prstGeom prst="plus">
          <a:avLst>
            <a:gd name="adj" fmla="val 32810"/>
          </a:avLst>
        </a:prstGeom>
        <a:solidFill>
          <a:srgbClr val="92D05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44A325-828A-4E58-9EFB-C6A7B597F4F8}">
      <dsp:nvSpPr>
        <dsp:cNvPr id="0" name=""/>
        <dsp:cNvSpPr/>
      </dsp:nvSpPr>
      <dsp:spPr>
        <a:xfrm>
          <a:off x="7956029" y="519767"/>
          <a:ext cx="1269755" cy="435133"/>
        </a:xfrm>
        <a:prstGeom prst="rect">
          <a:avLst/>
        </a:prstGeom>
        <a:solidFill>
          <a:srgbClr val="FF0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7073DB-9153-433C-9143-DE58429494A6}">
      <dsp:nvSpPr>
        <dsp:cNvPr id="0" name=""/>
        <dsp:cNvSpPr/>
      </dsp:nvSpPr>
      <dsp:spPr>
        <a:xfrm>
          <a:off x="5456199" y="1172468"/>
          <a:ext cx="793" cy="2915396"/>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81630A-F4CD-417C-8ACF-0F521FE5E592}">
      <dsp:nvSpPr>
        <dsp:cNvPr id="0" name=""/>
        <dsp:cNvSpPr/>
      </dsp:nvSpPr>
      <dsp:spPr>
        <a:xfrm>
          <a:off x="9242" y="1346949"/>
          <a:ext cx="2762398" cy="16574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Promedio Anual de Créditos y Deudas (Neto)</a:t>
          </a:r>
        </a:p>
      </dsp:txBody>
      <dsp:txXfrm>
        <a:off x="57787" y="1395494"/>
        <a:ext cx="2665308" cy="1560349"/>
      </dsp:txXfrm>
    </dsp:sp>
    <dsp:sp modelId="{5CAB998D-97C1-40B6-9D20-61D2189B6EF8}">
      <dsp:nvSpPr>
        <dsp:cNvPr id="0" name=""/>
        <dsp:cNvSpPr/>
      </dsp:nvSpPr>
      <dsp:spPr>
        <a:xfrm>
          <a:off x="3047880" y="1833131"/>
          <a:ext cx="585628" cy="685074"/>
        </a:xfrm>
        <a:prstGeom prst="rightArrow">
          <a:avLst>
            <a:gd name="adj1" fmla="val 60000"/>
            <a:gd name="adj2" fmla="val 50000"/>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s-MX" sz="1600" kern="1200" dirty="0"/>
            <a:t>Por</a:t>
          </a:r>
        </a:p>
      </dsp:txBody>
      <dsp:txXfrm>
        <a:off x="3047880" y="1970146"/>
        <a:ext cx="409940" cy="411044"/>
      </dsp:txXfrm>
    </dsp:sp>
    <dsp:sp modelId="{641EAC55-8931-4BC8-BE06-978FFF8FA874}">
      <dsp:nvSpPr>
        <dsp:cNvPr id="0" name=""/>
        <dsp:cNvSpPr/>
      </dsp:nvSpPr>
      <dsp:spPr>
        <a:xfrm>
          <a:off x="3876600" y="1346949"/>
          <a:ext cx="2762398" cy="16574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Factor de Ajuste Anual</a:t>
          </a:r>
        </a:p>
      </dsp:txBody>
      <dsp:txXfrm>
        <a:off x="3925145" y="1395494"/>
        <a:ext cx="2665308" cy="1560349"/>
      </dsp:txXfrm>
    </dsp:sp>
    <dsp:sp modelId="{3EC0BD39-C9A1-4FB5-B794-B172DEA8AA97}">
      <dsp:nvSpPr>
        <dsp:cNvPr id="0" name=""/>
        <dsp:cNvSpPr/>
      </dsp:nvSpPr>
      <dsp:spPr>
        <a:xfrm>
          <a:off x="6915239" y="1833131"/>
          <a:ext cx="585628" cy="685074"/>
        </a:xfrm>
        <a:prstGeom prst="rightArrow">
          <a:avLst>
            <a:gd name="adj1" fmla="val 60000"/>
            <a:gd name="adj2" fmla="val 50000"/>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s-MX" sz="1600" kern="1200" dirty="0"/>
            <a:t>Igual</a:t>
          </a:r>
        </a:p>
      </dsp:txBody>
      <dsp:txXfrm>
        <a:off x="6915239" y="1970146"/>
        <a:ext cx="409940" cy="411044"/>
      </dsp:txXfrm>
    </dsp:sp>
    <dsp:sp modelId="{0D1E9903-0AD4-43C5-8333-03DCF0A83305}">
      <dsp:nvSpPr>
        <dsp:cNvPr id="0" name=""/>
        <dsp:cNvSpPr/>
      </dsp:nvSpPr>
      <dsp:spPr>
        <a:xfrm>
          <a:off x="7743958" y="1346949"/>
          <a:ext cx="2762398" cy="16574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Ajuste Anual por Inflación Acumulable o Deducible</a:t>
          </a:r>
        </a:p>
      </dsp:txBody>
      <dsp:txXfrm>
        <a:off x="7792503" y="1395494"/>
        <a:ext cx="2665308" cy="156034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84655-B44D-455D-9FE0-9A925572A388}">
      <dsp:nvSpPr>
        <dsp:cNvPr id="0" name=""/>
        <dsp:cNvSpPr/>
      </dsp:nvSpPr>
      <dsp:spPr>
        <a:xfrm>
          <a:off x="3819839" y="3247231"/>
          <a:ext cx="282288" cy="268948"/>
        </a:xfrm>
        <a:custGeom>
          <a:avLst/>
          <a:gdLst/>
          <a:ahLst/>
          <a:cxnLst/>
          <a:rect l="0" t="0" r="0" b="0"/>
          <a:pathLst>
            <a:path>
              <a:moveTo>
                <a:pt x="0" y="0"/>
              </a:moveTo>
              <a:lnTo>
                <a:pt x="141144" y="0"/>
              </a:lnTo>
              <a:lnTo>
                <a:pt x="141144" y="268948"/>
              </a:lnTo>
              <a:lnTo>
                <a:pt x="282288" y="2689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51236" y="3371958"/>
        <a:ext cx="19494" cy="19494"/>
      </dsp:txXfrm>
    </dsp:sp>
    <dsp:sp modelId="{CA279522-9034-49AE-87BA-2CD2C8068042}">
      <dsp:nvSpPr>
        <dsp:cNvPr id="0" name=""/>
        <dsp:cNvSpPr/>
      </dsp:nvSpPr>
      <dsp:spPr>
        <a:xfrm>
          <a:off x="3819839" y="2978282"/>
          <a:ext cx="282288" cy="268948"/>
        </a:xfrm>
        <a:custGeom>
          <a:avLst/>
          <a:gdLst/>
          <a:ahLst/>
          <a:cxnLst/>
          <a:rect l="0" t="0" r="0" b="0"/>
          <a:pathLst>
            <a:path>
              <a:moveTo>
                <a:pt x="0" y="268948"/>
              </a:moveTo>
              <a:lnTo>
                <a:pt x="141144" y="268948"/>
              </a:lnTo>
              <a:lnTo>
                <a:pt x="141144" y="0"/>
              </a:lnTo>
              <a:lnTo>
                <a:pt x="2822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51236" y="3103009"/>
        <a:ext cx="19494" cy="19494"/>
      </dsp:txXfrm>
    </dsp:sp>
    <dsp:sp modelId="{CE78575E-547E-41A4-9FBC-E80286338C08}">
      <dsp:nvSpPr>
        <dsp:cNvPr id="0" name=""/>
        <dsp:cNvSpPr/>
      </dsp:nvSpPr>
      <dsp:spPr>
        <a:xfrm>
          <a:off x="2126106" y="2978282"/>
          <a:ext cx="282288" cy="268948"/>
        </a:xfrm>
        <a:custGeom>
          <a:avLst/>
          <a:gdLst/>
          <a:ahLst/>
          <a:cxnLst/>
          <a:rect l="0" t="0" r="0" b="0"/>
          <a:pathLst>
            <a:path>
              <a:moveTo>
                <a:pt x="0" y="0"/>
              </a:moveTo>
              <a:lnTo>
                <a:pt x="141144" y="0"/>
              </a:lnTo>
              <a:lnTo>
                <a:pt x="141144" y="268948"/>
              </a:lnTo>
              <a:lnTo>
                <a:pt x="282288" y="2689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57503" y="3103009"/>
        <a:ext cx="19494" cy="19494"/>
      </dsp:txXfrm>
    </dsp:sp>
    <dsp:sp modelId="{8A4EE4B7-F06E-4913-A50E-78E18226FC86}">
      <dsp:nvSpPr>
        <dsp:cNvPr id="0" name=""/>
        <dsp:cNvSpPr/>
      </dsp:nvSpPr>
      <dsp:spPr>
        <a:xfrm>
          <a:off x="2126106" y="2709333"/>
          <a:ext cx="282288" cy="268948"/>
        </a:xfrm>
        <a:custGeom>
          <a:avLst/>
          <a:gdLst/>
          <a:ahLst/>
          <a:cxnLst/>
          <a:rect l="0" t="0" r="0" b="0"/>
          <a:pathLst>
            <a:path>
              <a:moveTo>
                <a:pt x="0" y="268948"/>
              </a:moveTo>
              <a:lnTo>
                <a:pt x="141144" y="268948"/>
              </a:lnTo>
              <a:lnTo>
                <a:pt x="141144" y="0"/>
              </a:lnTo>
              <a:lnTo>
                <a:pt x="28228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57503" y="2834060"/>
        <a:ext cx="19494" cy="19494"/>
      </dsp:txXfrm>
    </dsp:sp>
    <dsp:sp modelId="{096C4E78-F1B4-48C0-87A4-FEAC27C95482}">
      <dsp:nvSpPr>
        <dsp:cNvPr id="0" name=""/>
        <dsp:cNvSpPr/>
      </dsp:nvSpPr>
      <dsp:spPr>
        <a:xfrm>
          <a:off x="432373" y="2709333"/>
          <a:ext cx="282288" cy="268948"/>
        </a:xfrm>
        <a:custGeom>
          <a:avLst/>
          <a:gdLst/>
          <a:ahLst/>
          <a:cxnLst/>
          <a:rect l="0" t="0" r="0" b="0"/>
          <a:pathLst>
            <a:path>
              <a:moveTo>
                <a:pt x="0" y="0"/>
              </a:moveTo>
              <a:lnTo>
                <a:pt x="141144" y="0"/>
              </a:lnTo>
              <a:lnTo>
                <a:pt x="141144" y="268948"/>
              </a:lnTo>
              <a:lnTo>
                <a:pt x="282288" y="26894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3770" y="2834060"/>
        <a:ext cx="19494" cy="19494"/>
      </dsp:txXfrm>
    </dsp:sp>
    <dsp:sp modelId="{1E6E475E-3910-45A4-93E8-6E04E6DC4C09}">
      <dsp:nvSpPr>
        <dsp:cNvPr id="0" name=""/>
        <dsp:cNvSpPr/>
      </dsp:nvSpPr>
      <dsp:spPr>
        <a:xfrm>
          <a:off x="432373" y="2440384"/>
          <a:ext cx="282288" cy="268948"/>
        </a:xfrm>
        <a:custGeom>
          <a:avLst/>
          <a:gdLst/>
          <a:ahLst/>
          <a:cxnLst/>
          <a:rect l="0" t="0" r="0" b="0"/>
          <a:pathLst>
            <a:path>
              <a:moveTo>
                <a:pt x="0" y="268948"/>
              </a:moveTo>
              <a:lnTo>
                <a:pt x="141144" y="268948"/>
              </a:lnTo>
              <a:lnTo>
                <a:pt x="141144" y="0"/>
              </a:lnTo>
              <a:lnTo>
                <a:pt x="282288"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63770" y="2565111"/>
        <a:ext cx="19494" cy="19494"/>
      </dsp:txXfrm>
    </dsp:sp>
    <dsp:sp modelId="{221099C2-3EAE-4556-946C-4954AAA03CBC}">
      <dsp:nvSpPr>
        <dsp:cNvPr id="0" name=""/>
        <dsp:cNvSpPr/>
      </dsp:nvSpPr>
      <dsp:spPr>
        <a:xfrm rot="16200000">
          <a:off x="-915202" y="2494174"/>
          <a:ext cx="2264833" cy="4303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A cargo de Personas Físicas</a:t>
          </a:r>
        </a:p>
      </dsp:txBody>
      <dsp:txXfrm>
        <a:off x="-915202" y="2494174"/>
        <a:ext cx="2264833" cy="430318"/>
      </dsp:txXfrm>
    </dsp:sp>
    <dsp:sp modelId="{969B5AA2-1C78-4A45-AA1F-B6AFC724D749}">
      <dsp:nvSpPr>
        <dsp:cNvPr id="0" name=""/>
        <dsp:cNvSpPr/>
      </dsp:nvSpPr>
      <dsp:spPr>
        <a:xfrm>
          <a:off x="714661" y="2225225"/>
          <a:ext cx="1411444" cy="430318"/>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Actividades Empresariales</a:t>
          </a:r>
        </a:p>
      </dsp:txBody>
      <dsp:txXfrm>
        <a:off x="714661" y="2225225"/>
        <a:ext cx="1411444" cy="430318"/>
      </dsp:txXfrm>
    </dsp:sp>
    <dsp:sp modelId="{43258138-2130-41B8-B218-832DB17BF29C}">
      <dsp:nvSpPr>
        <dsp:cNvPr id="0" name=""/>
        <dsp:cNvSpPr/>
      </dsp:nvSpPr>
      <dsp:spPr>
        <a:xfrm>
          <a:off x="714661" y="2763123"/>
          <a:ext cx="1411444" cy="430318"/>
        </a:xfrm>
        <a:prstGeom prst="rect">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solidFill>
                <a:schemeClr val="tx1"/>
              </a:solidFill>
            </a:rPr>
            <a:t>Consumidores</a:t>
          </a:r>
          <a:r>
            <a:rPr lang="en-US" sz="1400" kern="1200" dirty="0">
              <a:solidFill>
                <a:schemeClr val="tx1"/>
              </a:solidFill>
            </a:rPr>
            <a:t> Finales</a:t>
          </a:r>
        </a:p>
      </dsp:txBody>
      <dsp:txXfrm>
        <a:off x="714661" y="2763123"/>
        <a:ext cx="1411444" cy="430318"/>
      </dsp:txXfrm>
    </dsp:sp>
    <dsp:sp modelId="{F7C5DEDF-E07A-45BB-A7CB-597F1CA6F439}">
      <dsp:nvSpPr>
        <dsp:cNvPr id="0" name=""/>
        <dsp:cNvSpPr/>
      </dsp:nvSpPr>
      <dsp:spPr>
        <a:xfrm>
          <a:off x="2408394" y="2494174"/>
          <a:ext cx="1411444" cy="430318"/>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A la Vista</a:t>
          </a:r>
        </a:p>
      </dsp:txBody>
      <dsp:txXfrm>
        <a:off x="2408394" y="2494174"/>
        <a:ext cx="1411444" cy="430318"/>
      </dsp:txXfrm>
    </dsp:sp>
    <dsp:sp modelId="{34A30F98-55D3-4B2C-B21C-BF6E98B8FEA0}">
      <dsp:nvSpPr>
        <dsp:cNvPr id="0" name=""/>
        <dsp:cNvSpPr/>
      </dsp:nvSpPr>
      <dsp:spPr>
        <a:xfrm>
          <a:off x="2408394" y="3032072"/>
          <a:ext cx="1411444" cy="430318"/>
        </a:xfrm>
        <a:prstGeom prst="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A </a:t>
          </a:r>
          <a:r>
            <a:rPr lang="en-US" sz="1400" kern="1200" dirty="0" err="1">
              <a:solidFill>
                <a:schemeClr val="tx1"/>
              </a:solidFill>
            </a:rPr>
            <a:t>Plazo</a:t>
          </a:r>
          <a:endParaRPr lang="en-US" sz="1400" kern="1200" dirty="0">
            <a:solidFill>
              <a:schemeClr val="tx1"/>
            </a:solidFill>
          </a:endParaRPr>
        </a:p>
      </dsp:txBody>
      <dsp:txXfrm>
        <a:off x="2408394" y="3032072"/>
        <a:ext cx="1411444" cy="430318"/>
      </dsp:txXfrm>
    </dsp:sp>
    <dsp:sp modelId="{6B0E3825-BFB8-41A0-B81E-354DBE549613}">
      <dsp:nvSpPr>
        <dsp:cNvPr id="0" name=""/>
        <dsp:cNvSpPr/>
      </dsp:nvSpPr>
      <dsp:spPr>
        <a:xfrm>
          <a:off x="4102128" y="2763123"/>
          <a:ext cx="1411444" cy="430318"/>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Cobro</a:t>
          </a:r>
          <a:r>
            <a:rPr lang="en-US" sz="1400" kern="1200" dirty="0"/>
            <a:t> </a:t>
          </a:r>
          <a:r>
            <a:rPr lang="en-US" sz="1400" kern="1200" dirty="0" err="1"/>
            <a:t>después</a:t>
          </a:r>
          <a:r>
            <a:rPr lang="en-US" sz="1400" kern="1200" dirty="0"/>
            <a:t> de 30 </a:t>
          </a:r>
          <a:r>
            <a:rPr lang="en-US" sz="1400" kern="1200" dirty="0" err="1"/>
            <a:t>días</a:t>
          </a:r>
          <a:endParaRPr lang="en-US" sz="1400" kern="1200" dirty="0"/>
        </a:p>
      </dsp:txBody>
      <dsp:txXfrm>
        <a:off x="4102128" y="2763123"/>
        <a:ext cx="1411444" cy="430318"/>
      </dsp:txXfrm>
    </dsp:sp>
    <dsp:sp modelId="{CA4835A1-ECC4-4530-95CF-7B6BFF7F8C01}">
      <dsp:nvSpPr>
        <dsp:cNvPr id="0" name=""/>
        <dsp:cNvSpPr/>
      </dsp:nvSpPr>
      <dsp:spPr>
        <a:xfrm>
          <a:off x="4102128" y="3301021"/>
          <a:ext cx="1411444" cy="430318"/>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Cobro</a:t>
          </a:r>
          <a:r>
            <a:rPr lang="en-US" sz="1400" kern="1200" dirty="0"/>
            <a:t> </a:t>
          </a:r>
          <a:r>
            <a:rPr lang="en-US" sz="1400" kern="1200" dirty="0" err="1"/>
            <a:t>en</a:t>
          </a:r>
          <a:r>
            <a:rPr lang="en-US" sz="1400" kern="1200" dirty="0"/>
            <a:t> o antes de 30 </a:t>
          </a:r>
          <a:r>
            <a:rPr lang="en-US" sz="1400" kern="1200" dirty="0" err="1"/>
            <a:t>días</a:t>
          </a:r>
          <a:endParaRPr lang="en-US" sz="1400" kern="1200" dirty="0"/>
        </a:p>
      </dsp:txBody>
      <dsp:txXfrm>
        <a:off x="4102128" y="3301021"/>
        <a:ext cx="1411444" cy="43031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7FB2E5-C101-4B58-BEEC-EE3CE61095FF}">
      <dsp:nvSpPr>
        <dsp:cNvPr id="0" name=""/>
        <dsp:cNvSpPr/>
      </dsp:nvSpPr>
      <dsp:spPr>
        <a:xfrm>
          <a:off x="647443" y="2590614"/>
          <a:ext cx="422773" cy="1208385"/>
        </a:xfrm>
        <a:custGeom>
          <a:avLst/>
          <a:gdLst/>
          <a:ahLst/>
          <a:cxnLst/>
          <a:rect l="0" t="0" r="0" b="0"/>
          <a:pathLst>
            <a:path>
              <a:moveTo>
                <a:pt x="0" y="0"/>
              </a:moveTo>
              <a:lnTo>
                <a:pt x="211386" y="0"/>
              </a:lnTo>
              <a:lnTo>
                <a:pt x="211386" y="1208385"/>
              </a:lnTo>
              <a:lnTo>
                <a:pt x="422773" y="12083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26824" y="3162802"/>
        <a:ext cx="64010" cy="64010"/>
      </dsp:txXfrm>
    </dsp:sp>
    <dsp:sp modelId="{0B2911AF-064E-46F8-A148-14C03F51F749}">
      <dsp:nvSpPr>
        <dsp:cNvPr id="0" name=""/>
        <dsp:cNvSpPr/>
      </dsp:nvSpPr>
      <dsp:spPr>
        <a:xfrm>
          <a:off x="3184085" y="2993410"/>
          <a:ext cx="422773" cy="1208385"/>
        </a:xfrm>
        <a:custGeom>
          <a:avLst/>
          <a:gdLst/>
          <a:ahLst/>
          <a:cxnLst/>
          <a:rect l="0" t="0" r="0" b="0"/>
          <a:pathLst>
            <a:path>
              <a:moveTo>
                <a:pt x="0" y="0"/>
              </a:moveTo>
              <a:lnTo>
                <a:pt x="211386" y="0"/>
              </a:lnTo>
              <a:lnTo>
                <a:pt x="211386" y="1208385"/>
              </a:lnTo>
              <a:lnTo>
                <a:pt x="422773" y="12083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63467" y="3565597"/>
        <a:ext cx="64010" cy="64010"/>
      </dsp:txXfrm>
    </dsp:sp>
    <dsp:sp modelId="{BB8850EC-4EC3-4893-B4D0-D636A4FEE9A9}">
      <dsp:nvSpPr>
        <dsp:cNvPr id="0" name=""/>
        <dsp:cNvSpPr/>
      </dsp:nvSpPr>
      <dsp:spPr>
        <a:xfrm>
          <a:off x="3184085" y="2993410"/>
          <a:ext cx="422773" cy="402795"/>
        </a:xfrm>
        <a:custGeom>
          <a:avLst/>
          <a:gdLst/>
          <a:ahLst/>
          <a:cxnLst/>
          <a:rect l="0" t="0" r="0" b="0"/>
          <a:pathLst>
            <a:path>
              <a:moveTo>
                <a:pt x="0" y="0"/>
              </a:moveTo>
              <a:lnTo>
                <a:pt x="211386" y="0"/>
              </a:lnTo>
              <a:lnTo>
                <a:pt x="211386" y="402795"/>
              </a:lnTo>
              <a:lnTo>
                <a:pt x="422773" y="4027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0874" y="3180209"/>
        <a:ext cx="29196" cy="29196"/>
      </dsp:txXfrm>
    </dsp:sp>
    <dsp:sp modelId="{8060A1C9-AECF-4B9A-AD90-EEA5B7FB864F}">
      <dsp:nvSpPr>
        <dsp:cNvPr id="0" name=""/>
        <dsp:cNvSpPr/>
      </dsp:nvSpPr>
      <dsp:spPr>
        <a:xfrm>
          <a:off x="3184085" y="2590614"/>
          <a:ext cx="422773" cy="402795"/>
        </a:xfrm>
        <a:custGeom>
          <a:avLst/>
          <a:gdLst/>
          <a:ahLst/>
          <a:cxnLst/>
          <a:rect l="0" t="0" r="0" b="0"/>
          <a:pathLst>
            <a:path>
              <a:moveTo>
                <a:pt x="0" y="402795"/>
              </a:moveTo>
              <a:lnTo>
                <a:pt x="211386" y="402795"/>
              </a:lnTo>
              <a:lnTo>
                <a:pt x="211386" y="0"/>
              </a:lnTo>
              <a:lnTo>
                <a:pt x="42277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0874" y="2777414"/>
        <a:ext cx="29196" cy="29196"/>
      </dsp:txXfrm>
    </dsp:sp>
    <dsp:sp modelId="{B0B1497E-8E97-450D-AEAB-F57F34A1D584}">
      <dsp:nvSpPr>
        <dsp:cNvPr id="0" name=""/>
        <dsp:cNvSpPr/>
      </dsp:nvSpPr>
      <dsp:spPr>
        <a:xfrm>
          <a:off x="3184085" y="1785024"/>
          <a:ext cx="422773" cy="1208385"/>
        </a:xfrm>
        <a:custGeom>
          <a:avLst/>
          <a:gdLst/>
          <a:ahLst/>
          <a:cxnLst/>
          <a:rect l="0" t="0" r="0" b="0"/>
          <a:pathLst>
            <a:path>
              <a:moveTo>
                <a:pt x="0" y="1208385"/>
              </a:moveTo>
              <a:lnTo>
                <a:pt x="211386" y="1208385"/>
              </a:lnTo>
              <a:lnTo>
                <a:pt x="211386" y="0"/>
              </a:lnTo>
              <a:lnTo>
                <a:pt x="42277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63467" y="2357212"/>
        <a:ext cx="64010" cy="64010"/>
      </dsp:txXfrm>
    </dsp:sp>
    <dsp:sp modelId="{F21FCDD6-7E56-49BE-87E7-D7D09DAA3F82}">
      <dsp:nvSpPr>
        <dsp:cNvPr id="0" name=""/>
        <dsp:cNvSpPr/>
      </dsp:nvSpPr>
      <dsp:spPr>
        <a:xfrm>
          <a:off x="647443" y="2590614"/>
          <a:ext cx="422773" cy="402795"/>
        </a:xfrm>
        <a:custGeom>
          <a:avLst/>
          <a:gdLst/>
          <a:ahLst/>
          <a:cxnLst/>
          <a:rect l="0" t="0" r="0" b="0"/>
          <a:pathLst>
            <a:path>
              <a:moveTo>
                <a:pt x="0" y="0"/>
              </a:moveTo>
              <a:lnTo>
                <a:pt x="211386" y="0"/>
              </a:lnTo>
              <a:lnTo>
                <a:pt x="211386" y="402795"/>
              </a:lnTo>
              <a:lnTo>
                <a:pt x="422773" y="40279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44231" y="2777414"/>
        <a:ext cx="29196" cy="29196"/>
      </dsp:txXfrm>
    </dsp:sp>
    <dsp:sp modelId="{A0246DEB-A786-46AC-A1FC-6BEC1CD3DC58}">
      <dsp:nvSpPr>
        <dsp:cNvPr id="0" name=""/>
        <dsp:cNvSpPr/>
      </dsp:nvSpPr>
      <dsp:spPr>
        <a:xfrm>
          <a:off x="647443" y="2187819"/>
          <a:ext cx="422773" cy="402795"/>
        </a:xfrm>
        <a:custGeom>
          <a:avLst/>
          <a:gdLst/>
          <a:ahLst/>
          <a:cxnLst/>
          <a:rect l="0" t="0" r="0" b="0"/>
          <a:pathLst>
            <a:path>
              <a:moveTo>
                <a:pt x="0" y="402795"/>
              </a:moveTo>
              <a:lnTo>
                <a:pt x="211386" y="402795"/>
              </a:lnTo>
              <a:lnTo>
                <a:pt x="211386" y="0"/>
              </a:lnTo>
              <a:lnTo>
                <a:pt x="42277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44231" y="2374619"/>
        <a:ext cx="29196" cy="29196"/>
      </dsp:txXfrm>
    </dsp:sp>
    <dsp:sp modelId="{7A76A705-CCCC-4BCD-9722-C9832080ED9A}">
      <dsp:nvSpPr>
        <dsp:cNvPr id="0" name=""/>
        <dsp:cNvSpPr/>
      </dsp:nvSpPr>
      <dsp:spPr>
        <a:xfrm>
          <a:off x="647443" y="1382229"/>
          <a:ext cx="422773" cy="1208385"/>
        </a:xfrm>
        <a:custGeom>
          <a:avLst/>
          <a:gdLst/>
          <a:ahLst/>
          <a:cxnLst/>
          <a:rect l="0" t="0" r="0" b="0"/>
          <a:pathLst>
            <a:path>
              <a:moveTo>
                <a:pt x="0" y="1208385"/>
              </a:moveTo>
              <a:lnTo>
                <a:pt x="211386" y="1208385"/>
              </a:lnTo>
              <a:lnTo>
                <a:pt x="211386" y="0"/>
              </a:lnTo>
              <a:lnTo>
                <a:pt x="42277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26824" y="1954417"/>
        <a:ext cx="64010" cy="64010"/>
      </dsp:txXfrm>
    </dsp:sp>
    <dsp:sp modelId="{C5CFC632-FC9D-4A61-B7D2-864B07156A7A}">
      <dsp:nvSpPr>
        <dsp:cNvPr id="0" name=""/>
        <dsp:cNvSpPr/>
      </dsp:nvSpPr>
      <dsp:spPr>
        <a:xfrm rot="16200000">
          <a:off x="-1370772" y="2268378"/>
          <a:ext cx="3391958" cy="6444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MX" sz="2200" kern="1200" dirty="0"/>
            <a:t>A cargo de Socios o Accionistas</a:t>
          </a:r>
        </a:p>
      </dsp:txBody>
      <dsp:txXfrm>
        <a:off x="-1370772" y="2268378"/>
        <a:ext cx="3391958" cy="644472"/>
      </dsp:txXfrm>
    </dsp:sp>
    <dsp:sp modelId="{2C137CF6-0273-4790-BDEC-300BF2B88C42}">
      <dsp:nvSpPr>
        <dsp:cNvPr id="0" name=""/>
        <dsp:cNvSpPr/>
      </dsp:nvSpPr>
      <dsp:spPr>
        <a:xfrm>
          <a:off x="1070216" y="1059993"/>
          <a:ext cx="2113868" cy="644472"/>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Personas Físicas Residentes en México o en el Extranjero</a:t>
          </a:r>
        </a:p>
      </dsp:txBody>
      <dsp:txXfrm>
        <a:off x="1070216" y="1059993"/>
        <a:ext cx="2113868" cy="644472"/>
      </dsp:txXfrm>
    </dsp:sp>
    <dsp:sp modelId="{99337261-9ED5-426F-A309-F625F0091E99}">
      <dsp:nvSpPr>
        <dsp:cNvPr id="0" name=""/>
        <dsp:cNvSpPr/>
      </dsp:nvSpPr>
      <dsp:spPr>
        <a:xfrm>
          <a:off x="1070216" y="1865583"/>
          <a:ext cx="2113868" cy="644472"/>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Sociedades</a:t>
          </a:r>
          <a:r>
            <a:rPr lang="en-US" sz="1400" kern="1200" dirty="0"/>
            <a:t> </a:t>
          </a:r>
          <a:r>
            <a:rPr lang="en-US" sz="1400" kern="1200" dirty="0" err="1"/>
            <a:t>Residentes</a:t>
          </a:r>
          <a:r>
            <a:rPr lang="en-US" sz="1400" kern="1200" dirty="0"/>
            <a:t> </a:t>
          </a:r>
          <a:r>
            <a:rPr lang="en-US" sz="1400" kern="1200" dirty="0" err="1"/>
            <a:t>en</a:t>
          </a:r>
          <a:r>
            <a:rPr lang="en-US" sz="1400" kern="1200" dirty="0"/>
            <a:t> México</a:t>
          </a:r>
        </a:p>
      </dsp:txBody>
      <dsp:txXfrm>
        <a:off x="1070216" y="1865583"/>
        <a:ext cx="2113868" cy="644472"/>
      </dsp:txXfrm>
    </dsp:sp>
    <dsp:sp modelId="{1BCC9906-9EA6-498B-8791-BA22A2903CE6}">
      <dsp:nvSpPr>
        <dsp:cNvPr id="0" name=""/>
        <dsp:cNvSpPr/>
      </dsp:nvSpPr>
      <dsp:spPr>
        <a:xfrm>
          <a:off x="1070216" y="2671173"/>
          <a:ext cx="2113868" cy="644472"/>
        </a:xfrm>
        <a:prstGeom prst="rect">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solidFill>
                <a:schemeClr val="tx1"/>
              </a:solidFill>
            </a:rPr>
            <a:t>Sociedades Residentes en el Extranjero</a:t>
          </a:r>
        </a:p>
      </dsp:txBody>
      <dsp:txXfrm>
        <a:off x="1070216" y="2671173"/>
        <a:ext cx="2113868" cy="644472"/>
      </dsp:txXfrm>
    </dsp:sp>
    <dsp:sp modelId="{A43538E3-614B-4333-94DB-54AA5F6D8ED5}">
      <dsp:nvSpPr>
        <dsp:cNvPr id="0" name=""/>
        <dsp:cNvSpPr/>
      </dsp:nvSpPr>
      <dsp:spPr>
        <a:xfrm>
          <a:off x="3606859" y="1462788"/>
          <a:ext cx="2113868" cy="644472"/>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solidFill>
                <a:schemeClr val="bg1"/>
              </a:solidFill>
            </a:rPr>
            <a:t>ME proveniente de Exportación</a:t>
          </a:r>
        </a:p>
      </dsp:txBody>
      <dsp:txXfrm>
        <a:off x="3606859" y="1462788"/>
        <a:ext cx="2113868" cy="644472"/>
      </dsp:txXfrm>
    </dsp:sp>
    <dsp:sp modelId="{BA88287A-DC75-408B-8802-BF270615A0FB}">
      <dsp:nvSpPr>
        <dsp:cNvPr id="0" name=""/>
        <dsp:cNvSpPr/>
      </dsp:nvSpPr>
      <dsp:spPr>
        <a:xfrm>
          <a:off x="3606859" y="2268378"/>
          <a:ext cx="2113868" cy="644472"/>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ME proveniente de ventas Nacionales</a:t>
          </a:r>
        </a:p>
      </dsp:txBody>
      <dsp:txXfrm>
        <a:off x="3606859" y="2268378"/>
        <a:ext cx="2113868" cy="644472"/>
      </dsp:txXfrm>
    </dsp:sp>
    <dsp:sp modelId="{666847CF-A630-4429-A927-C905A890B1E1}">
      <dsp:nvSpPr>
        <dsp:cNvPr id="0" name=""/>
        <dsp:cNvSpPr/>
      </dsp:nvSpPr>
      <dsp:spPr>
        <a:xfrm>
          <a:off x="3606859" y="3073969"/>
          <a:ext cx="2113868" cy="644472"/>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MN proveniente de Exportación</a:t>
          </a:r>
        </a:p>
      </dsp:txBody>
      <dsp:txXfrm>
        <a:off x="3606859" y="3073969"/>
        <a:ext cx="2113868" cy="644472"/>
      </dsp:txXfrm>
    </dsp:sp>
    <dsp:sp modelId="{B09D8B07-259E-4259-B740-1C9E2ED7A6CB}">
      <dsp:nvSpPr>
        <dsp:cNvPr id="0" name=""/>
        <dsp:cNvSpPr/>
      </dsp:nvSpPr>
      <dsp:spPr>
        <a:xfrm>
          <a:off x="3606859" y="3879559"/>
          <a:ext cx="2113868" cy="644472"/>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MN proveniente de ventas Nacionales</a:t>
          </a:r>
        </a:p>
      </dsp:txBody>
      <dsp:txXfrm>
        <a:off x="3606859" y="3879559"/>
        <a:ext cx="2113868" cy="644472"/>
      </dsp:txXfrm>
    </dsp:sp>
    <dsp:sp modelId="{525BA253-7E61-4757-B121-175C8561AB4B}">
      <dsp:nvSpPr>
        <dsp:cNvPr id="0" name=""/>
        <dsp:cNvSpPr/>
      </dsp:nvSpPr>
      <dsp:spPr>
        <a:xfrm>
          <a:off x="1070216" y="3476764"/>
          <a:ext cx="2113868" cy="644472"/>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Por Uniones de Crédito si operan solamente con ellos</a:t>
          </a:r>
        </a:p>
      </dsp:txBody>
      <dsp:txXfrm>
        <a:off x="1070216" y="3476764"/>
        <a:ext cx="2113868" cy="64447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E6A369-5640-46D3-A677-BE1D8DBE0E5E}">
      <dsp:nvSpPr>
        <dsp:cNvPr id="0" name=""/>
        <dsp:cNvSpPr/>
      </dsp:nvSpPr>
      <dsp:spPr>
        <a:xfrm>
          <a:off x="585091" y="2175669"/>
          <a:ext cx="382929" cy="1824167"/>
        </a:xfrm>
        <a:custGeom>
          <a:avLst/>
          <a:gdLst/>
          <a:ahLst/>
          <a:cxnLst/>
          <a:rect l="0" t="0" r="0" b="0"/>
          <a:pathLst>
            <a:path>
              <a:moveTo>
                <a:pt x="0" y="0"/>
              </a:moveTo>
              <a:lnTo>
                <a:pt x="191464" y="0"/>
              </a:lnTo>
              <a:lnTo>
                <a:pt x="191464" y="1824167"/>
              </a:lnTo>
              <a:lnTo>
                <a:pt x="382929" y="18241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729957" y="3041154"/>
        <a:ext cx="93196" cy="93196"/>
      </dsp:txXfrm>
    </dsp:sp>
    <dsp:sp modelId="{C96D146F-E6DE-43E4-B8F8-C00104F82F97}">
      <dsp:nvSpPr>
        <dsp:cNvPr id="0" name=""/>
        <dsp:cNvSpPr/>
      </dsp:nvSpPr>
      <dsp:spPr>
        <a:xfrm>
          <a:off x="585091" y="2175669"/>
          <a:ext cx="382929" cy="1094500"/>
        </a:xfrm>
        <a:custGeom>
          <a:avLst/>
          <a:gdLst/>
          <a:ahLst/>
          <a:cxnLst/>
          <a:rect l="0" t="0" r="0" b="0"/>
          <a:pathLst>
            <a:path>
              <a:moveTo>
                <a:pt x="0" y="0"/>
              </a:moveTo>
              <a:lnTo>
                <a:pt x="191464" y="0"/>
              </a:lnTo>
              <a:lnTo>
                <a:pt x="191464" y="1094500"/>
              </a:lnTo>
              <a:lnTo>
                <a:pt x="382929" y="10945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47566" y="2693930"/>
        <a:ext cx="57977" cy="57977"/>
      </dsp:txXfrm>
    </dsp:sp>
    <dsp:sp modelId="{B5DB9254-DDBF-4FE2-B0E7-9743C4369844}">
      <dsp:nvSpPr>
        <dsp:cNvPr id="0" name=""/>
        <dsp:cNvSpPr/>
      </dsp:nvSpPr>
      <dsp:spPr>
        <a:xfrm>
          <a:off x="585091" y="2175669"/>
          <a:ext cx="382929" cy="364833"/>
        </a:xfrm>
        <a:custGeom>
          <a:avLst/>
          <a:gdLst/>
          <a:ahLst/>
          <a:cxnLst/>
          <a:rect l="0" t="0" r="0" b="0"/>
          <a:pathLst>
            <a:path>
              <a:moveTo>
                <a:pt x="0" y="0"/>
              </a:moveTo>
              <a:lnTo>
                <a:pt x="191464" y="0"/>
              </a:lnTo>
              <a:lnTo>
                <a:pt x="191464" y="364833"/>
              </a:lnTo>
              <a:lnTo>
                <a:pt x="382929" y="3648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63333" y="2344863"/>
        <a:ext cx="26445" cy="26445"/>
      </dsp:txXfrm>
    </dsp:sp>
    <dsp:sp modelId="{8730AE63-3D7C-438F-879C-3E0A6E5FDCF5}">
      <dsp:nvSpPr>
        <dsp:cNvPr id="0" name=""/>
        <dsp:cNvSpPr/>
      </dsp:nvSpPr>
      <dsp:spPr>
        <a:xfrm>
          <a:off x="2882666" y="1810835"/>
          <a:ext cx="382929" cy="364833"/>
        </a:xfrm>
        <a:custGeom>
          <a:avLst/>
          <a:gdLst/>
          <a:ahLst/>
          <a:cxnLst/>
          <a:rect l="0" t="0" r="0" b="0"/>
          <a:pathLst>
            <a:path>
              <a:moveTo>
                <a:pt x="0" y="0"/>
              </a:moveTo>
              <a:lnTo>
                <a:pt x="191464" y="0"/>
              </a:lnTo>
              <a:lnTo>
                <a:pt x="191464" y="364833"/>
              </a:lnTo>
              <a:lnTo>
                <a:pt x="382929" y="36483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60908" y="1980029"/>
        <a:ext cx="26445" cy="26445"/>
      </dsp:txXfrm>
    </dsp:sp>
    <dsp:sp modelId="{2DA5BE70-CF90-4697-8484-DCA60772388A}">
      <dsp:nvSpPr>
        <dsp:cNvPr id="0" name=""/>
        <dsp:cNvSpPr/>
      </dsp:nvSpPr>
      <dsp:spPr>
        <a:xfrm>
          <a:off x="2882666" y="1446001"/>
          <a:ext cx="382929" cy="364833"/>
        </a:xfrm>
        <a:custGeom>
          <a:avLst/>
          <a:gdLst/>
          <a:ahLst/>
          <a:cxnLst/>
          <a:rect l="0" t="0" r="0" b="0"/>
          <a:pathLst>
            <a:path>
              <a:moveTo>
                <a:pt x="0" y="364833"/>
              </a:moveTo>
              <a:lnTo>
                <a:pt x="191464" y="364833"/>
              </a:lnTo>
              <a:lnTo>
                <a:pt x="191464" y="0"/>
              </a:lnTo>
              <a:lnTo>
                <a:pt x="382929"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60908" y="1615196"/>
        <a:ext cx="26445" cy="26445"/>
      </dsp:txXfrm>
    </dsp:sp>
    <dsp:sp modelId="{C29EF6C3-D589-459D-82C9-8E2D9B29B2A8}">
      <dsp:nvSpPr>
        <dsp:cNvPr id="0" name=""/>
        <dsp:cNvSpPr/>
      </dsp:nvSpPr>
      <dsp:spPr>
        <a:xfrm>
          <a:off x="585091" y="1810835"/>
          <a:ext cx="382929" cy="364833"/>
        </a:xfrm>
        <a:custGeom>
          <a:avLst/>
          <a:gdLst/>
          <a:ahLst/>
          <a:cxnLst/>
          <a:rect l="0" t="0" r="0" b="0"/>
          <a:pathLst>
            <a:path>
              <a:moveTo>
                <a:pt x="0" y="364833"/>
              </a:moveTo>
              <a:lnTo>
                <a:pt x="191464" y="364833"/>
              </a:lnTo>
              <a:lnTo>
                <a:pt x="191464" y="0"/>
              </a:lnTo>
              <a:lnTo>
                <a:pt x="382929"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63333" y="1980029"/>
        <a:ext cx="26445" cy="26445"/>
      </dsp:txXfrm>
    </dsp:sp>
    <dsp:sp modelId="{F309A1F3-93CA-451E-9F89-070FFAD32A08}">
      <dsp:nvSpPr>
        <dsp:cNvPr id="0" name=""/>
        <dsp:cNvSpPr/>
      </dsp:nvSpPr>
      <dsp:spPr>
        <a:xfrm>
          <a:off x="585091" y="1081168"/>
          <a:ext cx="382929" cy="1094500"/>
        </a:xfrm>
        <a:custGeom>
          <a:avLst/>
          <a:gdLst/>
          <a:ahLst/>
          <a:cxnLst/>
          <a:rect l="0" t="0" r="0" b="0"/>
          <a:pathLst>
            <a:path>
              <a:moveTo>
                <a:pt x="0" y="1094500"/>
              </a:moveTo>
              <a:lnTo>
                <a:pt x="191464" y="1094500"/>
              </a:lnTo>
              <a:lnTo>
                <a:pt x="191464" y="0"/>
              </a:lnTo>
              <a:lnTo>
                <a:pt x="382929"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47566" y="1599429"/>
        <a:ext cx="57977" cy="57977"/>
      </dsp:txXfrm>
    </dsp:sp>
    <dsp:sp modelId="{01CF72F3-F6F7-470A-8EB7-236C1A14A5AB}">
      <dsp:nvSpPr>
        <dsp:cNvPr id="0" name=""/>
        <dsp:cNvSpPr/>
      </dsp:nvSpPr>
      <dsp:spPr>
        <a:xfrm>
          <a:off x="585091" y="351501"/>
          <a:ext cx="382929" cy="1824167"/>
        </a:xfrm>
        <a:custGeom>
          <a:avLst/>
          <a:gdLst/>
          <a:ahLst/>
          <a:cxnLst/>
          <a:rect l="0" t="0" r="0" b="0"/>
          <a:pathLst>
            <a:path>
              <a:moveTo>
                <a:pt x="0" y="1824167"/>
              </a:moveTo>
              <a:lnTo>
                <a:pt x="191464" y="1824167"/>
              </a:lnTo>
              <a:lnTo>
                <a:pt x="191464" y="0"/>
              </a:lnTo>
              <a:lnTo>
                <a:pt x="382929"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729957" y="1216986"/>
        <a:ext cx="93196" cy="93196"/>
      </dsp:txXfrm>
    </dsp:sp>
    <dsp:sp modelId="{4DF2A062-A829-434A-9C36-BCC54D8AF2BE}">
      <dsp:nvSpPr>
        <dsp:cNvPr id="0" name=""/>
        <dsp:cNvSpPr/>
      </dsp:nvSpPr>
      <dsp:spPr>
        <a:xfrm rot="16200000">
          <a:off x="-1242917" y="1883802"/>
          <a:ext cx="3072282"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s-MX" sz="3800" kern="1200" dirty="0"/>
            <a:t>Otros Créditos</a:t>
          </a:r>
        </a:p>
      </dsp:txBody>
      <dsp:txXfrm>
        <a:off x="-1242917" y="1883802"/>
        <a:ext cx="3072282" cy="583733"/>
      </dsp:txXfrm>
    </dsp:sp>
    <dsp:sp modelId="{9CFFA236-C3B0-4097-892A-E6BC0602043C}">
      <dsp:nvSpPr>
        <dsp:cNvPr id="0" name=""/>
        <dsp:cNvSpPr/>
      </dsp:nvSpPr>
      <dsp:spPr>
        <a:xfrm>
          <a:off x="968020" y="59634"/>
          <a:ext cx="1914646" cy="583733"/>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Empleados</a:t>
          </a:r>
        </a:p>
      </dsp:txBody>
      <dsp:txXfrm>
        <a:off x="968020" y="59634"/>
        <a:ext cx="1914646" cy="583733"/>
      </dsp:txXfrm>
    </dsp:sp>
    <dsp:sp modelId="{D1D9BE58-FC02-475F-AC52-D0162E1BFCD7}">
      <dsp:nvSpPr>
        <dsp:cNvPr id="0" name=""/>
        <dsp:cNvSpPr/>
      </dsp:nvSpPr>
      <dsp:spPr>
        <a:xfrm>
          <a:off x="968020" y="789301"/>
          <a:ext cx="1914646" cy="583733"/>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Pagos provisionales de Impuestos</a:t>
          </a:r>
        </a:p>
      </dsp:txBody>
      <dsp:txXfrm>
        <a:off x="968020" y="789301"/>
        <a:ext cx="1914646" cy="583733"/>
      </dsp:txXfrm>
    </dsp:sp>
    <dsp:sp modelId="{E1A35611-BED1-40DE-B41E-01111542A4EB}">
      <dsp:nvSpPr>
        <dsp:cNvPr id="0" name=""/>
        <dsp:cNvSpPr/>
      </dsp:nvSpPr>
      <dsp:spPr>
        <a:xfrm>
          <a:off x="968020" y="1518968"/>
          <a:ext cx="1914646" cy="583733"/>
        </a:xfrm>
        <a:prstGeom prst="rect">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a:solidFill>
                <a:schemeClr val="tx1"/>
              </a:solidFill>
            </a:rPr>
            <a:t>Por Ingresos </a:t>
          </a:r>
          <a:r>
            <a:rPr lang="es-MX" sz="1400" kern="1200" dirty="0">
              <a:solidFill>
                <a:schemeClr val="tx1"/>
              </a:solidFill>
            </a:rPr>
            <a:t>acumulables hasta su percepción</a:t>
          </a:r>
        </a:p>
      </dsp:txBody>
      <dsp:txXfrm>
        <a:off x="968020" y="1518968"/>
        <a:ext cx="1914646" cy="583733"/>
      </dsp:txXfrm>
    </dsp:sp>
    <dsp:sp modelId="{A9CB66CF-E1B1-441B-B83C-690C7A8DAB58}">
      <dsp:nvSpPr>
        <dsp:cNvPr id="0" name=""/>
        <dsp:cNvSpPr/>
      </dsp:nvSpPr>
      <dsp:spPr>
        <a:xfrm>
          <a:off x="3265596" y="1154135"/>
          <a:ext cx="1914646" cy="583733"/>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Arrendamiento Financiero con opción de exigibilidad</a:t>
          </a:r>
        </a:p>
      </dsp:txBody>
      <dsp:txXfrm>
        <a:off x="3265596" y="1154135"/>
        <a:ext cx="1914646" cy="583733"/>
      </dsp:txXfrm>
    </dsp:sp>
    <dsp:sp modelId="{894D4878-7631-42E6-8F22-CA9C01C3684D}">
      <dsp:nvSpPr>
        <dsp:cNvPr id="0" name=""/>
        <dsp:cNvSpPr/>
      </dsp:nvSpPr>
      <dsp:spPr>
        <a:xfrm>
          <a:off x="3265596" y="1883802"/>
          <a:ext cx="1914646" cy="583733"/>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Otros</a:t>
          </a:r>
        </a:p>
      </dsp:txBody>
      <dsp:txXfrm>
        <a:off x="3265596" y="1883802"/>
        <a:ext cx="1914646" cy="583733"/>
      </dsp:txXfrm>
    </dsp:sp>
    <dsp:sp modelId="{6E6BCBEA-31B7-49A5-975B-980863A98EC9}">
      <dsp:nvSpPr>
        <dsp:cNvPr id="0" name=""/>
        <dsp:cNvSpPr/>
      </dsp:nvSpPr>
      <dsp:spPr>
        <a:xfrm>
          <a:off x="968020" y="2248635"/>
          <a:ext cx="1914646" cy="583733"/>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Acciones</a:t>
          </a:r>
        </a:p>
      </dsp:txBody>
      <dsp:txXfrm>
        <a:off x="968020" y="2248635"/>
        <a:ext cx="1914646" cy="583733"/>
      </dsp:txXfrm>
    </dsp:sp>
    <dsp:sp modelId="{F6455AB6-F39C-4F54-BCDE-3EFAD639B1E3}">
      <dsp:nvSpPr>
        <dsp:cNvPr id="0" name=""/>
        <dsp:cNvSpPr/>
      </dsp:nvSpPr>
      <dsp:spPr>
        <a:xfrm>
          <a:off x="968020" y="2978302"/>
          <a:ext cx="1914646" cy="583733"/>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Títulos cuyo rendimiento no es interés</a:t>
          </a:r>
        </a:p>
      </dsp:txBody>
      <dsp:txXfrm>
        <a:off x="968020" y="2978302"/>
        <a:ext cx="1914646" cy="583733"/>
      </dsp:txXfrm>
    </dsp:sp>
    <dsp:sp modelId="{904AA8F4-D42E-481B-9E11-BF7C3E6B2425}">
      <dsp:nvSpPr>
        <dsp:cNvPr id="0" name=""/>
        <dsp:cNvSpPr/>
      </dsp:nvSpPr>
      <dsp:spPr>
        <a:xfrm>
          <a:off x="968020" y="3707969"/>
          <a:ext cx="1914646" cy="583733"/>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Efectivo en caja</a:t>
          </a:r>
        </a:p>
      </dsp:txBody>
      <dsp:txXfrm>
        <a:off x="968020" y="3707969"/>
        <a:ext cx="1914646" cy="58373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D94C92-6D36-4417-9A73-4FE75A123B8B}">
      <dsp:nvSpPr>
        <dsp:cNvPr id="0" name=""/>
        <dsp:cNvSpPr/>
      </dsp:nvSpPr>
      <dsp:spPr>
        <a:xfrm>
          <a:off x="2882666" y="2859616"/>
          <a:ext cx="382929" cy="91440"/>
        </a:xfrm>
        <a:custGeom>
          <a:avLst/>
          <a:gdLst/>
          <a:ahLst/>
          <a:cxnLst/>
          <a:rect l="0" t="0" r="0" b="0"/>
          <a:pathLst>
            <a:path>
              <a:moveTo>
                <a:pt x="0" y="45720"/>
              </a:moveTo>
              <a:lnTo>
                <a:pt x="38292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64558" y="2895762"/>
        <a:ext cx="19146" cy="19146"/>
      </dsp:txXfrm>
    </dsp:sp>
    <dsp:sp modelId="{DA48F75C-4F5B-49DA-90BC-1A166FD70432}">
      <dsp:nvSpPr>
        <dsp:cNvPr id="0" name=""/>
        <dsp:cNvSpPr/>
      </dsp:nvSpPr>
      <dsp:spPr>
        <a:xfrm>
          <a:off x="585091" y="2175669"/>
          <a:ext cx="382929" cy="729667"/>
        </a:xfrm>
        <a:custGeom>
          <a:avLst/>
          <a:gdLst/>
          <a:ahLst/>
          <a:cxnLst/>
          <a:rect l="0" t="0" r="0" b="0"/>
          <a:pathLst>
            <a:path>
              <a:moveTo>
                <a:pt x="0" y="0"/>
              </a:moveTo>
              <a:lnTo>
                <a:pt x="191464" y="0"/>
              </a:lnTo>
              <a:lnTo>
                <a:pt x="191464" y="729667"/>
              </a:lnTo>
              <a:lnTo>
                <a:pt x="382929" y="7296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55954" y="2519901"/>
        <a:ext cx="41202" cy="41202"/>
      </dsp:txXfrm>
    </dsp:sp>
    <dsp:sp modelId="{15695087-87CC-4330-9192-6C12FD814EA8}">
      <dsp:nvSpPr>
        <dsp:cNvPr id="0" name=""/>
        <dsp:cNvSpPr/>
      </dsp:nvSpPr>
      <dsp:spPr>
        <a:xfrm>
          <a:off x="2882666" y="2129948"/>
          <a:ext cx="382929" cy="91440"/>
        </a:xfrm>
        <a:custGeom>
          <a:avLst/>
          <a:gdLst/>
          <a:ahLst/>
          <a:cxnLst/>
          <a:rect l="0" t="0" r="0" b="0"/>
          <a:pathLst>
            <a:path>
              <a:moveTo>
                <a:pt x="0" y="45720"/>
              </a:moveTo>
              <a:lnTo>
                <a:pt x="38292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64558" y="2166095"/>
        <a:ext cx="19146" cy="19146"/>
      </dsp:txXfrm>
    </dsp:sp>
    <dsp:sp modelId="{EE574EB1-83E5-4F0F-8392-DD8FA21A1430}">
      <dsp:nvSpPr>
        <dsp:cNvPr id="0" name=""/>
        <dsp:cNvSpPr/>
      </dsp:nvSpPr>
      <dsp:spPr>
        <a:xfrm>
          <a:off x="585091" y="2129948"/>
          <a:ext cx="382929" cy="91440"/>
        </a:xfrm>
        <a:custGeom>
          <a:avLst/>
          <a:gdLst/>
          <a:ahLst/>
          <a:cxnLst/>
          <a:rect l="0" t="0" r="0" b="0"/>
          <a:pathLst>
            <a:path>
              <a:moveTo>
                <a:pt x="0" y="45720"/>
              </a:moveTo>
              <a:lnTo>
                <a:pt x="382929"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66982" y="2166095"/>
        <a:ext cx="19146" cy="19146"/>
      </dsp:txXfrm>
    </dsp:sp>
    <dsp:sp modelId="{63CA7130-7BDC-451E-8E27-1F4D8A320FD3}">
      <dsp:nvSpPr>
        <dsp:cNvPr id="0" name=""/>
        <dsp:cNvSpPr/>
      </dsp:nvSpPr>
      <dsp:spPr>
        <a:xfrm>
          <a:off x="2882666" y="1400281"/>
          <a:ext cx="382929" cy="91440"/>
        </a:xfrm>
        <a:custGeom>
          <a:avLst/>
          <a:gdLst/>
          <a:ahLst/>
          <a:cxnLst/>
          <a:rect l="0" t="0" r="0" b="0"/>
          <a:pathLst>
            <a:path>
              <a:moveTo>
                <a:pt x="0" y="45720"/>
              </a:moveTo>
              <a:lnTo>
                <a:pt x="38292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64558" y="1436428"/>
        <a:ext cx="19146" cy="19146"/>
      </dsp:txXfrm>
    </dsp:sp>
    <dsp:sp modelId="{A7E7AEB1-1895-4F97-91DC-BC619409E9F9}">
      <dsp:nvSpPr>
        <dsp:cNvPr id="0" name=""/>
        <dsp:cNvSpPr/>
      </dsp:nvSpPr>
      <dsp:spPr>
        <a:xfrm>
          <a:off x="585091" y="1446001"/>
          <a:ext cx="382929" cy="729667"/>
        </a:xfrm>
        <a:custGeom>
          <a:avLst/>
          <a:gdLst/>
          <a:ahLst/>
          <a:cxnLst/>
          <a:rect l="0" t="0" r="0" b="0"/>
          <a:pathLst>
            <a:path>
              <a:moveTo>
                <a:pt x="0" y="729667"/>
              </a:moveTo>
              <a:lnTo>
                <a:pt x="191464" y="729667"/>
              </a:lnTo>
              <a:lnTo>
                <a:pt x="191464" y="0"/>
              </a:lnTo>
              <a:lnTo>
                <a:pt x="382929"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55954" y="1790234"/>
        <a:ext cx="41202" cy="41202"/>
      </dsp:txXfrm>
    </dsp:sp>
    <dsp:sp modelId="{98A33E79-C18E-487F-9B30-13075D668E9E}">
      <dsp:nvSpPr>
        <dsp:cNvPr id="0" name=""/>
        <dsp:cNvSpPr/>
      </dsp:nvSpPr>
      <dsp:spPr>
        <a:xfrm rot="16200000">
          <a:off x="-1242917" y="1883802"/>
          <a:ext cx="3072282"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s-MX" sz="3800" kern="1200" dirty="0"/>
            <a:t>Momento</a:t>
          </a:r>
        </a:p>
      </dsp:txBody>
      <dsp:txXfrm>
        <a:off x="-1242917" y="1883802"/>
        <a:ext cx="3072282" cy="583733"/>
      </dsp:txXfrm>
    </dsp:sp>
    <dsp:sp modelId="{812ADFAE-6F8F-40EC-BADF-3C95BAB44609}">
      <dsp:nvSpPr>
        <dsp:cNvPr id="0" name=""/>
        <dsp:cNvSpPr/>
      </dsp:nvSpPr>
      <dsp:spPr>
        <a:xfrm>
          <a:off x="968020" y="1154135"/>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Proveniente de Ingresos</a:t>
          </a:r>
        </a:p>
      </dsp:txBody>
      <dsp:txXfrm>
        <a:off x="968020" y="1154135"/>
        <a:ext cx="1914646" cy="583733"/>
      </dsp:txXfrm>
    </dsp:sp>
    <dsp:sp modelId="{BD2873BC-235A-4FCF-A76E-4CA084837305}">
      <dsp:nvSpPr>
        <dsp:cNvPr id="0" name=""/>
        <dsp:cNvSpPr/>
      </dsp:nvSpPr>
      <dsp:spPr>
        <a:xfrm>
          <a:off x="3265596" y="1154135"/>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A partir de la acumulación</a:t>
          </a:r>
        </a:p>
      </dsp:txBody>
      <dsp:txXfrm>
        <a:off x="3265596" y="1154135"/>
        <a:ext cx="1914646" cy="583733"/>
      </dsp:txXfrm>
    </dsp:sp>
    <dsp:sp modelId="{F74B0C32-8C3C-45B5-907E-722343C34EFA}">
      <dsp:nvSpPr>
        <dsp:cNvPr id="0" name=""/>
        <dsp:cNvSpPr/>
      </dsp:nvSpPr>
      <dsp:spPr>
        <a:xfrm>
          <a:off x="968020" y="1883802"/>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Proveniente de otras operaciones</a:t>
          </a:r>
        </a:p>
      </dsp:txBody>
      <dsp:txXfrm>
        <a:off x="968020" y="1883802"/>
        <a:ext cx="1914646" cy="583733"/>
      </dsp:txXfrm>
    </dsp:sp>
    <dsp:sp modelId="{15C97536-A008-45C8-844E-5142AA23BB18}">
      <dsp:nvSpPr>
        <dsp:cNvPr id="0" name=""/>
        <dsp:cNvSpPr/>
      </dsp:nvSpPr>
      <dsp:spPr>
        <a:xfrm>
          <a:off x="3265596" y="1883802"/>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A partir de la fecha de la operación</a:t>
          </a:r>
        </a:p>
      </dsp:txBody>
      <dsp:txXfrm>
        <a:off x="3265596" y="1883802"/>
        <a:ext cx="1914646" cy="583733"/>
      </dsp:txXfrm>
    </dsp:sp>
    <dsp:sp modelId="{3F78B78A-5EE9-4D5E-90C8-ACF9A554E50D}">
      <dsp:nvSpPr>
        <dsp:cNvPr id="0" name=""/>
        <dsp:cNvSpPr/>
      </dsp:nvSpPr>
      <dsp:spPr>
        <a:xfrm>
          <a:off x="968020" y="2613469"/>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Saldos a favor de Contribuciones</a:t>
          </a:r>
        </a:p>
      </dsp:txBody>
      <dsp:txXfrm>
        <a:off x="968020" y="2613469"/>
        <a:ext cx="1914646" cy="583733"/>
      </dsp:txXfrm>
    </dsp:sp>
    <dsp:sp modelId="{366C824B-EB90-4F4A-84C1-F6BE277EF81C}">
      <dsp:nvSpPr>
        <dsp:cNvPr id="0" name=""/>
        <dsp:cNvSpPr/>
      </dsp:nvSpPr>
      <dsp:spPr>
        <a:xfrm>
          <a:off x="3265596" y="2613469"/>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A partir del día siguiente a la declaración</a:t>
          </a:r>
        </a:p>
      </dsp:txBody>
      <dsp:txXfrm>
        <a:off x="3265596" y="2613469"/>
        <a:ext cx="1914646" cy="58373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9BE488-1382-4524-8509-0D3D5D255B98}">
      <dsp:nvSpPr>
        <dsp:cNvPr id="0" name=""/>
        <dsp:cNvSpPr/>
      </dsp:nvSpPr>
      <dsp:spPr>
        <a:xfrm>
          <a:off x="1377124" y="2175669"/>
          <a:ext cx="542350" cy="1550164"/>
        </a:xfrm>
        <a:custGeom>
          <a:avLst/>
          <a:gdLst/>
          <a:ahLst/>
          <a:cxnLst/>
          <a:rect l="0" t="0" r="0" b="0"/>
          <a:pathLst>
            <a:path>
              <a:moveTo>
                <a:pt x="0" y="0"/>
              </a:moveTo>
              <a:lnTo>
                <a:pt x="271175" y="0"/>
              </a:lnTo>
              <a:lnTo>
                <a:pt x="271175" y="1550164"/>
              </a:lnTo>
              <a:lnTo>
                <a:pt x="542350" y="15501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607242" y="2909693"/>
        <a:ext cx="82115" cy="82115"/>
      </dsp:txXfrm>
    </dsp:sp>
    <dsp:sp modelId="{2EF4D11A-5BA0-4CAD-AAA5-3C412BF1DC6C}">
      <dsp:nvSpPr>
        <dsp:cNvPr id="0" name=""/>
        <dsp:cNvSpPr/>
      </dsp:nvSpPr>
      <dsp:spPr>
        <a:xfrm>
          <a:off x="1377124" y="2175669"/>
          <a:ext cx="542350" cy="516721"/>
        </a:xfrm>
        <a:custGeom>
          <a:avLst/>
          <a:gdLst/>
          <a:ahLst/>
          <a:cxnLst/>
          <a:rect l="0" t="0" r="0" b="0"/>
          <a:pathLst>
            <a:path>
              <a:moveTo>
                <a:pt x="0" y="0"/>
              </a:moveTo>
              <a:lnTo>
                <a:pt x="271175" y="0"/>
              </a:lnTo>
              <a:lnTo>
                <a:pt x="271175" y="516721"/>
              </a:lnTo>
              <a:lnTo>
                <a:pt x="542350" y="5167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629572" y="2415302"/>
        <a:ext cx="37454" cy="37454"/>
      </dsp:txXfrm>
    </dsp:sp>
    <dsp:sp modelId="{EB14A4C0-9D0D-4DB0-8140-F26BB8B2C8F1}">
      <dsp:nvSpPr>
        <dsp:cNvPr id="0" name=""/>
        <dsp:cNvSpPr/>
      </dsp:nvSpPr>
      <dsp:spPr>
        <a:xfrm>
          <a:off x="1377124" y="1658947"/>
          <a:ext cx="542350" cy="516721"/>
        </a:xfrm>
        <a:custGeom>
          <a:avLst/>
          <a:gdLst/>
          <a:ahLst/>
          <a:cxnLst/>
          <a:rect l="0" t="0" r="0" b="0"/>
          <a:pathLst>
            <a:path>
              <a:moveTo>
                <a:pt x="0" y="516721"/>
              </a:moveTo>
              <a:lnTo>
                <a:pt x="271175" y="516721"/>
              </a:lnTo>
              <a:lnTo>
                <a:pt x="271175" y="0"/>
              </a:lnTo>
              <a:lnTo>
                <a:pt x="54235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629572" y="1898580"/>
        <a:ext cx="37454" cy="37454"/>
      </dsp:txXfrm>
    </dsp:sp>
    <dsp:sp modelId="{484216DF-EEE2-464D-B826-B521915A83A6}">
      <dsp:nvSpPr>
        <dsp:cNvPr id="0" name=""/>
        <dsp:cNvSpPr/>
      </dsp:nvSpPr>
      <dsp:spPr>
        <a:xfrm>
          <a:off x="1377124" y="625504"/>
          <a:ext cx="542350" cy="1550164"/>
        </a:xfrm>
        <a:custGeom>
          <a:avLst/>
          <a:gdLst/>
          <a:ahLst/>
          <a:cxnLst/>
          <a:rect l="0" t="0" r="0" b="0"/>
          <a:pathLst>
            <a:path>
              <a:moveTo>
                <a:pt x="0" y="1550164"/>
              </a:moveTo>
              <a:lnTo>
                <a:pt x="271175" y="1550164"/>
              </a:lnTo>
              <a:lnTo>
                <a:pt x="271175" y="0"/>
              </a:lnTo>
              <a:lnTo>
                <a:pt x="54235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607242" y="1359529"/>
        <a:ext cx="82115" cy="82115"/>
      </dsp:txXfrm>
    </dsp:sp>
    <dsp:sp modelId="{85592B79-C185-442E-981E-2EC4195AE086}">
      <dsp:nvSpPr>
        <dsp:cNvPr id="0" name=""/>
        <dsp:cNvSpPr/>
      </dsp:nvSpPr>
      <dsp:spPr>
        <a:xfrm rot="16200000">
          <a:off x="-1211921" y="1762291"/>
          <a:ext cx="4351338" cy="8267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2400300">
            <a:lnSpc>
              <a:spcPct val="90000"/>
            </a:lnSpc>
            <a:spcBef>
              <a:spcPct val="0"/>
            </a:spcBef>
            <a:spcAft>
              <a:spcPct val="35000"/>
            </a:spcAft>
            <a:buNone/>
          </a:pPr>
          <a:r>
            <a:rPr lang="es-MX" sz="5400" kern="1200" dirty="0"/>
            <a:t>Otras Deudas</a:t>
          </a:r>
        </a:p>
      </dsp:txBody>
      <dsp:txXfrm>
        <a:off x="-1211921" y="1762291"/>
        <a:ext cx="4351338" cy="826754"/>
      </dsp:txXfrm>
    </dsp:sp>
    <dsp:sp modelId="{A5201CED-AD72-4CEE-8C01-5452A60380D1}">
      <dsp:nvSpPr>
        <dsp:cNvPr id="0" name=""/>
        <dsp:cNvSpPr/>
      </dsp:nvSpPr>
      <dsp:spPr>
        <a:xfrm>
          <a:off x="1919475" y="212127"/>
          <a:ext cx="2711753" cy="82675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MX" sz="2200" kern="1200" dirty="0"/>
            <a:t>Contribuciones no  deducibles</a:t>
          </a:r>
        </a:p>
      </dsp:txBody>
      <dsp:txXfrm>
        <a:off x="1919475" y="212127"/>
        <a:ext cx="2711753" cy="826754"/>
      </dsp:txXfrm>
    </dsp:sp>
    <dsp:sp modelId="{53FA052F-B6DD-4244-8C18-71B8B94BBEEF}">
      <dsp:nvSpPr>
        <dsp:cNvPr id="0" name=""/>
        <dsp:cNvSpPr/>
      </dsp:nvSpPr>
      <dsp:spPr>
        <a:xfrm>
          <a:off x="1919475" y="1245570"/>
          <a:ext cx="2711753" cy="82675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MX" sz="2200" kern="1200" dirty="0"/>
            <a:t>Provisiones no deducibles</a:t>
          </a:r>
        </a:p>
      </dsp:txBody>
      <dsp:txXfrm>
        <a:off x="1919475" y="1245570"/>
        <a:ext cx="2711753" cy="826754"/>
      </dsp:txXfrm>
    </dsp:sp>
    <dsp:sp modelId="{91BBCE97-29AE-458F-A600-0232A3A5796E}">
      <dsp:nvSpPr>
        <dsp:cNvPr id="0" name=""/>
        <dsp:cNvSpPr/>
      </dsp:nvSpPr>
      <dsp:spPr>
        <a:xfrm>
          <a:off x="1919475" y="2279013"/>
          <a:ext cx="2711753" cy="82675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MX" sz="2200" kern="1200" dirty="0"/>
            <a:t>Reservas de pago al personal no deducibles</a:t>
          </a:r>
        </a:p>
      </dsp:txBody>
      <dsp:txXfrm>
        <a:off x="1919475" y="2279013"/>
        <a:ext cx="2711753" cy="826754"/>
      </dsp:txXfrm>
    </dsp:sp>
    <dsp:sp modelId="{831A389A-18DC-40F9-B00C-11D409581CB3}">
      <dsp:nvSpPr>
        <dsp:cNvPr id="0" name=""/>
        <dsp:cNvSpPr/>
      </dsp:nvSpPr>
      <dsp:spPr>
        <a:xfrm>
          <a:off x="1919475" y="3312456"/>
          <a:ext cx="2711753" cy="82675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MX" sz="2200" kern="1200" dirty="0"/>
            <a:t>Capitalización Insuficiente</a:t>
          </a:r>
        </a:p>
      </dsp:txBody>
      <dsp:txXfrm>
        <a:off x="1919475" y="3312456"/>
        <a:ext cx="2711753" cy="82675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CD71E0-A01B-4D3A-9D01-FC20770BAE78}">
      <dsp:nvSpPr>
        <dsp:cNvPr id="0" name=""/>
        <dsp:cNvSpPr/>
      </dsp:nvSpPr>
      <dsp:spPr>
        <a:xfrm>
          <a:off x="2882666" y="2494782"/>
          <a:ext cx="382929" cy="91440"/>
        </a:xfrm>
        <a:custGeom>
          <a:avLst/>
          <a:gdLst/>
          <a:ahLst/>
          <a:cxnLst/>
          <a:rect l="0" t="0" r="0" b="0"/>
          <a:pathLst>
            <a:path>
              <a:moveTo>
                <a:pt x="0" y="45720"/>
              </a:moveTo>
              <a:lnTo>
                <a:pt x="38292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64558" y="2530929"/>
        <a:ext cx="19146" cy="19146"/>
      </dsp:txXfrm>
    </dsp:sp>
    <dsp:sp modelId="{30668865-9D05-4280-8B43-588FC51D759A}">
      <dsp:nvSpPr>
        <dsp:cNvPr id="0" name=""/>
        <dsp:cNvSpPr/>
      </dsp:nvSpPr>
      <dsp:spPr>
        <a:xfrm>
          <a:off x="585091" y="2175669"/>
          <a:ext cx="382929" cy="364833"/>
        </a:xfrm>
        <a:custGeom>
          <a:avLst/>
          <a:gdLst/>
          <a:ahLst/>
          <a:cxnLst/>
          <a:rect l="0" t="0" r="0" b="0"/>
          <a:pathLst>
            <a:path>
              <a:moveTo>
                <a:pt x="0" y="0"/>
              </a:moveTo>
              <a:lnTo>
                <a:pt x="191464" y="0"/>
              </a:lnTo>
              <a:lnTo>
                <a:pt x="191464" y="364833"/>
              </a:lnTo>
              <a:lnTo>
                <a:pt x="382929" y="3648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63333" y="2344863"/>
        <a:ext cx="26445" cy="26445"/>
      </dsp:txXfrm>
    </dsp:sp>
    <dsp:sp modelId="{A9F10CDE-4410-4F83-BCA8-4B2A15730883}">
      <dsp:nvSpPr>
        <dsp:cNvPr id="0" name=""/>
        <dsp:cNvSpPr/>
      </dsp:nvSpPr>
      <dsp:spPr>
        <a:xfrm>
          <a:off x="2882666" y="1765115"/>
          <a:ext cx="382929" cy="91440"/>
        </a:xfrm>
        <a:custGeom>
          <a:avLst/>
          <a:gdLst/>
          <a:ahLst/>
          <a:cxnLst/>
          <a:rect l="0" t="0" r="0" b="0"/>
          <a:pathLst>
            <a:path>
              <a:moveTo>
                <a:pt x="0" y="45720"/>
              </a:moveTo>
              <a:lnTo>
                <a:pt x="382929"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064558" y="1801262"/>
        <a:ext cx="19146" cy="19146"/>
      </dsp:txXfrm>
    </dsp:sp>
    <dsp:sp modelId="{134DDEE8-61B6-4E78-A778-614EFFED4438}">
      <dsp:nvSpPr>
        <dsp:cNvPr id="0" name=""/>
        <dsp:cNvSpPr/>
      </dsp:nvSpPr>
      <dsp:spPr>
        <a:xfrm>
          <a:off x="585091" y="1810835"/>
          <a:ext cx="382929" cy="364833"/>
        </a:xfrm>
        <a:custGeom>
          <a:avLst/>
          <a:gdLst/>
          <a:ahLst/>
          <a:cxnLst/>
          <a:rect l="0" t="0" r="0" b="0"/>
          <a:pathLst>
            <a:path>
              <a:moveTo>
                <a:pt x="0" y="364833"/>
              </a:moveTo>
              <a:lnTo>
                <a:pt x="191464" y="364833"/>
              </a:lnTo>
              <a:lnTo>
                <a:pt x="191464" y="0"/>
              </a:lnTo>
              <a:lnTo>
                <a:pt x="382929"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63333" y="1980029"/>
        <a:ext cx="26445" cy="26445"/>
      </dsp:txXfrm>
    </dsp:sp>
    <dsp:sp modelId="{E064ACE9-43E9-4EB1-AFC2-1AD7031CD640}">
      <dsp:nvSpPr>
        <dsp:cNvPr id="0" name=""/>
        <dsp:cNvSpPr/>
      </dsp:nvSpPr>
      <dsp:spPr>
        <a:xfrm rot="16200000">
          <a:off x="-1242917" y="1883802"/>
          <a:ext cx="3072282"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s-MX" sz="3800" kern="1200" dirty="0"/>
            <a:t>Momento</a:t>
          </a:r>
        </a:p>
      </dsp:txBody>
      <dsp:txXfrm>
        <a:off x="-1242917" y="1883802"/>
        <a:ext cx="3072282" cy="583733"/>
      </dsp:txXfrm>
    </dsp:sp>
    <dsp:sp modelId="{B26367EC-61E3-431D-9006-67AEC5BEB70B}">
      <dsp:nvSpPr>
        <dsp:cNvPr id="0" name=""/>
        <dsp:cNvSpPr/>
      </dsp:nvSpPr>
      <dsp:spPr>
        <a:xfrm>
          <a:off x="968020" y="1518968"/>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Proveniente de adquisiciones</a:t>
          </a:r>
        </a:p>
      </dsp:txBody>
      <dsp:txXfrm>
        <a:off x="968020" y="1518968"/>
        <a:ext cx="1914646" cy="583733"/>
      </dsp:txXfrm>
    </dsp:sp>
    <dsp:sp modelId="{890B6FFB-F631-49D4-A3CD-F986179AEDCA}">
      <dsp:nvSpPr>
        <dsp:cNvPr id="0" name=""/>
        <dsp:cNvSpPr/>
      </dsp:nvSpPr>
      <dsp:spPr>
        <a:xfrm>
          <a:off x="3265596" y="1518968"/>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A partir de la acumulación por la contraparte</a:t>
          </a:r>
        </a:p>
      </dsp:txBody>
      <dsp:txXfrm>
        <a:off x="3265596" y="1518968"/>
        <a:ext cx="1914646" cy="583733"/>
      </dsp:txXfrm>
    </dsp:sp>
    <dsp:sp modelId="{35811B87-F8B9-4FF0-A357-853CA93E5314}">
      <dsp:nvSpPr>
        <dsp:cNvPr id="0" name=""/>
        <dsp:cNvSpPr/>
      </dsp:nvSpPr>
      <dsp:spPr>
        <a:xfrm>
          <a:off x="968020" y="2248635"/>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Proveniente de otras operaciones</a:t>
          </a:r>
        </a:p>
      </dsp:txBody>
      <dsp:txXfrm>
        <a:off x="968020" y="2248635"/>
        <a:ext cx="1914646" cy="583733"/>
      </dsp:txXfrm>
    </dsp:sp>
    <dsp:sp modelId="{2B50FB8E-4D3B-4A3D-BC61-792CE6155EAC}">
      <dsp:nvSpPr>
        <dsp:cNvPr id="0" name=""/>
        <dsp:cNvSpPr/>
      </dsp:nvSpPr>
      <dsp:spPr>
        <a:xfrm>
          <a:off x="3265596" y="2248635"/>
          <a:ext cx="1914646" cy="5837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A partir de la fecha de la operación</a:t>
          </a:r>
        </a:p>
      </dsp:txBody>
      <dsp:txXfrm>
        <a:off x="3265596" y="2248635"/>
        <a:ext cx="1914646" cy="58373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AACD0E-1A5C-4D88-8921-350A0C2987E8}">
      <dsp:nvSpPr>
        <dsp:cNvPr id="0" name=""/>
        <dsp:cNvSpPr/>
      </dsp:nvSpPr>
      <dsp:spPr>
        <a:xfrm>
          <a:off x="5671177" y="3680113"/>
          <a:ext cx="542350" cy="91440"/>
        </a:xfrm>
        <a:custGeom>
          <a:avLst/>
          <a:gdLst/>
          <a:ahLst/>
          <a:cxnLst/>
          <a:rect l="0" t="0" r="0" b="0"/>
          <a:pathLst>
            <a:path>
              <a:moveTo>
                <a:pt x="0" y="45720"/>
              </a:moveTo>
              <a:lnTo>
                <a:pt x="542350"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928793" y="3712274"/>
        <a:ext cx="27117" cy="27117"/>
      </dsp:txXfrm>
    </dsp:sp>
    <dsp:sp modelId="{20277B77-6F2C-48D0-BF49-4FECB5C9926B}">
      <dsp:nvSpPr>
        <dsp:cNvPr id="0" name=""/>
        <dsp:cNvSpPr/>
      </dsp:nvSpPr>
      <dsp:spPr>
        <a:xfrm>
          <a:off x="2417072" y="2175669"/>
          <a:ext cx="542350" cy="1550164"/>
        </a:xfrm>
        <a:custGeom>
          <a:avLst/>
          <a:gdLst/>
          <a:ahLst/>
          <a:cxnLst/>
          <a:rect l="0" t="0" r="0" b="0"/>
          <a:pathLst>
            <a:path>
              <a:moveTo>
                <a:pt x="0" y="0"/>
              </a:moveTo>
              <a:lnTo>
                <a:pt x="271175" y="0"/>
              </a:lnTo>
              <a:lnTo>
                <a:pt x="271175" y="1550164"/>
              </a:lnTo>
              <a:lnTo>
                <a:pt x="542350" y="15501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647190" y="2909693"/>
        <a:ext cx="82115" cy="82115"/>
      </dsp:txXfrm>
    </dsp:sp>
    <dsp:sp modelId="{AF5F30E2-22B9-4B64-B359-E220A7D78C15}">
      <dsp:nvSpPr>
        <dsp:cNvPr id="0" name=""/>
        <dsp:cNvSpPr/>
      </dsp:nvSpPr>
      <dsp:spPr>
        <a:xfrm>
          <a:off x="5671177" y="2175669"/>
          <a:ext cx="542350" cy="516721"/>
        </a:xfrm>
        <a:custGeom>
          <a:avLst/>
          <a:gdLst/>
          <a:ahLst/>
          <a:cxnLst/>
          <a:rect l="0" t="0" r="0" b="0"/>
          <a:pathLst>
            <a:path>
              <a:moveTo>
                <a:pt x="0" y="0"/>
              </a:moveTo>
              <a:lnTo>
                <a:pt x="271175" y="0"/>
              </a:lnTo>
              <a:lnTo>
                <a:pt x="271175" y="516721"/>
              </a:lnTo>
              <a:lnTo>
                <a:pt x="542350" y="51672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923625" y="2415302"/>
        <a:ext cx="37454" cy="37454"/>
      </dsp:txXfrm>
    </dsp:sp>
    <dsp:sp modelId="{27BC6DCF-AC12-4631-B65E-C76B0F20DA6D}">
      <dsp:nvSpPr>
        <dsp:cNvPr id="0" name=""/>
        <dsp:cNvSpPr/>
      </dsp:nvSpPr>
      <dsp:spPr>
        <a:xfrm>
          <a:off x="5671177" y="1658947"/>
          <a:ext cx="542350" cy="516721"/>
        </a:xfrm>
        <a:custGeom>
          <a:avLst/>
          <a:gdLst/>
          <a:ahLst/>
          <a:cxnLst/>
          <a:rect l="0" t="0" r="0" b="0"/>
          <a:pathLst>
            <a:path>
              <a:moveTo>
                <a:pt x="0" y="516721"/>
              </a:moveTo>
              <a:lnTo>
                <a:pt x="271175" y="516721"/>
              </a:lnTo>
              <a:lnTo>
                <a:pt x="271175" y="0"/>
              </a:lnTo>
              <a:lnTo>
                <a:pt x="542350"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923625" y="1898580"/>
        <a:ext cx="37454" cy="37454"/>
      </dsp:txXfrm>
    </dsp:sp>
    <dsp:sp modelId="{6B130EF2-8553-4C3E-8FC8-6ED4C359F89E}">
      <dsp:nvSpPr>
        <dsp:cNvPr id="0" name=""/>
        <dsp:cNvSpPr/>
      </dsp:nvSpPr>
      <dsp:spPr>
        <a:xfrm>
          <a:off x="2417072" y="2129949"/>
          <a:ext cx="542350" cy="91440"/>
        </a:xfrm>
        <a:custGeom>
          <a:avLst/>
          <a:gdLst/>
          <a:ahLst/>
          <a:cxnLst/>
          <a:rect l="0" t="0" r="0" b="0"/>
          <a:pathLst>
            <a:path>
              <a:moveTo>
                <a:pt x="0" y="45720"/>
              </a:moveTo>
              <a:lnTo>
                <a:pt x="54235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674689" y="2162110"/>
        <a:ext cx="27117" cy="27117"/>
      </dsp:txXfrm>
    </dsp:sp>
    <dsp:sp modelId="{C6E0D399-BF25-4975-8658-989E7D16D3D4}">
      <dsp:nvSpPr>
        <dsp:cNvPr id="0" name=""/>
        <dsp:cNvSpPr/>
      </dsp:nvSpPr>
      <dsp:spPr>
        <a:xfrm>
          <a:off x="5671177" y="579784"/>
          <a:ext cx="542350" cy="91440"/>
        </a:xfrm>
        <a:custGeom>
          <a:avLst/>
          <a:gdLst/>
          <a:ahLst/>
          <a:cxnLst/>
          <a:rect l="0" t="0" r="0" b="0"/>
          <a:pathLst>
            <a:path>
              <a:moveTo>
                <a:pt x="0" y="45720"/>
              </a:moveTo>
              <a:lnTo>
                <a:pt x="542350"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928793" y="611946"/>
        <a:ext cx="27117" cy="27117"/>
      </dsp:txXfrm>
    </dsp:sp>
    <dsp:sp modelId="{D79AAE84-A95F-4565-9632-DAABB0483562}">
      <dsp:nvSpPr>
        <dsp:cNvPr id="0" name=""/>
        <dsp:cNvSpPr/>
      </dsp:nvSpPr>
      <dsp:spPr>
        <a:xfrm>
          <a:off x="2417072" y="625504"/>
          <a:ext cx="542350" cy="1550164"/>
        </a:xfrm>
        <a:custGeom>
          <a:avLst/>
          <a:gdLst/>
          <a:ahLst/>
          <a:cxnLst/>
          <a:rect l="0" t="0" r="0" b="0"/>
          <a:pathLst>
            <a:path>
              <a:moveTo>
                <a:pt x="0" y="1550164"/>
              </a:moveTo>
              <a:lnTo>
                <a:pt x="271175" y="1550164"/>
              </a:lnTo>
              <a:lnTo>
                <a:pt x="271175" y="0"/>
              </a:lnTo>
              <a:lnTo>
                <a:pt x="54235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647190" y="1359529"/>
        <a:ext cx="82115" cy="82115"/>
      </dsp:txXfrm>
    </dsp:sp>
    <dsp:sp modelId="{6A9E487F-9C4F-487F-8110-C5ADB5D09EAE}">
      <dsp:nvSpPr>
        <dsp:cNvPr id="0" name=""/>
        <dsp:cNvSpPr/>
      </dsp:nvSpPr>
      <dsp:spPr>
        <a:xfrm rot="16200000">
          <a:off x="-171973" y="1762291"/>
          <a:ext cx="4351338" cy="826754"/>
        </a:xfrm>
        <a:prstGeom prst="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2400300">
            <a:lnSpc>
              <a:spcPct val="90000"/>
            </a:lnSpc>
            <a:spcBef>
              <a:spcPct val="0"/>
            </a:spcBef>
            <a:spcAft>
              <a:spcPct val="35000"/>
            </a:spcAft>
            <a:buNone/>
          </a:pPr>
          <a:r>
            <a:rPr lang="es-MX" sz="5400" kern="1200" dirty="0">
              <a:solidFill>
                <a:schemeClr val="tx1"/>
              </a:solidFill>
            </a:rPr>
            <a:t>Cancelación</a:t>
          </a:r>
        </a:p>
      </dsp:txBody>
      <dsp:txXfrm>
        <a:off x="-171973" y="1762291"/>
        <a:ext cx="4351338" cy="826754"/>
      </dsp:txXfrm>
    </dsp:sp>
    <dsp:sp modelId="{F8626A7C-CA68-4334-88DE-3520908A74B2}">
      <dsp:nvSpPr>
        <dsp:cNvPr id="0" name=""/>
        <dsp:cNvSpPr/>
      </dsp:nvSpPr>
      <dsp:spPr>
        <a:xfrm>
          <a:off x="2959423" y="212127"/>
          <a:ext cx="2711753" cy="8267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En el Ejercicio en que se originó</a:t>
          </a:r>
        </a:p>
      </dsp:txBody>
      <dsp:txXfrm>
        <a:off x="2959423" y="212127"/>
        <a:ext cx="2711753" cy="826754"/>
      </dsp:txXfrm>
    </dsp:sp>
    <dsp:sp modelId="{075FA760-637D-42A1-AF9D-FF593201980A}">
      <dsp:nvSpPr>
        <dsp:cNvPr id="0" name=""/>
        <dsp:cNvSpPr/>
      </dsp:nvSpPr>
      <dsp:spPr>
        <a:xfrm>
          <a:off x="6213527" y="212127"/>
          <a:ext cx="2711753" cy="8267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Se disminuye el saldo promedio de los créditos o de las deudas</a:t>
          </a:r>
        </a:p>
      </dsp:txBody>
      <dsp:txXfrm>
        <a:off x="6213527" y="212127"/>
        <a:ext cx="2711753" cy="826754"/>
      </dsp:txXfrm>
    </dsp:sp>
    <dsp:sp modelId="{3D61B949-4929-413E-89EB-F5E3E9BC1922}">
      <dsp:nvSpPr>
        <dsp:cNvPr id="0" name=""/>
        <dsp:cNvSpPr/>
      </dsp:nvSpPr>
      <dsp:spPr>
        <a:xfrm>
          <a:off x="2959423" y="1762291"/>
          <a:ext cx="2711753" cy="826754"/>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Durante los 3 primeros meses del siguiente ejercicio</a:t>
          </a:r>
        </a:p>
      </dsp:txBody>
      <dsp:txXfrm>
        <a:off x="2959423" y="1762291"/>
        <a:ext cx="2711753" cy="826754"/>
      </dsp:txXfrm>
    </dsp:sp>
    <dsp:sp modelId="{DBC569F7-9666-453F-8AFB-7B80280610F4}">
      <dsp:nvSpPr>
        <dsp:cNvPr id="0" name=""/>
        <dsp:cNvSpPr/>
      </dsp:nvSpPr>
      <dsp:spPr>
        <a:xfrm>
          <a:off x="6213527" y="1245570"/>
          <a:ext cx="2711753" cy="826754"/>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Se disminuye el saldo promedio de los crédito o de las deudas del ejercicio en que se originó</a:t>
          </a:r>
        </a:p>
      </dsp:txBody>
      <dsp:txXfrm>
        <a:off x="6213527" y="1245570"/>
        <a:ext cx="2711753" cy="826754"/>
      </dsp:txXfrm>
    </dsp:sp>
    <dsp:sp modelId="{7B0C448F-2EF2-4344-BBE0-9F1444834C32}">
      <dsp:nvSpPr>
        <dsp:cNvPr id="0" name=""/>
        <dsp:cNvSpPr/>
      </dsp:nvSpPr>
      <dsp:spPr>
        <a:xfrm>
          <a:off x="6213527" y="2279013"/>
          <a:ext cx="2711753" cy="826754"/>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No se consideran los créditos o las deudas durante los tres meses del siguiente ejercicio</a:t>
          </a:r>
        </a:p>
      </dsp:txBody>
      <dsp:txXfrm>
        <a:off x="6213527" y="2279013"/>
        <a:ext cx="2711753" cy="826754"/>
      </dsp:txXfrm>
    </dsp:sp>
    <dsp:sp modelId="{9725D695-BF0B-4E42-B187-FBAE765CE2C1}">
      <dsp:nvSpPr>
        <dsp:cNvPr id="0" name=""/>
        <dsp:cNvSpPr/>
      </dsp:nvSpPr>
      <dsp:spPr>
        <a:xfrm>
          <a:off x="2959423" y="3312456"/>
          <a:ext cx="2711753" cy="826754"/>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A partir del cuarto mes del siguiente ejercicio</a:t>
          </a:r>
        </a:p>
      </dsp:txBody>
      <dsp:txXfrm>
        <a:off x="2959423" y="3312456"/>
        <a:ext cx="2711753" cy="826754"/>
      </dsp:txXfrm>
    </dsp:sp>
    <dsp:sp modelId="{59B8F7E9-3FC4-425D-B910-0F88FA911337}">
      <dsp:nvSpPr>
        <dsp:cNvPr id="0" name=""/>
        <dsp:cNvSpPr/>
      </dsp:nvSpPr>
      <dsp:spPr>
        <a:xfrm>
          <a:off x="6213527" y="3312456"/>
          <a:ext cx="2711753" cy="826754"/>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El saldo promedio de TODO el período por el que se cancela el crédito o la deuda se resta del saldo promedio del ejercicio</a:t>
          </a:r>
        </a:p>
      </dsp:txBody>
      <dsp:txXfrm>
        <a:off x="6213527" y="3312456"/>
        <a:ext cx="2711753" cy="826754"/>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A3943-7EFC-41AB-9258-81D1E9213B2C}">
      <dsp:nvSpPr>
        <dsp:cNvPr id="0" name=""/>
        <dsp:cNvSpPr/>
      </dsp:nvSpPr>
      <dsp:spPr>
        <a:xfrm>
          <a:off x="4621" y="1367487"/>
          <a:ext cx="4040906" cy="1616362"/>
        </a:xfrm>
        <a:prstGeom prst="homePlate">
          <a:avLst/>
        </a:prstGeom>
        <a:solidFill>
          <a:srgbClr val="5B9BD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1356" tIns="90678" rIns="45339" bIns="90678" numCol="1" spcCol="1270" anchor="ctr" anchorCtr="0">
          <a:noAutofit/>
        </a:bodyPr>
        <a:lstStyle/>
        <a:p>
          <a:pPr marL="0" lvl="0" indent="0" algn="ctr" defTabSz="1511300">
            <a:lnSpc>
              <a:spcPct val="90000"/>
            </a:lnSpc>
            <a:spcBef>
              <a:spcPct val="0"/>
            </a:spcBef>
            <a:spcAft>
              <a:spcPct val="35000"/>
            </a:spcAft>
            <a:buNone/>
          </a:pPr>
          <a:r>
            <a:rPr lang="es-MX" sz="3400" kern="1200" dirty="0"/>
            <a:t>Ejercicio de Origen</a:t>
          </a:r>
        </a:p>
      </dsp:txBody>
      <dsp:txXfrm>
        <a:off x="4621" y="1367487"/>
        <a:ext cx="3636816" cy="1616362"/>
      </dsp:txXfrm>
    </dsp:sp>
    <dsp:sp modelId="{1A31691D-3788-488F-B1D5-4EFE0538CDA3}">
      <dsp:nvSpPr>
        <dsp:cNvPr id="0" name=""/>
        <dsp:cNvSpPr/>
      </dsp:nvSpPr>
      <dsp:spPr>
        <a:xfrm>
          <a:off x="3237346" y="1367487"/>
          <a:ext cx="4040906" cy="1616362"/>
        </a:xfrm>
        <a:prstGeom prst="chevron">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6017" tIns="90678" rIns="45339" bIns="90678" numCol="1" spcCol="1270" anchor="ctr" anchorCtr="0">
          <a:noAutofit/>
        </a:bodyPr>
        <a:lstStyle/>
        <a:p>
          <a:pPr marL="0" lvl="0" indent="0" algn="ctr" defTabSz="1511300">
            <a:lnSpc>
              <a:spcPct val="90000"/>
            </a:lnSpc>
            <a:spcBef>
              <a:spcPct val="0"/>
            </a:spcBef>
            <a:spcAft>
              <a:spcPct val="35000"/>
            </a:spcAft>
            <a:buNone/>
          </a:pPr>
          <a:r>
            <a:rPr lang="es-MX" sz="3400" kern="1200" dirty="0"/>
            <a:t>3 Primeros meses posteriores</a:t>
          </a:r>
        </a:p>
      </dsp:txBody>
      <dsp:txXfrm>
        <a:off x="4045527" y="1367487"/>
        <a:ext cx="2424544" cy="1616362"/>
      </dsp:txXfrm>
    </dsp:sp>
    <dsp:sp modelId="{CC3E34EA-DE51-482B-A37C-D6BB8CFABDD3}">
      <dsp:nvSpPr>
        <dsp:cNvPr id="0" name=""/>
        <dsp:cNvSpPr/>
      </dsp:nvSpPr>
      <dsp:spPr>
        <a:xfrm>
          <a:off x="6470072" y="1367487"/>
          <a:ext cx="4040906" cy="1616362"/>
        </a:xfrm>
        <a:prstGeom prst="chevron">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6017" tIns="90678" rIns="45339" bIns="90678" numCol="1" spcCol="1270" anchor="ctr" anchorCtr="0">
          <a:noAutofit/>
        </a:bodyPr>
        <a:lstStyle/>
        <a:p>
          <a:pPr marL="0" lvl="0" indent="0" algn="ctr" defTabSz="1511300">
            <a:lnSpc>
              <a:spcPct val="90000"/>
            </a:lnSpc>
            <a:spcBef>
              <a:spcPct val="0"/>
            </a:spcBef>
            <a:spcAft>
              <a:spcPct val="35000"/>
            </a:spcAft>
            <a:buNone/>
          </a:pPr>
          <a:r>
            <a:rPr lang="es-MX" sz="3400" kern="1200" dirty="0"/>
            <a:t>4° mes posterior en adelante</a:t>
          </a:r>
        </a:p>
      </dsp:txBody>
      <dsp:txXfrm>
        <a:off x="7278253" y="1367487"/>
        <a:ext cx="2424544" cy="1616362"/>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4.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5.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DADA5-1432-4ED5-B40A-5C3B87BA0513}" type="datetimeFigureOut">
              <a:rPr lang="es-MX" smtClean="0"/>
              <a:t>04/03/2025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33192-6708-4D6C-9625-D9176BB57168}" type="slidenum">
              <a:rPr lang="es-MX" smtClean="0"/>
              <a:t>‹Nº›</a:t>
            </a:fld>
            <a:endParaRPr lang="es-MX"/>
          </a:p>
        </p:txBody>
      </p:sp>
    </p:spTree>
    <p:extLst>
      <p:ext uri="{BB962C8B-B14F-4D97-AF65-F5344CB8AC3E}">
        <p14:creationId xmlns:p14="http://schemas.microsoft.com/office/powerpoint/2010/main" val="385659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ags" Target="../tags/tag2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ags" Target="../tags/tag3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a:t>
            </a:fld>
            <a:endParaRPr lang="es-MX"/>
          </a:p>
        </p:txBody>
      </p:sp>
    </p:spTree>
    <p:extLst>
      <p:ext uri="{BB962C8B-B14F-4D97-AF65-F5344CB8AC3E}">
        <p14:creationId xmlns:p14="http://schemas.microsoft.com/office/powerpoint/2010/main" val="2925729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a:t>
            </a:fld>
            <a:endParaRPr lang="es-MX"/>
          </a:p>
        </p:txBody>
      </p:sp>
    </p:spTree>
    <p:extLst>
      <p:ext uri="{BB962C8B-B14F-4D97-AF65-F5344CB8AC3E}">
        <p14:creationId xmlns:p14="http://schemas.microsoft.com/office/powerpoint/2010/main" val="2788347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6</a:t>
            </a:fld>
            <a:endParaRPr lang="es-MX"/>
          </a:p>
        </p:txBody>
      </p:sp>
    </p:spTree>
    <p:extLst>
      <p:ext uri="{BB962C8B-B14F-4D97-AF65-F5344CB8AC3E}">
        <p14:creationId xmlns:p14="http://schemas.microsoft.com/office/powerpoint/2010/main" val="1860086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7</a:t>
            </a:fld>
            <a:endParaRPr lang="es-MX"/>
          </a:p>
        </p:txBody>
      </p:sp>
    </p:spTree>
    <p:extLst>
      <p:ext uri="{BB962C8B-B14F-4D97-AF65-F5344CB8AC3E}">
        <p14:creationId xmlns:p14="http://schemas.microsoft.com/office/powerpoint/2010/main" val="413373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8</a:t>
            </a:fld>
            <a:endParaRPr lang="es-MX"/>
          </a:p>
        </p:txBody>
      </p:sp>
    </p:spTree>
    <p:extLst>
      <p:ext uri="{BB962C8B-B14F-4D97-AF65-F5344CB8AC3E}">
        <p14:creationId xmlns:p14="http://schemas.microsoft.com/office/powerpoint/2010/main" val="2815219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9</a:t>
            </a:fld>
            <a:endParaRPr lang="es-MX"/>
          </a:p>
        </p:txBody>
      </p:sp>
    </p:spTree>
    <p:extLst>
      <p:ext uri="{BB962C8B-B14F-4D97-AF65-F5344CB8AC3E}">
        <p14:creationId xmlns:p14="http://schemas.microsoft.com/office/powerpoint/2010/main" val="2361462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10</a:t>
            </a:fld>
            <a:endParaRPr lang="es-MX"/>
          </a:p>
        </p:txBody>
      </p:sp>
    </p:spTree>
    <p:extLst>
      <p:ext uri="{BB962C8B-B14F-4D97-AF65-F5344CB8AC3E}">
        <p14:creationId xmlns:p14="http://schemas.microsoft.com/office/powerpoint/2010/main" val="1956742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11</a:t>
            </a:fld>
            <a:endParaRPr lang="es-MX"/>
          </a:p>
        </p:txBody>
      </p:sp>
    </p:spTree>
    <p:extLst>
      <p:ext uri="{BB962C8B-B14F-4D97-AF65-F5344CB8AC3E}">
        <p14:creationId xmlns:p14="http://schemas.microsoft.com/office/powerpoint/2010/main" val="422003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12</a:t>
            </a:fld>
            <a:endParaRPr lang="es-MX"/>
          </a:p>
        </p:txBody>
      </p:sp>
    </p:spTree>
    <p:extLst>
      <p:ext uri="{BB962C8B-B14F-4D97-AF65-F5344CB8AC3E}">
        <p14:creationId xmlns:p14="http://schemas.microsoft.com/office/powerpoint/2010/main" val="3747354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13</a:t>
            </a:fld>
            <a:endParaRPr lang="es-MX"/>
          </a:p>
        </p:txBody>
      </p:sp>
    </p:spTree>
    <p:extLst>
      <p:ext uri="{BB962C8B-B14F-4D97-AF65-F5344CB8AC3E}">
        <p14:creationId xmlns:p14="http://schemas.microsoft.com/office/powerpoint/2010/main" val="3254673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14</a:t>
            </a:fld>
            <a:endParaRPr lang="es-MX"/>
          </a:p>
        </p:txBody>
      </p:sp>
    </p:spTree>
    <p:extLst>
      <p:ext uri="{BB962C8B-B14F-4D97-AF65-F5344CB8AC3E}">
        <p14:creationId xmlns:p14="http://schemas.microsoft.com/office/powerpoint/2010/main" val="3168991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15</a:t>
            </a:fld>
            <a:endParaRPr lang="es-MX"/>
          </a:p>
        </p:txBody>
      </p:sp>
    </p:spTree>
    <p:extLst>
      <p:ext uri="{BB962C8B-B14F-4D97-AF65-F5344CB8AC3E}">
        <p14:creationId xmlns:p14="http://schemas.microsoft.com/office/powerpoint/2010/main" val="3118544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17</a:t>
            </a:fld>
            <a:endParaRPr lang="es-MX"/>
          </a:p>
        </p:txBody>
      </p:sp>
    </p:spTree>
    <p:extLst>
      <p:ext uri="{BB962C8B-B14F-4D97-AF65-F5344CB8AC3E}">
        <p14:creationId xmlns:p14="http://schemas.microsoft.com/office/powerpoint/2010/main" val="937587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18</a:t>
            </a:fld>
            <a:endParaRPr lang="es-MX"/>
          </a:p>
        </p:txBody>
      </p:sp>
    </p:spTree>
    <p:extLst>
      <p:ext uri="{BB962C8B-B14F-4D97-AF65-F5344CB8AC3E}">
        <p14:creationId xmlns:p14="http://schemas.microsoft.com/office/powerpoint/2010/main" val="560256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19</a:t>
            </a:fld>
            <a:endParaRPr lang="es-MX"/>
          </a:p>
        </p:txBody>
      </p:sp>
    </p:spTree>
    <p:extLst>
      <p:ext uri="{BB962C8B-B14F-4D97-AF65-F5344CB8AC3E}">
        <p14:creationId xmlns:p14="http://schemas.microsoft.com/office/powerpoint/2010/main" val="2265781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20</a:t>
            </a:fld>
            <a:endParaRPr lang="es-MX"/>
          </a:p>
        </p:txBody>
      </p:sp>
    </p:spTree>
    <p:extLst>
      <p:ext uri="{BB962C8B-B14F-4D97-AF65-F5344CB8AC3E}">
        <p14:creationId xmlns:p14="http://schemas.microsoft.com/office/powerpoint/2010/main" val="30315096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21</a:t>
            </a:fld>
            <a:endParaRPr lang="es-MX"/>
          </a:p>
        </p:txBody>
      </p:sp>
    </p:spTree>
    <p:extLst>
      <p:ext uri="{BB962C8B-B14F-4D97-AF65-F5344CB8AC3E}">
        <p14:creationId xmlns:p14="http://schemas.microsoft.com/office/powerpoint/2010/main" val="13034634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23</a:t>
            </a:fld>
            <a:endParaRPr lang="es-MX"/>
          </a:p>
        </p:txBody>
      </p:sp>
    </p:spTree>
    <p:extLst>
      <p:ext uri="{BB962C8B-B14F-4D97-AF65-F5344CB8AC3E}">
        <p14:creationId xmlns:p14="http://schemas.microsoft.com/office/powerpoint/2010/main" val="1613425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24</a:t>
            </a:fld>
            <a:endParaRPr lang="es-MX"/>
          </a:p>
        </p:txBody>
      </p:sp>
    </p:spTree>
    <p:extLst>
      <p:ext uri="{BB962C8B-B14F-4D97-AF65-F5344CB8AC3E}">
        <p14:creationId xmlns:p14="http://schemas.microsoft.com/office/powerpoint/2010/main" val="1973309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25</a:t>
            </a:fld>
            <a:endParaRPr lang="es-MX"/>
          </a:p>
        </p:txBody>
      </p:sp>
    </p:spTree>
    <p:extLst>
      <p:ext uri="{BB962C8B-B14F-4D97-AF65-F5344CB8AC3E}">
        <p14:creationId xmlns:p14="http://schemas.microsoft.com/office/powerpoint/2010/main" val="490771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26</a:t>
            </a:fld>
            <a:endParaRPr lang="es-MX"/>
          </a:p>
        </p:txBody>
      </p:sp>
    </p:spTree>
    <p:extLst>
      <p:ext uri="{BB962C8B-B14F-4D97-AF65-F5344CB8AC3E}">
        <p14:creationId xmlns:p14="http://schemas.microsoft.com/office/powerpoint/2010/main" val="1196383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27</a:t>
            </a:fld>
            <a:endParaRPr lang="es-MX"/>
          </a:p>
        </p:txBody>
      </p:sp>
    </p:spTree>
    <p:extLst>
      <p:ext uri="{BB962C8B-B14F-4D97-AF65-F5344CB8AC3E}">
        <p14:creationId xmlns:p14="http://schemas.microsoft.com/office/powerpoint/2010/main" val="28377939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28</a:t>
            </a:fld>
            <a:endParaRPr lang="es-MX"/>
          </a:p>
        </p:txBody>
      </p:sp>
    </p:spTree>
    <p:extLst>
      <p:ext uri="{BB962C8B-B14F-4D97-AF65-F5344CB8AC3E}">
        <p14:creationId xmlns:p14="http://schemas.microsoft.com/office/powerpoint/2010/main" val="1657214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29</a:t>
            </a:fld>
            <a:endParaRPr lang="es-MX"/>
          </a:p>
        </p:txBody>
      </p:sp>
    </p:spTree>
    <p:extLst>
      <p:ext uri="{BB962C8B-B14F-4D97-AF65-F5344CB8AC3E}">
        <p14:creationId xmlns:p14="http://schemas.microsoft.com/office/powerpoint/2010/main" val="41033199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30</a:t>
            </a:fld>
            <a:endParaRPr lang="es-MX"/>
          </a:p>
        </p:txBody>
      </p:sp>
    </p:spTree>
    <p:extLst>
      <p:ext uri="{BB962C8B-B14F-4D97-AF65-F5344CB8AC3E}">
        <p14:creationId xmlns:p14="http://schemas.microsoft.com/office/powerpoint/2010/main" val="3058224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31</a:t>
            </a:fld>
            <a:endParaRPr lang="es-MX"/>
          </a:p>
        </p:txBody>
      </p:sp>
    </p:spTree>
    <p:extLst>
      <p:ext uri="{BB962C8B-B14F-4D97-AF65-F5344CB8AC3E}">
        <p14:creationId xmlns:p14="http://schemas.microsoft.com/office/powerpoint/2010/main" val="19958115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32</a:t>
            </a:fld>
            <a:endParaRPr lang="es-MX"/>
          </a:p>
        </p:txBody>
      </p:sp>
    </p:spTree>
    <p:extLst>
      <p:ext uri="{BB962C8B-B14F-4D97-AF65-F5344CB8AC3E}">
        <p14:creationId xmlns:p14="http://schemas.microsoft.com/office/powerpoint/2010/main" val="1095992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33</a:t>
            </a:fld>
            <a:endParaRPr lang="es-MX"/>
          </a:p>
        </p:txBody>
      </p:sp>
    </p:spTree>
    <p:extLst>
      <p:ext uri="{BB962C8B-B14F-4D97-AF65-F5344CB8AC3E}">
        <p14:creationId xmlns:p14="http://schemas.microsoft.com/office/powerpoint/2010/main" val="2072256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34</a:t>
            </a:fld>
            <a:endParaRPr lang="es-MX"/>
          </a:p>
        </p:txBody>
      </p:sp>
    </p:spTree>
    <p:extLst>
      <p:ext uri="{BB962C8B-B14F-4D97-AF65-F5344CB8AC3E}">
        <p14:creationId xmlns:p14="http://schemas.microsoft.com/office/powerpoint/2010/main" val="24857771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35</a:t>
            </a:fld>
            <a:endParaRPr lang="es-MX"/>
          </a:p>
        </p:txBody>
      </p:sp>
    </p:spTree>
    <p:extLst>
      <p:ext uri="{BB962C8B-B14F-4D97-AF65-F5344CB8AC3E}">
        <p14:creationId xmlns:p14="http://schemas.microsoft.com/office/powerpoint/2010/main" val="9639483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dirty="0"/>
          </a:p>
        </p:txBody>
      </p:sp>
      <p:sp>
        <p:nvSpPr>
          <p:cNvPr id="4" name="Slide Number Placeholder 3"/>
          <p:cNvSpPr>
            <a:spLocks noGrp="1"/>
          </p:cNvSpPr>
          <p:nvPr>
            <p:ph type="sldNum" sz="quarter" idx="10"/>
          </p:nvPr>
        </p:nvSpPr>
        <p:spPr/>
        <p:txBody>
          <a:bodyPr/>
          <a:lstStyle/>
          <a:p>
            <a:fld id="{1CCA9E69-4488-4520-A049-A6E38DF9C630}" type="slidenum">
              <a:rPr lang="es-MX" smtClean="0"/>
              <a:t>36</a:t>
            </a:fld>
            <a:endParaRPr lang="es-MX"/>
          </a:p>
        </p:txBody>
      </p:sp>
    </p:spTree>
    <p:extLst>
      <p:ext uri="{BB962C8B-B14F-4D97-AF65-F5344CB8AC3E}">
        <p14:creationId xmlns:p14="http://schemas.microsoft.com/office/powerpoint/2010/main" val="21383850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MX" dirty="0"/>
          </a:p>
        </p:txBody>
      </p:sp>
      <p:sp>
        <p:nvSpPr>
          <p:cNvPr id="4" name="Slide Number Placeholder 3"/>
          <p:cNvSpPr>
            <a:spLocks noGrp="1"/>
          </p:cNvSpPr>
          <p:nvPr>
            <p:ph type="sldNum" sz="quarter" idx="5"/>
          </p:nvPr>
        </p:nvSpPr>
        <p:spPr/>
        <p:txBody>
          <a:bodyPr/>
          <a:lstStyle/>
          <a:p>
            <a:fld id="{1CCA9E69-4488-4520-A049-A6E38DF9C630}" type="slidenum">
              <a:rPr lang="es-MX" smtClean="0"/>
              <a:t>37</a:t>
            </a:fld>
            <a:endParaRPr lang="es-MX"/>
          </a:p>
        </p:txBody>
      </p:sp>
    </p:spTree>
    <p:extLst>
      <p:ext uri="{BB962C8B-B14F-4D97-AF65-F5344CB8AC3E}">
        <p14:creationId xmlns:p14="http://schemas.microsoft.com/office/powerpoint/2010/main" val="1104208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F5F13-D572-8756-8C42-F3FC2E07E67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A450175-8837-7EE1-E5BA-0724088F6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4D13B4D-F54A-4B81-9D6E-BC07F732409F}"/>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5" name="Marcador de pie de página 4">
            <a:extLst>
              <a:ext uri="{FF2B5EF4-FFF2-40B4-BE49-F238E27FC236}">
                <a16:creationId xmlns:a16="http://schemas.microsoft.com/office/drawing/2014/main" id="{441A275E-AE26-A7FC-BF75-25A39310976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0559CDD-200E-CD58-1EA1-E720F2C12B8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70889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EF5EC2-6ECB-E74D-E075-758C0D7218F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EE3D798-6DEC-81FD-27A6-4E57B7DB8F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189ADBF-7F7D-7632-1E03-493B0534867D}"/>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5" name="Marcador de pie de página 4">
            <a:extLst>
              <a:ext uri="{FF2B5EF4-FFF2-40B4-BE49-F238E27FC236}">
                <a16:creationId xmlns:a16="http://schemas.microsoft.com/office/drawing/2014/main" id="{BE7DD143-EA8F-3867-0BC1-7A26F4C66E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E9D990E-5B9E-8D52-1315-727CB882F5C5}"/>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5018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37D38-0FBE-BC0E-EE34-A22E63C8A2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C1E5F97-8842-C92D-446E-A5A8993444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92C067B-DA21-6004-1B79-1F6EC62EE2A5}"/>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5" name="Marcador de pie de página 4">
            <a:extLst>
              <a:ext uri="{FF2B5EF4-FFF2-40B4-BE49-F238E27FC236}">
                <a16:creationId xmlns:a16="http://schemas.microsoft.com/office/drawing/2014/main" id="{4374EB7D-655B-61F8-684F-2542C2076D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9A88FFF-AF1B-101F-CA04-24A60B909393}"/>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63376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A6DC7-F673-1C29-5A20-285707C220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D6E6B38-8FF7-1567-28E8-43F4BD9F226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A246D4D-1865-7D3E-81BC-A3DF5705D51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F144D13-53DD-7F24-DEA5-DD3745C904C9}"/>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6" name="Marcador de pie de página 5">
            <a:extLst>
              <a:ext uri="{FF2B5EF4-FFF2-40B4-BE49-F238E27FC236}">
                <a16:creationId xmlns:a16="http://schemas.microsoft.com/office/drawing/2014/main" id="{D0D051E2-F88F-5DC8-C2C2-DB71E4BB649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21BBB0-8DFD-C793-0F99-3491393352DA}"/>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486528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4C8F6C-A74A-56EF-3FD7-73EBC1EDAAC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00C866A-7177-9059-CB97-1166DA527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5DF9212-1DB4-E15E-B037-3A69FFBB29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DC19E42-1C13-10A1-544C-568CF81A2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2C8D018-0A64-1B80-2691-306A64E8E08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6D582CE-A0C4-C279-6DD8-C4532682AFAC}"/>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8" name="Marcador de pie de página 7">
            <a:extLst>
              <a:ext uri="{FF2B5EF4-FFF2-40B4-BE49-F238E27FC236}">
                <a16:creationId xmlns:a16="http://schemas.microsoft.com/office/drawing/2014/main" id="{5E45CB52-2CC2-005B-21ED-ED06AE0F0D4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9E8EBF0-7BA2-C5C7-6CFB-4D529DC1B33B}"/>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503281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419FC-3D7B-61E3-B435-4FDE9C10F31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643024D-427C-60A3-F7F3-672C6158E0FF}"/>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4" name="Marcador de pie de página 3">
            <a:extLst>
              <a:ext uri="{FF2B5EF4-FFF2-40B4-BE49-F238E27FC236}">
                <a16:creationId xmlns:a16="http://schemas.microsoft.com/office/drawing/2014/main" id="{3A9E71A2-5177-44E6-4D61-F78025E2D9F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93C4841-39E5-574C-D9BB-253141421EBC}"/>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76389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F939F7D-4CFE-7C28-1042-F1BB5E42A710}"/>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3" name="Marcador de pie de página 2">
            <a:extLst>
              <a:ext uri="{FF2B5EF4-FFF2-40B4-BE49-F238E27FC236}">
                <a16:creationId xmlns:a16="http://schemas.microsoft.com/office/drawing/2014/main" id="{8372BBC7-D29C-6A6D-A22C-CE14993139F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6E587B7-1EC0-2068-C847-8E2E09C4F5D7}"/>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2834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3CE5E-FCB7-3F1B-52E9-AA1B4E96FF0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8F8271D-81F5-6BDF-9914-90C595B76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ABBD6B2-F264-0B05-2E82-C9F3E0C65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40BEB91-1606-C46C-7916-F9170B9252E0}"/>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6" name="Marcador de pie de página 5">
            <a:extLst>
              <a:ext uri="{FF2B5EF4-FFF2-40B4-BE49-F238E27FC236}">
                <a16:creationId xmlns:a16="http://schemas.microsoft.com/office/drawing/2014/main" id="{36CCE613-12C2-6751-52FF-684BCA83586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B4CFAC2-8510-B915-2B5B-7688AEC232D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02116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790E5-92D0-EB1F-4967-3206860DD2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3FEA619-C602-15B0-0FE4-F16551339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00E2919-2717-24D5-714C-2BFB58AC1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E6D0114-92FC-F8D2-97F5-FE839CEC8A0D}"/>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6" name="Marcador de pie de página 5">
            <a:extLst>
              <a:ext uri="{FF2B5EF4-FFF2-40B4-BE49-F238E27FC236}">
                <a16:creationId xmlns:a16="http://schemas.microsoft.com/office/drawing/2014/main" id="{3A13C8E2-6816-B348-CE3F-0F2681E98FA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DE7CB8A-1634-DF0B-D17D-43E8DDC19116}"/>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831825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9F699-3880-A3C3-E913-85E24AAE91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D441E86-B08B-C71F-EB5A-FE2415FA74B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CA9FC9-7EAE-0756-A23C-F89EEBF7996C}"/>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5" name="Marcador de pie de página 4">
            <a:extLst>
              <a:ext uri="{FF2B5EF4-FFF2-40B4-BE49-F238E27FC236}">
                <a16:creationId xmlns:a16="http://schemas.microsoft.com/office/drawing/2014/main" id="{B1383D73-B2B4-D582-C8AA-8B4976781D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54A3D1B-DF02-01D9-7A52-016301C0412E}"/>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374907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D43CE4-6443-C8F4-0310-52F9282B025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FB572F7-A20B-168E-1FA1-747B809C6FB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51CD70B-083E-B6C4-5D9D-D6E0C624C556}"/>
              </a:ext>
            </a:extLst>
          </p:cNvPr>
          <p:cNvSpPr>
            <a:spLocks noGrp="1"/>
          </p:cNvSpPr>
          <p:nvPr>
            <p:ph type="dt" sz="half" idx="10"/>
          </p:nvPr>
        </p:nvSpPr>
        <p:spPr/>
        <p:txBody>
          <a:bodyPr/>
          <a:lstStyle/>
          <a:p>
            <a:fld id="{BAAB06AF-F33A-4E3D-AA83-FF85CDF753DC}" type="datetimeFigureOut">
              <a:rPr lang="es-MX" smtClean="0"/>
              <a:t>04/03/2025</a:t>
            </a:fld>
            <a:endParaRPr lang="es-MX"/>
          </a:p>
        </p:txBody>
      </p:sp>
      <p:sp>
        <p:nvSpPr>
          <p:cNvPr id="5" name="Marcador de pie de página 4">
            <a:extLst>
              <a:ext uri="{FF2B5EF4-FFF2-40B4-BE49-F238E27FC236}">
                <a16:creationId xmlns:a16="http://schemas.microsoft.com/office/drawing/2014/main" id="{54C0F76B-CEAD-FAB4-CE3B-051C7052C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CA1861A-B7B4-366C-044D-16C5AFE80272}"/>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75118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82FB111-B70C-85E1-6921-091C1DF20B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C71E1CA-229D-FF6B-92B5-1015E45398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978A5D-DA29-2A59-89F4-DCE282CC84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B06AF-F33A-4E3D-AA83-FF85CDF753DC}" type="datetimeFigureOut">
              <a:rPr lang="es-MX" smtClean="0"/>
              <a:t>04/03/2025</a:t>
            </a:fld>
            <a:endParaRPr lang="es-MX"/>
          </a:p>
        </p:txBody>
      </p:sp>
      <p:sp>
        <p:nvSpPr>
          <p:cNvPr id="5" name="Marcador de pie de página 4">
            <a:extLst>
              <a:ext uri="{FF2B5EF4-FFF2-40B4-BE49-F238E27FC236}">
                <a16:creationId xmlns:a16="http://schemas.microsoft.com/office/drawing/2014/main" id="{52164C7B-44EA-6147-3C49-5BE7CDF2AE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F83FD0A-0838-DBD1-1F34-AC981DA8CC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8AB95-FAD2-4FB4-B288-CB5D0DF89844}" type="slidenum">
              <a:rPr lang="es-MX" smtClean="0"/>
              <a:t>‹Nº›</a:t>
            </a:fld>
            <a:endParaRPr lang="es-MX"/>
          </a:p>
        </p:txBody>
      </p:sp>
    </p:spTree>
    <p:extLst>
      <p:ext uri="{BB962C8B-B14F-4D97-AF65-F5344CB8AC3E}">
        <p14:creationId xmlns:p14="http://schemas.microsoft.com/office/powerpoint/2010/main" val="3467965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14.xml"/><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diagramData" Target="../diagrams/data19.xml"/><Relationship Id="rId3" Type="http://schemas.openxmlformats.org/officeDocument/2006/relationships/diagramData" Target="../diagrams/data17.xml"/><Relationship Id="rId7" Type="http://schemas.microsoft.com/office/2007/relationships/diagramDrawing" Target="../diagrams/drawing17.xml"/><Relationship Id="rId12" Type="http://schemas.microsoft.com/office/2007/relationships/diagramDrawing" Target="../diagrams/drawing18.xml"/><Relationship Id="rId17" Type="http://schemas.microsoft.com/office/2007/relationships/diagramDrawing" Target="../diagrams/drawing19.xml"/><Relationship Id="rId2" Type="http://schemas.openxmlformats.org/officeDocument/2006/relationships/notesSlide" Target="../notesSlides/notesSlide19.xml"/><Relationship Id="rId16" Type="http://schemas.openxmlformats.org/officeDocument/2006/relationships/diagramColors" Target="../diagrams/colors19.xml"/><Relationship Id="rId1" Type="http://schemas.openxmlformats.org/officeDocument/2006/relationships/slideLayout" Target="../slideLayouts/slideLayout4.xml"/><Relationship Id="rId6" Type="http://schemas.openxmlformats.org/officeDocument/2006/relationships/diagramColors" Target="../diagrams/colors17.xml"/><Relationship Id="rId11" Type="http://schemas.openxmlformats.org/officeDocument/2006/relationships/diagramColors" Target="../diagrams/colors18.xml"/><Relationship Id="rId5" Type="http://schemas.openxmlformats.org/officeDocument/2006/relationships/diagramQuickStyle" Target="../diagrams/quickStyle17.xml"/><Relationship Id="rId15" Type="http://schemas.openxmlformats.org/officeDocument/2006/relationships/diagramQuickStyle" Target="../diagrams/quickStyle19.xml"/><Relationship Id="rId10" Type="http://schemas.openxmlformats.org/officeDocument/2006/relationships/diagramQuickStyle" Target="../diagrams/quickStyle18.xml"/><Relationship Id="rId4" Type="http://schemas.openxmlformats.org/officeDocument/2006/relationships/diagramLayout" Target="../diagrams/layout17.xml"/><Relationship Id="rId9" Type="http://schemas.openxmlformats.org/officeDocument/2006/relationships/diagramLayout" Target="../diagrams/layout18.xml"/><Relationship Id="rId14" Type="http://schemas.openxmlformats.org/officeDocument/2006/relationships/diagramLayout" Target="../diagrams/layout19.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21.xml"/><Relationship Id="rId3" Type="http://schemas.openxmlformats.org/officeDocument/2006/relationships/diagramData" Target="../diagrams/data20.xml"/><Relationship Id="rId7" Type="http://schemas.microsoft.com/office/2007/relationships/diagramDrawing" Target="../diagrams/drawing20.xml"/><Relationship Id="rId12" Type="http://schemas.microsoft.com/office/2007/relationships/diagramDrawing" Target="../diagrams/drawing21.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diagramColors" Target="../diagrams/colors20.xml"/><Relationship Id="rId11" Type="http://schemas.openxmlformats.org/officeDocument/2006/relationships/diagramColors" Target="../diagrams/colors21.xml"/><Relationship Id="rId5" Type="http://schemas.openxmlformats.org/officeDocument/2006/relationships/diagramQuickStyle" Target="../diagrams/quickStyle20.xml"/><Relationship Id="rId10" Type="http://schemas.openxmlformats.org/officeDocument/2006/relationships/diagramQuickStyle" Target="../diagrams/quickStyle21.xml"/><Relationship Id="rId4" Type="http://schemas.openxmlformats.org/officeDocument/2006/relationships/diagramLayout" Target="../diagrams/layout20.xml"/><Relationship Id="rId9" Type="http://schemas.openxmlformats.org/officeDocument/2006/relationships/diagramLayout" Target="../diagrams/layout2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B3EEA-9593-7B4E-2CAC-CB46544CFD6C}"/>
              </a:ext>
            </a:extLst>
          </p:cNvPr>
          <p:cNvSpPr>
            <a:spLocks noGrp="1"/>
          </p:cNvSpPr>
          <p:nvPr>
            <p:ph type="ctrTitle"/>
          </p:nvPr>
        </p:nvSpPr>
        <p:spPr/>
        <p:txBody>
          <a:bodyPr/>
          <a:lstStyle/>
          <a:p>
            <a:r>
              <a:rPr lang="es-ES" dirty="0"/>
              <a:t>Pérdidas Fiscales</a:t>
            </a:r>
            <a:endParaRPr lang="es-MX" dirty="0"/>
          </a:p>
        </p:txBody>
      </p:sp>
    </p:spTree>
    <p:extLst>
      <p:ext uri="{BB962C8B-B14F-4D97-AF65-F5344CB8AC3E}">
        <p14:creationId xmlns:p14="http://schemas.microsoft.com/office/powerpoint/2010/main" val="3546969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28261-E21F-4BE0-8C63-03DA728EC95A}"/>
              </a:ext>
            </a:extLst>
          </p:cNvPr>
          <p:cNvSpPr>
            <a:spLocks noGrp="1"/>
          </p:cNvSpPr>
          <p:nvPr>
            <p:ph idx="1"/>
          </p:nvPr>
        </p:nvSpPr>
        <p:spPr>
          <a:xfrm>
            <a:off x="838200" y="436098"/>
            <a:ext cx="10515600" cy="6133514"/>
          </a:xfrm>
        </p:spPr>
        <p:txBody>
          <a:bodyPr>
            <a:normAutofit fontScale="92500" lnSpcReduction="20000"/>
          </a:bodyPr>
          <a:lstStyle/>
          <a:p>
            <a:pPr marL="0" indent="0" algn="ctr">
              <a:buNone/>
            </a:pPr>
            <a:endParaRPr lang="es-MX" dirty="0"/>
          </a:p>
          <a:p>
            <a:pPr marL="0" indent="0" algn="ctr">
              <a:buNone/>
            </a:pPr>
            <a:r>
              <a:rPr lang="es-MX" dirty="0"/>
              <a:t>Ingresos Acumulables</a:t>
            </a:r>
            <a:endParaRPr lang="es-MX" sz="1600" dirty="0">
              <a:solidFill>
                <a:srgbClr val="92D050"/>
              </a:solidFill>
            </a:endParaRPr>
          </a:p>
          <a:p>
            <a:pPr marL="0" indent="0" algn="ctr">
              <a:buNone/>
            </a:pPr>
            <a:r>
              <a:rPr lang="es-MX" dirty="0"/>
              <a:t>(Deducciones Autorizadas)</a:t>
            </a:r>
          </a:p>
          <a:p>
            <a:pPr marL="0" indent="0" algn="ctr">
              <a:buNone/>
            </a:pPr>
            <a:r>
              <a:rPr lang="es-MX" dirty="0"/>
              <a:t>(PTU)</a:t>
            </a:r>
          </a:p>
          <a:p>
            <a:pPr marL="0" indent="0" algn="ctr">
              <a:buNone/>
            </a:pPr>
            <a:r>
              <a:rPr lang="es-MX" sz="2600" dirty="0"/>
              <a:t>______________________________</a:t>
            </a:r>
            <a:endParaRPr lang="es-MX" dirty="0"/>
          </a:p>
          <a:p>
            <a:pPr marL="0" indent="0" algn="ctr">
              <a:buNone/>
            </a:pPr>
            <a:r>
              <a:rPr lang="es-MX" dirty="0"/>
              <a:t>Utilidad o (Pérdida) Fiscal</a:t>
            </a:r>
          </a:p>
          <a:p>
            <a:pPr marL="0" indent="0" algn="ctr">
              <a:buNone/>
            </a:pPr>
            <a:r>
              <a:rPr lang="es-MX" dirty="0"/>
              <a:t>(Pérdidas de Ejercicios Anteriores)</a:t>
            </a:r>
          </a:p>
          <a:p>
            <a:pPr marL="0" indent="0" algn="ctr">
              <a:buNone/>
            </a:pPr>
            <a:r>
              <a:rPr lang="es-MX" dirty="0"/>
              <a:t>______________________________</a:t>
            </a:r>
          </a:p>
          <a:p>
            <a:pPr marL="0" indent="0" algn="ctr">
              <a:buNone/>
            </a:pPr>
            <a:r>
              <a:rPr lang="es-MX" dirty="0"/>
              <a:t>Resultado Fiscal</a:t>
            </a:r>
          </a:p>
          <a:p>
            <a:pPr marL="0" indent="0" algn="ctr">
              <a:buNone/>
            </a:pPr>
            <a:r>
              <a:rPr lang="es-MX" dirty="0"/>
              <a:t>Tasa</a:t>
            </a:r>
          </a:p>
          <a:p>
            <a:pPr marL="0" indent="0" algn="ctr">
              <a:buNone/>
            </a:pPr>
            <a:r>
              <a:rPr lang="es-MX" dirty="0"/>
              <a:t>______________________________</a:t>
            </a:r>
          </a:p>
          <a:p>
            <a:pPr marL="0" indent="0" algn="ctr">
              <a:buNone/>
            </a:pPr>
            <a:r>
              <a:rPr lang="es-MX" dirty="0"/>
              <a:t>ISR del Ejercicio</a:t>
            </a:r>
          </a:p>
          <a:p>
            <a:pPr marL="0" indent="0" algn="ctr">
              <a:buNone/>
            </a:pPr>
            <a:r>
              <a:rPr lang="es-MX" dirty="0"/>
              <a:t>(Pagos Provisionales)</a:t>
            </a:r>
          </a:p>
          <a:p>
            <a:pPr marL="0" indent="0" algn="ctr">
              <a:buNone/>
            </a:pPr>
            <a:r>
              <a:rPr lang="es-MX" dirty="0"/>
              <a:t>______________________________</a:t>
            </a:r>
          </a:p>
          <a:p>
            <a:pPr marL="0" indent="0" algn="ctr">
              <a:buNone/>
            </a:pPr>
            <a:r>
              <a:rPr lang="es-MX" dirty="0"/>
              <a:t>Saldo a Cargo a (Favor)</a:t>
            </a:r>
          </a:p>
        </p:txBody>
      </p:sp>
      <p:sp>
        <p:nvSpPr>
          <p:cNvPr id="9" name="Speech Bubble: Rectangle with Corners Rounded 8">
            <a:extLst>
              <a:ext uri="{FF2B5EF4-FFF2-40B4-BE49-F238E27FC236}">
                <a16:creationId xmlns:a16="http://schemas.microsoft.com/office/drawing/2014/main" id="{9099F72F-E206-4F7C-A39B-BBD81C32C71F}"/>
              </a:ext>
            </a:extLst>
          </p:cNvPr>
          <p:cNvSpPr/>
          <p:nvPr/>
        </p:nvSpPr>
        <p:spPr>
          <a:xfrm>
            <a:off x="8971721" y="3624471"/>
            <a:ext cx="2170043" cy="636103"/>
          </a:xfrm>
          <a:prstGeom prst="wedgeRoundRectCallout">
            <a:avLst>
              <a:gd name="adj1" fmla="val -125871"/>
              <a:gd name="adj2" fmla="val -22917"/>
              <a:gd name="adj3" fmla="val 16667"/>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No puede ser Negativo</a:t>
            </a:r>
          </a:p>
        </p:txBody>
      </p:sp>
      <p:sp>
        <p:nvSpPr>
          <p:cNvPr id="13" name="Speech Bubble: Rectangle with Corners Rounded 12">
            <a:extLst>
              <a:ext uri="{FF2B5EF4-FFF2-40B4-BE49-F238E27FC236}">
                <a16:creationId xmlns:a16="http://schemas.microsoft.com/office/drawing/2014/main" id="{B11D030A-F994-4917-9E1D-408E896E7E2A}"/>
              </a:ext>
            </a:extLst>
          </p:cNvPr>
          <p:cNvSpPr/>
          <p:nvPr/>
        </p:nvSpPr>
        <p:spPr>
          <a:xfrm>
            <a:off x="2279374" y="3863009"/>
            <a:ext cx="914400" cy="397565"/>
          </a:xfrm>
          <a:prstGeom prst="wedgeRoundRectCallout">
            <a:avLst>
              <a:gd name="adj1" fmla="val 313949"/>
              <a:gd name="adj2" fmla="val 39167"/>
              <a:gd name="adj3" fmla="val 16667"/>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30%</a:t>
            </a:r>
          </a:p>
        </p:txBody>
      </p:sp>
      <p:sp>
        <p:nvSpPr>
          <p:cNvPr id="14" name="Speech Bubble: Rectangle with Corners Rounded 13">
            <a:extLst>
              <a:ext uri="{FF2B5EF4-FFF2-40B4-BE49-F238E27FC236}">
                <a16:creationId xmlns:a16="http://schemas.microsoft.com/office/drawing/2014/main" id="{28D6A1C8-6465-4284-B73D-F9BC370EE494}"/>
              </a:ext>
            </a:extLst>
          </p:cNvPr>
          <p:cNvSpPr/>
          <p:nvPr/>
        </p:nvSpPr>
        <p:spPr>
          <a:xfrm>
            <a:off x="505238" y="5355205"/>
            <a:ext cx="2584172" cy="1346319"/>
          </a:xfrm>
          <a:prstGeom prst="wedgeRoundRectCallout">
            <a:avLst>
              <a:gd name="adj1" fmla="val 104295"/>
              <a:gd name="adj2" fmla="val 10331"/>
              <a:gd name="adj3" fmla="val 16667"/>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La declaración se presenta 3 meses después de terminado el Ejercicio</a:t>
            </a:r>
          </a:p>
        </p:txBody>
      </p:sp>
    </p:spTree>
    <p:extLst>
      <p:ext uri="{BB962C8B-B14F-4D97-AF65-F5344CB8AC3E}">
        <p14:creationId xmlns:p14="http://schemas.microsoft.com/office/powerpoint/2010/main" val="83138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Las Pérdidas Fiscales pueden amortizarse en los diez ejercicios siguientes</a:t>
            </a:r>
          </a:p>
        </p:txBody>
      </p:sp>
      <p:sp>
        <p:nvSpPr>
          <p:cNvPr id="3" name="Content Placeholder 2"/>
          <p:cNvSpPr>
            <a:spLocks noGrp="1"/>
          </p:cNvSpPr>
          <p:nvPr>
            <p:ph idx="1"/>
          </p:nvPr>
        </p:nvSpPr>
        <p:spPr/>
        <p:txBody>
          <a:bodyPr>
            <a:normAutofit/>
          </a:bodyPr>
          <a:lstStyle/>
          <a:p>
            <a:endParaRPr lang="es-MX" dirty="0"/>
          </a:p>
          <a:p>
            <a:r>
              <a:rPr lang="es-MX" dirty="0"/>
              <a:t>La pérdida fiscal ocurrida en un ejercicio podrá </a:t>
            </a:r>
            <a:r>
              <a:rPr lang="es-MX" dirty="0">
                <a:solidFill>
                  <a:schemeClr val="accent6"/>
                </a:solidFill>
              </a:rPr>
              <a:t>disminuirse</a:t>
            </a:r>
            <a:r>
              <a:rPr lang="es-MX" dirty="0"/>
              <a:t> de la utilidad fiscal de los </a:t>
            </a:r>
            <a:r>
              <a:rPr lang="es-MX" dirty="0">
                <a:solidFill>
                  <a:schemeClr val="accent6"/>
                </a:solidFill>
              </a:rPr>
              <a:t>diez ejercicios</a:t>
            </a:r>
            <a:r>
              <a:rPr lang="es-MX" dirty="0"/>
              <a:t> siguientes hasta agotarla. </a:t>
            </a:r>
            <a:r>
              <a:rPr lang="es-MX" sz="1800" dirty="0"/>
              <a:t>(LISR 57 Segundo Párrafo)</a:t>
            </a:r>
          </a:p>
          <a:p>
            <a:endParaRPr lang="es-MX" dirty="0"/>
          </a:p>
        </p:txBody>
      </p:sp>
    </p:spTree>
    <p:extLst>
      <p:ext uri="{BB962C8B-B14F-4D97-AF65-F5344CB8AC3E}">
        <p14:creationId xmlns:p14="http://schemas.microsoft.com/office/powerpoint/2010/main" val="3137667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Las Pérdidas Fiscales deben actualizarse por inflación </a:t>
            </a:r>
            <a:r>
              <a:rPr lang="es-MX" sz="1800" dirty="0"/>
              <a:t>(LISR 57 Cuarto y Quinto párrafos)</a:t>
            </a:r>
            <a:endParaRPr lang="es-MX" dirty="0"/>
          </a:p>
        </p:txBody>
      </p:sp>
      <p:sp>
        <p:nvSpPr>
          <p:cNvPr id="3" name="Content Placeholder 2"/>
          <p:cNvSpPr>
            <a:spLocks noGrp="1"/>
          </p:cNvSpPr>
          <p:nvPr>
            <p:ph sz="half" idx="1"/>
          </p:nvPr>
        </p:nvSpPr>
        <p:spPr/>
        <p:txBody>
          <a:bodyPr>
            <a:normAutofit fontScale="62500" lnSpcReduction="20000"/>
          </a:bodyPr>
          <a:lstStyle/>
          <a:p>
            <a:r>
              <a:rPr lang="es-MX" dirty="0"/>
              <a:t>Para los efectos de este artículo, el monto de la pérdida fiscal ocurrida en un ejercicio, se </a:t>
            </a:r>
            <a:r>
              <a:rPr lang="es-MX" dirty="0">
                <a:solidFill>
                  <a:schemeClr val="accent6"/>
                </a:solidFill>
              </a:rPr>
              <a:t>actualizará</a:t>
            </a:r>
            <a:r>
              <a:rPr lang="es-MX" dirty="0"/>
              <a:t> multiplicándolo por el </a:t>
            </a:r>
            <a:r>
              <a:rPr lang="es-MX" dirty="0">
                <a:solidFill>
                  <a:schemeClr val="accent6"/>
                </a:solidFill>
              </a:rPr>
              <a:t>factor de actualización</a:t>
            </a:r>
            <a:r>
              <a:rPr lang="es-MX" dirty="0"/>
              <a:t> correspondiente al periodo comprendido desde el </a:t>
            </a:r>
            <a:r>
              <a:rPr lang="es-MX" dirty="0">
                <a:solidFill>
                  <a:schemeClr val="accent6"/>
                </a:solidFill>
              </a:rPr>
              <a:t>primer mes de la segunda mitad </a:t>
            </a:r>
            <a:r>
              <a:rPr lang="es-MX" dirty="0"/>
              <a:t>del ejercicio en el que ocurrió y hasta el </a:t>
            </a:r>
            <a:r>
              <a:rPr lang="es-MX" dirty="0">
                <a:solidFill>
                  <a:schemeClr val="accent6"/>
                </a:solidFill>
              </a:rPr>
              <a:t>último mes del mismo </a:t>
            </a:r>
            <a:r>
              <a:rPr lang="es-MX" dirty="0"/>
              <a:t>ejercicio. La parte de la pérdida fiscal de ejercicios anteriores ya actualizada pendiente de aplicar contra utilidades fiscales se actualizará multiplicándola por el factor de actualización correspondiente al periodo comprendido desde el </a:t>
            </a:r>
            <a:r>
              <a:rPr lang="es-MX" dirty="0">
                <a:solidFill>
                  <a:schemeClr val="accent6"/>
                </a:solidFill>
              </a:rPr>
              <a:t>mes en el que se actualizó por última vez</a:t>
            </a:r>
            <a:r>
              <a:rPr lang="es-MX" dirty="0"/>
              <a:t> y hasta el </a:t>
            </a:r>
            <a:r>
              <a:rPr lang="es-MX" dirty="0">
                <a:solidFill>
                  <a:schemeClr val="accent6"/>
                </a:solidFill>
              </a:rPr>
              <a:t>último mes de la primera mitad</a:t>
            </a:r>
            <a:r>
              <a:rPr lang="es-MX" dirty="0"/>
              <a:t> del ejercicio en el que se aplicará.</a:t>
            </a:r>
          </a:p>
          <a:p>
            <a:pPr lvl="1"/>
            <a:endParaRPr lang="es-ES" dirty="0"/>
          </a:p>
          <a:p>
            <a:r>
              <a:rPr lang="es-ES" dirty="0"/>
              <a:t>Para los efectos del párrafo anterior, cuando sea </a:t>
            </a:r>
            <a:r>
              <a:rPr lang="es-ES" dirty="0">
                <a:solidFill>
                  <a:schemeClr val="accent6"/>
                </a:solidFill>
              </a:rPr>
              <a:t>impar</a:t>
            </a:r>
            <a:r>
              <a:rPr lang="es-ES" dirty="0"/>
              <a:t> el número de meses del ejercicio en que ocurrió la pérdida, se considerará como primer mes de la segunda mitad, el mes inmediato posterior al que corresponda la </a:t>
            </a:r>
            <a:r>
              <a:rPr lang="es-MX" dirty="0"/>
              <a:t>mitad del ejercicio.</a:t>
            </a:r>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320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s-MX" sz="3600" dirty="0"/>
              <a:t>La actualización por inflación se hace en el ejercicio en el que se incurrieron y en el que se utilizan</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0287025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Explosion 1 7"/>
          <p:cNvSpPr/>
          <p:nvPr/>
        </p:nvSpPr>
        <p:spPr>
          <a:xfrm>
            <a:off x="7265157" y="4435523"/>
            <a:ext cx="4088643" cy="2060812"/>
          </a:xfrm>
          <a:prstGeom prst="irregularSeal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200" dirty="0">
                <a:solidFill>
                  <a:prstClr val="white"/>
                </a:solidFill>
              </a:rPr>
              <a:t>El Primer Mes de la Segunda Mitad siempre es el siguiente al Último Mes de la Primera Mitad</a:t>
            </a:r>
          </a:p>
        </p:txBody>
      </p:sp>
    </p:spTree>
    <p:extLst>
      <p:ext uri="{BB962C8B-B14F-4D97-AF65-F5344CB8AC3E}">
        <p14:creationId xmlns:p14="http://schemas.microsoft.com/office/powerpoint/2010/main" val="1856274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Actualización de Pérdidas – Ejercicio</a:t>
            </a:r>
          </a:p>
        </p:txBody>
      </p:sp>
      <p:graphicFrame>
        <p:nvGraphicFramePr>
          <p:cNvPr id="4" name="Content Placeholder 3"/>
          <p:cNvGraphicFramePr>
            <a:graphicFrameLocks noGrp="1"/>
          </p:cNvGraphicFramePr>
          <p:nvPr>
            <p:ph idx="1"/>
          </p:nvPr>
        </p:nvGraphicFramePr>
        <p:xfrm>
          <a:off x="3142013" y="1991880"/>
          <a:ext cx="5135088" cy="2225040"/>
        </p:xfrm>
        <a:graphic>
          <a:graphicData uri="http://schemas.openxmlformats.org/drawingml/2006/table">
            <a:tbl>
              <a:tblPr firstRow="1" bandRow="1">
                <a:tableStyleId>{5C22544A-7EE6-4342-B048-85BDC9FD1C3A}</a:tableStyleId>
              </a:tblPr>
              <a:tblGrid>
                <a:gridCol w="1311234">
                  <a:extLst>
                    <a:ext uri="{9D8B030D-6E8A-4147-A177-3AD203B41FA5}">
                      <a16:colId xmlns:a16="http://schemas.microsoft.com/office/drawing/2014/main" val="20000"/>
                    </a:ext>
                  </a:extLst>
                </a:gridCol>
                <a:gridCol w="1959428">
                  <a:extLst>
                    <a:ext uri="{9D8B030D-6E8A-4147-A177-3AD203B41FA5}">
                      <a16:colId xmlns:a16="http://schemas.microsoft.com/office/drawing/2014/main" val="20001"/>
                    </a:ext>
                  </a:extLst>
                </a:gridCol>
                <a:gridCol w="1864426">
                  <a:extLst>
                    <a:ext uri="{9D8B030D-6E8A-4147-A177-3AD203B41FA5}">
                      <a16:colId xmlns:a16="http://schemas.microsoft.com/office/drawing/2014/main" val="20002"/>
                    </a:ext>
                  </a:extLst>
                </a:gridCol>
              </a:tblGrid>
              <a:tr h="370840">
                <a:tc>
                  <a:txBody>
                    <a:bodyPr/>
                    <a:lstStyle/>
                    <a:p>
                      <a:pPr algn="ctr"/>
                      <a:r>
                        <a:rPr lang="es-MX" dirty="0"/>
                        <a:t>Ejercicio</a:t>
                      </a:r>
                    </a:p>
                  </a:txBody>
                  <a:tcPr/>
                </a:tc>
                <a:tc>
                  <a:txBody>
                    <a:bodyPr/>
                    <a:lstStyle/>
                    <a:p>
                      <a:pPr algn="ctr"/>
                      <a:r>
                        <a:rPr lang="es-MX" dirty="0"/>
                        <a:t>Pérdida</a:t>
                      </a:r>
                      <a:r>
                        <a:rPr lang="es-MX" baseline="0" dirty="0"/>
                        <a:t> Fiscal</a:t>
                      </a:r>
                      <a:endParaRPr lang="es-MX" dirty="0"/>
                    </a:p>
                  </a:txBody>
                  <a:tcPr/>
                </a:tc>
                <a:tc>
                  <a:txBody>
                    <a:bodyPr/>
                    <a:lstStyle/>
                    <a:p>
                      <a:pPr algn="ctr"/>
                      <a:r>
                        <a:rPr lang="es-MX" dirty="0"/>
                        <a:t>Utilidad</a:t>
                      </a:r>
                      <a:r>
                        <a:rPr lang="es-MX" baseline="0" dirty="0"/>
                        <a:t> Fiscal</a:t>
                      </a:r>
                      <a:endParaRPr lang="es-MX" dirty="0"/>
                    </a:p>
                  </a:txBody>
                  <a:tcPr/>
                </a:tc>
                <a:extLst>
                  <a:ext uri="{0D108BD9-81ED-4DB2-BD59-A6C34878D82A}">
                    <a16:rowId xmlns:a16="http://schemas.microsoft.com/office/drawing/2014/main" val="10000"/>
                  </a:ext>
                </a:extLst>
              </a:tr>
              <a:tr h="370840">
                <a:tc>
                  <a:txBody>
                    <a:bodyPr/>
                    <a:lstStyle/>
                    <a:p>
                      <a:pPr algn="ctr"/>
                      <a:r>
                        <a:rPr lang="es-MX" dirty="0"/>
                        <a:t>2014</a:t>
                      </a:r>
                    </a:p>
                  </a:txBody>
                  <a:tcPr/>
                </a:tc>
                <a:tc>
                  <a:txBody>
                    <a:bodyPr/>
                    <a:lstStyle/>
                    <a:p>
                      <a:pPr algn="r"/>
                      <a:r>
                        <a:rPr lang="es-MX" dirty="0"/>
                        <a:t>$1,000</a:t>
                      </a:r>
                    </a:p>
                  </a:txBody>
                  <a:tcPr/>
                </a:tc>
                <a:tc>
                  <a:txBody>
                    <a:bodyPr/>
                    <a:lstStyle/>
                    <a:p>
                      <a:pPr algn="r"/>
                      <a:endParaRPr lang="es-MX" dirty="0"/>
                    </a:p>
                  </a:txBody>
                  <a:tcPr/>
                </a:tc>
                <a:extLst>
                  <a:ext uri="{0D108BD9-81ED-4DB2-BD59-A6C34878D82A}">
                    <a16:rowId xmlns:a16="http://schemas.microsoft.com/office/drawing/2014/main" val="10001"/>
                  </a:ext>
                </a:extLst>
              </a:tr>
              <a:tr h="370840">
                <a:tc>
                  <a:txBody>
                    <a:bodyPr/>
                    <a:lstStyle/>
                    <a:p>
                      <a:pPr algn="ctr"/>
                      <a:r>
                        <a:rPr lang="es-MX" dirty="0"/>
                        <a:t>2015</a:t>
                      </a:r>
                    </a:p>
                  </a:txBody>
                  <a:tcPr/>
                </a:tc>
                <a:tc>
                  <a:txBody>
                    <a:bodyPr/>
                    <a:lstStyle/>
                    <a:p>
                      <a:pPr algn="r"/>
                      <a:endParaRPr lang="es-MX" dirty="0"/>
                    </a:p>
                  </a:txBody>
                  <a:tcPr/>
                </a:tc>
                <a:tc>
                  <a:txBody>
                    <a:bodyPr/>
                    <a:lstStyle/>
                    <a:p>
                      <a:pPr algn="r"/>
                      <a:r>
                        <a:rPr lang="es-MX" dirty="0"/>
                        <a:t>$200</a:t>
                      </a:r>
                    </a:p>
                  </a:txBody>
                  <a:tcPr/>
                </a:tc>
                <a:extLst>
                  <a:ext uri="{0D108BD9-81ED-4DB2-BD59-A6C34878D82A}">
                    <a16:rowId xmlns:a16="http://schemas.microsoft.com/office/drawing/2014/main" val="10002"/>
                  </a:ext>
                </a:extLst>
              </a:tr>
              <a:tr h="370840">
                <a:tc>
                  <a:txBody>
                    <a:bodyPr/>
                    <a:lstStyle/>
                    <a:p>
                      <a:pPr algn="ctr"/>
                      <a:r>
                        <a:rPr lang="es-MX" dirty="0"/>
                        <a:t>2016</a:t>
                      </a:r>
                    </a:p>
                  </a:txBody>
                  <a:tcPr/>
                </a:tc>
                <a:tc>
                  <a:txBody>
                    <a:bodyPr/>
                    <a:lstStyle/>
                    <a:p>
                      <a:pPr algn="r"/>
                      <a:endParaRPr lang="es-MX" dirty="0"/>
                    </a:p>
                  </a:txBody>
                  <a:tcPr/>
                </a:tc>
                <a:tc>
                  <a:txBody>
                    <a:bodyPr/>
                    <a:lstStyle/>
                    <a:p>
                      <a:pPr algn="r"/>
                      <a:r>
                        <a:rPr lang="es-MX" dirty="0"/>
                        <a:t>50</a:t>
                      </a:r>
                    </a:p>
                  </a:txBody>
                  <a:tcPr/>
                </a:tc>
                <a:extLst>
                  <a:ext uri="{0D108BD9-81ED-4DB2-BD59-A6C34878D82A}">
                    <a16:rowId xmlns:a16="http://schemas.microsoft.com/office/drawing/2014/main" val="10003"/>
                  </a:ext>
                </a:extLst>
              </a:tr>
              <a:tr h="370840">
                <a:tc>
                  <a:txBody>
                    <a:bodyPr/>
                    <a:lstStyle/>
                    <a:p>
                      <a:pPr algn="ctr"/>
                      <a:r>
                        <a:rPr lang="es-MX" dirty="0"/>
                        <a:t>2017</a:t>
                      </a:r>
                    </a:p>
                  </a:txBody>
                  <a:tcPr/>
                </a:tc>
                <a:tc>
                  <a:txBody>
                    <a:bodyPr/>
                    <a:lstStyle/>
                    <a:p>
                      <a:pPr algn="r"/>
                      <a:endParaRPr lang="es-MX" dirty="0"/>
                    </a:p>
                  </a:txBody>
                  <a:tcPr/>
                </a:tc>
                <a:tc>
                  <a:txBody>
                    <a:bodyPr/>
                    <a:lstStyle/>
                    <a:p>
                      <a:pPr algn="r"/>
                      <a:r>
                        <a:rPr lang="es-MX" dirty="0"/>
                        <a:t>500</a:t>
                      </a:r>
                    </a:p>
                  </a:txBody>
                  <a:tcPr/>
                </a:tc>
                <a:extLst>
                  <a:ext uri="{0D108BD9-81ED-4DB2-BD59-A6C34878D82A}">
                    <a16:rowId xmlns:a16="http://schemas.microsoft.com/office/drawing/2014/main" val="10004"/>
                  </a:ext>
                </a:extLst>
              </a:tr>
              <a:tr h="370840">
                <a:tc>
                  <a:txBody>
                    <a:bodyPr/>
                    <a:lstStyle/>
                    <a:p>
                      <a:pPr algn="ctr"/>
                      <a:r>
                        <a:rPr lang="es-MX" dirty="0"/>
                        <a:t>2018</a:t>
                      </a:r>
                    </a:p>
                  </a:txBody>
                  <a:tcPr/>
                </a:tc>
                <a:tc>
                  <a:txBody>
                    <a:bodyPr/>
                    <a:lstStyle/>
                    <a:p>
                      <a:pPr algn="r"/>
                      <a:endParaRPr lang="es-MX" dirty="0"/>
                    </a:p>
                  </a:txBody>
                  <a:tcPr/>
                </a:tc>
                <a:tc>
                  <a:txBody>
                    <a:bodyPr/>
                    <a:lstStyle/>
                    <a:p>
                      <a:pPr algn="r"/>
                      <a:r>
                        <a:rPr lang="es-MX" dirty="0"/>
                        <a:t>6,000</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61674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Ejercicio</a:t>
            </a:r>
          </a:p>
        </p:txBody>
      </p:sp>
      <p:graphicFrame>
        <p:nvGraphicFramePr>
          <p:cNvPr id="4" name="Content Placeholder 3"/>
          <p:cNvGraphicFramePr>
            <a:graphicFrameLocks noGrp="1"/>
          </p:cNvGraphicFramePr>
          <p:nvPr>
            <p:ph idx="1"/>
          </p:nvPr>
        </p:nvGraphicFramePr>
        <p:xfrm>
          <a:off x="838202" y="1991880"/>
          <a:ext cx="10485327" cy="4693920"/>
        </p:xfrm>
        <a:graphic>
          <a:graphicData uri="http://schemas.openxmlformats.org/drawingml/2006/table">
            <a:tbl>
              <a:tblPr firstRow="1" bandRow="1">
                <a:tableStyleId>{5C22544A-7EE6-4342-B048-85BDC9FD1C3A}</a:tableStyleId>
              </a:tblPr>
              <a:tblGrid>
                <a:gridCol w="1002473">
                  <a:extLst>
                    <a:ext uri="{9D8B030D-6E8A-4147-A177-3AD203B41FA5}">
                      <a16:colId xmlns:a16="http://schemas.microsoft.com/office/drawing/2014/main" val="20000"/>
                    </a:ext>
                  </a:extLst>
                </a:gridCol>
                <a:gridCol w="1059100">
                  <a:extLst>
                    <a:ext uri="{9D8B030D-6E8A-4147-A177-3AD203B41FA5}">
                      <a16:colId xmlns:a16="http://schemas.microsoft.com/office/drawing/2014/main" val="20001"/>
                    </a:ext>
                  </a:extLst>
                </a:gridCol>
                <a:gridCol w="1885167">
                  <a:extLst>
                    <a:ext uri="{9D8B030D-6E8A-4147-A177-3AD203B41FA5}">
                      <a16:colId xmlns:a16="http://schemas.microsoft.com/office/drawing/2014/main" val="20002"/>
                    </a:ext>
                  </a:extLst>
                </a:gridCol>
                <a:gridCol w="1822537">
                  <a:extLst>
                    <a:ext uri="{9D8B030D-6E8A-4147-A177-3AD203B41FA5}">
                      <a16:colId xmlns:a16="http://schemas.microsoft.com/office/drawing/2014/main" val="20003"/>
                    </a:ext>
                  </a:extLst>
                </a:gridCol>
                <a:gridCol w="964505">
                  <a:extLst>
                    <a:ext uri="{9D8B030D-6E8A-4147-A177-3AD203B41FA5}">
                      <a16:colId xmlns:a16="http://schemas.microsoft.com/office/drawing/2014/main" val="20004"/>
                    </a:ext>
                  </a:extLst>
                </a:gridCol>
                <a:gridCol w="1077238">
                  <a:extLst>
                    <a:ext uri="{9D8B030D-6E8A-4147-A177-3AD203B41FA5}">
                      <a16:colId xmlns:a16="http://schemas.microsoft.com/office/drawing/2014/main" val="20005"/>
                    </a:ext>
                  </a:extLst>
                </a:gridCol>
                <a:gridCol w="1114816">
                  <a:extLst>
                    <a:ext uri="{9D8B030D-6E8A-4147-A177-3AD203B41FA5}">
                      <a16:colId xmlns:a16="http://schemas.microsoft.com/office/drawing/2014/main" val="20006"/>
                    </a:ext>
                  </a:extLst>
                </a:gridCol>
                <a:gridCol w="1559491">
                  <a:extLst>
                    <a:ext uri="{9D8B030D-6E8A-4147-A177-3AD203B41FA5}">
                      <a16:colId xmlns:a16="http://schemas.microsoft.com/office/drawing/2014/main" val="20007"/>
                    </a:ext>
                  </a:extLst>
                </a:gridCol>
              </a:tblGrid>
              <a:tr h="579120">
                <a:tc>
                  <a:txBody>
                    <a:bodyPr/>
                    <a:lstStyle/>
                    <a:p>
                      <a:pPr algn="ctr"/>
                      <a:r>
                        <a:rPr lang="es-MX" sz="1600" dirty="0"/>
                        <a:t>Ejercicio</a:t>
                      </a:r>
                    </a:p>
                  </a:txBody>
                  <a:tcPr/>
                </a:tc>
                <a:tc>
                  <a:txBody>
                    <a:bodyPr/>
                    <a:lstStyle/>
                    <a:p>
                      <a:pPr algn="ctr"/>
                      <a:r>
                        <a:rPr lang="es-MX" sz="1600" dirty="0"/>
                        <a:t>Saldo Inicial</a:t>
                      </a:r>
                    </a:p>
                  </a:txBody>
                  <a:tcPr/>
                </a:tc>
                <a:tc>
                  <a:txBody>
                    <a:bodyPr/>
                    <a:lstStyle/>
                    <a:p>
                      <a:pPr algn="ctr"/>
                      <a:r>
                        <a:rPr lang="es-MX" sz="1600" dirty="0"/>
                        <a:t>INPC mes</a:t>
                      </a:r>
                      <a:r>
                        <a:rPr lang="es-MX" sz="1600" baseline="0" dirty="0"/>
                        <a:t> más reciente</a:t>
                      </a:r>
                      <a:endParaRPr lang="es-MX" sz="1600" dirty="0"/>
                    </a:p>
                  </a:txBody>
                  <a:tcPr/>
                </a:tc>
                <a:tc>
                  <a:txBody>
                    <a:bodyPr/>
                    <a:lstStyle/>
                    <a:p>
                      <a:pPr algn="ctr"/>
                      <a:r>
                        <a:rPr lang="es-MX" sz="1600" dirty="0"/>
                        <a:t>INPC mes más antigüo</a:t>
                      </a:r>
                    </a:p>
                  </a:txBody>
                  <a:tcPr/>
                </a:tc>
                <a:tc>
                  <a:txBody>
                    <a:bodyPr/>
                    <a:lstStyle/>
                    <a:p>
                      <a:pPr algn="ctr"/>
                      <a:r>
                        <a:rPr lang="es-MX" sz="1600" dirty="0"/>
                        <a:t>F.</a:t>
                      </a:r>
                      <a:r>
                        <a:rPr lang="es-MX" sz="1600" baseline="0" dirty="0"/>
                        <a:t> </a:t>
                      </a:r>
                      <a:r>
                        <a:rPr lang="es-MX" sz="1600" baseline="0" dirty="0" err="1"/>
                        <a:t>Act</a:t>
                      </a:r>
                      <a:r>
                        <a:rPr lang="es-MX" sz="1600" baseline="0" dirty="0"/>
                        <a:t>.</a:t>
                      </a:r>
                      <a:endParaRPr lang="es-MX" sz="1600" dirty="0"/>
                    </a:p>
                  </a:txBody>
                  <a:tcPr/>
                </a:tc>
                <a:tc>
                  <a:txBody>
                    <a:bodyPr/>
                    <a:lstStyle/>
                    <a:p>
                      <a:pPr algn="ctr"/>
                      <a:r>
                        <a:rPr lang="es-MX" sz="1600" dirty="0"/>
                        <a:t>Pérdidas</a:t>
                      </a:r>
                      <a:r>
                        <a:rPr lang="es-MX" sz="1600" baseline="0" dirty="0"/>
                        <a:t> </a:t>
                      </a:r>
                      <a:r>
                        <a:rPr lang="es-MX" sz="1600" baseline="0" dirty="0" err="1"/>
                        <a:t>Act</a:t>
                      </a:r>
                      <a:r>
                        <a:rPr lang="es-MX" sz="1600" baseline="0" dirty="0"/>
                        <a:t>.</a:t>
                      </a:r>
                      <a:endParaRPr lang="es-MX" sz="1600" dirty="0"/>
                    </a:p>
                  </a:txBody>
                  <a:tcPr/>
                </a:tc>
                <a:tc>
                  <a:txBody>
                    <a:bodyPr/>
                    <a:lstStyle/>
                    <a:p>
                      <a:pPr algn="ctr"/>
                      <a:r>
                        <a:rPr lang="es-MX" sz="1600" dirty="0"/>
                        <a:t>Utilidad</a:t>
                      </a:r>
                      <a:r>
                        <a:rPr lang="es-MX" sz="1600" baseline="0" dirty="0"/>
                        <a:t> Fiscal</a:t>
                      </a:r>
                      <a:endParaRPr lang="es-MX" sz="1600" dirty="0"/>
                    </a:p>
                  </a:txBody>
                  <a:tcPr/>
                </a:tc>
                <a:tc>
                  <a:txBody>
                    <a:bodyPr/>
                    <a:lstStyle/>
                    <a:p>
                      <a:pPr algn="ctr"/>
                      <a:r>
                        <a:rPr lang="es-MX" sz="1600" dirty="0"/>
                        <a:t>Saldo por Aplicar</a:t>
                      </a:r>
                    </a:p>
                  </a:txBody>
                  <a:tcPr/>
                </a:tc>
                <a:extLst>
                  <a:ext uri="{0D108BD9-81ED-4DB2-BD59-A6C34878D82A}">
                    <a16:rowId xmlns:a16="http://schemas.microsoft.com/office/drawing/2014/main" val="10000"/>
                  </a:ext>
                </a:extLst>
              </a:tr>
              <a:tr h="822960">
                <a:tc>
                  <a:txBody>
                    <a:bodyPr/>
                    <a:lstStyle/>
                    <a:p>
                      <a:pPr algn="ctr">
                        <a:lnSpc>
                          <a:spcPct val="150000"/>
                        </a:lnSpc>
                      </a:pPr>
                      <a:r>
                        <a:rPr lang="es-MX" sz="1600" dirty="0"/>
                        <a:t>2014</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tx1"/>
                          </a:solidFill>
                        </a:rPr>
                        <a:t>$1,000</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Diciembre 2014</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87.188983712964</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Julio 2014</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84.914958831661</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1.0267</a:t>
                      </a:r>
                      <a:r>
                        <a:rPr lang="es-MX" sz="1600" strike="sngStrike" dirty="0">
                          <a:solidFill>
                            <a:srgbClr val="FF0000"/>
                          </a:solidFill>
                        </a:rPr>
                        <a:t>8</a:t>
                      </a:r>
                      <a:endParaRPr lang="es-MX" sz="1600" dirty="0">
                        <a:solidFill>
                          <a:schemeClr val="accent6"/>
                        </a:solidFill>
                      </a:endParaRP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$1,026.70</a:t>
                      </a:r>
                    </a:p>
                  </a:txBody>
                  <a:tcPr/>
                </a:tc>
                <a:tc>
                  <a:txBody>
                    <a:bodyPr/>
                    <a:lstStyle/>
                    <a:p>
                      <a:pPr algn="r">
                        <a:lnSpc>
                          <a:spcPct val="150000"/>
                        </a:lnSpc>
                      </a:pPr>
                      <a:endParaRPr lang="es-MX" sz="1600" dirty="0"/>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$1,026.70</a:t>
                      </a:r>
                    </a:p>
                  </a:txBody>
                  <a:tcPr/>
                </a:tc>
                <a:extLst>
                  <a:ext uri="{0D108BD9-81ED-4DB2-BD59-A6C34878D82A}">
                    <a16:rowId xmlns:a16="http://schemas.microsoft.com/office/drawing/2014/main" val="10001"/>
                  </a:ext>
                </a:extLst>
              </a:tr>
              <a:tr h="822960">
                <a:tc>
                  <a:txBody>
                    <a:bodyPr/>
                    <a:lstStyle/>
                    <a:p>
                      <a:pPr algn="ctr">
                        <a:lnSpc>
                          <a:spcPct val="150000"/>
                        </a:lnSpc>
                      </a:pPr>
                      <a:r>
                        <a:rPr lang="es-MX" sz="1600" dirty="0"/>
                        <a:t>2015</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$1,026.70</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Junio 2015</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87.113107758880</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Diciembre</a:t>
                      </a:r>
                      <a:r>
                        <a:rPr lang="es-MX" sz="1600" baseline="0" dirty="0">
                          <a:solidFill>
                            <a:srgbClr val="00B0F0"/>
                          </a:solidFill>
                        </a:rPr>
                        <a:t> 2014</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87.188983712964</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0.9991</a:t>
                      </a:r>
                      <a:r>
                        <a:rPr lang="es-MX" sz="1600" strike="sngStrike" dirty="0">
                          <a:solidFill>
                            <a:srgbClr val="FF0000"/>
                          </a:solidFill>
                        </a:rPr>
                        <a:t>2</a:t>
                      </a:r>
                      <a:endParaRPr lang="es-MX" sz="1600" dirty="0">
                        <a:solidFill>
                          <a:schemeClr val="accent6"/>
                        </a:solidFill>
                      </a:endParaRP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1,025.78</a:t>
                      </a:r>
                    </a:p>
                  </a:txBody>
                  <a:tcPr/>
                </a:tc>
                <a:tc>
                  <a:txBody>
                    <a:bodyPr/>
                    <a:lstStyle/>
                    <a:p>
                      <a:pPr algn="r">
                        <a:lnSpc>
                          <a:spcPct val="150000"/>
                        </a:lnSpc>
                      </a:pPr>
                      <a:endParaRPr lang="es-MX" sz="1600" dirty="0"/>
                    </a:p>
                    <a:p>
                      <a:pPr algn="r">
                        <a:lnSpc>
                          <a:spcPct val="150000"/>
                        </a:lnSpc>
                      </a:pPr>
                      <a:r>
                        <a:rPr lang="es-MX" sz="1600" dirty="0"/>
                        <a:t>$200</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825.78</a:t>
                      </a:r>
                    </a:p>
                  </a:txBody>
                  <a:tcPr/>
                </a:tc>
                <a:extLst>
                  <a:ext uri="{0D108BD9-81ED-4DB2-BD59-A6C34878D82A}">
                    <a16:rowId xmlns:a16="http://schemas.microsoft.com/office/drawing/2014/main" val="10002"/>
                  </a:ext>
                </a:extLst>
              </a:tr>
              <a:tr h="822960">
                <a:tc>
                  <a:txBody>
                    <a:bodyPr/>
                    <a:lstStyle/>
                    <a:p>
                      <a:pPr algn="ctr">
                        <a:lnSpc>
                          <a:spcPct val="150000"/>
                        </a:lnSpc>
                      </a:pPr>
                      <a:r>
                        <a:rPr lang="es-MX" sz="1600" dirty="0"/>
                        <a:t>2016</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825.78</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Junio 2016</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89.324027886291</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Junio 2015</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87.113107758880</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1.0253</a:t>
                      </a:r>
                      <a:r>
                        <a:rPr lang="es-MX" sz="1600" strike="sngStrike" dirty="0">
                          <a:solidFill>
                            <a:srgbClr val="FF0000"/>
                          </a:solidFill>
                        </a:rPr>
                        <a:t>7</a:t>
                      </a:r>
                      <a:endParaRPr lang="es-MX" sz="1600" dirty="0">
                        <a:solidFill>
                          <a:schemeClr val="accent6"/>
                        </a:solidFill>
                      </a:endParaRP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846.67</a:t>
                      </a:r>
                    </a:p>
                  </a:txBody>
                  <a:tcPr/>
                </a:tc>
                <a:tc>
                  <a:txBody>
                    <a:bodyPr/>
                    <a:lstStyle/>
                    <a:p>
                      <a:pPr algn="r">
                        <a:lnSpc>
                          <a:spcPct val="150000"/>
                        </a:lnSpc>
                      </a:pPr>
                      <a:endParaRPr lang="es-MX" sz="1600" dirty="0"/>
                    </a:p>
                    <a:p>
                      <a:pPr algn="r">
                        <a:lnSpc>
                          <a:spcPct val="150000"/>
                        </a:lnSpc>
                      </a:pPr>
                      <a:r>
                        <a:rPr lang="es-MX" sz="1600" dirty="0"/>
                        <a:t>50</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796.67</a:t>
                      </a:r>
                    </a:p>
                  </a:txBody>
                  <a:tcPr/>
                </a:tc>
                <a:extLst>
                  <a:ext uri="{0D108BD9-81ED-4DB2-BD59-A6C34878D82A}">
                    <a16:rowId xmlns:a16="http://schemas.microsoft.com/office/drawing/2014/main" val="10003"/>
                  </a:ext>
                </a:extLst>
              </a:tr>
              <a:tr h="822960">
                <a:tc>
                  <a:txBody>
                    <a:bodyPr/>
                    <a:lstStyle/>
                    <a:p>
                      <a:pPr algn="ctr">
                        <a:lnSpc>
                          <a:spcPct val="150000"/>
                        </a:lnSpc>
                      </a:pPr>
                      <a:r>
                        <a:rPr lang="es-MX" sz="1600" dirty="0"/>
                        <a:t>2017</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796.67</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Junio 2017</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94.963639641805</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Junio 2016</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89.324027886291</a:t>
                      </a:r>
                    </a:p>
                  </a:txBody>
                  <a:tcPr/>
                </a:tc>
                <a:tc>
                  <a:txBody>
                    <a:bodyPr/>
                    <a:lstStyle/>
                    <a:p>
                      <a:pPr marL="0" marR="0" indent="0" algn="r" defTabSz="914400" rtl="0" eaLnBrk="1" fontAlgn="auto" latinLnBrk="0" hangingPunct="1">
                        <a:lnSpc>
                          <a:spcPct val="150000"/>
                        </a:lnSpc>
                        <a:spcBef>
                          <a:spcPts val="0"/>
                        </a:spcBef>
                        <a:spcAft>
                          <a:spcPts val="0"/>
                        </a:spcAft>
                        <a:buClrTx/>
                        <a:buSzTx/>
                        <a:buFontTx/>
                        <a:buNone/>
                        <a:tabLst/>
                        <a:defRPr/>
                      </a:pPr>
                      <a:endParaRPr lang="es-MX" sz="1600" dirty="0">
                        <a:solidFill>
                          <a:schemeClr val="accent6"/>
                        </a:solidFill>
                      </a:endParaRP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1.0631</a:t>
                      </a:r>
                      <a:r>
                        <a:rPr lang="es-MX" sz="1600" strike="sngStrike" dirty="0">
                          <a:solidFill>
                            <a:srgbClr val="FF0000"/>
                          </a:solidFill>
                        </a:rPr>
                        <a:t>3</a:t>
                      </a:r>
                      <a:endParaRPr lang="es-MX" sz="1600" dirty="0">
                        <a:solidFill>
                          <a:schemeClr val="accent6"/>
                        </a:solidFill>
                      </a:endParaRP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846.94</a:t>
                      </a:r>
                    </a:p>
                  </a:txBody>
                  <a:tcPr/>
                </a:tc>
                <a:tc>
                  <a:txBody>
                    <a:bodyPr/>
                    <a:lstStyle/>
                    <a:p>
                      <a:pPr algn="r">
                        <a:lnSpc>
                          <a:spcPct val="150000"/>
                        </a:lnSpc>
                      </a:pPr>
                      <a:endParaRPr lang="es-MX" sz="1600" dirty="0"/>
                    </a:p>
                    <a:p>
                      <a:pPr algn="r">
                        <a:lnSpc>
                          <a:spcPct val="150000"/>
                        </a:lnSpc>
                      </a:pPr>
                      <a:r>
                        <a:rPr lang="es-MX" sz="1600" dirty="0"/>
                        <a:t>500</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346.94</a:t>
                      </a:r>
                    </a:p>
                  </a:txBody>
                  <a:tcPr/>
                </a:tc>
                <a:extLst>
                  <a:ext uri="{0D108BD9-81ED-4DB2-BD59-A6C34878D82A}">
                    <a16:rowId xmlns:a16="http://schemas.microsoft.com/office/drawing/2014/main" val="10004"/>
                  </a:ext>
                </a:extLst>
              </a:tr>
              <a:tr h="822960">
                <a:tc>
                  <a:txBody>
                    <a:bodyPr/>
                    <a:lstStyle/>
                    <a:p>
                      <a:pPr algn="ctr">
                        <a:lnSpc>
                          <a:spcPct val="150000"/>
                        </a:lnSpc>
                      </a:pPr>
                      <a:r>
                        <a:rPr lang="es-MX" sz="1600" dirty="0"/>
                        <a:t>2018</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346.94</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Junio 2018</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99.376464931787</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s-MX" sz="1600" dirty="0">
                          <a:solidFill>
                            <a:srgbClr val="00B0F0"/>
                          </a:solidFill>
                        </a:rPr>
                        <a:t>Junio 2017</a:t>
                      </a:r>
                    </a:p>
                    <a:p>
                      <a:pPr marL="0" marR="0" indent="0" algn="r" defTabSz="914400" rtl="0" eaLnBrk="1" fontAlgn="auto" latinLnBrk="0" hangingPunct="1">
                        <a:lnSpc>
                          <a:spcPct val="150000"/>
                        </a:lnSpc>
                        <a:spcBef>
                          <a:spcPts val="0"/>
                        </a:spcBef>
                        <a:spcAft>
                          <a:spcPts val="0"/>
                        </a:spcAft>
                        <a:buClrTx/>
                        <a:buSzTx/>
                        <a:buFontTx/>
                        <a:buNone/>
                        <a:tabLst/>
                        <a:defRPr/>
                      </a:pPr>
                      <a:r>
                        <a:rPr lang="es-MX" sz="1600" dirty="0">
                          <a:solidFill>
                            <a:schemeClr val="accent6"/>
                          </a:solidFill>
                        </a:rPr>
                        <a:t>94.963639641805</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1.0464</a:t>
                      </a:r>
                      <a:r>
                        <a:rPr lang="es-MX" sz="1600" strike="sngStrike" dirty="0">
                          <a:solidFill>
                            <a:srgbClr val="FF0000"/>
                          </a:solidFill>
                        </a:rPr>
                        <a:t>6</a:t>
                      </a:r>
                      <a:endParaRPr lang="es-MX" sz="1600" dirty="0">
                        <a:solidFill>
                          <a:schemeClr val="accent6"/>
                        </a:solidFill>
                      </a:endParaRP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363.04</a:t>
                      </a:r>
                    </a:p>
                  </a:txBody>
                  <a:tcPr/>
                </a:tc>
                <a:tc>
                  <a:txBody>
                    <a:bodyPr/>
                    <a:lstStyle/>
                    <a:p>
                      <a:pPr algn="r">
                        <a:lnSpc>
                          <a:spcPct val="150000"/>
                        </a:lnSpc>
                      </a:pPr>
                      <a:endParaRPr lang="es-MX" sz="1600" dirty="0"/>
                    </a:p>
                    <a:p>
                      <a:pPr algn="r">
                        <a:lnSpc>
                          <a:spcPct val="150000"/>
                        </a:lnSpc>
                      </a:pPr>
                      <a:r>
                        <a:rPr lang="es-MX" sz="1600" dirty="0"/>
                        <a:t>6,000</a:t>
                      </a:r>
                    </a:p>
                  </a:txBody>
                  <a:tcPr/>
                </a:tc>
                <a:tc>
                  <a:txBody>
                    <a:bodyPr/>
                    <a:lstStyle/>
                    <a:p>
                      <a:pPr algn="r">
                        <a:lnSpc>
                          <a:spcPct val="150000"/>
                        </a:lnSpc>
                      </a:pPr>
                      <a:endParaRPr lang="es-MX" sz="1600" dirty="0">
                        <a:solidFill>
                          <a:schemeClr val="accent6"/>
                        </a:solidFill>
                      </a:endParaRPr>
                    </a:p>
                    <a:p>
                      <a:pPr algn="r">
                        <a:lnSpc>
                          <a:spcPct val="150000"/>
                        </a:lnSpc>
                      </a:pPr>
                      <a:r>
                        <a:rPr lang="es-MX" sz="1600" dirty="0">
                          <a:solidFill>
                            <a:schemeClr val="accent6"/>
                          </a:solidFill>
                        </a:rPr>
                        <a:t>0.00</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2112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MX" sz="3600" dirty="0"/>
              <a:t>Las pérdidas que no utilizo pudiéndolo hacer, las pierdo, hasta por el monto que pude utilizar </a:t>
            </a:r>
            <a:r>
              <a:rPr lang="es-MX" sz="1600" dirty="0"/>
              <a:t>(LISR 57 Tercer párrafo)</a:t>
            </a:r>
          </a:p>
        </p:txBody>
      </p:sp>
      <p:sp>
        <p:nvSpPr>
          <p:cNvPr id="3" name="Content Placeholder 2"/>
          <p:cNvSpPr>
            <a:spLocks noGrp="1"/>
          </p:cNvSpPr>
          <p:nvPr>
            <p:ph idx="1"/>
          </p:nvPr>
        </p:nvSpPr>
        <p:spPr/>
        <p:txBody>
          <a:bodyPr>
            <a:normAutofit/>
          </a:bodyPr>
          <a:lstStyle/>
          <a:p>
            <a:endParaRPr lang="es-MX" dirty="0"/>
          </a:p>
          <a:p>
            <a:r>
              <a:rPr lang="es-MX" dirty="0"/>
              <a:t>Cuando el contribuyente </a:t>
            </a:r>
            <a:r>
              <a:rPr lang="es-MX" dirty="0">
                <a:solidFill>
                  <a:schemeClr val="accent6"/>
                </a:solidFill>
              </a:rPr>
              <a:t>no disminuya</a:t>
            </a:r>
            <a:r>
              <a:rPr lang="es-MX" dirty="0"/>
              <a:t> en un ejercicio la pérdida fiscal de ejercicios anteriores, </a:t>
            </a:r>
            <a:r>
              <a:rPr lang="es-MX" dirty="0">
                <a:solidFill>
                  <a:schemeClr val="accent6"/>
                </a:solidFill>
              </a:rPr>
              <a:t>pudiendo haberlo hecho </a:t>
            </a:r>
            <a:r>
              <a:rPr lang="es-MX" dirty="0"/>
              <a:t>conforme a este artículo, perderá el derecho a hacerlo en los ejercicios posteriores y hasta por la cantidad en la que pudo haberlo efectuado.</a:t>
            </a:r>
          </a:p>
        </p:txBody>
      </p:sp>
    </p:spTree>
    <p:extLst>
      <p:ext uri="{BB962C8B-B14F-4D97-AF65-F5344CB8AC3E}">
        <p14:creationId xmlns:p14="http://schemas.microsoft.com/office/powerpoint/2010/main" val="2284881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Las pérdidas nunca pueden traspasarse en una fusión </a:t>
            </a:r>
            <a:r>
              <a:rPr lang="es-MX" sz="1800" dirty="0"/>
              <a:t>(LISR 57 Sexto párrafo)</a:t>
            </a:r>
            <a:endParaRPr lang="es-MX" dirty="0"/>
          </a:p>
        </p:txBody>
      </p:sp>
      <p:sp>
        <p:nvSpPr>
          <p:cNvPr id="3" name="Content Placeholder 2"/>
          <p:cNvSpPr>
            <a:spLocks noGrp="1"/>
          </p:cNvSpPr>
          <p:nvPr>
            <p:ph sz="half" idx="1"/>
          </p:nvPr>
        </p:nvSpPr>
        <p:spPr/>
        <p:txBody>
          <a:bodyPr>
            <a:normAutofit/>
          </a:bodyPr>
          <a:lstStyle/>
          <a:p>
            <a:endParaRPr lang="es-MX" dirty="0"/>
          </a:p>
          <a:p>
            <a:r>
              <a:rPr lang="es-MX" dirty="0"/>
              <a:t>El derecho a disminuir las pérdidas fiscales es personal del contribuyente que las sufra y </a:t>
            </a:r>
            <a:r>
              <a:rPr lang="es-MX" dirty="0">
                <a:solidFill>
                  <a:schemeClr val="accent6"/>
                </a:solidFill>
              </a:rPr>
              <a:t>no podrá ser transmitido </a:t>
            </a:r>
            <a:r>
              <a:rPr lang="es-MX" dirty="0"/>
              <a:t>a otra persona ni como consecuencia de fusión.</a:t>
            </a:r>
          </a:p>
          <a:p>
            <a:pPr marL="0" indent="0">
              <a:buNone/>
            </a:pPr>
            <a:endParaRPr lang="es-MX" dirty="0"/>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90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s-MX" dirty="0"/>
              <a:t>Las pérdidas de la </a:t>
            </a:r>
            <a:r>
              <a:rPr lang="es-MX" dirty="0" err="1"/>
              <a:t>fusionante</a:t>
            </a:r>
            <a:r>
              <a:rPr lang="es-MX" dirty="0"/>
              <a:t> deben aplicarse a los mismos giros </a:t>
            </a:r>
            <a:r>
              <a:rPr lang="es-MX" sz="1800" dirty="0"/>
              <a:t>(LISR 58 Primer párrafo)</a:t>
            </a:r>
          </a:p>
        </p:txBody>
      </p:sp>
      <p:sp>
        <p:nvSpPr>
          <p:cNvPr id="3" name="Content Placeholder 2"/>
          <p:cNvSpPr>
            <a:spLocks noGrp="1"/>
          </p:cNvSpPr>
          <p:nvPr>
            <p:ph sz="half" idx="1"/>
          </p:nvPr>
        </p:nvSpPr>
        <p:spPr/>
        <p:txBody>
          <a:bodyPr>
            <a:normAutofit/>
          </a:bodyPr>
          <a:lstStyle/>
          <a:p>
            <a:r>
              <a:rPr lang="es-MX" dirty="0"/>
              <a:t>En los casos de fusión, la sociedad fusionante sólo podrá disminuir su pérdida fiscal pendiente de disminuir al momento de la fusión, con cargo a la utilidad fiscal correspondiente a la </a:t>
            </a:r>
            <a:r>
              <a:rPr lang="es-MX" dirty="0">
                <a:solidFill>
                  <a:schemeClr val="accent6"/>
                </a:solidFill>
              </a:rPr>
              <a:t>explotación de los mismos giros </a:t>
            </a:r>
            <a:r>
              <a:rPr lang="es-MX" dirty="0"/>
              <a:t>en los que se produjo la pérdida</a:t>
            </a:r>
          </a:p>
          <a:p>
            <a:endParaRPr lang="es-MX" dirty="0"/>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6">
            <a:extLst>
              <a:ext uri="{FF2B5EF4-FFF2-40B4-BE49-F238E27FC236}">
                <a16:creationId xmlns:a16="http://schemas.microsoft.com/office/drawing/2014/main" id="{68CA67CD-3365-4F88-A29A-84C54103395A}"/>
              </a:ext>
            </a:extLst>
          </p:cNvPr>
          <p:cNvGraphicFramePr>
            <a:graphicFrameLocks/>
          </p:cNvGraphicFramePr>
          <p:nvPr/>
        </p:nvGraphicFramePr>
        <p:xfrm>
          <a:off x="5838825" y="3987800"/>
          <a:ext cx="5334000" cy="21891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386409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Y si ambas tienen pérdidas …</a:t>
            </a:r>
          </a:p>
        </p:txBody>
      </p:sp>
      <p:sp>
        <p:nvSpPr>
          <p:cNvPr id="3" name="Content Placeholder 2"/>
          <p:cNvSpPr>
            <a:spLocks noGrp="1"/>
          </p:cNvSpPr>
          <p:nvPr>
            <p:ph sz="half" idx="1"/>
          </p:nvPr>
        </p:nvSpPr>
        <p:spPr/>
        <p:txBody>
          <a:bodyPr anchor="ctr">
            <a:normAutofit/>
          </a:bodyPr>
          <a:lstStyle/>
          <a:p>
            <a:pPr marL="0" indent="0" algn="ctr">
              <a:buNone/>
            </a:pPr>
            <a:r>
              <a:rPr lang="es-MX" sz="28700" dirty="0"/>
              <a:t>?</a:t>
            </a:r>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2856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Y si ambas tienen pérdidas se aplican las dos reglas</a:t>
            </a:r>
          </a:p>
        </p:txBody>
      </p:sp>
      <p:sp>
        <p:nvSpPr>
          <p:cNvPr id="3" name="Content Placeholder 2"/>
          <p:cNvSpPr>
            <a:spLocks noGrp="1"/>
          </p:cNvSpPr>
          <p:nvPr>
            <p:ph sz="half" idx="1"/>
          </p:nvPr>
        </p:nvSpPr>
        <p:spPr/>
        <p:txBody>
          <a:bodyPr>
            <a:normAutofit fontScale="85000" lnSpcReduction="20000"/>
          </a:bodyPr>
          <a:lstStyle/>
          <a:p>
            <a:endParaRPr lang="es-MX" dirty="0"/>
          </a:p>
          <a:p>
            <a:r>
              <a:rPr lang="es-MX" dirty="0"/>
              <a:t>El derecho a disminuir las pérdidas fiscales es personal del contribuyente que las sufra y </a:t>
            </a:r>
            <a:r>
              <a:rPr lang="es-MX" dirty="0">
                <a:solidFill>
                  <a:schemeClr val="accent6"/>
                </a:solidFill>
              </a:rPr>
              <a:t>no podrá ser transmitido </a:t>
            </a:r>
            <a:r>
              <a:rPr lang="es-MX" dirty="0"/>
              <a:t>a otra persona ni como consecuencia de fusión. </a:t>
            </a:r>
            <a:r>
              <a:rPr lang="es-MX" sz="1900" dirty="0"/>
              <a:t>(LISR 57 Sexto Párrafo)</a:t>
            </a:r>
          </a:p>
          <a:p>
            <a:endParaRPr lang="es-MX" sz="1900" dirty="0"/>
          </a:p>
          <a:p>
            <a:r>
              <a:rPr lang="es-MX" dirty="0"/>
              <a:t>En los casos de fusión, la sociedad fusionante sólo podrá disminuir su pérdida fiscal pendiente de disminuir al momento de la fusión, con cargo a la utilidad fiscal correspondiente a la </a:t>
            </a:r>
            <a:r>
              <a:rPr lang="es-MX" dirty="0">
                <a:solidFill>
                  <a:schemeClr val="accent6"/>
                </a:solidFill>
              </a:rPr>
              <a:t>explotación de los mismos giros </a:t>
            </a:r>
            <a:r>
              <a:rPr lang="es-MX" dirty="0"/>
              <a:t>en los que se produjo la pérdida </a:t>
            </a:r>
            <a:r>
              <a:rPr lang="es-MX" sz="1900" dirty="0"/>
              <a:t>(LISR 58 Primer párrafo)</a:t>
            </a:r>
          </a:p>
          <a:p>
            <a:endParaRPr lang="es-MX" dirty="0"/>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6">
            <a:extLst>
              <a:ext uri="{FF2B5EF4-FFF2-40B4-BE49-F238E27FC236}">
                <a16:creationId xmlns:a16="http://schemas.microsoft.com/office/drawing/2014/main" id="{5F1FF7EB-FBE9-472F-A430-1A09E1DCBD9A}"/>
              </a:ext>
            </a:extLst>
          </p:cNvPr>
          <p:cNvGraphicFramePr>
            <a:graphicFrameLocks/>
          </p:cNvGraphicFramePr>
          <p:nvPr/>
        </p:nvGraphicFramePr>
        <p:xfrm>
          <a:off x="5838825" y="3987800"/>
          <a:ext cx="5334000" cy="21891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822013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Se han incorporado a la Ley alguna medidas tendientes a evitar un mercado de “pérdidas”</a:t>
            </a:r>
          </a:p>
        </p:txBody>
      </p:sp>
      <p:sp>
        <p:nvSpPr>
          <p:cNvPr id="3" name="Content Placeholder 2"/>
          <p:cNvSpPr>
            <a:spLocks noGrp="1"/>
          </p:cNvSpPr>
          <p:nvPr>
            <p:ph sz="half" idx="1"/>
          </p:nvPr>
        </p:nvSpPr>
        <p:spPr/>
        <p:txBody>
          <a:bodyPr>
            <a:normAutofit fontScale="70000" lnSpcReduction="20000"/>
          </a:bodyPr>
          <a:lstStyle/>
          <a:p>
            <a:r>
              <a:rPr lang="es-MX" dirty="0">
                <a:solidFill>
                  <a:schemeClr val="accent6"/>
                </a:solidFill>
              </a:rPr>
              <a:t>Cuando cambien los socios o accionistas que posean el control </a:t>
            </a:r>
            <a:r>
              <a:rPr lang="es-MX" dirty="0"/>
              <a:t>de una sociedad que tenga pérdidas fiscales de ejercicios anteriores pendientes de disminuir y la suma de sus ingresos en los tres últimos ejercicios hayan sido menores al monto </a:t>
            </a:r>
            <a:r>
              <a:rPr lang="es-MX" dirty="0">
                <a:solidFill>
                  <a:schemeClr val="accent6"/>
                </a:solidFill>
              </a:rPr>
              <a:t>actualizado</a:t>
            </a:r>
            <a:r>
              <a:rPr lang="es-MX" dirty="0"/>
              <a:t> de esas pérdidas </a:t>
            </a:r>
            <a:r>
              <a:rPr lang="es-MX" dirty="0">
                <a:solidFill>
                  <a:srgbClr val="92D050"/>
                </a:solidFill>
              </a:rPr>
              <a:t>al término del último ejercicio antes del cambio</a:t>
            </a:r>
            <a:r>
              <a:rPr lang="es-MX" dirty="0"/>
              <a:t> de socios o accionistas, dicha sociedad únicamente podrá disminuir las pérdidas contra las utilidades fiscales correspondientes a la explotación de los </a:t>
            </a:r>
            <a:r>
              <a:rPr lang="es-MX" dirty="0">
                <a:solidFill>
                  <a:schemeClr val="accent6"/>
                </a:solidFill>
              </a:rPr>
              <a:t>mismos giros</a:t>
            </a:r>
            <a:r>
              <a:rPr lang="es-MX" dirty="0"/>
              <a:t> en los que se produjeron las pérdidas. Para estos efectos, se considerarán los ingresos mostrados en los </a:t>
            </a:r>
            <a:r>
              <a:rPr lang="es-MX" dirty="0">
                <a:solidFill>
                  <a:schemeClr val="accent6"/>
                </a:solidFill>
              </a:rPr>
              <a:t>estados financieros</a:t>
            </a:r>
            <a:r>
              <a:rPr lang="es-MX" dirty="0"/>
              <a:t> correspondientes al periodo señalado, aprobados por la asamblea de accionistas. </a:t>
            </a:r>
            <a:r>
              <a:rPr lang="es-MX" sz="2000" dirty="0"/>
              <a:t>(LISR 58 Segundo Párrafo)</a:t>
            </a:r>
            <a:endParaRPr lang="es-MX" dirty="0"/>
          </a:p>
        </p:txBody>
      </p:sp>
      <p:graphicFrame>
        <p:nvGraphicFramePr>
          <p:cNvPr id="6" name="Content Placeholder 5"/>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6">
            <a:extLst>
              <a:ext uri="{FF2B5EF4-FFF2-40B4-BE49-F238E27FC236}">
                <a16:creationId xmlns:a16="http://schemas.microsoft.com/office/drawing/2014/main" id="{B9D1C52A-B19A-4142-92A4-220AAC533001}"/>
              </a:ext>
            </a:extLst>
          </p:cNvPr>
          <p:cNvGraphicFramePr>
            <a:graphicFrameLocks/>
          </p:cNvGraphicFramePr>
          <p:nvPr/>
        </p:nvGraphicFramePr>
        <p:xfrm>
          <a:off x="5838825" y="3987800"/>
          <a:ext cx="5334000" cy="21891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599487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MX" sz="3200" dirty="0"/>
              <a:t>El Control (acciones con derecho a voto) y el plazo (3 años), son importantes para considerar si existe cambio de accionistas</a:t>
            </a:r>
          </a:p>
        </p:txBody>
      </p:sp>
      <p:sp>
        <p:nvSpPr>
          <p:cNvPr id="3" name="Content Placeholder 2"/>
          <p:cNvSpPr>
            <a:spLocks noGrp="1"/>
          </p:cNvSpPr>
          <p:nvPr>
            <p:ph sz="half" idx="1"/>
          </p:nvPr>
        </p:nvSpPr>
        <p:spPr/>
        <p:txBody>
          <a:bodyPr>
            <a:noAutofit/>
          </a:bodyPr>
          <a:lstStyle/>
          <a:p>
            <a:r>
              <a:rPr lang="es-MX" sz="1600" dirty="0"/>
              <a:t>Para los efectos del párrafo anterior, se considera que existe </a:t>
            </a:r>
            <a:r>
              <a:rPr lang="es-MX" sz="1600" dirty="0">
                <a:solidFill>
                  <a:schemeClr val="accent6"/>
                </a:solidFill>
              </a:rPr>
              <a:t>cambio de socios o accionistas que posean el control </a:t>
            </a:r>
            <a:r>
              <a:rPr lang="es-MX" sz="1600" dirty="0"/>
              <a:t>de una sociedad, cuando cambian los tenedores, directa o indirectamente, de más del </a:t>
            </a:r>
            <a:r>
              <a:rPr lang="es-MX" sz="1600" dirty="0">
                <a:solidFill>
                  <a:schemeClr val="accent6"/>
                </a:solidFill>
              </a:rPr>
              <a:t>cincuenta por ciento</a:t>
            </a:r>
            <a:r>
              <a:rPr lang="es-MX" sz="1600" dirty="0"/>
              <a:t> de las acciones o partes sociales con </a:t>
            </a:r>
            <a:r>
              <a:rPr lang="es-MX" sz="1600" dirty="0">
                <a:solidFill>
                  <a:schemeClr val="accent6"/>
                </a:solidFill>
              </a:rPr>
              <a:t>derecho a voto</a:t>
            </a:r>
            <a:r>
              <a:rPr lang="es-MX" sz="1600" dirty="0"/>
              <a:t> de la sociedad de que se trate, en </a:t>
            </a:r>
            <a:r>
              <a:rPr lang="es-MX" sz="1600" dirty="0">
                <a:solidFill>
                  <a:schemeClr val="accent6"/>
                </a:solidFill>
              </a:rPr>
              <a:t>uno o más actos</a:t>
            </a:r>
            <a:r>
              <a:rPr lang="es-MX" sz="1600" dirty="0"/>
              <a:t> realizados dentro de un periodo de </a:t>
            </a:r>
            <a:r>
              <a:rPr lang="es-MX" sz="1600" dirty="0">
                <a:solidFill>
                  <a:schemeClr val="accent6"/>
                </a:solidFill>
              </a:rPr>
              <a:t>tres años</a:t>
            </a:r>
            <a:r>
              <a:rPr lang="es-MX" sz="1600" dirty="0"/>
              <a:t>. Lo dispuesto en este párrafo no aplica en los casos en que el cambio de socios o accionistas se presente como consecuencia de herencia, donación, o con motivo de una reestructura corporativa, fusión o escisión de sociedades que no se consideren enajenación en los términos del Código Fiscal de la Federación, siempre que en el caso de la reestructura, fusión o escisión los socios o accionistas directos o indirectos que mantenían el control previo a dichos actos, lo mantengan con posteridad a los mismos. En el caso de fusión, deberá estarse a lo dispuesto en el primer párrafo de este artículo. Para estos efectos, </a:t>
            </a:r>
            <a:r>
              <a:rPr lang="es-MX" sz="1600" dirty="0">
                <a:solidFill>
                  <a:schemeClr val="accent6"/>
                </a:solidFill>
              </a:rPr>
              <a:t>no se incluirán</a:t>
            </a:r>
            <a:r>
              <a:rPr lang="es-MX" sz="1600" dirty="0"/>
              <a:t> las acciones colocadas entre el </a:t>
            </a:r>
            <a:r>
              <a:rPr lang="es-MX" sz="1600" dirty="0">
                <a:solidFill>
                  <a:schemeClr val="accent6"/>
                </a:solidFill>
              </a:rPr>
              <a:t>gran público inversionista</a:t>
            </a:r>
            <a:r>
              <a:rPr lang="es-MX" sz="1600" dirty="0"/>
              <a:t>. </a:t>
            </a:r>
            <a:r>
              <a:rPr lang="es-MX" sz="1000" dirty="0"/>
              <a:t>(LISR 58 Tercer párrafo)</a:t>
            </a:r>
          </a:p>
        </p:txBody>
      </p:sp>
      <p:graphicFrame>
        <p:nvGraphicFramePr>
          <p:cNvPr id="5" name="Content Placeholder 4"/>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8222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En escisiones, al contrario que en las fusiones,  es OBLIGATORIO trasmitir las pérdidas </a:t>
            </a:r>
            <a:r>
              <a:rPr lang="es-MX" sz="2000" dirty="0"/>
              <a:t>(LISR 57 Séptimo párrafo)</a:t>
            </a:r>
            <a:endParaRPr lang="es-MX" dirty="0"/>
          </a:p>
        </p:txBody>
      </p:sp>
      <p:sp>
        <p:nvSpPr>
          <p:cNvPr id="3" name="Content Placeholder 2"/>
          <p:cNvSpPr>
            <a:spLocks noGrp="1"/>
          </p:cNvSpPr>
          <p:nvPr>
            <p:ph sz="half" idx="1"/>
          </p:nvPr>
        </p:nvSpPr>
        <p:spPr/>
        <p:txBody>
          <a:bodyPr>
            <a:normAutofit fontScale="77500" lnSpcReduction="20000"/>
          </a:bodyPr>
          <a:lstStyle/>
          <a:p>
            <a:r>
              <a:rPr lang="es-MX" dirty="0"/>
              <a:t>En el caso de </a:t>
            </a:r>
            <a:r>
              <a:rPr lang="es-MX" dirty="0">
                <a:solidFill>
                  <a:schemeClr val="accent6"/>
                </a:solidFill>
              </a:rPr>
              <a:t>escisión</a:t>
            </a:r>
            <a:r>
              <a:rPr lang="es-MX" dirty="0"/>
              <a:t> de sociedades, las pérdidas fiscales pendientes de disminuirse de utilidades fiscales, se </a:t>
            </a:r>
            <a:r>
              <a:rPr lang="es-MX" dirty="0">
                <a:solidFill>
                  <a:schemeClr val="accent6"/>
                </a:solidFill>
              </a:rPr>
              <a:t>deberán dividir</a:t>
            </a:r>
            <a:r>
              <a:rPr lang="es-MX" dirty="0"/>
              <a:t> entre las sociedades escindente y las escindidas,</a:t>
            </a:r>
          </a:p>
          <a:p>
            <a:pPr lvl="1"/>
            <a:r>
              <a:rPr lang="es-MX" dirty="0"/>
              <a:t>en la proporción en que se divida la suma del valor total de los inventarios y de las cuentas por cobrar relacionadas con las </a:t>
            </a:r>
            <a:r>
              <a:rPr lang="es-MX" dirty="0">
                <a:solidFill>
                  <a:schemeClr val="accent6"/>
                </a:solidFill>
              </a:rPr>
              <a:t>actividades comerciales</a:t>
            </a:r>
            <a:r>
              <a:rPr lang="es-MX" dirty="0"/>
              <a:t> de la escindente cuando ésta realizaba preponderantemente dichas actividades,</a:t>
            </a:r>
          </a:p>
          <a:p>
            <a:pPr lvl="1"/>
            <a:r>
              <a:rPr lang="es-MX" dirty="0"/>
              <a:t>o de los activos fijos cuando la sociedad escindente realizaba preponderantemente </a:t>
            </a:r>
            <a:r>
              <a:rPr lang="es-MX" dirty="0">
                <a:solidFill>
                  <a:schemeClr val="accent6"/>
                </a:solidFill>
              </a:rPr>
              <a:t>otras actividades </a:t>
            </a:r>
            <a:r>
              <a:rPr lang="es-MX" dirty="0"/>
              <a:t>empresariales.</a:t>
            </a:r>
          </a:p>
          <a:p>
            <a:pPr lvl="1"/>
            <a:r>
              <a:rPr lang="es-MX" dirty="0"/>
              <a:t>Para determinar la proporción a que se refiere este párrafo, se deberán excluir las inversiones en bienes inmuebles no afectos a la actividad preponderante.</a:t>
            </a:r>
          </a:p>
        </p:txBody>
      </p:sp>
      <p:graphicFrame>
        <p:nvGraphicFramePr>
          <p:cNvPr id="5" name="Content Placeholder 4"/>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3545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28261-E21F-4BE0-8C63-03DA728EC95A}"/>
              </a:ext>
            </a:extLst>
          </p:cNvPr>
          <p:cNvSpPr>
            <a:spLocks noGrp="1"/>
          </p:cNvSpPr>
          <p:nvPr>
            <p:ph idx="1"/>
          </p:nvPr>
        </p:nvSpPr>
        <p:spPr>
          <a:xfrm>
            <a:off x="838200" y="436098"/>
            <a:ext cx="10515600" cy="6133514"/>
          </a:xfrm>
        </p:spPr>
        <p:txBody>
          <a:bodyPr>
            <a:normAutofit fontScale="92500" lnSpcReduction="20000"/>
          </a:bodyPr>
          <a:lstStyle/>
          <a:p>
            <a:pPr marL="0" indent="0" algn="ctr">
              <a:buNone/>
            </a:pPr>
            <a:endParaRPr lang="es-MX" dirty="0"/>
          </a:p>
          <a:p>
            <a:pPr marL="0" indent="0" algn="ctr">
              <a:buNone/>
            </a:pPr>
            <a:r>
              <a:rPr lang="es-MX" dirty="0"/>
              <a:t>Ingresos Acumulables</a:t>
            </a:r>
            <a:endParaRPr lang="es-MX" sz="1600" dirty="0">
              <a:solidFill>
                <a:srgbClr val="92D050"/>
              </a:solidFill>
            </a:endParaRPr>
          </a:p>
          <a:p>
            <a:pPr marL="0" indent="0" algn="ctr">
              <a:buNone/>
            </a:pPr>
            <a:r>
              <a:rPr lang="es-MX" dirty="0"/>
              <a:t>(Deducciones Autorizadas)</a:t>
            </a:r>
          </a:p>
          <a:p>
            <a:pPr marL="0" indent="0" algn="ctr">
              <a:buNone/>
            </a:pPr>
            <a:r>
              <a:rPr lang="es-MX" dirty="0"/>
              <a:t>(PTU)</a:t>
            </a:r>
          </a:p>
          <a:p>
            <a:pPr marL="0" indent="0" algn="ctr">
              <a:buNone/>
            </a:pPr>
            <a:r>
              <a:rPr lang="es-MX" sz="2600" dirty="0"/>
              <a:t>______________________________</a:t>
            </a:r>
            <a:endParaRPr lang="es-MX" dirty="0"/>
          </a:p>
          <a:p>
            <a:pPr marL="0" indent="0" algn="ctr">
              <a:buNone/>
            </a:pPr>
            <a:r>
              <a:rPr lang="es-MX" dirty="0"/>
              <a:t>Utilidad o (Pérdida) Fiscal</a:t>
            </a:r>
          </a:p>
          <a:p>
            <a:pPr marL="0" indent="0" algn="ctr">
              <a:buNone/>
            </a:pPr>
            <a:r>
              <a:rPr lang="es-MX" dirty="0"/>
              <a:t>(Pérdidas de Ejercicios Anteriores)</a:t>
            </a:r>
          </a:p>
          <a:p>
            <a:pPr marL="0" indent="0" algn="ctr">
              <a:buNone/>
            </a:pPr>
            <a:r>
              <a:rPr lang="es-MX" dirty="0"/>
              <a:t>______________________________</a:t>
            </a:r>
          </a:p>
          <a:p>
            <a:pPr marL="0" indent="0" algn="ctr">
              <a:buNone/>
            </a:pPr>
            <a:r>
              <a:rPr lang="es-MX" dirty="0"/>
              <a:t>Resultado Fiscal</a:t>
            </a:r>
          </a:p>
          <a:p>
            <a:pPr marL="0" indent="0" algn="ctr">
              <a:buNone/>
            </a:pPr>
            <a:r>
              <a:rPr lang="es-MX" dirty="0"/>
              <a:t>Tasa</a:t>
            </a:r>
          </a:p>
          <a:p>
            <a:pPr marL="0" indent="0" algn="ctr">
              <a:buNone/>
            </a:pPr>
            <a:r>
              <a:rPr lang="es-MX" dirty="0"/>
              <a:t>______________________________</a:t>
            </a:r>
          </a:p>
          <a:p>
            <a:pPr marL="0" indent="0" algn="ctr">
              <a:buNone/>
            </a:pPr>
            <a:r>
              <a:rPr lang="es-MX" dirty="0"/>
              <a:t>ISR del Ejercicio</a:t>
            </a:r>
          </a:p>
          <a:p>
            <a:pPr marL="0" indent="0" algn="ctr">
              <a:buNone/>
            </a:pPr>
            <a:r>
              <a:rPr lang="es-MX" dirty="0"/>
              <a:t>(Pagos Provisionales)</a:t>
            </a:r>
          </a:p>
          <a:p>
            <a:pPr marL="0" indent="0" algn="ctr">
              <a:buNone/>
            </a:pPr>
            <a:r>
              <a:rPr lang="es-MX" dirty="0"/>
              <a:t>______________________________</a:t>
            </a:r>
          </a:p>
          <a:p>
            <a:pPr marL="0" indent="0" algn="ctr">
              <a:buNone/>
            </a:pPr>
            <a:r>
              <a:rPr lang="es-MX" dirty="0"/>
              <a:t>Saldo a Cargo a (Favor)</a:t>
            </a:r>
          </a:p>
        </p:txBody>
      </p:sp>
      <p:sp>
        <p:nvSpPr>
          <p:cNvPr id="7" name="Speech Bubble: Rectangle with Corners Rounded 6">
            <a:extLst>
              <a:ext uri="{FF2B5EF4-FFF2-40B4-BE49-F238E27FC236}">
                <a16:creationId xmlns:a16="http://schemas.microsoft.com/office/drawing/2014/main" id="{87317FD5-8A23-4953-A811-26D511CC214B}"/>
              </a:ext>
            </a:extLst>
          </p:cNvPr>
          <p:cNvSpPr/>
          <p:nvPr/>
        </p:nvSpPr>
        <p:spPr>
          <a:xfrm>
            <a:off x="410819" y="2054087"/>
            <a:ext cx="3114260" cy="742122"/>
          </a:xfrm>
          <a:prstGeom prst="wedgeRoundRectCallout">
            <a:avLst>
              <a:gd name="adj1" fmla="val 57890"/>
              <a:gd name="adj2" fmla="val 76786"/>
              <a:gd name="adj3" fmla="val 16667"/>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Plazo Máximo: 10 Ejercicios</a:t>
            </a:r>
          </a:p>
        </p:txBody>
      </p:sp>
      <p:sp>
        <p:nvSpPr>
          <p:cNvPr id="9" name="Speech Bubble: Rectangle with Corners Rounded 8">
            <a:extLst>
              <a:ext uri="{FF2B5EF4-FFF2-40B4-BE49-F238E27FC236}">
                <a16:creationId xmlns:a16="http://schemas.microsoft.com/office/drawing/2014/main" id="{9099F72F-E206-4F7C-A39B-BBD81C32C71F}"/>
              </a:ext>
            </a:extLst>
          </p:cNvPr>
          <p:cNvSpPr/>
          <p:nvPr/>
        </p:nvSpPr>
        <p:spPr>
          <a:xfrm>
            <a:off x="8971721" y="3624471"/>
            <a:ext cx="2170043" cy="636103"/>
          </a:xfrm>
          <a:prstGeom prst="wedgeRoundRectCallout">
            <a:avLst>
              <a:gd name="adj1" fmla="val -125871"/>
              <a:gd name="adj2" fmla="val -229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No puede ser Negativo</a:t>
            </a:r>
          </a:p>
        </p:txBody>
      </p:sp>
      <p:sp>
        <p:nvSpPr>
          <p:cNvPr id="13" name="Speech Bubble: Rectangle with Corners Rounded 12">
            <a:extLst>
              <a:ext uri="{FF2B5EF4-FFF2-40B4-BE49-F238E27FC236}">
                <a16:creationId xmlns:a16="http://schemas.microsoft.com/office/drawing/2014/main" id="{0A89737B-5478-47EB-A8C8-BC246FA67CBC}"/>
              </a:ext>
            </a:extLst>
          </p:cNvPr>
          <p:cNvSpPr/>
          <p:nvPr/>
        </p:nvSpPr>
        <p:spPr>
          <a:xfrm>
            <a:off x="2279374" y="3863009"/>
            <a:ext cx="914400" cy="397565"/>
          </a:xfrm>
          <a:prstGeom prst="wedgeRoundRectCallout">
            <a:avLst>
              <a:gd name="adj1" fmla="val 313949"/>
              <a:gd name="adj2" fmla="val 3916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30%</a:t>
            </a:r>
          </a:p>
        </p:txBody>
      </p:sp>
      <p:sp>
        <p:nvSpPr>
          <p:cNvPr id="14" name="Speech Bubble: Rectangle with Corners Rounded 13">
            <a:extLst>
              <a:ext uri="{FF2B5EF4-FFF2-40B4-BE49-F238E27FC236}">
                <a16:creationId xmlns:a16="http://schemas.microsoft.com/office/drawing/2014/main" id="{E3EDF4C8-F990-4062-BF70-893A311245F3}"/>
              </a:ext>
            </a:extLst>
          </p:cNvPr>
          <p:cNvSpPr/>
          <p:nvPr/>
        </p:nvSpPr>
        <p:spPr>
          <a:xfrm>
            <a:off x="505238" y="5355205"/>
            <a:ext cx="2584172" cy="1346319"/>
          </a:xfrm>
          <a:prstGeom prst="wedgeRoundRectCallout">
            <a:avLst>
              <a:gd name="adj1" fmla="val 104295"/>
              <a:gd name="adj2" fmla="val 10331"/>
              <a:gd name="adj3" fmla="val 16667"/>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La declaración se presenta 3 meses después de terminado el Ejercicio</a:t>
            </a:r>
          </a:p>
        </p:txBody>
      </p:sp>
    </p:spTree>
    <p:extLst>
      <p:ext uri="{BB962C8B-B14F-4D97-AF65-F5344CB8AC3E}">
        <p14:creationId xmlns:p14="http://schemas.microsoft.com/office/powerpoint/2010/main" val="2750197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Ajuste Anual </a:t>
            </a:r>
            <a:r>
              <a:rPr lang="es-MX"/>
              <a:t>por Inflación</a:t>
            </a:r>
            <a:endParaRPr lang="es-MX" dirty="0"/>
          </a:p>
        </p:txBody>
      </p:sp>
    </p:spTree>
    <p:extLst>
      <p:ext uri="{BB962C8B-B14F-4D97-AF65-F5344CB8AC3E}">
        <p14:creationId xmlns:p14="http://schemas.microsoft.com/office/powerpoint/2010/main" val="418986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MX" dirty="0"/>
              <a:t>El Ajuste Anual por Inflación puede ser Acumulable o Deducible</a:t>
            </a:r>
          </a:p>
        </p:txBody>
      </p:sp>
      <p:graphicFrame>
        <p:nvGraphicFramePr>
          <p:cNvPr id="11" name="Content Placeholder 10"/>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Content Placeholder 11"/>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845791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Los Créditos y Deudas deben ser partidas en numerario (monetarias)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3947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Ajuste Anual por Inflación </a:t>
            </a:r>
            <a:r>
              <a:rPr lang="es-MX" sz="1800" dirty="0"/>
              <a:t>(LISR-44)</a:t>
            </a:r>
            <a:endParaRPr lang="es-MX" dirty="0"/>
          </a:p>
        </p:txBody>
      </p:sp>
      <p:sp>
        <p:nvSpPr>
          <p:cNvPr id="3" name="Content Placeholder 2"/>
          <p:cNvSpPr>
            <a:spLocks noGrp="1"/>
          </p:cNvSpPr>
          <p:nvPr>
            <p:ph sz="half" idx="1"/>
          </p:nvPr>
        </p:nvSpPr>
        <p:spPr/>
        <p:txBody>
          <a:bodyPr>
            <a:normAutofit fontScale="70000" lnSpcReduction="20000"/>
          </a:bodyPr>
          <a:lstStyle/>
          <a:p>
            <a:pPr marL="0" indent="0">
              <a:buNone/>
            </a:pPr>
            <a:r>
              <a:rPr lang="es-MX" dirty="0"/>
              <a:t>Las personas morales determinarán, al cierre de cada ejercicio, el ajuste anual por inflación, como sigue: </a:t>
            </a:r>
          </a:p>
          <a:p>
            <a:pPr marL="0" indent="0">
              <a:buNone/>
            </a:pPr>
            <a:r>
              <a:rPr lang="es-MX" dirty="0"/>
              <a:t>	I. Determinarán el saldo </a:t>
            </a:r>
            <a:r>
              <a:rPr lang="es-MX" dirty="0">
                <a:solidFill>
                  <a:schemeClr val="accent6"/>
                </a:solidFill>
              </a:rPr>
              <a:t>promedio anual</a:t>
            </a:r>
            <a:r>
              <a:rPr lang="es-MX" dirty="0"/>
              <a:t> de sus </a:t>
            </a:r>
            <a:r>
              <a:rPr lang="es-MX" dirty="0">
                <a:solidFill>
                  <a:schemeClr val="accent6"/>
                </a:solidFill>
              </a:rPr>
              <a:t>deudas</a:t>
            </a:r>
            <a:r>
              <a:rPr lang="es-MX" dirty="0"/>
              <a:t> y el saldo </a:t>
            </a:r>
            <a:r>
              <a:rPr lang="es-MX" dirty="0">
                <a:solidFill>
                  <a:schemeClr val="accent6"/>
                </a:solidFill>
              </a:rPr>
              <a:t>promedio anual</a:t>
            </a:r>
            <a:r>
              <a:rPr lang="es-MX" dirty="0"/>
              <a:t> de sus </a:t>
            </a:r>
            <a:r>
              <a:rPr lang="es-MX" dirty="0">
                <a:solidFill>
                  <a:schemeClr val="accent6"/>
                </a:solidFill>
              </a:rPr>
              <a:t>créditos</a:t>
            </a:r>
            <a:r>
              <a:rPr lang="es-MX" dirty="0"/>
              <a:t>. </a:t>
            </a:r>
          </a:p>
          <a:p>
            <a:pPr marL="0" indent="0">
              <a:buNone/>
            </a:pPr>
            <a:r>
              <a:rPr lang="es-MX" dirty="0"/>
              <a:t>	II. Cuando el saldo promedio anual de las </a:t>
            </a:r>
            <a:r>
              <a:rPr lang="es-MX" dirty="0">
                <a:solidFill>
                  <a:schemeClr val="accent6"/>
                </a:solidFill>
              </a:rPr>
              <a:t>deudas sea mayor</a:t>
            </a:r>
            <a:r>
              <a:rPr lang="es-MX" dirty="0"/>
              <a:t> que el saldo promedio anual de los créditos, la diferencia se multiplicará por el factor de ajuste anual y el resultado será el ajuste anual por inflación </a:t>
            </a:r>
            <a:r>
              <a:rPr lang="es-MX" dirty="0">
                <a:solidFill>
                  <a:schemeClr val="accent6"/>
                </a:solidFill>
              </a:rPr>
              <a:t>acumulable</a:t>
            </a:r>
            <a:r>
              <a:rPr lang="es-MX" dirty="0"/>
              <a:t>. </a:t>
            </a:r>
          </a:p>
          <a:p>
            <a:pPr marL="0" indent="0">
              <a:buNone/>
            </a:pPr>
            <a:r>
              <a:rPr lang="es-MX" dirty="0"/>
              <a:t>Cuando el saldo promedio anual de los </a:t>
            </a:r>
            <a:r>
              <a:rPr lang="es-MX" dirty="0">
                <a:solidFill>
                  <a:schemeClr val="accent6"/>
                </a:solidFill>
              </a:rPr>
              <a:t>créditos sea mayor</a:t>
            </a:r>
            <a:r>
              <a:rPr lang="es-MX" dirty="0"/>
              <a:t> que el saldo promedio anual de las deudas, la diferencia se multiplicará por el factor de ajuste anual y el resultado será el ajuste anual por inflación </a:t>
            </a:r>
            <a:r>
              <a:rPr lang="es-MX" dirty="0">
                <a:solidFill>
                  <a:schemeClr val="accent6"/>
                </a:solidFill>
              </a:rPr>
              <a:t>deducible</a:t>
            </a:r>
            <a:r>
              <a:rPr lang="es-MX" dirty="0"/>
              <a:t>.</a:t>
            </a:r>
          </a:p>
        </p:txBody>
      </p:sp>
      <p:sp>
        <p:nvSpPr>
          <p:cNvPr id="4" name="Content Placeholder 3"/>
          <p:cNvSpPr>
            <a:spLocks noGrp="1"/>
          </p:cNvSpPr>
          <p:nvPr>
            <p:ph sz="half" idx="2"/>
          </p:nvPr>
        </p:nvSpPr>
        <p:spPr/>
        <p:txBody>
          <a:bodyPr>
            <a:normAutofit fontScale="70000" lnSpcReduction="20000"/>
          </a:bodyPr>
          <a:lstStyle/>
          <a:p>
            <a:pPr marL="228600" lvl="1">
              <a:spcBef>
                <a:spcPts val="1000"/>
              </a:spcBef>
            </a:pPr>
            <a:r>
              <a:rPr lang="es-MX" dirty="0"/>
              <a:t>El saldo promedio anual de los créditos o deudas será la suma de los saldos al </a:t>
            </a:r>
            <a:r>
              <a:rPr lang="es-MX" dirty="0">
                <a:solidFill>
                  <a:schemeClr val="accent6"/>
                </a:solidFill>
              </a:rPr>
              <a:t>último día</a:t>
            </a:r>
            <a:r>
              <a:rPr lang="es-MX" dirty="0"/>
              <a:t> de cada uno de los meses del ejercicio, dividida entre el número de meses del ejercicio.</a:t>
            </a:r>
          </a:p>
          <a:p>
            <a:pPr marL="685800" lvl="2">
              <a:spcBef>
                <a:spcPts val="1000"/>
              </a:spcBef>
            </a:pPr>
            <a:r>
              <a:rPr lang="es-MX" dirty="0"/>
              <a:t> </a:t>
            </a:r>
            <a:r>
              <a:rPr lang="es-MX" dirty="0">
                <a:solidFill>
                  <a:schemeClr val="accent6"/>
                </a:solidFill>
              </a:rPr>
              <a:t>No se incluirán</a:t>
            </a:r>
            <a:r>
              <a:rPr lang="es-MX" dirty="0"/>
              <a:t> en el saldo del último día de cada mes </a:t>
            </a:r>
            <a:r>
              <a:rPr lang="es-MX" dirty="0">
                <a:solidFill>
                  <a:schemeClr val="accent6"/>
                </a:solidFill>
              </a:rPr>
              <a:t>los intereses que se devenguen </a:t>
            </a:r>
            <a:r>
              <a:rPr lang="es-MX" dirty="0"/>
              <a:t>en el mes. </a:t>
            </a:r>
          </a:p>
          <a:p>
            <a:pPr marL="228600" lvl="1">
              <a:spcBef>
                <a:spcPts val="1000"/>
              </a:spcBef>
            </a:pPr>
            <a:r>
              <a:rPr lang="es-MX" dirty="0"/>
              <a:t>El </a:t>
            </a:r>
            <a:r>
              <a:rPr lang="es-MX" dirty="0">
                <a:solidFill>
                  <a:schemeClr val="accent6"/>
                </a:solidFill>
              </a:rPr>
              <a:t>factor de ajuste anual </a:t>
            </a:r>
            <a:r>
              <a:rPr lang="es-MX" dirty="0"/>
              <a:t>será el que se obtenga de restar la unidad al cociente que se obtenga de dividir el Índice Nacional de Precios al Consumidor del </a:t>
            </a:r>
            <a:r>
              <a:rPr lang="es-MX" dirty="0">
                <a:solidFill>
                  <a:schemeClr val="accent6"/>
                </a:solidFill>
              </a:rPr>
              <a:t>último mes del ejercicio</a:t>
            </a:r>
            <a:r>
              <a:rPr lang="es-MX" dirty="0"/>
              <a:t> de que se trate entre el citado índice del </a:t>
            </a:r>
            <a:r>
              <a:rPr lang="es-MX" dirty="0">
                <a:solidFill>
                  <a:schemeClr val="accent6"/>
                </a:solidFill>
              </a:rPr>
              <a:t>último mes del ejercicio inmediato anterior</a:t>
            </a:r>
          </a:p>
          <a:p>
            <a:pPr marL="228600" lvl="1">
              <a:spcBef>
                <a:spcPts val="1000"/>
              </a:spcBef>
            </a:pPr>
            <a:r>
              <a:rPr lang="es-MX" dirty="0"/>
              <a:t>Cuando el ejercicio sea menor de 12 meses, el factor de ajuste anual será el que se obtenga de restar la unidad al cociente que se obtenga de dividir el Índice Nacional de Precios al Consumidor del </a:t>
            </a:r>
            <a:r>
              <a:rPr lang="es-MX" dirty="0">
                <a:solidFill>
                  <a:schemeClr val="accent6"/>
                </a:solidFill>
              </a:rPr>
              <a:t>último mes del ejercicio </a:t>
            </a:r>
            <a:r>
              <a:rPr lang="es-MX" dirty="0"/>
              <a:t>de que se trate entre el citado índice del </a:t>
            </a:r>
            <a:r>
              <a:rPr lang="es-MX" dirty="0">
                <a:solidFill>
                  <a:schemeClr val="accent6"/>
                </a:solidFill>
              </a:rPr>
              <a:t>mes inmediato anterior al del primer mes del ejercicio</a:t>
            </a:r>
            <a:r>
              <a:rPr lang="es-MX" dirty="0"/>
              <a:t> de que se trate</a:t>
            </a:r>
          </a:p>
          <a:p>
            <a:r>
              <a:rPr lang="es-MX" sz="2400" dirty="0"/>
              <a:t>Los créditos y las deudas, en </a:t>
            </a:r>
            <a:r>
              <a:rPr lang="es-MX" sz="2400" dirty="0">
                <a:solidFill>
                  <a:schemeClr val="accent6"/>
                </a:solidFill>
              </a:rPr>
              <a:t>moneda extranjera</a:t>
            </a:r>
            <a:r>
              <a:rPr lang="es-MX" sz="2400" dirty="0"/>
              <a:t>, se valuarán a la paridad existente al </a:t>
            </a:r>
            <a:r>
              <a:rPr lang="es-MX" sz="2400" dirty="0">
                <a:solidFill>
                  <a:schemeClr val="accent6"/>
                </a:solidFill>
              </a:rPr>
              <a:t>primer día del mes</a:t>
            </a:r>
            <a:r>
              <a:rPr lang="es-MX" sz="2400" dirty="0"/>
              <a:t>.</a:t>
            </a:r>
          </a:p>
        </p:txBody>
      </p:sp>
    </p:spTree>
    <p:extLst>
      <p:ext uri="{BB962C8B-B14F-4D97-AF65-F5344CB8AC3E}">
        <p14:creationId xmlns:p14="http://schemas.microsoft.com/office/powerpoint/2010/main" val="686665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El Ajuste Anual por Inflación es un resultado neto, de créditos y deudas.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6223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9DE42-878C-48E4-8DE2-8145A25BA5D6}"/>
              </a:ext>
            </a:extLst>
          </p:cNvPr>
          <p:cNvSpPr>
            <a:spLocks noGrp="1"/>
          </p:cNvSpPr>
          <p:nvPr>
            <p:ph type="title"/>
          </p:nvPr>
        </p:nvSpPr>
        <p:spPr>
          <a:xfrm>
            <a:off x="838200" y="365126"/>
            <a:ext cx="10515600" cy="537552"/>
          </a:xfrm>
        </p:spPr>
        <p:txBody>
          <a:bodyPr>
            <a:normAutofit fontScale="90000"/>
          </a:bodyPr>
          <a:lstStyle/>
          <a:p>
            <a:r>
              <a:rPr lang="es-MX" dirty="0"/>
              <a:t>INPC más reciente / INPC más antiguo</a:t>
            </a:r>
          </a:p>
        </p:txBody>
      </p:sp>
      <p:graphicFrame>
        <p:nvGraphicFramePr>
          <p:cNvPr id="4" name="Content Placeholder 3">
            <a:extLst>
              <a:ext uri="{FF2B5EF4-FFF2-40B4-BE49-F238E27FC236}">
                <a16:creationId xmlns:a16="http://schemas.microsoft.com/office/drawing/2014/main" id="{2C9D4DC5-D666-41C0-80DF-EA8529B60780}"/>
              </a:ext>
            </a:extLst>
          </p:cNvPr>
          <p:cNvGraphicFramePr>
            <a:graphicFrameLocks noGrp="1"/>
          </p:cNvGraphicFramePr>
          <p:nvPr>
            <p:ph idx="1"/>
          </p:nvPr>
        </p:nvGraphicFramePr>
        <p:xfrm>
          <a:off x="838200" y="981563"/>
          <a:ext cx="10515600" cy="5372100"/>
        </p:xfrm>
        <a:graphic>
          <a:graphicData uri="http://schemas.openxmlformats.org/drawingml/2006/table">
            <a:tbl>
              <a:tblPr firstRow="1" bandRow="1">
                <a:tableStyleId>{5C22544A-7EE6-4342-B048-85BDC9FD1C3A}</a:tableStyleId>
              </a:tblPr>
              <a:tblGrid>
                <a:gridCol w="3288323">
                  <a:extLst>
                    <a:ext uri="{9D8B030D-6E8A-4147-A177-3AD203B41FA5}">
                      <a16:colId xmlns:a16="http://schemas.microsoft.com/office/drawing/2014/main" val="12816088"/>
                    </a:ext>
                  </a:extLst>
                </a:gridCol>
                <a:gridCol w="3036277">
                  <a:extLst>
                    <a:ext uri="{9D8B030D-6E8A-4147-A177-3AD203B41FA5}">
                      <a16:colId xmlns:a16="http://schemas.microsoft.com/office/drawing/2014/main" val="3681259379"/>
                    </a:ext>
                  </a:extLst>
                </a:gridCol>
                <a:gridCol w="3217985">
                  <a:extLst>
                    <a:ext uri="{9D8B030D-6E8A-4147-A177-3AD203B41FA5}">
                      <a16:colId xmlns:a16="http://schemas.microsoft.com/office/drawing/2014/main" val="2642365867"/>
                    </a:ext>
                  </a:extLst>
                </a:gridCol>
                <a:gridCol w="973015">
                  <a:extLst>
                    <a:ext uri="{9D8B030D-6E8A-4147-A177-3AD203B41FA5}">
                      <a16:colId xmlns:a16="http://schemas.microsoft.com/office/drawing/2014/main" val="3496411349"/>
                    </a:ext>
                  </a:extLst>
                </a:gridCol>
              </a:tblGrid>
              <a:tr h="199167">
                <a:tc>
                  <a:txBody>
                    <a:bodyPr/>
                    <a:lstStyle/>
                    <a:p>
                      <a:pPr algn="ctr"/>
                      <a:r>
                        <a:rPr lang="es-MX" sz="1050" dirty="0"/>
                        <a:t>Concepto</a:t>
                      </a:r>
                    </a:p>
                  </a:txBody>
                  <a:tcPr/>
                </a:tc>
                <a:tc>
                  <a:txBody>
                    <a:bodyPr/>
                    <a:lstStyle/>
                    <a:p>
                      <a:pPr algn="ctr"/>
                      <a:r>
                        <a:rPr lang="es-MX" sz="1050" dirty="0"/>
                        <a:t>Mes más reciente</a:t>
                      </a:r>
                    </a:p>
                  </a:txBody>
                  <a:tcPr/>
                </a:tc>
                <a:tc>
                  <a:txBody>
                    <a:bodyPr/>
                    <a:lstStyle/>
                    <a:p>
                      <a:pPr algn="ctr"/>
                      <a:r>
                        <a:rPr lang="es-MX" sz="1050" dirty="0"/>
                        <a:t>Mes más antiguo</a:t>
                      </a:r>
                    </a:p>
                  </a:txBody>
                  <a:tcPr/>
                </a:tc>
                <a:tc>
                  <a:txBody>
                    <a:bodyPr/>
                    <a:lstStyle/>
                    <a:p>
                      <a:pPr algn="ctr"/>
                      <a:r>
                        <a:rPr lang="es-MX" sz="1050" dirty="0"/>
                        <a:t>Referencia</a:t>
                      </a:r>
                    </a:p>
                  </a:txBody>
                  <a:tcPr/>
                </a:tc>
                <a:extLst>
                  <a:ext uri="{0D108BD9-81ED-4DB2-BD59-A6C34878D82A}">
                    <a16:rowId xmlns:a16="http://schemas.microsoft.com/office/drawing/2014/main" val="1495875671"/>
                  </a:ext>
                </a:extLst>
              </a:tr>
              <a:tr h="199167">
                <a:tc>
                  <a:txBody>
                    <a:bodyPr/>
                    <a:lstStyle/>
                    <a:p>
                      <a:r>
                        <a:rPr lang="es-MX" sz="1050" dirty="0"/>
                        <a:t>Factor de Ajuste de un mes</a:t>
                      </a:r>
                    </a:p>
                  </a:txBody>
                  <a:tcPr/>
                </a:tc>
                <a:tc>
                  <a:txBody>
                    <a:bodyPr/>
                    <a:lstStyle/>
                    <a:p>
                      <a:pPr algn="ctr"/>
                      <a:r>
                        <a:rPr lang="es-MX" sz="1050" dirty="0"/>
                        <a:t>Mes de que se trate</a:t>
                      </a:r>
                    </a:p>
                  </a:txBody>
                  <a:tcPr/>
                </a:tc>
                <a:tc>
                  <a:txBody>
                    <a:bodyPr/>
                    <a:lstStyle/>
                    <a:p>
                      <a:pPr algn="ctr"/>
                      <a:r>
                        <a:rPr lang="es-MX" sz="1050" dirty="0"/>
                        <a:t>Mes inmediato anterior</a:t>
                      </a:r>
                    </a:p>
                  </a:txBody>
                  <a:tcPr/>
                </a:tc>
                <a:tc>
                  <a:txBody>
                    <a:bodyPr/>
                    <a:lstStyle/>
                    <a:p>
                      <a:pPr algn="ctr"/>
                      <a:r>
                        <a:rPr lang="es-MX" sz="1050" dirty="0"/>
                        <a:t>LISR 6</a:t>
                      </a:r>
                    </a:p>
                  </a:txBody>
                  <a:tcPr/>
                </a:tc>
                <a:extLst>
                  <a:ext uri="{0D108BD9-81ED-4DB2-BD59-A6C34878D82A}">
                    <a16:rowId xmlns:a16="http://schemas.microsoft.com/office/drawing/2014/main" val="788905668"/>
                  </a:ext>
                </a:extLst>
              </a:tr>
              <a:tr h="199167">
                <a:tc>
                  <a:txBody>
                    <a:bodyPr/>
                    <a:lstStyle/>
                    <a:p>
                      <a:r>
                        <a:rPr lang="es-MX" sz="1050" dirty="0"/>
                        <a:t>Factor de Ajuste de un período</a:t>
                      </a:r>
                    </a:p>
                  </a:txBody>
                  <a:tcPr/>
                </a:tc>
                <a:tc>
                  <a:txBody>
                    <a:bodyPr/>
                    <a:lstStyle/>
                    <a:p>
                      <a:pPr algn="ctr"/>
                      <a:r>
                        <a:rPr lang="es-MX" sz="1050" dirty="0"/>
                        <a:t>Mes más reciente del período</a:t>
                      </a:r>
                    </a:p>
                  </a:txBody>
                  <a:tcPr/>
                </a:tc>
                <a:tc>
                  <a:txBody>
                    <a:bodyPr/>
                    <a:lstStyle/>
                    <a:p>
                      <a:pPr algn="ctr"/>
                      <a:r>
                        <a:rPr lang="es-MX" sz="1050" dirty="0"/>
                        <a:t>Mes más antiguo del período</a:t>
                      </a:r>
                    </a:p>
                  </a:txBody>
                  <a:tcPr/>
                </a:tc>
                <a:tc>
                  <a:txBody>
                    <a:bodyPr/>
                    <a:lstStyle/>
                    <a:p>
                      <a:pPr algn="ctr"/>
                      <a:r>
                        <a:rPr lang="es-MX" sz="1050" dirty="0"/>
                        <a:t>LISR 6</a:t>
                      </a:r>
                    </a:p>
                  </a:txBody>
                  <a:tcPr/>
                </a:tc>
                <a:extLst>
                  <a:ext uri="{0D108BD9-81ED-4DB2-BD59-A6C34878D82A}">
                    <a16:rowId xmlns:a16="http://schemas.microsoft.com/office/drawing/2014/main" val="154085916"/>
                  </a:ext>
                </a:extLst>
              </a:tr>
              <a:tr h="199167">
                <a:tc>
                  <a:txBody>
                    <a:bodyPr/>
                    <a:lstStyle/>
                    <a:p>
                      <a:r>
                        <a:rPr lang="es-MX" sz="1050" dirty="0"/>
                        <a:t>Factor de Ajuste Anual en Ejercicios de 12 meses</a:t>
                      </a:r>
                    </a:p>
                  </a:txBody>
                  <a:tcPr>
                    <a:solidFill>
                      <a:srgbClr val="92D050"/>
                    </a:solidFill>
                  </a:tcPr>
                </a:tc>
                <a:tc>
                  <a:txBody>
                    <a:bodyPr/>
                    <a:lstStyle/>
                    <a:p>
                      <a:pPr algn="ctr"/>
                      <a:r>
                        <a:rPr lang="es-MX" sz="1050" dirty="0"/>
                        <a:t>Último Mes del Ejercicio</a:t>
                      </a:r>
                    </a:p>
                  </a:txBody>
                  <a:tcPr>
                    <a:solidFill>
                      <a:srgbClr val="92D050"/>
                    </a:solidFill>
                  </a:tcPr>
                </a:tc>
                <a:tc>
                  <a:txBody>
                    <a:bodyPr/>
                    <a:lstStyle/>
                    <a:p>
                      <a:r>
                        <a:rPr lang="es-MX" sz="1050" dirty="0"/>
                        <a:t>Último Mes del Ejercicio Inmediato Anterior</a:t>
                      </a:r>
                    </a:p>
                  </a:txBody>
                  <a:tcPr>
                    <a:solidFill>
                      <a:srgbClr val="92D050"/>
                    </a:solidFill>
                  </a:tcPr>
                </a:tc>
                <a:tc>
                  <a:txBody>
                    <a:bodyPr/>
                    <a:lstStyle/>
                    <a:p>
                      <a:pPr algn="ctr"/>
                      <a:r>
                        <a:rPr lang="es-MX" sz="1050" dirty="0"/>
                        <a:t>LISR 44-III</a:t>
                      </a:r>
                    </a:p>
                  </a:txBody>
                  <a:tcPr>
                    <a:solidFill>
                      <a:srgbClr val="92D050"/>
                    </a:solidFill>
                  </a:tcPr>
                </a:tc>
                <a:extLst>
                  <a:ext uri="{0D108BD9-81ED-4DB2-BD59-A6C34878D82A}">
                    <a16:rowId xmlns:a16="http://schemas.microsoft.com/office/drawing/2014/main" val="825763203"/>
                  </a:ext>
                </a:extLst>
              </a:tr>
              <a:tr h="328040">
                <a:tc>
                  <a:txBody>
                    <a:bodyPr/>
                    <a:lstStyle/>
                    <a:p>
                      <a:r>
                        <a:rPr lang="es-MX" sz="1050" dirty="0"/>
                        <a:t>Factor de Ajuste Anual en Ejercicios de menos de 12 meses</a:t>
                      </a:r>
                    </a:p>
                  </a:txBody>
                  <a:tcPr>
                    <a:solidFill>
                      <a:srgbClr val="92D050"/>
                    </a:solidFill>
                  </a:tcPr>
                </a:tc>
                <a:tc>
                  <a:txBody>
                    <a:bodyPr/>
                    <a:lstStyle/>
                    <a:p>
                      <a:pPr algn="ctr"/>
                      <a:r>
                        <a:rPr lang="es-MX" sz="1050" dirty="0"/>
                        <a:t>Último Mes del Ejercicio</a:t>
                      </a:r>
                    </a:p>
                  </a:txBody>
                  <a:tcPr>
                    <a:solidFill>
                      <a:srgbClr val="92D050"/>
                    </a:solidFill>
                  </a:tcPr>
                </a:tc>
                <a:tc>
                  <a:txBody>
                    <a:bodyPr/>
                    <a:lstStyle/>
                    <a:p>
                      <a:pPr algn="ctr"/>
                      <a:r>
                        <a:rPr lang="es-MX" sz="1050" dirty="0"/>
                        <a:t>Mes Anterior al Primer Mes del Ejercicio</a:t>
                      </a:r>
                    </a:p>
                  </a:txBody>
                  <a:tcPr>
                    <a:solidFill>
                      <a:srgbClr val="92D050"/>
                    </a:solidFill>
                  </a:tcPr>
                </a:tc>
                <a:tc>
                  <a:txBody>
                    <a:bodyPr/>
                    <a:lstStyle/>
                    <a:p>
                      <a:pPr algn="ctr"/>
                      <a:r>
                        <a:rPr lang="es-MX" sz="1050" dirty="0"/>
                        <a:t>LISR 44-III</a:t>
                      </a:r>
                    </a:p>
                  </a:txBody>
                  <a:tcPr>
                    <a:solidFill>
                      <a:srgbClr val="92D050"/>
                    </a:solidFill>
                  </a:tcPr>
                </a:tc>
                <a:extLst>
                  <a:ext uri="{0D108BD9-81ED-4DB2-BD59-A6C34878D82A}">
                    <a16:rowId xmlns:a16="http://schemas.microsoft.com/office/drawing/2014/main" val="3877579840"/>
                  </a:ext>
                </a:extLst>
              </a:tr>
              <a:tr h="328040">
                <a:tc>
                  <a:txBody>
                    <a:bodyPr/>
                    <a:lstStyle/>
                    <a:p>
                      <a:r>
                        <a:rPr lang="es-MX" sz="1050" dirty="0"/>
                        <a:t>Actualización de pérdidas (meses pares)</a:t>
                      </a:r>
                    </a:p>
                  </a:txBody>
                  <a:tcPr/>
                </a:tc>
                <a:tc>
                  <a:txBody>
                    <a:bodyPr/>
                    <a:lstStyle/>
                    <a:p>
                      <a:pPr algn="ctr"/>
                      <a:r>
                        <a:rPr lang="es-MX" sz="1050" dirty="0"/>
                        <a:t>Mes de Cierre de Ejercicio o Último Mes de la Primera Mitad</a:t>
                      </a:r>
                    </a:p>
                  </a:txBody>
                  <a:tcPr/>
                </a:tc>
                <a:tc>
                  <a:txBody>
                    <a:bodyPr/>
                    <a:lstStyle/>
                    <a:p>
                      <a:pPr algn="ctr"/>
                      <a:r>
                        <a:rPr lang="es-MX" sz="1050" dirty="0"/>
                        <a:t>Primer Mes de la Segunda Mitad o Última Actualización</a:t>
                      </a:r>
                    </a:p>
                  </a:txBody>
                  <a:tcPr/>
                </a:tc>
                <a:tc>
                  <a:txBody>
                    <a:bodyPr/>
                    <a:lstStyle/>
                    <a:p>
                      <a:pPr algn="ctr"/>
                      <a:r>
                        <a:rPr lang="es-MX" sz="1050" dirty="0"/>
                        <a:t>LISR 57</a:t>
                      </a:r>
                    </a:p>
                  </a:txBody>
                  <a:tcPr/>
                </a:tc>
                <a:extLst>
                  <a:ext uri="{0D108BD9-81ED-4DB2-BD59-A6C34878D82A}">
                    <a16:rowId xmlns:a16="http://schemas.microsoft.com/office/drawing/2014/main" val="2010060180"/>
                  </a:ext>
                </a:extLst>
              </a:tr>
              <a:tr h="328040">
                <a:tc>
                  <a:txBody>
                    <a:bodyPr/>
                    <a:lstStyle/>
                    <a:p>
                      <a:r>
                        <a:rPr lang="es-MX" sz="1050" dirty="0"/>
                        <a:t>Actualización de pérdidas (meses impares)</a:t>
                      </a:r>
                    </a:p>
                  </a:txBody>
                  <a:tcPr/>
                </a:tc>
                <a:tc>
                  <a:txBody>
                    <a:bodyPr/>
                    <a:lstStyle/>
                    <a:p>
                      <a:pPr algn="ctr"/>
                      <a:r>
                        <a:rPr lang="es-MX" sz="1050" dirty="0"/>
                        <a:t>Mes de Cierre de Ejercicio o Último Mes de la Primera Mitad</a:t>
                      </a:r>
                    </a:p>
                  </a:txBody>
                  <a:tcPr/>
                </a:tc>
                <a:tc>
                  <a:txBody>
                    <a:bodyPr/>
                    <a:lstStyle/>
                    <a:p>
                      <a:pPr algn="ctr"/>
                      <a:r>
                        <a:rPr lang="es-MX" sz="1050" dirty="0"/>
                        <a:t>Mes siguiente al Primer Mes de la Segunda Mitad o Última Actualización</a:t>
                      </a:r>
                    </a:p>
                  </a:txBody>
                  <a:tcPr/>
                </a:tc>
                <a:tc>
                  <a:txBody>
                    <a:bodyPr/>
                    <a:lstStyle/>
                    <a:p>
                      <a:pPr algn="ctr"/>
                      <a:r>
                        <a:rPr lang="es-MX" sz="1050" dirty="0"/>
                        <a:t>LISR 57</a:t>
                      </a:r>
                    </a:p>
                  </a:txBody>
                  <a:tcPr/>
                </a:tc>
                <a:extLst>
                  <a:ext uri="{0D108BD9-81ED-4DB2-BD59-A6C34878D82A}">
                    <a16:rowId xmlns:a16="http://schemas.microsoft.com/office/drawing/2014/main" val="99885840"/>
                  </a:ext>
                </a:extLst>
              </a:tr>
              <a:tr h="199167">
                <a:tc>
                  <a:txBody>
                    <a:bodyPr/>
                    <a:lstStyle/>
                    <a:p>
                      <a:r>
                        <a:rPr lang="es-MX" sz="1050" dirty="0"/>
                        <a:t>Enajenación de Terrenos y Otros Bienes</a:t>
                      </a:r>
                    </a:p>
                  </a:txBody>
                  <a:tcPr/>
                </a:tc>
                <a:tc>
                  <a:txBody>
                    <a:bodyPr/>
                    <a:lstStyle/>
                    <a:p>
                      <a:pPr algn="ctr"/>
                      <a:r>
                        <a:rPr lang="es-MX" sz="1050" dirty="0"/>
                        <a:t>Mes Anterior al de Enajenación</a:t>
                      </a:r>
                    </a:p>
                  </a:txBody>
                  <a:tcPr/>
                </a:tc>
                <a:tc>
                  <a:txBody>
                    <a:bodyPr/>
                    <a:lstStyle/>
                    <a:p>
                      <a:pPr algn="ctr"/>
                      <a:r>
                        <a:rPr lang="es-MX" sz="1050" dirty="0"/>
                        <a:t>Mes de Adquisición</a:t>
                      </a:r>
                    </a:p>
                  </a:txBody>
                  <a:tcPr/>
                </a:tc>
                <a:tc>
                  <a:txBody>
                    <a:bodyPr/>
                    <a:lstStyle/>
                    <a:p>
                      <a:pPr algn="ctr"/>
                      <a:r>
                        <a:rPr lang="es-MX" sz="1050" dirty="0"/>
                        <a:t>LISR 19</a:t>
                      </a:r>
                    </a:p>
                  </a:txBody>
                  <a:tcPr/>
                </a:tc>
                <a:extLst>
                  <a:ext uri="{0D108BD9-81ED-4DB2-BD59-A6C34878D82A}">
                    <a16:rowId xmlns:a16="http://schemas.microsoft.com/office/drawing/2014/main" val="3174000762"/>
                  </a:ext>
                </a:extLst>
              </a:tr>
              <a:tr h="328040">
                <a:tc>
                  <a:txBody>
                    <a:bodyPr/>
                    <a:lstStyle/>
                    <a:p>
                      <a:r>
                        <a:rPr lang="es-MX" sz="1050" dirty="0"/>
                        <a:t>Pérdidas en Enajenación de Acciones</a:t>
                      </a:r>
                    </a:p>
                  </a:txBody>
                  <a:tcPr/>
                </a:tc>
                <a:tc>
                  <a:txBody>
                    <a:bodyPr/>
                    <a:lstStyle/>
                    <a:p>
                      <a:pPr algn="ctr"/>
                      <a:r>
                        <a:rPr lang="es-MX" sz="1050" dirty="0"/>
                        <a:t>Mes de Cierre de Ejercicio en que se Incurrieron o  Cierre del Ejercicio Anterior</a:t>
                      </a:r>
                    </a:p>
                  </a:txBody>
                  <a:tcPr/>
                </a:tc>
                <a:tc>
                  <a:txBody>
                    <a:bodyPr/>
                    <a:lstStyle/>
                    <a:p>
                      <a:pPr algn="ctr"/>
                      <a:r>
                        <a:rPr lang="es-MX" sz="1050" dirty="0"/>
                        <a:t>Mes en que se Incurrieron o Última Actualización</a:t>
                      </a:r>
                    </a:p>
                  </a:txBody>
                  <a:tcPr/>
                </a:tc>
                <a:tc>
                  <a:txBody>
                    <a:bodyPr/>
                    <a:lstStyle/>
                    <a:p>
                      <a:pPr algn="ctr"/>
                      <a:r>
                        <a:rPr lang="es-MX" sz="1050" dirty="0"/>
                        <a:t>LISR 28-XVII</a:t>
                      </a:r>
                    </a:p>
                  </a:txBody>
                  <a:tcPr/>
                </a:tc>
                <a:extLst>
                  <a:ext uri="{0D108BD9-81ED-4DB2-BD59-A6C34878D82A}">
                    <a16:rowId xmlns:a16="http://schemas.microsoft.com/office/drawing/2014/main" val="2268247761"/>
                  </a:ext>
                </a:extLst>
              </a:tr>
              <a:tr h="328040">
                <a:tc>
                  <a:txBody>
                    <a:bodyPr/>
                    <a:lstStyle/>
                    <a:p>
                      <a:r>
                        <a:rPr lang="es-MX" sz="1050" dirty="0"/>
                        <a:t>Deducción de Inversiones (meses pares)</a:t>
                      </a:r>
                    </a:p>
                  </a:txBody>
                  <a:tcPr/>
                </a:tc>
                <a:tc>
                  <a:txBody>
                    <a:bodyPr/>
                    <a:lstStyle/>
                    <a:p>
                      <a:pPr algn="ctr"/>
                      <a:r>
                        <a:rPr lang="es-MX" sz="1050" dirty="0"/>
                        <a:t>Último Mes de la Primera Mitad del Período de Uso en el Ejercicio</a:t>
                      </a:r>
                    </a:p>
                  </a:txBody>
                  <a:tcPr/>
                </a:tc>
                <a:tc>
                  <a:txBody>
                    <a:bodyPr/>
                    <a:lstStyle/>
                    <a:p>
                      <a:pPr algn="ctr"/>
                      <a:r>
                        <a:rPr lang="es-MX" sz="1050" dirty="0"/>
                        <a:t>Mes de Adquisición</a:t>
                      </a:r>
                    </a:p>
                  </a:txBody>
                  <a:tcPr/>
                </a:tc>
                <a:tc>
                  <a:txBody>
                    <a:bodyPr/>
                    <a:lstStyle/>
                    <a:p>
                      <a:pPr algn="ctr"/>
                      <a:r>
                        <a:rPr lang="es-MX" sz="1050" dirty="0"/>
                        <a:t>LISR 31</a:t>
                      </a:r>
                    </a:p>
                  </a:txBody>
                  <a:tcPr/>
                </a:tc>
                <a:extLst>
                  <a:ext uri="{0D108BD9-81ED-4DB2-BD59-A6C34878D82A}">
                    <a16:rowId xmlns:a16="http://schemas.microsoft.com/office/drawing/2014/main" val="725099993"/>
                  </a:ext>
                </a:extLst>
              </a:tr>
              <a:tr h="328040">
                <a:tc>
                  <a:txBody>
                    <a:bodyPr/>
                    <a:lstStyle/>
                    <a:p>
                      <a:r>
                        <a:rPr lang="es-MX" sz="1050" dirty="0"/>
                        <a:t>Deducción de Inversiones (meses impares)</a:t>
                      </a:r>
                    </a:p>
                  </a:txBody>
                  <a:tcPr/>
                </a:tc>
                <a:tc>
                  <a:txBody>
                    <a:bodyPr/>
                    <a:lstStyle/>
                    <a:p>
                      <a:pPr algn="ctr"/>
                      <a:r>
                        <a:rPr lang="es-MX" sz="1050" dirty="0"/>
                        <a:t>Mes Anterior al Último Mes de la Primera Mitad del Período de Uso en el Ejercicio</a:t>
                      </a:r>
                    </a:p>
                  </a:txBody>
                  <a:tcPr/>
                </a:tc>
                <a:tc>
                  <a:txBody>
                    <a:bodyPr/>
                    <a:lstStyle/>
                    <a:p>
                      <a:pPr algn="ctr"/>
                      <a:r>
                        <a:rPr lang="es-MX" sz="1050" dirty="0"/>
                        <a:t>Mes de Adquisición</a:t>
                      </a:r>
                    </a:p>
                  </a:txBody>
                  <a:tcPr/>
                </a:tc>
                <a:tc>
                  <a:txBody>
                    <a:bodyPr/>
                    <a:lstStyle/>
                    <a:p>
                      <a:pPr algn="ctr"/>
                      <a:r>
                        <a:rPr lang="es-MX" sz="1050" dirty="0"/>
                        <a:t>LISR 31</a:t>
                      </a:r>
                    </a:p>
                  </a:txBody>
                  <a:tcPr/>
                </a:tc>
                <a:extLst>
                  <a:ext uri="{0D108BD9-81ED-4DB2-BD59-A6C34878D82A}">
                    <a16:rowId xmlns:a16="http://schemas.microsoft.com/office/drawing/2014/main" val="4213439899"/>
                  </a:ext>
                </a:extLst>
              </a:tr>
              <a:tr h="4569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50" dirty="0"/>
                        <a:t>Cantidades NO Reinvertidas por Recuperaciones de Seguros</a:t>
                      </a:r>
                    </a:p>
                    <a:p>
                      <a:endParaRPr lang="es-MX" sz="105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050" dirty="0"/>
                        <a:t>Mes en que Debe Acumularse la Recuperación</a:t>
                      </a:r>
                    </a:p>
                    <a:p>
                      <a:pPr algn="ctr"/>
                      <a:endParaRPr lang="es-MX" sz="105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050" dirty="0"/>
                        <a:t>Mes en que se Obtuvo la Recuperación</a:t>
                      </a:r>
                    </a:p>
                    <a:p>
                      <a:pPr algn="ctr"/>
                      <a:endParaRPr lang="es-MX" sz="1050" dirty="0"/>
                    </a:p>
                  </a:txBody>
                  <a:tcPr/>
                </a:tc>
                <a:tc>
                  <a:txBody>
                    <a:bodyPr/>
                    <a:lstStyle/>
                    <a:p>
                      <a:pPr algn="ctr"/>
                      <a:r>
                        <a:rPr lang="es-MX" sz="1050" dirty="0"/>
                        <a:t>LISR 37</a:t>
                      </a:r>
                    </a:p>
                  </a:txBody>
                  <a:tcPr/>
                </a:tc>
                <a:extLst>
                  <a:ext uri="{0D108BD9-81ED-4DB2-BD59-A6C34878D82A}">
                    <a16:rowId xmlns:a16="http://schemas.microsoft.com/office/drawing/2014/main" val="2084322602"/>
                  </a:ext>
                </a:extLst>
              </a:tr>
              <a:tr h="328040">
                <a:tc>
                  <a:txBody>
                    <a:bodyPr/>
                    <a:lstStyle/>
                    <a:p>
                      <a:r>
                        <a:rPr lang="es-MX" sz="1050" dirty="0"/>
                        <a:t>CUCA</a:t>
                      </a:r>
                    </a:p>
                  </a:txBody>
                  <a:tcPr/>
                </a:tc>
                <a:tc>
                  <a:txBody>
                    <a:bodyPr/>
                    <a:lstStyle/>
                    <a:p>
                      <a:pPr algn="ctr"/>
                      <a:r>
                        <a:rPr lang="es-MX" sz="1050" dirty="0"/>
                        <a:t>Mes de Cierre de Ejercicio; de  Aportación o de Reducción</a:t>
                      </a:r>
                    </a:p>
                  </a:txBody>
                  <a:tcPr/>
                </a:tc>
                <a:tc>
                  <a:txBody>
                    <a:bodyPr/>
                    <a:lstStyle/>
                    <a:p>
                      <a:pPr algn="ctr"/>
                      <a:r>
                        <a:rPr lang="es-MX" sz="1050" dirty="0"/>
                        <a:t>Mes de la Última Actualización</a:t>
                      </a:r>
                    </a:p>
                  </a:txBody>
                  <a:tcPr/>
                </a:tc>
                <a:tc>
                  <a:txBody>
                    <a:bodyPr/>
                    <a:lstStyle/>
                    <a:p>
                      <a:pPr algn="ctr"/>
                      <a:r>
                        <a:rPr lang="es-MX" sz="1050" dirty="0"/>
                        <a:t>LISR 78</a:t>
                      </a:r>
                    </a:p>
                  </a:txBody>
                  <a:tcPr/>
                </a:tc>
                <a:extLst>
                  <a:ext uri="{0D108BD9-81ED-4DB2-BD59-A6C34878D82A}">
                    <a16:rowId xmlns:a16="http://schemas.microsoft.com/office/drawing/2014/main" val="2875421104"/>
                  </a:ext>
                </a:extLst>
              </a:tr>
              <a:tr h="328040">
                <a:tc>
                  <a:txBody>
                    <a:bodyPr/>
                    <a:lstStyle/>
                    <a:p>
                      <a:r>
                        <a:rPr lang="es-MX" sz="1050" dirty="0"/>
                        <a:t>CUFIN</a:t>
                      </a:r>
                    </a:p>
                  </a:txBody>
                  <a:tcPr/>
                </a:tc>
                <a:tc>
                  <a:txBody>
                    <a:bodyPr/>
                    <a:lstStyle/>
                    <a:p>
                      <a:pPr algn="ctr"/>
                      <a:r>
                        <a:rPr lang="es-MX" sz="1050" dirty="0"/>
                        <a:t>Mes de Cierre de Ejercicio, de Percepción o Distribución de Dividendos o Utilidades</a:t>
                      </a:r>
                    </a:p>
                  </a:txBody>
                  <a:tcPr/>
                </a:tc>
                <a:tc>
                  <a:txBody>
                    <a:bodyPr/>
                    <a:lstStyle/>
                    <a:p>
                      <a:pPr algn="ctr"/>
                      <a:r>
                        <a:rPr lang="es-MX" sz="1050" dirty="0"/>
                        <a:t>Mes de la Última Actualización</a:t>
                      </a:r>
                    </a:p>
                  </a:txBody>
                  <a:tcPr/>
                </a:tc>
                <a:tc>
                  <a:txBody>
                    <a:bodyPr/>
                    <a:lstStyle/>
                    <a:p>
                      <a:pPr algn="ctr"/>
                      <a:r>
                        <a:rPr lang="es-MX" sz="1050" dirty="0"/>
                        <a:t>LISR 77</a:t>
                      </a:r>
                    </a:p>
                  </a:txBody>
                  <a:tcPr/>
                </a:tc>
                <a:extLst>
                  <a:ext uri="{0D108BD9-81ED-4DB2-BD59-A6C34878D82A}">
                    <a16:rowId xmlns:a16="http://schemas.microsoft.com/office/drawing/2014/main" val="2485931956"/>
                  </a:ext>
                </a:extLst>
              </a:tr>
              <a:tr h="199167">
                <a:tc>
                  <a:txBody>
                    <a:bodyPr/>
                    <a:lstStyle/>
                    <a:p>
                      <a:r>
                        <a:rPr lang="es-MX" sz="1050" dirty="0"/>
                        <a:t>Actualización de Contribuciones</a:t>
                      </a:r>
                    </a:p>
                  </a:txBody>
                  <a:tcPr/>
                </a:tc>
                <a:tc>
                  <a:txBody>
                    <a:bodyPr/>
                    <a:lstStyle/>
                    <a:p>
                      <a:pPr algn="ctr"/>
                      <a:r>
                        <a:rPr lang="es-MX" sz="1050" dirty="0"/>
                        <a:t>Mes Anterior al Mes en que se Paga</a:t>
                      </a:r>
                    </a:p>
                  </a:txBody>
                  <a:tcPr/>
                </a:tc>
                <a:tc>
                  <a:txBody>
                    <a:bodyPr/>
                    <a:lstStyle/>
                    <a:p>
                      <a:pPr algn="ctr"/>
                      <a:r>
                        <a:rPr lang="es-MX" sz="1050" dirty="0"/>
                        <a:t>Mes Anterior al Mes que </a:t>
                      </a:r>
                      <a:r>
                        <a:rPr lang="es-MX" sz="1050"/>
                        <a:t>Debió Pagarse</a:t>
                      </a:r>
                      <a:endParaRPr lang="es-MX" sz="1050" dirty="0"/>
                    </a:p>
                  </a:txBody>
                  <a:tcPr/>
                </a:tc>
                <a:tc>
                  <a:txBody>
                    <a:bodyPr/>
                    <a:lstStyle/>
                    <a:p>
                      <a:pPr algn="ctr"/>
                      <a:r>
                        <a:rPr lang="es-MX" sz="1050" dirty="0"/>
                        <a:t>CFF 17A</a:t>
                      </a:r>
                    </a:p>
                  </a:txBody>
                  <a:tcPr/>
                </a:tc>
                <a:extLst>
                  <a:ext uri="{0D108BD9-81ED-4DB2-BD59-A6C34878D82A}">
                    <a16:rowId xmlns:a16="http://schemas.microsoft.com/office/drawing/2014/main" val="1328991239"/>
                  </a:ext>
                </a:extLst>
              </a:tr>
            </a:tbl>
          </a:graphicData>
        </a:graphic>
      </p:graphicFrame>
    </p:spTree>
    <p:extLst>
      <p:ext uri="{BB962C8B-B14F-4D97-AF65-F5344CB8AC3E}">
        <p14:creationId xmlns:p14="http://schemas.microsoft.com/office/powerpoint/2010/main" val="473602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 de Crédito </a:t>
            </a:r>
            <a:r>
              <a:rPr lang="es-MX" sz="1800" dirty="0"/>
              <a:t>(LISR 45-Primer párrafo)</a:t>
            </a:r>
          </a:p>
        </p:txBody>
      </p:sp>
      <p:sp>
        <p:nvSpPr>
          <p:cNvPr id="3" name="Content Placeholder 2"/>
          <p:cNvSpPr>
            <a:spLocks noGrp="1"/>
          </p:cNvSpPr>
          <p:nvPr>
            <p:ph idx="1"/>
          </p:nvPr>
        </p:nvSpPr>
        <p:spPr/>
        <p:txBody>
          <a:bodyPr>
            <a:normAutofit/>
          </a:bodyPr>
          <a:lstStyle/>
          <a:p>
            <a:r>
              <a:rPr lang="es-MX" dirty="0"/>
              <a:t>Se considerará crédito, </a:t>
            </a:r>
            <a:r>
              <a:rPr lang="es-MX" dirty="0">
                <a:solidFill>
                  <a:srgbClr val="92D050"/>
                </a:solidFill>
              </a:rPr>
              <a:t>el derecho que tiene una persona acreedora a recibir de otra deudora una cantidad en numerario</a:t>
            </a:r>
            <a:r>
              <a:rPr lang="es-MX" dirty="0"/>
              <a:t>, entre otros: los derechos de crédito que adquieran las empresas de factoraje financiero, </a:t>
            </a:r>
            <a:r>
              <a:rPr lang="es-MX" dirty="0">
                <a:solidFill>
                  <a:srgbClr val="92D050"/>
                </a:solidFill>
              </a:rPr>
              <a:t>las inversiones en acciones de fondos de inversión en instrumentos de deuda </a:t>
            </a:r>
            <a:r>
              <a:rPr lang="es-MX" dirty="0"/>
              <a:t>y las operaciones financieras derivadas señaladas en la fracción IX del artículo 20 de esta Ley. </a:t>
            </a:r>
          </a:p>
          <a:p>
            <a:endParaRPr lang="es-MX" dirty="0"/>
          </a:p>
        </p:txBody>
      </p:sp>
    </p:spTree>
    <p:extLst>
      <p:ext uri="{BB962C8B-B14F-4D97-AF65-F5344CB8AC3E}">
        <p14:creationId xmlns:p14="http://schemas.microsoft.com/office/powerpoint/2010/main" val="3416880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No se consideran créditos </a:t>
            </a:r>
            <a:r>
              <a:rPr lang="es-MX" sz="1800" dirty="0"/>
              <a:t>(LISR-45)</a:t>
            </a:r>
          </a:p>
        </p:txBody>
      </p:sp>
      <p:graphicFrame>
        <p:nvGraphicFramePr>
          <p:cNvPr id="4" name="Content Placeholder 3"/>
          <p:cNvGraphicFramePr>
            <a:graphicFrameLocks noGrp="1"/>
          </p:cNvGraphicFramePr>
          <p:nvPr>
            <p:ph sz="half" idx="1"/>
          </p:nvPr>
        </p:nvGraphicFramePr>
        <p:xfrm>
          <a:off x="6172200" y="1690688"/>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ontent Placeholder 9"/>
          <p:cNvSpPr>
            <a:spLocks noGrp="1"/>
          </p:cNvSpPr>
          <p:nvPr>
            <p:ph sz="half" idx="2"/>
          </p:nvPr>
        </p:nvSpPr>
        <p:spPr>
          <a:xfrm>
            <a:off x="838200" y="1690688"/>
            <a:ext cx="5181600" cy="4351338"/>
          </a:xfrm>
        </p:spPr>
        <p:txBody>
          <a:bodyPr>
            <a:normAutofit/>
          </a:bodyPr>
          <a:lstStyle/>
          <a:p>
            <a:pPr marL="0" indent="0">
              <a:buNone/>
            </a:pPr>
            <a:r>
              <a:rPr lang="es-MX" dirty="0"/>
              <a:t>I. Los que sean a cargo de personas físicas y no provengan de sus actividades empresariales, cuando sean a la vista, a plazo menor de un mes o a plazo mayor si se cobran antes del mes. Se considerará que son a plazo mayor de un mes, si el cobro se efectúa después de 30 días naturales contados a partir de aquél en que se concertó el crédito. </a:t>
            </a:r>
          </a:p>
          <a:p>
            <a:endParaRPr lang="es-MX" dirty="0"/>
          </a:p>
        </p:txBody>
      </p:sp>
      <p:graphicFrame>
        <p:nvGraphicFramePr>
          <p:cNvPr id="6" name="Diagram 5"/>
          <p:cNvGraphicFramePr/>
          <p:nvPr/>
        </p:nvGraphicFramePr>
        <p:xfrm>
          <a:off x="5813816" y="982712"/>
          <a:ext cx="5904283"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3" name="Diagram 2"/>
          <p:cNvGraphicFramePr/>
          <p:nvPr/>
        </p:nvGraphicFramePr>
        <p:xfrm>
          <a:off x="6095999" y="1157023"/>
          <a:ext cx="5515627" cy="541866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09134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No se consideran créditos </a:t>
            </a:r>
            <a:r>
              <a:rPr lang="es-MX" sz="1800" dirty="0"/>
              <a:t>(LISR-45)</a:t>
            </a:r>
          </a:p>
        </p:txBody>
      </p:sp>
      <p:sp>
        <p:nvSpPr>
          <p:cNvPr id="3" name="Content Placeholder 2"/>
          <p:cNvSpPr>
            <a:spLocks noGrp="1"/>
          </p:cNvSpPr>
          <p:nvPr>
            <p:ph sz="half" idx="1"/>
          </p:nvPr>
        </p:nvSpPr>
        <p:spPr/>
        <p:txBody>
          <a:bodyPr>
            <a:normAutofit fontScale="62500" lnSpcReduction="20000"/>
          </a:bodyPr>
          <a:lstStyle/>
          <a:p>
            <a:pPr marL="0" indent="0">
              <a:buNone/>
            </a:pPr>
            <a:r>
              <a:rPr lang="es-MX" dirty="0"/>
              <a:t>II. Los que sean a cargo de socios o accionistas, asociantes o asociados en la asociación en participación, que sean personas físicas o sociedades residentes en el extranjero, salvo que en este último caso, estén denominadas en moneda extranjera y provengan de la exportación de bienes o servicios. </a:t>
            </a:r>
          </a:p>
          <a:p>
            <a:r>
              <a:rPr lang="es-MX" dirty="0"/>
              <a:t>Tampoco se consideran créditos, los que la fiduciaria tenga a su favor con sus fideicomitentes o fideicomisarios en el fideicomiso por el que se realicen actividades empresariales, que sean personas físicas o sociedades residentes en el extranjero, salvo que en este último caso, estén denominadas en moneda extranjera y provengan de la exportación de bienes o servicios. </a:t>
            </a:r>
          </a:p>
          <a:p>
            <a:r>
              <a:rPr lang="es-MX" dirty="0"/>
              <a:t>No será aplicable lo dispuesto en esta fracción, tratándose de créditos otorgados por las uniones de crédito a cargo de sus socios o accionistas, que operen únicamente con sus socios o accionistas. </a:t>
            </a:r>
          </a:p>
          <a:p>
            <a:endParaRPr lang="es-MX" dirty="0"/>
          </a:p>
        </p:txBody>
      </p:sp>
      <p:graphicFrame>
        <p:nvGraphicFramePr>
          <p:cNvPr id="5" name="Content Placeholder 4"/>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nvGraphicFramePr>
        <p:xfrm>
          <a:off x="6057030" y="1304486"/>
          <a:ext cx="5723699"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334826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No se consideran créditos </a:t>
            </a:r>
            <a:r>
              <a:rPr lang="es-MX" sz="1800" dirty="0"/>
              <a:t>(LISR-45)</a:t>
            </a:r>
          </a:p>
        </p:txBody>
      </p:sp>
      <p:sp>
        <p:nvSpPr>
          <p:cNvPr id="3" name="Content Placeholder 2"/>
          <p:cNvSpPr>
            <a:spLocks noGrp="1"/>
          </p:cNvSpPr>
          <p:nvPr>
            <p:ph sz="half" idx="1"/>
          </p:nvPr>
        </p:nvSpPr>
        <p:spPr/>
        <p:txBody>
          <a:bodyPr>
            <a:normAutofit fontScale="62500" lnSpcReduction="20000"/>
          </a:bodyPr>
          <a:lstStyle/>
          <a:p>
            <a:pPr marL="0" indent="0">
              <a:buNone/>
            </a:pPr>
            <a:r>
              <a:rPr lang="es-MX" dirty="0"/>
              <a:t>III. Los que sean a cargo de funcionarios y empleados, así como los préstamos efectuados a terceros a que se refiere la fracción VII del artículo 27 de esta Ley. </a:t>
            </a:r>
          </a:p>
          <a:p>
            <a:pPr marL="0" indent="0">
              <a:buNone/>
            </a:pPr>
            <a:r>
              <a:rPr lang="es-MX" dirty="0"/>
              <a:t>IV. Los pagos provisionales de impuestos, así como los estímulos fiscales. </a:t>
            </a:r>
          </a:p>
          <a:p>
            <a:pPr marL="0" indent="0">
              <a:buNone/>
            </a:pPr>
            <a:r>
              <a:rPr lang="es-MX" dirty="0"/>
              <a:t>V. Cualquier ingreso cuya acumulación esté condicionada a su percepción efectiva. Lo dispuesto en esta fracción no es aplicable a los ingresos derivados de los contratos de arrendamiento financiero por los que se ejerza la opción prevista en el artículo 17, fracción III de esta Ley. </a:t>
            </a:r>
          </a:p>
          <a:p>
            <a:pPr marL="0" indent="0">
              <a:buNone/>
            </a:pPr>
            <a:r>
              <a:rPr lang="es-MX" dirty="0"/>
              <a:t>VI. Las acciones, los certificados de participación no amortizables y los certificados de depósito de bienes y en general los títulos de crédito que representen la propiedad de bienes, las aportaciones a una asociación en participación, así como otros títulos valor cuyos rendimientos no se consideren interés en los términos del artículo 8 de esta Ley.  </a:t>
            </a:r>
          </a:p>
          <a:p>
            <a:pPr marL="0" indent="0">
              <a:buNone/>
            </a:pPr>
            <a:r>
              <a:rPr lang="es-MX" dirty="0"/>
              <a:t>VII. El efectivo en caja.</a:t>
            </a:r>
          </a:p>
        </p:txBody>
      </p:sp>
      <p:graphicFrame>
        <p:nvGraphicFramePr>
          <p:cNvPr id="6" name="Content Placeholder 5"/>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7108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Momento en que se consideran los créditos </a:t>
            </a:r>
            <a:r>
              <a:rPr lang="es-MX" sz="1800" dirty="0"/>
              <a:t>(LISR-45)</a:t>
            </a:r>
          </a:p>
        </p:txBody>
      </p:sp>
      <p:sp>
        <p:nvSpPr>
          <p:cNvPr id="3" name="Content Placeholder 2"/>
          <p:cNvSpPr>
            <a:spLocks noGrp="1"/>
          </p:cNvSpPr>
          <p:nvPr>
            <p:ph sz="half" idx="1"/>
          </p:nvPr>
        </p:nvSpPr>
        <p:spPr/>
        <p:txBody>
          <a:bodyPr>
            <a:normAutofit fontScale="77500" lnSpcReduction="20000"/>
          </a:bodyPr>
          <a:lstStyle/>
          <a:p>
            <a:r>
              <a:rPr lang="es-MX" dirty="0"/>
              <a:t>Los créditos que deriven de los ingresos acumulables, disminuidos por el importe de descuentos y bonificaciones sobre los mismos, se considerarán como créditos para los efectos de este artículo, </a:t>
            </a:r>
            <a:r>
              <a:rPr lang="es-MX" dirty="0">
                <a:solidFill>
                  <a:schemeClr val="accent6"/>
                </a:solidFill>
              </a:rPr>
              <a:t>a partir de la fecha en la que los ingresos correspondientes se acumulen</a:t>
            </a:r>
            <a:r>
              <a:rPr lang="es-MX" dirty="0"/>
              <a:t> y hasta la fecha en la que se cobren en efectivo, en bienes, en servicios o, hasta la fecha de su cancelación por incobrables. Para los efectos de este artículo, los saldos a favor por contribuciones únicamente se considerarán créditos a partir del día siguiente a aquél en el que se presente la </a:t>
            </a:r>
            <a:r>
              <a:rPr lang="es-MX" dirty="0">
                <a:solidFill>
                  <a:schemeClr val="accent6"/>
                </a:solidFill>
              </a:rPr>
              <a:t>declaración</a:t>
            </a:r>
            <a:r>
              <a:rPr lang="es-MX" dirty="0"/>
              <a:t> correspondiente y hasta la fecha en la que se compensen, se acrediten o se reciba su devolución, según se trate. </a:t>
            </a:r>
          </a:p>
          <a:p>
            <a:endParaRPr lang="es-MX" dirty="0"/>
          </a:p>
          <a:p>
            <a:endParaRPr lang="es-MX" dirty="0"/>
          </a:p>
        </p:txBody>
      </p:sp>
      <p:graphicFrame>
        <p:nvGraphicFramePr>
          <p:cNvPr id="5" name="Content Placeholder 4"/>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8095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 de Deuda </a:t>
            </a:r>
            <a:r>
              <a:rPr lang="es-MX" sz="1800" dirty="0"/>
              <a:t>(LISR 46-Primer y Segundo párrafos)</a:t>
            </a:r>
          </a:p>
        </p:txBody>
      </p:sp>
      <p:sp>
        <p:nvSpPr>
          <p:cNvPr id="3" name="Content Placeholder 2"/>
          <p:cNvSpPr>
            <a:spLocks noGrp="1"/>
          </p:cNvSpPr>
          <p:nvPr>
            <p:ph idx="1"/>
          </p:nvPr>
        </p:nvSpPr>
        <p:spPr/>
        <p:txBody>
          <a:bodyPr>
            <a:normAutofit lnSpcReduction="10000"/>
          </a:bodyPr>
          <a:lstStyle/>
          <a:p>
            <a:r>
              <a:rPr lang="es-MX" dirty="0"/>
              <a:t>Se considerará deuda, </a:t>
            </a:r>
            <a:r>
              <a:rPr lang="es-MX" dirty="0">
                <a:solidFill>
                  <a:schemeClr val="accent6"/>
                </a:solidFill>
              </a:rPr>
              <a:t>cualquier obligación en numerario pendiente de cumplimiento</a:t>
            </a:r>
            <a:r>
              <a:rPr lang="es-MX" dirty="0"/>
              <a:t>, entre otras: las derivadas de contratos de arrendamiento financiero, de operaciones financieras derivadas a que se refiere la fracción IX del artículo 20 de la misma, las aportaciones para futuros aumentos de capital y las contribuciones causadas desde el último día del periodo al que correspondan y hasta el día en el que deban pagarse. </a:t>
            </a:r>
          </a:p>
          <a:p>
            <a:r>
              <a:rPr lang="es-MX" dirty="0"/>
              <a:t>También son deudas, los pasivos y las reservas del activo, pasivo o capital, que sean o hayan sido </a:t>
            </a:r>
            <a:r>
              <a:rPr lang="es-MX" dirty="0">
                <a:solidFill>
                  <a:schemeClr val="accent6"/>
                </a:solidFill>
              </a:rPr>
              <a:t>deducibles</a:t>
            </a:r>
            <a:r>
              <a:rPr lang="es-MX" dirty="0"/>
              <a:t>. Para estos efectos, se considera que las reservas se crean o incrementan mensualmente y en la proporción que representan los ingresos del mes del total de ingresos en el ejercicio. </a:t>
            </a:r>
          </a:p>
          <a:p>
            <a:endParaRPr lang="es-MX" dirty="0"/>
          </a:p>
        </p:txBody>
      </p:sp>
    </p:spTree>
    <p:extLst>
      <p:ext uri="{BB962C8B-B14F-4D97-AF65-F5344CB8AC3E}">
        <p14:creationId xmlns:p14="http://schemas.microsoft.com/office/powerpoint/2010/main" val="3517281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No se consideran deudas </a:t>
            </a:r>
            <a:r>
              <a:rPr lang="es-MX" sz="1800" dirty="0"/>
              <a:t>(LISR-46)</a:t>
            </a:r>
          </a:p>
        </p:txBody>
      </p:sp>
      <p:sp>
        <p:nvSpPr>
          <p:cNvPr id="3" name="Content Placeholder 2"/>
          <p:cNvSpPr>
            <a:spLocks noGrp="1"/>
          </p:cNvSpPr>
          <p:nvPr>
            <p:ph sz="half" idx="1"/>
          </p:nvPr>
        </p:nvSpPr>
        <p:spPr/>
        <p:txBody>
          <a:bodyPr>
            <a:normAutofit fontScale="92500" lnSpcReduction="20000"/>
          </a:bodyPr>
          <a:lstStyle/>
          <a:p>
            <a:r>
              <a:rPr lang="es-MX" dirty="0"/>
              <a:t>En ningún caso se considerarán deudas las originadas por partidas no deducibles, en los términos de las fracciones I, VIII y IX del artículo 28 de esta Ley, así como el monto de las deudas que excedan el límite a que se refiere el primer párrafo de la fracción XXVII del mismo artículo. </a:t>
            </a:r>
          </a:p>
          <a:p>
            <a:pPr lvl="1"/>
            <a:r>
              <a:rPr lang="es-MX" dirty="0"/>
              <a:t>LISR-28-I: Contribuciones</a:t>
            </a:r>
          </a:p>
          <a:p>
            <a:pPr lvl="1"/>
            <a:r>
              <a:rPr lang="es-MX" dirty="0"/>
              <a:t>LISR-28-VIII: Provisiones</a:t>
            </a:r>
          </a:p>
          <a:p>
            <a:pPr lvl="1"/>
            <a:r>
              <a:rPr lang="es-MX" dirty="0"/>
              <a:t>LISR-28-IX: Reservas de pagos al personal</a:t>
            </a:r>
          </a:p>
          <a:p>
            <a:pPr lvl="1"/>
            <a:r>
              <a:rPr lang="es-MX" dirty="0"/>
              <a:t>LISR-28-XXVII-Primer Párrafo: Capitalización insuficiente</a:t>
            </a:r>
          </a:p>
          <a:p>
            <a:endParaRPr lang="es-MX" dirty="0"/>
          </a:p>
        </p:txBody>
      </p:sp>
      <p:graphicFrame>
        <p:nvGraphicFramePr>
          <p:cNvPr id="5" name="Content Placeholder 4"/>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77280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Momento en que se consideran contraídas las deudas </a:t>
            </a:r>
            <a:r>
              <a:rPr lang="es-MX" sz="1800" dirty="0"/>
              <a:t>(LISR-46)</a:t>
            </a:r>
          </a:p>
        </p:txBody>
      </p:sp>
      <p:sp>
        <p:nvSpPr>
          <p:cNvPr id="3" name="Content Placeholder 2"/>
          <p:cNvSpPr>
            <a:spLocks noGrp="1"/>
          </p:cNvSpPr>
          <p:nvPr>
            <p:ph sz="half" idx="1"/>
          </p:nvPr>
        </p:nvSpPr>
        <p:spPr/>
        <p:txBody>
          <a:bodyPr>
            <a:normAutofit fontScale="77500" lnSpcReduction="20000"/>
          </a:bodyPr>
          <a:lstStyle/>
          <a:p>
            <a:r>
              <a:rPr lang="es-MX" dirty="0"/>
              <a:t>Para los efectos del artículo 44 de esta Ley, se considerará que se contraen deudas por la adquisición de bienes y servicios, por la obtención del uso o goce temporal de bienes o por capitales tomados en préstamo, cuando se dé cualquiera de los supuestos siguientes: </a:t>
            </a:r>
          </a:p>
          <a:p>
            <a:pPr marL="457200" lvl="1" indent="0">
              <a:buNone/>
            </a:pPr>
            <a:r>
              <a:rPr lang="es-MX" dirty="0"/>
              <a:t>I. Tratándose de la adquisición de bienes o servicios, así como de la obtención del uso o goce temporal de bienes, cuando se dé alguno de los supuestos previstos en el artículo 17 de esta Ley y el precio o la contraprestación, se pague con posterioridad a la fecha en que ocurra el supuesto de que se trate. </a:t>
            </a:r>
          </a:p>
          <a:p>
            <a:pPr marL="457200" lvl="1" indent="0">
              <a:buNone/>
            </a:pPr>
            <a:r>
              <a:rPr lang="es-MX" dirty="0"/>
              <a:t>II. Tratándose de capitales tomados en préstamo, cuando se reciba parcial o totalmente el capital.</a:t>
            </a:r>
          </a:p>
          <a:p>
            <a:endParaRPr lang="es-MX" dirty="0"/>
          </a:p>
        </p:txBody>
      </p:sp>
      <p:graphicFrame>
        <p:nvGraphicFramePr>
          <p:cNvPr id="8" name="Content Placeholder 7"/>
          <p:cNvGraphicFramePr>
            <a:graphicFrameLocks noGrp="1"/>
          </p:cNvGraphicFramePr>
          <p:nvPr>
            <p:ph sz="half" idx="2"/>
          </p:nvPr>
        </p:nvGraphicFramePr>
        <p:xfrm>
          <a:off x="6172200" y="1838151"/>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9308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Ajuste Anual Por Inflación</a:t>
            </a:r>
          </a:p>
        </p:txBody>
      </p:sp>
      <p:graphicFrame>
        <p:nvGraphicFramePr>
          <p:cNvPr id="4" name="Content Placeholder 3"/>
          <p:cNvGraphicFramePr>
            <a:graphicFrameLocks noGrp="1"/>
          </p:cNvGraphicFramePr>
          <p:nvPr>
            <p:ph idx="1"/>
          </p:nvPr>
        </p:nvGraphicFramePr>
        <p:xfrm>
          <a:off x="838200" y="1825625"/>
          <a:ext cx="10562112" cy="4450080"/>
        </p:xfrm>
        <a:graphic>
          <a:graphicData uri="http://schemas.openxmlformats.org/drawingml/2006/table">
            <a:tbl>
              <a:tblPr firstRow="1" bandRow="1">
                <a:tableStyleId>{5C22544A-7EE6-4342-B048-85BDC9FD1C3A}</a:tableStyleId>
              </a:tblPr>
              <a:tblGrid>
                <a:gridCol w="751114">
                  <a:extLst>
                    <a:ext uri="{9D8B030D-6E8A-4147-A177-3AD203B41FA5}">
                      <a16:colId xmlns:a16="http://schemas.microsoft.com/office/drawing/2014/main" val="20000"/>
                    </a:ext>
                  </a:extLst>
                </a:gridCol>
                <a:gridCol w="751114">
                  <a:extLst>
                    <a:ext uri="{9D8B030D-6E8A-4147-A177-3AD203B41FA5}">
                      <a16:colId xmlns:a16="http://schemas.microsoft.com/office/drawing/2014/main" val="20001"/>
                    </a:ext>
                  </a:extLst>
                </a:gridCol>
                <a:gridCol w="751114">
                  <a:extLst>
                    <a:ext uri="{9D8B030D-6E8A-4147-A177-3AD203B41FA5}">
                      <a16:colId xmlns:a16="http://schemas.microsoft.com/office/drawing/2014/main" val="20002"/>
                    </a:ext>
                  </a:extLst>
                </a:gridCol>
                <a:gridCol w="751114">
                  <a:extLst>
                    <a:ext uri="{9D8B030D-6E8A-4147-A177-3AD203B41FA5}">
                      <a16:colId xmlns:a16="http://schemas.microsoft.com/office/drawing/2014/main" val="20003"/>
                    </a:ext>
                  </a:extLst>
                </a:gridCol>
                <a:gridCol w="751114">
                  <a:extLst>
                    <a:ext uri="{9D8B030D-6E8A-4147-A177-3AD203B41FA5}">
                      <a16:colId xmlns:a16="http://schemas.microsoft.com/office/drawing/2014/main" val="20004"/>
                    </a:ext>
                  </a:extLst>
                </a:gridCol>
                <a:gridCol w="751114">
                  <a:extLst>
                    <a:ext uri="{9D8B030D-6E8A-4147-A177-3AD203B41FA5}">
                      <a16:colId xmlns:a16="http://schemas.microsoft.com/office/drawing/2014/main" val="20005"/>
                    </a:ext>
                  </a:extLst>
                </a:gridCol>
                <a:gridCol w="751114">
                  <a:extLst>
                    <a:ext uri="{9D8B030D-6E8A-4147-A177-3AD203B41FA5}">
                      <a16:colId xmlns:a16="http://schemas.microsoft.com/office/drawing/2014/main" val="20006"/>
                    </a:ext>
                  </a:extLst>
                </a:gridCol>
                <a:gridCol w="751114">
                  <a:extLst>
                    <a:ext uri="{9D8B030D-6E8A-4147-A177-3AD203B41FA5}">
                      <a16:colId xmlns:a16="http://schemas.microsoft.com/office/drawing/2014/main" val="20007"/>
                    </a:ext>
                  </a:extLst>
                </a:gridCol>
                <a:gridCol w="751114">
                  <a:extLst>
                    <a:ext uri="{9D8B030D-6E8A-4147-A177-3AD203B41FA5}">
                      <a16:colId xmlns:a16="http://schemas.microsoft.com/office/drawing/2014/main" val="20008"/>
                    </a:ext>
                  </a:extLst>
                </a:gridCol>
                <a:gridCol w="751114">
                  <a:extLst>
                    <a:ext uri="{9D8B030D-6E8A-4147-A177-3AD203B41FA5}">
                      <a16:colId xmlns:a16="http://schemas.microsoft.com/office/drawing/2014/main" val="20009"/>
                    </a:ext>
                  </a:extLst>
                </a:gridCol>
                <a:gridCol w="751114">
                  <a:extLst>
                    <a:ext uri="{9D8B030D-6E8A-4147-A177-3AD203B41FA5}">
                      <a16:colId xmlns:a16="http://schemas.microsoft.com/office/drawing/2014/main" val="20010"/>
                    </a:ext>
                  </a:extLst>
                </a:gridCol>
                <a:gridCol w="751114">
                  <a:extLst>
                    <a:ext uri="{9D8B030D-6E8A-4147-A177-3AD203B41FA5}">
                      <a16:colId xmlns:a16="http://schemas.microsoft.com/office/drawing/2014/main" val="20011"/>
                    </a:ext>
                  </a:extLst>
                </a:gridCol>
                <a:gridCol w="751114">
                  <a:extLst>
                    <a:ext uri="{9D8B030D-6E8A-4147-A177-3AD203B41FA5}">
                      <a16:colId xmlns:a16="http://schemas.microsoft.com/office/drawing/2014/main" val="20012"/>
                    </a:ext>
                  </a:extLst>
                </a:gridCol>
                <a:gridCol w="797630">
                  <a:extLst>
                    <a:ext uri="{9D8B030D-6E8A-4147-A177-3AD203B41FA5}">
                      <a16:colId xmlns:a16="http://schemas.microsoft.com/office/drawing/2014/main" val="20013"/>
                    </a:ext>
                  </a:extLst>
                </a:gridCol>
              </a:tblGrid>
              <a:tr h="370840">
                <a:tc>
                  <a:txBody>
                    <a:bodyPr/>
                    <a:lstStyle/>
                    <a:p>
                      <a:pPr algn="ctr"/>
                      <a:r>
                        <a:rPr lang="es-MX" sz="1200" dirty="0"/>
                        <a:t>2017</a:t>
                      </a:r>
                    </a:p>
                  </a:txBody>
                  <a:tcPr/>
                </a:tc>
                <a:tc>
                  <a:txBody>
                    <a:bodyPr/>
                    <a:lstStyle/>
                    <a:p>
                      <a:pPr algn="ctr"/>
                      <a:r>
                        <a:rPr lang="es-MX" sz="1200" dirty="0"/>
                        <a:t>Ene</a:t>
                      </a:r>
                    </a:p>
                  </a:txBody>
                  <a:tcPr/>
                </a:tc>
                <a:tc>
                  <a:txBody>
                    <a:bodyPr/>
                    <a:lstStyle/>
                    <a:p>
                      <a:pPr algn="ctr"/>
                      <a:r>
                        <a:rPr lang="es-MX" sz="1200" dirty="0"/>
                        <a:t>Feb</a:t>
                      </a:r>
                    </a:p>
                  </a:txBody>
                  <a:tcPr/>
                </a:tc>
                <a:tc>
                  <a:txBody>
                    <a:bodyPr/>
                    <a:lstStyle/>
                    <a:p>
                      <a:pPr algn="ctr"/>
                      <a:r>
                        <a:rPr lang="es-MX" sz="1200" dirty="0"/>
                        <a:t>Mar</a:t>
                      </a:r>
                    </a:p>
                  </a:txBody>
                  <a:tcPr/>
                </a:tc>
                <a:tc>
                  <a:txBody>
                    <a:bodyPr/>
                    <a:lstStyle/>
                    <a:p>
                      <a:pPr algn="ctr"/>
                      <a:r>
                        <a:rPr lang="es-MX" sz="1200" dirty="0"/>
                        <a:t>Abr</a:t>
                      </a:r>
                    </a:p>
                  </a:txBody>
                  <a:tcPr/>
                </a:tc>
                <a:tc>
                  <a:txBody>
                    <a:bodyPr/>
                    <a:lstStyle/>
                    <a:p>
                      <a:pPr algn="ctr"/>
                      <a:r>
                        <a:rPr lang="es-MX" sz="1200" dirty="0"/>
                        <a:t>May</a:t>
                      </a:r>
                    </a:p>
                  </a:txBody>
                  <a:tcPr/>
                </a:tc>
                <a:tc>
                  <a:txBody>
                    <a:bodyPr/>
                    <a:lstStyle/>
                    <a:p>
                      <a:pPr algn="ctr"/>
                      <a:r>
                        <a:rPr lang="es-MX" sz="1200" dirty="0"/>
                        <a:t>Jun</a:t>
                      </a:r>
                    </a:p>
                  </a:txBody>
                  <a:tcPr/>
                </a:tc>
                <a:tc>
                  <a:txBody>
                    <a:bodyPr/>
                    <a:lstStyle/>
                    <a:p>
                      <a:pPr algn="ctr"/>
                      <a:r>
                        <a:rPr lang="es-MX" sz="1200" dirty="0"/>
                        <a:t>Jul</a:t>
                      </a:r>
                    </a:p>
                  </a:txBody>
                  <a:tcPr/>
                </a:tc>
                <a:tc>
                  <a:txBody>
                    <a:bodyPr/>
                    <a:lstStyle/>
                    <a:p>
                      <a:pPr algn="ctr"/>
                      <a:r>
                        <a:rPr lang="es-MX" sz="1200" dirty="0"/>
                        <a:t>Ago</a:t>
                      </a:r>
                    </a:p>
                  </a:txBody>
                  <a:tcPr/>
                </a:tc>
                <a:tc>
                  <a:txBody>
                    <a:bodyPr/>
                    <a:lstStyle/>
                    <a:p>
                      <a:pPr algn="ctr"/>
                      <a:r>
                        <a:rPr lang="es-MX" sz="1200" dirty="0"/>
                        <a:t>Sep</a:t>
                      </a:r>
                    </a:p>
                  </a:txBody>
                  <a:tcPr/>
                </a:tc>
                <a:tc>
                  <a:txBody>
                    <a:bodyPr/>
                    <a:lstStyle/>
                    <a:p>
                      <a:pPr algn="ctr"/>
                      <a:r>
                        <a:rPr lang="es-MX" sz="1200" dirty="0"/>
                        <a:t>Oct</a:t>
                      </a:r>
                    </a:p>
                  </a:txBody>
                  <a:tcPr/>
                </a:tc>
                <a:tc>
                  <a:txBody>
                    <a:bodyPr/>
                    <a:lstStyle/>
                    <a:p>
                      <a:pPr algn="ctr"/>
                      <a:r>
                        <a:rPr lang="es-MX" sz="1200" dirty="0"/>
                        <a:t>Nov</a:t>
                      </a:r>
                    </a:p>
                  </a:txBody>
                  <a:tcPr/>
                </a:tc>
                <a:tc>
                  <a:txBody>
                    <a:bodyPr/>
                    <a:lstStyle/>
                    <a:p>
                      <a:pPr algn="ctr"/>
                      <a:r>
                        <a:rPr lang="es-MX" sz="1200" dirty="0"/>
                        <a:t>Dic</a:t>
                      </a:r>
                    </a:p>
                  </a:txBody>
                  <a:tcPr/>
                </a:tc>
                <a:tc>
                  <a:txBody>
                    <a:bodyPr/>
                    <a:lstStyle/>
                    <a:p>
                      <a:pPr algn="ctr"/>
                      <a:r>
                        <a:rPr lang="es-MX" sz="1200" dirty="0"/>
                        <a:t>Prom</a:t>
                      </a:r>
                    </a:p>
                  </a:txBody>
                  <a:tcPr/>
                </a:tc>
                <a:extLst>
                  <a:ext uri="{0D108BD9-81ED-4DB2-BD59-A6C34878D82A}">
                    <a16:rowId xmlns:a16="http://schemas.microsoft.com/office/drawing/2014/main" val="10000"/>
                  </a:ext>
                </a:extLst>
              </a:tr>
              <a:tr h="370840">
                <a:tc>
                  <a:txBody>
                    <a:bodyPr/>
                    <a:lstStyle/>
                    <a:p>
                      <a:r>
                        <a:rPr lang="es-MX" sz="1200" dirty="0"/>
                        <a:t>Bancos</a:t>
                      </a:r>
                    </a:p>
                  </a:txBody>
                  <a:tcPr/>
                </a:tc>
                <a:tc>
                  <a:txBody>
                    <a:bodyPr/>
                    <a:lstStyle/>
                    <a:p>
                      <a:pPr algn="r"/>
                      <a:r>
                        <a:rPr lang="es-MX" sz="1200" dirty="0"/>
                        <a:t>$100</a:t>
                      </a:r>
                    </a:p>
                  </a:txBody>
                  <a:tcPr/>
                </a:tc>
                <a:tc>
                  <a:txBody>
                    <a:bodyPr/>
                    <a:lstStyle/>
                    <a:p>
                      <a:pPr algn="r"/>
                      <a:r>
                        <a:rPr lang="es-MX" sz="1200" dirty="0"/>
                        <a:t>$120</a:t>
                      </a:r>
                    </a:p>
                  </a:txBody>
                  <a:tcPr/>
                </a:tc>
                <a:tc>
                  <a:txBody>
                    <a:bodyPr/>
                    <a:lstStyle/>
                    <a:p>
                      <a:pPr algn="r"/>
                      <a:r>
                        <a:rPr lang="es-MX" sz="1200" dirty="0"/>
                        <a:t>$110</a:t>
                      </a:r>
                    </a:p>
                  </a:txBody>
                  <a:tcPr/>
                </a:tc>
                <a:tc>
                  <a:txBody>
                    <a:bodyPr/>
                    <a:lstStyle/>
                    <a:p>
                      <a:pPr algn="r"/>
                      <a:r>
                        <a:rPr lang="es-MX" sz="1200" dirty="0"/>
                        <a:t>$80</a:t>
                      </a:r>
                    </a:p>
                  </a:txBody>
                  <a:tcPr/>
                </a:tc>
                <a:tc>
                  <a:txBody>
                    <a:bodyPr/>
                    <a:lstStyle/>
                    <a:p>
                      <a:pPr algn="r"/>
                      <a:r>
                        <a:rPr lang="es-MX" sz="1200" dirty="0"/>
                        <a:t>$40</a:t>
                      </a:r>
                    </a:p>
                  </a:txBody>
                  <a:tcPr/>
                </a:tc>
                <a:tc>
                  <a:txBody>
                    <a:bodyPr/>
                    <a:lstStyle/>
                    <a:p>
                      <a:pPr algn="r"/>
                      <a:r>
                        <a:rPr lang="es-MX" sz="1200" dirty="0"/>
                        <a:t>$200</a:t>
                      </a:r>
                    </a:p>
                  </a:txBody>
                  <a:tcPr/>
                </a:tc>
                <a:tc>
                  <a:txBody>
                    <a:bodyPr/>
                    <a:lstStyle/>
                    <a:p>
                      <a:pPr algn="r"/>
                      <a:r>
                        <a:rPr lang="es-MX" sz="1200" dirty="0"/>
                        <a:t>$50</a:t>
                      </a:r>
                    </a:p>
                  </a:txBody>
                  <a:tcPr/>
                </a:tc>
                <a:tc>
                  <a:txBody>
                    <a:bodyPr/>
                    <a:lstStyle/>
                    <a:p>
                      <a:pPr algn="r"/>
                      <a:r>
                        <a:rPr lang="es-MX" sz="1200" dirty="0"/>
                        <a:t>$60</a:t>
                      </a:r>
                    </a:p>
                  </a:txBody>
                  <a:tcPr/>
                </a:tc>
                <a:tc>
                  <a:txBody>
                    <a:bodyPr/>
                    <a:lstStyle/>
                    <a:p>
                      <a:pPr algn="r"/>
                      <a:r>
                        <a:rPr lang="es-MX" sz="1200" dirty="0"/>
                        <a:t>$180</a:t>
                      </a:r>
                    </a:p>
                  </a:txBody>
                  <a:tcPr/>
                </a:tc>
                <a:tc>
                  <a:txBody>
                    <a:bodyPr/>
                    <a:lstStyle/>
                    <a:p>
                      <a:pPr algn="r"/>
                      <a:r>
                        <a:rPr lang="es-MX" sz="1200" dirty="0"/>
                        <a:t>$90</a:t>
                      </a:r>
                    </a:p>
                  </a:txBody>
                  <a:tcPr/>
                </a:tc>
                <a:tc>
                  <a:txBody>
                    <a:bodyPr/>
                    <a:lstStyle/>
                    <a:p>
                      <a:pPr algn="r"/>
                      <a:r>
                        <a:rPr lang="es-MX" sz="1200" dirty="0"/>
                        <a:t>$30</a:t>
                      </a:r>
                    </a:p>
                  </a:txBody>
                  <a:tcPr/>
                </a:tc>
                <a:tc>
                  <a:txBody>
                    <a:bodyPr/>
                    <a:lstStyle/>
                    <a:p>
                      <a:pPr algn="r"/>
                      <a:r>
                        <a:rPr lang="es-MX" sz="1200" dirty="0"/>
                        <a:t>$150</a:t>
                      </a:r>
                    </a:p>
                  </a:txBody>
                  <a:tcPr/>
                </a:tc>
                <a:tc>
                  <a:txBody>
                    <a:bodyPr/>
                    <a:lstStyle/>
                    <a:p>
                      <a:pPr algn="r"/>
                      <a:r>
                        <a:rPr lang="es-MX" sz="1200" dirty="0"/>
                        <a:t>$100.83</a:t>
                      </a:r>
                    </a:p>
                  </a:txBody>
                  <a:tcPr/>
                </a:tc>
                <a:extLst>
                  <a:ext uri="{0D108BD9-81ED-4DB2-BD59-A6C34878D82A}">
                    <a16:rowId xmlns:a16="http://schemas.microsoft.com/office/drawing/2014/main" val="10001"/>
                  </a:ext>
                </a:extLst>
              </a:tr>
              <a:tr h="370840">
                <a:tc>
                  <a:txBody>
                    <a:bodyPr/>
                    <a:lstStyle/>
                    <a:p>
                      <a:r>
                        <a:rPr lang="es-MX" sz="1200" dirty="0"/>
                        <a:t>Clientes</a:t>
                      </a:r>
                    </a:p>
                  </a:txBody>
                  <a:tcPr/>
                </a:tc>
                <a:tc>
                  <a:txBody>
                    <a:bodyPr/>
                    <a:lstStyle/>
                    <a:p>
                      <a:pPr algn="r"/>
                      <a:r>
                        <a:rPr lang="es-MX" sz="1200" dirty="0"/>
                        <a:t>40</a:t>
                      </a:r>
                    </a:p>
                  </a:txBody>
                  <a:tcPr/>
                </a:tc>
                <a:tc>
                  <a:txBody>
                    <a:bodyPr/>
                    <a:lstStyle/>
                    <a:p>
                      <a:pPr algn="r"/>
                      <a:r>
                        <a:rPr lang="es-MX" sz="1200" dirty="0"/>
                        <a:t>10</a:t>
                      </a:r>
                    </a:p>
                  </a:txBody>
                  <a:tcPr/>
                </a:tc>
                <a:tc>
                  <a:txBody>
                    <a:bodyPr/>
                    <a:lstStyle/>
                    <a:p>
                      <a:pPr algn="r"/>
                      <a:r>
                        <a:rPr lang="es-MX" sz="1200" dirty="0"/>
                        <a:t>150</a:t>
                      </a:r>
                    </a:p>
                  </a:txBody>
                  <a:tcPr/>
                </a:tc>
                <a:tc>
                  <a:txBody>
                    <a:bodyPr/>
                    <a:lstStyle/>
                    <a:p>
                      <a:pPr algn="r"/>
                      <a:r>
                        <a:rPr lang="es-MX" sz="1200" dirty="0"/>
                        <a:t>40</a:t>
                      </a:r>
                    </a:p>
                  </a:txBody>
                  <a:tcPr/>
                </a:tc>
                <a:tc>
                  <a:txBody>
                    <a:bodyPr/>
                    <a:lstStyle/>
                    <a:p>
                      <a:pPr algn="r"/>
                      <a:r>
                        <a:rPr lang="es-MX" sz="1200" dirty="0"/>
                        <a:t>90</a:t>
                      </a:r>
                    </a:p>
                  </a:txBody>
                  <a:tcPr/>
                </a:tc>
                <a:tc>
                  <a:txBody>
                    <a:bodyPr/>
                    <a:lstStyle/>
                    <a:p>
                      <a:pPr algn="r"/>
                      <a:r>
                        <a:rPr lang="es-MX" sz="1200" dirty="0"/>
                        <a:t>80</a:t>
                      </a:r>
                    </a:p>
                  </a:txBody>
                  <a:tcPr/>
                </a:tc>
                <a:tc>
                  <a:txBody>
                    <a:bodyPr/>
                    <a:lstStyle/>
                    <a:p>
                      <a:pPr algn="r"/>
                      <a:r>
                        <a:rPr lang="es-MX" sz="1200" dirty="0"/>
                        <a:t>60</a:t>
                      </a:r>
                    </a:p>
                  </a:txBody>
                  <a:tcPr/>
                </a:tc>
                <a:tc>
                  <a:txBody>
                    <a:bodyPr/>
                    <a:lstStyle/>
                    <a:p>
                      <a:pPr algn="r"/>
                      <a:r>
                        <a:rPr lang="es-MX" sz="1200" dirty="0"/>
                        <a:t>80</a:t>
                      </a:r>
                    </a:p>
                  </a:txBody>
                  <a:tcPr/>
                </a:tc>
                <a:tc>
                  <a:txBody>
                    <a:bodyPr/>
                    <a:lstStyle/>
                    <a:p>
                      <a:pPr algn="r"/>
                      <a:r>
                        <a:rPr lang="es-MX" sz="1200" dirty="0"/>
                        <a:t>0</a:t>
                      </a:r>
                    </a:p>
                  </a:txBody>
                  <a:tcPr/>
                </a:tc>
                <a:tc>
                  <a:txBody>
                    <a:bodyPr/>
                    <a:lstStyle/>
                    <a:p>
                      <a:pPr algn="r"/>
                      <a:r>
                        <a:rPr lang="es-MX" sz="1200" dirty="0"/>
                        <a:t>30</a:t>
                      </a:r>
                    </a:p>
                  </a:txBody>
                  <a:tcPr/>
                </a:tc>
                <a:tc>
                  <a:txBody>
                    <a:bodyPr/>
                    <a:lstStyle/>
                    <a:p>
                      <a:pPr algn="r"/>
                      <a:r>
                        <a:rPr lang="es-MX" sz="1200" dirty="0"/>
                        <a:t>50</a:t>
                      </a:r>
                    </a:p>
                  </a:txBody>
                  <a:tcPr/>
                </a:tc>
                <a:tc>
                  <a:txBody>
                    <a:bodyPr/>
                    <a:lstStyle/>
                    <a:p>
                      <a:pPr algn="r"/>
                      <a:r>
                        <a:rPr lang="es-MX" sz="1200" dirty="0"/>
                        <a:t>80</a:t>
                      </a:r>
                    </a:p>
                  </a:txBody>
                  <a:tcPr/>
                </a:tc>
                <a:tc>
                  <a:txBody>
                    <a:bodyPr/>
                    <a:lstStyle/>
                    <a:p>
                      <a:pPr algn="r"/>
                      <a:r>
                        <a:rPr lang="es-MX" sz="1200" dirty="0"/>
                        <a:t>59.17</a:t>
                      </a:r>
                    </a:p>
                  </a:txBody>
                  <a:tcPr/>
                </a:tc>
                <a:extLst>
                  <a:ext uri="{0D108BD9-81ED-4DB2-BD59-A6C34878D82A}">
                    <a16:rowId xmlns:a16="http://schemas.microsoft.com/office/drawing/2014/main" val="10002"/>
                  </a:ext>
                </a:extLst>
              </a:tr>
              <a:tr h="370840">
                <a:tc>
                  <a:txBody>
                    <a:bodyPr/>
                    <a:lstStyle/>
                    <a:p>
                      <a:pPr algn="r"/>
                      <a:r>
                        <a:rPr lang="es-MX" sz="1200" dirty="0"/>
                        <a:t>Prom.</a:t>
                      </a:r>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r>
                        <a:rPr lang="es-MX" sz="1200" dirty="0"/>
                        <a:t>$160.00</a:t>
                      </a:r>
                    </a:p>
                  </a:txBody>
                  <a:tcPr/>
                </a:tc>
                <a:extLst>
                  <a:ext uri="{0D108BD9-81ED-4DB2-BD59-A6C34878D82A}">
                    <a16:rowId xmlns:a16="http://schemas.microsoft.com/office/drawing/2014/main" val="10003"/>
                  </a:ext>
                </a:extLst>
              </a:tr>
              <a:tr h="370840">
                <a:tc>
                  <a:txBody>
                    <a:bodyPr/>
                    <a:lstStyle/>
                    <a:p>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extLst>
                  <a:ext uri="{0D108BD9-81ED-4DB2-BD59-A6C34878D82A}">
                    <a16:rowId xmlns:a16="http://schemas.microsoft.com/office/drawing/2014/main" val="10004"/>
                  </a:ext>
                </a:extLst>
              </a:tr>
              <a:tr h="370840">
                <a:tc>
                  <a:txBody>
                    <a:bodyPr/>
                    <a:lstStyle/>
                    <a:p>
                      <a:r>
                        <a:rPr lang="es-MX" sz="1200" dirty="0"/>
                        <a:t>Proveed.</a:t>
                      </a:r>
                    </a:p>
                  </a:txBody>
                  <a:tcPr/>
                </a:tc>
                <a:tc>
                  <a:txBody>
                    <a:bodyPr/>
                    <a:lstStyle/>
                    <a:p>
                      <a:pPr algn="r"/>
                      <a:r>
                        <a:rPr lang="es-MX" sz="1200" dirty="0"/>
                        <a:t>150</a:t>
                      </a:r>
                    </a:p>
                  </a:txBody>
                  <a:tcPr/>
                </a:tc>
                <a:tc>
                  <a:txBody>
                    <a:bodyPr/>
                    <a:lstStyle/>
                    <a:p>
                      <a:pPr algn="r"/>
                      <a:r>
                        <a:rPr lang="es-MX" sz="1200" dirty="0"/>
                        <a:t>140</a:t>
                      </a:r>
                    </a:p>
                  </a:txBody>
                  <a:tcPr/>
                </a:tc>
                <a:tc>
                  <a:txBody>
                    <a:bodyPr/>
                    <a:lstStyle/>
                    <a:p>
                      <a:pPr algn="r"/>
                      <a:r>
                        <a:rPr lang="es-MX" sz="1200" dirty="0"/>
                        <a:t>180</a:t>
                      </a:r>
                    </a:p>
                  </a:txBody>
                  <a:tcPr/>
                </a:tc>
                <a:tc>
                  <a:txBody>
                    <a:bodyPr/>
                    <a:lstStyle/>
                    <a:p>
                      <a:pPr algn="r"/>
                      <a:r>
                        <a:rPr lang="es-MX" sz="1200" dirty="0"/>
                        <a:t>160</a:t>
                      </a:r>
                    </a:p>
                  </a:txBody>
                  <a:tcPr/>
                </a:tc>
                <a:tc>
                  <a:txBody>
                    <a:bodyPr/>
                    <a:lstStyle/>
                    <a:p>
                      <a:pPr algn="r"/>
                      <a:r>
                        <a:rPr lang="es-MX" sz="1200" dirty="0"/>
                        <a:t>210</a:t>
                      </a:r>
                    </a:p>
                  </a:txBody>
                  <a:tcPr/>
                </a:tc>
                <a:tc>
                  <a:txBody>
                    <a:bodyPr/>
                    <a:lstStyle/>
                    <a:p>
                      <a:pPr algn="r"/>
                      <a:r>
                        <a:rPr lang="es-MX" sz="1200" dirty="0"/>
                        <a:t>110</a:t>
                      </a:r>
                    </a:p>
                  </a:txBody>
                  <a:tcPr/>
                </a:tc>
                <a:tc>
                  <a:txBody>
                    <a:bodyPr/>
                    <a:lstStyle/>
                    <a:p>
                      <a:pPr algn="r"/>
                      <a:r>
                        <a:rPr lang="es-MX" sz="1200" dirty="0"/>
                        <a:t>150</a:t>
                      </a:r>
                    </a:p>
                  </a:txBody>
                  <a:tcPr/>
                </a:tc>
                <a:tc>
                  <a:txBody>
                    <a:bodyPr/>
                    <a:lstStyle/>
                    <a:p>
                      <a:pPr algn="r"/>
                      <a:r>
                        <a:rPr lang="es-MX" sz="1200" dirty="0"/>
                        <a:t>130</a:t>
                      </a:r>
                    </a:p>
                  </a:txBody>
                  <a:tcPr/>
                </a:tc>
                <a:tc>
                  <a:txBody>
                    <a:bodyPr/>
                    <a:lstStyle/>
                    <a:p>
                      <a:pPr algn="r"/>
                      <a:r>
                        <a:rPr lang="es-MX" sz="1200" dirty="0"/>
                        <a:t>80</a:t>
                      </a:r>
                    </a:p>
                  </a:txBody>
                  <a:tcPr/>
                </a:tc>
                <a:tc>
                  <a:txBody>
                    <a:bodyPr/>
                    <a:lstStyle/>
                    <a:p>
                      <a:pPr algn="r"/>
                      <a:r>
                        <a:rPr lang="es-MX" sz="1200" dirty="0"/>
                        <a:t>60</a:t>
                      </a:r>
                    </a:p>
                  </a:txBody>
                  <a:tcPr/>
                </a:tc>
                <a:tc>
                  <a:txBody>
                    <a:bodyPr/>
                    <a:lstStyle/>
                    <a:p>
                      <a:pPr algn="r"/>
                      <a:r>
                        <a:rPr lang="es-MX" sz="1200" dirty="0"/>
                        <a:t>110</a:t>
                      </a:r>
                    </a:p>
                  </a:txBody>
                  <a:tcPr/>
                </a:tc>
                <a:tc>
                  <a:txBody>
                    <a:bodyPr/>
                    <a:lstStyle/>
                    <a:p>
                      <a:pPr algn="r"/>
                      <a:r>
                        <a:rPr lang="es-MX" sz="1200" dirty="0"/>
                        <a:t>140</a:t>
                      </a:r>
                    </a:p>
                  </a:txBody>
                  <a:tcPr/>
                </a:tc>
                <a:tc>
                  <a:txBody>
                    <a:bodyPr/>
                    <a:lstStyle/>
                    <a:p>
                      <a:pPr algn="r"/>
                      <a:r>
                        <a:rPr lang="es-MX" sz="1200" dirty="0"/>
                        <a:t>135.00</a:t>
                      </a:r>
                    </a:p>
                  </a:txBody>
                  <a:tcPr/>
                </a:tc>
                <a:extLst>
                  <a:ext uri="{0D108BD9-81ED-4DB2-BD59-A6C34878D82A}">
                    <a16:rowId xmlns:a16="http://schemas.microsoft.com/office/drawing/2014/main" val="10005"/>
                  </a:ext>
                </a:extLst>
              </a:tr>
              <a:tr h="370840">
                <a:tc>
                  <a:txBody>
                    <a:bodyPr/>
                    <a:lstStyle/>
                    <a:p>
                      <a:r>
                        <a:rPr lang="es-MX" sz="1200" dirty="0"/>
                        <a:t>Prést.</a:t>
                      </a:r>
                    </a:p>
                  </a:txBody>
                  <a:tcPr/>
                </a:tc>
                <a:tc>
                  <a:txBody>
                    <a:bodyPr/>
                    <a:lstStyle/>
                    <a:p>
                      <a:pPr algn="r"/>
                      <a:r>
                        <a:rPr lang="es-MX" sz="1200" dirty="0"/>
                        <a:t>0</a:t>
                      </a:r>
                    </a:p>
                  </a:txBody>
                  <a:tcPr/>
                </a:tc>
                <a:tc>
                  <a:txBody>
                    <a:bodyPr/>
                    <a:lstStyle/>
                    <a:p>
                      <a:pPr algn="r"/>
                      <a:r>
                        <a:rPr lang="es-MX" sz="1200" dirty="0"/>
                        <a:t>900</a:t>
                      </a:r>
                    </a:p>
                  </a:txBody>
                  <a:tcPr/>
                </a:tc>
                <a:tc>
                  <a:txBody>
                    <a:bodyPr/>
                    <a:lstStyle/>
                    <a:p>
                      <a:pPr algn="r"/>
                      <a:r>
                        <a:rPr lang="es-MX" sz="1200" dirty="0"/>
                        <a:t>700</a:t>
                      </a:r>
                    </a:p>
                  </a:txBody>
                  <a:tcPr/>
                </a:tc>
                <a:tc>
                  <a:txBody>
                    <a:bodyPr/>
                    <a:lstStyle/>
                    <a:p>
                      <a:pPr algn="r"/>
                      <a:r>
                        <a:rPr lang="es-MX" sz="1200" dirty="0"/>
                        <a:t>700</a:t>
                      </a:r>
                    </a:p>
                  </a:txBody>
                  <a:tcPr/>
                </a:tc>
                <a:tc>
                  <a:txBody>
                    <a:bodyPr/>
                    <a:lstStyle/>
                    <a:p>
                      <a:pPr algn="r"/>
                      <a:r>
                        <a:rPr lang="es-MX" sz="1200" dirty="0"/>
                        <a:t>700</a:t>
                      </a:r>
                    </a:p>
                  </a:txBody>
                  <a:tcPr/>
                </a:tc>
                <a:tc>
                  <a:txBody>
                    <a:bodyPr/>
                    <a:lstStyle/>
                    <a:p>
                      <a:pPr algn="r"/>
                      <a:r>
                        <a:rPr lang="es-MX" sz="1200" dirty="0"/>
                        <a:t>800</a:t>
                      </a:r>
                    </a:p>
                  </a:txBody>
                  <a:tcPr/>
                </a:tc>
                <a:tc>
                  <a:txBody>
                    <a:bodyPr/>
                    <a:lstStyle/>
                    <a:p>
                      <a:pPr algn="r"/>
                      <a:r>
                        <a:rPr lang="es-MX" sz="1200" dirty="0"/>
                        <a:t>700</a:t>
                      </a:r>
                    </a:p>
                  </a:txBody>
                  <a:tcPr/>
                </a:tc>
                <a:tc>
                  <a:txBody>
                    <a:bodyPr/>
                    <a:lstStyle/>
                    <a:p>
                      <a:pPr algn="r"/>
                      <a:r>
                        <a:rPr lang="es-MX" sz="1200" dirty="0"/>
                        <a:t>600</a:t>
                      </a:r>
                    </a:p>
                  </a:txBody>
                  <a:tcPr/>
                </a:tc>
                <a:tc>
                  <a:txBody>
                    <a:bodyPr/>
                    <a:lstStyle/>
                    <a:p>
                      <a:pPr algn="r"/>
                      <a:r>
                        <a:rPr lang="es-MX" sz="1200" dirty="0"/>
                        <a:t>600</a:t>
                      </a:r>
                    </a:p>
                  </a:txBody>
                  <a:tcPr/>
                </a:tc>
                <a:tc>
                  <a:txBody>
                    <a:bodyPr/>
                    <a:lstStyle/>
                    <a:p>
                      <a:pPr algn="r"/>
                      <a:r>
                        <a:rPr lang="es-MX" sz="1200" dirty="0"/>
                        <a:t>500</a:t>
                      </a:r>
                    </a:p>
                  </a:txBody>
                  <a:tcPr/>
                </a:tc>
                <a:tc>
                  <a:txBody>
                    <a:bodyPr/>
                    <a:lstStyle/>
                    <a:p>
                      <a:pPr algn="r"/>
                      <a:r>
                        <a:rPr lang="es-MX" sz="1200" dirty="0"/>
                        <a:t>500</a:t>
                      </a:r>
                    </a:p>
                  </a:txBody>
                  <a:tcPr/>
                </a:tc>
                <a:tc>
                  <a:txBody>
                    <a:bodyPr/>
                    <a:lstStyle/>
                    <a:p>
                      <a:pPr algn="r"/>
                      <a:r>
                        <a:rPr lang="es-MX" sz="1200" dirty="0"/>
                        <a:t>400</a:t>
                      </a:r>
                    </a:p>
                  </a:txBody>
                  <a:tcPr/>
                </a:tc>
                <a:tc>
                  <a:txBody>
                    <a:bodyPr/>
                    <a:lstStyle/>
                    <a:p>
                      <a:pPr algn="r"/>
                      <a:r>
                        <a:rPr lang="es-MX" sz="1200" dirty="0"/>
                        <a:t>591.67</a:t>
                      </a:r>
                    </a:p>
                  </a:txBody>
                  <a:tcPr/>
                </a:tc>
                <a:extLst>
                  <a:ext uri="{0D108BD9-81ED-4DB2-BD59-A6C34878D82A}">
                    <a16:rowId xmlns:a16="http://schemas.microsoft.com/office/drawing/2014/main" val="10006"/>
                  </a:ext>
                </a:extLst>
              </a:tr>
              <a:tr h="370840">
                <a:tc>
                  <a:txBody>
                    <a:bodyPr/>
                    <a:lstStyle/>
                    <a:p>
                      <a:pPr algn="r"/>
                      <a:r>
                        <a:rPr lang="es-MX" sz="1200" dirty="0"/>
                        <a:t>Prom.</a:t>
                      </a:r>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r>
                        <a:rPr lang="es-MX" sz="1200" dirty="0"/>
                        <a:t>$726.67</a:t>
                      </a:r>
                    </a:p>
                  </a:txBody>
                  <a:tcPr/>
                </a:tc>
                <a:extLst>
                  <a:ext uri="{0D108BD9-81ED-4DB2-BD59-A6C34878D82A}">
                    <a16:rowId xmlns:a16="http://schemas.microsoft.com/office/drawing/2014/main" val="10007"/>
                  </a:ext>
                </a:extLst>
              </a:tr>
              <a:tr h="370840">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extLst>
                  <a:ext uri="{0D108BD9-81ED-4DB2-BD59-A6C34878D82A}">
                    <a16:rowId xmlns:a16="http://schemas.microsoft.com/office/drawing/2014/main" val="10008"/>
                  </a:ext>
                </a:extLst>
              </a:tr>
              <a:tr h="370840">
                <a:tc>
                  <a:txBody>
                    <a:bodyPr/>
                    <a:lstStyle/>
                    <a:p>
                      <a:pPr algn="r"/>
                      <a:r>
                        <a:rPr lang="es-MX" sz="1200" dirty="0"/>
                        <a:t>Dif.</a:t>
                      </a:r>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r>
                        <a:rPr lang="es-MX" sz="1200" dirty="0"/>
                        <a:t>$(566.67)</a:t>
                      </a:r>
                    </a:p>
                  </a:txBody>
                  <a:tcPr/>
                </a:tc>
                <a:extLst>
                  <a:ext uri="{0D108BD9-81ED-4DB2-BD59-A6C34878D82A}">
                    <a16:rowId xmlns:a16="http://schemas.microsoft.com/office/drawing/2014/main" val="10009"/>
                  </a:ext>
                </a:extLst>
              </a:tr>
              <a:tr h="370840">
                <a:tc>
                  <a:txBody>
                    <a:bodyPr/>
                    <a:lstStyle/>
                    <a:p>
                      <a:pPr algn="r"/>
                      <a:r>
                        <a:rPr lang="es-MX" sz="1200" dirty="0"/>
                        <a:t>F.A.</a:t>
                      </a:r>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r>
                        <a:rPr lang="es-MX" sz="1200" dirty="0"/>
                        <a:t>0.0677</a:t>
                      </a:r>
                      <a:r>
                        <a:rPr lang="es-MX" sz="1200" strike="sngStrike" dirty="0">
                          <a:solidFill>
                            <a:srgbClr val="FF0000"/>
                          </a:solidFill>
                        </a:rPr>
                        <a:t>3</a:t>
                      </a:r>
                      <a:endParaRPr lang="es-MX" sz="1200" strike="noStrike" dirty="0">
                        <a:solidFill>
                          <a:srgbClr val="FF0000"/>
                        </a:solidFill>
                      </a:endParaRPr>
                    </a:p>
                  </a:txBody>
                  <a:tcPr/>
                </a:tc>
                <a:extLst>
                  <a:ext uri="{0D108BD9-81ED-4DB2-BD59-A6C34878D82A}">
                    <a16:rowId xmlns:a16="http://schemas.microsoft.com/office/drawing/2014/main" val="10010"/>
                  </a:ext>
                </a:extLst>
              </a:tr>
              <a:tr h="370840">
                <a:tc>
                  <a:txBody>
                    <a:bodyPr/>
                    <a:lstStyle/>
                    <a:p>
                      <a:pPr algn="r"/>
                      <a:r>
                        <a:rPr lang="es-MX" sz="1200" dirty="0"/>
                        <a:t>Ajuste</a:t>
                      </a:r>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endParaRPr lang="es-MX" sz="1200" dirty="0"/>
                    </a:p>
                  </a:txBody>
                  <a:tcPr/>
                </a:tc>
                <a:tc>
                  <a:txBody>
                    <a:bodyPr/>
                    <a:lstStyle/>
                    <a:p>
                      <a:pPr algn="r"/>
                      <a:r>
                        <a:rPr lang="es-MX" sz="1200" dirty="0"/>
                        <a:t>$(38.36)</a:t>
                      </a:r>
                    </a:p>
                  </a:txBody>
                  <a:tcPr/>
                </a:tc>
                <a:extLst>
                  <a:ext uri="{0D108BD9-81ED-4DB2-BD59-A6C34878D82A}">
                    <a16:rowId xmlns:a16="http://schemas.microsoft.com/office/drawing/2014/main" val="10011"/>
                  </a:ext>
                </a:extLst>
              </a:tr>
            </a:tbl>
          </a:graphicData>
        </a:graphic>
      </p:graphicFrame>
      <p:sp>
        <p:nvSpPr>
          <p:cNvPr id="3" name="Speech Bubble: Oval 2">
            <a:extLst>
              <a:ext uri="{FF2B5EF4-FFF2-40B4-BE49-F238E27FC236}">
                <a16:creationId xmlns:a16="http://schemas.microsoft.com/office/drawing/2014/main" id="{83F2C391-1A93-4966-932A-F9F5A3A93EB5}"/>
              </a:ext>
            </a:extLst>
          </p:cNvPr>
          <p:cNvSpPr/>
          <p:nvPr/>
        </p:nvSpPr>
        <p:spPr>
          <a:xfrm>
            <a:off x="6696222" y="4923692"/>
            <a:ext cx="2250830" cy="612648"/>
          </a:xfrm>
          <a:prstGeom prst="wedgeEllipseCallout">
            <a:avLst>
              <a:gd name="adj1" fmla="val 132292"/>
              <a:gd name="adj2" fmla="val 7398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Dic 17 / Dic 16</a:t>
            </a:r>
          </a:p>
        </p:txBody>
      </p:sp>
    </p:spTree>
    <p:extLst>
      <p:ext uri="{BB962C8B-B14F-4D97-AF65-F5344CB8AC3E}">
        <p14:creationId xmlns:p14="http://schemas.microsoft.com/office/powerpoint/2010/main" val="3159693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Cancelación de créditos y deudas</a:t>
            </a:r>
          </a:p>
        </p:txBody>
      </p:sp>
      <p:sp>
        <p:nvSpPr>
          <p:cNvPr id="3" name="Content Placeholder 2"/>
          <p:cNvSpPr>
            <a:spLocks noGrp="1"/>
          </p:cNvSpPr>
          <p:nvPr>
            <p:ph sz="half" idx="1"/>
          </p:nvPr>
        </p:nvSpPr>
        <p:spPr/>
        <p:txBody>
          <a:bodyPr>
            <a:normAutofit/>
          </a:bodyPr>
          <a:lstStyle/>
          <a:p>
            <a:r>
              <a:rPr lang="es-MX" dirty="0"/>
              <a:t>En el caso de la cancelación de la operación que dio lugar al </a:t>
            </a:r>
            <a:r>
              <a:rPr lang="es-MX" dirty="0">
                <a:solidFill>
                  <a:schemeClr val="accent6"/>
                </a:solidFill>
              </a:rPr>
              <a:t>crédito</a:t>
            </a:r>
            <a:r>
              <a:rPr lang="es-MX" dirty="0"/>
              <a:t>, se cancelará la parte del ajuste anual por inflación que le corresponda a dicho crédito, en los términos que establezca el Reglamento de esta Ley, siempre que se trate de créditos que se hubiesen considerado para dicho ajuste. </a:t>
            </a:r>
            <a:r>
              <a:rPr lang="es-MX" sz="1800" dirty="0"/>
              <a:t>(LISR 45-Último párrafo)</a:t>
            </a:r>
          </a:p>
          <a:p>
            <a:endParaRPr lang="es-MX" dirty="0"/>
          </a:p>
        </p:txBody>
      </p:sp>
      <p:sp>
        <p:nvSpPr>
          <p:cNvPr id="4" name="Content Placeholder 3"/>
          <p:cNvSpPr>
            <a:spLocks noGrp="1"/>
          </p:cNvSpPr>
          <p:nvPr>
            <p:ph sz="half" idx="2"/>
          </p:nvPr>
        </p:nvSpPr>
        <p:spPr/>
        <p:txBody>
          <a:bodyPr>
            <a:normAutofit/>
          </a:bodyPr>
          <a:lstStyle/>
          <a:p>
            <a:r>
              <a:rPr lang="es-MX" dirty="0"/>
              <a:t>En el caso de la cancelación de una operación de la cual deriva una </a:t>
            </a:r>
            <a:r>
              <a:rPr lang="es-MX" dirty="0">
                <a:solidFill>
                  <a:schemeClr val="accent6"/>
                </a:solidFill>
              </a:rPr>
              <a:t>deuda</a:t>
            </a:r>
            <a:r>
              <a:rPr lang="es-MX" dirty="0"/>
              <a:t>, se cancelará la parte del ajuste anual por inflación que le corresponda a dicha deuda, en los términos que establezca el Reglamento de esta Ley, siempre que se trate de deudas que se hubiesen considerado para dicho ajuste. </a:t>
            </a:r>
            <a:r>
              <a:rPr lang="es-MX" sz="1800" dirty="0"/>
              <a:t>(LISR 46-Último párrafo)</a:t>
            </a:r>
          </a:p>
          <a:p>
            <a:endParaRPr lang="es-MX" dirty="0"/>
          </a:p>
        </p:txBody>
      </p:sp>
    </p:spTree>
    <p:extLst>
      <p:ext uri="{BB962C8B-B14F-4D97-AF65-F5344CB8AC3E}">
        <p14:creationId xmlns:p14="http://schemas.microsoft.com/office/powerpoint/2010/main" val="3728477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 de cancelación </a:t>
            </a:r>
            <a:r>
              <a:rPr lang="es-MX" sz="1800" dirty="0"/>
              <a:t>(RLISR 87)</a:t>
            </a:r>
            <a:r>
              <a:rPr lang="es-MX" dirty="0"/>
              <a:t> </a:t>
            </a:r>
          </a:p>
        </p:txBody>
      </p:sp>
      <p:sp>
        <p:nvSpPr>
          <p:cNvPr id="3" name="Content Placeholder 2"/>
          <p:cNvSpPr>
            <a:spLocks noGrp="1"/>
          </p:cNvSpPr>
          <p:nvPr>
            <p:ph idx="1"/>
          </p:nvPr>
        </p:nvSpPr>
        <p:spPr/>
        <p:txBody>
          <a:bodyPr/>
          <a:lstStyle/>
          <a:p>
            <a:r>
              <a:rPr lang="es-MX" dirty="0"/>
              <a:t>Para efectos de los artículos 45 y 46 de la Ley, 31 y 88 de este Reglamento, se entenderá cancelación de una operación que dio lugar a un crédito o deuda, según sea el caso, la devolución total o parcial de bienes; el descuento o la bonificación que se otorgue sobre el precio o el valor de los bienes o servicios, así como la nulidad, la rescisión o la resolución de los contratos de los que derive el crédito o la deuda. </a:t>
            </a:r>
          </a:p>
        </p:txBody>
      </p:sp>
    </p:spTree>
    <p:extLst>
      <p:ext uri="{BB962C8B-B14F-4D97-AF65-F5344CB8AC3E}">
        <p14:creationId xmlns:p14="http://schemas.microsoft.com/office/powerpoint/2010/main" val="1720932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Ajuste por cancelación </a:t>
            </a:r>
            <a:r>
              <a:rPr lang="es-MX" sz="1800" dirty="0"/>
              <a:t>(RLISR 88)</a:t>
            </a:r>
          </a:p>
        </p:txBody>
      </p:sp>
      <p:sp>
        <p:nvSpPr>
          <p:cNvPr id="3" name="Content Placeholder 2"/>
          <p:cNvSpPr>
            <a:spLocks noGrp="1"/>
          </p:cNvSpPr>
          <p:nvPr>
            <p:ph idx="1"/>
          </p:nvPr>
        </p:nvSpPr>
        <p:spPr/>
        <p:txBody>
          <a:bodyPr>
            <a:normAutofit fontScale="40000" lnSpcReduction="20000"/>
          </a:bodyPr>
          <a:lstStyle/>
          <a:p>
            <a:pPr marL="0" indent="0">
              <a:buNone/>
            </a:pPr>
            <a:r>
              <a:rPr lang="es-MX" dirty="0"/>
              <a:t>I</a:t>
            </a:r>
            <a:r>
              <a:rPr lang="es-MX" sz="4000" dirty="0"/>
              <a:t>. Si la cancelación de la operación que dio lugar a un crédito o a una deuda ocurre </a:t>
            </a:r>
            <a:r>
              <a:rPr lang="es-MX" sz="4000" dirty="0">
                <a:solidFill>
                  <a:schemeClr val="accent6"/>
                </a:solidFill>
              </a:rPr>
              <a:t>antes del cuarto mes del ejercicio siguiente</a:t>
            </a:r>
            <a:r>
              <a:rPr lang="es-MX" sz="4000" dirty="0"/>
              <a:t> a aquél en el que se concertó la operación de que se trate, los contribuyentes restarán del saldo promedio anual de los créditos o de las deudas del </a:t>
            </a:r>
            <a:r>
              <a:rPr lang="es-MX" sz="4000" dirty="0">
                <a:solidFill>
                  <a:schemeClr val="accent6"/>
                </a:solidFill>
              </a:rPr>
              <a:t>ejercicio en el que se acumuló el ingreso o se concertó la deuda </a:t>
            </a:r>
            <a:r>
              <a:rPr lang="es-MX" sz="4000" dirty="0"/>
              <a:t>que se cancelan, según corresponda, el saldo promedio del crédito o de la deuda del periodo en el que se consideró como crédito o como deuda conforme a lo dispuesto en los artículos 45 y 46 de la Ley.  </a:t>
            </a:r>
          </a:p>
          <a:p>
            <a:pPr marL="0" indent="0">
              <a:buNone/>
            </a:pPr>
            <a:r>
              <a:rPr lang="es-MX" sz="4000" dirty="0"/>
              <a:t>Asimismo, cuando los créditos o deudas sean cancelados en </a:t>
            </a:r>
            <a:r>
              <a:rPr lang="es-MX" sz="4000" dirty="0">
                <a:solidFill>
                  <a:schemeClr val="accent6"/>
                </a:solidFill>
              </a:rPr>
              <a:t>los primeros tres meses del ejercicio siguiente</a:t>
            </a:r>
            <a:r>
              <a:rPr lang="es-MX" sz="4000" dirty="0"/>
              <a:t> a que se refiere el párrafo anterior, no se considerarán en el saldo promedio anual de los créditos o de las deudas, según corresponda, del </a:t>
            </a:r>
            <a:r>
              <a:rPr lang="es-MX" sz="4000" dirty="0">
                <a:solidFill>
                  <a:schemeClr val="accent6"/>
                </a:solidFill>
              </a:rPr>
              <a:t>ejercicio en el que se cancele la operación</a:t>
            </a:r>
            <a:r>
              <a:rPr lang="es-MX" sz="4000" dirty="0"/>
              <a:t> de que se trate. </a:t>
            </a:r>
          </a:p>
          <a:p>
            <a:pPr marL="0" indent="0">
              <a:buNone/>
            </a:pPr>
            <a:r>
              <a:rPr lang="es-MX" sz="4000" dirty="0"/>
              <a:t>II. Si la cancelación de la operación que dio lugar a un crédito o a una deuda ocurre </a:t>
            </a:r>
            <a:r>
              <a:rPr lang="es-MX" sz="4000" dirty="0">
                <a:solidFill>
                  <a:schemeClr val="accent6"/>
                </a:solidFill>
              </a:rPr>
              <a:t>a partir del cuarto mes del ejercicio siguiente</a:t>
            </a:r>
            <a:r>
              <a:rPr lang="es-MX" sz="4000" dirty="0"/>
              <a:t> a aquél en el que se acumuló el ingreso o se contrajo la deuda que se cancelan, los contribuyentes estarán a lo siguiente:</a:t>
            </a:r>
          </a:p>
          <a:p>
            <a:pPr marL="457200" lvl="1" indent="0">
              <a:buNone/>
            </a:pPr>
            <a:r>
              <a:rPr lang="es-MX" sz="4000" dirty="0"/>
              <a:t>a)  Restarán el promedio de los saldos que el crédito que se cancela haya tenido al final de cada uno de los meses que abarque el periodo comprendido desde la fecha en la que se acumuló el ingreso del cual proviene el crédito que se cancela hasta el mes en el que se cancela la operación respectiva, del saldo promedio anual de los créditos del ejercicio en el cual se cancele la operación. </a:t>
            </a:r>
          </a:p>
          <a:p>
            <a:pPr marL="457200" lvl="1" indent="0">
              <a:buNone/>
            </a:pPr>
            <a:r>
              <a:rPr lang="es-MX" sz="4000" dirty="0"/>
              <a:t>b)  Restarán el promedio de los saldos que la deuda que se cancela haya tenido al final de cada uno de los meses que abarque el periodo comprendido desde la fecha en la que se contrajo la deuda que se cancela hasta el mes en el que se cancela la operación respectiva, del saldo promedio anual de las deudas del ejercicio en el cual se cancele la operación. </a:t>
            </a:r>
          </a:p>
          <a:p>
            <a:pPr marL="0" indent="0">
              <a:buNone/>
            </a:pPr>
            <a:r>
              <a:rPr lang="es-MX" sz="4000" dirty="0"/>
              <a:t>El saldo promedio de los créditos o deudas que se cancelan, según corresponda, se calculará dividiendo la suma de los saldos al final de cada uno de los meses que abarque el periodo durante el cual se consideraron como crédito o deuda, entre el número de meses que abarque dicho periodo. </a:t>
            </a:r>
          </a:p>
        </p:txBody>
      </p:sp>
    </p:spTree>
    <p:extLst>
      <p:ext uri="{BB962C8B-B14F-4D97-AF65-F5344CB8AC3E}">
        <p14:creationId xmlns:p14="http://schemas.microsoft.com/office/powerpoint/2010/main" val="2399307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El efecto de la cancelación de un crédito o deuda depende de la fecha en que ocurre</a:t>
            </a:r>
          </a:p>
        </p:txBody>
      </p:sp>
      <p:graphicFrame>
        <p:nvGraphicFramePr>
          <p:cNvPr id="6" name="Content Placeholder 5">
            <a:extLst>
              <a:ext uri="{FF2B5EF4-FFF2-40B4-BE49-F238E27FC236}">
                <a16:creationId xmlns:a16="http://schemas.microsoft.com/office/drawing/2014/main" id="{BC91647E-1EAE-4691-9C1B-7E2BA929228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1562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Cancelaciones de Créditos o Deudas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838200" y="2541318"/>
            <a:ext cx="3223161" cy="646331"/>
          </a:xfrm>
          <a:prstGeom prst="rect">
            <a:avLst/>
          </a:prstGeom>
          <a:noFill/>
        </p:spPr>
        <p:txBody>
          <a:bodyPr wrap="square" rtlCol="0">
            <a:spAutoFit/>
          </a:bodyPr>
          <a:lstStyle/>
          <a:p>
            <a:pPr algn="ctr"/>
            <a:r>
              <a:rPr lang="es-MX" dirty="0"/>
              <a:t>Se </a:t>
            </a:r>
            <a:r>
              <a:rPr lang="es-MX" dirty="0">
                <a:solidFill>
                  <a:schemeClr val="accent6"/>
                </a:solidFill>
              </a:rPr>
              <a:t>disminuye</a:t>
            </a:r>
            <a:r>
              <a:rPr lang="es-MX" dirty="0"/>
              <a:t> el saldo promedio de los Créditos o de las Deudas</a:t>
            </a:r>
          </a:p>
        </p:txBody>
      </p:sp>
      <p:sp>
        <p:nvSpPr>
          <p:cNvPr id="6" name="TextBox 5"/>
          <p:cNvSpPr txBox="1"/>
          <p:nvPr/>
        </p:nvSpPr>
        <p:spPr>
          <a:xfrm>
            <a:off x="4061361" y="2541319"/>
            <a:ext cx="3206339" cy="646331"/>
          </a:xfrm>
          <a:prstGeom prst="rect">
            <a:avLst/>
          </a:prstGeom>
          <a:noFill/>
        </p:spPr>
        <p:txBody>
          <a:bodyPr wrap="square" rtlCol="0">
            <a:spAutoFit/>
          </a:bodyPr>
          <a:lstStyle/>
          <a:p>
            <a:pPr algn="ctr"/>
            <a:r>
              <a:rPr lang="es-MX" dirty="0">
                <a:solidFill>
                  <a:schemeClr val="accent6"/>
                </a:solidFill>
              </a:rPr>
              <a:t>No se Considera </a:t>
            </a:r>
            <a:r>
              <a:rPr lang="es-MX" dirty="0"/>
              <a:t>el Crédito o la Deuda Cancelada</a:t>
            </a:r>
          </a:p>
        </p:txBody>
      </p:sp>
      <p:sp>
        <p:nvSpPr>
          <p:cNvPr id="7" name="TextBox 6"/>
          <p:cNvSpPr txBox="1"/>
          <p:nvPr/>
        </p:nvSpPr>
        <p:spPr>
          <a:xfrm>
            <a:off x="7568712" y="1987320"/>
            <a:ext cx="3265713" cy="1200329"/>
          </a:xfrm>
          <a:prstGeom prst="rect">
            <a:avLst/>
          </a:prstGeom>
          <a:noFill/>
        </p:spPr>
        <p:txBody>
          <a:bodyPr wrap="square" rtlCol="0">
            <a:spAutoFit/>
          </a:bodyPr>
          <a:lstStyle/>
          <a:p>
            <a:pPr algn="ctr"/>
            <a:r>
              <a:rPr lang="es-MX" dirty="0"/>
              <a:t>Se </a:t>
            </a:r>
            <a:r>
              <a:rPr lang="es-MX" dirty="0">
                <a:solidFill>
                  <a:schemeClr val="accent6"/>
                </a:solidFill>
              </a:rPr>
              <a:t>disminuye</a:t>
            </a:r>
            <a:r>
              <a:rPr lang="es-MX" dirty="0"/>
              <a:t> el saldo promedio </a:t>
            </a:r>
            <a:r>
              <a:rPr lang="es-MX" dirty="0">
                <a:solidFill>
                  <a:schemeClr val="accent6"/>
                </a:solidFill>
              </a:rPr>
              <a:t>de todo el período</a:t>
            </a:r>
            <a:r>
              <a:rPr lang="es-MX" dirty="0"/>
              <a:t> del saldo promedio </a:t>
            </a:r>
            <a:r>
              <a:rPr lang="es-MX" dirty="0">
                <a:solidFill>
                  <a:srgbClr val="92D050"/>
                </a:solidFill>
              </a:rPr>
              <a:t>Anual</a:t>
            </a:r>
            <a:r>
              <a:rPr lang="es-MX" dirty="0"/>
              <a:t> los Créditos o de las Deudas, en el ejercicio</a:t>
            </a:r>
          </a:p>
        </p:txBody>
      </p:sp>
      <p:sp>
        <p:nvSpPr>
          <p:cNvPr id="8" name="Oval Callout 7"/>
          <p:cNvSpPr/>
          <p:nvPr/>
        </p:nvSpPr>
        <p:spPr>
          <a:xfrm>
            <a:off x="6057747" y="1451833"/>
            <a:ext cx="1983179" cy="612648"/>
          </a:xfrm>
          <a:prstGeom prst="wedgeEllipseCallout">
            <a:avLst>
              <a:gd name="adj1" fmla="val 14219"/>
              <a:gd name="adj2" fmla="val 235885"/>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Declaración Anual</a:t>
            </a:r>
          </a:p>
        </p:txBody>
      </p:sp>
      <p:sp>
        <p:nvSpPr>
          <p:cNvPr id="9" name="Left Brace 8">
            <a:extLst>
              <a:ext uri="{FF2B5EF4-FFF2-40B4-BE49-F238E27FC236}">
                <a16:creationId xmlns:a16="http://schemas.microsoft.com/office/drawing/2014/main" id="{A644DD71-BFE1-4B53-806B-FAD2B54D122A}"/>
              </a:ext>
            </a:extLst>
          </p:cNvPr>
          <p:cNvSpPr/>
          <p:nvPr/>
        </p:nvSpPr>
        <p:spPr>
          <a:xfrm rot="5400000">
            <a:off x="3831870" y="2090327"/>
            <a:ext cx="442160" cy="64295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11" name="TextBox 10">
            <a:extLst>
              <a:ext uri="{FF2B5EF4-FFF2-40B4-BE49-F238E27FC236}">
                <a16:creationId xmlns:a16="http://schemas.microsoft.com/office/drawing/2014/main" id="{2FDD99F9-A615-4543-8928-FAA3108F1BB0}"/>
              </a:ext>
            </a:extLst>
          </p:cNvPr>
          <p:cNvSpPr txBox="1"/>
          <p:nvPr/>
        </p:nvSpPr>
        <p:spPr>
          <a:xfrm>
            <a:off x="1332312" y="5305077"/>
            <a:ext cx="5458097" cy="369332"/>
          </a:xfrm>
          <a:prstGeom prst="rect">
            <a:avLst/>
          </a:prstGeom>
          <a:noFill/>
        </p:spPr>
        <p:txBody>
          <a:bodyPr wrap="none" rtlCol="0">
            <a:spAutoFit/>
          </a:bodyPr>
          <a:lstStyle/>
          <a:p>
            <a:r>
              <a:rPr lang="es-MX" dirty="0"/>
              <a:t>Cancelación antes del cuarto mes del ejercicio siguiente</a:t>
            </a:r>
          </a:p>
        </p:txBody>
      </p:sp>
      <p:sp>
        <p:nvSpPr>
          <p:cNvPr id="12" name="Left Brace 11">
            <a:extLst>
              <a:ext uri="{FF2B5EF4-FFF2-40B4-BE49-F238E27FC236}">
                <a16:creationId xmlns:a16="http://schemas.microsoft.com/office/drawing/2014/main" id="{D66D08F0-BA64-44FF-B5E6-FB97985FF7B6}"/>
              </a:ext>
            </a:extLst>
          </p:cNvPr>
          <p:cNvSpPr/>
          <p:nvPr/>
        </p:nvSpPr>
        <p:spPr>
          <a:xfrm rot="5400000">
            <a:off x="9095665" y="3268022"/>
            <a:ext cx="430170" cy="40861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13" name="TextBox 12">
            <a:extLst>
              <a:ext uri="{FF2B5EF4-FFF2-40B4-BE49-F238E27FC236}">
                <a16:creationId xmlns:a16="http://schemas.microsoft.com/office/drawing/2014/main" id="{C58C3C3F-FA96-43B0-BA75-F425AF2F93FB}"/>
              </a:ext>
            </a:extLst>
          </p:cNvPr>
          <p:cNvSpPr txBox="1"/>
          <p:nvPr/>
        </p:nvSpPr>
        <p:spPr>
          <a:xfrm>
            <a:off x="7568712" y="5363826"/>
            <a:ext cx="3567978" cy="646331"/>
          </a:xfrm>
          <a:prstGeom prst="rect">
            <a:avLst/>
          </a:prstGeom>
          <a:noFill/>
        </p:spPr>
        <p:txBody>
          <a:bodyPr wrap="square" rtlCol="0">
            <a:spAutoFit/>
          </a:bodyPr>
          <a:lstStyle/>
          <a:p>
            <a:pPr algn="ctr"/>
            <a:r>
              <a:rPr lang="es-MX" dirty="0"/>
              <a:t>Cancelación a partir del cuarto mes del ejercicio siguiente</a:t>
            </a:r>
          </a:p>
        </p:txBody>
      </p:sp>
      <p:sp>
        <p:nvSpPr>
          <p:cNvPr id="14" name="Left Brace 13">
            <a:extLst>
              <a:ext uri="{FF2B5EF4-FFF2-40B4-BE49-F238E27FC236}">
                <a16:creationId xmlns:a16="http://schemas.microsoft.com/office/drawing/2014/main" id="{617989A4-FF24-4FA7-862F-F5396FD18209}"/>
              </a:ext>
            </a:extLst>
          </p:cNvPr>
          <p:cNvSpPr/>
          <p:nvPr/>
        </p:nvSpPr>
        <p:spPr>
          <a:xfrm rot="16200000">
            <a:off x="2220289" y="717067"/>
            <a:ext cx="442160" cy="320633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10" name="TextBox 9">
            <a:extLst>
              <a:ext uri="{FF2B5EF4-FFF2-40B4-BE49-F238E27FC236}">
                <a16:creationId xmlns:a16="http://schemas.microsoft.com/office/drawing/2014/main" id="{B1CBFFE6-F535-436D-9066-4F6077C664E0}"/>
              </a:ext>
            </a:extLst>
          </p:cNvPr>
          <p:cNvSpPr txBox="1"/>
          <p:nvPr/>
        </p:nvSpPr>
        <p:spPr>
          <a:xfrm>
            <a:off x="1142990" y="1932350"/>
            <a:ext cx="2661113" cy="369332"/>
          </a:xfrm>
          <a:prstGeom prst="rect">
            <a:avLst/>
          </a:prstGeom>
          <a:noFill/>
        </p:spPr>
        <p:txBody>
          <a:bodyPr wrap="none" rtlCol="0">
            <a:spAutoFit/>
          </a:bodyPr>
          <a:lstStyle/>
          <a:p>
            <a:r>
              <a:rPr lang="es-MX" dirty="0"/>
              <a:t>Cancelación en el ejercicio</a:t>
            </a:r>
          </a:p>
        </p:txBody>
      </p:sp>
    </p:spTree>
    <p:extLst>
      <p:ext uri="{BB962C8B-B14F-4D97-AF65-F5344CB8AC3E}">
        <p14:creationId xmlns:p14="http://schemas.microsoft.com/office/powerpoint/2010/main" val="31171152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7462BE9-2058-43EA-A513-600A464FDB2F}"/>
              </a:ext>
            </a:extLst>
          </p:cNvPr>
          <p:cNvGraphicFramePr>
            <a:graphicFrameLocks noGrp="1"/>
          </p:cNvGraphicFramePr>
          <p:nvPr>
            <p:ph idx="4294967295"/>
          </p:nvPr>
        </p:nvGraphicFramePr>
        <p:xfrm>
          <a:off x="1320463" y="88902"/>
          <a:ext cx="10160000" cy="6680196"/>
        </p:xfrm>
        <a:graphic>
          <a:graphicData uri="http://schemas.openxmlformats.org/drawingml/2006/table">
            <a:tbl>
              <a:tblPr firstRow="1" bandRow="1">
                <a:tableStyleId>{5C22544A-7EE6-4342-B048-85BDC9FD1C3A}</a:tableStyleId>
              </a:tblPr>
              <a:tblGrid>
                <a:gridCol w="2682240">
                  <a:extLst>
                    <a:ext uri="{9D8B030D-6E8A-4147-A177-3AD203B41FA5}">
                      <a16:colId xmlns:a16="http://schemas.microsoft.com/office/drawing/2014/main" val="1344920348"/>
                    </a:ext>
                  </a:extLst>
                </a:gridCol>
                <a:gridCol w="2611120">
                  <a:extLst>
                    <a:ext uri="{9D8B030D-6E8A-4147-A177-3AD203B41FA5}">
                      <a16:colId xmlns:a16="http://schemas.microsoft.com/office/drawing/2014/main" val="2268431145"/>
                    </a:ext>
                  </a:extLst>
                </a:gridCol>
                <a:gridCol w="2407920">
                  <a:extLst>
                    <a:ext uri="{9D8B030D-6E8A-4147-A177-3AD203B41FA5}">
                      <a16:colId xmlns:a16="http://schemas.microsoft.com/office/drawing/2014/main" val="4244680730"/>
                    </a:ext>
                  </a:extLst>
                </a:gridCol>
                <a:gridCol w="2458720">
                  <a:extLst>
                    <a:ext uri="{9D8B030D-6E8A-4147-A177-3AD203B41FA5}">
                      <a16:colId xmlns:a16="http://schemas.microsoft.com/office/drawing/2014/main" val="182960667"/>
                    </a:ext>
                  </a:extLst>
                </a:gridCol>
              </a:tblGrid>
              <a:tr h="621704">
                <a:tc>
                  <a:txBody>
                    <a:bodyPr/>
                    <a:lstStyle/>
                    <a:p>
                      <a:pPr algn="ctr"/>
                      <a:r>
                        <a:rPr lang="es-MX" sz="1400" dirty="0"/>
                        <a:t>Mes</a:t>
                      </a:r>
                    </a:p>
                  </a:txBody>
                  <a:tcPr/>
                </a:tc>
                <a:tc>
                  <a:txBody>
                    <a:bodyPr/>
                    <a:lstStyle/>
                    <a:p>
                      <a:pPr algn="ctr"/>
                      <a:r>
                        <a:rPr lang="es-MX" sz="1400" dirty="0"/>
                        <a:t>Cancelación en el mismo Ejercicio</a:t>
                      </a:r>
                    </a:p>
                  </a:txBody>
                  <a:tcPr/>
                </a:tc>
                <a:tc>
                  <a:txBody>
                    <a:bodyPr/>
                    <a:lstStyle/>
                    <a:p>
                      <a:pPr algn="ctr"/>
                      <a:r>
                        <a:rPr lang="es-MX" sz="1400" dirty="0"/>
                        <a:t>Cancelación en los tres meses posteriores</a:t>
                      </a:r>
                    </a:p>
                  </a:txBody>
                  <a:tcPr/>
                </a:tc>
                <a:tc>
                  <a:txBody>
                    <a:bodyPr/>
                    <a:lstStyle/>
                    <a:p>
                      <a:pPr algn="ctr"/>
                      <a:r>
                        <a:rPr lang="es-MX" sz="1400" dirty="0"/>
                        <a:t>Cancelación a partir del cuarto mes posterior</a:t>
                      </a:r>
                    </a:p>
                  </a:txBody>
                  <a:tcPr/>
                </a:tc>
                <a:extLst>
                  <a:ext uri="{0D108BD9-81ED-4DB2-BD59-A6C34878D82A}">
                    <a16:rowId xmlns:a16="http://schemas.microsoft.com/office/drawing/2014/main" val="1135377732"/>
                  </a:ext>
                </a:extLst>
              </a:tr>
              <a:tr h="318452">
                <a:tc>
                  <a:txBody>
                    <a:bodyPr/>
                    <a:lstStyle/>
                    <a:p>
                      <a:r>
                        <a:rPr lang="es-MX" sz="1400" dirty="0"/>
                        <a:t>Enero 2017</a:t>
                      </a:r>
                    </a:p>
                  </a:txBody>
                  <a:tcPr/>
                </a:tc>
                <a:tc>
                  <a:txBody>
                    <a:bodyPr/>
                    <a:lstStyle/>
                    <a:p>
                      <a:pPr algn="r"/>
                      <a:r>
                        <a:rPr lang="es-MX" sz="1400" dirty="0"/>
                        <a:t>n/a</a:t>
                      </a:r>
                    </a:p>
                  </a:txBody>
                  <a:tcPr/>
                </a:tc>
                <a:tc>
                  <a:txBody>
                    <a:bodyPr/>
                    <a:lstStyle/>
                    <a:p>
                      <a:pPr algn="r"/>
                      <a:r>
                        <a:rPr lang="es-MX" sz="1400" dirty="0"/>
                        <a:t>n/a</a:t>
                      </a:r>
                    </a:p>
                  </a:txBody>
                  <a:tcPr/>
                </a:tc>
                <a:tc>
                  <a:txBody>
                    <a:bodyPr/>
                    <a:lstStyle/>
                    <a:p>
                      <a:pPr algn="r"/>
                      <a:r>
                        <a:rPr lang="es-MX" sz="1400" dirty="0"/>
                        <a:t>n/a</a:t>
                      </a:r>
                    </a:p>
                  </a:txBody>
                  <a:tcPr/>
                </a:tc>
                <a:extLst>
                  <a:ext uri="{0D108BD9-81ED-4DB2-BD59-A6C34878D82A}">
                    <a16:rowId xmlns:a16="http://schemas.microsoft.com/office/drawing/2014/main" val="464658963"/>
                  </a:ext>
                </a:extLst>
              </a:tr>
              <a:tr h="318452">
                <a:tc>
                  <a:txBody>
                    <a:bodyPr/>
                    <a:lstStyle/>
                    <a:p>
                      <a:r>
                        <a:rPr lang="es-MX" sz="1400" dirty="0"/>
                        <a:t>Febrero</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2862940968"/>
                  </a:ext>
                </a:extLst>
              </a:tr>
              <a:tr h="318452">
                <a:tc>
                  <a:txBody>
                    <a:bodyPr/>
                    <a:lstStyle/>
                    <a:p>
                      <a:r>
                        <a:rPr lang="es-MX" sz="1400" dirty="0"/>
                        <a:t>Marzo</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1339339466"/>
                  </a:ext>
                </a:extLst>
              </a:tr>
              <a:tr h="318452">
                <a:tc>
                  <a:txBody>
                    <a:bodyPr/>
                    <a:lstStyle/>
                    <a:p>
                      <a:r>
                        <a:rPr lang="es-MX" sz="1400" dirty="0"/>
                        <a:t>Abril</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3101747910"/>
                  </a:ext>
                </a:extLst>
              </a:tr>
              <a:tr h="318452">
                <a:tc>
                  <a:txBody>
                    <a:bodyPr/>
                    <a:lstStyle/>
                    <a:p>
                      <a:r>
                        <a:rPr lang="es-MX" sz="1400" dirty="0"/>
                        <a:t>Mayo</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3216574150"/>
                  </a:ext>
                </a:extLst>
              </a:tr>
              <a:tr h="318452">
                <a:tc>
                  <a:txBody>
                    <a:bodyPr/>
                    <a:lstStyle/>
                    <a:p>
                      <a:r>
                        <a:rPr lang="es-MX" sz="1400" dirty="0"/>
                        <a:t>Junio</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2327892780"/>
                  </a:ext>
                </a:extLst>
              </a:tr>
              <a:tr h="318452">
                <a:tc>
                  <a:txBody>
                    <a:bodyPr/>
                    <a:lstStyle/>
                    <a:p>
                      <a:r>
                        <a:rPr lang="es-MX" sz="1400" dirty="0"/>
                        <a:t>Julio</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288747762"/>
                  </a:ext>
                </a:extLst>
              </a:tr>
              <a:tr h="318452">
                <a:tc>
                  <a:txBody>
                    <a:bodyPr/>
                    <a:lstStyle/>
                    <a:p>
                      <a:r>
                        <a:rPr lang="es-MX" sz="1400" dirty="0"/>
                        <a:t>Agosto</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2728017840"/>
                  </a:ext>
                </a:extLst>
              </a:tr>
              <a:tr h="318452">
                <a:tc>
                  <a:txBody>
                    <a:bodyPr/>
                    <a:lstStyle/>
                    <a:p>
                      <a:r>
                        <a:rPr lang="es-MX" sz="1400" dirty="0"/>
                        <a:t>Septiembre</a:t>
                      </a:r>
                    </a:p>
                  </a:txBody>
                  <a:tcPr/>
                </a:tc>
                <a:tc>
                  <a:txBody>
                    <a:bodyPr/>
                    <a:lstStyle/>
                    <a:p>
                      <a:pPr algn="r"/>
                      <a:r>
                        <a:rPr lang="es-MX" sz="1400" dirty="0"/>
                        <a:t>1,000</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1255260685"/>
                  </a:ext>
                </a:extLst>
              </a:tr>
              <a:tr h="318452">
                <a:tc>
                  <a:txBody>
                    <a:bodyPr/>
                    <a:lstStyle/>
                    <a:p>
                      <a:r>
                        <a:rPr lang="es-MX" sz="1400" dirty="0"/>
                        <a:t>Octubre</a:t>
                      </a:r>
                    </a:p>
                  </a:txBody>
                  <a:tcPr/>
                </a:tc>
                <a:tc>
                  <a:txBody>
                    <a:bodyPr/>
                    <a:lstStyle/>
                    <a:p>
                      <a:pPr algn="ctr"/>
                      <a:r>
                        <a:rPr lang="es-MX" sz="1400" dirty="0">
                          <a:solidFill>
                            <a:srgbClr val="FF0000"/>
                          </a:solidFill>
                        </a:rPr>
                        <a:t>Cancelación</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1695141366"/>
                  </a:ext>
                </a:extLst>
              </a:tr>
              <a:tr h="318452">
                <a:tc>
                  <a:txBody>
                    <a:bodyPr/>
                    <a:lstStyle/>
                    <a:p>
                      <a:r>
                        <a:rPr lang="es-MX" sz="1400" dirty="0"/>
                        <a:t>Noviembre</a:t>
                      </a:r>
                    </a:p>
                  </a:txBody>
                  <a:tcPr/>
                </a:tc>
                <a:tc>
                  <a:txBody>
                    <a:bodyPr/>
                    <a:lstStyle/>
                    <a:p>
                      <a:pPr algn="r"/>
                      <a:r>
                        <a:rPr lang="es-MX" sz="1400" dirty="0"/>
                        <a:t>n/a</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1246761183"/>
                  </a:ext>
                </a:extLst>
              </a:tr>
              <a:tr h="318452">
                <a:tc>
                  <a:txBody>
                    <a:bodyPr/>
                    <a:lstStyle/>
                    <a:p>
                      <a:r>
                        <a:rPr lang="es-MX" sz="1400" dirty="0"/>
                        <a:t>Diciembre</a:t>
                      </a:r>
                    </a:p>
                  </a:txBody>
                  <a:tcPr/>
                </a:tc>
                <a:tc>
                  <a:txBody>
                    <a:bodyPr/>
                    <a:lstStyle/>
                    <a:p>
                      <a:pPr algn="r"/>
                      <a:r>
                        <a:rPr lang="es-MX" sz="1400" dirty="0"/>
                        <a:t>n/a</a:t>
                      </a:r>
                    </a:p>
                  </a:txBody>
                  <a:tcPr/>
                </a:tc>
                <a:tc>
                  <a:txBody>
                    <a:bodyPr/>
                    <a:lstStyle/>
                    <a:p>
                      <a:pPr algn="r"/>
                      <a:r>
                        <a:rPr lang="es-MX" sz="1400" dirty="0"/>
                        <a:t>1,000</a:t>
                      </a:r>
                    </a:p>
                  </a:txBody>
                  <a:tcPr/>
                </a:tc>
                <a:tc>
                  <a:txBody>
                    <a:bodyPr/>
                    <a:lstStyle/>
                    <a:p>
                      <a:pPr algn="r"/>
                      <a:r>
                        <a:rPr lang="es-MX" sz="1400" dirty="0"/>
                        <a:t>1,000</a:t>
                      </a:r>
                    </a:p>
                  </a:txBody>
                  <a:tcPr/>
                </a:tc>
                <a:extLst>
                  <a:ext uri="{0D108BD9-81ED-4DB2-BD59-A6C34878D82A}">
                    <a16:rowId xmlns:a16="http://schemas.microsoft.com/office/drawing/2014/main" val="1892627575"/>
                  </a:ext>
                </a:extLst>
              </a:tr>
              <a:tr h="318452">
                <a:tc>
                  <a:txBody>
                    <a:bodyPr/>
                    <a:lstStyle/>
                    <a:p>
                      <a:r>
                        <a:rPr lang="es-MX" sz="1400" dirty="0"/>
                        <a:t>Enero 2018</a:t>
                      </a:r>
                    </a:p>
                  </a:txBody>
                  <a:tcPr/>
                </a:tc>
                <a:tc>
                  <a:txBody>
                    <a:bodyPr/>
                    <a:lstStyle/>
                    <a:p>
                      <a:pPr algn="r"/>
                      <a:r>
                        <a:rPr lang="es-MX" sz="1400" dirty="0"/>
                        <a:t>n/a</a:t>
                      </a:r>
                    </a:p>
                  </a:txBody>
                  <a:tcPr/>
                </a:tc>
                <a:tc>
                  <a:txBody>
                    <a:bodyPr/>
                    <a:lstStyle/>
                    <a:p>
                      <a:pPr algn="r"/>
                      <a:r>
                        <a:rPr lang="es-MX" sz="1400" strike="sngStrike" dirty="0"/>
                        <a:t>1,000</a:t>
                      </a:r>
                    </a:p>
                  </a:txBody>
                  <a:tcPr/>
                </a:tc>
                <a:tc>
                  <a:txBody>
                    <a:bodyPr/>
                    <a:lstStyle/>
                    <a:p>
                      <a:pPr algn="r"/>
                      <a:r>
                        <a:rPr lang="es-MX" sz="1400" strike="noStrike" dirty="0"/>
                        <a:t>1,000</a:t>
                      </a:r>
                    </a:p>
                  </a:txBody>
                  <a:tcPr/>
                </a:tc>
                <a:extLst>
                  <a:ext uri="{0D108BD9-81ED-4DB2-BD59-A6C34878D82A}">
                    <a16:rowId xmlns:a16="http://schemas.microsoft.com/office/drawing/2014/main" val="1533317981"/>
                  </a:ext>
                </a:extLst>
              </a:tr>
              <a:tr h="318452">
                <a:tc>
                  <a:txBody>
                    <a:bodyPr/>
                    <a:lstStyle/>
                    <a:p>
                      <a:r>
                        <a:rPr lang="es-MX" sz="1400" dirty="0"/>
                        <a:t>Febrero</a:t>
                      </a:r>
                    </a:p>
                  </a:txBody>
                  <a:tcPr/>
                </a:tc>
                <a:tc>
                  <a:txBody>
                    <a:bodyPr/>
                    <a:lstStyle/>
                    <a:p>
                      <a:pPr algn="r"/>
                      <a:r>
                        <a:rPr lang="es-MX" sz="1400" dirty="0"/>
                        <a:t>n/a</a:t>
                      </a:r>
                    </a:p>
                  </a:txBody>
                  <a:tcPr/>
                </a:tc>
                <a:tc>
                  <a:txBody>
                    <a:bodyPr/>
                    <a:lstStyle/>
                    <a:p>
                      <a:pPr algn="r"/>
                      <a:r>
                        <a:rPr lang="es-MX" sz="1400" strike="sngStrike" dirty="0"/>
                        <a:t>1,000</a:t>
                      </a:r>
                    </a:p>
                  </a:txBody>
                  <a:tcPr/>
                </a:tc>
                <a:tc>
                  <a:txBody>
                    <a:bodyPr/>
                    <a:lstStyle/>
                    <a:p>
                      <a:pPr algn="r"/>
                      <a:r>
                        <a:rPr lang="es-MX" sz="1400" strike="noStrike" dirty="0"/>
                        <a:t>1,000</a:t>
                      </a:r>
                    </a:p>
                  </a:txBody>
                  <a:tcPr/>
                </a:tc>
                <a:extLst>
                  <a:ext uri="{0D108BD9-81ED-4DB2-BD59-A6C34878D82A}">
                    <a16:rowId xmlns:a16="http://schemas.microsoft.com/office/drawing/2014/main" val="173260746"/>
                  </a:ext>
                </a:extLst>
              </a:tr>
              <a:tr h="318452">
                <a:tc>
                  <a:txBody>
                    <a:bodyPr/>
                    <a:lstStyle/>
                    <a:p>
                      <a:r>
                        <a:rPr lang="es-MX" sz="1400" dirty="0"/>
                        <a:t>Marzo</a:t>
                      </a:r>
                    </a:p>
                  </a:txBody>
                  <a:tcPr/>
                </a:tc>
                <a:tc>
                  <a:txBody>
                    <a:bodyPr/>
                    <a:lstStyle/>
                    <a:p>
                      <a:pPr algn="r"/>
                      <a:r>
                        <a:rPr lang="es-MX" sz="1400" dirty="0"/>
                        <a:t>n/a</a:t>
                      </a:r>
                    </a:p>
                  </a:txBody>
                  <a:tcPr/>
                </a:tc>
                <a:tc>
                  <a:txBody>
                    <a:bodyPr/>
                    <a:lstStyle/>
                    <a:p>
                      <a:pPr algn="ctr"/>
                      <a:r>
                        <a:rPr lang="es-MX" sz="1400" dirty="0">
                          <a:solidFill>
                            <a:srgbClr val="FF0000"/>
                          </a:solidFill>
                        </a:rPr>
                        <a:t>Cancelación</a:t>
                      </a:r>
                    </a:p>
                  </a:txBody>
                  <a:tcPr/>
                </a:tc>
                <a:tc>
                  <a:txBody>
                    <a:bodyPr/>
                    <a:lstStyle/>
                    <a:p>
                      <a:pPr algn="r"/>
                      <a:r>
                        <a:rPr lang="es-MX" sz="1400" dirty="0"/>
                        <a:t>1,000</a:t>
                      </a:r>
                    </a:p>
                  </a:txBody>
                  <a:tcPr/>
                </a:tc>
                <a:extLst>
                  <a:ext uri="{0D108BD9-81ED-4DB2-BD59-A6C34878D82A}">
                    <a16:rowId xmlns:a16="http://schemas.microsoft.com/office/drawing/2014/main" val="2430843433"/>
                  </a:ext>
                </a:extLst>
              </a:tr>
              <a:tr h="318452">
                <a:tc>
                  <a:txBody>
                    <a:bodyPr/>
                    <a:lstStyle/>
                    <a:p>
                      <a:r>
                        <a:rPr lang="es-MX" sz="1400" dirty="0"/>
                        <a:t>Abril</a:t>
                      </a:r>
                    </a:p>
                  </a:txBody>
                  <a:tcPr/>
                </a:tc>
                <a:tc>
                  <a:txBody>
                    <a:bodyPr/>
                    <a:lstStyle/>
                    <a:p>
                      <a:pPr algn="r"/>
                      <a:r>
                        <a:rPr lang="es-MX" sz="1400" dirty="0"/>
                        <a:t>n/a</a:t>
                      </a:r>
                    </a:p>
                  </a:txBody>
                  <a:tcPr/>
                </a:tc>
                <a:tc>
                  <a:txBody>
                    <a:bodyPr/>
                    <a:lstStyle/>
                    <a:p>
                      <a:pPr algn="r"/>
                      <a:endParaRPr lang="es-MX" sz="1400" dirty="0"/>
                    </a:p>
                  </a:txBody>
                  <a:tcPr/>
                </a:tc>
                <a:tc>
                  <a:txBody>
                    <a:bodyPr/>
                    <a:lstStyle/>
                    <a:p>
                      <a:pPr algn="ctr"/>
                      <a:r>
                        <a:rPr lang="es-MX" sz="1400" dirty="0">
                          <a:solidFill>
                            <a:srgbClr val="FF0000"/>
                          </a:solidFill>
                        </a:rPr>
                        <a:t>Cancelación</a:t>
                      </a:r>
                    </a:p>
                  </a:txBody>
                  <a:tcPr/>
                </a:tc>
                <a:extLst>
                  <a:ext uri="{0D108BD9-81ED-4DB2-BD59-A6C34878D82A}">
                    <a16:rowId xmlns:a16="http://schemas.microsoft.com/office/drawing/2014/main" val="2443626189"/>
                  </a:ext>
                </a:extLst>
              </a:tr>
              <a:tr h="318452">
                <a:tc>
                  <a:txBody>
                    <a:bodyPr/>
                    <a:lstStyle/>
                    <a:p>
                      <a:r>
                        <a:rPr lang="es-MX" sz="1400" dirty="0"/>
                        <a:t>Promedio 2017</a:t>
                      </a:r>
                    </a:p>
                  </a:txBody>
                  <a:tcPr/>
                </a:tc>
                <a:tc>
                  <a:txBody>
                    <a:bodyPr/>
                    <a:lstStyle/>
                    <a:p>
                      <a:pPr algn="r"/>
                      <a:r>
                        <a:rPr lang="es-MX" sz="1400" dirty="0"/>
                        <a:t>$667</a:t>
                      </a:r>
                    </a:p>
                  </a:txBody>
                  <a:tcPr/>
                </a:tc>
                <a:tc>
                  <a:txBody>
                    <a:bodyPr/>
                    <a:lstStyle/>
                    <a:p>
                      <a:pPr algn="r"/>
                      <a:r>
                        <a:rPr lang="es-MX" sz="1400" dirty="0"/>
                        <a:t>$917</a:t>
                      </a:r>
                    </a:p>
                  </a:txBody>
                  <a:tcPr/>
                </a:tc>
                <a:tc>
                  <a:txBody>
                    <a:bodyPr/>
                    <a:lstStyle/>
                    <a:p>
                      <a:pPr algn="ctr"/>
                      <a:r>
                        <a:rPr lang="es-MX" sz="1400" dirty="0">
                          <a:solidFill>
                            <a:srgbClr val="92D050"/>
                          </a:solidFill>
                        </a:rPr>
                        <a:t>Por Determinar 2018</a:t>
                      </a:r>
                    </a:p>
                  </a:txBody>
                  <a:tcPr/>
                </a:tc>
                <a:extLst>
                  <a:ext uri="{0D108BD9-81ED-4DB2-BD59-A6C34878D82A}">
                    <a16:rowId xmlns:a16="http://schemas.microsoft.com/office/drawing/2014/main" val="396356480"/>
                  </a:ext>
                </a:extLst>
              </a:tr>
              <a:tr h="318452">
                <a:tc>
                  <a:txBody>
                    <a:bodyPr/>
                    <a:lstStyle/>
                    <a:p>
                      <a:r>
                        <a:rPr lang="es-MX" sz="1400" dirty="0">
                          <a:solidFill>
                            <a:schemeClr val="accent2"/>
                          </a:solidFill>
                        </a:rPr>
                        <a:t>Efecto por Cancelación</a:t>
                      </a:r>
                    </a:p>
                  </a:txBody>
                  <a:tcPr/>
                </a:tc>
                <a:tc>
                  <a:txBody>
                    <a:bodyPr/>
                    <a:lstStyle/>
                    <a:p>
                      <a:pPr algn="r"/>
                      <a:r>
                        <a:rPr lang="es-MX" sz="1400" dirty="0">
                          <a:solidFill>
                            <a:schemeClr val="accent2"/>
                          </a:solidFill>
                        </a:rPr>
                        <a:t>(1,000)</a:t>
                      </a:r>
                    </a:p>
                  </a:txBody>
                  <a:tcPr/>
                </a:tc>
                <a:tc>
                  <a:txBody>
                    <a:bodyPr/>
                    <a:lstStyle/>
                    <a:p>
                      <a:pPr algn="r"/>
                      <a:r>
                        <a:rPr lang="es-MX" sz="1400" dirty="0">
                          <a:solidFill>
                            <a:schemeClr val="accent2"/>
                          </a:solidFill>
                        </a:rPr>
                        <a:t>(1,000)</a:t>
                      </a:r>
                    </a:p>
                  </a:txBody>
                  <a:tcPr/>
                </a:tc>
                <a:tc>
                  <a:txBody>
                    <a:bodyPr/>
                    <a:lstStyle/>
                    <a:p>
                      <a:pPr algn="r"/>
                      <a:r>
                        <a:rPr lang="es-MX" sz="1400" dirty="0">
                          <a:solidFill>
                            <a:schemeClr val="accent2"/>
                          </a:solidFill>
                        </a:rPr>
                        <a:t>(1,000)</a:t>
                      </a:r>
                    </a:p>
                  </a:txBody>
                  <a:tcPr/>
                </a:tc>
                <a:extLst>
                  <a:ext uri="{0D108BD9-81ED-4DB2-BD59-A6C34878D82A}">
                    <a16:rowId xmlns:a16="http://schemas.microsoft.com/office/drawing/2014/main" val="3728112474"/>
                  </a:ext>
                </a:extLst>
              </a:tr>
              <a:tr h="326356">
                <a:tc>
                  <a:txBody>
                    <a:bodyPr/>
                    <a:lstStyle/>
                    <a:p>
                      <a:r>
                        <a:rPr lang="es-MX" sz="1400" dirty="0"/>
                        <a:t>Promedio después de cancelación</a:t>
                      </a:r>
                    </a:p>
                  </a:txBody>
                  <a:tcPr/>
                </a:tc>
                <a:tc>
                  <a:txBody>
                    <a:bodyPr/>
                    <a:lstStyle/>
                    <a:p>
                      <a:pPr algn="r"/>
                      <a:r>
                        <a:rPr lang="es-MX" sz="1400" dirty="0"/>
                        <a:t>$(333)</a:t>
                      </a:r>
                    </a:p>
                  </a:txBody>
                  <a:tcPr/>
                </a:tc>
                <a:tc>
                  <a:txBody>
                    <a:bodyPr/>
                    <a:lstStyle/>
                    <a:p>
                      <a:pPr algn="r"/>
                      <a:r>
                        <a:rPr lang="es-MX" sz="1400" dirty="0"/>
                        <a:t>$(83)</a:t>
                      </a:r>
                    </a:p>
                  </a:txBody>
                  <a:tcPr/>
                </a:tc>
                <a:tc>
                  <a:txBody>
                    <a:bodyPr/>
                    <a:lstStyle/>
                    <a:p>
                      <a:pPr algn="ctr"/>
                      <a:r>
                        <a:rPr lang="es-MX" sz="1400" dirty="0">
                          <a:solidFill>
                            <a:srgbClr val="92D050"/>
                          </a:solidFill>
                        </a:rPr>
                        <a:t>Por Determinar 2018</a:t>
                      </a:r>
                    </a:p>
                  </a:txBody>
                  <a:tcPr/>
                </a:tc>
                <a:extLst>
                  <a:ext uri="{0D108BD9-81ED-4DB2-BD59-A6C34878D82A}">
                    <a16:rowId xmlns:a16="http://schemas.microsoft.com/office/drawing/2014/main" val="2885433105"/>
                  </a:ext>
                </a:extLst>
              </a:tr>
            </a:tbl>
          </a:graphicData>
        </a:graphic>
      </p:graphicFrame>
      <p:sp>
        <p:nvSpPr>
          <p:cNvPr id="5" name="TextBox 4">
            <a:extLst>
              <a:ext uri="{FF2B5EF4-FFF2-40B4-BE49-F238E27FC236}">
                <a16:creationId xmlns:a16="http://schemas.microsoft.com/office/drawing/2014/main" id="{C4247999-87F8-4BCD-805D-32188FB7626F}"/>
              </a:ext>
            </a:extLst>
          </p:cNvPr>
          <p:cNvSpPr txBox="1"/>
          <p:nvPr/>
        </p:nvSpPr>
        <p:spPr>
          <a:xfrm>
            <a:off x="193040" y="409694"/>
            <a:ext cx="1015663" cy="6038612"/>
          </a:xfrm>
          <a:prstGeom prst="rect">
            <a:avLst/>
          </a:prstGeom>
          <a:noFill/>
        </p:spPr>
        <p:txBody>
          <a:bodyPr vert="vert270" wrap="square" rtlCol="0">
            <a:spAutoFit/>
          </a:bodyPr>
          <a:lstStyle/>
          <a:p>
            <a:pPr algn="ctr"/>
            <a:r>
              <a:rPr lang="es-MX" dirty="0"/>
              <a:t>La cancelación de créditos o deudas puede originar </a:t>
            </a:r>
            <a:r>
              <a:rPr lang="es-MX" dirty="0">
                <a:solidFill>
                  <a:schemeClr val="accent2"/>
                </a:solidFill>
              </a:rPr>
              <a:t>distorsiones</a:t>
            </a:r>
            <a:r>
              <a:rPr lang="es-MX" dirty="0"/>
              <a:t> en el cálculo de los promedios y en la aplicación del factor de ajuste anual ya que considera el período e ignora el ejercicio</a:t>
            </a:r>
          </a:p>
        </p:txBody>
      </p:sp>
      <p:sp>
        <p:nvSpPr>
          <p:cNvPr id="6" name="TextBox 5">
            <a:extLst>
              <a:ext uri="{FF2B5EF4-FFF2-40B4-BE49-F238E27FC236}">
                <a16:creationId xmlns:a16="http://schemas.microsoft.com/office/drawing/2014/main" id="{BC75CE2E-C652-49B5-A94F-7AAFBFF5B3D4}"/>
              </a:ext>
            </a:extLst>
          </p:cNvPr>
          <p:cNvSpPr txBox="1"/>
          <p:nvPr/>
        </p:nvSpPr>
        <p:spPr>
          <a:xfrm>
            <a:off x="4135120" y="5801360"/>
            <a:ext cx="1047082" cy="307777"/>
          </a:xfrm>
          <a:prstGeom prst="rect">
            <a:avLst/>
          </a:prstGeom>
          <a:noFill/>
        </p:spPr>
        <p:txBody>
          <a:bodyPr wrap="none" rtlCol="0">
            <a:spAutoFit/>
          </a:bodyPr>
          <a:lstStyle/>
          <a:p>
            <a:r>
              <a:rPr lang="es-MX" sz="1400" dirty="0"/>
              <a:t>($8,000/12)</a:t>
            </a:r>
          </a:p>
        </p:txBody>
      </p:sp>
      <p:sp>
        <p:nvSpPr>
          <p:cNvPr id="7" name="TextBox 6">
            <a:extLst>
              <a:ext uri="{FF2B5EF4-FFF2-40B4-BE49-F238E27FC236}">
                <a16:creationId xmlns:a16="http://schemas.microsoft.com/office/drawing/2014/main" id="{84CE583C-4A3F-4D7C-878B-6384BBC5BCB2}"/>
              </a:ext>
            </a:extLst>
          </p:cNvPr>
          <p:cNvSpPr txBox="1"/>
          <p:nvPr/>
        </p:nvSpPr>
        <p:spPr>
          <a:xfrm>
            <a:off x="4135120" y="6140529"/>
            <a:ext cx="955711" cy="307777"/>
          </a:xfrm>
          <a:prstGeom prst="rect">
            <a:avLst/>
          </a:prstGeom>
          <a:noFill/>
        </p:spPr>
        <p:txBody>
          <a:bodyPr wrap="none" rtlCol="0">
            <a:spAutoFit/>
          </a:bodyPr>
          <a:lstStyle/>
          <a:p>
            <a:r>
              <a:rPr lang="es-MX" sz="1400" dirty="0"/>
              <a:t>($8,000/8)</a:t>
            </a:r>
          </a:p>
        </p:txBody>
      </p:sp>
      <p:sp>
        <p:nvSpPr>
          <p:cNvPr id="8" name="TextBox 7">
            <a:extLst>
              <a:ext uri="{FF2B5EF4-FFF2-40B4-BE49-F238E27FC236}">
                <a16:creationId xmlns:a16="http://schemas.microsoft.com/office/drawing/2014/main" id="{C4FEA6BE-64FA-420F-833E-9C2CB49EC97B}"/>
              </a:ext>
            </a:extLst>
          </p:cNvPr>
          <p:cNvSpPr txBox="1"/>
          <p:nvPr/>
        </p:nvSpPr>
        <p:spPr>
          <a:xfrm>
            <a:off x="6760709" y="5811519"/>
            <a:ext cx="1138453" cy="307777"/>
          </a:xfrm>
          <a:prstGeom prst="rect">
            <a:avLst/>
          </a:prstGeom>
          <a:noFill/>
        </p:spPr>
        <p:txBody>
          <a:bodyPr wrap="none" rtlCol="0">
            <a:spAutoFit/>
          </a:bodyPr>
          <a:lstStyle/>
          <a:p>
            <a:r>
              <a:rPr lang="es-MX" sz="1400" dirty="0"/>
              <a:t>($11,000/12)</a:t>
            </a:r>
          </a:p>
        </p:txBody>
      </p:sp>
      <p:sp>
        <p:nvSpPr>
          <p:cNvPr id="9" name="TextBox 8">
            <a:extLst>
              <a:ext uri="{FF2B5EF4-FFF2-40B4-BE49-F238E27FC236}">
                <a16:creationId xmlns:a16="http://schemas.microsoft.com/office/drawing/2014/main" id="{2E214B3F-7970-4D6E-94B1-CFF063CA6706}"/>
              </a:ext>
            </a:extLst>
          </p:cNvPr>
          <p:cNvSpPr txBox="1"/>
          <p:nvPr/>
        </p:nvSpPr>
        <p:spPr>
          <a:xfrm>
            <a:off x="6760709" y="6142016"/>
            <a:ext cx="1138453" cy="307777"/>
          </a:xfrm>
          <a:prstGeom prst="rect">
            <a:avLst/>
          </a:prstGeom>
          <a:noFill/>
        </p:spPr>
        <p:txBody>
          <a:bodyPr wrap="none" rtlCol="0">
            <a:spAutoFit/>
          </a:bodyPr>
          <a:lstStyle/>
          <a:p>
            <a:r>
              <a:rPr lang="es-MX" sz="1400" dirty="0"/>
              <a:t>($13,000/13)</a:t>
            </a:r>
          </a:p>
        </p:txBody>
      </p:sp>
      <p:sp>
        <p:nvSpPr>
          <p:cNvPr id="10" name="TextBox 9">
            <a:extLst>
              <a:ext uri="{FF2B5EF4-FFF2-40B4-BE49-F238E27FC236}">
                <a16:creationId xmlns:a16="http://schemas.microsoft.com/office/drawing/2014/main" id="{C33F1C89-AF97-4C74-949E-5B1CCDEACDA5}"/>
              </a:ext>
            </a:extLst>
          </p:cNvPr>
          <p:cNvSpPr txBox="1"/>
          <p:nvPr/>
        </p:nvSpPr>
        <p:spPr>
          <a:xfrm>
            <a:off x="9120586" y="6140528"/>
            <a:ext cx="1138453" cy="307777"/>
          </a:xfrm>
          <a:prstGeom prst="rect">
            <a:avLst/>
          </a:prstGeom>
          <a:noFill/>
        </p:spPr>
        <p:txBody>
          <a:bodyPr wrap="none" rtlCol="0">
            <a:spAutoFit/>
          </a:bodyPr>
          <a:lstStyle/>
          <a:p>
            <a:r>
              <a:rPr lang="es-MX" sz="1400" dirty="0"/>
              <a:t>($14,000/14)</a:t>
            </a:r>
          </a:p>
        </p:txBody>
      </p:sp>
      <p:sp>
        <p:nvSpPr>
          <p:cNvPr id="11" name="TextBox 10">
            <a:extLst>
              <a:ext uri="{FF2B5EF4-FFF2-40B4-BE49-F238E27FC236}">
                <a16:creationId xmlns:a16="http://schemas.microsoft.com/office/drawing/2014/main" id="{27B64FCC-6BC2-4B79-B198-D602BDC12EB9}"/>
              </a:ext>
            </a:extLst>
          </p:cNvPr>
          <p:cNvSpPr txBox="1"/>
          <p:nvPr/>
        </p:nvSpPr>
        <p:spPr>
          <a:xfrm>
            <a:off x="6760709" y="4572000"/>
            <a:ext cx="1570491" cy="523220"/>
          </a:xfrm>
          <a:prstGeom prst="rect">
            <a:avLst/>
          </a:prstGeom>
          <a:noFill/>
        </p:spPr>
        <p:txBody>
          <a:bodyPr wrap="square" rtlCol="0">
            <a:spAutoFit/>
          </a:bodyPr>
          <a:lstStyle/>
          <a:p>
            <a:pPr algn="ctr"/>
            <a:r>
              <a:rPr lang="es-MX" sz="1400" dirty="0"/>
              <a:t>No se consideran en 2018</a:t>
            </a:r>
          </a:p>
        </p:txBody>
      </p:sp>
      <p:sp>
        <p:nvSpPr>
          <p:cNvPr id="12" name="Right Brace 11">
            <a:extLst>
              <a:ext uri="{FF2B5EF4-FFF2-40B4-BE49-F238E27FC236}">
                <a16:creationId xmlns:a16="http://schemas.microsoft.com/office/drawing/2014/main" id="{27D65F11-48D0-41C6-AA8A-7BB02FE3CD14}"/>
              </a:ext>
            </a:extLst>
          </p:cNvPr>
          <p:cNvSpPr/>
          <p:nvPr/>
        </p:nvSpPr>
        <p:spPr>
          <a:xfrm>
            <a:off x="8209280" y="4572000"/>
            <a:ext cx="121920" cy="57912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21877028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TotalTime>
  <Words>4640</Words>
  <Application>Microsoft Office PowerPoint</Application>
  <PresentationFormat>Panorámica</PresentationFormat>
  <Paragraphs>619</Paragraphs>
  <Slides>37</Slides>
  <Notes>32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37</vt:i4>
      </vt:variant>
    </vt:vector>
  </HeadingPairs>
  <TitlesOfParts>
    <vt:vector size="41" baseType="lpstr">
      <vt:lpstr>Arial</vt:lpstr>
      <vt:lpstr>Calibri</vt:lpstr>
      <vt:lpstr>Calibri Light</vt:lpstr>
      <vt:lpstr>Tema de Office</vt:lpstr>
      <vt:lpstr>Pérdidas Fiscales</vt:lpstr>
      <vt:lpstr>Presentación de PowerPoint</vt:lpstr>
      <vt:lpstr>Las Pérdidas Fiscales pueden amortizarse en los diez ejercicios siguientes</vt:lpstr>
      <vt:lpstr>Las Pérdidas Fiscales deben actualizarse por inflación (LISR 57 Cuarto y Quinto párrafos)</vt:lpstr>
      <vt:lpstr>La actualización por inflación se hace en el ejercicio en el que se incurrieron y en el que se utilizan</vt:lpstr>
      <vt:lpstr>Actualización de Pérdidas – Ejercicio</vt:lpstr>
      <vt:lpstr>Ejercicio</vt:lpstr>
      <vt:lpstr>Las pérdidas que no utilizo pudiéndolo hacer, las pierdo, hasta por el monto que pude utilizar (LISR 57 Tercer párrafo)</vt:lpstr>
      <vt:lpstr>Las pérdidas nunca pueden traspasarse en una fusión (LISR 57 Sexto párrafo)</vt:lpstr>
      <vt:lpstr>Las pérdidas de la fusionante deben aplicarse a los mismos giros (LISR 58 Primer párrafo)</vt:lpstr>
      <vt:lpstr>Y si ambas tienen pérdidas …</vt:lpstr>
      <vt:lpstr>Y si ambas tienen pérdidas se aplican las dos reglas</vt:lpstr>
      <vt:lpstr>Se han incorporado a la Ley alguna medidas tendientes a evitar un mercado de “pérdidas”</vt:lpstr>
      <vt:lpstr>El Control (acciones con derecho a voto) y el plazo (3 años), son importantes para considerar si existe cambio de accionistas</vt:lpstr>
      <vt:lpstr>En escisiones, al contrario que en las fusiones,  es OBLIGATORIO trasmitir las pérdidas (LISR 57 Séptimo párrafo)</vt:lpstr>
      <vt:lpstr>Presentación de PowerPoint</vt:lpstr>
      <vt:lpstr>Ajuste Anual por Inflación</vt:lpstr>
      <vt:lpstr>El Ajuste Anual por Inflación puede ser Acumulable o Deducible</vt:lpstr>
      <vt:lpstr>Los Créditos y Deudas deben ser partidas en numerario (monetarias)</vt:lpstr>
      <vt:lpstr>Ajuste Anual por Inflación (LISR-44)</vt:lpstr>
      <vt:lpstr>El Ajuste Anual por Inflación es un resultado neto, de créditos y deudas.</vt:lpstr>
      <vt:lpstr>INPC más reciente / INPC más antiguo</vt:lpstr>
      <vt:lpstr>Concepto de Crédito (LISR 45-Primer párrafo)</vt:lpstr>
      <vt:lpstr>No se consideran créditos (LISR-45)</vt:lpstr>
      <vt:lpstr>No se consideran créditos (LISR-45)</vt:lpstr>
      <vt:lpstr>No se consideran créditos (LISR-45)</vt:lpstr>
      <vt:lpstr>Momento en que se consideran los créditos (LISR-45)</vt:lpstr>
      <vt:lpstr>Concepto de Deuda (LISR 46-Primer y Segundo párrafos)</vt:lpstr>
      <vt:lpstr>No se consideran deudas (LISR-46)</vt:lpstr>
      <vt:lpstr>Momento en que se consideran contraídas las deudas (LISR-46)</vt:lpstr>
      <vt:lpstr>Ajuste Anual Por Inflación</vt:lpstr>
      <vt:lpstr>Cancelación de créditos y deudas</vt:lpstr>
      <vt:lpstr>Concepto de cancelación (RLISR 87) </vt:lpstr>
      <vt:lpstr>Ajuste por cancelación (RLISR 88)</vt:lpstr>
      <vt:lpstr>El efecto de la cancelación de un crédito o deuda depende de la fecha en que ocurre</vt:lpstr>
      <vt:lpstr>Cancelaciones de Créditos o Deudas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Área de Oportunidad</dc:title>
  <dc:creator>Jaime De Leon R.</dc:creator>
  <cp:lastModifiedBy>Jaime De León R.</cp:lastModifiedBy>
  <cp:revision>4</cp:revision>
  <dcterms:created xsi:type="dcterms:W3CDTF">2022-06-10T16:01:17Z</dcterms:created>
  <dcterms:modified xsi:type="dcterms:W3CDTF">2025-03-05T05:52:58Z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37ea1f-2c5d-459d-abec-9c12fc11b92c_Enabled">
    <vt:lpwstr>true</vt:lpwstr>
  </property>
  <property fmtid="{D5CDD505-2E9C-101B-9397-08002B2CF9AE}" pid="3" name="MSIP_Label_d537ea1f-2c5d-459d-abec-9c12fc11b92c_SetDate">
    <vt:lpwstr>2024-09-11T19:48:15Z</vt:lpwstr>
  </property>
  <property fmtid="{D5CDD505-2E9C-101B-9397-08002B2CF9AE}" pid="4" name="MSIP_Label_d537ea1f-2c5d-459d-abec-9c12fc11b92c_Method">
    <vt:lpwstr>Privileged</vt:lpwstr>
  </property>
  <property fmtid="{D5CDD505-2E9C-101B-9397-08002B2CF9AE}" pid="5" name="MSIP_Label_d537ea1f-2c5d-459d-abec-9c12fc11b92c_Name">
    <vt:lpwstr>General</vt:lpwstr>
  </property>
  <property fmtid="{D5CDD505-2E9C-101B-9397-08002B2CF9AE}" pid="6" name="MSIP_Label_d537ea1f-2c5d-459d-abec-9c12fc11b92c_SiteId">
    <vt:lpwstr>5a3c2a26-df13-4524-9df2-07d9a4d4a7d0</vt:lpwstr>
  </property>
  <property fmtid="{D5CDD505-2E9C-101B-9397-08002B2CF9AE}" pid="7" name="MSIP_Label_d537ea1f-2c5d-459d-abec-9c12fc11b92c_ActionId">
    <vt:lpwstr>8dbc8b15-e698-448c-8ae4-ce6e05993e9a</vt:lpwstr>
  </property>
  <property fmtid="{D5CDD505-2E9C-101B-9397-08002B2CF9AE}" pid="8" name="MSIP_Label_d537ea1f-2c5d-459d-abec-9c12fc11b92c_ContentBits">
    <vt:lpwstr>0</vt:lpwstr>
  </property>
</Properties>
</file>