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3.xml" ContentType="application/vnd.openxmlformats-officedocument.presentationml.tags+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4.xml" ContentType="application/vnd.openxmlformats-officedocument.presentationml.tags+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5.xml" ContentType="application/vnd.openxmlformats-officedocument.presentationml.tags+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20.xml" ContentType="application/vnd.openxmlformats-officedocument.presentationml.tags+xml"/>
  <Override PartName="/ppt/notesSlides/notesSlide2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21.xml" ContentType="application/vnd.openxmlformats-officedocument.presentationml.tags+xml"/>
  <Override PartName="/ppt/notesSlides/notesSlide2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22.xml" ContentType="application/vnd.openxmlformats-officedocument.presentationml.tags+xml"/>
  <Override PartName="/ppt/notesSlides/notesSlide2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23.xml" ContentType="application/vnd.openxmlformats-officedocument.presentationml.tags+xml"/>
  <Override PartName="/ppt/notesSlides/notesSlide2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24.xml" ContentType="application/vnd.openxmlformats-officedocument.presentationml.tags+xml"/>
  <Override PartName="/ppt/notesSlides/notesSlide2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tags/tag25.xml" ContentType="application/vnd.openxmlformats-officedocument.presentationml.tags+xml"/>
  <Override PartName="/ppt/notesSlides/notesSlide2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26.xml" ContentType="application/vnd.openxmlformats-officedocument.presentationml.tags+xml"/>
  <Override PartName="/ppt/notesSlides/notesSlide2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tags/tag27.xml" ContentType="application/vnd.openxmlformats-officedocument.presentationml.tags+xml"/>
  <Override PartName="/ppt/notesSlides/notesSlide28.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ags/tag28.xml" ContentType="application/vnd.openxmlformats-officedocument.presentationml.tags+xml"/>
  <Override PartName="/ppt/notesSlides/notesSlide29.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tags/tag29.xml" ContentType="application/vnd.openxmlformats-officedocument.presentationml.tags+xml"/>
  <Override PartName="/ppt/notesSlides/notesSlide30.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tags/tag30.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347" r:id="rId2"/>
    <p:sldId id="420" r:id="rId3"/>
    <p:sldId id="705" r:id="rId4"/>
    <p:sldId id="893" r:id="rId5"/>
    <p:sldId id="894" r:id="rId6"/>
    <p:sldId id="895" r:id="rId7"/>
    <p:sldId id="896" r:id="rId8"/>
    <p:sldId id="488" r:id="rId9"/>
    <p:sldId id="846" r:id="rId10"/>
    <p:sldId id="847" r:id="rId11"/>
    <p:sldId id="832" r:id="rId12"/>
    <p:sldId id="833" r:id="rId13"/>
    <p:sldId id="500" r:id="rId14"/>
    <p:sldId id="834" r:id="rId15"/>
    <p:sldId id="501" r:id="rId16"/>
    <p:sldId id="835" r:id="rId17"/>
    <p:sldId id="503" r:id="rId18"/>
    <p:sldId id="844" r:id="rId19"/>
    <p:sldId id="1045" r:id="rId20"/>
    <p:sldId id="1046" r:id="rId21"/>
    <p:sldId id="1047" r:id="rId22"/>
    <p:sldId id="504" r:id="rId23"/>
    <p:sldId id="326" r:id="rId24"/>
    <p:sldId id="707" r:id="rId25"/>
    <p:sldId id="885" r:id="rId26"/>
    <p:sldId id="886" r:id="rId27"/>
    <p:sldId id="903" r:id="rId28"/>
    <p:sldId id="904" r:id="rId29"/>
    <p:sldId id="905" r:id="rId30"/>
    <p:sldId id="906" r:id="rId31"/>
    <p:sldId id="907" r:id="rId32"/>
    <p:sldId id="1173" r:id="rId33"/>
    <p:sldId id="1174" r:id="rId34"/>
    <p:sldId id="1175" r:id="rId3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ABECB9-565E-4849-BF66-EEC4D5BAEA7B}" v="1" dt="2025-03-12T07:38:38.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79" d="100"/>
          <a:sy n="79" d="100"/>
        </p:scale>
        <p:origin x="72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De Leon R." userId="6107559c-c399-4371-a23a-d124d3599f82" providerId="ADAL" clId="{209CAA2E-15B9-4037-BE4A-C48DF030809B}"/>
    <pc:docChg chg="undo redo custSel addSld delSld modSld">
      <pc:chgData name="Jaime De Leon R." userId="6107559c-c399-4371-a23a-d124d3599f82" providerId="ADAL" clId="{209CAA2E-15B9-4037-BE4A-C48DF030809B}" dt="2022-06-18T13:58:43.391" v="2976" actId="20577"/>
      <pc:docMkLst>
        <pc:docMk/>
      </pc:docMkLst>
      <pc:sldChg chg="del">
        <pc:chgData name="Jaime De Leon R." userId="6107559c-c399-4371-a23a-d124d3599f82" providerId="ADAL" clId="{209CAA2E-15B9-4037-BE4A-C48DF030809B}" dt="2022-06-18T13:16:39.652" v="0" actId="47"/>
        <pc:sldMkLst>
          <pc:docMk/>
          <pc:sldMk cId="3632386445" sldId="344"/>
        </pc:sldMkLst>
      </pc:sldChg>
      <pc:sldChg chg="modSp mod">
        <pc:chgData name="Jaime De Leon R." userId="6107559c-c399-4371-a23a-d124d3599f82" providerId="ADAL" clId="{209CAA2E-15B9-4037-BE4A-C48DF030809B}" dt="2022-06-18T13:30:13.392" v="894"/>
        <pc:sldMkLst>
          <pc:docMk/>
          <pc:sldMk cId="2585019895" sldId="346"/>
        </pc:sldMkLst>
      </pc:sldChg>
      <pc:sldChg chg="del">
        <pc:chgData name="Jaime De Leon R." userId="6107559c-c399-4371-a23a-d124d3599f82" providerId="ADAL" clId="{209CAA2E-15B9-4037-BE4A-C48DF030809B}" dt="2022-06-18T13:16:39.652" v="0" actId="47"/>
        <pc:sldMkLst>
          <pc:docMk/>
          <pc:sldMk cId="2100704877" sldId="347"/>
        </pc:sldMkLst>
      </pc:sldChg>
      <pc:sldChg chg="modSp add mod">
        <pc:chgData name="Jaime De Leon R." userId="6107559c-c399-4371-a23a-d124d3599f82" providerId="ADAL" clId="{209CAA2E-15B9-4037-BE4A-C48DF030809B}" dt="2022-06-18T13:44:16.533" v="1705" actId="20577"/>
        <pc:sldMkLst>
          <pc:docMk/>
          <pc:sldMk cId="4222435848" sldId="347"/>
        </pc:sldMkLst>
      </pc:sldChg>
      <pc:sldChg chg="modSp add mod">
        <pc:chgData name="Jaime De Leon R." userId="6107559c-c399-4371-a23a-d124d3599f82" providerId="ADAL" clId="{209CAA2E-15B9-4037-BE4A-C48DF030809B}" dt="2022-06-18T13:48:20.015" v="2163" actId="20577"/>
        <pc:sldMkLst>
          <pc:docMk/>
          <pc:sldMk cId="3298429581" sldId="348"/>
        </pc:sldMkLst>
      </pc:sldChg>
      <pc:sldChg chg="modSp add mod">
        <pc:chgData name="Jaime De Leon R." userId="6107559c-c399-4371-a23a-d124d3599f82" providerId="ADAL" clId="{209CAA2E-15B9-4037-BE4A-C48DF030809B}" dt="2022-06-18T13:52:21.430" v="2204" actId="20577"/>
        <pc:sldMkLst>
          <pc:docMk/>
          <pc:sldMk cId="2351589384" sldId="349"/>
        </pc:sldMkLst>
      </pc:sldChg>
      <pc:sldChg chg="modSp add mod">
        <pc:chgData name="Jaime De Leon R." userId="6107559c-c399-4371-a23a-d124d3599f82" providerId="ADAL" clId="{209CAA2E-15B9-4037-BE4A-C48DF030809B}" dt="2022-06-18T13:58:43.391" v="2976" actId="20577"/>
        <pc:sldMkLst>
          <pc:docMk/>
          <pc:sldMk cId="3039340584" sldId="350"/>
        </pc:sldMkLst>
      </pc:sldChg>
      <pc:sldChg chg="modSp add mod">
        <pc:chgData name="Jaime De Leon R." userId="6107559c-c399-4371-a23a-d124d3599f82" providerId="ADAL" clId="{209CAA2E-15B9-4037-BE4A-C48DF030809B}" dt="2022-06-18T13:57:37.414" v="2920" actId="20577"/>
        <pc:sldMkLst>
          <pc:docMk/>
          <pc:sldMk cId="1753269166" sldId="351"/>
        </pc:sldMkLst>
      </pc:sldChg>
    </pc:docChg>
  </pc:docChgLst>
  <pc:docChgLst>
    <pc:chgData name="Jaime De León R." userId="6107559c-c399-4371-a23a-d124d3599f82" providerId="ADAL" clId="{C2ABECB9-565E-4849-BF66-EEC4D5BAEA7B}"/>
    <pc:docChg chg="addSld delSld modSld delSection">
      <pc:chgData name="Jaime De León R." userId="6107559c-c399-4371-a23a-d124d3599f82" providerId="ADAL" clId="{C2ABECB9-565E-4849-BF66-EEC4D5BAEA7B}" dt="2025-03-12T07:38:38.791" v="24"/>
      <pc:docMkLst>
        <pc:docMk/>
      </pc:docMkLst>
      <pc:sldChg chg="del">
        <pc:chgData name="Jaime De León R." userId="6107559c-c399-4371-a23a-d124d3599f82" providerId="ADAL" clId="{C2ABECB9-565E-4849-BF66-EEC4D5BAEA7B}" dt="2025-03-12T07:34:08.486" v="1" actId="47"/>
        <pc:sldMkLst>
          <pc:docMk/>
          <pc:sldMk cId="3241727980" sldId="262"/>
        </pc:sldMkLst>
      </pc:sldChg>
      <pc:sldChg chg="del">
        <pc:chgData name="Jaime De León R." userId="6107559c-c399-4371-a23a-d124d3599f82" providerId="ADAL" clId="{C2ABECB9-565E-4849-BF66-EEC4D5BAEA7B}" dt="2025-03-12T07:34:08.486" v="1" actId="47"/>
        <pc:sldMkLst>
          <pc:docMk/>
          <pc:sldMk cId="2922173833" sldId="265"/>
        </pc:sldMkLst>
      </pc:sldChg>
      <pc:sldChg chg="del">
        <pc:chgData name="Jaime De León R." userId="6107559c-c399-4371-a23a-d124d3599f82" providerId="ADAL" clId="{C2ABECB9-565E-4849-BF66-EEC4D5BAEA7B}" dt="2025-03-12T07:34:08.486" v="1" actId="47"/>
        <pc:sldMkLst>
          <pc:docMk/>
          <pc:sldMk cId="4145090948" sldId="266"/>
        </pc:sldMkLst>
      </pc:sldChg>
      <pc:sldChg chg="del">
        <pc:chgData name="Jaime De León R." userId="6107559c-c399-4371-a23a-d124d3599f82" providerId="ADAL" clId="{C2ABECB9-565E-4849-BF66-EEC4D5BAEA7B}" dt="2025-03-12T07:34:08.486" v="1" actId="47"/>
        <pc:sldMkLst>
          <pc:docMk/>
          <pc:sldMk cId="1566961134" sldId="267"/>
        </pc:sldMkLst>
      </pc:sldChg>
      <pc:sldChg chg="del">
        <pc:chgData name="Jaime De León R." userId="6107559c-c399-4371-a23a-d124d3599f82" providerId="ADAL" clId="{C2ABECB9-565E-4849-BF66-EEC4D5BAEA7B}" dt="2025-03-12T07:34:08.486" v="1" actId="47"/>
        <pc:sldMkLst>
          <pc:docMk/>
          <pc:sldMk cId="3795566268" sldId="268"/>
        </pc:sldMkLst>
      </pc:sldChg>
      <pc:sldChg chg="del">
        <pc:chgData name="Jaime De León R." userId="6107559c-c399-4371-a23a-d124d3599f82" providerId="ADAL" clId="{C2ABECB9-565E-4849-BF66-EEC4D5BAEA7B}" dt="2025-03-12T07:34:08.486" v="1" actId="47"/>
        <pc:sldMkLst>
          <pc:docMk/>
          <pc:sldMk cId="870438126" sldId="269"/>
        </pc:sldMkLst>
      </pc:sldChg>
      <pc:sldChg chg="del">
        <pc:chgData name="Jaime De León R." userId="6107559c-c399-4371-a23a-d124d3599f82" providerId="ADAL" clId="{C2ABECB9-565E-4849-BF66-EEC4D5BAEA7B}" dt="2025-03-12T07:34:08.486" v="1" actId="47"/>
        <pc:sldMkLst>
          <pc:docMk/>
          <pc:sldMk cId="3425818223" sldId="270"/>
        </pc:sldMkLst>
      </pc:sldChg>
      <pc:sldChg chg="del">
        <pc:chgData name="Jaime De León R." userId="6107559c-c399-4371-a23a-d124d3599f82" providerId="ADAL" clId="{C2ABECB9-565E-4849-BF66-EEC4D5BAEA7B}" dt="2025-03-12T07:34:08.486" v="1" actId="47"/>
        <pc:sldMkLst>
          <pc:docMk/>
          <pc:sldMk cId="1688606035" sldId="271"/>
        </pc:sldMkLst>
      </pc:sldChg>
      <pc:sldChg chg="del">
        <pc:chgData name="Jaime De León R." userId="6107559c-c399-4371-a23a-d124d3599f82" providerId="ADAL" clId="{C2ABECB9-565E-4849-BF66-EEC4D5BAEA7B}" dt="2025-03-12T07:34:08.486" v="1" actId="47"/>
        <pc:sldMkLst>
          <pc:docMk/>
          <pc:sldMk cId="1254463813" sldId="272"/>
        </pc:sldMkLst>
      </pc:sldChg>
      <pc:sldChg chg="del">
        <pc:chgData name="Jaime De León R." userId="6107559c-c399-4371-a23a-d124d3599f82" providerId="ADAL" clId="{C2ABECB9-565E-4849-BF66-EEC4D5BAEA7B}" dt="2025-03-12T07:34:08.486" v="1" actId="47"/>
        <pc:sldMkLst>
          <pc:docMk/>
          <pc:sldMk cId="4161700530" sldId="273"/>
        </pc:sldMkLst>
      </pc:sldChg>
      <pc:sldChg chg="del">
        <pc:chgData name="Jaime De León R." userId="6107559c-c399-4371-a23a-d124d3599f82" providerId="ADAL" clId="{C2ABECB9-565E-4849-BF66-EEC4D5BAEA7B}" dt="2025-03-12T07:34:08.486" v="1" actId="47"/>
        <pc:sldMkLst>
          <pc:docMk/>
          <pc:sldMk cId="4223697094" sldId="277"/>
        </pc:sldMkLst>
      </pc:sldChg>
      <pc:sldChg chg="del">
        <pc:chgData name="Jaime De León R." userId="6107559c-c399-4371-a23a-d124d3599f82" providerId="ADAL" clId="{C2ABECB9-565E-4849-BF66-EEC4D5BAEA7B}" dt="2025-03-12T07:34:08.486" v="1" actId="47"/>
        <pc:sldMkLst>
          <pc:docMk/>
          <pc:sldMk cId="3355870206" sldId="278"/>
        </pc:sldMkLst>
      </pc:sldChg>
      <pc:sldChg chg="del">
        <pc:chgData name="Jaime De León R." userId="6107559c-c399-4371-a23a-d124d3599f82" providerId="ADAL" clId="{C2ABECB9-565E-4849-BF66-EEC4D5BAEA7B}" dt="2025-03-12T07:34:08.486" v="1" actId="47"/>
        <pc:sldMkLst>
          <pc:docMk/>
          <pc:sldMk cId="287824539" sldId="281"/>
        </pc:sldMkLst>
      </pc:sldChg>
      <pc:sldChg chg="del">
        <pc:chgData name="Jaime De León R." userId="6107559c-c399-4371-a23a-d124d3599f82" providerId="ADAL" clId="{C2ABECB9-565E-4849-BF66-EEC4D5BAEA7B}" dt="2025-03-12T07:34:08.486" v="1" actId="47"/>
        <pc:sldMkLst>
          <pc:docMk/>
          <pc:sldMk cId="1289937686" sldId="282"/>
        </pc:sldMkLst>
      </pc:sldChg>
      <pc:sldChg chg="del">
        <pc:chgData name="Jaime De León R." userId="6107559c-c399-4371-a23a-d124d3599f82" providerId="ADAL" clId="{C2ABECB9-565E-4849-BF66-EEC4D5BAEA7B}" dt="2025-03-12T07:34:08.486" v="1" actId="47"/>
        <pc:sldMkLst>
          <pc:docMk/>
          <pc:sldMk cId="1074402129" sldId="283"/>
        </pc:sldMkLst>
      </pc:sldChg>
      <pc:sldChg chg="del">
        <pc:chgData name="Jaime De León R." userId="6107559c-c399-4371-a23a-d124d3599f82" providerId="ADAL" clId="{C2ABECB9-565E-4849-BF66-EEC4D5BAEA7B}" dt="2025-03-12T07:34:08.486" v="1" actId="47"/>
        <pc:sldMkLst>
          <pc:docMk/>
          <pc:sldMk cId="3910813914" sldId="284"/>
        </pc:sldMkLst>
      </pc:sldChg>
      <pc:sldChg chg="del">
        <pc:chgData name="Jaime De León R." userId="6107559c-c399-4371-a23a-d124d3599f82" providerId="ADAL" clId="{C2ABECB9-565E-4849-BF66-EEC4D5BAEA7B}" dt="2025-03-12T07:34:08.486" v="1" actId="47"/>
        <pc:sldMkLst>
          <pc:docMk/>
          <pc:sldMk cId="3447105805" sldId="285"/>
        </pc:sldMkLst>
      </pc:sldChg>
      <pc:sldChg chg="del">
        <pc:chgData name="Jaime De León R." userId="6107559c-c399-4371-a23a-d124d3599f82" providerId="ADAL" clId="{C2ABECB9-565E-4849-BF66-EEC4D5BAEA7B}" dt="2025-03-12T07:34:08.486" v="1" actId="47"/>
        <pc:sldMkLst>
          <pc:docMk/>
          <pc:sldMk cId="2144196958" sldId="286"/>
        </pc:sldMkLst>
      </pc:sldChg>
      <pc:sldChg chg="del">
        <pc:chgData name="Jaime De León R." userId="6107559c-c399-4371-a23a-d124d3599f82" providerId="ADAL" clId="{C2ABECB9-565E-4849-BF66-EEC4D5BAEA7B}" dt="2025-03-12T07:34:08.486" v="1" actId="47"/>
        <pc:sldMkLst>
          <pc:docMk/>
          <pc:sldMk cId="386966100" sldId="287"/>
        </pc:sldMkLst>
      </pc:sldChg>
      <pc:sldChg chg="del">
        <pc:chgData name="Jaime De León R." userId="6107559c-c399-4371-a23a-d124d3599f82" providerId="ADAL" clId="{C2ABECB9-565E-4849-BF66-EEC4D5BAEA7B}" dt="2025-03-12T07:34:08.486" v="1" actId="47"/>
        <pc:sldMkLst>
          <pc:docMk/>
          <pc:sldMk cId="149950726" sldId="289"/>
        </pc:sldMkLst>
      </pc:sldChg>
      <pc:sldChg chg="del">
        <pc:chgData name="Jaime De León R." userId="6107559c-c399-4371-a23a-d124d3599f82" providerId="ADAL" clId="{C2ABECB9-565E-4849-BF66-EEC4D5BAEA7B}" dt="2025-03-12T07:34:08.486" v="1" actId="47"/>
        <pc:sldMkLst>
          <pc:docMk/>
          <pc:sldMk cId="3653561584" sldId="290"/>
        </pc:sldMkLst>
      </pc:sldChg>
      <pc:sldChg chg="del">
        <pc:chgData name="Jaime De León R." userId="6107559c-c399-4371-a23a-d124d3599f82" providerId="ADAL" clId="{C2ABECB9-565E-4849-BF66-EEC4D5BAEA7B}" dt="2025-03-12T07:34:08.486" v="1" actId="47"/>
        <pc:sldMkLst>
          <pc:docMk/>
          <pc:sldMk cId="695483299" sldId="291"/>
        </pc:sldMkLst>
      </pc:sldChg>
      <pc:sldChg chg="del">
        <pc:chgData name="Jaime De León R." userId="6107559c-c399-4371-a23a-d124d3599f82" providerId="ADAL" clId="{C2ABECB9-565E-4849-BF66-EEC4D5BAEA7B}" dt="2025-03-12T07:35:45.854" v="21" actId="47"/>
        <pc:sldMkLst>
          <pc:docMk/>
          <pc:sldMk cId="2563003898" sldId="292"/>
        </pc:sldMkLst>
      </pc:sldChg>
      <pc:sldChg chg="del">
        <pc:chgData name="Jaime De León R." userId="6107559c-c399-4371-a23a-d124d3599f82" providerId="ADAL" clId="{C2ABECB9-565E-4849-BF66-EEC4D5BAEA7B}" dt="2025-03-12T07:34:08.486" v="1" actId="47"/>
        <pc:sldMkLst>
          <pc:docMk/>
          <pc:sldMk cId="4035005942" sldId="293"/>
        </pc:sldMkLst>
      </pc:sldChg>
      <pc:sldChg chg="del">
        <pc:chgData name="Jaime De León R." userId="6107559c-c399-4371-a23a-d124d3599f82" providerId="ADAL" clId="{C2ABECB9-565E-4849-BF66-EEC4D5BAEA7B}" dt="2025-03-12T07:35:45.854" v="21" actId="47"/>
        <pc:sldMkLst>
          <pc:docMk/>
          <pc:sldMk cId="999959553" sldId="294"/>
        </pc:sldMkLst>
      </pc:sldChg>
      <pc:sldChg chg="del">
        <pc:chgData name="Jaime De León R." userId="6107559c-c399-4371-a23a-d124d3599f82" providerId="ADAL" clId="{C2ABECB9-565E-4849-BF66-EEC4D5BAEA7B}" dt="2025-03-12T07:34:08.486" v="1" actId="47"/>
        <pc:sldMkLst>
          <pc:docMk/>
          <pc:sldMk cId="616470979" sldId="300"/>
        </pc:sldMkLst>
      </pc:sldChg>
      <pc:sldChg chg="del">
        <pc:chgData name="Jaime De León R." userId="6107559c-c399-4371-a23a-d124d3599f82" providerId="ADAL" clId="{C2ABECB9-565E-4849-BF66-EEC4D5BAEA7B}" dt="2025-03-12T07:34:08.486" v="1" actId="47"/>
        <pc:sldMkLst>
          <pc:docMk/>
          <pc:sldMk cId="2865739838" sldId="301"/>
        </pc:sldMkLst>
      </pc:sldChg>
      <pc:sldChg chg="del">
        <pc:chgData name="Jaime De León R." userId="6107559c-c399-4371-a23a-d124d3599f82" providerId="ADAL" clId="{C2ABECB9-565E-4849-BF66-EEC4D5BAEA7B}" dt="2025-03-12T07:34:08.486" v="1" actId="47"/>
        <pc:sldMkLst>
          <pc:docMk/>
          <pc:sldMk cId="2382471733" sldId="303"/>
        </pc:sldMkLst>
      </pc:sldChg>
      <pc:sldChg chg="del">
        <pc:chgData name="Jaime De León R." userId="6107559c-c399-4371-a23a-d124d3599f82" providerId="ADAL" clId="{C2ABECB9-565E-4849-BF66-EEC4D5BAEA7B}" dt="2025-03-12T07:34:08.486" v="1" actId="47"/>
        <pc:sldMkLst>
          <pc:docMk/>
          <pc:sldMk cId="367535930" sldId="304"/>
        </pc:sldMkLst>
      </pc:sldChg>
      <pc:sldChg chg="del">
        <pc:chgData name="Jaime De León R." userId="6107559c-c399-4371-a23a-d124d3599f82" providerId="ADAL" clId="{C2ABECB9-565E-4849-BF66-EEC4D5BAEA7B}" dt="2025-03-12T07:34:08.486" v="1" actId="47"/>
        <pc:sldMkLst>
          <pc:docMk/>
          <pc:sldMk cId="2668757621" sldId="306"/>
        </pc:sldMkLst>
      </pc:sldChg>
      <pc:sldChg chg="del">
        <pc:chgData name="Jaime De León R." userId="6107559c-c399-4371-a23a-d124d3599f82" providerId="ADAL" clId="{C2ABECB9-565E-4849-BF66-EEC4D5BAEA7B}" dt="2025-03-12T07:34:08.486" v="1" actId="47"/>
        <pc:sldMkLst>
          <pc:docMk/>
          <pc:sldMk cId="2664877058" sldId="307"/>
        </pc:sldMkLst>
      </pc:sldChg>
      <pc:sldChg chg="del">
        <pc:chgData name="Jaime De León R." userId="6107559c-c399-4371-a23a-d124d3599f82" providerId="ADAL" clId="{C2ABECB9-565E-4849-BF66-EEC4D5BAEA7B}" dt="2025-03-12T07:34:08.486" v="1" actId="47"/>
        <pc:sldMkLst>
          <pc:docMk/>
          <pc:sldMk cId="1971763272" sldId="308"/>
        </pc:sldMkLst>
      </pc:sldChg>
      <pc:sldChg chg="del">
        <pc:chgData name="Jaime De León R." userId="6107559c-c399-4371-a23a-d124d3599f82" providerId="ADAL" clId="{C2ABECB9-565E-4849-BF66-EEC4D5BAEA7B}" dt="2025-03-12T07:34:08.486" v="1" actId="47"/>
        <pc:sldMkLst>
          <pc:docMk/>
          <pc:sldMk cId="3420987737" sldId="311"/>
        </pc:sldMkLst>
      </pc:sldChg>
      <pc:sldChg chg="del">
        <pc:chgData name="Jaime De León R." userId="6107559c-c399-4371-a23a-d124d3599f82" providerId="ADAL" clId="{C2ABECB9-565E-4849-BF66-EEC4D5BAEA7B}" dt="2025-03-12T07:35:45.854" v="21" actId="47"/>
        <pc:sldMkLst>
          <pc:docMk/>
          <pc:sldMk cId="3137667935" sldId="314"/>
        </pc:sldMkLst>
      </pc:sldChg>
      <pc:sldChg chg="del">
        <pc:chgData name="Jaime De León R." userId="6107559c-c399-4371-a23a-d124d3599f82" providerId="ADAL" clId="{C2ABECB9-565E-4849-BF66-EEC4D5BAEA7B}" dt="2025-03-12T07:35:45.854" v="21" actId="47"/>
        <pc:sldMkLst>
          <pc:docMk/>
          <pc:sldMk cId="1503203228" sldId="316"/>
        </pc:sldMkLst>
      </pc:sldChg>
      <pc:sldChg chg="del">
        <pc:chgData name="Jaime De León R." userId="6107559c-c399-4371-a23a-d124d3599f82" providerId="ADAL" clId="{C2ABECB9-565E-4849-BF66-EEC4D5BAEA7B}" dt="2025-03-12T07:35:45.854" v="21" actId="47"/>
        <pc:sldMkLst>
          <pc:docMk/>
          <pc:sldMk cId="24590595" sldId="318"/>
        </pc:sldMkLst>
      </pc:sldChg>
      <pc:sldChg chg="del">
        <pc:chgData name="Jaime De León R." userId="6107559c-c399-4371-a23a-d124d3599f82" providerId="ADAL" clId="{C2ABECB9-565E-4849-BF66-EEC4D5BAEA7B}" dt="2025-03-12T07:34:08.486" v="1" actId="47"/>
        <pc:sldMkLst>
          <pc:docMk/>
          <pc:sldMk cId="2150554517" sldId="320"/>
        </pc:sldMkLst>
      </pc:sldChg>
      <pc:sldChg chg="del">
        <pc:chgData name="Jaime De León R." userId="6107559c-c399-4371-a23a-d124d3599f82" providerId="ADAL" clId="{C2ABECB9-565E-4849-BF66-EEC4D5BAEA7B}" dt="2025-03-12T07:34:08.486" v="1" actId="47"/>
        <pc:sldMkLst>
          <pc:docMk/>
          <pc:sldMk cId="3819095824" sldId="321"/>
        </pc:sldMkLst>
      </pc:sldChg>
      <pc:sldChg chg="del">
        <pc:chgData name="Jaime De León R." userId="6107559c-c399-4371-a23a-d124d3599f82" providerId="ADAL" clId="{C2ABECB9-565E-4849-BF66-EEC4D5BAEA7B}" dt="2025-03-12T07:34:08.486" v="1" actId="47"/>
        <pc:sldMkLst>
          <pc:docMk/>
          <pc:sldMk cId="4042867306" sldId="322"/>
        </pc:sldMkLst>
      </pc:sldChg>
      <pc:sldChg chg="del">
        <pc:chgData name="Jaime De León R." userId="6107559c-c399-4371-a23a-d124d3599f82" providerId="ADAL" clId="{C2ABECB9-565E-4849-BF66-EEC4D5BAEA7B}" dt="2025-03-12T07:34:08.486" v="1" actId="47"/>
        <pc:sldMkLst>
          <pc:docMk/>
          <pc:sldMk cId="3332888680" sldId="323"/>
        </pc:sldMkLst>
      </pc:sldChg>
      <pc:sldChg chg="del">
        <pc:chgData name="Jaime De León R." userId="6107559c-c399-4371-a23a-d124d3599f82" providerId="ADAL" clId="{C2ABECB9-565E-4849-BF66-EEC4D5BAEA7B}" dt="2025-03-12T07:35:45.854" v="21" actId="47"/>
        <pc:sldMkLst>
          <pc:docMk/>
          <pc:sldMk cId="686665196" sldId="327"/>
        </pc:sldMkLst>
      </pc:sldChg>
      <pc:sldChg chg="modSp mod">
        <pc:chgData name="Jaime De León R." userId="6107559c-c399-4371-a23a-d124d3599f82" providerId="ADAL" clId="{C2ABECB9-565E-4849-BF66-EEC4D5BAEA7B}" dt="2025-03-12T07:34:16.812" v="11" actId="20577"/>
        <pc:sldMkLst>
          <pc:docMk/>
          <pc:sldMk cId="3546969528" sldId="347"/>
        </pc:sldMkLst>
        <pc:spChg chg="mod">
          <ac:chgData name="Jaime De León R." userId="6107559c-c399-4371-a23a-d124d3599f82" providerId="ADAL" clId="{C2ABECB9-565E-4849-BF66-EEC4D5BAEA7B}" dt="2025-03-12T07:34:14.127" v="10" actId="20577"/>
          <ac:spMkLst>
            <pc:docMk/>
            <pc:sldMk cId="3546969528" sldId="347"/>
            <ac:spMk id="2" creationId="{6C3B3EEA-9593-7B4E-2CAC-CB46544CFD6C}"/>
          </ac:spMkLst>
        </pc:spChg>
        <pc:spChg chg="mod">
          <ac:chgData name="Jaime De León R." userId="6107559c-c399-4371-a23a-d124d3599f82" providerId="ADAL" clId="{C2ABECB9-565E-4849-BF66-EEC4D5BAEA7B}" dt="2025-03-12T07:34:16.812" v="11" actId="20577"/>
          <ac:spMkLst>
            <pc:docMk/>
            <pc:sldMk cId="3546969528" sldId="347"/>
            <ac:spMk id="3" creationId="{5DC4FFFB-F13E-8F80-523D-6692E31E369B}"/>
          </ac:spMkLst>
        </pc:spChg>
      </pc:sldChg>
      <pc:sldChg chg="del">
        <pc:chgData name="Jaime De León R." userId="6107559c-c399-4371-a23a-d124d3599f82" providerId="ADAL" clId="{C2ABECB9-565E-4849-BF66-EEC4D5BAEA7B}" dt="2025-03-12T07:34:08.486" v="1" actId="47"/>
        <pc:sldMkLst>
          <pc:docMk/>
          <pc:sldMk cId="3205869130" sldId="348"/>
        </pc:sldMkLst>
      </pc:sldChg>
      <pc:sldChg chg="del">
        <pc:chgData name="Jaime De León R." userId="6107559c-c399-4371-a23a-d124d3599f82" providerId="ADAL" clId="{C2ABECB9-565E-4849-BF66-EEC4D5BAEA7B}" dt="2025-03-12T07:34:08.486" v="1" actId="47"/>
        <pc:sldMkLst>
          <pc:docMk/>
          <pc:sldMk cId="802377326" sldId="349"/>
        </pc:sldMkLst>
      </pc:sldChg>
      <pc:sldChg chg="del">
        <pc:chgData name="Jaime De León R." userId="6107559c-c399-4371-a23a-d124d3599f82" providerId="ADAL" clId="{C2ABECB9-565E-4849-BF66-EEC4D5BAEA7B}" dt="2025-03-12T07:34:08.486" v="1" actId="47"/>
        <pc:sldMkLst>
          <pc:docMk/>
          <pc:sldMk cId="4281176916" sldId="350"/>
        </pc:sldMkLst>
      </pc:sldChg>
      <pc:sldChg chg="del">
        <pc:chgData name="Jaime De León R." userId="6107559c-c399-4371-a23a-d124d3599f82" providerId="ADAL" clId="{C2ABECB9-565E-4849-BF66-EEC4D5BAEA7B}" dt="2025-03-12T07:34:08.486" v="1" actId="47"/>
        <pc:sldMkLst>
          <pc:docMk/>
          <pc:sldMk cId="1735679493" sldId="351"/>
        </pc:sldMkLst>
      </pc:sldChg>
      <pc:sldChg chg="del">
        <pc:chgData name="Jaime De León R." userId="6107559c-c399-4371-a23a-d124d3599f82" providerId="ADAL" clId="{C2ABECB9-565E-4849-BF66-EEC4D5BAEA7B}" dt="2025-03-12T07:34:08.486" v="1" actId="47"/>
        <pc:sldMkLst>
          <pc:docMk/>
          <pc:sldMk cId="1742807660" sldId="352"/>
        </pc:sldMkLst>
      </pc:sldChg>
      <pc:sldChg chg="del">
        <pc:chgData name="Jaime De León R." userId="6107559c-c399-4371-a23a-d124d3599f82" providerId="ADAL" clId="{C2ABECB9-565E-4849-BF66-EEC4D5BAEA7B}" dt="2025-03-12T07:34:08.486" v="1" actId="47"/>
        <pc:sldMkLst>
          <pc:docMk/>
          <pc:sldMk cId="123055893" sldId="354"/>
        </pc:sldMkLst>
      </pc:sldChg>
      <pc:sldChg chg="del">
        <pc:chgData name="Jaime De León R." userId="6107559c-c399-4371-a23a-d124d3599f82" providerId="ADAL" clId="{C2ABECB9-565E-4849-BF66-EEC4D5BAEA7B}" dt="2025-03-12T07:34:08.486" v="1" actId="47"/>
        <pc:sldMkLst>
          <pc:docMk/>
          <pc:sldMk cId="2551534661" sldId="355"/>
        </pc:sldMkLst>
      </pc:sldChg>
      <pc:sldChg chg="del">
        <pc:chgData name="Jaime De León R." userId="6107559c-c399-4371-a23a-d124d3599f82" providerId="ADAL" clId="{C2ABECB9-565E-4849-BF66-EEC4D5BAEA7B}" dt="2025-03-12T07:34:08.486" v="1" actId="47"/>
        <pc:sldMkLst>
          <pc:docMk/>
          <pc:sldMk cId="1544517018" sldId="356"/>
        </pc:sldMkLst>
      </pc:sldChg>
      <pc:sldChg chg="del">
        <pc:chgData name="Jaime De León R." userId="6107559c-c399-4371-a23a-d124d3599f82" providerId="ADAL" clId="{C2ABECB9-565E-4849-BF66-EEC4D5BAEA7B}" dt="2025-03-12T07:34:08.486" v="1" actId="47"/>
        <pc:sldMkLst>
          <pc:docMk/>
          <pc:sldMk cId="1678257050" sldId="365"/>
        </pc:sldMkLst>
      </pc:sldChg>
      <pc:sldChg chg="del">
        <pc:chgData name="Jaime De León R." userId="6107559c-c399-4371-a23a-d124d3599f82" providerId="ADAL" clId="{C2ABECB9-565E-4849-BF66-EEC4D5BAEA7B}" dt="2025-03-12T07:36:54.475" v="23" actId="47"/>
        <pc:sldMkLst>
          <pc:docMk/>
          <pc:sldMk cId="1277356105" sldId="374"/>
        </pc:sldMkLst>
      </pc:sldChg>
      <pc:sldChg chg="del">
        <pc:chgData name="Jaime De León R." userId="6107559c-c399-4371-a23a-d124d3599f82" providerId="ADAL" clId="{C2ABECB9-565E-4849-BF66-EEC4D5BAEA7B}" dt="2025-03-12T07:34:08.486" v="1" actId="47"/>
        <pc:sldMkLst>
          <pc:docMk/>
          <pc:sldMk cId="2497272868" sldId="381"/>
        </pc:sldMkLst>
      </pc:sldChg>
      <pc:sldChg chg="del">
        <pc:chgData name="Jaime De León R." userId="6107559c-c399-4371-a23a-d124d3599f82" providerId="ADAL" clId="{C2ABECB9-565E-4849-BF66-EEC4D5BAEA7B}" dt="2025-03-12T07:35:45.854" v="21" actId="47"/>
        <pc:sldMkLst>
          <pc:docMk/>
          <pc:sldMk cId="2386409064" sldId="386"/>
        </pc:sldMkLst>
      </pc:sldChg>
      <pc:sldChg chg="del">
        <pc:chgData name="Jaime De León R." userId="6107559c-c399-4371-a23a-d124d3599f82" providerId="ADAL" clId="{C2ABECB9-565E-4849-BF66-EEC4D5BAEA7B}" dt="2025-03-12T07:35:45.854" v="21" actId="47"/>
        <pc:sldMkLst>
          <pc:docMk/>
          <pc:sldMk cId="2599487150" sldId="387"/>
        </pc:sldMkLst>
      </pc:sldChg>
      <pc:sldChg chg="del">
        <pc:chgData name="Jaime De León R." userId="6107559c-c399-4371-a23a-d124d3599f82" providerId="ADAL" clId="{C2ABECB9-565E-4849-BF66-EEC4D5BAEA7B}" dt="2025-03-12T07:35:45.854" v="21" actId="47"/>
        <pc:sldMkLst>
          <pc:docMk/>
          <pc:sldMk cId="3593545731" sldId="388"/>
        </pc:sldMkLst>
      </pc:sldChg>
      <pc:sldChg chg="del">
        <pc:chgData name="Jaime De León R." userId="6107559c-c399-4371-a23a-d124d3599f82" providerId="ADAL" clId="{C2ABECB9-565E-4849-BF66-EEC4D5BAEA7B}" dt="2025-03-12T07:35:45.854" v="21" actId="47"/>
        <pc:sldMkLst>
          <pc:docMk/>
          <pc:sldMk cId="2244492029" sldId="396"/>
        </pc:sldMkLst>
      </pc:sldChg>
      <pc:sldChg chg="del">
        <pc:chgData name="Jaime De León R." userId="6107559c-c399-4371-a23a-d124d3599f82" providerId="ADAL" clId="{C2ABECB9-565E-4849-BF66-EEC4D5BAEA7B}" dt="2025-03-12T07:35:45.854" v="21" actId="47"/>
        <pc:sldMkLst>
          <pc:docMk/>
          <pc:sldMk cId="4261674931" sldId="400"/>
        </pc:sldMkLst>
      </pc:sldChg>
      <pc:sldChg chg="del">
        <pc:chgData name="Jaime De León R." userId="6107559c-c399-4371-a23a-d124d3599f82" providerId="ADAL" clId="{C2ABECB9-565E-4849-BF66-EEC4D5BAEA7B}" dt="2025-03-12T07:35:45.854" v="21" actId="47"/>
        <pc:sldMkLst>
          <pc:docMk/>
          <pc:sldMk cId="1021128866" sldId="402"/>
        </pc:sldMkLst>
      </pc:sldChg>
      <pc:sldChg chg="del">
        <pc:chgData name="Jaime De León R." userId="6107559c-c399-4371-a23a-d124d3599f82" providerId="ADAL" clId="{C2ABECB9-565E-4849-BF66-EEC4D5BAEA7B}" dt="2025-03-12T07:34:08.486" v="1" actId="47"/>
        <pc:sldMkLst>
          <pc:docMk/>
          <pc:sldMk cId="2895153731" sldId="410"/>
        </pc:sldMkLst>
      </pc:sldChg>
      <pc:sldChg chg="del">
        <pc:chgData name="Jaime De León R." userId="6107559c-c399-4371-a23a-d124d3599f82" providerId="ADAL" clId="{C2ABECB9-565E-4849-BF66-EEC4D5BAEA7B}" dt="2025-03-12T07:34:08.486" v="1" actId="47"/>
        <pc:sldMkLst>
          <pc:docMk/>
          <pc:sldMk cId="157673805" sldId="411"/>
        </pc:sldMkLst>
      </pc:sldChg>
      <pc:sldChg chg="del">
        <pc:chgData name="Jaime De León R." userId="6107559c-c399-4371-a23a-d124d3599f82" providerId="ADAL" clId="{C2ABECB9-565E-4849-BF66-EEC4D5BAEA7B}" dt="2025-03-12T07:34:08.486" v="1" actId="47"/>
        <pc:sldMkLst>
          <pc:docMk/>
          <pc:sldMk cId="3947409020" sldId="413"/>
        </pc:sldMkLst>
      </pc:sldChg>
      <pc:sldChg chg="del">
        <pc:chgData name="Jaime De León R." userId="6107559c-c399-4371-a23a-d124d3599f82" providerId="ADAL" clId="{C2ABECB9-565E-4849-BF66-EEC4D5BAEA7B}" dt="2025-03-12T07:34:08.486" v="1" actId="47"/>
        <pc:sldMkLst>
          <pc:docMk/>
          <pc:sldMk cId="3161278979" sldId="414"/>
        </pc:sldMkLst>
      </pc:sldChg>
      <pc:sldChg chg="del">
        <pc:chgData name="Jaime De León R." userId="6107559c-c399-4371-a23a-d124d3599f82" providerId="ADAL" clId="{C2ABECB9-565E-4849-BF66-EEC4D5BAEA7B}" dt="2025-03-12T07:34:08.486" v="1" actId="47"/>
        <pc:sldMkLst>
          <pc:docMk/>
          <pc:sldMk cId="3433807191" sldId="415"/>
        </pc:sldMkLst>
      </pc:sldChg>
      <pc:sldChg chg="del">
        <pc:chgData name="Jaime De León R." userId="6107559c-c399-4371-a23a-d124d3599f82" providerId="ADAL" clId="{C2ABECB9-565E-4849-BF66-EEC4D5BAEA7B}" dt="2025-03-12T07:34:08.486" v="1" actId="47"/>
        <pc:sldMkLst>
          <pc:docMk/>
          <pc:sldMk cId="204824926" sldId="416"/>
        </pc:sldMkLst>
      </pc:sldChg>
      <pc:sldChg chg="del">
        <pc:chgData name="Jaime De León R." userId="6107559c-c399-4371-a23a-d124d3599f82" providerId="ADAL" clId="{C2ABECB9-565E-4849-BF66-EEC4D5BAEA7B}" dt="2025-03-12T07:34:08.486" v="1" actId="47"/>
        <pc:sldMkLst>
          <pc:docMk/>
          <pc:sldMk cId="694796887" sldId="417"/>
        </pc:sldMkLst>
      </pc:sldChg>
      <pc:sldChg chg="del">
        <pc:chgData name="Jaime De León R." userId="6107559c-c399-4371-a23a-d124d3599f82" providerId="ADAL" clId="{C2ABECB9-565E-4849-BF66-EEC4D5BAEA7B}" dt="2025-03-12T07:34:08.486" v="1" actId="47"/>
        <pc:sldMkLst>
          <pc:docMk/>
          <pc:sldMk cId="1474815436" sldId="418"/>
        </pc:sldMkLst>
      </pc:sldChg>
      <pc:sldChg chg="del">
        <pc:chgData name="Jaime De León R." userId="6107559c-c399-4371-a23a-d124d3599f82" providerId="ADAL" clId="{C2ABECB9-565E-4849-BF66-EEC4D5BAEA7B}" dt="2025-03-12T07:34:08.486" v="1" actId="47"/>
        <pc:sldMkLst>
          <pc:docMk/>
          <pc:sldMk cId="1374858202" sldId="419"/>
        </pc:sldMkLst>
      </pc:sldChg>
      <pc:sldChg chg="del">
        <pc:chgData name="Jaime De León R." userId="6107559c-c399-4371-a23a-d124d3599f82" providerId="ADAL" clId="{C2ABECB9-565E-4849-BF66-EEC4D5BAEA7B}" dt="2025-03-12T07:35:30.269" v="19" actId="47"/>
        <pc:sldMkLst>
          <pc:docMk/>
          <pc:sldMk cId="2718120447" sldId="421"/>
        </pc:sldMkLst>
      </pc:sldChg>
      <pc:sldChg chg="del">
        <pc:chgData name="Jaime De León R." userId="6107559c-c399-4371-a23a-d124d3599f82" providerId="ADAL" clId="{C2ABECB9-565E-4849-BF66-EEC4D5BAEA7B}" dt="2025-03-12T07:35:29.634" v="18" actId="47"/>
        <pc:sldMkLst>
          <pc:docMk/>
          <pc:sldMk cId="344863327" sldId="422"/>
        </pc:sldMkLst>
      </pc:sldChg>
      <pc:sldChg chg="del">
        <pc:chgData name="Jaime De León R." userId="6107559c-c399-4371-a23a-d124d3599f82" providerId="ADAL" clId="{C2ABECB9-565E-4849-BF66-EEC4D5BAEA7B}" dt="2025-03-12T07:34:08.486" v="1" actId="47"/>
        <pc:sldMkLst>
          <pc:docMk/>
          <pc:sldMk cId="1145432329" sldId="478"/>
        </pc:sldMkLst>
      </pc:sldChg>
      <pc:sldChg chg="del">
        <pc:chgData name="Jaime De León R." userId="6107559c-c399-4371-a23a-d124d3599f82" providerId="ADAL" clId="{C2ABECB9-565E-4849-BF66-EEC4D5BAEA7B}" dt="2025-03-12T07:34:08.486" v="1" actId="47"/>
        <pc:sldMkLst>
          <pc:docMk/>
          <pc:sldMk cId="2663798520" sldId="479"/>
        </pc:sldMkLst>
      </pc:sldChg>
      <pc:sldChg chg="del">
        <pc:chgData name="Jaime De León R." userId="6107559c-c399-4371-a23a-d124d3599f82" providerId="ADAL" clId="{C2ABECB9-565E-4849-BF66-EEC4D5BAEA7B}" dt="2025-03-12T07:34:08.486" v="1" actId="47"/>
        <pc:sldMkLst>
          <pc:docMk/>
          <pc:sldMk cId="2462731453" sldId="481"/>
        </pc:sldMkLst>
      </pc:sldChg>
      <pc:sldChg chg="del">
        <pc:chgData name="Jaime De León R." userId="6107559c-c399-4371-a23a-d124d3599f82" providerId="ADAL" clId="{C2ABECB9-565E-4849-BF66-EEC4D5BAEA7B}" dt="2025-03-12T07:35:45.854" v="21" actId="47"/>
        <pc:sldMkLst>
          <pc:docMk/>
          <pc:sldMk cId="4189862585" sldId="482"/>
        </pc:sldMkLst>
      </pc:sldChg>
      <pc:sldChg chg="del">
        <pc:chgData name="Jaime De León R." userId="6107559c-c399-4371-a23a-d124d3599f82" providerId="ADAL" clId="{C2ABECB9-565E-4849-BF66-EEC4D5BAEA7B}" dt="2025-03-12T07:35:45.854" v="21" actId="47"/>
        <pc:sldMkLst>
          <pc:docMk/>
          <pc:sldMk cId="3416880312" sldId="491"/>
        </pc:sldMkLst>
      </pc:sldChg>
      <pc:sldChg chg="del">
        <pc:chgData name="Jaime De León R." userId="6107559c-c399-4371-a23a-d124d3599f82" providerId="ADAL" clId="{C2ABECB9-565E-4849-BF66-EEC4D5BAEA7B}" dt="2025-03-12T07:35:45.854" v="21" actId="47"/>
        <pc:sldMkLst>
          <pc:docMk/>
          <pc:sldMk cId="3517281974" sldId="492"/>
        </pc:sldMkLst>
      </pc:sldChg>
      <pc:sldChg chg="del">
        <pc:chgData name="Jaime De León R." userId="6107559c-c399-4371-a23a-d124d3599f82" providerId="ADAL" clId="{C2ABECB9-565E-4849-BF66-EEC4D5BAEA7B}" dt="2025-03-12T07:35:45.854" v="21" actId="47"/>
        <pc:sldMkLst>
          <pc:docMk/>
          <pc:sldMk cId="1937108243" sldId="493"/>
        </pc:sldMkLst>
      </pc:sldChg>
      <pc:sldChg chg="del">
        <pc:chgData name="Jaime De León R." userId="6107559c-c399-4371-a23a-d124d3599f82" providerId="ADAL" clId="{C2ABECB9-565E-4849-BF66-EEC4D5BAEA7B}" dt="2025-03-12T07:35:45.854" v="21" actId="47"/>
        <pc:sldMkLst>
          <pc:docMk/>
          <pc:sldMk cId="548095864" sldId="494"/>
        </pc:sldMkLst>
      </pc:sldChg>
      <pc:sldChg chg="del">
        <pc:chgData name="Jaime De León R." userId="6107559c-c399-4371-a23a-d124d3599f82" providerId="ADAL" clId="{C2ABECB9-565E-4849-BF66-EEC4D5BAEA7B}" dt="2025-03-12T07:35:45.854" v="21" actId="47"/>
        <pc:sldMkLst>
          <pc:docMk/>
          <pc:sldMk cId="777280832" sldId="495"/>
        </pc:sldMkLst>
      </pc:sldChg>
      <pc:sldChg chg="del">
        <pc:chgData name="Jaime De León R." userId="6107559c-c399-4371-a23a-d124d3599f82" providerId="ADAL" clId="{C2ABECB9-565E-4849-BF66-EEC4D5BAEA7B}" dt="2025-03-12T07:35:45.854" v="21" actId="47"/>
        <pc:sldMkLst>
          <pc:docMk/>
          <pc:sldMk cId="2409308896" sldId="496"/>
        </pc:sldMkLst>
      </pc:sldChg>
      <pc:sldChg chg="del">
        <pc:chgData name="Jaime De León R." userId="6107559c-c399-4371-a23a-d124d3599f82" providerId="ADAL" clId="{C2ABECB9-565E-4849-BF66-EEC4D5BAEA7B}" dt="2025-03-12T07:35:45.854" v="21" actId="47"/>
        <pc:sldMkLst>
          <pc:docMk/>
          <pc:sldMk cId="3728477071" sldId="497"/>
        </pc:sldMkLst>
      </pc:sldChg>
      <pc:sldChg chg="add">
        <pc:chgData name="Jaime De León R." userId="6107559c-c399-4371-a23a-d124d3599f82" providerId="ADAL" clId="{C2ABECB9-565E-4849-BF66-EEC4D5BAEA7B}" dt="2025-03-12T07:38:38.791" v="24"/>
        <pc:sldMkLst>
          <pc:docMk/>
          <pc:sldMk cId="3024088992" sldId="500"/>
        </pc:sldMkLst>
      </pc:sldChg>
      <pc:sldChg chg="add del">
        <pc:chgData name="Jaime De León R." userId="6107559c-c399-4371-a23a-d124d3599f82" providerId="ADAL" clId="{C2ABECB9-565E-4849-BF66-EEC4D5BAEA7B}" dt="2025-03-12T07:38:38.791" v="24"/>
        <pc:sldMkLst>
          <pc:docMk/>
          <pc:sldMk cId="2000131124" sldId="501"/>
        </pc:sldMkLst>
      </pc:sldChg>
      <pc:sldChg chg="del">
        <pc:chgData name="Jaime De León R." userId="6107559c-c399-4371-a23a-d124d3599f82" providerId="ADAL" clId="{C2ABECB9-565E-4849-BF66-EEC4D5BAEA7B}" dt="2025-03-12T07:35:11.786" v="17" actId="47"/>
        <pc:sldMkLst>
          <pc:docMk/>
          <pc:sldMk cId="2532176277" sldId="502"/>
        </pc:sldMkLst>
      </pc:sldChg>
      <pc:sldChg chg="add">
        <pc:chgData name="Jaime De León R." userId="6107559c-c399-4371-a23a-d124d3599f82" providerId="ADAL" clId="{C2ABECB9-565E-4849-BF66-EEC4D5BAEA7B}" dt="2025-03-12T07:38:38.791" v="24"/>
        <pc:sldMkLst>
          <pc:docMk/>
          <pc:sldMk cId="1112746602" sldId="503"/>
        </pc:sldMkLst>
      </pc:sldChg>
      <pc:sldChg chg="del">
        <pc:chgData name="Jaime De León R." userId="6107559c-c399-4371-a23a-d124d3599f82" providerId="ADAL" clId="{C2ABECB9-565E-4849-BF66-EEC4D5BAEA7B}" dt="2025-03-12T07:34:08.486" v="1" actId="47"/>
        <pc:sldMkLst>
          <pc:docMk/>
          <pc:sldMk cId="1179121111" sldId="505"/>
        </pc:sldMkLst>
      </pc:sldChg>
      <pc:sldChg chg="del">
        <pc:chgData name="Jaime De León R." userId="6107559c-c399-4371-a23a-d124d3599f82" providerId="ADAL" clId="{C2ABECB9-565E-4849-BF66-EEC4D5BAEA7B}" dt="2025-03-12T07:35:45.854" v="21" actId="47"/>
        <pc:sldMkLst>
          <pc:docMk/>
          <pc:sldMk cId="2334826352" sldId="508"/>
        </pc:sldMkLst>
      </pc:sldChg>
      <pc:sldChg chg="del">
        <pc:chgData name="Jaime De León R." userId="6107559c-c399-4371-a23a-d124d3599f82" providerId="ADAL" clId="{C2ABECB9-565E-4849-BF66-EEC4D5BAEA7B}" dt="2025-03-12T07:34:08.486" v="1" actId="47"/>
        <pc:sldMkLst>
          <pc:docMk/>
          <pc:sldMk cId="3941836137" sldId="509"/>
        </pc:sldMkLst>
      </pc:sldChg>
      <pc:sldChg chg="del">
        <pc:chgData name="Jaime De León R." userId="6107559c-c399-4371-a23a-d124d3599f82" providerId="ADAL" clId="{C2ABECB9-565E-4849-BF66-EEC4D5BAEA7B}" dt="2025-03-12T07:35:31.149" v="20" actId="47"/>
        <pc:sldMkLst>
          <pc:docMk/>
          <pc:sldMk cId="3845791806" sldId="511"/>
        </pc:sldMkLst>
      </pc:sldChg>
      <pc:sldChg chg="del">
        <pc:chgData name="Jaime De León R." userId="6107559c-c399-4371-a23a-d124d3599f82" providerId="ADAL" clId="{C2ABECB9-565E-4849-BF66-EEC4D5BAEA7B}" dt="2025-03-12T07:35:45.854" v="21" actId="47"/>
        <pc:sldMkLst>
          <pc:docMk/>
          <pc:sldMk cId="3106223292" sldId="512"/>
        </pc:sldMkLst>
      </pc:sldChg>
      <pc:sldChg chg="del">
        <pc:chgData name="Jaime De León R." userId="6107559c-c399-4371-a23a-d124d3599f82" providerId="ADAL" clId="{C2ABECB9-565E-4849-BF66-EEC4D5BAEA7B}" dt="2025-03-12T07:35:45.854" v="21" actId="47"/>
        <pc:sldMkLst>
          <pc:docMk/>
          <pc:sldMk cId="3159693743" sldId="514"/>
        </pc:sldMkLst>
      </pc:sldChg>
      <pc:sldChg chg="del">
        <pc:chgData name="Jaime De León R." userId="6107559c-c399-4371-a23a-d124d3599f82" providerId="ADAL" clId="{C2ABECB9-565E-4849-BF66-EEC4D5BAEA7B}" dt="2025-03-12T07:36:54.475" v="23" actId="47"/>
        <pc:sldMkLst>
          <pc:docMk/>
          <pc:sldMk cId="3839550423" sldId="583"/>
        </pc:sldMkLst>
      </pc:sldChg>
      <pc:sldChg chg="del">
        <pc:chgData name="Jaime De León R." userId="6107559c-c399-4371-a23a-d124d3599f82" providerId="ADAL" clId="{C2ABECB9-565E-4849-BF66-EEC4D5BAEA7B}" dt="2025-03-12T07:36:54.475" v="23" actId="47"/>
        <pc:sldMkLst>
          <pc:docMk/>
          <pc:sldMk cId="1925147524" sldId="584"/>
        </pc:sldMkLst>
      </pc:sldChg>
      <pc:sldChg chg="del">
        <pc:chgData name="Jaime De León R." userId="6107559c-c399-4371-a23a-d124d3599f82" providerId="ADAL" clId="{C2ABECB9-565E-4849-BF66-EEC4D5BAEA7B}" dt="2025-03-12T07:36:54.475" v="23" actId="47"/>
        <pc:sldMkLst>
          <pc:docMk/>
          <pc:sldMk cId="542142539" sldId="585"/>
        </pc:sldMkLst>
      </pc:sldChg>
      <pc:sldChg chg="del">
        <pc:chgData name="Jaime De León R." userId="6107559c-c399-4371-a23a-d124d3599f82" providerId="ADAL" clId="{C2ABECB9-565E-4849-BF66-EEC4D5BAEA7B}" dt="2025-03-12T07:36:54.475" v="23" actId="47"/>
        <pc:sldMkLst>
          <pc:docMk/>
          <pc:sldMk cId="2568195192" sldId="586"/>
        </pc:sldMkLst>
      </pc:sldChg>
      <pc:sldChg chg="del">
        <pc:chgData name="Jaime De León R." userId="6107559c-c399-4371-a23a-d124d3599f82" providerId="ADAL" clId="{C2ABECB9-565E-4849-BF66-EEC4D5BAEA7B}" dt="2025-03-12T07:36:54.475" v="23" actId="47"/>
        <pc:sldMkLst>
          <pc:docMk/>
          <pc:sldMk cId="1294181688" sldId="588"/>
        </pc:sldMkLst>
      </pc:sldChg>
      <pc:sldChg chg="del">
        <pc:chgData name="Jaime De León R." userId="6107559c-c399-4371-a23a-d124d3599f82" providerId="ADAL" clId="{C2ABECB9-565E-4849-BF66-EEC4D5BAEA7B}" dt="2025-03-12T07:36:54.475" v="23" actId="47"/>
        <pc:sldMkLst>
          <pc:docMk/>
          <pc:sldMk cId="3649188670" sldId="590"/>
        </pc:sldMkLst>
      </pc:sldChg>
      <pc:sldChg chg="del">
        <pc:chgData name="Jaime De León R." userId="6107559c-c399-4371-a23a-d124d3599f82" providerId="ADAL" clId="{C2ABECB9-565E-4849-BF66-EEC4D5BAEA7B}" dt="2025-03-12T07:36:54.475" v="23" actId="47"/>
        <pc:sldMkLst>
          <pc:docMk/>
          <pc:sldMk cId="152362892" sldId="591"/>
        </pc:sldMkLst>
      </pc:sldChg>
      <pc:sldChg chg="del">
        <pc:chgData name="Jaime De León R." userId="6107559c-c399-4371-a23a-d124d3599f82" providerId="ADAL" clId="{C2ABECB9-565E-4849-BF66-EEC4D5BAEA7B}" dt="2025-03-12T07:36:54.475" v="23" actId="47"/>
        <pc:sldMkLst>
          <pc:docMk/>
          <pc:sldMk cId="4145769165" sldId="592"/>
        </pc:sldMkLst>
      </pc:sldChg>
      <pc:sldChg chg="del">
        <pc:chgData name="Jaime De León R." userId="6107559c-c399-4371-a23a-d124d3599f82" providerId="ADAL" clId="{C2ABECB9-565E-4849-BF66-EEC4D5BAEA7B}" dt="2025-03-12T07:36:54.475" v="23" actId="47"/>
        <pc:sldMkLst>
          <pc:docMk/>
          <pc:sldMk cId="1999238543" sldId="593"/>
        </pc:sldMkLst>
      </pc:sldChg>
      <pc:sldChg chg="del">
        <pc:chgData name="Jaime De León R." userId="6107559c-c399-4371-a23a-d124d3599f82" providerId="ADAL" clId="{C2ABECB9-565E-4849-BF66-EEC4D5BAEA7B}" dt="2025-03-12T07:36:54.475" v="23" actId="47"/>
        <pc:sldMkLst>
          <pc:docMk/>
          <pc:sldMk cId="4027041471" sldId="594"/>
        </pc:sldMkLst>
      </pc:sldChg>
      <pc:sldChg chg="del">
        <pc:chgData name="Jaime De León R." userId="6107559c-c399-4371-a23a-d124d3599f82" providerId="ADAL" clId="{C2ABECB9-565E-4849-BF66-EEC4D5BAEA7B}" dt="2025-03-12T07:36:54.475" v="23" actId="47"/>
        <pc:sldMkLst>
          <pc:docMk/>
          <pc:sldMk cId="1170472305" sldId="595"/>
        </pc:sldMkLst>
      </pc:sldChg>
      <pc:sldChg chg="del">
        <pc:chgData name="Jaime De León R." userId="6107559c-c399-4371-a23a-d124d3599f82" providerId="ADAL" clId="{C2ABECB9-565E-4849-BF66-EEC4D5BAEA7B}" dt="2025-03-12T07:36:54.475" v="23" actId="47"/>
        <pc:sldMkLst>
          <pc:docMk/>
          <pc:sldMk cId="119994796" sldId="596"/>
        </pc:sldMkLst>
      </pc:sldChg>
      <pc:sldChg chg="del">
        <pc:chgData name="Jaime De León R." userId="6107559c-c399-4371-a23a-d124d3599f82" providerId="ADAL" clId="{C2ABECB9-565E-4849-BF66-EEC4D5BAEA7B}" dt="2025-03-12T07:36:54.475" v="23" actId="47"/>
        <pc:sldMkLst>
          <pc:docMk/>
          <pc:sldMk cId="2310703351" sldId="597"/>
        </pc:sldMkLst>
      </pc:sldChg>
      <pc:sldChg chg="del">
        <pc:chgData name="Jaime De León R." userId="6107559c-c399-4371-a23a-d124d3599f82" providerId="ADAL" clId="{C2ABECB9-565E-4849-BF66-EEC4D5BAEA7B}" dt="2025-03-12T07:36:54.475" v="23" actId="47"/>
        <pc:sldMkLst>
          <pc:docMk/>
          <pc:sldMk cId="472173274" sldId="599"/>
        </pc:sldMkLst>
      </pc:sldChg>
      <pc:sldChg chg="del">
        <pc:chgData name="Jaime De León R." userId="6107559c-c399-4371-a23a-d124d3599f82" providerId="ADAL" clId="{C2ABECB9-565E-4849-BF66-EEC4D5BAEA7B}" dt="2025-03-12T07:36:54.475" v="23" actId="47"/>
        <pc:sldMkLst>
          <pc:docMk/>
          <pc:sldMk cId="1190243216" sldId="600"/>
        </pc:sldMkLst>
      </pc:sldChg>
      <pc:sldChg chg="del">
        <pc:chgData name="Jaime De León R." userId="6107559c-c399-4371-a23a-d124d3599f82" providerId="ADAL" clId="{C2ABECB9-565E-4849-BF66-EEC4D5BAEA7B}" dt="2025-03-12T07:36:54.475" v="23" actId="47"/>
        <pc:sldMkLst>
          <pc:docMk/>
          <pc:sldMk cId="4048834710" sldId="603"/>
        </pc:sldMkLst>
      </pc:sldChg>
      <pc:sldChg chg="del">
        <pc:chgData name="Jaime De León R." userId="6107559c-c399-4371-a23a-d124d3599f82" providerId="ADAL" clId="{C2ABECB9-565E-4849-BF66-EEC4D5BAEA7B}" dt="2025-03-12T07:36:54.475" v="23" actId="47"/>
        <pc:sldMkLst>
          <pc:docMk/>
          <pc:sldMk cId="2002411937" sldId="604"/>
        </pc:sldMkLst>
      </pc:sldChg>
      <pc:sldChg chg="del">
        <pc:chgData name="Jaime De León R." userId="6107559c-c399-4371-a23a-d124d3599f82" providerId="ADAL" clId="{C2ABECB9-565E-4849-BF66-EEC4D5BAEA7B}" dt="2025-03-12T07:36:54.475" v="23" actId="47"/>
        <pc:sldMkLst>
          <pc:docMk/>
          <pc:sldMk cId="1681670386" sldId="659"/>
        </pc:sldMkLst>
      </pc:sldChg>
      <pc:sldChg chg="del">
        <pc:chgData name="Jaime De León R." userId="6107559c-c399-4371-a23a-d124d3599f82" providerId="ADAL" clId="{C2ABECB9-565E-4849-BF66-EEC4D5BAEA7B}" dt="2025-03-12T07:36:54.475" v="23" actId="47"/>
        <pc:sldMkLst>
          <pc:docMk/>
          <pc:sldMk cId="966110655" sldId="688"/>
        </pc:sldMkLst>
      </pc:sldChg>
      <pc:sldChg chg="del">
        <pc:chgData name="Jaime De León R." userId="6107559c-c399-4371-a23a-d124d3599f82" providerId="ADAL" clId="{C2ABECB9-565E-4849-BF66-EEC4D5BAEA7B}" dt="2025-03-12T07:36:54.475" v="23" actId="47"/>
        <pc:sldMkLst>
          <pc:docMk/>
          <pc:sldMk cId="2457637234" sldId="689"/>
        </pc:sldMkLst>
      </pc:sldChg>
      <pc:sldChg chg="del">
        <pc:chgData name="Jaime De León R." userId="6107559c-c399-4371-a23a-d124d3599f82" providerId="ADAL" clId="{C2ABECB9-565E-4849-BF66-EEC4D5BAEA7B}" dt="2025-03-12T07:34:08.486" v="1" actId="47"/>
        <pc:sldMkLst>
          <pc:docMk/>
          <pc:sldMk cId="3305992654" sldId="693"/>
        </pc:sldMkLst>
      </pc:sldChg>
      <pc:sldChg chg="del">
        <pc:chgData name="Jaime De León R." userId="6107559c-c399-4371-a23a-d124d3599f82" providerId="ADAL" clId="{C2ABECB9-565E-4849-BF66-EEC4D5BAEA7B}" dt="2025-03-12T07:34:08.486" v="1" actId="47"/>
        <pc:sldMkLst>
          <pc:docMk/>
          <pc:sldMk cId="3808898665" sldId="694"/>
        </pc:sldMkLst>
      </pc:sldChg>
      <pc:sldChg chg="del">
        <pc:chgData name="Jaime De León R." userId="6107559c-c399-4371-a23a-d124d3599f82" providerId="ADAL" clId="{C2ABECB9-565E-4849-BF66-EEC4D5BAEA7B}" dt="2025-03-12T07:34:08.486" v="1" actId="47"/>
        <pc:sldMkLst>
          <pc:docMk/>
          <pc:sldMk cId="2492453517" sldId="696"/>
        </pc:sldMkLst>
      </pc:sldChg>
      <pc:sldChg chg="del">
        <pc:chgData name="Jaime De León R." userId="6107559c-c399-4371-a23a-d124d3599f82" providerId="ADAL" clId="{C2ABECB9-565E-4849-BF66-EEC4D5BAEA7B}" dt="2025-03-12T07:34:08.486" v="1" actId="47"/>
        <pc:sldMkLst>
          <pc:docMk/>
          <pc:sldMk cId="379094115" sldId="697"/>
        </pc:sldMkLst>
      </pc:sldChg>
      <pc:sldChg chg="del">
        <pc:chgData name="Jaime De León R." userId="6107559c-c399-4371-a23a-d124d3599f82" providerId="ADAL" clId="{C2ABECB9-565E-4849-BF66-EEC4D5BAEA7B}" dt="2025-03-12T07:34:08.486" v="1" actId="47"/>
        <pc:sldMkLst>
          <pc:docMk/>
          <pc:sldMk cId="2078290383" sldId="701"/>
        </pc:sldMkLst>
      </pc:sldChg>
      <pc:sldChg chg="del">
        <pc:chgData name="Jaime De León R." userId="6107559c-c399-4371-a23a-d124d3599f82" providerId="ADAL" clId="{C2ABECB9-565E-4849-BF66-EEC4D5BAEA7B}" dt="2025-03-12T07:34:08.486" v="1" actId="47"/>
        <pc:sldMkLst>
          <pc:docMk/>
          <pc:sldMk cId="1060920276" sldId="702"/>
        </pc:sldMkLst>
      </pc:sldChg>
      <pc:sldChg chg="del">
        <pc:chgData name="Jaime De León R." userId="6107559c-c399-4371-a23a-d124d3599f82" providerId="ADAL" clId="{C2ABECB9-565E-4849-BF66-EEC4D5BAEA7B}" dt="2025-03-12T07:36:54.475" v="23" actId="47"/>
        <pc:sldMkLst>
          <pc:docMk/>
          <pc:sldMk cId="1058466418" sldId="719"/>
        </pc:sldMkLst>
      </pc:sldChg>
      <pc:sldChg chg="del">
        <pc:chgData name="Jaime De León R." userId="6107559c-c399-4371-a23a-d124d3599f82" providerId="ADAL" clId="{C2ABECB9-565E-4849-BF66-EEC4D5BAEA7B}" dt="2025-03-12T07:36:54.475" v="23" actId="47"/>
        <pc:sldMkLst>
          <pc:docMk/>
          <pc:sldMk cId="1926229604" sldId="728"/>
        </pc:sldMkLst>
      </pc:sldChg>
      <pc:sldChg chg="del">
        <pc:chgData name="Jaime De León R." userId="6107559c-c399-4371-a23a-d124d3599f82" providerId="ADAL" clId="{C2ABECB9-565E-4849-BF66-EEC4D5BAEA7B}" dt="2025-03-12T07:36:54.475" v="23" actId="47"/>
        <pc:sldMkLst>
          <pc:docMk/>
          <pc:sldMk cId="3351641799" sldId="730"/>
        </pc:sldMkLst>
      </pc:sldChg>
      <pc:sldChg chg="del">
        <pc:chgData name="Jaime De León R." userId="6107559c-c399-4371-a23a-d124d3599f82" providerId="ADAL" clId="{C2ABECB9-565E-4849-BF66-EEC4D5BAEA7B}" dt="2025-03-12T07:36:54.475" v="23" actId="47"/>
        <pc:sldMkLst>
          <pc:docMk/>
          <pc:sldMk cId="3108000985" sldId="741"/>
        </pc:sldMkLst>
      </pc:sldChg>
      <pc:sldChg chg="del">
        <pc:chgData name="Jaime De León R." userId="6107559c-c399-4371-a23a-d124d3599f82" providerId="ADAL" clId="{C2ABECB9-565E-4849-BF66-EEC4D5BAEA7B}" dt="2025-03-12T07:36:54.475" v="23" actId="47"/>
        <pc:sldMkLst>
          <pc:docMk/>
          <pc:sldMk cId="1549180168" sldId="742"/>
        </pc:sldMkLst>
      </pc:sldChg>
      <pc:sldChg chg="del">
        <pc:chgData name="Jaime De León R." userId="6107559c-c399-4371-a23a-d124d3599f82" providerId="ADAL" clId="{C2ABECB9-565E-4849-BF66-EEC4D5BAEA7B}" dt="2025-03-12T07:36:54.475" v="23" actId="47"/>
        <pc:sldMkLst>
          <pc:docMk/>
          <pc:sldMk cId="1567137301" sldId="753"/>
        </pc:sldMkLst>
      </pc:sldChg>
      <pc:sldChg chg="del">
        <pc:chgData name="Jaime De León R." userId="6107559c-c399-4371-a23a-d124d3599f82" providerId="ADAL" clId="{C2ABECB9-565E-4849-BF66-EEC4D5BAEA7B}" dt="2025-03-12T07:36:54.475" v="23" actId="47"/>
        <pc:sldMkLst>
          <pc:docMk/>
          <pc:sldMk cId="1667395908" sldId="754"/>
        </pc:sldMkLst>
      </pc:sldChg>
      <pc:sldChg chg="del">
        <pc:chgData name="Jaime De León R." userId="6107559c-c399-4371-a23a-d124d3599f82" providerId="ADAL" clId="{C2ABECB9-565E-4849-BF66-EEC4D5BAEA7B}" dt="2025-03-12T07:36:54.475" v="23" actId="47"/>
        <pc:sldMkLst>
          <pc:docMk/>
          <pc:sldMk cId="2524261736" sldId="756"/>
        </pc:sldMkLst>
      </pc:sldChg>
      <pc:sldChg chg="del">
        <pc:chgData name="Jaime De León R." userId="6107559c-c399-4371-a23a-d124d3599f82" providerId="ADAL" clId="{C2ABECB9-565E-4849-BF66-EEC4D5BAEA7B}" dt="2025-03-12T07:34:08.486" v="1" actId="47"/>
        <pc:sldMkLst>
          <pc:docMk/>
          <pc:sldMk cId="109315005" sldId="794"/>
        </pc:sldMkLst>
      </pc:sldChg>
      <pc:sldChg chg="del">
        <pc:chgData name="Jaime De León R." userId="6107559c-c399-4371-a23a-d124d3599f82" providerId="ADAL" clId="{C2ABECB9-565E-4849-BF66-EEC4D5BAEA7B}" dt="2025-03-12T07:34:08.486" v="1" actId="47"/>
        <pc:sldMkLst>
          <pc:docMk/>
          <pc:sldMk cId="4047069567" sldId="795"/>
        </pc:sldMkLst>
      </pc:sldChg>
      <pc:sldChg chg="del">
        <pc:chgData name="Jaime De León R." userId="6107559c-c399-4371-a23a-d124d3599f82" providerId="ADAL" clId="{C2ABECB9-565E-4849-BF66-EEC4D5BAEA7B}" dt="2025-03-12T07:34:08.486" v="1" actId="47"/>
        <pc:sldMkLst>
          <pc:docMk/>
          <pc:sldMk cId="571127477" sldId="796"/>
        </pc:sldMkLst>
      </pc:sldChg>
      <pc:sldChg chg="del">
        <pc:chgData name="Jaime De León R." userId="6107559c-c399-4371-a23a-d124d3599f82" providerId="ADAL" clId="{C2ABECB9-565E-4849-BF66-EEC4D5BAEA7B}" dt="2025-03-12T07:34:08.486" v="1" actId="47"/>
        <pc:sldMkLst>
          <pc:docMk/>
          <pc:sldMk cId="2186854291" sldId="798"/>
        </pc:sldMkLst>
      </pc:sldChg>
      <pc:sldChg chg="del">
        <pc:chgData name="Jaime De León R." userId="6107559c-c399-4371-a23a-d124d3599f82" providerId="ADAL" clId="{C2ABECB9-565E-4849-BF66-EEC4D5BAEA7B}" dt="2025-03-12T07:35:45.854" v="21" actId="47"/>
        <pc:sldMkLst>
          <pc:docMk/>
          <pc:sldMk cId="2284881780" sldId="804"/>
        </pc:sldMkLst>
      </pc:sldChg>
      <pc:sldChg chg="del">
        <pc:chgData name="Jaime De León R." userId="6107559c-c399-4371-a23a-d124d3599f82" providerId="ADAL" clId="{C2ABECB9-565E-4849-BF66-EEC4D5BAEA7B}" dt="2025-03-12T07:35:45.854" v="21" actId="47"/>
        <pc:sldMkLst>
          <pc:docMk/>
          <pc:sldMk cId="2032856674" sldId="814"/>
        </pc:sldMkLst>
      </pc:sldChg>
      <pc:sldChg chg="del">
        <pc:chgData name="Jaime De León R." userId="6107559c-c399-4371-a23a-d124d3599f82" providerId="ADAL" clId="{C2ABECB9-565E-4849-BF66-EEC4D5BAEA7B}" dt="2025-03-12T07:35:45.854" v="21" actId="47"/>
        <pc:sldMkLst>
          <pc:docMk/>
          <pc:sldMk cId="2822013254" sldId="815"/>
        </pc:sldMkLst>
      </pc:sldChg>
      <pc:sldChg chg="del">
        <pc:chgData name="Jaime De León R." userId="6107559c-c399-4371-a23a-d124d3599f82" providerId="ADAL" clId="{C2ABECB9-565E-4849-BF66-EEC4D5BAEA7B}" dt="2025-03-12T07:34:08.486" v="1" actId="47"/>
        <pc:sldMkLst>
          <pc:docMk/>
          <pc:sldMk cId="2017691966" sldId="826"/>
        </pc:sldMkLst>
      </pc:sldChg>
      <pc:sldChg chg="del">
        <pc:chgData name="Jaime De León R." userId="6107559c-c399-4371-a23a-d124d3599f82" providerId="ADAL" clId="{C2ABECB9-565E-4849-BF66-EEC4D5BAEA7B}" dt="2025-03-12T07:34:08.486" v="1" actId="47"/>
        <pc:sldMkLst>
          <pc:docMk/>
          <pc:sldMk cId="289533421" sldId="827"/>
        </pc:sldMkLst>
      </pc:sldChg>
      <pc:sldChg chg="del">
        <pc:chgData name="Jaime De León R." userId="6107559c-c399-4371-a23a-d124d3599f82" providerId="ADAL" clId="{C2ABECB9-565E-4849-BF66-EEC4D5BAEA7B}" dt="2025-03-12T07:34:08.486" v="1" actId="47"/>
        <pc:sldMkLst>
          <pc:docMk/>
          <pc:sldMk cId="4198439349" sldId="828"/>
        </pc:sldMkLst>
      </pc:sldChg>
      <pc:sldChg chg="add">
        <pc:chgData name="Jaime De León R." userId="6107559c-c399-4371-a23a-d124d3599f82" providerId="ADAL" clId="{C2ABECB9-565E-4849-BF66-EEC4D5BAEA7B}" dt="2025-03-12T07:38:38.791" v="24"/>
        <pc:sldMkLst>
          <pc:docMk/>
          <pc:sldMk cId="2800070056" sldId="832"/>
        </pc:sldMkLst>
      </pc:sldChg>
      <pc:sldChg chg="add">
        <pc:chgData name="Jaime De León R." userId="6107559c-c399-4371-a23a-d124d3599f82" providerId="ADAL" clId="{C2ABECB9-565E-4849-BF66-EEC4D5BAEA7B}" dt="2025-03-12T07:38:38.791" v="24"/>
        <pc:sldMkLst>
          <pc:docMk/>
          <pc:sldMk cId="2456652537" sldId="833"/>
        </pc:sldMkLst>
      </pc:sldChg>
      <pc:sldChg chg="add">
        <pc:chgData name="Jaime De León R." userId="6107559c-c399-4371-a23a-d124d3599f82" providerId="ADAL" clId="{C2ABECB9-565E-4849-BF66-EEC4D5BAEA7B}" dt="2025-03-12T07:38:38.791" v="24"/>
        <pc:sldMkLst>
          <pc:docMk/>
          <pc:sldMk cId="2536136532" sldId="834"/>
        </pc:sldMkLst>
      </pc:sldChg>
      <pc:sldChg chg="add">
        <pc:chgData name="Jaime De León R." userId="6107559c-c399-4371-a23a-d124d3599f82" providerId="ADAL" clId="{C2ABECB9-565E-4849-BF66-EEC4D5BAEA7B}" dt="2025-03-12T07:38:38.791" v="24"/>
        <pc:sldMkLst>
          <pc:docMk/>
          <pc:sldMk cId="4231202297" sldId="835"/>
        </pc:sldMkLst>
      </pc:sldChg>
      <pc:sldChg chg="del">
        <pc:chgData name="Jaime De León R." userId="6107559c-c399-4371-a23a-d124d3599f82" providerId="ADAL" clId="{C2ABECB9-565E-4849-BF66-EEC4D5BAEA7B}" dt="2025-03-12T07:34:08.486" v="1" actId="47"/>
        <pc:sldMkLst>
          <pc:docMk/>
          <pc:sldMk cId="3253811788" sldId="836"/>
        </pc:sldMkLst>
      </pc:sldChg>
      <pc:sldChg chg="del">
        <pc:chgData name="Jaime De León R." userId="6107559c-c399-4371-a23a-d124d3599f82" providerId="ADAL" clId="{C2ABECB9-565E-4849-BF66-EEC4D5BAEA7B}" dt="2025-03-12T07:35:45.854" v="21" actId="47"/>
        <pc:sldMkLst>
          <pc:docMk/>
          <pc:sldMk cId="2303947411" sldId="842"/>
        </pc:sldMkLst>
      </pc:sldChg>
      <pc:sldChg chg="add">
        <pc:chgData name="Jaime De León R." userId="6107559c-c399-4371-a23a-d124d3599f82" providerId="ADAL" clId="{C2ABECB9-565E-4849-BF66-EEC4D5BAEA7B}" dt="2025-03-12T07:38:38.791" v="24"/>
        <pc:sldMkLst>
          <pc:docMk/>
          <pc:sldMk cId="49960499" sldId="844"/>
        </pc:sldMkLst>
      </pc:sldChg>
      <pc:sldChg chg="add">
        <pc:chgData name="Jaime De León R." userId="6107559c-c399-4371-a23a-d124d3599f82" providerId="ADAL" clId="{C2ABECB9-565E-4849-BF66-EEC4D5BAEA7B}" dt="2025-03-12T07:38:38.791" v="24"/>
        <pc:sldMkLst>
          <pc:docMk/>
          <pc:sldMk cId="3797511031" sldId="846"/>
        </pc:sldMkLst>
      </pc:sldChg>
      <pc:sldChg chg="add">
        <pc:chgData name="Jaime De León R." userId="6107559c-c399-4371-a23a-d124d3599f82" providerId="ADAL" clId="{C2ABECB9-565E-4849-BF66-EEC4D5BAEA7B}" dt="2025-03-12T07:38:38.791" v="24"/>
        <pc:sldMkLst>
          <pc:docMk/>
          <pc:sldMk cId="2948181303" sldId="847"/>
        </pc:sldMkLst>
      </pc:sldChg>
      <pc:sldChg chg="del">
        <pc:chgData name="Jaime De León R." userId="6107559c-c399-4371-a23a-d124d3599f82" providerId="ADAL" clId="{C2ABECB9-565E-4849-BF66-EEC4D5BAEA7B}" dt="2025-03-12T07:34:08.486" v="1" actId="47"/>
        <pc:sldMkLst>
          <pc:docMk/>
          <pc:sldMk cId="1667041698" sldId="848"/>
        </pc:sldMkLst>
      </pc:sldChg>
      <pc:sldChg chg="del">
        <pc:chgData name="Jaime De León R." userId="6107559c-c399-4371-a23a-d124d3599f82" providerId="ADAL" clId="{C2ABECB9-565E-4849-BF66-EEC4D5BAEA7B}" dt="2025-03-12T07:34:08.486" v="1" actId="47"/>
        <pc:sldMkLst>
          <pc:docMk/>
          <pc:sldMk cId="888963773" sldId="849"/>
        </pc:sldMkLst>
      </pc:sldChg>
      <pc:sldChg chg="del">
        <pc:chgData name="Jaime De León R." userId="6107559c-c399-4371-a23a-d124d3599f82" providerId="ADAL" clId="{C2ABECB9-565E-4849-BF66-EEC4D5BAEA7B}" dt="2025-03-12T07:35:45.854" v="21" actId="47"/>
        <pc:sldMkLst>
          <pc:docMk/>
          <pc:sldMk cId="1424947504" sldId="852"/>
        </pc:sldMkLst>
      </pc:sldChg>
      <pc:sldChg chg="del">
        <pc:chgData name="Jaime De León R." userId="6107559c-c399-4371-a23a-d124d3599f82" providerId="ADAL" clId="{C2ABECB9-565E-4849-BF66-EEC4D5BAEA7B}" dt="2025-03-12T07:35:45.854" v="21" actId="47"/>
        <pc:sldMkLst>
          <pc:docMk/>
          <pc:sldMk cId="2756026630" sldId="853"/>
        </pc:sldMkLst>
      </pc:sldChg>
      <pc:sldChg chg="del">
        <pc:chgData name="Jaime De León R." userId="6107559c-c399-4371-a23a-d124d3599f82" providerId="ADAL" clId="{C2ABECB9-565E-4849-BF66-EEC4D5BAEA7B}" dt="2025-03-12T07:35:45.854" v="21" actId="47"/>
        <pc:sldMkLst>
          <pc:docMk/>
          <pc:sldMk cId="2946809093" sldId="854"/>
        </pc:sldMkLst>
      </pc:sldChg>
      <pc:sldChg chg="del">
        <pc:chgData name="Jaime De León R." userId="6107559c-c399-4371-a23a-d124d3599f82" providerId="ADAL" clId="{C2ABECB9-565E-4849-BF66-EEC4D5BAEA7B}" dt="2025-03-12T07:35:45.854" v="21" actId="47"/>
        <pc:sldMkLst>
          <pc:docMk/>
          <pc:sldMk cId="1191662605" sldId="856"/>
        </pc:sldMkLst>
      </pc:sldChg>
      <pc:sldChg chg="del">
        <pc:chgData name="Jaime De León R." userId="6107559c-c399-4371-a23a-d124d3599f82" providerId="ADAL" clId="{C2ABECB9-565E-4849-BF66-EEC4D5BAEA7B}" dt="2025-03-12T07:35:45.854" v="21" actId="47"/>
        <pc:sldMkLst>
          <pc:docMk/>
          <pc:sldMk cId="4045702994" sldId="857"/>
        </pc:sldMkLst>
      </pc:sldChg>
      <pc:sldChg chg="del">
        <pc:chgData name="Jaime De León R." userId="6107559c-c399-4371-a23a-d124d3599f82" providerId="ADAL" clId="{C2ABECB9-565E-4849-BF66-EEC4D5BAEA7B}" dt="2025-03-12T07:35:45.854" v="21" actId="47"/>
        <pc:sldMkLst>
          <pc:docMk/>
          <pc:sldMk cId="1562331271" sldId="858"/>
        </pc:sldMkLst>
      </pc:sldChg>
      <pc:sldChg chg="del">
        <pc:chgData name="Jaime De León R." userId="6107559c-c399-4371-a23a-d124d3599f82" providerId="ADAL" clId="{C2ABECB9-565E-4849-BF66-EEC4D5BAEA7B}" dt="2025-03-12T07:35:45.854" v="21" actId="47"/>
        <pc:sldMkLst>
          <pc:docMk/>
          <pc:sldMk cId="21908099" sldId="859"/>
        </pc:sldMkLst>
      </pc:sldChg>
      <pc:sldChg chg="del">
        <pc:chgData name="Jaime De León R." userId="6107559c-c399-4371-a23a-d124d3599f82" providerId="ADAL" clId="{C2ABECB9-565E-4849-BF66-EEC4D5BAEA7B}" dt="2025-03-12T07:35:45.854" v="21" actId="47"/>
        <pc:sldMkLst>
          <pc:docMk/>
          <pc:sldMk cId="313316238" sldId="860"/>
        </pc:sldMkLst>
      </pc:sldChg>
      <pc:sldChg chg="del">
        <pc:chgData name="Jaime De León R." userId="6107559c-c399-4371-a23a-d124d3599f82" providerId="ADAL" clId="{C2ABECB9-565E-4849-BF66-EEC4D5BAEA7B}" dt="2025-03-12T07:35:45.854" v="21" actId="47"/>
        <pc:sldMkLst>
          <pc:docMk/>
          <pc:sldMk cId="3065751802" sldId="861"/>
        </pc:sldMkLst>
      </pc:sldChg>
      <pc:sldChg chg="del">
        <pc:chgData name="Jaime De León R." userId="6107559c-c399-4371-a23a-d124d3599f82" providerId="ADAL" clId="{C2ABECB9-565E-4849-BF66-EEC4D5BAEA7B}" dt="2025-03-12T07:35:45.854" v="21" actId="47"/>
        <pc:sldMkLst>
          <pc:docMk/>
          <pc:sldMk cId="3270796015" sldId="862"/>
        </pc:sldMkLst>
      </pc:sldChg>
      <pc:sldChg chg="del">
        <pc:chgData name="Jaime De León R." userId="6107559c-c399-4371-a23a-d124d3599f82" providerId="ADAL" clId="{C2ABECB9-565E-4849-BF66-EEC4D5BAEA7B}" dt="2025-03-12T07:35:45.854" v="21" actId="47"/>
        <pc:sldMkLst>
          <pc:docMk/>
          <pc:sldMk cId="2780132303" sldId="863"/>
        </pc:sldMkLst>
      </pc:sldChg>
      <pc:sldChg chg="del">
        <pc:chgData name="Jaime De León R." userId="6107559c-c399-4371-a23a-d124d3599f82" providerId="ADAL" clId="{C2ABECB9-565E-4849-BF66-EEC4D5BAEA7B}" dt="2025-03-12T07:35:45.854" v="21" actId="47"/>
        <pc:sldMkLst>
          <pc:docMk/>
          <pc:sldMk cId="2098258464" sldId="864"/>
        </pc:sldMkLst>
      </pc:sldChg>
      <pc:sldChg chg="del">
        <pc:chgData name="Jaime De León R." userId="6107559c-c399-4371-a23a-d124d3599f82" providerId="ADAL" clId="{C2ABECB9-565E-4849-BF66-EEC4D5BAEA7B}" dt="2025-03-12T07:35:45.854" v="21" actId="47"/>
        <pc:sldMkLst>
          <pc:docMk/>
          <pc:sldMk cId="600762728" sldId="865"/>
        </pc:sldMkLst>
      </pc:sldChg>
      <pc:sldChg chg="del">
        <pc:chgData name="Jaime De León R." userId="6107559c-c399-4371-a23a-d124d3599f82" providerId="ADAL" clId="{C2ABECB9-565E-4849-BF66-EEC4D5BAEA7B}" dt="2025-03-12T07:35:45.854" v="21" actId="47"/>
        <pc:sldMkLst>
          <pc:docMk/>
          <pc:sldMk cId="2770275454" sldId="866"/>
        </pc:sldMkLst>
      </pc:sldChg>
      <pc:sldChg chg="del">
        <pc:chgData name="Jaime De León R." userId="6107559c-c399-4371-a23a-d124d3599f82" providerId="ADAL" clId="{C2ABECB9-565E-4849-BF66-EEC4D5BAEA7B}" dt="2025-03-12T07:35:45.854" v="21" actId="47"/>
        <pc:sldMkLst>
          <pc:docMk/>
          <pc:sldMk cId="429250640" sldId="867"/>
        </pc:sldMkLst>
      </pc:sldChg>
      <pc:sldChg chg="del">
        <pc:chgData name="Jaime De León R." userId="6107559c-c399-4371-a23a-d124d3599f82" providerId="ADAL" clId="{C2ABECB9-565E-4849-BF66-EEC4D5BAEA7B}" dt="2025-03-12T07:35:45.854" v="21" actId="47"/>
        <pc:sldMkLst>
          <pc:docMk/>
          <pc:sldMk cId="999666196" sldId="869"/>
        </pc:sldMkLst>
      </pc:sldChg>
      <pc:sldChg chg="del">
        <pc:chgData name="Jaime De León R." userId="6107559c-c399-4371-a23a-d124d3599f82" providerId="ADAL" clId="{C2ABECB9-565E-4849-BF66-EEC4D5BAEA7B}" dt="2025-03-12T07:35:45.854" v="21" actId="47"/>
        <pc:sldMkLst>
          <pc:docMk/>
          <pc:sldMk cId="4111893151" sldId="870"/>
        </pc:sldMkLst>
      </pc:sldChg>
      <pc:sldChg chg="del">
        <pc:chgData name="Jaime De León R." userId="6107559c-c399-4371-a23a-d124d3599f82" providerId="ADAL" clId="{C2ABECB9-565E-4849-BF66-EEC4D5BAEA7B}" dt="2025-03-12T07:35:45.854" v="21" actId="47"/>
        <pc:sldMkLst>
          <pc:docMk/>
          <pc:sldMk cId="2180580418" sldId="871"/>
        </pc:sldMkLst>
      </pc:sldChg>
      <pc:sldChg chg="del">
        <pc:chgData name="Jaime De León R." userId="6107559c-c399-4371-a23a-d124d3599f82" providerId="ADAL" clId="{C2ABECB9-565E-4849-BF66-EEC4D5BAEA7B}" dt="2025-03-12T07:35:58.639" v="22" actId="47"/>
        <pc:sldMkLst>
          <pc:docMk/>
          <pc:sldMk cId="1566434747" sldId="872"/>
        </pc:sldMkLst>
      </pc:sldChg>
      <pc:sldChg chg="del">
        <pc:chgData name="Jaime De León R." userId="6107559c-c399-4371-a23a-d124d3599f82" providerId="ADAL" clId="{C2ABECB9-565E-4849-BF66-EEC4D5BAEA7B}" dt="2025-03-12T07:35:58.639" v="22" actId="47"/>
        <pc:sldMkLst>
          <pc:docMk/>
          <pc:sldMk cId="3381418898" sldId="873"/>
        </pc:sldMkLst>
      </pc:sldChg>
      <pc:sldChg chg="del">
        <pc:chgData name="Jaime De León R." userId="6107559c-c399-4371-a23a-d124d3599f82" providerId="ADAL" clId="{C2ABECB9-565E-4849-BF66-EEC4D5BAEA7B}" dt="2025-03-12T07:35:58.639" v="22" actId="47"/>
        <pc:sldMkLst>
          <pc:docMk/>
          <pc:sldMk cId="534348967" sldId="874"/>
        </pc:sldMkLst>
      </pc:sldChg>
      <pc:sldChg chg="del">
        <pc:chgData name="Jaime De León R." userId="6107559c-c399-4371-a23a-d124d3599f82" providerId="ADAL" clId="{C2ABECB9-565E-4849-BF66-EEC4D5BAEA7B}" dt="2025-03-12T07:35:58.639" v="22" actId="47"/>
        <pc:sldMkLst>
          <pc:docMk/>
          <pc:sldMk cId="2804361030" sldId="878"/>
        </pc:sldMkLst>
      </pc:sldChg>
      <pc:sldChg chg="del">
        <pc:chgData name="Jaime De León R." userId="6107559c-c399-4371-a23a-d124d3599f82" providerId="ADAL" clId="{C2ABECB9-565E-4849-BF66-EEC4D5BAEA7B}" dt="2025-03-12T07:35:58.639" v="22" actId="47"/>
        <pc:sldMkLst>
          <pc:docMk/>
          <pc:sldMk cId="2621562576" sldId="879"/>
        </pc:sldMkLst>
      </pc:sldChg>
      <pc:sldChg chg="del">
        <pc:chgData name="Jaime De León R." userId="6107559c-c399-4371-a23a-d124d3599f82" providerId="ADAL" clId="{C2ABECB9-565E-4849-BF66-EEC4D5BAEA7B}" dt="2025-03-12T07:35:58.639" v="22" actId="47"/>
        <pc:sldMkLst>
          <pc:docMk/>
          <pc:sldMk cId="3242948947" sldId="880"/>
        </pc:sldMkLst>
      </pc:sldChg>
      <pc:sldChg chg="del">
        <pc:chgData name="Jaime De León R." userId="6107559c-c399-4371-a23a-d124d3599f82" providerId="ADAL" clId="{C2ABECB9-565E-4849-BF66-EEC4D5BAEA7B}" dt="2025-03-12T07:35:58.639" v="22" actId="47"/>
        <pc:sldMkLst>
          <pc:docMk/>
          <pc:sldMk cId="3406399862" sldId="881"/>
        </pc:sldMkLst>
      </pc:sldChg>
      <pc:sldChg chg="del">
        <pc:chgData name="Jaime De León R." userId="6107559c-c399-4371-a23a-d124d3599f82" providerId="ADAL" clId="{C2ABECB9-565E-4849-BF66-EEC4D5BAEA7B}" dt="2025-03-12T07:35:58.639" v="22" actId="47"/>
        <pc:sldMkLst>
          <pc:docMk/>
          <pc:sldMk cId="3242247307" sldId="882"/>
        </pc:sldMkLst>
      </pc:sldChg>
      <pc:sldChg chg="del">
        <pc:chgData name="Jaime De León R." userId="6107559c-c399-4371-a23a-d124d3599f82" providerId="ADAL" clId="{C2ABECB9-565E-4849-BF66-EEC4D5BAEA7B}" dt="2025-03-12T07:35:58.639" v="22" actId="47"/>
        <pc:sldMkLst>
          <pc:docMk/>
          <pc:sldMk cId="1023667642" sldId="883"/>
        </pc:sldMkLst>
      </pc:sldChg>
      <pc:sldChg chg="del">
        <pc:chgData name="Jaime De León R." userId="6107559c-c399-4371-a23a-d124d3599f82" providerId="ADAL" clId="{C2ABECB9-565E-4849-BF66-EEC4D5BAEA7B}" dt="2025-03-12T07:35:58.639" v="22" actId="47"/>
        <pc:sldMkLst>
          <pc:docMk/>
          <pc:sldMk cId="1585766251" sldId="884"/>
        </pc:sldMkLst>
      </pc:sldChg>
      <pc:sldChg chg="del">
        <pc:chgData name="Jaime De León R." userId="6107559c-c399-4371-a23a-d124d3599f82" providerId="ADAL" clId="{C2ABECB9-565E-4849-BF66-EEC4D5BAEA7B}" dt="2025-03-12T07:35:45.854" v="21" actId="47"/>
        <pc:sldMkLst>
          <pc:docMk/>
          <pc:sldMk cId="3087940803" sldId="887"/>
        </pc:sldMkLst>
      </pc:sldChg>
      <pc:sldChg chg="del">
        <pc:chgData name="Jaime De León R." userId="6107559c-c399-4371-a23a-d124d3599f82" providerId="ADAL" clId="{C2ABECB9-565E-4849-BF66-EEC4D5BAEA7B}" dt="2025-03-12T07:34:08.486" v="1" actId="47"/>
        <pc:sldMkLst>
          <pc:docMk/>
          <pc:sldMk cId="871064877" sldId="889"/>
        </pc:sldMkLst>
      </pc:sldChg>
      <pc:sldChg chg="del">
        <pc:chgData name="Jaime De León R." userId="6107559c-c399-4371-a23a-d124d3599f82" providerId="ADAL" clId="{C2ABECB9-565E-4849-BF66-EEC4D5BAEA7B}" dt="2025-03-12T07:34:08.486" v="1" actId="47"/>
        <pc:sldMkLst>
          <pc:docMk/>
          <pc:sldMk cId="4024030594" sldId="890"/>
        </pc:sldMkLst>
      </pc:sldChg>
      <pc:sldChg chg="del">
        <pc:chgData name="Jaime De León R." userId="6107559c-c399-4371-a23a-d124d3599f82" providerId="ADAL" clId="{C2ABECB9-565E-4849-BF66-EEC4D5BAEA7B}" dt="2025-03-12T07:34:08.486" v="1" actId="47"/>
        <pc:sldMkLst>
          <pc:docMk/>
          <pc:sldMk cId="465591615" sldId="891"/>
        </pc:sldMkLst>
      </pc:sldChg>
      <pc:sldChg chg="del">
        <pc:chgData name="Jaime De León R." userId="6107559c-c399-4371-a23a-d124d3599f82" providerId="ADAL" clId="{C2ABECB9-565E-4849-BF66-EEC4D5BAEA7B}" dt="2025-03-12T07:34:08.486" v="1" actId="47"/>
        <pc:sldMkLst>
          <pc:docMk/>
          <pc:sldMk cId="1790269909" sldId="892"/>
        </pc:sldMkLst>
      </pc:sldChg>
      <pc:sldChg chg="del">
        <pc:chgData name="Jaime De León R." userId="6107559c-c399-4371-a23a-d124d3599f82" providerId="ADAL" clId="{C2ABECB9-565E-4849-BF66-EEC4D5BAEA7B}" dt="2025-03-12T07:35:06.409" v="13" actId="47"/>
        <pc:sldMkLst>
          <pc:docMk/>
          <pc:sldMk cId="3856922535" sldId="897"/>
        </pc:sldMkLst>
      </pc:sldChg>
      <pc:sldChg chg="del">
        <pc:chgData name="Jaime De León R." userId="6107559c-c399-4371-a23a-d124d3599f82" providerId="ADAL" clId="{C2ABECB9-565E-4849-BF66-EEC4D5BAEA7B}" dt="2025-03-12T07:35:07.331" v="14" actId="47"/>
        <pc:sldMkLst>
          <pc:docMk/>
          <pc:sldMk cId="2406619845" sldId="898"/>
        </pc:sldMkLst>
      </pc:sldChg>
      <pc:sldChg chg="del">
        <pc:chgData name="Jaime De León R." userId="6107559c-c399-4371-a23a-d124d3599f82" providerId="ADAL" clId="{C2ABECB9-565E-4849-BF66-EEC4D5BAEA7B}" dt="2025-03-12T07:35:07.852" v="15" actId="47"/>
        <pc:sldMkLst>
          <pc:docMk/>
          <pc:sldMk cId="522499914" sldId="908"/>
        </pc:sldMkLst>
      </pc:sldChg>
      <pc:sldChg chg="del">
        <pc:chgData name="Jaime De León R." userId="6107559c-c399-4371-a23a-d124d3599f82" providerId="ADAL" clId="{C2ABECB9-565E-4849-BF66-EEC4D5BAEA7B}" dt="2025-03-12T07:34:08.486" v="1" actId="47"/>
        <pc:sldMkLst>
          <pc:docMk/>
          <pc:sldMk cId="771181928" sldId="1012"/>
        </pc:sldMkLst>
      </pc:sldChg>
      <pc:sldChg chg="del">
        <pc:chgData name="Jaime De León R." userId="6107559c-c399-4371-a23a-d124d3599f82" providerId="ADAL" clId="{C2ABECB9-565E-4849-BF66-EEC4D5BAEA7B}" dt="2025-03-12T07:34:08.486" v="1" actId="47"/>
        <pc:sldMkLst>
          <pc:docMk/>
          <pc:sldMk cId="1844813317" sldId="1013"/>
        </pc:sldMkLst>
      </pc:sldChg>
      <pc:sldChg chg="del">
        <pc:chgData name="Jaime De León R." userId="6107559c-c399-4371-a23a-d124d3599f82" providerId="ADAL" clId="{C2ABECB9-565E-4849-BF66-EEC4D5BAEA7B}" dt="2025-03-12T07:36:54.475" v="23" actId="47"/>
        <pc:sldMkLst>
          <pc:docMk/>
          <pc:sldMk cId="2846474640" sldId="1014"/>
        </pc:sldMkLst>
      </pc:sldChg>
      <pc:sldChg chg="del">
        <pc:chgData name="Jaime De León R." userId="6107559c-c399-4371-a23a-d124d3599f82" providerId="ADAL" clId="{C2ABECB9-565E-4849-BF66-EEC4D5BAEA7B}" dt="2025-03-12T07:36:54.475" v="23" actId="47"/>
        <pc:sldMkLst>
          <pc:docMk/>
          <pc:sldMk cId="2987918989" sldId="1022"/>
        </pc:sldMkLst>
      </pc:sldChg>
      <pc:sldChg chg="del">
        <pc:chgData name="Jaime De León R." userId="6107559c-c399-4371-a23a-d124d3599f82" providerId="ADAL" clId="{C2ABECB9-565E-4849-BF66-EEC4D5BAEA7B}" dt="2025-03-12T07:36:54.475" v="23" actId="47"/>
        <pc:sldMkLst>
          <pc:docMk/>
          <pc:sldMk cId="2647351409" sldId="1023"/>
        </pc:sldMkLst>
      </pc:sldChg>
      <pc:sldChg chg="del">
        <pc:chgData name="Jaime De León R." userId="6107559c-c399-4371-a23a-d124d3599f82" providerId="ADAL" clId="{C2ABECB9-565E-4849-BF66-EEC4D5BAEA7B}" dt="2025-03-12T07:36:54.475" v="23" actId="47"/>
        <pc:sldMkLst>
          <pc:docMk/>
          <pc:sldMk cId="1803935185" sldId="1024"/>
        </pc:sldMkLst>
      </pc:sldChg>
      <pc:sldChg chg="del">
        <pc:chgData name="Jaime De León R." userId="6107559c-c399-4371-a23a-d124d3599f82" providerId="ADAL" clId="{C2ABECB9-565E-4849-BF66-EEC4D5BAEA7B}" dt="2025-03-12T07:36:54.475" v="23" actId="47"/>
        <pc:sldMkLst>
          <pc:docMk/>
          <pc:sldMk cId="1624870237" sldId="1025"/>
        </pc:sldMkLst>
      </pc:sldChg>
      <pc:sldChg chg="del">
        <pc:chgData name="Jaime De León R." userId="6107559c-c399-4371-a23a-d124d3599f82" providerId="ADAL" clId="{C2ABECB9-565E-4849-BF66-EEC4D5BAEA7B}" dt="2025-03-12T07:35:45.854" v="21" actId="47"/>
        <pc:sldMkLst>
          <pc:docMk/>
          <pc:sldMk cId="2221305419" sldId="1029"/>
        </pc:sldMkLst>
      </pc:sldChg>
      <pc:sldChg chg="del">
        <pc:chgData name="Jaime De León R." userId="6107559c-c399-4371-a23a-d124d3599f82" providerId="ADAL" clId="{C2ABECB9-565E-4849-BF66-EEC4D5BAEA7B}" dt="2025-03-12T07:36:54.475" v="23" actId="47"/>
        <pc:sldMkLst>
          <pc:docMk/>
          <pc:sldMk cId="2709861828" sldId="1031"/>
        </pc:sldMkLst>
      </pc:sldChg>
      <pc:sldChg chg="del">
        <pc:chgData name="Jaime De León R." userId="6107559c-c399-4371-a23a-d124d3599f82" providerId="ADAL" clId="{C2ABECB9-565E-4849-BF66-EEC4D5BAEA7B}" dt="2025-03-12T07:35:45.854" v="21" actId="47"/>
        <pc:sldMkLst>
          <pc:docMk/>
          <pc:sldMk cId="4136633321" sldId="1032"/>
        </pc:sldMkLst>
      </pc:sldChg>
      <pc:sldChg chg="del">
        <pc:chgData name="Jaime De León R." userId="6107559c-c399-4371-a23a-d124d3599f82" providerId="ADAL" clId="{C2ABECB9-565E-4849-BF66-EEC4D5BAEA7B}" dt="2025-03-12T07:34:08.486" v="1" actId="47"/>
        <pc:sldMkLst>
          <pc:docMk/>
          <pc:sldMk cId="1279114899" sldId="1033"/>
        </pc:sldMkLst>
      </pc:sldChg>
      <pc:sldChg chg="add">
        <pc:chgData name="Jaime De León R." userId="6107559c-c399-4371-a23a-d124d3599f82" providerId="ADAL" clId="{C2ABECB9-565E-4849-BF66-EEC4D5BAEA7B}" dt="2025-03-12T07:38:38.791" v="24"/>
        <pc:sldMkLst>
          <pc:docMk/>
          <pc:sldMk cId="1829367851" sldId="1045"/>
        </pc:sldMkLst>
      </pc:sldChg>
      <pc:sldChg chg="add">
        <pc:chgData name="Jaime De León R." userId="6107559c-c399-4371-a23a-d124d3599f82" providerId="ADAL" clId="{C2ABECB9-565E-4849-BF66-EEC4D5BAEA7B}" dt="2025-03-12T07:38:38.791" v="24"/>
        <pc:sldMkLst>
          <pc:docMk/>
          <pc:sldMk cId="3985089895" sldId="1046"/>
        </pc:sldMkLst>
      </pc:sldChg>
      <pc:sldChg chg="add">
        <pc:chgData name="Jaime De León R." userId="6107559c-c399-4371-a23a-d124d3599f82" providerId="ADAL" clId="{C2ABECB9-565E-4849-BF66-EEC4D5BAEA7B}" dt="2025-03-12T07:38:38.791" v="24"/>
        <pc:sldMkLst>
          <pc:docMk/>
          <pc:sldMk cId="2947988180" sldId="1047"/>
        </pc:sldMkLst>
      </pc:sldChg>
      <pc:sldChg chg="del">
        <pc:chgData name="Jaime De León R." userId="6107559c-c399-4371-a23a-d124d3599f82" providerId="ADAL" clId="{C2ABECB9-565E-4849-BF66-EEC4D5BAEA7B}" dt="2025-03-12T07:34:08.486" v="1" actId="47"/>
        <pc:sldMkLst>
          <pc:docMk/>
          <pc:sldMk cId="3312508792" sldId="1053"/>
        </pc:sldMkLst>
      </pc:sldChg>
      <pc:sldChg chg="del">
        <pc:chgData name="Jaime De León R." userId="6107559c-c399-4371-a23a-d124d3599f82" providerId="ADAL" clId="{C2ABECB9-565E-4849-BF66-EEC4D5BAEA7B}" dt="2025-03-12T07:34:08.486" v="1" actId="47"/>
        <pc:sldMkLst>
          <pc:docMk/>
          <pc:sldMk cId="2780116971" sldId="1054"/>
        </pc:sldMkLst>
      </pc:sldChg>
      <pc:sldChg chg="del">
        <pc:chgData name="Jaime De León R." userId="6107559c-c399-4371-a23a-d124d3599f82" providerId="ADAL" clId="{C2ABECB9-565E-4849-BF66-EEC4D5BAEA7B}" dt="2025-03-12T07:35:45.854" v="21" actId="47"/>
        <pc:sldMkLst>
          <pc:docMk/>
          <pc:sldMk cId="1168541120" sldId="1056"/>
        </pc:sldMkLst>
      </pc:sldChg>
      <pc:sldChg chg="del">
        <pc:chgData name="Jaime De León R." userId="6107559c-c399-4371-a23a-d124d3599f82" providerId="ADAL" clId="{C2ABECB9-565E-4849-BF66-EEC4D5BAEA7B}" dt="2025-03-12T07:35:45.854" v="21" actId="47"/>
        <pc:sldMkLst>
          <pc:docMk/>
          <pc:sldMk cId="1856274611" sldId="1059"/>
        </pc:sldMkLst>
      </pc:sldChg>
      <pc:sldChg chg="del">
        <pc:chgData name="Jaime De León R." userId="6107559c-c399-4371-a23a-d124d3599f82" providerId="ADAL" clId="{C2ABECB9-565E-4849-BF66-EEC4D5BAEA7B}" dt="2025-03-12T07:35:45.854" v="21" actId="47"/>
        <pc:sldMkLst>
          <pc:docMk/>
          <pc:sldMk cId="2091344353" sldId="1060"/>
        </pc:sldMkLst>
      </pc:sldChg>
      <pc:sldChg chg="del">
        <pc:chgData name="Jaime De León R." userId="6107559c-c399-4371-a23a-d124d3599f82" providerId="ADAL" clId="{C2ABECB9-565E-4849-BF66-EEC4D5BAEA7B}" dt="2025-03-12T07:35:45.854" v="21" actId="47"/>
        <pc:sldMkLst>
          <pc:docMk/>
          <pc:sldMk cId="1851168358" sldId="1061"/>
        </pc:sldMkLst>
      </pc:sldChg>
      <pc:sldChg chg="del">
        <pc:chgData name="Jaime De León R." userId="6107559c-c399-4371-a23a-d124d3599f82" providerId="ADAL" clId="{C2ABECB9-565E-4849-BF66-EEC4D5BAEA7B}" dt="2025-03-12T07:34:08.486" v="1" actId="47"/>
        <pc:sldMkLst>
          <pc:docMk/>
          <pc:sldMk cId="519421820" sldId="1079"/>
        </pc:sldMkLst>
      </pc:sldChg>
      <pc:sldChg chg="del">
        <pc:chgData name="Jaime De León R." userId="6107559c-c399-4371-a23a-d124d3599f82" providerId="ADAL" clId="{C2ABECB9-565E-4849-BF66-EEC4D5BAEA7B}" dt="2025-03-12T07:35:10.012" v="16" actId="47"/>
        <pc:sldMkLst>
          <pc:docMk/>
          <pc:sldMk cId="1625738218" sldId="1081"/>
        </pc:sldMkLst>
      </pc:sldChg>
      <pc:sldChg chg="del">
        <pc:chgData name="Jaime De León R." userId="6107559c-c399-4371-a23a-d124d3599f82" providerId="ADAL" clId="{C2ABECB9-565E-4849-BF66-EEC4D5BAEA7B}" dt="2025-03-12T07:35:45.854" v="21" actId="47"/>
        <pc:sldMkLst>
          <pc:docMk/>
          <pc:sldMk cId="2193202996" sldId="1082"/>
        </pc:sldMkLst>
      </pc:sldChg>
      <pc:sldChg chg="del">
        <pc:chgData name="Jaime De León R." userId="6107559c-c399-4371-a23a-d124d3599f82" providerId="ADAL" clId="{C2ABECB9-565E-4849-BF66-EEC4D5BAEA7B}" dt="2025-03-12T07:36:54.475" v="23" actId="47"/>
        <pc:sldMkLst>
          <pc:docMk/>
          <pc:sldMk cId="1297052082" sldId="1085"/>
        </pc:sldMkLst>
      </pc:sldChg>
      <pc:sldChg chg="del">
        <pc:chgData name="Jaime De León R." userId="6107559c-c399-4371-a23a-d124d3599f82" providerId="ADAL" clId="{C2ABECB9-565E-4849-BF66-EEC4D5BAEA7B}" dt="2025-03-12T07:36:54.475" v="23" actId="47"/>
        <pc:sldMkLst>
          <pc:docMk/>
          <pc:sldMk cId="2760366077" sldId="1086"/>
        </pc:sldMkLst>
      </pc:sldChg>
      <pc:sldChg chg="del">
        <pc:chgData name="Jaime De León R." userId="6107559c-c399-4371-a23a-d124d3599f82" providerId="ADAL" clId="{C2ABECB9-565E-4849-BF66-EEC4D5BAEA7B}" dt="2025-03-12T07:35:45.854" v="21" actId="47"/>
        <pc:sldMkLst>
          <pc:docMk/>
          <pc:sldMk cId="3556707947" sldId="1117"/>
        </pc:sldMkLst>
      </pc:sldChg>
      <pc:sldChg chg="del">
        <pc:chgData name="Jaime De León R." userId="6107559c-c399-4371-a23a-d124d3599f82" providerId="ADAL" clId="{C2ABECB9-565E-4849-BF66-EEC4D5BAEA7B}" dt="2025-03-12T07:36:54.475" v="23" actId="47"/>
        <pc:sldMkLst>
          <pc:docMk/>
          <pc:sldMk cId="1559932029" sldId="1125"/>
        </pc:sldMkLst>
      </pc:sldChg>
      <pc:sldChg chg="del">
        <pc:chgData name="Jaime De León R." userId="6107559c-c399-4371-a23a-d124d3599f82" providerId="ADAL" clId="{C2ABECB9-565E-4849-BF66-EEC4D5BAEA7B}" dt="2025-03-12T07:36:54.475" v="23" actId="47"/>
        <pc:sldMkLst>
          <pc:docMk/>
          <pc:sldMk cId="1798642139" sldId="1126"/>
        </pc:sldMkLst>
      </pc:sldChg>
      <pc:sldChg chg="del">
        <pc:chgData name="Jaime De León R." userId="6107559c-c399-4371-a23a-d124d3599f82" providerId="ADAL" clId="{C2ABECB9-565E-4849-BF66-EEC4D5BAEA7B}" dt="2025-03-12T07:36:54.475" v="23" actId="47"/>
        <pc:sldMkLst>
          <pc:docMk/>
          <pc:sldMk cId="151215994" sldId="1127"/>
        </pc:sldMkLst>
      </pc:sldChg>
      <pc:sldChg chg="del">
        <pc:chgData name="Jaime De León R." userId="6107559c-c399-4371-a23a-d124d3599f82" providerId="ADAL" clId="{C2ABECB9-565E-4849-BF66-EEC4D5BAEA7B}" dt="2025-03-12T07:36:54.475" v="23" actId="47"/>
        <pc:sldMkLst>
          <pc:docMk/>
          <pc:sldMk cId="2568955400" sldId="1128"/>
        </pc:sldMkLst>
      </pc:sldChg>
      <pc:sldChg chg="del">
        <pc:chgData name="Jaime De León R." userId="6107559c-c399-4371-a23a-d124d3599f82" providerId="ADAL" clId="{C2ABECB9-565E-4849-BF66-EEC4D5BAEA7B}" dt="2025-03-12T07:36:54.475" v="23" actId="47"/>
        <pc:sldMkLst>
          <pc:docMk/>
          <pc:sldMk cId="909437640" sldId="1129"/>
        </pc:sldMkLst>
      </pc:sldChg>
      <pc:sldChg chg="del">
        <pc:chgData name="Jaime De León R." userId="6107559c-c399-4371-a23a-d124d3599f82" providerId="ADAL" clId="{C2ABECB9-565E-4849-BF66-EEC4D5BAEA7B}" dt="2025-03-12T07:36:54.475" v="23" actId="47"/>
        <pc:sldMkLst>
          <pc:docMk/>
          <pc:sldMk cId="3417948627" sldId="1130"/>
        </pc:sldMkLst>
      </pc:sldChg>
      <pc:sldChg chg="del">
        <pc:chgData name="Jaime De León R." userId="6107559c-c399-4371-a23a-d124d3599f82" providerId="ADAL" clId="{C2ABECB9-565E-4849-BF66-EEC4D5BAEA7B}" dt="2025-03-12T07:36:54.475" v="23" actId="47"/>
        <pc:sldMkLst>
          <pc:docMk/>
          <pc:sldMk cId="3742745074" sldId="1131"/>
        </pc:sldMkLst>
      </pc:sldChg>
      <pc:sldChg chg="del">
        <pc:chgData name="Jaime De León R." userId="6107559c-c399-4371-a23a-d124d3599f82" providerId="ADAL" clId="{C2ABECB9-565E-4849-BF66-EEC4D5BAEA7B}" dt="2025-03-12T07:36:54.475" v="23" actId="47"/>
        <pc:sldMkLst>
          <pc:docMk/>
          <pc:sldMk cId="1221316993" sldId="1132"/>
        </pc:sldMkLst>
      </pc:sldChg>
      <pc:sldChg chg="del">
        <pc:chgData name="Jaime De León R." userId="6107559c-c399-4371-a23a-d124d3599f82" providerId="ADAL" clId="{C2ABECB9-565E-4849-BF66-EEC4D5BAEA7B}" dt="2025-03-12T07:36:54.475" v="23" actId="47"/>
        <pc:sldMkLst>
          <pc:docMk/>
          <pc:sldMk cId="616309294" sldId="1133"/>
        </pc:sldMkLst>
      </pc:sldChg>
      <pc:sldChg chg="del">
        <pc:chgData name="Jaime De León R." userId="6107559c-c399-4371-a23a-d124d3599f82" providerId="ADAL" clId="{C2ABECB9-565E-4849-BF66-EEC4D5BAEA7B}" dt="2025-03-12T07:36:54.475" v="23" actId="47"/>
        <pc:sldMkLst>
          <pc:docMk/>
          <pc:sldMk cId="1161649281" sldId="1148"/>
        </pc:sldMkLst>
      </pc:sldChg>
      <pc:sldChg chg="del">
        <pc:chgData name="Jaime De León R." userId="6107559c-c399-4371-a23a-d124d3599f82" providerId="ADAL" clId="{C2ABECB9-565E-4849-BF66-EEC4D5BAEA7B}" dt="2025-03-12T07:36:54.475" v="23" actId="47"/>
        <pc:sldMkLst>
          <pc:docMk/>
          <pc:sldMk cId="360022230" sldId="1150"/>
        </pc:sldMkLst>
      </pc:sldChg>
      <pc:sldChg chg="del">
        <pc:chgData name="Jaime De León R." userId="6107559c-c399-4371-a23a-d124d3599f82" providerId="ADAL" clId="{C2ABECB9-565E-4849-BF66-EEC4D5BAEA7B}" dt="2025-03-12T07:35:45.854" v="21" actId="47"/>
        <pc:sldMkLst>
          <pc:docMk/>
          <pc:sldMk cId="83138292" sldId="1152"/>
        </pc:sldMkLst>
      </pc:sldChg>
      <pc:sldChg chg="del">
        <pc:chgData name="Jaime De León R." userId="6107559c-c399-4371-a23a-d124d3599f82" providerId="ADAL" clId="{C2ABECB9-565E-4849-BF66-EEC4D5BAEA7B}" dt="2025-03-12T07:35:45.854" v="21" actId="47"/>
        <pc:sldMkLst>
          <pc:docMk/>
          <pc:sldMk cId="2750197738" sldId="1153"/>
        </pc:sldMkLst>
      </pc:sldChg>
      <pc:sldChg chg="del">
        <pc:chgData name="Jaime De León R." userId="6107559c-c399-4371-a23a-d124d3599f82" providerId="ADAL" clId="{C2ABECB9-565E-4849-BF66-EEC4D5BAEA7B}" dt="2025-03-12T07:36:54.475" v="23" actId="47"/>
        <pc:sldMkLst>
          <pc:docMk/>
          <pc:sldMk cId="3985092860" sldId="1155"/>
        </pc:sldMkLst>
      </pc:sldChg>
      <pc:sldChg chg="del">
        <pc:chgData name="Jaime De León R." userId="6107559c-c399-4371-a23a-d124d3599f82" providerId="ADAL" clId="{C2ABECB9-565E-4849-BF66-EEC4D5BAEA7B}" dt="2025-03-12T07:34:08.486" v="1" actId="47"/>
        <pc:sldMkLst>
          <pc:docMk/>
          <pc:sldMk cId="339359526" sldId="1159"/>
        </pc:sldMkLst>
      </pc:sldChg>
      <pc:sldChg chg="del">
        <pc:chgData name="Jaime De León R." userId="6107559c-c399-4371-a23a-d124d3599f82" providerId="ADAL" clId="{C2ABECB9-565E-4849-BF66-EEC4D5BAEA7B}" dt="2025-03-12T07:34:08.486" v="1" actId="47"/>
        <pc:sldMkLst>
          <pc:docMk/>
          <pc:sldMk cId="2588430726" sldId="1161"/>
        </pc:sldMkLst>
      </pc:sldChg>
      <pc:sldChg chg="del">
        <pc:chgData name="Jaime De León R." userId="6107559c-c399-4371-a23a-d124d3599f82" providerId="ADAL" clId="{C2ABECB9-565E-4849-BF66-EEC4D5BAEA7B}" dt="2025-03-12T07:36:54.475" v="23" actId="47"/>
        <pc:sldMkLst>
          <pc:docMk/>
          <pc:sldMk cId="1703692973" sldId="1163"/>
        </pc:sldMkLst>
      </pc:sldChg>
      <pc:sldChg chg="del">
        <pc:chgData name="Jaime De León R." userId="6107559c-c399-4371-a23a-d124d3599f82" providerId="ADAL" clId="{C2ABECB9-565E-4849-BF66-EEC4D5BAEA7B}" dt="2025-03-12T07:34:08.486" v="1" actId="47"/>
        <pc:sldMkLst>
          <pc:docMk/>
          <pc:sldMk cId="390468811" sldId="1166"/>
        </pc:sldMkLst>
      </pc:sldChg>
      <pc:sldChg chg="del">
        <pc:chgData name="Jaime De León R." userId="6107559c-c399-4371-a23a-d124d3599f82" providerId="ADAL" clId="{C2ABECB9-565E-4849-BF66-EEC4D5BAEA7B}" dt="2025-03-12T07:34:08.486" v="1" actId="47"/>
        <pc:sldMkLst>
          <pc:docMk/>
          <pc:sldMk cId="1709013837" sldId="1167"/>
        </pc:sldMkLst>
      </pc:sldChg>
      <pc:sldChg chg="del">
        <pc:chgData name="Jaime De León R." userId="6107559c-c399-4371-a23a-d124d3599f82" providerId="ADAL" clId="{C2ABECB9-565E-4849-BF66-EEC4D5BAEA7B}" dt="2025-03-12T07:34:08.486" v="1" actId="47"/>
        <pc:sldMkLst>
          <pc:docMk/>
          <pc:sldMk cId="1434943166" sldId="1168"/>
        </pc:sldMkLst>
      </pc:sldChg>
      <pc:sldChg chg="del">
        <pc:chgData name="Jaime De León R." userId="6107559c-c399-4371-a23a-d124d3599f82" providerId="ADAL" clId="{C2ABECB9-565E-4849-BF66-EEC4D5BAEA7B}" dt="2025-03-12T07:34:08.486" v="1" actId="47"/>
        <pc:sldMkLst>
          <pc:docMk/>
          <pc:sldMk cId="2506140518" sldId="1169"/>
        </pc:sldMkLst>
      </pc:sldChg>
      <pc:sldChg chg="del">
        <pc:chgData name="Jaime De León R." userId="6107559c-c399-4371-a23a-d124d3599f82" providerId="ADAL" clId="{C2ABECB9-565E-4849-BF66-EEC4D5BAEA7B}" dt="2025-03-12T07:34:08.486" v="1" actId="47"/>
        <pc:sldMkLst>
          <pc:docMk/>
          <pc:sldMk cId="3180307651" sldId="1170"/>
        </pc:sldMkLst>
      </pc:sldChg>
      <pc:sldChg chg="del">
        <pc:chgData name="Jaime De León R." userId="6107559c-c399-4371-a23a-d124d3599f82" providerId="ADAL" clId="{C2ABECB9-565E-4849-BF66-EEC4D5BAEA7B}" dt="2025-03-12T07:35:45.854" v="21" actId="47"/>
        <pc:sldMkLst>
          <pc:docMk/>
          <pc:sldMk cId="3045847813" sldId="1171"/>
        </pc:sldMkLst>
      </pc:sldChg>
      <pc:sldChg chg="del">
        <pc:chgData name="Jaime De León R." userId="6107559c-c399-4371-a23a-d124d3599f82" providerId="ADAL" clId="{C2ABECB9-565E-4849-BF66-EEC4D5BAEA7B}" dt="2025-03-12T07:35:45.854" v="21" actId="47"/>
        <pc:sldMkLst>
          <pc:docMk/>
          <pc:sldMk cId="890212291" sldId="1172"/>
        </pc:sldMkLst>
      </pc:sldChg>
      <pc:sldChg chg="del">
        <pc:chgData name="Jaime De León R." userId="6107559c-c399-4371-a23a-d124d3599f82" providerId="ADAL" clId="{C2ABECB9-565E-4849-BF66-EEC4D5BAEA7B}" dt="2025-03-12T07:36:54.475" v="23" actId="47"/>
        <pc:sldMkLst>
          <pc:docMk/>
          <pc:sldMk cId="1149699690" sldId="1176"/>
        </pc:sldMkLst>
      </pc:sldChg>
      <pc:sldChg chg="del">
        <pc:chgData name="Jaime De León R." userId="6107559c-c399-4371-a23a-d124d3599f82" providerId="ADAL" clId="{C2ABECB9-565E-4849-BF66-EEC4D5BAEA7B}" dt="2025-03-12T07:36:54.475" v="23" actId="47"/>
        <pc:sldMkLst>
          <pc:docMk/>
          <pc:sldMk cId="2162640034" sldId="1177"/>
        </pc:sldMkLst>
      </pc:sldChg>
      <pc:sldMasterChg chg="delSldLayout">
        <pc:chgData name="Jaime De León R." userId="6107559c-c399-4371-a23a-d124d3599f82" providerId="ADAL" clId="{C2ABECB9-565E-4849-BF66-EEC4D5BAEA7B}" dt="2025-03-12T07:34:08.486" v="1" actId="47"/>
        <pc:sldMasterMkLst>
          <pc:docMk/>
          <pc:sldMasterMk cId="3467965346" sldId="2147483648"/>
        </pc:sldMasterMkLst>
        <pc:sldLayoutChg chg="del">
          <pc:chgData name="Jaime De León R." userId="6107559c-c399-4371-a23a-d124d3599f82" providerId="ADAL" clId="{C2ABECB9-565E-4849-BF66-EEC4D5BAEA7B}" dt="2025-03-12T07:34:08.486" v="1" actId="47"/>
          <pc:sldLayoutMkLst>
            <pc:docMk/>
            <pc:sldMasterMk cId="3467965346" sldId="2147483648"/>
            <pc:sldLayoutMk cId="12966980" sldId="2147483660"/>
          </pc:sldLayoutMkLst>
        </pc:sldLayoutChg>
        <pc:sldLayoutChg chg="del">
          <pc:chgData name="Jaime De León R." userId="6107559c-c399-4371-a23a-d124d3599f82" providerId="ADAL" clId="{C2ABECB9-565E-4849-BF66-EEC4D5BAEA7B}" dt="2025-03-12T07:34:08.486" v="1" actId="47"/>
          <pc:sldLayoutMkLst>
            <pc:docMk/>
            <pc:sldMasterMk cId="3467965346" sldId="2147483648"/>
            <pc:sldLayoutMk cId="2625784832" sldId="2147483661"/>
          </pc:sldLayoutMkLst>
        </pc:sldLayoutChg>
      </pc:sldMasterChg>
    </pc:docChg>
  </pc:docChgLst>
  <pc:docChgLst>
    <pc:chgData name="Jaime De Leon R." userId="6107559c-c399-4371-a23a-d124d3599f82" providerId="ADAL" clId="{624DAD03-7EA8-480C-BE9E-52E579F4DA96}"/>
    <pc:docChg chg="undo redo custSel addSld delSld modSld sldOrd modMainMaster modSection">
      <pc:chgData name="Jaime De Leon R." userId="6107559c-c399-4371-a23a-d124d3599f82" providerId="ADAL" clId="{624DAD03-7EA8-480C-BE9E-52E579F4DA96}" dt="2023-01-09T01:36:45.921" v="7008" actId="20577"/>
      <pc:docMkLst>
        <pc:docMk/>
      </pc:docMkLst>
      <pc:sldChg chg="modSp add mod">
        <pc:chgData name="Jaime De Leon R." userId="6107559c-c399-4371-a23a-d124d3599f82" providerId="ADAL" clId="{624DAD03-7EA8-480C-BE9E-52E579F4DA96}" dt="2022-08-14T21:57:04.907" v="2184" actId="20577"/>
        <pc:sldMkLst>
          <pc:docMk/>
          <pc:sldMk cId="3241727980" sldId="262"/>
        </pc:sldMkLst>
      </pc:sldChg>
      <pc:sldChg chg="add">
        <pc:chgData name="Jaime De Leon R." userId="6107559c-c399-4371-a23a-d124d3599f82" providerId="ADAL" clId="{624DAD03-7EA8-480C-BE9E-52E579F4DA96}" dt="2022-08-14T21:56:45.960" v="2180"/>
        <pc:sldMkLst>
          <pc:docMk/>
          <pc:sldMk cId="2922173833" sldId="265"/>
        </pc:sldMkLst>
      </pc:sldChg>
      <pc:sldChg chg="add">
        <pc:chgData name="Jaime De Leon R." userId="6107559c-c399-4371-a23a-d124d3599f82" providerId="ADAL" clId="{624DAD03-7EA8-480C-BE9E-52E579F4DA96}" dt="2022-08-14T21:56:45.960" v="2180"/>
        <pc:sldMkLst>
          <pc:docMk/>
          <pc:sldMk cId="4145090948" sldId="266"/>
        </pc:sldMkLst>
      </pc:sldChg>
      <pc:sldChg chg="add">
        <pc:chgData name="Jaime De Leon R." userId="6107559c-c399-4371-a23a-d124d3599f82" providerId="ADAL" clId="{624DAD03-7EA8-480C-BE9E-52E579F4DA96}" dt="2022-08-14T21:56:45.960" v="2180"/>
        <pc:sldMkLst>
          <pc:docMk/>
          <pc:sldMk cId="1566961134" sldId="267"/>
        </pc:sldMkLst>
      </pc:sldChg>
      <pc:sldChg chg="add">
        <pc:chgData name="Jaime De Leon R." userId="6107559c-c399-4371-a23a-d124d3599f82" providerId="ADAL" clId="{624DAD03-7EA8-480C-BE9E-52E579F4DA96}" dt="2022-08-14T21:56:45.960" v="2180"/>
        <pc:sldMkLst>
          <pc:docMk/>
          <pc:sldMk cId="3795566268" sldId="268"/>
        </pc:sldMkLst>
      </pc:sldChg>
      <pc:sldChg chg="add">
        <pc:chgData name="Jaime De Leon R." userId="6107559c-c399-4371-a23a-d124d3599f82" providerId="ADAL" clId="{624DAD03-7EA8-480C-BE9E-52E579F4DA96}" dt="2022-08-17T01:32:33.063" v="2738"/>
        <pc:sldMkLst>
          <pc:docMk/>
          <pc:sldMk cId="870438126" sldId="269"/>
        </pc:sldMkLst>
      </pc:sldChg>
      <pc:sldChg chg="add">
        <pc:chgData name="Jaime De Leon R." userId="6107559c-c399-4371-a23a-d124d3599f82" providerId="ADAL" clId="{624DAD03-7EA8-480C-BE9E-52E579F4DA96}" dt="2022-08-14T21:56:45.960" v="2180"/>
        <pc:sldMkLst>
          <pc:docMk/>
          <pc:sldMk cId="3425818223" sldId="270"/>
        </pc:sldMkLst>
      </pc:sldChg>
      <pc:sldChg chg="add">
        <pc:chgData name="Jaime De Leon R." userId="6107559c-c399-4371-a23a-d124d3599f82" providerId="ADAL" clId="{624DAD03-7EA8-480C-BE9E-52E579F4DA96}" dt="2022-08-14T21:56:45.960" v="2180"/>
        <pc:sldMkLst>
          <pc:docMk/>
          <pc:sldMk cId="1688606035" sldId="271"/>
        </pc:sldMkLst>
      </pc:sldChg>
      <pc:sldChg chg="add">
        <pc:chgData name="Jaime De Leon R." userId="6107559c-c399-4371-a23a-d124d3599f82" providerId="ADAL" clId="{624DAD03-7EA8-480C-BE9E-52E579F4DA96}" dt="2022-08-14T21:56:45.960" v="2180"/>
        <pc:sldMkLst>
          <pc:docMk/>
          <pc:sldMk cId="1254463813" sldId="272"/>
        </pc:sldMkLst>
      </pc:sldChg>
      <pc:sldChg chg="add">
        <pc:chgData name="Jaime De Leon R." userId="6107559c-c399-4371-a23a-d124d3599f82" providerId="ADAL" clId="{624DAD03-7EA8-480C-BE9E-52E579F4DA96}" dt="2022-08-14T21:56:45.960" v="2180"/>
        <pc:sldMkLst>
          <pc:docMk/>
          <pc:sldMk cId="4161700530" sldId="273"/>
        </pc:sldMkLst>
      </pc:sldChg>
      <pc:sldChg chg="modSp add mod">
        <pc:chgData name="Jaime De Leon R." userId="6107559c-c399-4371-a23a-d124d3599f82" providerId="ADAL" clId="{624DAD03-7EA8-480C-BE9E-52E579F4DA96}" dt="2022-08-17T01:35:19.841" v="2745" actId="108"/>
        <pc:sldMkLst>
          <pc:docMk/>
          <pc:sldMk cId="4223697094" sldId="277"/>
        </pc:sldMkLst>
      </pc:sldChg>
      <pc:sldChg chg="add">
        <pc:chgData name="Jaime De Leon R." userId="6107559c-c399-4371-a23a-d124d3599f82" providerId="ADAL" clId="{624DAD03-7EA8-480C-BE9E-52E579F4DA96}" dt="2022-08-17T01:32:33.063" v="2738"/>
        <pc:sldMkLst>
          <pc:docMk/>
          <pc:sldMk cId="3355870206" sldId="278"/>
        </pc:sldMkLst>
      </pc:sldChg>
      <pc:sldChg chg="add del">
        <pc:chgData name="Jaime De Leon R." userId="6107559c-c399-4371-a23a-d124d3599f82" providerId="ADAL" clId="{624DAD03-7EA8-480C-BE9E-52E579F4DA96}" dt="2022-08-17T01:37:34.927" v="2751" actId="47"/>
        <pc:sldMkLst>
          <pc:docMk/>
          <pc:sldMk cId="65750298" sldId="279"/>
        </pc:sldMkLst>
      </pc:sldChg>
      <pc:sldChg chg="add">
        <pc:chgData name="Jaime De Leon R." userId="6107559c-c399-4371-a23a-d124d3599f82" providerId="ADAL" clId="{624DAD03-7EA8-480C-BE9E-52E579F4DA96}" dt="2022-08-17T01:32:33.063" v="2738"/>
        <pc:sldMkLst>
          <pc:docMk/>
          <pc:sldMk cId="287824539" sldId="281"/>
        </pc:sldMkLst>
      </pc:sldChg>
      <pc:sldChg chg="add">
        <pc:chgData name="Jaime De Leon R." userId="6107559c-c399-4371-a23a-d124d3599f82" providerId="ADAL" clId="{624DAD03-7EA8-480C-BE9E-52E579F4DA96}" dt="2022-08-17T01:32:33.063" v="2738"/>
        <pc:sldMkLst>
          <pc:docMk/>
          <pc:sldMk cId="1289937686" sldId="282"/>
        </pc:sldMkLst>
      </pc:sldChg>
      <pc:sldChg chg="add">
        <pc:chgData name="Jaime De Leon R." userId="6107559c-c399-4371-a23a-d124d3599f82" providerId="ADAL" clId="{624DAD03-7EA8-480C-BE9E-52E579F4DA96}" dt="2022-08-17T01:32:33.063" v="2738"/>
        <pc:sldMkLst>
          <pc:docMk/>
          <pc:sldMk cId="1074402129" sldId="283"/>
        </pc:sldMkLst>
      </pc:sldChg>
      <pc:sldChg chg="add">
        <pc:chgData name="Jaime De Leon R." userId="6107559c-c399-4371-a23a-d124d3599f82" providerId="ADAL" clId="{624DAD03-7EA8-480C-BE9E-52E579F4DA96}" dt="2022-08-17T01:32:33.063" v="2738"/>
        <pc:sldMkLst>
          <pc:docMk/>
          <pc:sldMk cId="3910813914" sldId="284"/>
        </pc:sldMkLst>
      </pc:sldChg>
      <pc:sldChg chg="add">
        <pc:chgData name="Jaime De Leon R." userId="6107559c-c399-4371-a23a-d124d3599f82" providerId="ADAL" clId="{624DAD03-7EA8-480C-BE9E-52E579F4DA96}" dt="2022-08-17T01:32:33.063" v="2738"/>
        <pc:sldMkLst>
          <pc:docMk/>
          <pc:sldMk cId="3447105805" sldId="285"/>
        </pc:sldMkLst>
      </pc:sldChg>
      <pc:sldChg chg="modSp add mod">
        <pc:chgData name="Jaime De Leon R." userId="6107559c-c399-4371-a23a-d124d3599f82" providerId="ADAL" clId="{624DAD03-7EA8-480C-BE9E-52E579F4DA96}" dt="2022-08-17T01:35:50.166" v="2748" actId="120"/>
        <pc:sldMkLst>
          <pc:docMk/>
          <pc:sldMk cId="2144196958" sldId="286"/>
        </pc:sldMkLst>
      </pc:sldChg>
      <pc:sldChg chg="modSp add mod">
        <pc:chgData name="Jaime De Leon R." userId="6107559c-c399-4371-a23a-d124d3599f82" providerId="ADAL" clId="{624DAD03-7EA8-480C-BE9E-52E579F4DA96}" dt="2022-08-17T01:37:17.082" v="2750" actId="108"/>
        <pc:sldMkLst>
          <pc:docMk/>
          <pc:sldMk cId="386966100" sldId="287"/>
        </pc:sldMkLst>
      </pc:sldChg>
      <pc:sldChg chg="add">
        <pc:chgData name="Jaime De Leon R." userId="6107559c-c399-4371-a23a-d124d3599f82" providerId="ADAL" clId="{624DAD03-7EA8-480C-BE9E-52E579F4DA96}" dt="2022-08-17T01:32:33.063" v="2738"/>
        <pc:sldMkLst>
          <pc:docMk/>
          <pc:sldMk cId="149950726" sldId="289"/>
        </pc:sldMkLst>
      </pc:sldChg>
      <pc:sldChg chg="modSp add mod">
        <pc:chgData name="Jaime De Leon R." userId="6107559c-c399-4371-a23a-d124d3599f82" providerId="ADAL" clId="{624DAD03-7EA8-480C-BE9E-52E579F4DA96}" dt="2022-08-17T01:39:28.011" v="2814" actId="6549"/>
        <pc:sldMkLst>
          <pc:docMk/>
          <pc:sldMk cId="3653561584" sldId="290"/>
        </pc:sldMkLst>
      </pc:sldChg>
      <pc:sldChg chg="add">
        <pc:chgData name="Jaime De Leon R." userId="6107559c-c399-4371-a23a-d124d3599f82" providerId="ADAL" clId="{624DAD03-7EA8-480C-BE9E-52E579F4DA96}" dt="2022-08-17T01:43:32.118" v="2860"/>
        <pc:sldMkLst>
          <pc:docMk/>
          <pc:sldMk cId="695483299" sldId="291"/>
        </pc:sldMkLst>
      </pc:sldChg>
      <pc:sldChg chg="modSp add mod">
        <pc:chgData name="Jaime De Leon R." userId="6107559c-c399-4371-a23a-d124d3599f82" providerId="ADAL" clId="{624DAD03-7EA8-480C-BE9E-52E579F4DA96}" dt="2022-08-31T02:58:43.352" v="4036" actId="20577"/>
        <pc:sldMkLst>
          <pc:docMk/>
          <pc:sldMk cId="2563003898" sldId="292"/>
        </pc:sldMkLst>
      </pc:sldChg>
      <pc:sldChg chg="delSp modSp add mod">
        <pc:chgData name="Jaime De Leon R." userId="6107559c-c399-4371-a23a-d124d3599f82" providerId="ADAL" clId="{624DAD03-7EA8-480C-BE9E-52E579F4DA96}" dt="2022-08-17T02:05:38.164" v="3773" actId="14100"/>
        <pc:sldMkLst>
          <pc:docMk/>
          <pc:sldMk cId="4035005942" sldId="293"/>
        </pc:sldMkLst>
      </pc:sldChg>
      <pc:sldChg chg="add">
        <pc:chgData name="Jaime De Leon R." userId="6107559c-c399-4371-a23a-d124d3599f82" providerId="ADAL" clId="{624DAD03-7EA8-480C-BE9E-52E579F4DA96}" dt="2022-09-03T23:33:17.659" v="4101"/>
        <pc:sldMkLst>
          <pc:docMk/>
          <pc:sldMk cId="999959553" sldId="294"/>
        </pc:sldMkLst>
      </pc:sldChg>
      <pc:sldChg chg="add">
        <pc:chgData name="Jaime De Leon R." userId="6107559c-c399-4371-a23a-d124d3599f82" providerId="ADAL" clId="{624DAD03-7EA8-480C-BE9E-52E579F4DA96}" dt="2022-08-17T01:32:33.063" v="2738"/>
        <pc:sldMkLst>
          <pc:docMk/>
          <pc:sldMk cId="616470979" sldId="300"/>
        </pc:sldMkLst>
      </pc:sldChg>
      <pc:sldChg chg="add">
        <pc:chgData name="Jaime De Leon R." userId="6107559c-c399-4371-a23a-d124d3599f82" providerId="ADAL" clId="{624DAD03-7EA8-480C-BE9E-52E579F4DA96}" dt="2022-08-17T01:32:33.063" v="2738"/>
        <pc:sldMkLst>
          <pc:docMk/>
          <pc:sldMk cId="2865739838" sldId="301"/>
        </pc:sldMkLst>
      </pc:sldChg>
      <pc:sldChg chg="add del">
        <pc:chgData name="Jaime De Leon R." userId="6107559c-c399-4371-a23a-d124d3599f82" providerId="ADAL" clId="{624DAD03-7EA8-480C-BE9E-52E579F4DA96}" dt="2022-08-17T01:42:14.297" v="2858" actId="47"/>
        <pc:sldMkLst>
          <pc:docMk/>
          <pc:sldMk cId="528645849" sldId="302"/>
        </pc:sldMkLst>
      </pc:sldChg>
      <pc:sldChg chg="add">
        <pc:chgData name="Jaime De Leon R." userId="6107559c-c399-4371-a23a-d124d3599f82" providerId="ADAL" clId="{624DAD03-7EA8-480C-BE9E-52E579F4DA96}" dt="2022-08-17T01:43:32.118" v="2860"/>
        <pc:sldMkLst>
          <pc:docMk/>
          <pc:sldMk cId="2382471733" sldId="303"/>
        </pc:sldMkLst>
      </pc:sldChg>
      <pc:sldChg chg="add">
        <pc:chgData name="Jaime De Leon R." userId="6107559c-c399-4371-a23a-d124d3599f82" providerId="ADAL" clId="{624DAD03-7EA8-480C-BE9E-52E579F4DA96}" dt="2022-08-17T01:43:32.118" v="2860"/>
        <pc:sldMkLst>
          <pc:docMk/>
          <pc:sldMk cId="367535930" sldId="304"/>
        </pc:sldMkLst>
      </pc:sldChg>
      <pc:sldChg chg="add del">
        <pc:chgData name="Jaime De Leon R." userId="6107559c-c399-4371-a23a-d124d3599f82" providerId="ADAL" clId="{624DAD03-7EA8-480C-BE9E-52E579F4DA96}" dt="2022-08-17T01:45:32.046" v="2880" actId="47"/>
        <pc:sldMkLst>
          <pc:docMk/>
          <pc:sldMk cId="296390295" sldId="305"/>
        </pc:sldMkLst>
      </pc:sldChg>
      <pc:sldChg chg="add">
        <pc:chgData name="Jaime De Leon R." userId="6107559c-c399-4371-a23a-d124d3599f82" providerId="ADAL" clId="{624DAD03-7EA8-480C-BE9E-52E579F4DA96}" dt="2022-08-17T01:43:32.118" v="2860"/>
        <pc:sldMkLst>
          <pc:docMk/>
          <pc:sldMk cId="2668757621" sldId="306"/>
        </pc:sldMkLst>
      </pc:sldChg>
      <pc:sldChg chg="add">
        <pc:chgData name="Jaime De Leon R." userId="6107559c-c399-4371-a23a-d124d3599f82" providerId="ADAL" clId="{624DAD03-7EA8-480C-BE9E-52E579F4DA96}" dt="2022-08-17T01:43:32.118" v="2860"/>
        <pc:sldMkLst>
          <pc:docMk/>
          <pc:sldMk cId="2664877058" sldId="307"/>
        </pc:sldMkLst>
      </pc:sldChg>
      <pc:sldChg chg="add">
        <pc:chgData name="Jaime De Leon R." userId="6107559c-c399-4371-a23a-d124d3599f82" providerId="ADAL" clId="{624DAD03-7EA8-480C-BE9E-52E579F4DA96}" dt="2022-08-17T01:43:32.118" v="2860"/>
        <pc:sldMkLst>
          <pc:docMk/>
          <pc:sldMk cId="1971763272" sldId="308"/>
        </pc:sldMkLst>
      </pc:sldChg>
      <pc:sldChg chg="add del">
        <pc:chgData name="Jaime De Leon R." userId="6107559c-c399-4371-a23a-d124d3599f82" providerId="ADAL" clId="{624DAD03-7EA8-480C-BE9E-52E579F4DA96}" dt="2022-08-17T01:51:41.978" v="2914" actId="47"/>
        <pc:sldMkLst>
          <pc:docMk/>
          <pc:sldMk cId="247191239" sldId="310"/>
        </pc:sldMkLst>
      </pc:sldChg>
      <pc:sldChg chg="modSp add mod">
        <pc:chgData name="Jaime De Leon R." userId="6107559c-c399-4371-a23a-d124d3599f82" providerId="ADAL" clId="{624DAD03-7EA8-480C-BE9E-52E579F4DA96}" dt="2022-08-17T02:02:10.528" v="3756" actId="20577"/>
        <pc:sldMkLst>
          <pc:docMk/>
          <pc:sldMk cId="3420987737" sldId="311"/>
        </pc:sldMkLst>
      </pc:sldChg>
      <pc:sldChg chg="add">
        <pc:chgData name="Jaime De Leon R." userId="6107559c-c399-4371-a23a-d124d3599f82" providerId="ADAL" clId="{624DAD03-7EA8-480C-BE9E-52E579F4DA96}" dt="2022-08-31T02:58:21.251" v="4015"/>
        <pc:sldMkLst>
          <pc:docMk/>
          <pc:sldMk cId="3137667935" sldId="314"/>
        </pc:sldMkLst>
      </pc:sldChg>
      <pc:sldChg chg="add">
        <pc:chgData name="Jaime De Leon R." userId="6107559c-c399-4371-a23a-d124d3599f82" providerId="ADAL" clId="{624DAD03-7EA8-480C-BE9E-52E579F4DA96}" dt="2022-08-31T02:58:21.251" v="4015"/>
        <pc:sldMkLst>
          <pc:docMk/>
          <pc:sldMk cId="1503203228" sldId="316"/>
        </pc:sldMkLst>
      </pc:sldChg>
      <pc:sldChg chg="add">
        <pc:chgData name="Jaime De Leon R." userId="6107559c-c399-4371-a23a-d124d3599f82" providerId="ADAL" clId="{624DAD03-7EA8-480C-BE9E-52E579F4DA96}" dt="2022-08-31T03:08:44.336" v="4096"/>
        <pc:sldMkLst>
          <pc:docMk/>
          <pc:sldMk cId="24590595" sldId="318"/>
        </pc:sldMkLst>
      </pc:sldChg>
      <pc:sldChg chg="add del">
        <pc:chgData name="Jaime De Leon R." userId="6107559c-c399-4371-a23a-d124d3599f82" providerId="ADAL" clId="{624DAD03-7EA8-480C-BE9E-52E579F4DA96}" dt="2022-08-17T02:03:25.290" v="3761" actId="47"/>
        <pc:sldMkLst>
          <pc:docMk/>
          <pc:sldMk cId="4059033221" sldId="319"/>
        </pc:sldMkLst>
      </pc:sldChg>
      <pc:sldChg chg="delSp add mod">
        <pc:chgData name="Jaime De Leon R." userId="6107559c-c399-4371-a23a-d124d3599f82" providerId="ADAL" clId="{624DAD03-7EA8-480C-BE9E-52E579F4DA96}" dt="2022-08-17T02:05:52.882" v="3774" actId="478"/>
        <pc:sldMkLst>
          <pc:docMk/>
          <pc:sldMk cId="2150554517" sldId="320"/>
        </pc:sldMkLst>
      </pc:sldChg>
      <pc:sldChg chg="add">
        <pc:chgData name="Jaime De Leon R." userId="6107559c-c399-4371-a23a-d124d3599f82" providerId="ADAL" clId="{624DAD03-7EA8-480C-BE9E-52E579F4DA96}" dt="2022-08-17T02:05:00.146" v="3762"/>
        <pc:sldMkLst>
          <pc:docMk/>
          <pc:sldMk cId="3819095824" sldId="321"/>
        </pc:sldMkLst>
      </pc:sldChg>
      <pc:sldChg chg="add">
        <pc:chgData name="Jaime De Leon R." userId="6107559c-c399-4371-a23a-d124d3599f82" providerId="ADAL" clId="{624DAD03-7EA8-480C-BE9E-52E579F4DA96}" dt="2022-08-17T02:05:00.146" v="3762"/>
        <pc:sldMkLst>
          <pc:docMk/>
          <pc:sldMk cId="4042867306" sldId="322"/>
        </pc:sldMkLst>
      </pc:sldChg>
      <pc:sldChg chg="add">
        <pc:chgData name="Jaime De Leon R." userId="6107559c-c399-4371-a23a-d124d3599f82" providerId="ADAL" clId="{624DAD03-7EA8-480C-BE9E-52E579F4DA96}" dt="2022-08-17T02:05:00.146" v="3762"/>
        <pc:sldMkLst>
          <pc:docMk/>
          <pc:sldMk cId="3332888680" sldId="323"/>
        </pc:sldMkLst>
      </pc:sldChg>
      <pc:sldChg chg="add del">
        <pc:chgData name="Jaime De Leon R." userId="6107559c-c399-4371-a23a-d124d3599f82" providerId="ADAL" clId="{624DAD03-7EA8-480C-BE9E-52E579F4DA96}" dt="2022-08-17T02:12:12.195" v="3815" actId="47"/>
        <pc:sldMkLst>
          <pc:docMk/>
          <pc:sldMk cId="3260147599" sldId="324"/>
        </pc:sldMkLst>
      </pc:sldChg>
      <pc:sldChg chg="add">
        <pc:chgData name="Jaime De Leon R." userId="6107559c-c399-4371-a23a-d124d3599f82" providerId="ADAL" clId="{624DAD03-7EA8-480C-BE9E-52E579F4DA96}" dt="2022-08-17T02:05:00.146" v="3762"/>
        <pc:sldMkLst>
          <pc:docMk/>
          <pc:sldMk cId="2152731620" sldId="326"/>
        </pc:sldMkLst>
      </pc:sldChg>
      <pc:sldChg chg="add">
        <pc:chgData name="Jaime De Leon R." userId="6107559c-c399-4371-a23a-d124d3599f82" providerId="ADAL" clId="{624DAD03-7EA8-480C-BE9E-52E579F4DA96}" dt="2022-08-17T02:05:00.146" v="3762"/>
        <pc:sldMkLst>
          <pc:docMk/>
          <pc:sldMk cId="686665196" sldId="327"/>
        </pc:sldMkLst>
      </pc:sldChg>
      <pc:sldChg chg="addSp delSp modSp del mod setBg">
        <pc:chgData name="Jaime De Leon R." userId="6107559c-c399-4371-a23a-d124d3599f82" providerId="ADAL" clId="{624DAD03-7EA8-480C-BE9E-52E579F4DA96}" dt="2022-08-14T21:25:28.623" v="1717" actId="47"/>
        <pc:sldMkLst>
          <pc:docMk/>
          <pc:sldMk cId="2585019895" sldId="346"/>
        </pc:sldMkLst>
      </pc:sldChg>
      <pc:sldChg chg="modSp new mod ord">
        <pc:chgData name="Jaime De Leon R." userId="6107559c-c399-4371-a23a-d124d3599f82" providerId="ADAL" clId="{624DAD03-7EA8-480C-BE9E-52E579F4DA96}" dt="2023-01-09T01:36:04.039" v="7007" actId="20577"/>
        <pc:sldMkLst>
          <pc:docMk/>
          <pc:sldMk cId="3546969528" sldId="347"/>
        </pc:sldMkLst>
      </pc:sldChg>
      <pc:sldChg chg="del">
        <pc:chgData name="Jaime De Leon R." userId="6107559c-c399-4371-a23a-d124d3599f82" providerId="ADAL" clId="{624DAD03-7EA8-480C-BE9E-52E579F4DA96}" dt="2022-08-14T20:32:31.207" v="13" actId="47"/>
        <pc:sldMkLst>
          <pc:docMk/>
          <pc:sldMk cId="4222435848" sldId="347"/>
        </pc:sldMkLst>
      </pc:sldChg>
      <pc:sldChg chg="modSp add mod">
        <pc:chgData name="Jaime De Leon R." userId="6107559c-c399-4371-a23a-d124d3599f82" providerId="ADAL" clId="{624DAD03-7EA8-480C-BE9E-52E579F4DA96}" dt="2022-08-14T21:06:13.341" v="852" actId="255"/>
        <pc:sldMkLst>
          <pc:docMk/>
          <pc:sldMk cId="3205869130" sldId="348"/>
        </pc:sldMkLst>
      </pc:sldChg>
      <pc:sldChg chg="del">
        <pc:chgData name="Jaime De Leon R." userId="6107559c-c399-4371-a23a-d124d3599f82" providerId="ADAL" clId="{624DAD03-7EA8-480C-BE9E-52E579F4DA96}" dt="2022-08-14T20:32:31.207" v="13" actId="47"/>
        <pc:sldMkLst>
          <pc:docMk/>
          <pc:sldMk cId="3298429581" sldId="348"/>
        </pc:sldMkLst>
      </pc:sldChg>
      <pc:sldChg chg="modSp add mod">
        <pc:chgData name="Jaime De Leon R." userId="6107559c-c399-4371-a23a-d124d3599f82" providerId="ADAL" clId="{624DAD03-7EA8-480C-BE9E-52E579F4DA96}" dt="2022-08-14T21:10:05.707" v="1590" actId="20577"/>
        <pc:sldMkLst>
          <pc:docMk/>
          <pc:sldMk cId="802377326" sldId="349"/>
        </pc:sldMkLst>
      </pc:sldChg>
      <pc:sldChg chg="del">
        <pc:chgData name="Jaime De Leon R." userId="6107559c-c399-4371-a23a-d124d3599f82" providerId="ADAL" clId="{624DAD03-7EA8-480C-BE9E-52E579F4DA96}" dt="2022-08-14T20:32:31.207" v="13" actId="47"/>
        <pc:sldMkLst>
          <pc:docMk/>
          <pc:sldMk cId="2351589384" sldId="349"/>
        </pc:sldMkLst>
      </pc:sldChg>
      <pc:sldChg chg="del">
        <pc:chgData name="Jaime De Leon R." userId="6107559c-c399-4371-a23a-d124d3599f82" providerId="ADAL" clId="{624DAD03-7EA8-480C-BE9E-52E579F4DA96}" dt="2022-08-14T20:32:31.207" v="13" actId="47"/>
        <pc:sldMkLst>
          <pc:docMk/>
          <pc:sldMk cId="3039340584" sldId="350"/>
        </pc:sldMkLst>
      </pc:sldChg>
      <pc:sldChg chg="modSp add mod">
        <pc:chgData name="Jaime De Leon R." userId="6107559c-c399-4371-a23a-d124d3599f82" providerId="ADAL" clId="{624DAD03-7EA8-480C-BE9E-52E579F4DA96}" dt="2022-08-14T21:20:54.557" v="1613" actId="179"/>
        <pc:sldMkLst>
          <pc:docMk/>
          <pc:sldMk cId="4281176916" sldId="350"/>
        </pc:sldMkLst>
      </pc:sldChg>
      <pc:sldChg chg="addSp modSp add mod">
        <pc:chgData name="Jaime De Leon R." userId="6107559c-c399-4371-a23a-d124d3599f82" providerId="ADAL" clId="{624DAD03-7EA8-480C-BE9E-52E579F4DA96}" dt="2023-01-09T01:36:45.921" v="7008" actId="20577"/>
        <pc:sldMkLst>
          <pc:docMk/>
          <pc:sldMk cId="1735679493" sldId="351"/>
        </pc:sldMkLst>
      </pc:sldChg>
      <pc:sldChg chg="del">
        <pc:chgData name="Jaime De Leon R." userId="6107559c-c399-4371-a23a-d124d3599f82" providerId="ADAL" clId="{624DAD03-7EA8-480C-BE9E-52E579F4DA96}" dt="2022-08-14T20:32:31.207" v="13" actId="47"/>
        <pc:sldMkLst>
          <pc:docMk/>
          <pc:sldMk cId="1753269166" sldId="351"/>
        </pc:sldMkLst>
      </pc:sldChg>
      <pc:sldChg chg="modSp add mod">
        <pc:chgData name="Jaime De Leon R." userId="6107559c-c399-4371-a23a-d124d3599f82" providerId="ADAL" clId="{624DAD03-7EA8-480C-BE9E-52E579F4DA96}" dt="2022-08-14T21:28:05.333" v="1783" actId="6549"/>
        <pc:sldMkLst>
          <pc:docMk/>
          <pc:sldMk cId="1742807660" sldId="352"/>
        </pc:sldMkLst>
      </pc:sldChg>
      <pc:sldChg chg="modSp add del mod">
        <pc:chgData name="Jaime De Leon R." userId="6107559c-c399-4371-a23a-d124d3599f82" providerId="ADAL" clId="{624DAD03-7EA8-480C-BE9E-52E579F4DA96}" dt="2022-08-14T21:56:09.273" v="2178" actId="47"/>
        <pc:sldMkLst>
          <pc:docMk/>
          <pc:sldMk cId="645096300" sldId="353"/>
        </pc:sldMkLst>
      </pc:sldChg>
      <pc:sldChg chg="modSp new mod">
        <pc:chgData name="Jaime De Leon R." userId="6107559c-c399-4371-a23a-d124d3599f82" providerId="ADAL" clId="{624DAD03-7EA8-480C-BE9E-52E579F4DA96}" dt="2022-08-14T21:35:16.610" v="1798" actId="20577"/>
        <pc:sldMkLst>
          <pc:docMk/>
          <pc:sldMk cId="123055893" sldId="354"/>
        </pc:sldMkLst>
      </pc:sldChg>
      <pc:sldChg chg="modSp add mod ord">
        <pc:chgData name="Jaime De Leon R." userId="6107559c-c399-4371-a23a-d124d3599f82" providerId="ADAL" clId="{624DAD03-7EA8-480C-BE9E-52E579F4DA96}" dt="2022-08-31T02:57:47.044" v="3997" actId="20578"/>
        <pc:sldMkLst>
          <pc:docMk/>
          <pc:sldMk cId="2551534661" sldId="355"/>
        </pc:sldMkLst>
      </pc:sldChg>
      <pc:sldChg chg="modSp add mod ord">
        <pc:chgData name="Jaime De Leon R." userId="6107559c-c399-4371-a23a-d124d3599f82" providerId="ADAL" clId="{624DAD03-7EA8-480C-BE9E-52E579F4DA96}" dt="2022-08-14T21:59:30.498" v="2238" actId="20577"/>
        <pc:sldMkLst>
          <pc:docMk/>
          <pc:sldMk cId="1544517018" sldId="356"/>
        </pc:sldMkLst>
      </pc:sldChg>
      <pc:sldChg chg="add del">
        <pc:chgData name="Jaime De Leon R." userId="6107559c-c399-4371-a23a-d124d3599f82" providerId="ADAL" clId="{624DAD03-7EA8-480C-BE9E-52E579F4DA96}" dt="2022-08-14T21:56:53.147" v="2181" actId="47"/>
        <pc:sldMkLst>
          <pc:docMk/>
          <pc:sldMk cId="173376243" sldId="357"/>
        </pc:sldMkLst>
      </pc:sldChg>
      <pc:sldChg chg="add">
        <pc:chgData name="Jaime De Leon R." userId="6107559c-c399-4371-a23a-d124d3599f82" providerId="ADAL" clId="{624DAD03-7EA8-480C-BE9E-52E579F4DA96}" dt="2022-08-17T01:43:32.118" v="2860"/>
        <pc:sldMkLst>
          <pc:docMk/>
          <pc:sldMk cId="1678257050" sldId="365"/>
        </pc:sldMkLst>
      </pc:sldChg>
      <pc:sldChg chg="add del">
        <pc:chgData name="Jaime De Leon R." userId="6107559c-c399-4371-a23a-d124d3599f82" providerId="ADAL" clId="{624DAD03-7EA8-480C-BE9E-52E579F4DA96}" dt="2022-08-17T01:53:43.692" v="2933" actId="47"/>
        <pc:sldMkLst>
          <pc:docMk/>
          <pc:sldMk cId="1455260561" sldId="366"/>
        </pc:sldMkLst>
      </pc:sldChg>
      <pc:sldChg chg="add del">
        <pc:chgData name="Jaime De Leon R." userId="6107559c-c399-4371-a23a-d124d3599f82" providerId="ADAL" clId="{624DAD03-7EA8-480C-BE9E-52E579F4DA96}" dt="2022-08-17T01:53:43.692" v="2933" actId="47"/>
        <pc:sldMkLst>
          <pc:docMk/>
          <pc:sldMk cId="2510620607" sldId="367"/>
        </pc:sldMkLst>
      </pc:sldChg>
      <pc:sldChg chg="add del">
        <pc:chgData name="Jaime De Leon R." userId="6107559c-c399-4371-a23a-d124d3599f82" providerId="ADAL" clId="{624DAD03-7EA8-480C-BE9E-52E579F4DA96}" dt="2022-08-17T01:53:43.692" v="2933" actId="47"/>
        <pc:sldMkLst>
          <pc:docMk/>
          <pc:sldMk cId="704604378" sldId="368"/>
        </pc:sldMkLst>
      </pc:sldChg>
      <pc:sldChg chg="add del">
        <pc:chgData name="Jaime De Leon R." userId="6107559c-c399-4371-a23a-d124d3599f82" providerId="ADAL" clId="{624DAD03-7EA8-480C-BE9E-52E579F4DA96}" dt="2022-08-17T01:53:43.692" v="2933" actId="47"/>
        <pc:sldMkLst>
          <pc:docMk/>
          <pc:sldMk cId="1108517668" sldId="369"/>
        </pc:sldMkLst>
      </pc:sldChg>
      <pc:sldChg chg="add del">
        <pc:chgData name="Jaime De Leon R." userId="6107559c-c399-4371-a23a-d124d3599f82" providerId="ADAL" clId="{624DAD03-7EA8-480C-BE9E-52E579F4DA96}" dt="2022-08-17T01:53:43.692" v="2933" actId="47"/>
        <pc:sldMkLst>
          <pc:docMk/>
          <pc:sldMk cId="1641950639" sldId="370"/>
        </pc:sldMkLst>
      </pc:sldChg>
      <pc:sldChg chg="add del">
        <pc:chgData name="Jaime De Leon R." userId="6107559c-c399-4371-a23a-d124d3599f82" providerId="ADAL" clId="{624DAD03-7EA8-480C-BE9E-52E579F4DA96}" dt="2022-08-17T01:53:43.692" v="2933" actId="47"/>
        <pc:sldMkLst>
          <pc:docMk/>
          <pc:sldMk cId="3195788473" sldId="371"/>
        </pc:sldMkLst>
      </pc:sldChg>
      <pc:sldChg chg="add del">
        <pc:chgData name="Jaime De Leon R." userId="6107559c-c399-4371-a23a-d124d3599f82" providerId="ADAL" clId="{624DAD03-7EA8-480C-BE9E-52E579F4DA96}" dt="2022-08-17T01:53:43.692" v="2933" actId="47"/>
        <pc:sldMkLst>
          <pc:docMk/>
          <pc:sldMk cId="3371544764" sldId="372"/>
        </pc:sldMkLst>
      </pc:sldChg>
      <pc:sldChg chg="add">
        <pc:chgData name="Jaime De Leon R." userId="6107559c-c399-4371-a23a-d124d3599f82" providerId="ADAL" clId="{624DAD03-7EA8-480C-BE9E-52E579F4DA96}" dt="2022-10-23T23:37:43.735" v="6937"/>
        <pc:sldMkLst>
          <pc:docMk/>
          <pc:sldMk cId="1277356105" sldId="374"/>
        </pc:sldMkLst>
      </pc:sldChg>
      <pc:sldChg chg="add del">
        <pc:chgData name="Jaime De Leon R." userId="6107559c-c399-4371-a23a-d124d3599f82" providerId="ADAL" clId="{624DAD03-7EA8-480C-BE9E-52E579F4DA96}" dt="2022-08-17T01:59:38.318" v="3555" actId="47"/>
        <pc:sldMkLst>
          <pc:docMk/>
          <pc:sldMk cId="2208257620" sldId="380"/>
        </pc:sldMkLst>
      </pc:sldChg>
      <pc:sldChg chg="delSp modSp add mod">
        <pc:chgData name="Jaime De Leon R." userId="6107559c-c399-4371-a23a-d124d3599f82" providerId="ADAL" clId="{624DAD03-7EA8-480C-BE9E-52E579F4DA96}" dt="2022-08-17T01:51:06.342" v="2913" actId="20577"/>
        <pc:sldMkLst>
          <pc:docMk/>
          <pc:sldMk cId="2497272868" sldId="381"/>
        </pc:sldMkLst>
      </pc:sldChg>
      <pc:sldChg chg="add del">
        <pc:chgData name="Jaime De Leon R." userId="6107559c-c399-4371-a23a-d124d3599f82" providerId="ADAL" clId="{624DAD03-7EA8-480C-BE9E-52E579F4DA96}" dt="2022-08-17T01:51:42.757" v="2915" actId="47"/>
        <pc:sldMkLst>
          <pc:docMk/>
          <pc:sldMk cId="2858126306" sldId="383"/>
        </pc:sldMkLst>
      </pc:sldChg>
      <pc:sldChg chg="add">
        <pc:chgData name="Jaime De Leon R." userId="6107559c-c399-4371-a23a-d124d3599f82" providerId="ADAL" clId="{624DAD03-7EA8-480C-BE9E-52E579F4DA96}" dt="2022-08-31T03:08:44.336" v="4096"/>
        <pc:sldMkLst>
          <pc:docMk/>
          <pc:sldMk cId="2386409064" sldId="386"/>
        </pc:sldMkLst>
      </pc:sldChg>
      <pc:sldChg chg="add">
        <pc:chgData name="Jaime De Leon R." userId="6107559c-c399-4371-a23a-d124d3599f82" providerId="ADAL" clId="{624DAD03-7EA8-480C-BE9E-52E579F4DA96}" dt="2022-08-31T03:10:39.174" v="4098"/>
        <pc:sldMkLst>
          <pc:docMk/>
          <pc:sldMk cId="2599487150" sldId="387"/>
        </pc:sldMkLst>
      </pc:sldChg>
      <pc:sldChg chg="add">
        <pc:chgData name="Jaime De Leon R." userId="6107559c-c399-4371-a23a-d124d3599f82" providerId="ADAL" clId="{624DAD03-7EA8-480C-BE9E-52E579F4DA96}" dt="2022-08-31T03:10:56.863" v="4099"/>
        <pc:sldMkLst>
          <pc:docMk/>
          <pc:sldMk cId="3593545731" sldId="388"/>
        </pc:sldMkLst>
      </pc:sldChg>
      <pc:sldChg chg="delSp modSp add mod">
        <pc:chgData name="Jaime De Leon R." userId="6107559c-c399-4371-a23a-d124d3599f82" providerId="ADAL" clId="{624DAD03-7EA8-480C-BE9E-52E579F4DA96}" dt="2022-08-31T03:04:38.542" v="4080" actId="1076"/>
        <pc:sldMkLst>
          <pc:docMk/>
          <pc:sldMk cId="2244492029" sldId="396"/>
        </pc:sldMkLst>
      </pc:sldChg>
      <pc:sldChg chg="modSp add mod">
        <pc:chgData name="Jaime De Leon R." userId="6107559c-c399-4371-a23a-d124d3599f82" providerId="ADAL" clId="{624DAD03-7EA8-480C-BE9E-52E579F4DA96}" dt="2022-08-31T03:08:19.214" v="4095" actId="20577"/>
        <pc:sldMkLst>
          <pc:docMk/>
          <pc:sldMk cId="4261674931" sldId="400"/>
        </pc:sldMkLst>
      </pc:sldChg>
      <pc:sldChg chg="modSp add mod">
        <pc:chgData name="Jaime De Leon R." userId="6107559c-c399-4371-a23a-d124d3599f82" providerId="ADAL" clId="{624DAD03-7EA8-480C-BE9E-52E579F4DA96}" dt="2022-08-31T03:08:16.282" v="4093" actId="20577"/>
        <pc:sldMkLst>
          <pc:docMk/>
          <pc:sldMk cId="1021128866" sldId="402"/>
        </pc:sldMkLst>
      </pc:sldChg>
      <pc:sldChg chg="add del">
        <pc:chgData name="Jaime De Leon R." userId="6107559c-c399-4371-a23a-d124d3599f82" providerId="ADAL" clId="{624DAD03-7EA8-480C-BE9E-52E579F4DA96}" dt="2022-08-17T02:12:12.803" v="3816" actId="47"/>
        <pc:sldMkLst>
          <pc:docMk/>
          <pc:sldMk cId="1450510178" sldId="409"/>
        </pc:sldMkLst>
      </pc:sldChg>
      <pc:sldChg chg="add">
        <pc:chgData name="Jaime De Leon R." userId="6107559c-c399-4371-a23a-d124d3599f82" providerId="ADAL" clId="{624DAD03-7EA8-480C-BE9E-52E579F4DA96}" dt="2022-08-17T02:05:00.146" v="3762"/>
        <pc:sldMkLst>
          <pc:docMk/>
          <pc:sldMk cId="2895153731" sldId="410"/>
        </pc:sldMkLst>
      </pc:sldChg>
      <pc:sldChg chg="add">
        <pc:chgData name="Jaime De Leon R." userId="6107559c-c399-4371-a23a-d124d3599f82" providerId="ADAL" clId="{624DAD03-7EA8-480C-BE9E-52E579F4DA96}" dt="2022-08-17T02:05:00.146" v="3762"/>
        <pc:sldMkLst>
          <pc:docMk/>
          <pc:sldMk cId="157673805" sldId="411"/>
        </pc:sldMkLst>
      </pc:sldChg>
      <pc:sldChg chg="add">
        <pc:chgData name="Jaime De Leon R." userId="6107559c-c399-4371-a23a-d124d3599f82" providerId="ADAL" clId="{624DAD03-7EA8-480C-BE9E-52E579F4DA96}" dt="2022-08-17T02:05:00.146" v="3762"/>
        <pc:sldMkLst>
          <pc:docMk/>
          <pc:sldMk cId="3947409020" sldId="413"/>
        </pc:sldMkLst>
      </pc:sldChg>
      <pc:sldChg chg="add">
        <pc:chgData name="Jaime De Leon R." userId="6107559c-c399-4371-a23a-d124d3599f82" providerId="ADAL" clId="{624DAD03-7EA8-480C-BE9E-52E579F4DA96}" dt="2022-08-17T02:05:00.146" v="3762"/>
        <pc:sldMkLst>
          <pc:docMk/>
          <pc:sldMk cId="3161278979" sldId="414"/>
        </pc:sldMkLst>
      </pc:sldChg>
      <pc:sldChg chg="delSp add mod">
        <pc:chgData name="Jaime De Leon R." userId="6107559c-c399-4371-a23a-d124d3599f82" providerId="ADAL" clId="{624DAD03-7EA8-480C-BE9E-52E579F4DA96}" dt="2022-08-17T02:15:30.097" v="3822" actId="478"/>
        <pc:sldMkLst>
          <pc:docMk/>
          <pc:sldMk cId="3433807191" sldId="415"/>
        </pc:sldMkLst>
      </pc:sldChg>
      <pc:sldChg chg="add">
        <pc:chgData name="Jaime De Leon R." userId="6107559c-c399-4371-a23a-d124d3599f82" providerId="ADAL" clId="{624DAD03-7EA8-480C-BE9E-52E579F4DA96}" dt="2022-08-17T02:05:00.146" v="3762"/>
        <pc:sldMkLst>
          <pc:docMk/>
          <pc:sldMk cId="204824926" sldId="416"/>
        </pc:sldMkLst>
      </pc:sldChg>
      <pc:sldChg chg="add">
        <pc:chgData name="Jaime De Leon R." userId="6107559c-c399-4371-a23a-d124d3599f82" providerId="ADAL" clId="{624DAD03-7EA8-480C-BE9E-52E579F4DA96}" dt="2022-08-17T02:05:00.146" v="3762"/>
        <pc:sldMkLst>
          <pc:docMk/>
          <pc:sldMk cId="694796887" sldId="417"/>
        </pc:sldMkLst>
      </pc:sldChg>
      <pc:sldChg chg="add">
        <pc:chgData name="Jaime De Leon R." userId="6107559c-c399-4371-a23a-d124d3599f82" providerId="ADAL" clId="{624DAD03-7EA8-480C-BE9E-52E579F4DA96}" dt="2022-08-17T02:05:00.146" v="3762"/>
        <pc:sldMkLst>
          <pc:docMk/>
          <pc:sldMk cId="1474815436" sldId="418"/>
        </pc:sldMkLst>
      </pc:sldChg>
      <pc:sldChg chg="add">
        <pc:chgData name="Jaime De Leon R." userId="6107559c-c399-4371-a23a-d124d3599f82" providerId="ADAL" clId="{624DAD03-7EA8-480C-BE9E-52E579F4DA96}" dt="2022-08-17T02:05:00.146" v="3762"/>
        <pc:sldMkLst>
          <pc:docMk/>
          <pc:sldMk cId="1374858202" sldId="419"/>
        </pc:sldMkLst>
      </pc:sldChg>
      <pc:sldChg chg="add">
        <pc:chgData name="Jaime De Leon R." userId="6107559c-c399-4371-a23a-d124d3599f82" providerId="ADAL" clId="{624DAD03-7EA8-480C-BE9E-52E579F4DA96}" dt="2022-08-17T02:05:00.146" v="3762"/>
        <pc:sldMkLst>
          <pc:docMk/>
          <pc:sldMk cId="4180148278" sldId="420"/>
        </pc:sldMkLst>
      </pc:sldChg>
      <pc:sldChg chg="add">
        <pc:chgData name="Jaime De Leon R." userId="6107559c-c399-4371-a23a-d124d3599f82" providerId="ADAL" clId="{624DAD03-7EA8-480C-BE9E-52E579F4DA96}" dt="2022-08-17T02:05:00.146" v="3762"/>
        <pc:sldMkLst>
          <pc:docMk/>
          <pc:sldMk cId="2718120447" sldId="421"/>
        </pc:sldMkLst>
      </pc:sldChg>
      <pc:sldChg chg="add del">
        <pc:chgData name="Jaime De Leon R." userId="6107559c-c399-4371-a23a-d124d3599f82" providerId="ADAL" clId="{624DAD03-7EA8-480C-BE9E-52E579F4DA96}" dt="2022-08-17T02:26:14.365" v="3868" actId="47"/>
        <pc:sldMkLst>
          <pc:docMk/>
          <pc:sldMk cId="344863327" sldId="422"/>
        </pc:sldMkLst>
      </pc:sldChg>
      <pc:sldChg chg="modSp add mod">
        <pc:chgData name="Jaime De Leon R." userId="6107559c-c399-4371-a23a-d124d3599f82" providerId="ADAL" clId="{624DAD03-7EA8-480C-BE9E-52E579F4DA96}" dt="2022-08-17T01:32:40.228" v="2739" actId="20577"/>
        <pc:sldMkLst>
          <pc:docMk/>
          <pc:sldMk cId="1145432329" sldId="478"/>
        </pc:sldMkLst>
      </pc:sldChg>
      <pc:sldChg chg="modSp add mod">
        <pc:chgData name="Jaime De Leon R." userId="6107559c-c399-4371-a23a-d124d3599f82" providerId="ADAL" clId="{624DAD03-7EA8-480C-BE9E-52E579F4DA96}" dt="2022-08-17T01:43:38.181" v="2861" actId="20577"/>
        <pc:sldMkLst>
          <pc:docMk/>
          <pc:sldMk cId="2663798520" sldId="479"/>
        </pc:sldMkLst>
      </pc:sldChg>
      <pc:sldChg chg="modSp add mod">
        <pc:chgData name="Jaime De Leon R." userId="6107559c-c399-4371-a23a-d124d3599f82" providerId="ADAL" clId="{624DAD03-7EA8-480C-BE9E-52E579F4DA96}" dt="2022-08-17T02:05:30.001" v="3770" actId="20577"/>
        <pc:sldMkLst>
          <pc:docMk/>
          <pc:sldMk cId="2462731453" sldId="481"/>
        </pc:sldMkLst>
      </pc:sldChg>
      <pc:sldChg chg="delSp modSp add mod">
        <pc:chgData name="Jaime De Leon R." userId="6107559c-c399-4371-a23a-d124d3599f82" providerId="ADAL" clId="{624DAD03-7EA8-480C-BE9E-52E579F4DA96}" dt="2022-09-03T23:33:25.846" v="4103" actId="478"/>
        <pc:sldMkLst>
          <pc:docMk/>
          <pc:sldMk cId="4189862585" sldId="482"/>
        </pc:sldMkLst>
      </pc:sldChg>
      <pc:sldChg chg="add">
        <pc:chgData name="Jaime De Leon R." userId="6107559c-c399-4371-a23a-d124d3599f82" providerId="ADAL" clId="{624DAD03-7EA8-480C-BE9E-52E579F4DA96}" dt="2022-08-17T02:05:00.146" v="3762"/>
        <pc:sldMkLst>
          <pc:docMk/>
          <pc:sldMk cId="1951087899" sldId="488"/>
        </pc:sldMkLst>
      </pc:sldChg>
      <pc:sldChg chg="add">
        <pc:chgData name="Jaime De Leon R." userId="6107559c-c399-4371-a23a-d124d3599f82" providerId="ADAL" clId="{624DAD03-7EA8-480C-BE9E-52E579F4DA96}" dt="2022-08-17T02:05:00.146" v="3762"/>
        <pc:sldMkLst>
          <pc:docMk/>
          <pc:sldMk cId="3416880312" sldId="491"/>
        </pc:sldMkLst>
      </pc:sldChg>
      <pc:sldChg chg="add">
        <pc:chgData name="Jaime De Leon R." userId="6107559c-c399-4371-a23a-d124d3599f82" providerId="ADAL" clId="{624DAD03-7EA8-480C-BE9E-52E579F4DA96}" dt="2022-08-17T02:05:00.146" v="3762"/>
        <pc:sldMkLst>
          <pc:docMk/>
          <pc:sldMk cId="3517281974" sldId="492"/>
        </pc:sldMkLst>
      </pc:sldChg>
      <pc:sldChg chg="add">
        <pc:chgData name="Jaime De Leon R." userId="6107559c-c399-4371-a23a-d124d3599f82" providerId="ADAL" clId="{624DAD03-7EA8-480C-BE9E-52E579F4DA96}" dt="2022-08-17T02:05:00.146" v="3762"/>
        <pc:sldMkLst>
          <pc:docMk/>
          <pc:sldMk cId="1937108243" sldId="493"/>
        </pc:sldMkLst>
      </pc:sldChg>
      <pc:sldChg chg="add">
        <pc:chgData name="Jaime De Leon R." userId="6107559c-c399-4371-a23a-d124d3599f82" providerId="ADAL" clId="{624DAD03-7EA8-480C-BE9E-52E579F4DA96}" dt="2022-08-17T02:05:00.146" v="3762"/>
        <pc:sldMkLst>
          <pc:docMk/>
          <pc:sldMk cId="548095864" sldId="494"/>
        </pc:sldMkLst>
      </pc:sldChg>
      <pc:sldChg chg="add">
        <pc:chgData name="Jaime De Leon R." userId="6107559c-c399-4371-a23a-d124d3599f82" providerId="ADAL" clId="{624DAD03-7EA8-480C-BE9E-52E579F4DA96}" dt="2022-08-17T02:05:00.146" v="3762"/>
        <pc:sldMkLst>
          <pc:docMk/>
          <pc:sldMk cId="777280832" sldId="495"/>
        </pc:sldMkLst>
      </pc:sldChg>
      <pc:sldChg chg="add">
        <pc:chgData name="Jaime De Leon R." userId="6107559c-c399-4371-a23a-d124d3599f82" providerId="ADAL" clId="{624DAD03-7EA8-480C-BE9E-52E579F4DA96}" dt="2022-08-17T02:05:00.146" v="3762"/>
        <pc:sldMkLst>
          <pc:docMk/>
          <pc:sldMk cId="2409308896" sldId="496"/>
        </pc:sldMkLst>
      </pc:sldChg>
      <pc:sldChg chg="add">
        <pc:chgData name="Jaime De Leon R." userId="6107559c-c399-4371-a23a-d124d3599f82" providerId="ADAL" clId="{624DAD03-7EA8-480C-BE9E-52E579F4DA96}" dt="2022-08-17T02:05:00.146" v="3762"/>
        <pc:sldMkLst>
          <pc:docMk/>
          <pc:sldMk cId="3728477071" sldId="497"/>
        </pc:sldMkLst>
      </pc:sldChg>
      <pc:sldChg chg="add del">
        <pc:chgData name="Jaime De Leon R." userId="6107559c-c399-4371-a23a-d124d3599f82" providerId="ADAL" clId="{624DAD03-7EA8-480C-BE9E-52E579F4DA96}" dt="2022-08-17T02:34:02.174" v="3884" actId="47"/>
        <pc:sldMkLst>
          <pc:docMk/>
          <pc:sldMk cId="1720932165" sldId="498"/>
        </pc:sldMkLst>
      </pc:sldChg>
      <pc:sldChg chg="add del">
        <pc:chgData name="Jaime De Leon R." userId="6107559c-c399-4371-a23a-d124d3599f82" providerId="ADAL" clId="{624DAD03-7EA8-480C-BE9E-52E579F4DA96}" dt="2022-08-17T02:34:02.174" v="3884" actId="47"/>
        <pc:sldMkLst>
          <pc:docMk/>
          <pc:sldMk cId="2399307883" sldId="499"/>
        </pc:sldMkLst>
      </pc:sldChg>
      <pc:sldChg chg="add del">
        <pc:chgData name="Jaime De Leon R." userId="6107559c-c399-4371-a23a-d124d3599f82" providerId="ADAL" clId="{624DAD03-7EA8-480C-BE9E-52E579F4DA96}" dt="2022-08-17T02:21:06.763" v="3835" actId="47"/>
        <pc:sldMkLst>
          <pc:docMk/>
          <pc:sldMk cId="3024088992" sldId="500"/>
        </pc:sldMkLst>
      </pc:sldChg>
      <pc:sldChg chg="add">
        <pc:chgData name="Jaime De Leon R." userId="6107559c-c399-4371-a23a-d124d3599f82" providerId="ADAL" clId="{624DAD03-7EA8-480C-BE9E-52E579F4DA96}" dt="2022-08-17T02:05:00.146" v="3762"/>
        <pc:sldMkLst>
          <pc:docMk/>
          <pc:sldMk cId="2000131124" sldId="501"/>
        </pc:sldMkLst>
      </pc:sldChg>
      <pc:sldChg chg="add">
        <pc:chgData name="Jaime De Leon R." userId="6107559c-c399-4371-a23a-d124d3599f82" providerId="ADAL" clId="{624DAD03-7EA8-480C-BE9E-52E579F4DA96}" dt="2022-08-17T02:05:00.146" v="3762"/>
        <pc:sldMkLst>
          <pc:docMk/>
          <pc:sldMk cId="2532176277" sldId="502"/>
        </pc:sldMkLst>
      </pc:sldChg>
      <pc:sldChg chg="add del">
        <pc:chgData name="Jaime De Leon R." userId="6107559c-c399-4371-a23a-d124d3599f82" providerId="ADAL" clId="{624DAD03-7EA8-480C-BE9E-52E579F4DA96}" dt="2022-08-17T02:21:27.446" v="3838" actId="47"/>
        <pc:sldMkLst>
          <pc:docMk/>
          <pc:sldMk cId="1112746602" sldId="503"/>
        </pc:sldMkLst>
      </pc:sldChg>
      <pc:sldChg chg="add">
        <pc:chgData name="Jaime De Leon R." userId="6107559c-c399-4371-a23a-d124d3599f82" providerId="ADAL" clId="{624DAD03-7EA8-480C-BE9E-52E579F4DA96}" dt="2022-08-17T02:05:00.146" v="3762"/>
        <pc:sldMkLst>
          <pc:docMk/>
          <pc:sldMk cId="53805024" sldId="504"/>
        </pc:sldMkLst>
      </pc:sldChg>
      <pc:sldChg chg="add">
        <pc:chgData name="Jaime De Leon R." userId="6107559c-c399-4371-a23a-d124d3599f82" providerId="ADAL" clId="{624DAD03-7EA8-480C-BE9E-52E579F4DA96}" dt="2022-08-17T02:05:00.146" v="3762"/>
        <pc:sldMkLst>
          <pc:docMk/>
          <pc:sldMk cId="1179121111" sldId="505"/>
        </pc:sldMkLst>
      </pc:sldChg>
      <pc:sldChg chg="add">
        <pc:chgData name="Jaime De Leon R." userId="6107559c-c399-4371-a23a-d124d3599f82" providerId="ADAL" clId="{624DAD03-7EA8-480C-BE9E-52E579F4DA96}" dt="2022-08-17T02:05:00.146" v="3762"/>
        <pc:sldMkLst>
          <pc:docMk/>
          <pc:sldMk cId="2334826352" sldId="508"/>
        </pc:sldMkLst>
      </pc:sldChg>
      <pc:sldChg chg="delSp add mod">
        <pc:chgData name="Jaime De Leon R." userId="6107559c-c399-4371-a23a-d124d3599f82" providerId="ADAL" clId="{624DAD03-7EA8-480C-BE9E-52E579F4DA96}" dt="2022-08-17T02:17:14.258" v="3824" actId="478"/>
        <pc:sldMkLst>
          <pc:docMk/>
          <pc:sldMk cId="3941836137" sldId="509"/>
        </pc:sldMkLst>
      </pc:sldChg>
      <pc:sldChg chg="add">
        <pc:chgData name="Jaime De Leon R." userId="6107559c-c399-4371-a23a-d124d3599f82" providerId="ADAL" clId="{624DAD03-7EA8-480C-BE9E-52E579F4DA96}" dt="2022-08-17T02:05:00.146" v="3762"/>
        <pc:sldMkLst>
          <pc:docMk/>
          <pc:sldMk cId="3845791806" sldId="511"/>
        </pc:sldMkLst>
      </pc:sldChg>
      <pc:sldChg chg="add">
        <pc:chgData name="Jaime De Leon R." userId="6107559c-c399-4371-a23a-d124d3599f82" providerId="ADAL" clId="{624DAD03-7EA8-480C-BE9E-52E579F4DA96}" dt="2022-08-17T02:05:00.146" v="3762"/>
        <pc:sldMkLst>
          <pc:docMk/>
          <pc:sldMk cId="3106223292" sldId="512"/>
        </pc:sldMkLst>
      </pc:sldChg>
      <pc:sldChg chg="modSp add mod">
        <pc:chgData name="Jaime De Leon R." userId="6107559c-c399-4371-a23a-d124d3599f82" providerId="ADAL" clId="{624DAD03-7EA8-480C-BE9E-52E579F4DA96}" dt="2022-08-17T02:32:37.167" v="3882" actId="20577"/>
        <pc:sldMkLst>
          <pc:docMk/>
          <pc:sldMk cId="3159693743" sldId="514"/>
        </pc:sldMkLst>
      </pc:sldChg>
      <pc:sldChg chg="add del">
        <pc:chgData name="Jaime De Leon R." userId="6107559c-c399-4371-a23a-d124d3599f82" providerId="ADAL" clId="{624DAD03-7EA8-480C-BE9E-52E579F4DA96}" dt="2022-09-03T23:54:55.973" v="4280" actId="47"/>
        <pc:sldMkLst>
          <pc:docMk/>
          <pc:sldMk cId="2935753278" sldId="535"/>
        </pc:sldMkLst>
      </pc:sldChg>
      <pc:sldChg chg="add del">
        <pc:chgData name="Jaime De Leon R." userId="6107559c-c399-4371-a23a-d124d3599f82" providerId="ADAL" clId="{624DAD03-7EA8-480C-BE9E-52E579F4DA96}" dt="2022-09-03T23:54:55.973" v="4280" actId="47"/>
        <pc:sldMkLst>
          <pc:docMk/>
          <pc:sldMk cId="1134128559" sldId="536"/>
        </pc:sldMkLst>
      </pc:sldChg>
      <pc:sldChg chg="add del">
        <pc:chgData name="Jaime De Leon R." userId="6107559c-c399-4371-a23a-d124d3599f82" providerId="ADAL" clId="{624DAD03-7EA8-480C-BE9E-52E579F4DA96}" dt="2022-09-03T23:55:21.316" v="4281" actId="47"/>
        <pc:sldMkLst>
          <pc:docMk/>
          <pc:sldMk cId="1804925177" sldId="538"/>
        </pc:sldMkLst>
      </pc:sldChg>
      <pc:sldChg chg="add del">
        <pc:chgData name="Jaime De Leon R." userId="6107559c-c399-4371-a23a-d124d3599f82" providerId="ADAL" clId="{624DAD03-7EA8-480C-BE9E-52E579F4DA96}" dt="2022-09-03T23:55:21.316" v="4281" actId="47"/>
        <pc:sldMkLst>
          <pc:docMk/>
          <pc:sldMk cId="503910773" sldId="539"/>
        </pc:sldMkLst>
      </pc:sldChg>
      <pc:sldChg chg="add del">
        <pc:chgData name="Jaime De Leon R." userId="6107559c-c399-4371-a23a-d124d3599f82" providerId="ADAL" clId="{624DAD03-7EA8-480C-BE9E-52E579F4DA96}" dt="2022-09-03T23:55:21.316" v="4281" actId="47"/>
        <pc:sldMkLst>
          <pc:docMk/>
          <pc:sldMk cId="1465730232" sldId="540"/>
        </pc:sldMkLst>
      </pc:sldChg>
      <pc:sldChg chg="add del">
        <pc:chgData name="Jaime De Leon R." userId="6107559c-c399-4371-a23a-d124d3599f82" providerId="ADAL" clId="{624DAD03-7EA8-480C-BE9E-52E579F4DA96}" dt="2022-09-03T23:55:21.316" v="4281" actId="47"/>
        <pc:sldMkLst>
          <pc:docMk/>
          <pc:sldMk cId="2937650025" sldId="541"/>
        </pc:sldMkLst>
      </pc:sldChg>
      <pc:sldChg chg="add del">
        <pc:chgData name="Jaime De Leon R." userId="6107559c-c399-4371-a23a-d124d3599f82" providerId="ADAL" clId="{624DAD03-7EA8-480C-BE9E-52E579F4DA96}" dt="2022-09-03T23:55:21.316" v="4281" actId="47"/>
        <pc:sldMkLst>
          <pc:docMk/>
          <pc:sldMk cId="2491228727" sldId="542"/>
        </pc:sldMkLst>
      </pc:sldChg>
      <pc:sldChg chg="add del">
        <pc:chgData name="Jaime De Leon R." userId="6107559c-c399-4371-a23a-d124d3599f82" providerId="ADAL" clId="{624DAD03-7EA8-480C-BE9E-52E579F4DA96}" dt="2022-09-03T23:55:21.316" v="4281" actId="47"/>
        <pc:sldMkLst>
          <pc:docMk/>
          <pc:sldMk cId="3455025015" sldId="543"/>
        </pc:sldMkLst>
      </pc:sldChg>
      <pc:sldChg chg="add del">
        <pc:chgData name="Jaime De Leon R." userId="6107559c-c399-4371-a23a-d124d3599f82" providerId="ADAL" clId="{624DAD03-7EA8-480C-BE9E-52E579F4DA96}" dt="2022-09-03T23:55:21.316" v="4281" actId="47"/>
        <pc:sldMkLst>
          <pc:docMk/>
          <pc:sldMk cId="905961480" sldId="544"/>
        </pc:sldMkLst>
      </pc:sldChg>
      <pc:sldChg chg="add del">
        <pc:chgData name="Jaime De Leon R." userId="6107559c-c399-4371-a23a-d124d3599f82" providerId="ADAL" clId="{624DAD03-7EA8-480C-BE9E-52E579F4DA96}" dt="2022-09-03T23:55:21.316" v="4281" actId="47"/>
        <pc:sldMkLst>
          <pc:docMk/>
          <pc:sldMk cId="137978739" sldId="545"/>
        </pc:sldMkLst>
      </pc:sldChg>
      <pc:sldChg chg="add del">
        <pc:chgData name="Jaime De Leon R." userId="6107559c-c399-4371-a23a-d124d3599f82" providerId="ADAL" clId="{624DAD03-7EA8-480C-BE9E-52E579F4DA96}" dt="2022-09-03T23:55:21.316" v="4281" actId="47"/>
        <pc:sldMkLst>
          <pc:docMk/>
          <pc:sldMk cId="1866134819" sldId="546"/>
        </pc:sldMkLst>
      </pc:sldChg>
      <pc:sldChg chg="add del">
        <pc:chgData name="Jaime De Leon R." userId="6107559c-c399-4371-a23a-d124d3599f82" providerId="ADAL" clId="{624DAD03-7EA8-480C-BE9E-52E579F4DA96}" dt="2022-09-03T23:54:55.973" v="4280" actId="47"/>
        <pc:sldMkLst>
          <pc:docMk/>
          <pc:sldMk cId="3346853158" sldId="552"/>
        </pc:sldMkLst>
      </pc:sldChg>
      <pc:sldChg chg="add">
        <pc:chgData name="Jaime De Leon R." userId="6107559c-c399-4371-a23a-d124d3599f82" providerId="ADAL" clId="{624DAD03-7EA8-480C-BE9E-52E579F4DA96}" dt="2022-10-03T03:35:11.901" v="4284"/>
        <pc:sldMkLst>
          <pc:docMk/>
          <pc:sldMk cId="3839550423" sldId="583"/>
        </pc:sldMkLst>
      </pc:sldChg>
      <pc:sldChg chg="add">
        <pc:chgData name="Jaime De Leon R." userId="6107559c-c399-4371-a23a-d124d3599f82" providerId="ADAL" clId="{624DAD03-7EA8-480C-BE9E-52E579F4DA96}" dt="2022-10-03T03:35:11.901" v="4284"/>
        <pc:sldMkLst>
          <pc:docMk/>
          <pc:sldMk cId="1925147524" sldId="584"/>
        </pc:sldMkLst>
      </pc:sldChg>
      <pc:sldChg chg="add">
        <pc:chgData name="Jaime De Leon R." userId="6107559c-c399-4371-a23a-d124d3599f82" providerId="ADAL" clId="{624DAD03-7EA8-480C-BE9E-52E579F4DA96}" dt="2022-10-03T03:37:29.142" v="4288"/>
        <pc:sldMkLst>
          <pc:docMk/>
          <pc:sldMk cId="542142539" sldId="585"/>
        </pc:sldMkLst>
      </pc:sldChg>
      <pc:sldChg chg="add">
        <pc:chgData name="Jaime De Leon R." userId="6107559c-c399-4371-a23a-d124d3599f82" providerId="ADAL" clId="{624DAD03-7EA8-480C-BE9E-52E579F4DA96}" dt="2022-10-03T03:37:29.142" v="4288"/>
        <pc:sldMkLst>
          <pc:docMk/>
          <pc:sldMk cId="2568195192" sldId="586"/>
        </pc:sldMkLst>
      </pc:sldChg>
      <pc:sldChg chg="add">
        <pc:chgData name="Jaime De Leon R." userId="6107559c-c399-4371-a23a-d124d3599f82" providerId="ADAL" clId="{624DAD03-7EA8-480C-BE9E-52E579F4DA96}" dt="2022-10-03T03:35:11.901" v="4284"/>
        <pc:sldMkLst>
          <pc:docMk/>
          <pc:sldMk cId="1294181688" sldId="588"/>
        </pc:sldMkLst>
      </pc:sldChg>
      <pc:sldChg chg="add">
        <pc:chgData name="Jaime De Leon R." userId="6107559c-c399-4371-a23a-d124d3599f82" providerId="ADAL" clId="{624DAD03-7EA8-480C-BE9E-52E579F4DA96}" dt="2022-10-03T03:35:11.901" v="4284"/>
        <pc:sldMkLst>
          <pc:docMk/>
          <pc:sldMk cId="3649188670" sldId="590"/>
        </pc:sldMkLst>
      </pc:sldChg>
      <pc:sldChg chg="add">
        <pc:chgData name="Jaime De Leon R." userId="6107559c-c399-4371-a23a-d124d3599f82" providerId="ADAL" clId="{624DAD03-7EA8-480C-BE9E-52E579F4DA96}" dt="2022-10-03T03:35:11.901" v="4284"/>
        <pc:sldMkLst>
          <pc:docMk/>
          <pc:sldMk cId="152362892" sldId="591"/>
        </pc:sldMkLst>
      </pc:sldChg>
      <pc:sldChg chg="add">
        <pc:chgData name="Jaime De Leon R." userId="6107559c-c399-4371-a23a-d124d3599f82" providerId="ADAL" clId="{624DAD03-7EA8-480C-BE9E-52E579F4DA96}" dt="2022-10-03T03:35:11.901" v="4284"/>
        <pc:sldMkLst>
          <pc:docMk/>
          <pc:sldMk cId="4145769165" sldId="592"/>
        </pc:sldMkLst>
      </pc:sldChg>
      <pc:sldChg chg="add">
        <pc:chgData name="Jaime De Leon R." userId="6107559c-c399-4371-a23a-d124d3599f82" providerId="ADAL" clId="{624DAD03-7EA8-480C-BE9E-52E579F4DA96}" dt="2022-10-03T03:35:11.901" v="4284"/>
        <pc:sldMkLst>
          <pc:docMk/>
          <pc:sldMk cId="1999238543" sldId="593"/>
        </pc:sldMkLst>
      </pc:sldChg>
      <pc:sldChg chg="add">
        <pc:chgData name="Jaime De Leon R." userId="6107559c-c399-4371-a23a-d124d3599f82" providerId="ADAL" clId="{624DAD03-7EA8-480C-BE9E-52E579F4DA96}" dt="2022-10-03T03:35:11.901" v="4284"/>
        <pc:sldMkLst>
          <pc:docMk/>
          <pc:sldMk cId="4027041471" sldId="594"/>
        </pc:sldMkLst>
      </pc:sldChg>
      <pc:sldChg chg="add">
        <pc:chgData name="Jaime De Leon R." userId="6107559c-c399-4371-a23a-d124d3599f82" providerId="ADAL" clId="{624DAD03-7EA8-480C-BE9E-52E579F4DA96}" dt="2022-10-03T03:35:11.901" v="4284"/>
        <pc:sldMkLst>
          <pc:docMk/>
          <pc:sldMk cId="1170472305" sldId="595"/>
        </pc:sldMkLst>
      </pc:sldChg>
      <pc:sldChg chg="add">
        <pc:chgData name="Jaime De Leon R." userId="6107559c-c399-4371-a23a-d124d3599f82" providerId="ADAL" clId="{624DAD03-7EA8-480C-BE9E-52E579F4DA96}" dt="2022-10-03T03:35:11.901" v="4284"/>
        <pc:sldMkLst>
          <pc:docMk/>
          <pc:sldMk cId="119994796" sldId="596"/>
        </pc:sldMkLst>
      </pc:sldChg>
      <pc:sldChg chg="add">
        <pc:chgData name="Jaime De Leon R." userId="6107559c-c399-4371-a23a-d124d3599f82" providerId="ADAL" clId="{624DAD03-7EA8-480C-BE9E-52E579F4DA96}" dt="2022-10-03T03:35:11.901" v="4284"/>
        <pc:sldMkLst>
          <pc:docMk/>
          <pc:sldMk cId="2310703351" sldId="597"/>
        </pc:sldMkLst>
      </pc:sldChg>
      <pc:sldChg chg="add">
        <pc:chgData name="Jaime De Leon R." userId="6107559c-c399-4371-a23a-d124d3599f82" providerId="ADAL" clId="{624DAD03-7EA8-480C-BE9E-52E579F4DA96}" dt="2022-10-03T03:35:11.901" v="4284"/>
        <pc:sldMkLst>
          <pc:docMk/>
          <pc:sldMk cId="472173274" sldId="599"/>
        </pc:sldMkLst>
      </pc:sldChg>
      <pc:sldChg chg="add">
        <pc:chgData name="Jaime De Leon R." userId="6107559c-c399-4371-a23a-d124d3599f82" providerId="ADAL" clId="{624DAD03-7EA8-480C-BE9E-52E579F4DA96}" dt="2022-10-03T03:35:11.901" v="4284"/>
        <pc:sldMkLst>
          <pc:docMk/>
          <pc:sldMk cId="1190243216" sldId="600"/>
        </pc:sldMkLst>
      </pc:sldChg>
      <pc:sldChg chg="add del">
        <pc:chgData name="Jaime De Leon R." userId="6107559c-c399-4371-a23a-d124d3599f82" providerId="ADAL" clId="{624DAD03-7EA8-480C-BE9E-52E579F4DA96}" dt="2022-10-03T03:36:31.927" v="4286" actId="47"/>
        <pc:sldMkLst>
          <pc:docMk/>
          <pc:sldMk cId="2058396246" sldId="601"/>
        </pc:sldMkLst>
      </pc:sldChg>
      <pc:sldChg chg="add del">
        <pc:chgData name="Jaime De Leon R." userId="6107559c-c399-4371-a23a-d124d3599f82" providerId="ADAL" clId="{624DAD03-7EA8-480C-BE9E-52E579F4DA96}" dt="2022-10-03T03:36:31.927" v="4286" actId="47"/>
        <pc:sldMkLst>
          <pc:docMk/>
          <pc:sldMk cId="1925789401" sldId="602"/>
        </pc:sldMkLst>
      </pc:sldChg>
      <pc:sldChg chg="add">
        <pc:chgData name="Jaime De Leon R." userId="6107559c-c399-4371-a23a-d124d3599f82" providerId="ADAL" clId="{624DAD03-7EA8-480C-BE9E-52E579F4DA96}" dt="2022-10-03T03:35:11.901" v="4284"/>
        <pc:sldMkLst>
          <pc:docMk/>
          <pc:sldMk cId="4048834710" sldId="603"/>
        </pc:sldMkLst>
      </pc:sldChg>
      <pc:sldChg chg="add">
        <pc:chgData name="Jaime De Leon R." userId="6107559c-c399-4371-a23a-d124d3599f82" providerId="ADAL" clId="{624DAD03-7EA8-480C-BE9E-52E579F4DA96}" dt="2022-10-03T03:35:11.901" v="4284"/>
        <pc:sldMkLst>
          <pc:docMk/>
          <pc:sldMk cId="2002411937" sldId="604"/>
        </pc:sldMkLst>
      </pc:sldChg>
      <pc:sldChg chg="add del">
        <pc:chgData name="Jaime De Leon R." userId="6107559c-c399-4371-a23a-d124d3599f82" providerId="ADAL" clId="{624DAD03-7EA8-480C-BE9E-52E579F4DA96}" dt="2022-10-23T23:41:01.643" v="6944" actId="47"/>
        <pc:sldMkLst>
          <pc:docMk/>
          <pc:sldMk cId="4079971587" sldId="605"/>
        </pc:sldMkLst>
      </pc:sldChg>
      <pc:sldChg chg="add del">
        <pc:chgData name="Jaime De Leon R." userId="6107559c-c399-4371-a23a-d124d3599f82" providerId="ADAL" clId="{624DAD03-7EA8-480C-BE9E-52E579F4DA96}" dt="2022-10-03T03:36:31.927" v="4286" actId="47"/>
        <pc:sldMkLst>
          <pc:docMk/>
          <pc:sldMk cId="3045083773" sldId="606"/>
        </pc:sldMkLst>
      </pc:sldChg>
      <pc:sldChg chg="add del">
        <pc:chgData name="Jaime De Leon R." userId="6107559c-c399-4371-a23a-d124d3599f82" providerId="ADAL" clId="{624DAD03-7EA8-480C-BE9E-52E579F4DA96}" dt="2022-10-03T03:36:41.833" v="4287" actId="47"/>
        <pc:sldMkLst>
          <pc:docMk/>
          <pc:sldMk cId="388991424" sldId="607"/>
        </pc:sldMkLst>
      </pc:sldChg>
      <pc:sldChg chg="add del">
        <pc:chgData name="Jaime De Leon R." userId="6107559c-c399-4371-a23a-d124d3599f82" providerId="ADAL" clId="{624DAD03-7EA8-480C-BE9E-52E579F4DA96}" dt="2022-10-03T03:38:29.907" v="4289" actId="47"/>
        <pc:sldMkLst>
          <pc:docMk/>
          <pc:sldMk cId="2931456062" sldId="608"/>
        </pc:sldMkLst>
      </pc:sldChg>
      <pc:sldChg chg="add del">
        <pc:chgData name="Jaime De Leon R." userId="6107559c-c399-4371-a23a-d124d3599f82" providerId="ADAL" clId="{624DAD03-7EA8-480C-BE9E-52E579F4DA96}" dt="2022-10-03T03:38:29.907" v="4289" actId="47"/>
        <pc:sldMkLst>
          <pc:docMk/>
          <pc:sldMk cId="974094546" sldId="609"/>
        </pc:sldMkLst>
      </pc:sldChg>
      <pc:sldChg chg="add del">
        <pc:chgData name="Jaime De Leon R." userId="6107559c-c399-4371-a23a-d124d3599f82" providerId="ADAL" clId="{624DAD03-7EA8-480C-BE9E-52E579F4DA96}" dt="2022-10-03T03:38:29.907" v="4289" actId="47"/>
        <pc:sldMkLst>
          <pc:docMk/>
          <pc:sldMk cId="3309374142" sldId="610"/>
        </pc:sldMkLst>
      </pc:sldChg>
      <pc:sldChg chg="add del">
        <pc:chgData name="Jaime De Leon R." userId="6107559c-c399-4371-a23a-d124d3599f82" providerId="ADAL" clId="{624DAD03-7EA8-480C-BE9E-52E579F4DA96}" dt="2022-10-03T03:38:29.907" v="4289" actId="47"/>
        <pc:sldMkLst>
          <pc:docMk/>
          <pc:sldMk cId="2066197317" sldId="611"/>
        </pc:sldMkLst>
      </pc:sldChg>
      <pc:sldChg chg="add del">
        <pc:chgData name="Jaime De Leon R." userId="6107559c-c399-4371-a23a-d124d3599f82" providerId="ADAL" clId="{624DAD03-7EA8-480C-BE9E-52E579F4DA96}" dt="2022-10-03T03:38:55.435" v="4290" actId="47"/>
        <pc:sldMkLst>
          <pc:docMk/>
          <pc:sldMk cId="66774029" sldId="612"/>
        </pc:sldMkLst>
      </pc:sldChg>
      <pc:sldChg chg="add del">
        <pc:chgData name="Jaime De Leon R." userId="6107559c-c399-4371-a23a-d124d3599f82" providerId="ADAL" clId="{624DAD03-7EA8-480C-BE9E-52E579F4DA96}" dt="2022-10-03T03:38:55.435" v="4290" actId="47"/>
        <pc:sldMkLst>
          <pc:docMk/>
          <pc:sldMk cId="3400506744" sldId="613"/>
        </pc:sldMkLst>
      </pc:sldChg>
      <pc:sldChg chg="add del">
        <pc:chgData name="Jaime De Leon R." userId="6107559c-c399-4371-a23a-d124d3599f82" providerId="ADAL" clId="{624DAD03-7EA8-480C-BE9E-52E579F4DA96}" dt="2022-10-03T03:38:55.435" v="4290" actId="47"/>
        <pc:sldMkLst>
          <pc:docMk/>
          <pc:sldMk cId="2988240738" sldId="614"/>
        </pc:sldMkLst>
      </pc:sldChg>
      <pc:sldChg chg="add del">
        <pc:chgData name="Jaime De Leon R." userId="6107559c-c399-4371-a23a-d124d3599f82" providerId="ADAL" clId="{624DAD03-7EA8-480C-BE9E-52E579F4DA96}" dt="2022-10-03T03:38:55.435" v="4290" actId="47"/>
        <pc:sldMkLst>
          <pc:docMk/>
          <pc:sldMk cId="2358543994" sldId="615"/>
        </pc:sldMkLst>
      </pc:sldChg>
      <pc:sldChg chg="add del">
        <pc:chgData name="Jaime De Leon R." userId="6107559c-c399-4371-a23a-d124d3599f82" providerId="ADAL" clId="{624DAD03-7EA8-480C-BE9E-52E579F4DA96}" dt="2022-10-03T03:38:55.435" v="4290" actId="47"/>
        <pc:sldMkLst>
          <pc:docMk/>
          <pc:sldMk cId="240917171" sldId="617"/>
        </pc:sldMkLst>
      </pc:sldChg>
      <pc:sldChg chg="add del">
        <pc:chgData name="Jaime De Leon R." userId="6107559c-c399-4371-a23a-d124d3599f82" providerId="ADAL" clId="{624DAD03-7EA8-480C-BE9E-52E579F4DA96}" dt="2022-10-03T03:38:55.435" v="4290" actId="47"/>
        <pc:sldMkLst>
          <pc:docMk/>
          <pc:sldMk cId="2832797935" sldId="618"/>
        </pc:sldMkLst>
      </pc:sldChg>
      <pc:sldChg chg="add del">
        <pc:chgData name="Jaime De Leon R." userId="6107559c-c399-4371-a23a-d124d3599f82" providerId="ADAL" clId="{624DAD03-7EA8-480C-BE9E-52E579F4DA96}" dt="2022-10-03T03:38:55.435" v="4290" actId="47"/>
        <pc:sldMkLst>
          <pc:docMk/>
          <pc:sldMk cId="1798945309" sldId="619"/>
        </pc:sldMkLst>
      </pc:sldChg>
      <pc:sldChg chg="add">
        <pc:chgData name="Jaime De Leon R." userId="6107559c-c399-4371-a23a-d124d3599f82" providerId="ADAL" clId="{624DAD03-7EA8-480C-BE9E-52E579F4DA96}" dt="2022-10-23T23:37:43.735" v="6937"/>
        <pc:sldMkLst>
          <pc:docMk/>
          <pc:sldMk cId="1681670386" sldId="659"/>
        </pc:sldMkLst>
      </pc:sldChg>
      <pc:sldChg chg="modSp add mod">
        <pc:chgData name="Jaime De Leon R." userId="6107559c-c399-4371-a23a-d124d3599f82" providerId="ADAL" clId="{624DAD03-7EA8-480C-BE9E-52E579F4DA96}" dt="2022-10-23T23:44:10.787" v="6946" actId="20577"/>
        <pc:sldMkLst>
          <pc:docMk/>
          <pc:sldMk cId="966110655" sldId="688"/>
        </pc:sldMkLst>
      </pc:sldChg>
      <pc:sldChg chg="add">
        <pc:chgData name="Jaime De Leon R." userId="6107559c-c399-4371-a23a-d124d3599f82" providerId="ADAL" clId="{624DAD03-7EA8-480C-BE9E-52E579F4DA96}" dt="2022-10-23T23:37:43.735" v="6937"/>
        <pc:sldMkLst>
          <pc:docMk/>
          <pc:sldMk cId="2457637234" sldId="689"/>
        </pc:sldMkLst>
      </pc:sldChg>
      <pc:sldChg chg="add">
        <pc:chgData name="Jaime De Leon R." userId="6107559c-c399-4371-a23a-d124d3599f82" providerId="ADAL" clId="{624DAD03-7EA8-480C-BE9E-52E579F4DA96}" dt="2022-08-17T01:43:32.118" v="2860"/>
        <pc:sldMkLst>
          <pc:docMk/>
          <pc:sldMk cId="3305992654" sldId="693"/>
        </pc:sldMkLst>
      </pc:sldChg>
      <pc:sldChg chg="add">
        <pc:chgData name="Jaime De Leon R." userId="6107559c-c399-4371-a23a-d124d3599f82" providerId="ADAL" clId="{624DAD03-7EA8-480C-BE9E-52E579F4DA96}" dt="2022-08-17T01:43:32.118" v="2860"/>
        <pc:sldMkLst>
          <pc:docMk/>
          <pc:sldMk cId="3808898665" sldId="694"/>
        </pc:sldMkLst>
      </pc:sldChg>
      <pc:sldChg chg="add">
        <pc:chgData name="Jaime De Leon R." userId="6107559c-c399-4371-a23a-d124d3599f82" providerId="ADAL" clId="{624DAD03-7EA8-480C-BE9E-52E579F4DA96}" dt="2022-08-17T02:05:00.146" v="3762"/>
        <pc:sldMkLst>
          <pc:docMk/>
          <pc:sldMk cId="2492453517" sldId="696"/>
        </pc:sldMkLst>
      </pc:sldChg>
      <pc:sldChg chg="delSp modSp add mod">
        <pc:chgData name="Jaime De Leon R." userId="6107559c-c399-4371-a23a-d124d3599f82" providerId="ADAL" clId="{624DAD03-7EA8-480C-BE9E-52E579F4DA96}" dt="2022-08-17T02:11:23.597" v="3814" actId="400"/>
        <pc:sldMkLst>
          <pc:docMk/>
          <pc:sldMk cId="379094115" sldId="697"/>
        </pc:sldMkLst>
      </pc:sldChg>
      <pc:sldChg chg="add del">
        <pc:chgData name="Jaime De Leon R." userId="6107559c-c399-4371-a23a-d124d3599f82" providerId="ADAL" clId="{624DAD03-7EA8-480C-BE9E-52E579F4DA96}" dt="2022-08-17T02:14:17.618" v="3819" actId="47"/>
        <pc:sldMkLst>
          <pc:docMk/>
          <pc:sldMk cId="3012260487" sldId="699"/>
        </pc:sldMkLst>
      </pc:sldChg>
      <pc:sldChg chg="add del">
        <pc:chgData name="Jaime De Leon R." userId="6107559c-c399-4371-a23a-d124d3599f82" providerId="ADAL" clId="{624DAD03-7EA8-480C-BE9E-52E579F4DA96}" dt="2022-08-17T02:15:21.622" v="3821" actId="47"/>
        <pc:sldMkLst>
          <pc:docMk/>
          <pc:sldMk cId="763880295" sldId="700"/>
        </pc:sldMkLst>
      </pc:sldChg>
      <pc:sldChg chg="add">
        <pc:chgData name="Jaime De Leon R." userId="6107559c-c399-4371-a23a-d124d3599f82" providerId="ADAL" clId="{624DAD03-7EA8-480C-BE9E-52E579F4DA96}" dt="2022-08-17T02:05:00.146" v="3762"/>
        <pc:sldMkLst>
          <pc:docMk/>
          <pc:sldMk cId="2078290383" sldId="701"/>
        </pc:sldMkLst>
      </pc:sldChg>
      <pc:sldChg chg="delSp add mod">
        <pc:chgData name="Jaime De Leon R." userId="6107559c-c399-4371-a23a-d124d3599f82" providerId="ADAL" clId="{624DAD03-7EA8-480C-BE9E-52E579F4DA96}" dt="2022-08-17T02:17:45.872" v="3825" actId="478"/>
        <pc:sldMkLst>
          <pc:docMk/>
          <pc:sldMk cId="1060920276" sldId="702"/>
        </pc:sldMkLst>
      </pc:sldChg>
      <pc:sldChg chg="add del">
        <pc:chgData name="Jaime De Leon R." userId="6107559c-c399-4371-a23a-d124d3599f82" providerId="ADAL" clId="{624DAD03-7EA8-480C-BE9E-52E579F4DA96}" dt="2022-08-17T02:19:07.017" v="3828" actId="47"/>
        <pc:sldMkLst>
          <pc:docMk/>
          <pc:sldMk cId="3054964822" sldId="703"/>
        </pc:sldMkLst>
      </pc:sldChg>
      <pc:sldChg chg="add del">
        <pc:chgData name="Jaime De Leon R." userId="6107559c-c399-4371-a23a-d124d3599f82" providerId="ADAL" clId="{624DAD03-7EA8-480C-BE9E-52E579F4DA96}" dt="2022-08-17T02:19:33.197" v="3829" actId="47"/>
        <pc:sldMkLst>
          <pc:docMk/>
          <pc:sldMk cId="4147447715" sldId="704"/>
        </pc:sldMkLst>
      </pc:sldChg>
      <pc:sldChg chg="add">
        <pc:chgData name="Jaime De Leon R." userId="6107559c-c399-4371-a23a-d124d3599f82" providerId="ADAL" clId="{624DAD03-7EA8-480C-BE9E-52E579F4DA96}" dt="2022-08-17T02:05:00.146" v="3762"/>
        <pc:sldMkLst>
          <pc:docMk/>
          <pc:sldMk cId="2207716749" sldId="705"/>
        </pc:sldMkLst>
      </pc:sldChg>
      <pc:sldChg chg="add">
        <pc:chgData name="Jaime De Leon R." userId="6107559c-c399-4371-a23a-d124d3599f82" providerId="ADAL" clId="{624DAD03-7EA8-480C-BE9E-52E579F4DA96}" dt="2022-08-17T02:05:00.146" v="3762"/>
        <pc:sldMkLst>
          <pc:docMk/>
          <pc:sldMk cId="3021828446" sldId="707"/>
        </pc:sldMkLst>
      </pc:sldChg>
      <pc:sldChg chg="add del">
        <pc:chgData name="Jaime De Leon R." userId="6107559c-c399-4371-a23a-d124d3599f82" providerId="ADAL" clId="{624DAD03-7EA8-480C-BE9E-52E579F4DA96}" dt="2022-10-03T03:38:55.435" v="4290" actId="47"/>
        <pc:sldMkLst>
          <pc:docMk/>
          <pc:sldMk cId="1129562056" sldId="710"/>
        </pc:sldMkLst>
      </pc:sldChg>
      <pc:sldChg chg="add del">
        <pc:chgData name="Jaime De Leon R." userId="6107559c-c399-4371-a23a-d124d3599f82" providerId="ADAL" clId="{624DAD03-7EA8-480C-BE9E-52E579F4DA96}" dt="2022-10-03T03:38:55.435" v="4290" actId="47"/>
        <pc:sldMkLst>
          <pc:docMk/>
          <pc:sldMk cId="2049261160" sldId="711"/>
        </pc:sldMkLst>
      </pc:sldChg>
      <pc:sldChg chg="add del">
        <pc:chgData name="Jaime De Leon R." userId="6107559c-c399-4371-a23a-d124d3599f82" providerId="ADAL" clId="{624DAD03-7EA8-480C-BE9E-52E579F4DA96}" dt="2022-10-03T03:38:55.435" v="4290" actId="47"/>
        <pc:sldMkLst>
          <pc:docMk/>
          <pc:sldMk cId="52538879" sldId="712"/>
        </pc:sldMkLst>
      </pc:sldChg>
      <pc:sldChg chg="add del">
        <pc:chgData name="Jaime De Leon R." userId="6107559c-c399-4371-a23a-d124d3599f82" providerId="ADAL" clId="{624DAD03-7EA8-480C-BE9E-52E579F4DA96}" dt="2022-10-03T03:38:55.435" v="4290" actId="47"/>
        <pc:sldMkLst>
          <pc:docMk/>
          <pc:sldMk cId="1378853420" sldId="713"/>
        </pc:sldMkLst>
      </pc:sldChg>
      <pc:sldChg chg="add del">
        <pc:chgData name="Jaime De Leon R." userId="6107559c-c399-4371-a23a-d124d3599f82" providerId="ADAL" clId="{624DAD03-7EA8-480C-BE9E-52E579F4DA96}" dt="2022-10-03T03:38:55.435" v="4290" actId="47"/>
        <pc:sldMkLst>
          <pc:docMk/>
          <pc:sldMk cId="4154139303" sldId="714"/>
        </pc:sldMkLst>
      </pc:sldChg>
      <pc:sldChg chg="add">
        <pc:chgData name="Jaime De Leon R." userId="6107559c-c399-4371-a23a-d124d3599f82" providerId="ADAL" clId="{624DAD03-7EA8-480C-BE9E-52E579F4DA96}" dt="2022-10-23T23:37:43.735" v="6937"/>
        <pc:sldMkLst>
          <pc:docMk/>
          <pc:sldMk cId="1058466418" sldId="719"/>
        </pc:sldMkLst>
      </pc:sldChg>
      <pc:sldChg chg="add">
        <pc:chgData name="Jaime De Leon R." userId="6107559c-c399-4371-a23a-d124d3599f82" providerId="ADAL" clId="{624DAD03-7EA8-480C-BE9E-52E579F4DA96}" dt="2022-10-23T23:37:43.735" v="6937"/>
        <pc:sldMkLst>
          <pc:docMk/>
          <pc:sldMk cId="1926229604" sldId="728"/>
        </pc:sldMkLst>
      </pc:sldChg>
      <pc:sldChg chg="add">
        <pc:chgData name="Jaime De Leon R." userId="6107559c-c399-4371-a23a-d124d3599f82" providerId="ADAL" clId="{624DAD03-7EA8-480C-BE9E-52E579F4DA96}" dt="2022-10-23T23:37:43.735" v="6937"/>
        <pc:sldMkLst>
          <pc:docMk/>
          <pc:sldMk cId="3351641799" sldId="730"/>
        </pc:sldMkLst>
      </pc:sldChg>
      <pc:sldChg chg="add">
        <pc:chgData name="Jaime De Leon R." userId="6107559c-c399-4371-a23a-d124d3599f82" providerId="ADAL" clId="{624DAD03-7EA8-480C-BE9E-52E579F4DA96}" dt="2022-10-23T23:37:43.735" v="6937"/>
        <pc:sldMkLst>
          <pc:docMk/>
          <pc:sldMk cId="3108000985" sldId="741"/>
        </pc:sldMkLst>
      </pc:sldChg>
      <pc:sldChg chg="add">
        <pc:chgData name="Jaime De Leon R." userId="6107559c-c399-4371-a23a-d124d3599f82" providerId="ADAL" clId="{624DAD03-7EA8-480C-BE9E-52E579F4DA96}" dt="2022-10-23T23:37:43.735" v="6937"/>
        <pc:sldMkLst>
          <pc:docMk/>
          <pc:sldMk cId="1549180168" sldId="742"/>
        </pc:sldMkLst>
      </pc:sldChg>
      <pc:sldChg chg="add">
        <pc:chgData name="Jaime De Leon R." userId="6107559c-c399-4371-a23a-d124d3599f82" providerId="ADAL" clId="{624DAD03-7EA8-480C-BE9E-52E579F4DA96}" dt="2022-10-23T23:37:43.735" v="6937"/>
        <pc:sldMkLst>
          <pc:docMk/>
          <pc:sldMk cId="1567137301" sldId="753"/>
        </pc:sldMkLst>
      </pc:sldChg>
      <pc:sldChg chg="add">
        <pc:chgData name="Jaime De Leon R." userId="6107559c-c399-4371-a23a-d124d3599f82" providerId="ADAL" clId="{624DAD03-7EA8-480C-BE9E-52E579F4DA96}" dt="2022-10-23T23:37:43.735" v="6937"/>
        <pc:sldMkLst>
          <pc:docMk/>
          <pc:sldMk cId="1667395908" sldId="754"/>
        </pc:sldMkLst>
      </pc:sldChg>
      <pc:sldChg chg="add">
        <pc:chgData name="Jaime De Leon R." userId="6107559c-c399-4371-a23a-d124d3599f82" providerId="ADAL" clId="{624DAD03-7EA8-480C-BE9E-52E579F4DA96}" dt="2022-10-23T23:37:43.735" v="6937"/>
        <pc:sldMkLst>
          <pc:docMk/>
          <pc:sldMk cId="2524261736" sldId="756"/>
        </pc:sldMkLst>
      </pc:sldChg>
      <pc:sldChg chg="add">
        <pc:chgData name="Jaime De Leon R." userId="6107559c-c399-4371-a23a-d124d3599f82" providerId="ADAL" clId="{624DAD03-7EA8-480C-BE9E-52E579F4DA96}" dt="2022-08-17T01:32:33.063" v="2738"/>
        <pc:sldMkLst>
          <pc:docMk/>
          <pc:sldMk cId="109315005" sldId="794"/>
        </pc:sldMkLst>
      </pc:sldChg>
      <pc:sldChg chg="add">
        <pc:chgData name="Jaime De Leon R." userId="6107559c-c399-4371-a23a-d124d3599f82" providerId="ADAL" clId="{624DAD03-7EA8-480C-BE9E-52E579F4DA96}" dt="2022-08-17T01:43:32.118" v="2860"/>
        <pc:sldMkLst>
          <pc:docMk/>
          <pc:sldMk cId="4047069567" sldId="795"/>
        </pc:sldMkLst>
      </pc:sldChg>
      <pc:sldChg chg="add">
        <pc:chgData name="Jaime De Leon R." userId="6107559c-c399-4371-a23a-d124d3599f82" providerId="ADAL" clId="{624DAD03-7EA8-480C-BE9E-52E579F4DA96}" dt="2022-08-14T21:56:45.960" v="2180"/>
        <pc:sldMkLst>
          <pc:docMk/>
          <pc:sldMk cId="571127477" sldId="796"/>
        </pc:sldMkLst>
      </pc:sldChg>
      <pc:sldChg chg="add">
        <pc:chgData name="Jaime De Leon R." userId="6107559c-c399-4371-a23a-d124d3599f82" providerId="ADAL" clId="{624DAD03-7EA8-480C-BE9E-52E579F4DA96}" dt="2022-08-14T21:56:45.960" v="2180"/>
        <pc:sldMkLst>
          <pc:docMk/>
          <pc:sldMk cId="2186854291" sldId="798"/>
        </pc:sldMkLst>
      </pc:sldChg>
      <pc:sldChg chg="add del">
        <pc:chgData name="Jaime De Leon R." userId="6107559c-c399-4371-a23a-d124d3599f82" providerId="ADAL" clId="{624DAD03-7EA8-480C-BE9E-52E579F4DA96}" dt="2022-08-17T01:42:22.010" v="2859" actId="47"/>
        <pc:sldMkLst>
          <pc:docMk/>
          <pc:sldMk cId="2017715392" sldId="800"/>
        </pc:sldMkLst>
      </pc:sldChg>
      <pc:sldChg chg="add">
        <pc:chgData name="Jaime De Leon R." userId="6107559c-c399-4371-a23a-d124d3599f82" providerId="ADAL" clId="{624DAD03-7EA8-480C-BE9E-52E579F4DA96}" dt="2022-08-31T03:08:44.336" v="4096"/>
        <pc:sldMkLst>
          <pc:docMk/>
          <pc:sldMk cId="2284881780" sldId="804"/>
        </pc:sldMkLst>
      </pc:sldChg>
      <pc:sldChg chg="add">
        <pc:chgData name="Jaime De Leon R." userId="6107559c-c399-4371-a23a-d124d3599f82" providerId="ADAL" clId="{624DAD03-7EA8-480C-BE9E-52E579F4DA96}" dt="2022-08-31T03:09:21.122" v="4097"/>
        <pc:sldMkLst>
          <pc:docMk/>
          <pc:sldMk cId="2032856674" sldId="814"/>
        </pc:sldMkLst>
      </pc:sldChg>
      <pc:sldChg chg="add">
        <pc:chgData name="Jaime De Leon R." userId="6107559c-c399-4371-a23a-d124d3599f82" providerId="ADAL" clId="{624DAD03-7EA8-480C-BE9E-52E579F4DA96}" dt="2022-08-31T03:09:21.122" v="4097"/>
        <pc:sldMkLst>
          <pc:docMk/>
          <pc:sldMk cId="2822013254" sldId="815"/>
        </pc:sldMkLst>
      </pc:sldChg>
      <pc:sldChg chg="delSp add mod">
        <pc:chgData name="Jaime De Leon R." userId="6107559c-c399-4371-a23a-d124d3599f82" providerId="ADAL" clId="{624DAD03-7EA8-480C-BE9E-52E579F4DA96}" dt="2022-08-17T02:07:30.188" v="3775" actId="478"/>
        <pc:sldMkLst>
          <pc:docMk/>
          <pc:sldMk cId="2017691966" sldId="826"/>
        </pc:sldMkLst>
      </pc:sldChg>
      <pc:sldChg chg="modSp add mod">
        <pc:chgData name="Jaime De Leon R." userId="6107559c-c399-4371-a23a-d124d3599f82" providerId="ADAL" clId="{624DAD03-7EA8-480C-BE9E-52E579F4DA96}" dt="2022-08-17T02:08:52.993" v="3802" actId="20577"/>
        <pc:sldMkLst>
          <pc:docMk/>
          <pc:sldMk cId="289533421" sldId="827"/>
        </pc:sldMkLst>
      </pc:sldChg>
      <pc:sldChg chg="delSp add mod">
        <pc:chgData name="Jaime De Leon R." userId="6107559c-c399-4371-a23a-d124d3599f82" providerId="ADAL" clId="{624DAD03-7EA8-480C-BE9E-52E579F4DA96}" dt="2022-08-17T02:09:38.860" v="3805" actId="478"/>
        <pc:sldMkLst>
          <pc:docMk/>
          <pc:sldMk cId="4198439349" sldId="828"/>
        </pc:sldMkLst>
      </pc:sldChg>
      <pc:sldChg chg="add del">
        <pc:chgData name="Jaime De Leon R." userId="6107559c-c399-4371-a23a-d124d3599f82" providerId="ADAL" clId="{624DAD03-7EA8-480C-BE9E-52E579F4DA96}" dt="2022-08-17T02:14:16.751" v="3818" actId="47"/>
        <pc:sldMkLst>
          <pc:docMk/>
          <pc:sldMk cId="4150134928" sldId="829"/>
        </pc:sldMkLst>
      </pc:sldChg>
      <pc:sldChg chg="add del">
        <pc:chgData name="Jaime De Leon R." userId="6107559c-c399-4371-a23a-d124d3599f82" providerId="ADAL" clId="{624DAD03-7EA8-480C-BE9E-52E579F4DA96}" dt="2022-08-17T02:15:08.284" v="3820" actId="47"/>
        <pc:sldMkLst>
          <pc:docMk/>
          <pc:sldMk cId="3412426137" sldId="830"/>
        </pc:sldMkLst>
      </pc:sldChg>
      <pc:sldChg chg="add del">
        <pc:chgData name="Jaime De Leon R." userId="6107559c-c399-4371-a23a-d124d3599f82" providerId="ADAL" clId="{624DAD03-7EA8-480C-BE9E-52E579F4DA96}" dt="2022-08-17T02:20:21.824" v="3830" actId="47"/>
        <pc:sldMkLst>
          <pc:docMk/>
          <pc:sldMk cId="1201512761" sldId="831"/>
        </pc:sldMkLst>
      </pc:sldChg>
      <pc:sldChg chg="add del">
        <pc:chgData name="Jaime De Leon R." userId="6107559c-c399-4371-a23a-d124d3599f82" providerId="ADAL" clId="{624DAD03-7EA8-480C-BE9E-52E579F4DA96}" dt="2022-08-17T02:20:55.022" v="3833" actId="47"/>
        <pc:sldMkLst>
          <pc:docMk/>
          <pc:sldMk cId="2800070056" sldId="832"/>
        </pc:sldMkLst>
      </pc:sldChg>
      <pc:sldChg chg="add del">
        <pc:chgData name="Jaime De Leon R." userId="6107559c-c399-4371-a23a-d124d3599f82" providerId="ADAL" clId="{624DAD03-7EA8-480C-BE9E-52E579F4DA96}" dt="2022-08-17T02:21:00.914" v="3834" actId="47"/>
        <pc:sldMkLst>
          <pc:docMk/>
          <pc:sldMk cId="2456652537" sldId="833"/>
        </pc:sldMkLst>
      </pc:sldChg>
      <pc:sldChg chg="add del">
        <pc:chgData name="Jaime De Leon R." userId="6107559c-c399-4371-a23a-d124d3599f82" providerId="ADAL" clId="{624DAD03-7EA8-480C-BE9E-52E579F4DA96}" dt="2022-08-17T02:21:08.337" v="3836" actId="47"/>
        <pc:sldMkLst>
          <pc:docMk/>
          <pc:sldMk cId="2536136532" sldId="834"/>
        </pc:sldMkLst>
      </pc:sldChg>
      <pc:sldChg chg="add del">
        <pc:chgData name="Jaime De Leon R." userId="6107559c-c399-4371-a23a-d124d3599f82" providerId="ADAL" clId="{624DAD03-7EA8-480C-BE9E-52E579F4DA96}" dt="2022-08-17T02:21:16.921" v="3837" actId="47"/>
        <pc:sldMkLst>
          <pc:docMk/>
          <pc:sldMk cId="4231202297" sldId="835"/>
        </pc:sldMkLst>
      </pc:sldChg>
      <pc:sldChg chg="delSp add mod">
        <pc:chgData name="Jaime De Leon R." userId="6107559c-c399-4371-a23a-d124d3599f82" providerId="ADAL" clId="{624DAD03-7EA8-480C-BE9E-52E579F4DA96}" dt="2022-08-17T02:18:15.814" v="3826" actId="478"/>
        <pc:sldMkLst>
          <pc:docMk/>
          <pc:sldMk cId="3253811788" sldId="836"/>
        </pc:sldMkLst>
      </pc:sldChg>
      <pc:sldChg chg="add del">
        <pc:chgData name="Jaime De Leon R." userId="6107559c-c399-4371-a23a-d124d3599f82" providerId="ADAL" clId="{624DAD03-7EA8-480C-BE9E-52E579F4DA96}" dt="2022-08-17T02:25:31.650" v="3866" actId="47"/>
        <pc:sldMkLst>
          <pc:docMk/>
          <pc:sldMk cId="3615009230" sldId="841"/>
        </pc:sldMkLst>
      </pc:sldChg>
      <pc:sldChg chg="add">
        <pc:chgData name="Jaime De Leon R." userId="6107559c-c399-4371-a23a-d124d3599f82" providerId="ADAL" clId="{624DAD03-7EA8-480C-BE9E-52E579F4DA96}" dt="2022-08-17T02:05:00.146" v="3762"/>
        <pc:sldMkLst>
          <pc:docMk/>
          <pc:sldMk cId="2303947411" sldId="842"/>
        </pc:sldMkLst>
      </pc:sldChg>
      <pc:sldChg chg="add del">
        <pc:chgData name="Jaime De Leon R." userId="6107559c-c399-4371-a23a-d124d3599f82" providerId="ADAL" clId="{624DAD03-7EA8-480C-BE9E-52E579F4DA96}" dt="2022-08-17T02:21:29.762" v="3839" actId="47"/>
        <pc:sldMkLst>
          <pc:docMk/>
          <pc:sldMk cId="49960499" sldId="844"/>
        </pc:sldMkLst>
      </pc:sldChg>
      <pc:sldChg chg="add del">
        <pc:chgData name="Jaime De Leon R." userId="6107559c-c399-4371-a23a-d124d3599f82" providerId="ADAL" clId="{624DAD03-7EA8-480C-BE9E-52E579F4DA96}" dt="2022-08-17T02:20:45.970" v="3831" actId="47"/>
        <pc:sldMkLst>
          <pc:docMk/>
          <pc:sldMk cId="3797511031" sldId="846"/>
        </pc:sldMkLst>
      </pc:sldChg>
      <pc:sldChg chg="add del">
        <pc:chgData name="Jaime De Leon R." userId="6107559c-c399-4371-a23a-d124d3599f82" providerId="ADAL" clId="{624DAD03-7EA8-480C-BE9E-52E579F4DA96}" dt="2022-08-17T02:20:54.266" v="3832" actId="47"/>
        <pc:sldMkLst>
          <pc:docMk/>
          <pc:sldMk cId="2948181303" sldId="847"/>
        </pc:sldMkLst>
      </pc:sldChg>
      <pc:sldChg chg="add">
        <pc:chgData name="Jaime De Leon R." userId="6107559c-c399-4371-a23a-d124d3599f82" providerId="ADAL" clId="{624DAD03-7EA8-480C-BE9E-52E579F4DA96}" dt="2022-08-17T02:05:00.146" v="3762"/>
        <pc:sldMkLst>
          <pc:docMk/>
          <pc:sldMk cId="1667041698" sldId="848"/>
        </pc:sldMkLst>
      </pc:sldChg>
      <pc:sldChg chg="delSp add mod">
        <pc:chgData name="Jaime De Leon R." userId="6107559c-c399-4371-a23a-d124d3599f82" providerId="ADAL" clId="{624DAD03-7EA8-480C-BE9E-52E579F4DA96}" dt="2022-08-17T02:18:41.123" v="3827" actId="478"/>
        <pc:sldMkLst>
          <pc:docMk/>
          <pc:sldMk cId="888963773" sldId="849"/>
        </pc:sldMkLst>
      </pc:sldChg>
      <pc:sldChg chg="add del">
        <pc:chgData name="Jaime De Leon R." userId="6107559c-c399-4371-a23a-d124d3599f82" providerId="ADAL" clId="{624DAD03-7EA8-480C-BE9E-52E579F4DA96}" dt="2022-08-17T02:26:17.216" v="3869" actId="47"/>
        <pc:sldMkLst>
          <pc:docMk/>
          <pc:sldMk cId="157077004" sldId="850"/>
        </pc:sldMkLst>
      </pc:sldChg>
      <pc:sldChg chg="add">
        <pc:chgData name="Jaime De Leon R." userId="6107559c-c399-4371-a23a-d124d3599f82" providerId="ADAL" clId="{624DAD03-7EA8-480C-BE9E-52E579F4DA96}" dt="2022-09-03T23:34:34.762" v="4104"/>
        <pc:sldMkLst>
          <pc:docMk/>
          <pc:sldMk cId="1424947504" sldId="852"/>
        </pc:sldMkLst>
      </pc:sldChg>
      <pc:sldChg chg="add">
        <pc:chgData name="Jaime De Leon R." userId="6107559c-c399-4371-a23a-d124d3599f82" providerId="ADAL" clId="{624DAD03-7EA8-480C-BE9E-52E579F4DA96}" dt="2022-09-03T23:34:34.762" v="4104"/>
        <pc:sldMkLst>
          <pc:docMk/>
          <pc:sldMk cId="2756026630" sldId="853"/>
        </pc:sldMkLst>
      </pc:sldChg>
      <pc:sldChg chg="add">
        <pc:chgData name="Jaime De Leon R." userId="6107559c-c399-4371-a23a-d124d3599f82" providerId="ADAL" clId="{624DAD03-7EA8-480C-BE9E-52E579F4DA96}" dt="2022-09-03T23:34:34.762" v="4104"/>
        <pc:sldMkLst>
          <pc:docMk/>
          <pc:sldMk cId="2946809093" sldId="854"/>
        </pc:sldMkLst>
      </pc:sldChg>
      <pc:sldChg chg="add">
        <pc:chgData name="Jaime De Leon R." userId="6107559c-c399-4371-a23a-d124d3599f82" providerId="ADAL" clId="{624DAD03-7EA8-480C-BE9E-52E579F4DA96}" dt="2022-09-03T23:34:34.762" v="4104"/>
        <pc:sldMkLst>
          <pc:docMk/>
          <pc:sldMk cId="1191662605" sldId="856"/>
        </pc:sldMkLst>
      </pc:sldChg>
      <pc:sldChg chg="add">
        <pc:chgData name="Jaime De Leon R." userId="6107559c-c399-4371-a23a-d124d3599f82" providerId="ADAL" clId="{624DAD03-7EA8-480C-BE9E-52E579F4DA96}" dt="2022-09-03T23:34:34.762" v="4104"/>
        <pc:sldMkLst>
          <pc:docMk/>
          <pc:sldMk cId="4045702994" sldId="857"/>
        </pc:sldMkLst>
      </pc:sldChg>
      <pc:sldChg chg="add">
        <pc:chgData name="Jaime De Leon R." userId="6107559c-c399-4371-a23a-d124d3599f82" providerId="ADAL" clId="{624DAD03-7EA8-480C-BE9E-52E579F4DA96}" dt="2022-09-03T23:34:34.762" v="4104"/>
        <pc:sldMkLst>
          <pc:docMk/>
          <pc:sldMk cId="1562331271" sldId="858"/>
        </pc:sldMkLst>
      </pc:sldChg>
      <pc:sldChg chg="add">
        <pc:chgData name="Jaime De Leon R." userId="6107559c-c399-4371-a23a-d124d3599f82" providerId="ADAL" clId="{624DAD03-7EA8-480C-BE9E-52E579F4DA96}" dt="2022-09-03T23:34:34.762" v="4104"/>
        <pc:sldMkLst>
          <pc:docMk/>
          <pc:sldMk cId="21908099" sldId="859"/>
        </pc:sldMkLst>
      </pc:sldChg>
      <pc:sldChg chg="add">
        <pc:chgData name="Jaime De Leon R." userId="6107559c-c399-4371-a23a-d124d3599f82" providerId="ADAL" clId="{624DAD03-7EA8-480C-BE9E-52E579F4DA96}" dt="2022-09-03T23:34:34.762" v="4104"/>
        <pc:sldMkLst>
          <pc:docMk/>
          <pc:sldMk cId="313316238" sldId="860"/>
        </pc:sldMkLst>
      </pc:sldChg>
      <pc:sldChg chg="add">
        <pc:chgData name="Jaime De Leon R." userId="6107559c-c399-4371-a23a-d124d3599f82" providerId="ADAL" clId="{624DAD03-7EA8-480C-BE9E-52E579F4DA96}" dt="2022-09-03T23:34:34.762" v="4104"/>
        <pc:sldMkLst>
          <pc:docMk/>
          <pc:sldMk cId="3065751802" sldId="861"/>
        </pc:sldMkLst>
      </pc:sldChg>
      <pc:sldChg chg="add">
        <pc:chgData name="Jaime De Leon R." userId="6107559c-c399-4371-a23a-d124d3599f82" providerId="ADAL" clId="{624DAD03-7EA8-480C-BE9E-52E579F4DA96}" dt="2022-09-03T23:34:34.762" v="4104"/>
        <pc:sldMkLst>
          <pc:docMk/>
          <pc:sldMk cId="3270796015" sldId="862"/>
        </pc:sldMkLst>
      </pc:sldChg>
      <pc:sldChg chg="add">
        <pc:chgData name="Jaime De Leon R." userId="6107559c-c399-4371-a23a-d124d3599f82" providerId="ADAL" clId="{624DAD03-7EA8-480C-BE9E-52E579F4DA96}" dt="2022-09-03T23:34:34.762" v="4104"/>
        <pc:sldMkLst>
          <pc:docMk/>
          <pc:sldMk cId="2780132303" sldId="863"/>
        </pc:sldMkLst>
      </pc:sldChg>
      <pc:sldChg chg="add">
        <pc:chgData name="Jaime De Leon R." userId="6107559c-c399-4371-a23a-d124d3599f82" providerId="ADAL" clId="{624DAD03-7EA8-480C-BE9E-52E579F4DA96}" dt="2022-09-03T23:34:34.762" v="4104"/>
        <pc:sldMkLst>
          <pc:docMk/>
          <pc:sldMk cId="2098258464" sldId="864"/>
        </pc:sldMkLst>
      </pc:sldChg>
      <pc:sldChg chg="add">
        <pc:chgData name="Jaime De Leon R." userId="6107559c-c399-4371-a23a-d124d3599f82" providerId="ADAL" clId="{624DAD03-7EA8-480C-BE9E-52E579F4DA96}" dt="2022-09-03T23:34:34.762" v="4104"/>
        <pc:sldMkLst>
          <pc:docMk/>
          <pc:sldMk cId="600762728" sldId="865"/>
        </pc:sldMkLst>
      </pc:sldChg>
      <pc:sldChg chg="add">
        <pc:chgData name="Jaime De Leon R." userId="6107559c-c399-4371-a23a-d124d3599f82" providerId="ADAL" clId="{624DAD03-7EA8-480C-BE9E-52E579F4DA96}" dt="2022-09-03T23:34:34.762" v="4104"/>
        <pc:sldMkLst>
          <pc:docMk/>
          <pc:sldMk cId="2770275454" sldId="866"/>
        </pc:sldMkLst>
      </pc:sldChg>
      <pc:sldChg chg="add">
        <pc:chgData name="Jaime De Leon R." userId="6107559c-c399-4371-a23a-d124d3599f82" providerId="ADAL" clId="{624DAD03-7EA8-480C-BE9E-52E579F4DA96}" dt="2022-09-03T23:34:34.762" v="4104"/>
        <pc:sldMkLst>
          <pc:docMk/>
          <pc:sldMk cId="429250640" sldId="867"/>
        </pc:sldMkLst>
      </pc:sldChg>
      <pc:sldChg chg="add">
        <pc:chgData name="Jaime De Leon R." userId="6107559c-c399-4371-a23a-d124d3599f82" providerId="ADAL" clId="{624DAD03-7EA8-480C-BE9E-52E579F4DA96}" dt="2022-09-03T23:34:34.762" v="4104"/>
        <pc:sldMkLst>
          <pc:docMk/>
          <pc:sldMk cId="999666196" sldId="869"/>
        </pc:sldMkLst>
      </pc:sldChg>
      <pc:sldChg chg="add">
        <pc:chgData name="Jaime De Leon R." userId="6107559c-c399-4371-a23a-d124d3599f82" providerId="ADAL" clId="{624DAD03-7EA8-480C-BE9E-52E579F4DA96}" dt="2022-09-03T23:34:34.762" v="4104"/>
        <pc:sldMkLst>
          <pc:docMk/>
          <pc:sldMk cId="4111893151" sldId="870"/>
        </pc:sldMkLst>
      </pc:sldChg>
      <pc:sldChg chg="add">
        <pc:chgData name="Jaime De Leon R." userId="6107559c-c399-4371-a23a-d124d3599f82" providerId="ADAL" clId="{624DAD03-7EA8-480C-BE9E-52E579F4DA96}" dt="2022-09-03T23:34:34.762" v="4104"/>
        <pc:sldMkLst>
          <pc:docMk/>
          <pc:sldMk cId="2180580418" sldId="871"/>
        </pc:sldMkLst>
      </pc:sldChg>
      <pc:sldChg chg="add">
        <pc:chgData name="Jaime De Leon R." userId="6107559c-c399-4371-a23a-d124d3599f82" providerId="ADAL" clId="{624DAD03-7EA8-480C-BE9E-52E579F4DA96}" dt="2022-09-03T23:34:34.762" v="4104"/>
        <pc:sldMkLst>
          <pc:docMk/>
          <pc:sldMk cId="1566434747" sldId="872"/>
        </pc:sldMkLst>
      </pc:sldChg>
      <pc:sldChg chg="add">
        <pc:chgData name="Jaime De Leon R." userId="6107559c-c399-4371-a23a-d124d3599f82" providerId="ADAL" clId="{624DAD03-7EA8-480C-BE9E-52E579F4DA96}" dt="2022-09-03T23:34:34.762" v="4104"/>
        <pc:sldMkLst>
          <pc:docMk/>
          <pc:sldMk cId="3381418898" sldId="873"/>
        </pc:sldMkLst>
      </pc:sldChg>
      <pc:sldChg chg="modSp add">
        <pc:chgData name="Jaime De Leon R." userId="6107559c-c399-4371-a23a-d124d3599f82" providerId="ADAL" clId="{624DAD03-7EA8-480C-BE9E-52E579F4DA96}" dt="2022-09-03T23:47:26.804" v="4157" actId="20577"/>
        <pc:sldMkLst>
          <pc:docMk/>
          <pc:sldMk cId="534348967" sldId="874"/>
        </pc:sldMkLst>
      </pc:sldChg>
      <pc:sldChg chg="add del">
        <pc:chgData name="Jaime De Leon R." userId="6107559c-c399-4371-a23a-d124d3599f82" providerId="ADAL" clId="{624DAD03-7EA8-480C-BE9E-52E579F4DA96}" dt="2022-09-03T23:47:55.011" v="4158" actId="47"/>
        <pc:sldMkLst>
          <pc:docMk/>
          <pc:sldMk cId="2434367150" sldId="875"/>
        </pc:sldMkLst>
      </pc:sldChg>
      <pc:sldChg chg="add del">
        <pc:chgData name="Jaime De Leon R." userId="6107559c-c399-4371-a23a-d124d3599f82" providerId="ADAL" clId="{624DAD03-7EA8-480C-BE9E-52E579F4DA96}" dt="2022-09-03T23:44:50.878" v="4106" actId="47"/>
        <pc:sldMkLst>
          <pc:docMk/>
          <pc:sldMk cId="1761252719" sldId="876"/>
        </pc:sldMkLst>
      </pc:sldChg>
      <pc:sldChg chg="add del">
        <pc:chgData name="Jaime De Leon R." userId="6107559c-c399-4371-a23a-d124d3599f82" providerId="ADAL" clId="{624DAD03-7EA8-480C-BE9E-52E579F4DA96}" dt="2022-09-03T23:48:04.601" v="4159" actId="47"/>
        <pc:sldMkLst>
          <pc:docMk/>
          <pc:sldMk cId="831522808" sldId="877"/>
        </pc:sldMkLst>
      </pc:sldChg>
      <pc:sldChg chg="add">
        <pc:chgData name="Jaime De Leon R." userId="6107559c-c399-4371-a23a-d124d3599f82" providerId="ADAL" clId="{624DAD03-7EA8-480C-BE9E-52E579F4DA96}" dt="2022-09-03T23:34:34.762" v="4104"/>
        <pc:sldMkLst>
          <pc:docMk/>
          <pc:sldMk cId="2804361030" sldId="878"/>
        </pc:sldMkLst>
      </pc:sldChg>
      <pc:sldChg chg="add">
        <pc:chgData name="Jaime De Leon R." userId="6107559c-c399-4371-a23a-d124d3599f82" providerId="ADAL" clId="{624DAD03-7EA8-480C-BE9E-52E579F4DA96}" dt="2022-09-03T23:34:34.762" v="4104"/>
        <pc:sldMkLst>
          <pc:docMk/>
          <pc:sldMk cId="2621562576" sldId="879"/>
        </pc:sldMkLst>
      </pc:sldChg>
      <pc:sldChg chg="add">
        <pc:chgData name="Jaime De Leon R." userId="6107559c-c399-4371-a23a-d124d3599f82" providerId="ADAL" clId="{624DAD03-7EA8-480C-BE9E-52E579F4DA96}" dt="2022-09-03T23:34:34.762" v="4104"/>
        <pc:sldMkLst>
          <pc:docMk/>
          <pc:sldMk cId="3242948947" sldId="880"/>
        </pc:sldMkLst>
      </pc:sldChg>
      <pc:sldChg chg="modSp add">
        <pc:chgData name="Jaime De Leon R." userId="6107559c-c399-4371-a23a-d124d3599f82" providerId="ADAL" clId="{624DAD03-7EA8-480C-BE9E-52E579F4DA96}" dt="2022-09-03T23:50:48.420" v="4205" actId="20577"/>
        <pc:sldMkLst>
          <pc:docMk/>
          <pc:sldMk cId="3406399862" sldId="881"/>
        </pc:sldMkLst>
      </pc:sldChg>
      <pc:sldChg chg="add">
        <pc:chgData name="Jaime De Leon R." userId="6107559c-c399-4371-a23a-d124d3599f82" providerId="ADAL" clId="{624DAD03-7EA8-480C-BE9E-52E579F4DA96}" dt="2022-09-03T23:34:34.762" v="4104"/>
        <pc:sldMkLst>
          <pc:docMk/>
          <pc:sldMk cId="3242247307" sldId="882"/>
        </pc:sldMkLst>
      </pc:sldChg>
      <pc:sldChg chg="add">
        <pc:chgData name="Jaime De Leon R." userId="6107559c-c399-4371-a23a-d124d3599f82" providerId="ADAL" clId="{624DAD03-7EA8-480C-BE9E-52E579F4DA96}" dt="2022-09-03T23:34:34.762" v="4104"/>
        <pc:sldMkLst>
          <pc:docMk/>
          <pc:sldMk cId="1023667642" sldId="883"/>
        </pc:sldMkLst>
      </pc:sldChg>
      <pc:sldChg chg="add">
        <pc:chgData name="Jaime De Leon R." userId="6107559c-c399-4371-a23a-d124d3599f82" providerId="ADAL" clId="{624DAD03-7EA8-480C-BE9E-52E579F4DA96}" dt="2022-09-03T23:34:34.762" v="4104"/>
        <pc:sldMkLst>
          <pc:docMk/>
          <pc:sldMk cId="1585766251" sldId="884"/>
        </pc:sldMkLst>
      </pc:sldChg>
      <pc:sldChg chg="modSp add">
        <pc:chgData name="Jaime De Leon R." userId="6107559c-c399-4371-a23a-d124d3599f82" providerId="ADAL" clId="{624DAD03-7EA8-480C-BE9E-52E579F4DA96}" dt="2022-09-03T23:54:28.598" v="4279" actId="108"/>
        <pc:sldMkLst>
          <pc:docMk/>
          <pc:sldMk cId="925331773" sldId="885"/>
        </pc:sldMkLst>
      </pc:sldChg>
      <pc:sldChg chg="add">
        <pc:chgData name="Jaime De Leon R." userId="6107559c-c399-4371-a23a-d124d3599f82" providerId="ADAL" clId="{624DAD03-7EA8-480C-BE9E-52E579F4DA96}" dt="2022-09-03T23:34:34.762" v="4104"/>
        <pc:sldMkLst>
          <pc:docMk/>
          <pc:sldMk cId="3955120288" sldId="886"/>
        </pc:sldMkLst>
      </pc:sldChg>
      <pc:sldChg chg="add">
        <pc:chgData name="Jaime De Leon R." userId="6107559c-c399-4371-a23a-d124d3599f82" providerId="ADAL" clId="{624DAD03-7EA8-480C-BE9E-52E579F4DA96}" dt="2022-09-03T23:34:34.762" v="4104"/>
        <pc:sldMkLst>
          <pc:docMk/>
          <pc:sldMk cId="3087940803" sldId="887"/>
        </pc:sldMkLst>
      </pc:sldChg>
      <pc:sldChg chg="add">
        <pc:chgData name="Jaime De Leon R." userId="6107559c-c399-4371-a23a-d124d3599f82" providerId="ADAL" clId="{624DAD03-7EA8-480C-BE9E-52E579F4DA96}" dt="2022-08-17T01:32:33.063" v="2738"/>
        <pc:sldMkLst>
          <pc:docMk/>
          <pc:sldMk cId="871064877" sldId="889"/>
        </pc:sldMkLst>
      </pc:sldChg>
      <pc:sldChg chg="add">
        <pc:chgData name="Jaime De Leon R." userId="6107559c-c399-4371-a23a-d124d3599f82" providerId="ADAL" clId="{624DAD03-7EA8-480C-BE9E-52E579F4DA96}" dt="2022-08-17T01:32:33.063" v="2738"/>
        <pc:sldMkLst>
          <pc:docMk/>
          <pc:sldMk cId="4024030594" sldId="890"/>
        </pc:sldMkLst>
      </pc:sldChg>
      <pc:sldChg chg="add">
        <pc:chgData name="Jaime De Leon R." userId="6107559c-c399-4371-a23a-d124d3599f82" providerId="ADAL" clId="{624DAD03-7EA8-480C-BE9E-52E579F4DA96}" dt="2022-08-17T01:32:33.063" v="2738"/>
        <pc:sldMkLst>
          <pc:docMk/>
          <pc:sldMk cId="465591615" sldId="891"/>
        </pc:sldMkLst>
      </pc:sldChg>
      <pc:sldChg chg="add">
        <pc:chgData name="Jaime De Leon R." userId="6107559c-c399-4371-a23a-d124d3599f82" providerId="ADAL" clId="{624DAD03-7EA8-480C-BE9E-52E579F4DA96}" dt="2022-08-17T01:32:33.063" v="2738"/>
        <pc:sldMkLst>
          <pc:docMk/>
          <pc:sldMk cId="1790269909" sldId="892"/>
        </pc:sldMkLst>
      </pc:sldChg>
      <pc:sldChg chg="add">
        <pc:chgData name="Jaime De Leon R." userId="6107559c-c399-4371-a23a-d124d3599f82" providerId="ADAL" clId="{624DAD03-7EA8-480C-BE9E-52E579F4DA96}" dt="2022-08-17T02:05:00.146" v="3762"/>
        <pc:sldMkLst>
          <pc:docMk/>
          <pc:sldMk cId="3938246996" sldId="893"/>
        </pc:sldMkLst>
      </pc:sldChg>
      <pc:sldChg chg="add">
        <pc:chgData name="Jaime De Leon R." userId="6107559c-c399-4371-a23a-d124d3599f82" providerId="ADAL" clId="{624DAD03-7EA8-480C-BE9E-52E579F4DA96}" dt="2022-08-17T02:05:00.146" v="3762"/>
        <pc:sldMkLst>
          <pc:docMk/>
          <pc:sldMk cId="841876529" sldId="894"/>
        </pc:sldMkLst>
      </pc:sldChg>
      <pc:sldChg chg="add">
        <pc:chgData name="Jaime De Leon R." userId="6107559c-c399-4371-a23a-d124d3599f82" providerId="ADAL" clId="{624DAD03-7EA8-480C-BE9E-52E579F4DA96}" dt="2022-08-17T02:05:00.146" v="3762"/>
        <pc:sldMkLst>
          <pc:docMk/>
          <pc:sldMk cId="2518130490" sldId="895"/>
        </pc:sldMkLst>
      </pc:sldChg>
      <pc:sldChg chg="add">
        <pc:chgData name="Jaime De Leon R." userId="6107559c-c399-4371-a23a-d124d3599f82" providerId="ADAL" clId="{624DAD03-7EA8-480C-BE9E-52E579F4DA96}" dt="2022-08-17T02:05:00.146" v="3762"/>
        <pc:sldMkLst>
          <pc:docMk/>
          <pc:sldMk cId="2905259575" sldId="896"/>
        </pc:sldMkLst>
      </pc:sldChg>
      <pc:sldChg chg="modSp add mod">
        <pc:chgData name="Jaime De Leon R." userId="6107559c-c399-4371-a23a-d124d3599f82" providerId="ADAL" clId="{624DAD03-7EA8-480C-BE9E-52E579F4DA96}" dt="2022-08-17T02:24:43.577" v="3865" actId="14100"/>
        <pc:sldMkLst>
          <pc:docMk/>
          <pc:sldMk cId="3856922535" sldId="897"/>
        </pc:sldMkLst>
      </pc:sldChg>
      <pc:sldChg chg="add">
        <pc:chgData name="Jaime De Leon R." userId="6107559c-c399-4371-a23a-d124d3599f82" providerId="ADAL" clId="{624DAD03-7EA8-480C-BE9E-52E579F4DA96}" dt="2022-08-17T02:05:00.146" v="3762"/>
        <pc:sldMkLst>
          <pc:docMk/>
          <pc:sldMk cId="2406619845" sldId="898"/>
        </pc:sldMkLst>
      </pc:sldChg>
      <pc:sldChg chg="add">
        <pc:chgData name="Jaime De Leon R." userId="6107559c-c399-4371-a23a-d124d3599f82" providerId="ADAL" clId="{624DAD03-7EA8-480C-BE9E-52E579F4DA96}" dt="2022-09-03T23:34:34.762" v="4104"/>
        <pc:sldMkLst>
          <pc:docMk/>
          <pc:sldMk cId="3875255785" sldId="903"/>
        </pc:sldMkLst>
      </pc:sldChg>
      <pc:sldChg chg="add">
        <pc:chgData name="Jaime De Leon R." userId="6107559c-c399-4371-a23a-d124d3599f82" providerId="ADAL" clId="{624DAD03-7EA8-480C-BE9E-52E579F4DA96}" dt="2022-09-03T23:34:34.762" v="4104"/>
        <pc:sldMkLst>
          <pc:docMk/>
          <pc:sldMk cId="2509020533" sldId="904"/>
        </pc:sldMkLst>
      </pc:sldChg>
      <pc:sldChg chg="add">
        <pc:chgData name="Jaime De Leon R." userId="6107559c-c399-4371-a23a-d124d3599f82" providerId="ADAL" clId="{624DAD03-7EA8-480C-BE9E-52E579F4DA96}" dt="2022-09-03T23:34:34.762" v="4104"/>
        <pc:sldMkLst>
          <pc:docMk/>
          <pc:sldMk cId="2961314543" sldId="905"/>
        </pc:sldMkLst>
      </pc:sldChg>
      <pc:sldChg chg="add">
        <pc:chgData name="Jaime De Leon R." userId="6107559c-c399-4371-a23a-d124d3599f82" providerId="ADAL" clId="{624DAD03-7EA8-480C-BE9E-52E579F4DA96}" dt="2022-09-03T23:34:34.762" v="4104"/>
        <pc:sldMkLst>
          <pc:docMk/>
          <pc:sldMk cId="3088825310" sldId="906"/>
        </pc:sldMkLst>
      </pc:sldChg>
      <pc:sldChg chg="add">
        <pc:chgData name="Jaime De Leon R." userId="6107559c-c399-4371-a23a-d124d3599f82" providerId="ADAL" clId="{624DAD03-7EA8-480C-BE9E-52E579F4DA96}" dt="2022-09-03T23:34:34.762" v="4104"/>
        <pc:sldMkLst>
          <pc:docMk/>
          <pc:sldMk cId="2076383956" sldId="907"/>
        </pc:sldMkLst>
      </pc:sldChg>
      <pc:sldChg chg="add">
        <pc:chgData name="Jaime De Leon R." userId="6107559c-c399-4371-a23a-d124d3599f82" providerId="ADAL" clId="{624DAD03-7EA8-480C-BE9E-52E579F4DA96}" dt="2022-08-17T02:05:00.146" v="3762"/>
        <pc:sldMkLst>
          <pc:docMk/>
          <pc:sldMk cId="522499914" sldId="908"/>
        </pc:sldMkLst>
      </pc:sldChg>
      <pc:sldChg chg="add">
        <pc:chgData name="Jaime De Leon R." userId="6107559c-c399-4371-a23a-d124d3599f82" providerId="ADAL" clId="{624DAD03-7EA8-480C-BE9E-52E579F4DA96}" dt="2022-08-17T01:43:32.118" v="2860"/>
        <pc:sldMkLst>
          <pc:docMk/>
          <pc:sldMk cId="771181928" sldId="1012"/>
        </pc:sldMkLst>
      </pc:sldChg>
      <pc:sldChg chg="add">
        <pc:chgData name="Jaime De Leon R." userId="6107559c-c399-4371-a23a-d124d3599f82" providerId="ADAL" clId="{624DAD03-7EA8-480C-BE9E-52E579F4DA96}" dt="2022-08-17T01:43:32.118" v="2860"/>
        <pc:sldMkLst>
          <pc:docMk/>
          <pc:sldMk cId="1844813317" sldId="1013"/>
        </pc:sldMkLst>
      </pc:sldChg>
      <pc:sldChg chg="add">
        <pc:chgData name="Jaime De Leon R." userId="6107559c-c399-4371-a23a-d124d3599f82" providerId="ADAL" clId="{624DAD03-7EA8-480C-BE9E-52E579F4DA96}" dt="2022-10-03T03:37:29.142" v="4288"/>
        <pc:sldMkLst>
          <pc:docMk/>
          <pc:sldMk cId="2846474640" sldId="1014"/>
        </pc:sldMkLst>
      </pc:sldChg>
      <pc:sldChg chg="add del">
        <pc:chgData name="Jaime De Leon R." userId="6107559c-c399-4371-a23a-d124d3599f82" providerId="ADAL" clId="{624DAD03-7EA8-480C-BE9E-52E579F4DA96}" dt="2022-10-03T03:39:34.242" v="4291" actId="47"/>
        <pc:sldMkLst>
          <pc:docMk/>
          <pc:sldMk cId="26572101" sldId="1015"/>
        </pc:sldMkLst>
      </pc:sldChg>
      <pc:sldChg chg="add del">
        <pc:chgData name="Jaime De Leon R." userId="6107559c-c399-4371-a23a-d124d3599f82" providerId="ADAL" clId="{624DAD03-7EA8-480C-BE9E-52E579F4DA96}" dt="2022-10-03T03:39:34.242" v="4291" actId="47"/>
        <pc:sldMkLst>
          <pc:docMk/>
          <pc:sldMk cId="2190756514" sldId="1016"/>
        </pc:sldMkLst>
      </pc:sldChg>
      <pc:sldChg chg="add del">
        <pc:chgData name="Jaime De Leon R." userId="6107559c-c399-4371-a23a-d124d3599f82" providerId="ADAL" clId="{624DAD03-7EA8-480C-BE9E-52E579F4DA96}" dt="2022-10-03T03:39:34.242" v="4291" actId="47"/>
        <pc:sldMkLst>
          <pc:docMk/>
          <pc:sldMk cId="3215790978" sldId="1017"/>
        </pc:sldMkLst>
      </pc:sldChg>
      <pc:sldChg chg="add del">
        <pc:chgData name="Jaime De Leon R." userId="6107559c-c399-4371-a23a-d124d3599f82" providerId="ADAL" clId="{624DAD03-7EA8-480C-BE9E-52E579F4DA96}" dt="2022-10-03T03:39:34.242" v="4291" actId="47"/>
        <pc:sldMkLst>
          <pc:docMk/>
          <pc:sldMk cId="3490403558" sldId="1018"/>
        </pc:sldMkLst>
      </pc:sldChg>
      <pc:sldChg chg="add del">
        <pc:chgData name="Jaime De Leon R." userId="6107559c-c399-4371-a23a-d124d3599f82" providerId="ADAL" clId="{624DAD03-7EA8-480C-BE9E-52E579F4DA96}" dt="2022-10-03T03:39:34.242" v="4291" actId="47"/>
        <pc:sldMkLst>
          <pc:docMk/>
          <pc:sldMk cId="4159337826" sldId="1021"/>
        </pc:sldMkLst>
      </pc:sldChg>
      <pc:sldChg chg="add">
        <pc:chgData name="Jaime De Leon R." userId="6107559c-c399-4371-a23a-d124d3599f82" providerId="ADAL" clId="{624DAD03-7EA8-480C-BE9E-52E579F4DA96}" dt="2022-10-03T03:37:29.142" v="4288"/>
        <pc:sldMkLst>
          <pc:docMk/>
          <pc:sldMk cId="2987918989" sldId="1022"/>
        </pc:sldMkLst>
      </pc:sldChg>
      <pc:sldChg chg="add">
        <pc:chgData name="Jaime De Leon R." userId="6107559c-c399-4371-a23a-d124d3599f82" providerId="ADAL" clId="{624DAD03-7EA8-480C-BE9E-52E579F4DA96}" dt="2022-10-03T03:37:29.142" v="4288"/>
        <pc:sldMkLst>
          <pc:docMk/>
          <pc:sldMk cId="2647351409" sldId="1023"/>
        </pc:sldMkLst>
      </pc:sldChg>
      <pc:sldChg chg="add">
        <pc:chgData name="Jaime De Leon R." userId="6107559c-c399-4371-a23a-d124d3599f82" providerId="ADAL" clId="{624DAD03-7EA8-480C-BE9E-52E579F4DA96}" dt="2022-10-03T03:37:29.142" v="4288"/>
        <pc:sldMkLst>
          <pc:docMk/>
          <pc:sldMk cId="1803935185" sldId="1024"/>
        </pc:sldMkLst>
      </pc:sldChg>
      <pc:sldChg chg="add">
        <pc:chgData name="Jaime De Leon R." userId="6107559c-c399-4371-a23a-d124d3599f82" providerId="ADAL" clId="{624DAD03-7EA8-480C-BE9E-52E579F4DA96}" dt="2022-10-03T03:37:29.142" v="4288"/>
        <pc:sldMkLst>
          <pc:docMk/>
          <pc:sldMk cId="1624870237" sldId="1025"/>
        </pc:sldMkLst>
      </pc:sldChg>
      <pc:sldChg chg="add">
        <pc:chgData name="Jaime De Leon R." userId="6107559c-c399-4371-a23a-d124d3599f82" providerId="ADAL" clId="{624DAD03-7EA8-480C-BE9E-52E579F4DA96}" dt="2022-08-31T02:58:21.251" v="4015"/>
        <pc:sldMkLst>
          <pc:docMk/>
          <pc:sldMk cId="2221305419" sldId="1029"/>
        </pc:sldMkLst>
      </pc:sldChg>
      <pc:sldChg chg="add">
        <pc:chgData name="Jaime De Leon R." userId="6107559c-c399-4371-a23a-d124d3599f82" providerId="ADAL" clId="{624DAD03-7EA8-480C-BE9E-52E579F4DA96}" dt="2022-10-23T23:37:43.735" v="6937"/>
        <pc:sldMkLst>
          <pc:docMk/>
          <pc:sldMk cId="2709861828" sldId="1031"/>
        </pc:sldMkLst>
      </pc:sldChg>
      <pc:sldChg chg="modSp add mod">
        <pc:chgData name="Jaime De Leon R." userId="6107559c-c399-4371-a23a-d124d3599f82" providerId="ADAL" clId="{624DAD03-7EA8-480C-BE9E-52E579F4DA96}" dt="2022-08-31T02:59:25.989" v="4041" actId="108"/>
        <pc:sldMkLst>
          <pc:docMk/>
          <pc:sldMk cId="4136633321" sldId="1032"/>
        </pc:sldMkLst>
      </pc:sldChg>
      <pc:sldChg chg="delSp add mod">
        <pc:chgData name="Jaime De Leon R." userId="6107559c-c399-4371-a23a-d124d3599f82" providerId="ADAL" clId="{624DAD03-7EA8-480C-BE9E-52E579F4DA96}" dt="2022-08-17T02:13:24.012" v="3817" actId="478"/>
        <pc:sldMkLst>
          <pc:docMk/>
          <pc:sldMk cId="1279114899" sldId="1033"/>
        </pc:sldMkLst>
      </pc:sldChg>
      <pc:sldChg chg="add del">
        <pc:chgData name="Jaime De Leon R." userId="6107559c-c399-4371-a23a-d124d3599f82" providerId="ADAL" clId="{624DAD03-7EA8-480C-BE9E-52E579F4DA96}" dt="2022-08-17T02:33:41.768" v="3883" actId="47"/>
        <pc:sldMkLst>
          <pc:docMk/>
          <pc:sldMk cId="1201069147" sldId="1037"/>
        </pc:sldMkLst>
      </pc:sldChg>
      <pc:sldChg chg="add del">
        <pc:chgData name="Jaime De Leon R." userId="6107559c-c399-4371-a23a-d124d3599f82" providerId="ADAL" clId="{624DAD03-7EA8-480C-BE9E-52E579F4DA96}" dt="2022-08-17T02:21:31.528" v="3840" actId="47"/>
        <pc:sldMkLst>
          <pc:docMk/>
          <pc:sldMk cId="1829367851" sldId="1045"/>
        </pc:sldMkLst>
      </pc:sldChg>
      <pc:sldChg chg="add del">
        <pc:chgData name="Jaime De Leon R." userId="6107559c-c399-4371-a23a-d124d3599f82" providerId="ADAL" clId="{624DAD03-7EA8-480C-BE9E-52E579F4DA96}" dt="2022-08-17T02:21:32.587" v="3841" actId="47"/>
        <pc:sldMkLst>
          <pc:docMk/>
          <pc:sldMk cId="3985089895" sldId="1046"/>
        </pc:sldMkLst>
      </pc:sldChg>
      <pc:sldChg chg="add del">
        <pc:chgData name="Jaime De Leon R." userId="6107559c-c399-4371-a23a-d124d3599f82" providerId="ADAL" clId="{624DAD03-7EA8-480C-BE9E-52E579F4DA96}" dt="2022-08-17T02:21:33.569" v="3842" actId="47"/>
        <pc:sldMkLst>
          <pc:docMk/>
          <pc:sldMk cId="2947988180" sldId="1047"/>
        </pc:sldMkLst>
      </pc:sldChg>
      <pc:sldChg chg="add">
        <pc:chgData name="Jaime De Leon R." userId="6107559c-c399-4371-a23a-d124d3599f82" providerId="ADAL" clId="{624DAD03-7EA8-480C-BE9E-52E579F4DA96}" dt="2022-08-17T01:32:33.063" v="2738"/>
        <pc:sldMkLst>
          <pc:docMk/>
          <pc:sldMk cId="3312508792" sldId="1053"/>
        </pc:sldMkLst>
      </pc:sldChg>
      <pc:sldChg chg="modSp add">
        <pc:chgData name="Jaime De Leon R." userId="6107559c-c399-4371-a23a-d124d3599f82" providerId="ADAL" clId="{624DAD03-7EA8-480C-BE9E-52E579F4DA96}" dt="2022-08-17T01:53:06.707" v="2932" actId="20577"/>
        <pc:sldMkLst>
          <pc:docMk/>
          <pc:sldMk cId="2780116971" sldId="1054"/>
        </pc:sldMkLst>
      </pc:sldChg>
      <pc:sldChg chg="delSp modSp add mod">
        <pc:chgData name="Jaime De Leon R." userId="6107559c-c399-4371-a23a-d124d3599f82" providerId="ADAL" clId="{624DAD03-7EA8-480C-BE9E-52E579F4DA96}" dt="2022-08-31T03:04:21.498" v="4078" actId="1076"/>
        <pc:sldMkLst>
          <pc:docMk/>
          <pc:sldMk cId="1168541120" sldId="1056"/>
        </pc:sldMkLst>
      </pc:sldChg>
      <pc:sldChg chg="add del">
        <pc:chgData name="Jaime De Leon R." userId="6107559c-c399-4371-a23a-d124d3599f82" providerId="ADAL" clId="{624DAD03-7EA8-480C-BE9E-52E579F4DA96}" dt="2022-08-17T01:53:43.692" v="2933" actId="47"/>
        <pc:sldMkLst>
          <pc:docMk/>
          <pc:sldMk cId="2019879547" sldId="1057"/>
        </pc:sldMkLst>
      </pc:sldChg>
      <pc:sldChg chg="add del">
        <pc:chgData name="Jaime De Leon R." userId="6107559c-c399-4371-a23a-d124d3599f82" providerId="ADAL" clId="{624DAD03-7EA8-480C-BE9E-52E579F4DA96}" dt="2022-08-17T01:53:43.692" v="2933" actId="47"/>
        <pc:sldMkLst>
          <pc:docMk/>
          <pc:sldMk cId="36681302" sldId="1058"/>
        </pc:sldMkLst>
      </pc:sldChg>
      <pc:sldChg chg="modSp add">
        <pc:chgData name="Jaime De Leon R." userId="6107559c-c399-4371-a23a-d124d3599f82" providerId="ADAL" clId="{624DAD03-7EA8-480C-BE9E-52E579F4DA96}" dt="2022-08-31T03:06:19.487" v="4089" actId="20577"/>
        <pc:sldMkLst>
          <pc:docMk/>
          <pc:sldMk cId="1856274611" sldId="1059"/>
        </pc:sldMkLst>
      </pc:sldChg>
      <pc:sldChg chg="add">
        <pc:chgData name="Jaime De Leon R." userId="6107559c-c399-4371-a23a-d124d3599f82" providerId="ADAL" clId="{624DAD03-7EA8-480C-BE9E-52E579F4DA96}" dt="2022-08-17T02:05:00.146" v="3762"/>
        <pc:sldMkLst>
          <pc:docMk/>
          <pc:sldMk cId="2091344353" sldId="1060"/>
        </pc:sldMkLst>
      </pc:sldChg>
      <pc:sldChg chg="add">
        <pc:chgData name="Jaime De Leon R." userId="6107559c-c399-4371-a23a-d124d3599f82" providerId="ADAL" clId="{624DAD03-7EA8-480C-BE9E-52E579F4DA96}" dt="2022-09-03T23:34:34.762" v="4104"/>
        <pc:sldMkLst>
          <pc:docMk/>
          <pc:sldMk cId="1851168358" sldId="1061"/>
        </pc:sldMkLst>
      </pc:sldChg>
      <pc:sldChg chg="add del">
        <pc:chgData name="Jaime De Leon R." userId="6107559c-c399-4371-a23a-d124d3599f82" providerId="ADAL" clId="{624DAD03-7EA8-480C-BE9E-52E579F4DA96}" dt="2022-08-17T02:34:02.174" v="3884" actId="47"/>
        <pc:sldMkLst>
          <pc:docMk/>
          <pc:sldMk cId="3117115288" sldId="1071"/>
        </pc:sldMkLst>
      </pc:sldChg>
      <pc:sldChg chg="add del">
        <pc:chgData name="Jaime De Leon R." userId="6107559c-c399-4371-a23a-d124d3599f82" providerId="ADAL" clId="{624DAD03-7EA8-480C-BE9E-52E579F4DA96}" dt="2022-09-03T23:56:00.290" v="4282" actId="47"/>
        <pc:sldMkLst>
          <pc:docMk/>
          <pc:sldMk cId="3407467417" sldId="1074"/>
        </pc:sldMkLst>
      </pc:sldChg>
      <pc:sldChg chg="add del">
        <pc:chgData name="Jaime De Leon R." userId="6107559c-c399-4371-a23a-d124d3599f82" providerId="ADAL" clId="{624DAD03-7EA8-480C-BE9E-52E579F4DA96}" dt="2022-09-03T23:56:00.290" v="4282" actId="47"/>
        <pc:sldMkLst>
          <pc:docMk/>
          <pc:sldMk cId="4242786788" sldId="1075"/>
        </pc:sldMkLst>
      </pc:sldChg>
      <pc:sldChg chg="add del">
        <pc:chgData name="Jaime De Leon R." userId="6107559c-c399-4371-a23a-d124d3599f82" providerId="ADAL" clId="{624DAD03-7EA8-480C-BE9E-52E579F4DA96}" dt="2022-09-03T23:56:00.290" v="4282" actId="47"/>
        <pc:sldMkLst>
          <pc:docMk/>
          <pc:sldMk cId="3848793354" sldId="1076"/>
        </pc:sldMkLst>
      </pc:sldChg>
      <pc:sldChg chg="add del">
        <pc:chgData name="Jaime De Leon R." userId="6107559c-c399-4371-a23a-d124d3599f82" providerId="ADAL" clId="{624DAD03-7EA8-480C-BE9E-52E579F4DA96}" dt="2022-09-03T23:56:00.290" v="4282" actId="47"/>
        <pc:sldMkLst>
          <pc:docMk/>
          <pc:sldMk cId="1883030252" sldId="1077"/>
        </pc:sldMkLst>
      </pc:sldChg>
      <pc:sldChg chg="add">
        <pc:chgData name="Jaime De Leon R." userId="6107559c-c399-4371-a23a-d124d3599f82" providerId="ADAL" clId="{624DAD03-7EA8-480C-BE9E-52E579F4DA96}" dt="2022-08-17T01:32:33.063" v="2738"/>
        <pc:sldMkLst>
          <pc:docMk/>
          <pc:sldMk cId="519421820" sldId="1079"/>
        </pc:sldMkLst>
      </pc:sldChg>
      <pc:sldChg chg="add del">
        <pc:chgData name="Jaime De Leon R." userId="6107559c-c399-4371-a23a-d124d3599f82" providerId="ADAL" clId="{624DAD03-7EA8-480C-BE9E-52E579F4DA96}" dt="2022-08-17T02:34:02.174" v="3884" actId="47"/>
        <pc:sldMkLst>
          <pc:docMk/>
          <pc:sldMk cId="1771562561" sldId="1080"/>
        </pc:sldMkLst>
      </pc:sldChg>
      <pc:sldChg chg="add">
        <pc:chgData name="Jaime De Leon R." userId="6107559c-c399-4371-a23a-d124d3599f82" providerId="ADAL" clId="{624DAD03-7EA8-480C-BE9E-52E579F4DA96}" dt="2022-08-17T02:05:00.146" v="3762"/>
        <pc:sldMkLst>
          <pc:docMk/>
          <pc:sldMk cId="1625738218" sldId="1081"/>
        </pc:sldMkLst>
      </pc:sldChg>
      <pc:sldChg chg="add">
        <pc:chgData name="Jaime De Leon R." userId="6107559c-c399-4371-a23a-d124d3599f82" providerId="ADAL" clId="{624DAD03-7EA8-480C-BE9E-52E579F4DA96}" dt="2022-09-03T23:34:34.762" v="4104"/>
        <pc:sldMkLst>
          <pc:docMk/>
          <pc:sldMk cId="2193202996" sldId="1082"/>
        </pc:sldMkLst>
      </pc:sldChg>
      <pc:sldChg chg="add del">
        <pc:chgData name="Jaime De Leon R." userId="6107559c-c399-4371-a23a-d124d3599f82" providerId="ADAL" clId="{624DAD03-7EA8-480C-BE9E-52E579F4DA96}" dt="2022-09-03T23:44:56.337" v="4107" actId="47"/>
        <pc:sldMkLst>
          <pc:docMk/>
          <pc:sldMk cId="1207818722" sldId="1083"/>
        </pc:sldMkLst>
      </pc:sldChg>
      <pc:sldChg chg="add del">
        <pc:chgData name="Jaime De Leon R." userId="6107559c-c399-4371-a23a-d124d3599f82" providerId="ADAL" clId="{624DAD03-7EA8-480C-BE9E-52E579F4DA96}" dt="2022-09-03T23:52:58.104" v="4207" actId="47"/>
        <pc:sldMkLst>
          <pc:docMk/>
          <pc:sldMk cId="3766929735" sldId="1084"/>
        </pc:sldMkLst>
      </pc:sldChg>
      <pc:sldChg chg="add">
        <pc:chgData name="Jaime De Leon R." userId="6107559c-c399-4371-a23a-d124d3599f82" providerId="ADAL" clId="{624DAD03-7EA8-480C-BE9E-52E579F4DA96}" dt="2022-09-03T23:34:34.762" v="4104"/>
        <pc:sldMkLst>
          <pc:docMk/>
          <pc:sldMk cId="1297052082" sldId="1085"/>
        </pc:sldMkLst>
      </pc:sldChg>
      <pc:sldChg chg="add">
        <pc:chgData name="Jaime De Leon R." userId="6107559c-c399-4371-a23a-d124d3599f82" providerId="ADAL" clId="{624DAD03-7EA8-480C-BE9E-52E579F4DA96}" dt="2022-09-03T23:34:34.762" v="4104"/>
        <pc:sldMkLst>
          <pc:docMk/>
          <pc:sldMk cId="2760366077" sldId="1086"/>
        </pc:sldMkLst>
      </pc:sldChg>
      <pc:sldChg chg="add del">
        <pc:chgData name="Jaime De Leon R." userId="6107559c-c399-4371-a23a-d124d3599f82" providerId="ADAL" clId="{624DAD03-7EA8-480C-BE9E-52E579F4DA96}" dt="2022-09-03T23:57:29.729" v="4283" actId="47"/>
        <pc:sldMkLst>
          <pc:docMk/>
          <pc:sldMk cId="234189163" sldId="1087"/>
        </pc:sldMkLst>
      </pc:sldChg>
      <pc:sldChg chg="add del">
        <pc:chgData name="Jaime De Leon R." userId="6107559c-c399-4371-a23a-d124d3599f82" providerId="ADAL" clId="{624DAD03-7EA8-480C-BE9E-52E579F4DA96}" dt="2022-09-03T23:52:52.506" v="4206" actId="47"/>
        <pc:sldMkLst>
          <pc:docMk/>
          <pc:sldMk cId="1248837788" sldId="1099"/>
        </pc:sldMkLst>
      </pc:sldChg>
      <pc:sldChg chg="add del">
        <pc:chgData name="Jaime De Leon R." userId="6107559c-c399-4371-a23a-d124d3599f82" providerId="ADAL" clId="{624DAD03-7EA8-480C-BE9E-52E579F4DA96}" dt="2022-08-17T02:17:03.314" v="3823" actId="47"/>
        <pc:sldMkLst>
          <pc:docMk/>
          <pc:sldMk cId="2764325255" sldId="1101"/>
        </pc:sldMkLst>
      </pc:sldChg>
      <pc:sldChg chg="add del">
        <pc:chgData name="Jaime De Leon R." userId="6107559c-c399-4371-a23a-d124d3599f82" providerId="ADAL" clId="{624DAD03-7EA8-480C-BE9E-52E579F4DA96}" dt="2022-08-17T02:26:41.849" v="3870" actId="47"/>
        <pc:sldMkLst>
          <pc:docMk/>
          <pc:sldMk cId="473602114" sldId="1102"/>
        </pc:sldMkLst>
      </pc:sldChg>
      <pc:sldChg chg="add del">
        <pc:chgData name="Jaime De Leon R." userId="6107559c-c399-4371-a23a-d124d3599f82" providerId="ADAL" clId="{624DAD03-7EA8-480C-BE9E-52E579F4DA96}" dt="2022-10-03T03:35:31.970" v="4285" actId="47"/>
        <pc:sldMkLst>
          <pc:docMk/>
          <pc:sldMk cId="3614278903" sldId="1103"/>
        </pc:sldMkLst>
      </pc:sldChg>
      <pc:sldChg chg="add del">
        <pc:chgData name="Jaime De Leon R." userId="6107559c-c399-4371-a23a-d124d3599f82" providerId="ADAL" clId="{624DAD03-7EA8-480C-BE9E-52E579F4DA96}" dt="2022-10-03T03:38:55.435" v="4290" actId="47"/>
        <pc:sldMkLst>
          <pc:docMk/>
          <pc:sldMk cId="3094466389" sldId="1104"/>
        </pc:sldMkLst>
      </pc:sldChg>
      <pc:sldChg chg="add del">
        <pc:chgData name="Jaime De Leon R." userId="6107559c-c399-4371-a23a-d124d3599f82" providerId="ADAL" clId="{624DAD03-7EA8-480C-BE9E-52E579F4DA96}" dt="2022-10-23T23:39:01.545" v="6943" actId="47"/>
        <pc:sldMkLst>
          <pc:docMk/>
          <pc:sldMk cId="93087377" sldId="1106"/>
        </pc:sldMkLst>
      </pc:sldChg>
      <pc:sldChg chg="add del">
        <pc:chgData name="Jaime De Leon R." userId="6107559c-c399-4371-a23a-d124d3599f82" providerId="ADAL" clId="{624DAD03-7EA8-480C-BE9E-52E579F4DA96}" dt="2022-10-23T23:38:25.403" v="6942" actId="47"/>
        <pc:sldMkLst>
          <pc:docMk/>
          <pc:sldMk cId="121888745" sldId="1107"/>
        </pc:sldMkLst>
      </pc:sldChg>
      <pc:sldChg chg="add del">
        <pc:chgData name="Jaime De Leon R." userId="6107559c-c399-4371-a23a-d124d3599f82" providerId="ADAL" clId="{624DAD03-7EA8-480C-BE9E-52E579F4DA96}" dt="2022-09-03T23:36:23.422" v="4105" actId="47"/>
        <pc:sldMkLst>
          <pc:docMk/>
          <pc:sldMk cId="1074775438" sldId="1109"/>
        </pc:sldMkLst>
      </pc:sldChg>
      <pc:sldChg chg="add del">
        <pc:chgData name="Jaime De Leon R." userId="6107559c-c399-4371-a23a-d124d3599f82" providerId="ADAL" clId="{624DAD03-7EA8-480C-BE9E-52E579F4DA96}" dt="2022-09-03T23:56:00.290" v="4282" actId="47"/>
        <pc:sldMkLst>
          <pc:docMk/>
          <pc:sldMk cId="1442816669" sldId="1110"/>
        </pc:sldMkLst>
      </pc:sldChg>
      <pc:sldChg chg="add del">
        <pc:chgData name="Jaime De Leon R." userId="6107559c-c399-4371-a23a-d124d3599f82" providerId="ADAL" clId="{624DAD03-7EA8-480C-BE9E-52E579F4DA96}" dt="2022-09-03T23:56:00.290" v="4282" actId="47"/>
        <pc:sldMkLst>
          <pc:docMk/>
          <pc:sldMk cId="1997514224" sldId="1111"/>
        </pc:sldMkLst>
      </pc:sldChg>
      <pc:sldChg chg="add del">
        <pc:chgData name="Jaime De Leon R." userId="6107559c-c399-4371-a23a-d124d3599f82" providerId="ADAL" clId="{624DAD03-7EA8-480C-BE9E-52E579F4DA96}" dt="2022-09-03T23:56:00.290" v="4282" actId="47"/>
        <pc:sldMkLst>
          <pc:docMk/>
          <pc:sldMk cId="1612723752" sldId="1112"/>
        </pc:sldMkLst>
      </pc:sldChg>
      <pc:sldChg chg="delSp modSp add mod">
        <pc:chgData name="Jaime De Leon R." userId="6107559c-c399-4371-a23a-d124d3599f82" providerId="ADAL" clId="{624DAD03-7EA8-480C-BE9E-52E579F4DA96}" dt="2022-08-31T03:01:57.397" v="4069" actId="1076"/>
        <pc:sldMkLst>
          <pc:docMk/>
          <pc:sldMk cId="3556707947" sldId="1117"/>
        </pc:sldMkLst>
      </pc:sldChg>
      <pc:sldChg chg="add">
        <pc:chgData name="Jaime De Leon R." userId="6107559c-c399-4371-a23a-d124d3599f82" providerId="ADAL" clId="{624DAD03-7EA8-480C-BE9E-52E579F4DA96}" dt="2022-10-23T23:37:43.735" v="6937"/>
        <pc:sldMkLst>
          <pc:docMk/>
          <pc:sldMk cId="1559932029" sldId="1125"/>
        </pc:sldMkLst>
      </pc:sldChg>
      <pc:sldChg chg="add">
        <pc:chgData name="Jaime De Leon R." userId="6107559c-c399-4371-a23a-d124d3599f82" providerId="ADAL" clId="{624DAD03-7EA8-480C-BE9E-52E579F4DA96}" dt="2022-10-23T23:37:43.735" v="6937"/>
        <pc:sldMkLst>
          <pc:docMk/>
          <pc:sldMk cId="1798642139" sldId="1126"/>
        </pc:sldMkLst>
      </pc:sldChg>
      <pc:sldChg chg="add">
        <pc:chgData name="Jaime De Leon R." userId="6107559c-c399-4371-a23a-d124d3599f82" providerId="ADAL" clId="{624DAD03-7EA8-480C-BE9E-52E579F4DA96}" dt="2022-10-23T23:37:43.735" v="6937"/>
        <pc:sldMkLst>
          <pc:docMk/>
          <pc:sldMk cId="151215994" sldId="1127"/>
        </pc:sldMkLst>
      </pc:sldChg>
      <pc:sldChg chg="add">
        <pc:chgData name="Jaime De Leon R." userId="6107559c-c399-4371-a23a-d124d3599f82" providerId="ADAL" clId="{624DAD03-7EA8-480C-BE9E-52E579F4DA96}" dt="2022-10-23T23:37:43.735" v="6937"/>
        <pc:sldMkLst>
          <pc:docMk/>
          <pc:sldMk cId="2568955400" sldId="1128"/>
        </pc:sldMkLst>
      </pc:sldChg>
      <pc:sldChg chg="add">
        <pc:chgData name="Jaime De Leon R." userId="6107559c-c399-4371-a23a-d124d3599f82" providerId="ADAL" clId="{624DAD03-7EA8-480C-BE9E-52E579F4DA96}" dt="2022-10-23T23:37:43.735" v="6937"/>
        <pc:sldMkLst>
          <pc:docMk/>
          <pc:sldMk cId="909437640" sldId="1129"/>
        </pc:sldMkLst>
      </pc:sldChg>
      <pc:sldChg chg="add">
        <pc:chgData name="Jaime De Leon R." userId="6107559c-c399-4371-a23a-d124d3599f82" providerId="ADAL" clId="{624DAD03-7EA8-480C-BE9E-52E579F4DA96}" dt="2022-10-23T23:37:43.735" v="6937"/>
        <pc:sldMkLst>
          <pc:docMk/>
          <pc:sldMk cId="3417948627" sldId="1130"/>
        </pc:sldMkLst>
      </pc:sldChg>
      <pc:sldChg chg="add">
        <pc:chgData name="Jaime De Leon R." userId="6107559c-c399-4371-a23a-d124d3599f82" providerId="ADAL" clId="{624DAD03-7EA8-480C-BE9E-52E579F4DA96}" dt="2022-10-23T23:37:43.735" v="6937"/>
        <pc:sldMkLst>
          <pc:docMk/>
          <pc:sldMk cId="3742745074" sldId="1131"/>
        </pc:sldMkLst>
      </pc:sldChg>
      <pc:sldChg chg="add">
        <pc:chgData name="Jaime De Leon R." userId="6107559c-c399-4371-a23a-d124d3599f82" providerId="ADAL" clId="{624DAD03-7EA8-480C-BE9E-52E579F4DA96}" dt="2022-10-23T23:37:43.735" v="6937"/>
        <pc:sldMkLst>
          <pc:docMk/>
          <pc:sldMk cId="1221316993" sldId="1132"/>
        </pc:sldMkLst>
      </pc:sldChg>
      <pc:sldChg chg="add">
        <pc:chgData name="Jaime De Leon R." userId="6107559c-c399-4371-a23a-d124d3599f82" providerId="ADAL" clId="{624DAD03-7EA8-480C-BE9E-52E579F4DA96}" dt="2022-10-23T23:37:43.735" v="6937"/>
        <pc:sldMkLst>
          <pc:docMk/>
          <pc:sldMk cId="616309294" sldId="1133"/>
        </pc:sldMkLst>
      </pc:sldChg>
      <pc:sldChg chg="add del">
        <pc:chgData name="Jaime De Leon R." userId="6107559c-c399-4371-a23a-d124d3599f82" providerId="ADAL" clId="{624DAD03-7EA8-480C-BE9E-52E579F4DA96}" dt="2022-08-17T02:33:41.768" v="3883" actId="47"/>
        <pc:sldMkLst>
          <pc:docMk/>
          <pc:sldMk cId="2438673161" sldId="1136"/>
        </pc:sldMkLst>
      </pc:sldChg>
      <pc:sldChg chg="add del">
        <pc:chgData name="Jaime De Leon R." userId="6107559c-c399-4371-a23a-d124d3599f82" providerId="ADAL" clId="{624DAD03-7EA8-480C-BE9E-52E579F4DA96}" dt="2022-08-17T02:34:02.174" v="3884" actId="47"/>
        <pc:sldMkLst>
          <pc:docMk/>
          <pc:sldMk cId="2187702875" sldId="1144"/>
        </pc:sldMkLst>
      </pc:sldChg>
      <pc:sldChg chg="add">
        <pc:chgData name="Jaime De Leon R." userId="6107559c-c399-4371-a23a-d124d3599f82" providerId="ADAL" clId="{624DAD03-7EA8-480C-BE9E-52E579F4DA96}" dt="2022-10-03T03:35:11.901" v="4284"/>
        <pc:sldMkLst>
          <pc:docMk/>
          <pc:sldMk cId="1161649281" sldId="1148"/>
        </pc:sldMkLst>
      </pc:sldChg>
      <pc:sldChg chg="add">
        <pc:chgData name="Jaime De Leon R." userId="6107559c-c399-4371-a23a-d124d3599f82" providerId="ADAL" clId="{624DAD03-7EA8-480C-BE9E-52E579F4DA96}" dt="2022-10-03T03:37:29.142" v="4288"/>
        <pc:sldMkLst>
          <pc:docMk/>
          <pc:sldMk cId="360022230" sldId="1150"/>
        </pc:sldMkLst>
      </pc:sldChg>
      <pc:sldChg chg="add">
        <pc:chgData name="Jaime De Leon R." userId="6107559c-c399-4371-a23a-d124d3599f82" providerId="ADAL" clId="{624DAD03-7EA8-480C-BE9E-52E579F4DA96}" dt="2022-08-31T02:58:21.251" v="4015"/>
        <pc:sldMkLst>
          <pc:docMk/>
          <pc:sldMk cId="83138292" sldId="1152"/>
        </pc:sldMkLst>
      </pc:sldChg>
      <pc:sldChg chg="add">
        <pc:chgData name="Jaime De Leon R." userId="6107559c-c399-4371-a23a-d124d3599f82" providerId="ADAL" clId="{624DAD03-7EA8-480C-BE9E-52E579F4DA96}" dt="2022-08-31T03:13:04.878" v="4100"/>
        <pc:sldMkLst>
          <pc:docMk/>
          <pc:sldMk cId="2750197738" sldId="1153"/>
        </pc:sldMkLst>
      </pc:sldChg>
      <pc:sldChg chg="add del">
        <pc:chgData name="Jaime De Leon R." userId="6107559c-c399-4371-a23a-d124d3599f82" providerId="ADAL" clId="{624DAD03-7EA8-480C-BE9E-52E579F4DA96}" dt="2022-08-17T02:34:02.174" v="3884" actId="47"/>
        <pc:sldMkLst>
          <pc:docMk/>
          <pc:sldMk cId="2858935070" sldId="1154"/>
        </pc:sldMkLst>
      </pc:sldChg>
      <pc:sldChg chg="add">
        <pc:chgData name="Jaime De Leon R." userId="6107559c-c399-4371-a23a-d124d3599f82" providerId="ADAL" clId="{624DAD03-7EA8-480C-BE9E-52E579F4DA96}" dt="2022-10-03T03:37:29.142" v="4288"/>
        <pc:sldMkLst>
          <pc:docMk/>
          <pc:sldMk cId="3985092860" sldId="1155"/>
        </pc:sldMkLst>
      </pc:sldChg>
      <pc:sldChg chg="addSp modSp add mod">
        <pc:chgData name="Jaime De Leon R." userId="6107559c-c399-4371-a23a-d124d3599f82" providerId="ADAL" clId="{624DAD03-7EA8-480C-BE9E-52E579F4DA96}" dt="2022-08-17T01:45:28.207" v="2879" actId="20577"/>
        <pc:sldMkLst>
          <pc:docMk/>
          <pc:sldMk cId="339359526" sldId="1159"/>
        </pc:sldMkLst>
      </pc:sldChg>
      <pc:sldChg chg="add del">
        <pc:chgData name="Jaime De Leon R." userId="6107559c-c399-4371-a23a-d124d3599f82" providerId="ADAL" clId="{624DAD03-7EA8-480C-BE9E-52E579F4DA96}" dt="2022-08-17T01:45:32.927" v="2881" actId="47"/>
        <pc:sldMkLst>
          <pc:docMk/>
          <pc:sldMk cId="2911345982" sldId="1160"/>
        </pc:sldMkLst>
      </pc:sldChg>
      <pc:sldChg chg="modSp add mod">
        <pc:chgData name="Jaime De Leon R." userId="6107559c-c399-4371-a23a-d124d3599f82" providerId="ADAL" clId="{624DAD03-7EA8-480C-BE9E-52E579F4DA96}" dt="2022-08-17T02:02:56.592" v="3760" actId="113"/>
        <pc:sldMkLst>
          <pc:docMk/>
          <pc:sldMk cId="2588430726" sldId="1161"/>
        </pc:sldMkLst>
      </pc:sldChg>
      <pc:sldChg chg="add">
        <pc:chgData name="Jaime De Leon R." userId="6107559c-c399-4371-a23a-d124d3599f82" providerId="ADAL" clId="{624DAD03-7EA8-480C-BE9E-52E579F4DA96}" dt="2022-10-23T23:37:43.735" v="6937"/>
        <pc:sldMkLst>
          <pc:docMk/>
          <pc:sldMk cId="1703692973" sldId="1163"/>
        </pc:sldMkLst>
      </pc:sldChg>
      <pc:sldChg chg="add">
        <pc:chgData name="Jaime De Leon R." userId="6107559c-c399-4371-a23a-d124d3599f82" providerId="ADAL" clId="{624DAD03-7EA8-480C-BE9E-52E579F4DA96}" dt="2022-08-14T21:56:45.960" v="2180"/>
        <pc:sldMkLst>
          <pc:docMk/>
          <pc:sldMk cId="390468811" sldId="1166"/>
        </pc:sldMkLst>
      </pc:sldChg>
      <pc:sldChg chg="modSp add mod modAnim">
        <pc:chgData name="Jaime De Leon R." userId="6107559c-c399-4371-a23a-d124d3599f82" providerId="ADAL" clId="{624DAD03-7EA8-480C-BE9E-52E579F4DA96}" dt="2022-08-14T22:08:57.429" v="2737"/>
        <pc:sldMkLst>
          <pc:docMk/>
          <pc:sldMk cId="1709013837" sldId="1167"/>
        </pc:sldMkLst>
      </pc:sldChg>
      <pc:sldChg chg="modSp add mod">
        <pc:chgData name="Jaime De Leon R." userId="6107559c-c399-4371-a23a-d124d3599f82" providerId="ADAL" clId="{624DAD03-7EA8-480C-BE9E-52E579F4DA96}" dt="2022-08-17T01:39:58.367" v="2857" actId="20577"/>
        <pc:sldMkLst>
          <pc:docMk/>
          <pc:sldMk cId="1434943166" sldId="1168"/>
        </pc:sldMkLst>
      </pc:sldChg>
      <pc:sldChg chg="modSp add del mod">
        <pc:chgData name="Jaime De Leon R." userId="6107559c-c399-4371-a23a-d124d3599f82" providerId="ADAL" clId="{624DAD03-7EA8-480C-BE9E-52E579F4DA96}" dt="2022-08-17T01:59:20.536" v="3554" actId="27636"/>
        <pc:sldMkLst>
          <pc:docMk/>
          <pc:sldMk cId="2506140518" sldId="1169"/>
        </pc:sldMkLst>
      </pc:sldChg>
      <pc:sldChg chg="add del">
        <pc:chgData name="Jaime De Leon R." userId="6107559c-c399-4371-a23a-d124d3599f82" providerId="ADAL" clId="{624DAD03-7EA8-480C-BE9E-52E579F4DA96}" dt="2022-08-17T01:52:16.796" v="2917" actId="47"/>
        <pc:sldMkLst>
          <pc:docMk/>
          <pc:sldMk cId="4029283122" sldId="1169"/>
        </pc:sldMkLst>
      </pc:sldChg>
      <pc:sldChg chg="modSp add mod">
        <pc:chgData name="Jaime De Leon R." userId="6107559c-c399-4371-a23a-d124d3599f82" providerId="ADAL" clId="{624DAD03-7EA8-480C-BE9E-52E579F4DA96}" dt="2022-08-17T02:08:57.959" v="3803" actId="6549"/>
        <pc:sldMkLst>
          <pc:docMk/>
          <pc:sldMk cId="3180307651" sldId="1170"/>
        </pc:sldMkLst>
      </pc:sldChg>
      <pc:sldChg chg="addSp delSp modSp add mod">
        <pc:chgData name="Jaime De Leon R." userId="6107559c-c399-4371-a23a-d124d3599f82" providerId="ADAL" clId="{624DAD03-7EA8-480C-BE9E-52E579F4DA96}" dt="2022-08-31T02:57:12.385" v="3994" actId="20577"/>
        <pc:sldMkLst>
          <pc:docMk/>
          <pc:sldMk cId="3045847813" sldId="1171"/>
        </pc:sldMkLst>
      </pc:sldChg>
      <pc:sldChg chg="modSp add mod">
        <pc:chgData name="Jaime De Leon R." userId="6107559c-c399-4371-a23a-d124d3599f82" providerId="ADAL" clId="{624DAD03-7EA8-480C-BE9E-52E579F4DA96}" dt="2022-08-31T02:58:05.697" v="4014" actId="20577"/>
        <pc:sldMkLst>
          <pc:docMk/>
          <pc:sldMk cId="890212291" sldId="1172"/>
        </pc:sldMkLst>
      </pc:sldChg>
      <pc:sldChg chg="addSp delSp modSp add mod">
        <pc:chgData name="Jaime De Leon R." userId="6107559c-c399-4371-a23a-d124d3599f82" providerId="ADAL" clId="{624DAD03-7EA8-480C-BE9E-52E579F4DA96}" dt="2022-10-05T03:28:08.104" v="5662" actId="313"/>
        <pc:sldMkLst>
          <pc:docMk/>
          <pc:sldMk cId="2281634523" sldId="1173"/>
        </pc:sldMkLst>
      </pc:sldChg>
      <pc:sldChg chg="addSp modSp add mod">
        <pc:chgData name="Jaime De Leon R." userId="6107559c-c399-4371-a23a-d124d3599f82" providerId="ADAL" clId="{624DAD03-7EA8-480C-BE9E-52E579F4DA96}" dt="2022-10-05T03:33:41.548" v="6009" actId="20577"/>
        <pc:sldMkLst>
          <pc:docMk/>
          <pc:sldMk cId="2008791679" sldId="1174"/>
        </pc:sldMkLst>
      </pc:sldChg>
      <pc:sldChg chg="addSp delSp modSp add mod">
        <pc:chgData name="Jaime De Leon R." userId="6107559c-c399-4371-a23a-d124d3599f82" providerId="ADAL" clId="{624DAD03-7EA8-480C-BE9E-52E579F4DA96}" dt="2022-10-05T03:40:37.106" v="6936" actId="20577"/>
        <pc:sldMkLst>
          <pc:docMk/>
          <pc:sldMk cId="2267628682" sldId="1175"/>
        </pc:sldMkLst>
      </pc:sldChg>
      <pc:sldChg chg="add">
        <pc:chgData name="Jaime De Leon R." userId="6107559c-c399-4371-a23a-d124d3599f82" providerId="ADAL" clId="{624DAD03-7EA8-480C-BE9E-52E579F4DA96}" dt="2022-10-23T23:37:43.735" v="6937"/>
        <pc:sldMkLst>
          <pc:docMk/>
          <pc:sldMk cId="1149699690" sldId="1176"/>
        </pc:sldMkLst>
      </pc:sldChg>
      <pc:sldChg chg="add">
        <pc:chgData name="Jaime De Leon R." userId="6107559c-c399-4371-a23a-d124d3599f82" providerId="ADAL" clId="{624DAD03-7EA8-480C-BE9E-52E579F4DA96}" dt="2022-10-23T23:37:43.735" v="6937"/>
        <pc:sldMkLst>
          <pc:docMk/>
          <pc:sldMk cId="2162640034" sldId="1177"/>
        </pc:sldMkLst>
      </pc:sldChg>
      <pc:sldMasterChg chg="setBg modSldLayout">
        <pc:chgData name="Jaime De Leon R." userId="6107559c-c399-4371-a23a-d124d3599f82" providerId="ADAL" clId="{624DAD03-7EA8-480C-BE9E-52E579F4DA96}" dt="2022-08-14T20:32:07.668" v="11"/>
        <pc:sldMasterMkLst>
          <pc:docMk/>
          <pc:sldMasterMk cId="3467965346" sldId="2147483648"/>
        </pc:sldMasterMkLst>
        <pc:sldLayoutChg chg="setBg">
          <pc:chgData name="Jaime De Leon R." userId="6107559c-c399-4371-a23a-d124d3599f82" providerId="ADAL" clId="{624DAD03-7EA8-480C-BE9E-52E579F4DA96}" dt="2022-08-14T20:32:07.668" v="11"/>
          <pc:sldLayoutMkLst>
            <pc:docMk/>
            <pc:sldMasterMk cId="3467965346" sldId="2147483648"/>
            <pc:sldLayoutMk cId="708897265" sldId="2147483649"/>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05018455" sldId="2147483650"/>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363376764" sldId="2147483651"/>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486528371" sldId="2147483652"/>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503281134" sldId="2147483653"/>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3763891785" sldId="2147483654"/>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228340060" sldId="2147483655"/>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2021166046" sldId="2147483656"/>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3831825981" sldId="2147483657"/>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374907462" sldId="2147483658"/>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075118286" sldId="2147483659"/>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2966980" sldId="2147483660"/>
          </pc:sldLayoutMkLst>
        </pc:sldLayoutChg>
      </pc:sldMasterChg>
    </pc:docChg>
  </pc:docChgLst>
  <pc:docChgLst>
    <pc:chgData name="Jaime De Leon R." userId="6107559c-c399-4371-a23a-d124d3599f82" providerId="ADAL" clId="{283FBDD0-05BE-433C-84D7-7A25FC83E3D0}"/>
    <pc:docChg chg="modSld">
      <pc:chgData name="Jaime De Leon R." userId="6107559c-c399-4371-a23a-d124d3599f82" providerId="ADAL" clId="{283FBDD0-05BE-433C-84D7-7A25FC83E3D0}" dt="2022-06-10T16:42:10.344" v="32" actId="20577"/>
      <pc:docMkLst>
        <pc:docMk/>
      </pc:docMkLst>
      <pc:sldChg chg="modSp mod">
        <pc:chgData name="Jaime De Leon R." userId="6107559c-c399-4371-a23a-d124d3599f82" providerId="ADAL" clId="{283FBDD0-05BE-433C-84D7-7A25FC83E3D0}" dt="2022-06-10T16:42:10.344" v="32" actId="20577"/>
        <pc:sldMkLst>
          <pc:docMk/>
          <pc:sldMk cId="2100704877" sldId="347"/>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v>Simple</c:v>
          </c:tx>
          <c:spPr>
            <a:ln w="28575" cap="rnd">
              <a:solidFill>
                <a:schemeClr val="accent1"/>
              </a:solidFill>
              <a:round/>
            </a:ln>
            <a:effectLst/>
          </c:spPr>
          <c:marker>
            <c:symbol val="none"/>
          </c:marker>
          <c:val>
            <c:numRef>
              <c:f>'[Precio Sucio y Limpio.xlsx]Sheet1'!$B$6:$B$33</c:f>
              <c:numCache>
                <c:formatCode>General</c:formatCode>
                <c:ptCount val="28"/>
                <c:pt idx="0">
                  <c:v>7</c:v>
                </c:pt>
                <c:pt idx="1">
                  <c:v>7.1111111111111107</c:v>
                </c:pt>
                <c:pt idx="2">
                  <c:v>7.2222222222222214</c:v>
                </c:pt>
                <c:pt idx="3">
                  <c:v>7.3333333333333321</c:v>
                </c:pt>
                <c:pt idx="4">
                  <c:v>7.4444444444444429</c:v>
                </c:pt>
                <c:pt idx="5">
                  <c:v>7.5555555555555456</c:v>
                </c:pt>
                <c:pt idx="6">
                  <c:v>7.6666666666666643</c:v>
                </c:pt>
                <c:pt idx="7">
                  <c:v>7.777777777777775</c:v>
                </c:pt>
                <c:pt idx="8">
                  <c:v>7.8888888888888857</c:v>
                </c:pt>
                <c:pt idx="9">
                  <c:v>7.9999999999999956</c:v>
                </c:pt>
                <c:pt idx="10">
                  <c:v>8.111111111111093</c:v>
                </c:pt>
                <c:pt idx="11">
                  <c:v>8.2222222222222197</c:v>
                </c:pt>
                <c:pt idx="12">
                  <c:v>8.3333333333333286</c:v>
                </c:pt>
                <c:pt idx="13">
                  <c:v>8.4444444444444393</c:v>
                </c:pt>
                <c:pt idx="14">
                  <c:v>8.55555555555555</c:v>
                </c:pt>
                <c:pt idx="15">
                  <c:v>8.6666666666666607</c:v>
                </c:pt>
                <c:pt idx="16">
                  <c:v>8.7777777777777679</c:v>
                </c:pt>
                <c:pt idx="17">
                  <c:v>8.8888888888888822</c:v>
                </c:pt>
                <c:pt idx="18">
                  <c:v>9.0000000000000018</c:v>
                </c:pt>
                <c:pt idx="19">
                  <c:v>9.1111111111110912</c:v>
                </c:pt>
                <c:pt idx="20">
                  <c:v>9.2222222222222143</c:v>
                </c:pt>
                <c:pt idx="21">
                  <c:v>9.333333333333325</c:v>
                </c:pt>
                <c:pt idx="22">
                  <c:v>9.4444444444444358</c:v>
                </c:pt>
                <c:pt idx="23">
                  <c:v>9.55555555555555</c:v>
                </c:pt>
                <c:pt idx="24">
                  <c:v>9.6666666666666607</c:v>
                </c:pt>
                <c:pt idx="25">
                  <c:v>9.7777777777777679</c:v>
                </c:pt>
                <c:pt idx="26">
                  <c:v>9.8888888888888786</c:v>
                </c:pt>
                <c:pt idx="27">
                  <c:v>9.9999999999999893</c:v>
                </c:pt>
              </c:numCache>
            </c:numRef>
          </c:val>
          <c:smooth val="0"/>
          <c:extLst>
            <c:ext xmlns:c16="http://schemas.microsoft.com/office/drawing/2014/chart" uri="{C3380CC4-5D6E-409C-BE32-E72D297353CC}">
              <c16:uniqueId val="{00000000-E205-49A3-A697-5B8580A7ACAC}"/>
            </c:ext>
          </c:extLst>
        </c:ser>
        <c:ser>
          <c:idx val="1"/>
          <c:order val="1"/>
          <c:tx>
            <c:v>Compuesto</c:v>
          </c:tx>
          <c:spPr>
            <a:ln w="28575" cap="rnd">
              <a:solidFill>
                <a:schemeClr val="accent2"/>
              </a:solidFill>
              <a:round/>
            </a:ln>
            <a:effectLst/>
          </c:spPr>
          <c:marker>
            <c:symbol val="none"/>
          </c:marker>
          <c:val>
            <c:numRef>
              <c:f>'[Precio Sucio y Limpio.xlsx]Sheet1'!$C$6:$C$33</c:f>
              <c:numCache>
                <c:formatCode>General</c:formatCode>
                <c:ptCount val="28"/>
                <c:pt idx="0">
                  <c:v>7</c:v>
                </c:pt>
                <c:pt idx="1">
                  <c:v>7.0930929999999996</c:v>
                </c:pt>
                <c:pt idx="2">
                  <c:v>7.1874240438069927</c:v>
                </c:pt>
                <c:pt idx="3">
                  <c:v>7.2830095961655879</c:v>
                </c:pt>
                <c:pt idx="4">
                  <c:v>7.3798663407849938</c:v>
                </c:pt>
                <c:pt idx="5">
                  <c:v>7.4780111832510929</c:v>
                </c:pt>
                <c:pt idx="6">
                  <c:v>7.57746125397715</c:v>
                </c:pt>
                <c:pt idx="7">
                  <c:v>7.6782339111937912</c:v>
                </c:pt>
                <c:pt idx="8">
                  <c:v>7.7803467439787566</c:v>
                </c:pt>
                <c:pt idx="9">
                  <c:v>7.8838175753269262</c:v>
                </c:pt>
                <c:pt idx="10">
                  <c:v>7.988664465261202</c:v>
                </c:pt>
                <c:pt idx="11">
                  <c:v>8.0949057139847103</c:v>
                </c:pt>
                <c:pt idx="12">
                  <c:v>8.2025598650749991</c:v>
                </c:pt>
                <c:pt idx="13">
                  <c:v>8.3116457087206257</c:v>
                </c:pt>
                <c:pt idx="14">
                  <c:v>8.4221822850009005</c:v>
                </c:pt>
                <c:pt idx="15">
                  <c:v>8.5341888872091207</c:v>
                </c:pt>
                <c:pt idx="16">
                  <c:v>8.6476850652201183</c:v>
                </c:pt>
                <c:pt idx="17">
                  <c:v>8.7626906289024813</c:v>
                </c:pt>
                <c:pt idx="18">
                  <c:v>8.8792256515762542</c:v>
                </c:pt>
                <c:pt idx="19">
                  <c:v>8.9973104735165599</c:v>
                </c:pt>
                <c:pt idx="20">
                  <c:v>9.1169657055038567</c:v>
                </c:pt>
                <c:pt idx="21">
                  <c:v>9.2382122324213576</c:v>
                </c:pt>
                <c:pt idx="22">
                  <c:v>9.3610712169003332</c:v>
                </c:pt>
                <c:pt idx="23">
                  <c:v>9.4855641030138909</c:v>
                </c:pt>
                <c:pt idx="24">
                  <c:v>9.6117126200198619</c:v>
                </c:pt>
                <c:pt idx="25">
                  <c:v>9.7395387861535081</c:v>
                </c:pt>
                <c:pt idx="26">
                  <c:v>9.8690649124705701</c:v>
                </c:pt>
                <c:pt idx="27">
                  <c:v>10.000313606741511</c:v>
                </c:pt>
              </c:numCache>
            </c:numRef>
          </c:val>
          <c:smooth val="0"/>
          <c:extLst>
            <c:ext xmlns:c16="http://schemas.microsoft.com/office/drawing/2014/chart" uri="{C3380CC4-5D6E-409C-BE32-E72D297353CC}">
              <c16:uniqueId val="{00000001-E205-49A3-A697-5B8580A7ACAC}"/>
            </c:ext>
          </c:extLst>
        </c:ser>
        <c:ser>
          <c:idx val="2"/>
          <c:order val="2"/>
          <c:tx>
            <c:v>Mercado</c:v>
          </c:tx>
          <c:spPr>
            <a:ln w="28575" cap="rnd">
              <a:solidFill>
                <a:schemeClr val="accent3"/>
              </a:solidFill>
              <a:round/>
            </a:ln>
            <a:effectLst/>
          </c:spPr>
          <c:marker>
            <c:symbol val="none"/>
          </c:marker>
          <c:val>
            <c:numRef>
              <c:f>'[Precio Sucio y Limpio.xlsx]Sheet1'!$D$6:$D$33</c:f>
              <c:numCache>
                <c:formatCode>General</c:formatCode>
                <c:ptCount val="28"/>
                <c:pt idx="0">
                  <c:v>7</c:v>
                </c:pt>
                <c:pt idx="1">
                  <c:v>7</c:v>
                </c:pt>
                <c:pt idx="2">
                  <c:v>7.3</c:v>
                </c:pt>
                <c:pt idx="3">
                  <c:v>7.4</c:v>
                </c:pt>
                <c:pt idx="4">
                  <c:v>7.2</c:v>
                </c:pt>
                <c:pt idx="5">
                  <c:v>7.5</c:v>
                </c:pt>
                <c:pt idx="6">
                  <c:v>7.6</c:v>
                </c:pt>
                <c:pt idx="7">
                  <c:v>7.8</c:v>
                </c:pt>
                <c:pt idx="8">
                  <c:v>7.6</c:v>
                </c:pt>
                <c:pt idx="9">
                  <c:v>7.9</c:v>
                </c:pt>
                <c:pt idx="10">
                  <c:v>8</c:v>
                </c:pt>
                <c:pt idx="11">
                  <c:v>7.9</c:v>
                </c:pt>
                <c:pt idx="12">
                  <c:v>7.9</c:v>
                </c:pt>
                <c:pt idx="13">
                  <c:v>7.9</c:v>
                </c:pt>
                <c:pt idx="14">
                  <c:v>8.5</c:v>
                </c:pt>
                <c:pt idx="15">
                  <c:v>8.6</c:v>
                </c:pt>
                <c:pt idx="16">
                  <c:v>8.4</c:v>
                </c:pt>
                <c:pt idx="17">
                  <c:v>8.7000000000000011</c:v>
                </c:pt>
                <c:pt idx="18">
                  <c:v>8.8000000000000007</c:v>
                </c:pt>
                <c:pt idx="19">
                  <c:v>9</c:v>
                </c:pt>
                <c:pt idx="20">
                  <c:v>9.2000000000000011</c:v>
                </c:pt>
                <c:pt idx="21">
                  <c:v>9.4</c:v>
                </c:pt>
                <c:pt idx="22">
                  <c:v>9.5</c:v>
                </c:pt>
                <c:pt idx="23">
                  <c:v>9.6</c:v>
                </c:pt>
                <c:pt idx="24">
                  <c:v>9.4</c:v>
                </c:pt>
                <c:pt idx="25">
                  <c:v>9.8000000000000007</c:v>
                </c:pt>
                <c:pt idx="26">
                  <c:v>9.99</c:v>
                </c:pt>
                <c:pt idx="27">
                  <c:v>10</c:v>
                </c:pt>
              </c:numCache>
            </c:numRef>
          </c:val>
          <c:smooth val="0"/>
          <c:extLst>
            <c:ext xmlns:c16="http://schemas.microsoft.com/office/drawing/2014/chart" uri="{C3380CC4-5D6E-409C-BE32-E72D297353CC}">
              <c16:uniqueId val="{00000002-E205-49A3-A697-5B8580A7ACAC}"/>
            </c:ext>
          </c:extLst>
        </c:ser>
        <c:dLbls>
          <c:showLegendKey val="0"/>
          <c:showVal val="0"/>
          <c:showCatName val="0"/>
          <c:showSerName val="0"/>
          <c:showPercent val="0"/>
          <c:showBubbleSize val="0"/>
        </c:dLbls>
        <c:smooth val="0"/>
        <c:axId val="653212736"/>
        <c:axId val="396824832"/>
      </c:lineChart>
      <c:catAx>
        <c:axId val="65321273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Días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MX"/>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MX"/>
          </a:p>
        </c:txPr>
        <c:crossAx val="396824832"/>
        <c:crosses val="autoZero"/>
        <c:auto val="1"/>
        <c:lblAlgn val="ctr"/>
        <c:lblOffset val="100"/>
        <c:noMultiLvlLbl val="0"/>
      </c:catAx>
      <c:valAx>
        <c:axId val="396824832"/>
        <c:scaling>
          <c:orientation val="minMax"/>
          <c:max val="10.5"/>
          <c:min val="6.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Precio</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MX"/>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MX"/>
          </a:p>
        </c:txPr>
        <c:crossAx val="6532127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MX"/>
        </a:p>
      </c:txPr>
    </c:legend>
    <c:plotVisOnly val="1"/>
    <c:dispBlanksAs val="gap"/>
    <c:showDLblsOverMax val="0"/>
  </c:chart>
  <c:spPr>
    <a:solidFill>
      <a:schemeClr val="bg1"/>
    </a:solidFill>
    <a:ln w="9525" cap="flat" cmpd="sng" algn="ctr">
      <a:solidFill>
        <a:schemeClr val="accent1">
          <a:alpha val="93000"/>
        </a:schemeClr>
      </a:solidFill>
      <a:round/>
    </a:ln>
    <a:effectLst/>
  </c:spPr>
  <c:txPr>
    <a:bodyPr/>
    <a:lstStyle/>
    <a:p>
      <a:pPr>
        <a:defRPr/>
      </a:pPr>
      <a:endParaRPr lang="en-MX"/>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88544D-39E0-45C0-9DD7-F844F872D051}"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73512C43-5C98-47CE-A19B-4AF775B56E4F}">
      <dgm:prSet phldrT="[Text]"/>
      <dgm:spPr/>
      <dgm:t>
        <a:bodyPr/>
        <a:lstStyle/>
        <a:p>
          <a:r>
            <a:rPr lang="es-MX" dirty="0"/>
            <a:t>Intereses</a:t>
          </a:r>
        </a:p>
      </dgm:t>
    </dgm:pt>
    <dgm:pt modelId="{BB29B583-FE28-4C16-932B-B51663DA0E6D}" type="parTrans" cxnId="{39E04A3E-2D1E-4D1E-9434-6F7FE681679E}">
      <dgm:prSet/>
      <dgm:spPr/>
      <dgm:t>
        <a:bodyPr/>
        <a:lstStyle/>
        <a:p>
          <a:endParaRPr lang="es-MX"/>
        </a:p>
      </dgm:t>
    </dgm:pt>
    <dgm:pt modelId="{0CEB32AF-6472-4235-A307-0FD123004A70}" type="sibTrans" cxnId="{39E04A3E-2D1E-4D1E-9434-6F7FE681679E}">
      <dgm:prSet/>
      <dgm:spPr/>
      <dgm:t>
        <a:bodyPr/>
        <a:lstStyle/>
        <a:p>
          <a:endParaRPr lang="es-MX"/>
        </a:p>
      </dgm:t>
    </dgm:pt>
    <dgm:pt modelId="{F138D1EC-E22A-4A08-9983-0A86A32A7BCA}">
      <dgm:prSet phldrT="[Text]"/>
      <dgm:spPr/>
      <dgm:t>
        <a:bodyPr/>
        <a:lstStyle/>
        <a:p>
          <a:r>
            <a:rPr lang="es-MX" dirty="0"/>
            <a:t>Normales</a:t>
          </a:r>
        </a:p>
      </dgm:t>
    </dgm:pt>
    <dgm:pt modelId="{CC32E94C-3656-40F1-B1E6-E916276E5B8A}" type="parTrans" cxnId="{064BB09C-A835-47E7-AC85-821CAD45DC98}">
      <dgm:prSet/>
      <dgm:spPr/>
      <dgm:t>
        <a:bodyPr/>
        <a:lstStyle/>
        <a:p>
          <a:endParaRPr lang="es-MX"/>
        </a:p>
      </dgm:t>
    </dgm:pt>
    <dgm:pt modelId="{39FD530D-F4BD-402B-AF6D-290540AEFF5A}" type="sibTrans" cxnId="{064BB09C-A835-47E7-AC85-821CAD45DC98}">
      <dgm:prSet/>
      <dgm:spPr/>
      <dgm:t>
        <a:bodyPr/>
        <a:lstStyle/>
        <a:p>
          <a:endParaRPr lang="es-MX"/>
        </a:p>
      </dgm:t>
    </dgm:pt>
    <dgm:pt modelId="{50A19584-89AC-40AC-8E32-5057B1BE0C41}">
      <dgm:prSet phldrT="[Text]"/>
      <dgm:spPr/>
      <dgm:t>
        <a:bodyPr/>
        <a:lstStyle/>
        <a:p>
          <a:r>
            <a:rPr lang="es-MX" dirty="0"/>
            <a:t>Devengado</a:t>
          </a:r>
        </a:p>
      </dgm:t>
    </dgm:pt>
    <dgm:pt modelId="{7EEB68AB-3B6D-40E6-96B0-8BBB0CD3F3A6}" type="parTrans" cxnId="{49B28A74-F876-4BFA-9528-652C9B05DEC5}">
      <dgm:prSet/>
      <dgm:spPr/>
      <dgm:t>
        <a:bodyPr/>
        <a:lstStyle/>
        <a:p>
          <a:endParaRPr lang="es-MX"/>
        </a:p>
      </dgm:t>
    </dgm:pt>
    <dgm:pt modelId="{39B77D43-47DB-46B9-9143-093A937AC720}" type="sibTrans" cxnId="{49B28A74-F876-4BFA-9528-652C9B05DEC5}">
      <dgm:prSet/>
      <dgm:spPr/>
      <dgm:t>
        <a:bodyPr/>
        <a:lstStyle/>
        <a:p>
          <a:endParaRPr lang="es-MX"/>
        </a:p>
      </dgm:t>
    </dgm:pt>
    <dgm:pt modelId="{D4873C82-FB9D-4759-A4CF-EC7EEB0DE07F}">
      <dgm:prSet phldrT="[Text]"/>
      <dgm:spPr/>
      <dgm:t>
        <a:bodyPr/>
        <a:lstStyle/>
        <a:p>
          <a:r>
            <a:rPr lang="es-MX" dirty="0"/>
            <a:t>Moratorios</a:t>
          </a:r>
        </a:p>
      </dgm:t>
    </dgm:pt>
    <dgm:pt modelId="{17BEEFD6-5727-44C7-8644-1922594AEDB4}" type="parTrans" cxnId="{6D3F74EB-3923-4139-A8A7-BF35A348552D}">
      <dgm:prSet/>
      <dgm:spPr/>
      <dgm:t>
        <a:bodyPr/>
        <a:lstStyle/>
        <a:p>
          <a:endParaRPr lang="es-MX"/>
        </a:p>
      </dgm:t>
    </dgm:pt>
    <dgm:pt modelId="{686C2F6D-5501-483B-8754-78E5A97FB6EB}" type="sibTrans" cxnId="{6D3F74EB-3923-4139-A8A7-BF35A348552D}">
      <dgm:prSet/>
      <dgm:spPr/>
      <dgm:t>
        <a:bodyPr/>
        <a:lstStyle/>
        <a:p>
          <a:endParaRPr lang="es-MX"/>
        </a:p>
      </dgm:t>
    </dgm:pt>
    <dgm:pt modelId="{8C341846-FE2C-41A6-892E-8DBC2B96A22E}">
      <dgm:prSet phldrT="[Text]"/>
      <dgm:spPr/>
      <dgm:t>
        <a:bodyPr/>
        <a:lstStyle/>
        <a:p>
          <a:r>
            <a:rPr lang="es-MX" dirty="0"/>
            <a:t>Devengado 3 primeros meses</a:t>
          </a:r>
        </a:p>
      </dgm:t>
    </dgm:pt>
    <dgm:pt modelId="{5663C181-EB58-42F1-AFB7-4CB68FF77EB0}" type="parTrans" cxnId="{6C49B974-E890-4425-8A81-B0E1A73865F4}">
      <dgm:prSet/>
      <dgm:spPr/>
      <dgm:t>
        <a:bodyPr/>
        <a:lstStyle/>
        <a:p>
          <a:endParaRPr lang="es-MX"/>
        </a:p>
      </dgm:t>
    </dgm:pt>
    <dgm:pt modelId="{2BA7024B-815E-4975-82E2-346F9AD77BD7}" type="sibTrans" cxnId="{6C49B974-E890-4425-8A81-B0E1A73865F4}">
      <dgm:prSet/>
      <dgm:spPr/>
      <dgm:t>
        <a:bodyPr/>
        <a:lstStyle/>
        <a:p>
          <a:endParaRPr lang="es-MX"/>
        </a:p>
      </dgm:t>
    </dgm:pt>
    <dgm:pt modelId="{A4E7419F-3733-492D-8FB1-031B440656B4}">
      <dgm:prSet/>
      <dgm:spPr/>
      <dgm:t>
        <a:bodyPr/>
        <a:lstStyle/>
        <a:p>
          <a:r>
            <a:rPr lang="es-MX" dirty="0"/>
            <a:t>Cobro a partir del 4 mes</a:t>
          </a:r>
        </a:p>
      </dgm:t>
    </dgm:pt>
    <dgm:pt modelId="{5FEEA93D-89B3-4D25-A37B-579EA814496A}" type="parTrans" cxnId="{7E63E42D-5E46-4FFD-B615-9ABC840D5D6F}">
      <dgm:prSet/>
      <dgm:spPr/>
      <dgm:t>
        <a:bodyPr/>
        <a:lstStyle/>
        <a:p>
          <a:endParaRPr lang="es-MX"/>
        </a:p>
      </dgm:t>
    </dgm:pt>
    <dgm:pt modelId="{2FB08E70-4B52-4FA2-8E8E-7D2BC51E03A7}" type="sibTrans" cxnId="{7E63E42D-5E46-4FFD-B615-9ABC840D5D6F}">
      <dgm:prSet/>
      <dgm:spPr/>
      <dgm:t>
        <a:bodyPr/>
        <a:lstStyle/>
        <a:p>
          <a:endParaRPr lang="es-MX"/>
        </a:p>
      </dgm:t>
    </dgm:pt>
    <dgm:pt modelId="{D0F3C453-912A-497E-89F4-7F274E1B2D16}">
      <dgm:prSet/>
      <dgm:spPr/>
      <dgm:t>
        <a:bodyPr/>
        <a:lstStyle/>
        <a:p>
          <a:r>
            <a:rPr lang="es-MX" dirty="0"/>
            <a:t>PEPS</a:t>
          </a:r>
        </a:p>
      </dgm:t>
    </dgm:pt>
    <dgm:pt modelId="{7D9284C6-DD99-4361-8379-730F4DA20236}" type="parTrans" cxnId="{2736232B-CA3E-4C0A-BC85-376917BFEC06}">
      <dgm:prSet/>
      <dgm:spPr/>
      <dgm:t>
        <a:bodyPr/>
        <a:lstStyle/>
        <a:p>
          <a:endParaRPr lang="es-MX"/>
        </a:p>
      </dgm:t>
    </dgm:pt>
    <dgm:pt modelId="{C814677A-E1BF-4948-B635-43659EDBE9D7}" type="sibTrans" cxnId="{2736232B-CA3E-4C0A-BC85-376917BFEC06}">
      <dgm:prSet/>
      <dgm:spPr/>
      <dgm:t>
        <a:bodyPr/>
        <a:lstStyle/>
        <a:p>
          <a:endParaRPr lang="es-MX"/>
        </a:p>
      </dgm:t>
    </dgm:pt>
    <dgm:pt modelId="{5D2EC410-8798-4BA4-9A31-D8D6A1F57BB4}" type="pres">
      <dgm:prSet presAssocID="{A488544D-39E0-45C0-9DD7-F844F872D051}" presName="Name0" presStyleCnt="0">
        <dgm:presLayoutVars>
          <dgm:chPref val="1"/>
          <dgm:dir/>
          <dgm:animOne val="branch"/>
          <dgm:animLvl val="lvl"/>
          <dgm:resizeHandles val="exact"/>
        </dgm:presLayoutVars>
      </dgm:prSet>
      <dgm:spPr/>
    </dgm:pt>
    <dgm:pt modelId="{673592BB-3A99-4FCF-9B3D-F658A3C32BF6}" type="pres">
      <dgm:prSet presAssocID="{73512C43-5C98-47CE-A19B-4AF775B56E4F}" presName="root1" presStyleCnt="0"/>
      <dgm:spPr/>
    </dgm:pt>
    <dgm:pt modelId="{13F7AFC8-9CA5-480F-B980-D77E91E98AF2}" type="pres">
      <dgm:prSet presAssocID="{73512C43-5C98-47CE-A19B-4AF775B56E4F}" presName="LevelOneTextNode" presStyleLbl="node0" presStyleIdx="0" presStyleCnt="1">
        <dgm:presLayoutVars>
          <dgm:chPref val="3"/>
        </dgm:presLayoutVars>
      </dgm:prSet>
      <dgm:spPr/>
    </dgm:pt>
    <dgm:pt modelId="{C57F8056-5356-471F-BB38-62AAC5C8AE2E}" type="pres">
      <dgm:prSet presAssocID="{73512C43-5C98-47CE-A19B-4AF775B56E4F}" presName="level2hierChild" presStyleCnt="0"/>
      <dgm:spPr/>
    </dgm:pt>
    <dgm:pt modelId="{82944672-23FC-4312-9136-3E03421F1947}" type="pres">
      <dgm:prSet presAssocID="{CC32E94C-3656-40F1-B1E6-E916276E5B8A}" presName="conn2-1" presStyleLbl="parChTrans1D2" presStyleIdx="0" presStyleCnt="2"/>
      <dgm:spPr/>
    </dgm:pt>
    <dgm:pt modelId="{5CE566C9-1EA6-4E82-8B6F-7777D7CA2026}" type="pres">
      <dgm:prSet presAssocID="{CC32E94C-3656-40F1-B1E6-E916276E5B8A}" presName="connTx" presStyleLbl="parChTrans1D2" presStyleIdx="0" presStyleCnt="2"/>
      <dgm:spPr/>
    </dgm:pt>
    <dgm:pt modelId="{8FB5C7A1-A8B3-4BCB-B054-9D086F774951}" type="pres">
      <dgm:prSet presAssocID="{F138D1EC-E22A-4A08-9983-0A86A32A7BCA}" presName="root2" presStyleCnt="0"/>
      <dgm:spPr/>
    </dgm:pt>
    <dgm:pt modelId="{7923E534-C594-4651-83C9-8AF39BCABAF4}" type="pres">
      <dgm:prSet presAssocID="{F138D1EC-E22A-4A08-9983-0A86A32A7BCA}" presName="LevelTwoTextNode" presStyleLbl="node2" presStyleIdx="0" presStyleCnt="2">
        <dgm:presLayoutVars>
          <dgm:chPref val="3"/>
        </dgm:presLayoutVars>
      </dgm:prSet>
      <dgm:spPr/>
    </dgm:pt>
    <dgm:pt modelId="{1CA22E42-F93E-48AC-8C1A-B071CE414097}" type="pres">
      <dgm:prSet presAssocID="{F138D1EC-E22A-4A08-9983-0A86A32A7BCA}" presName="level3hierChild" presStyleCnt="0"/>
      <dgm:spPr/>
    </dgm:pt>
    <dgm:pt modelId="{3C7BB132-13DF-4017-8991-0D15507B3FDA}" type="pres">
      <dgm:prSet presAssocID="{7EEB68AB-3B6D-40E6-96B0-8BBB0CD3F3A6}" presName="conn2-1" presStyleLbl="parChTrans1D3" presStyleIdx="0" presStyleCnt="3"/>
      <dgm:spPr/>
    </dgm:pt>
    <dgm:pt modelId="{5E80ED60-6E06-4A82-A6F5-BA7B6ED8D40A}" type="pres">
      <dgm:prSet presAssocID="{7EEB68AB-3B6D-40E6-96B0-8BBB0CD3F3A6}" presName="connTx" presStyleLbl="parChTrans1D3" presStyleIdx="0" presStyleCnt="3"/>
      <dgm:spPr/>
    </dgm:pt>
    <dgm:pt modelId="{C7CED37D-CCCD-4EB4-8DB0-9EECFE9E73C3}" type="pres">
      <dgm:prSet presAssocID="{50A19584-89AC-40AC-8E32-5057B1BE0C41}" presName="root2" presStyleCnt="0"/>
      <dgm:spPr/>
    </dgm:pt>
    <dgm:pt modelId="{B8251C9E-DF5C-4539-A6BB-CD11FCB8D901}" type="pres">
      <dgm:prSet presAssocID="{50A19584-89AC-40AC-8E32-5057B1BE0C41}" presName="LevelTwoTextNode" presStyleLbl="node3" presStyleIdx="0" presStyleCnt="3">
        <dgm:presLayoutVars>
          <dgm:chPref val="3"/>
        </dgm:presLayoutVars>
      </dgm:prSet>
      <dgm:spPr/>
    </dgm:pt>
    <dgm:pt modelId="{48261A01-48A1-4461-9D58-79185F4B3D92}" type="pres">
      <dgm:prSet presAssocID="{50A19584-89AC-40AC-8E32-5057B1BE0C41}" presName="level3hierChild" presStyleCnt="0"/>
      <dgm:spPr/>
    </dgm:pt>
    <dgm:pt modelId="{8C44A382-63CD-4F6C-B040-1DE31EB64B0F}" type="pres">
      <dgm:prSet presAssocID="{17BEEFD6-5727-44C7-8644-1922594AEDB4}" presName="conn2-1" presStyleLbl="parChTrans1D2" presStyleIdx="1" presStyleCnt="2"/>
      <dgm:spPr/>
    </dgm:pt>
    <dgm:pt modelId="{F05C7008-563F-4699-B27D-7162053439D2}" type="pres">
      <dgm:prSet presAssocID="{17BEEFD6-5727-44C7-8644-1922594AEDB4}" presName="connTx" presStyleLbl="parChTrans1D2" presStyleIdx="1" presStyleCnt="2"/>
      <dgm:spPr/>
    </dgm:pt>
    <dgm:pt modelId="{B6E2D8DC-E7DB-4602-B294-79D63918C534}" type="pres">
      <dgm:prSet presAssocID="{D4873C82-FB9D-4759-A4CF-EC7EEB0DE07F}" presName="root2" presStyleCnt="0"/>
      <dgm:spPr/>
    </dgm:pt>
    <dgm:pt modelId="{AA12FD5B-1F91-4960-958A-AFD21E18436D}" type="pres">
      <dgm:prSet presAssocID="{D4873C82-FB9D-4759-A4CF-EC7EEB0DE07F}" presName="LevelTwoTextNode" presStyleLbl="node2" presStyleIdx="1" presStyleCnt="2">
        <dgm:presLayoutVars>
          <dgm:chPref val="3"/>
        </dgm:presLayoutVars>
      </dgm:prSet>
      <dgm:spPr/>
    </dgm:pt>
    <dgm:pt modelId="{151E6A0B-4F0F-4C22-83D5-07787A9ECE0B}" type="pres">
      <dgm:prSet presAssocID="{D4873C82-FB9D-4759-A4CF-EC7EEB0DE07F}" presName="level3hierChild" presStyleCnt="0"/>
      <dgm:spPr/>
    </dgm:pt>
    <dgm:pt modelId="{881F4A6A-D801-4498-8C57-CB4D88275854}" type="pres">
      <dgm:prSet presAssocID="{5663C181-EB58-42F1-AFB7-4CB68FF77EB0}" presName="conn2-1" presStyleLbl="parChTrans1D3" presStyleIdx="1" presStyleCnt="3"/>
      <dgm:spPr/>
    </dgm:pt>
    <dgm:pt modelId="{F8705B47-CA28-49F5-84E5-6B1BEEDCA9E9}" type="pres">
      <dgm:prSet presAssocID="{5663C181-EB58-42F1-AFB7-4CB68FF77EB0}" presName="connTx" presStyleLbl="parChTrans1D3" presStyleIdx="1" presStyleCnt="3"/>
      <dgm:spPr/>
    </dgm:pt>
    <dgm:pt modelId="{30CA7E30-87A5-4AB6-975A-0A318CC3E735}" type="pres">
      <dgm:prSet presAssocID="{8C341846-FE2C-41A6-892E-8DBC2B96A22E}" presName="root2" presStyleCnt="0"/>
      <dgm:spPr/>
    </dgm:pt>
    <dgm:pt modelId="{94ED59B5-92DF-46E8-9F6E-A8AA4939303D}" type="pres">
      <dgm:prSet presAssocID="{8C341846-FE2C-41A6-892E-8DBC2B96A22E}" presName="LevelTwoTextNode" presStyleLbl="node3" presStyleIdx="1" presStyleCnt="3">
        <dgm:presLayoutVars>
          <dgm:chPref val="3"/>
        </dgm:presLayoutVars>
      </dgm:prSet>
      <dgm:spPr/>
    </dgm:pt>
    <dgm:pt modelId="{CA357B24-A792-48C4-9EA1-13833624AF1D}" type="pres">
      <dgm:prSet presAssocID="{8C341846-FE2C-41A6-892E-8DBC2B96A22E}" presName="level3hierChild" presStyleCnt="0"/>
      <dgm:spPr/>
    </dgm:pt>
    <dgm:pt modelId="{22CFD354-B519-4B42-A18C-28FC26AB8C9D}" type="pres">
      <dgm:prSet presAssocID="{5FEEA93D-89B3-4D25-A37B-579EA814496A}" presName="conn2-1" presStyleLbl="parChTrans1D3" presStyleIdx="2" presStyleCnt="3"/>
      <dgm:spPr/>
    </dgm:pt>
    <dgm:pt modelId="{E44ABB56-005B-4F43-B08E-13717EC6316C}" type="pres">
      <dgm:prSet presAssocID="{5FEEA93D-89B3-4D25-A37B-579EA814496A}" presName="connTx" presStyleLbl="parChTrans1D3" presStyleIdx="2" presStyleCnt="3"/>
      <dgm:spPr/>
    </dgm:pt>
    <dgm:pt modelId="{615A4431-E7C2-4995-A62E-41C2457DC139}" type="pres">
      <dgm:prSet presAssocID="{A4E7419F-3733-492D-8FB1-031B440656B4}" presName="root2" presStyleCnt="0"/>
      <dgm:spPr/>
    </dgm:pt>
    <dgm:pt modelId="{4AE2F50D-0554-41A0-8DD4-E7DB3A5FBC86}" type="pres">
      <dgm:prSet presAssocID="{A4E7419F-3733-492D-8FB1-031B440656B4}" presName="LevelTwoTextNode" presStyleLbl="node3" presStyleIdx="2" presStyleCnt="3">
        <dgm:presLayoutVars>
          <dgm:chPref val="3"/>
        </dgm:presLayoutVars>
      </dgm:prSet>
      <dgm:spPr/>
    </dgm:pt>
    <dgm:pt modelId="{C5448FF5-1AF5-4BBF-8E26-4AAC7D40198A}" type="pres">
      <dgm:prSet presAssocID="{A4E7419F-3733-492D-8FB1-031B440656B4}" presName="level3hierChild" presStyleCnt="0"/>
      <dgm:spPr/>
    </dgm:pt>
    <dgm:pt modelId="{76E9E44A-DBF3-47C9-A226-FE0DBFC30627}" type="pres">
      <dgm:prSet presAssocID="{7D9284C6-DD99-4361-8379-730F4DA20236}" presName="conn2-1" presStyleLbl="parChTrans1D4" presStyleIdx="0" presStyleCnt="1"/>
      <dgm:spPr/>
    </dgm:pt>
    <dgm:pt modelId="{011CBF42-CD7A-4888-B40A-D317DCF22B38}" type="pres">
      <dgm:prSet presAssocID="{7D9284C6-DD99-4361-8379-730F4DA20236}" presName="connTx" presStyleLbl="parChTrans1D4" presStyleIdx="0" presStyleCnt="1"/>
      <dgm:spPr/>
    </dgm:pt>
    <dgm:pt modelId="{65A32115-D922-4660-8944-F0632F8D102B}" type="pres">
      <dgm:prSet presAssocID="{D0F3C453-912A-497E-89F4-7F274E1B2D16}" presName="root2" presStyleCnt="0"/>
      <dgm:spPr/>
    </dgm:pt>
    <dgm:pt modelId="{EA54AF6F-6247-4596-829B-DA8D8407EE82}" type="pres">
      <dgm:prSet presAssocID="{D0F3C453-912A-497E-89F4-7F274E1B2D16}" presName="LevelTwoTextNode" presStyleLbl="node4" presStyleIdx="0" presStyleCnt="1">
        <dgm:presLayoutVars>
          <dgm:chPref val="3"/>
        </dgm:presLayoutVars>
      </dgm:prSet>
      <dgm:spPr/>
    </dgm:pt>
    <dgm:pt modelId="{B24AEAC8-FB83-4B43-A3CE-06AF863A31B5}" type="pres">
      <dgm:prSet presAssocID="{D0F3C453-912A-497E-89F4-7F274E1B2D16}" presName="level3hierChild" presStyleCnt="0"/>
      <dgm:spPr/>
    </dgm:pt>
  </dgm:ptLst>
  <dgm:cxnLst>
    <dgm:cxn modelId="{61373B10-2A85-4C87-ABF2-5354CC42EF19}" type="presOf" srcId="{7EEB68AB-3B6D-40E6-96B0-8BBB0CD3F3A6}" destId="{5E80ED60-6E06-4A82-A6F5-BA7B6ED8D40A}" srcOrd="1" destOrd="0" presId="urn:microsoft.com/office/officeart/2008/layout/HorizontalMultiLevelHierarchy"/>
    <dgm:cxn modelId="{FAAE2D12-FB90-451C-A048-73207FEDAEF1}" type="presOf" srcId="{5FEEA93D-89B3-4D25-A37B-579EA814496A}" destId="{E44ABB56-005B-4F43-B08E-13717EC6316C}" srcOrd="1" destOrd="0" presId="urn:microsoft.com/office/officeart/2008/layout/HorizontalMultiLevelHierarchy"/>
    <dgm:cxn modelId="{81C1CE12-50DB-4A0F-97C4-E978CCA381EC}" type="presOf" srcId="{CC32E94C-3656-40F1-B1E6-E916276E5B8A}" destId="{82944672-23FC-4312-9136-3E03421F1947}" srcOrd="0" destOrd="0" presId="urn:microsoft.com/office/officeart/2008/layout/HorizontalMultiLevelHierarchy"/>
    <dgm:cxn modelId="{2576862A-12E3-4771-AD1A-D1E2E995434C}" type="presOf" srcId="{7D9284C6-DD99-4361-8379-730F4DA20236}" destId="{76E9E44A-DBF3-47C9-A226-FE0DBFC30627}" srcOrd="0" destOrd="0" presId="urn:microsoft.com/office/officeart/2008/layout/HorizontalMultiLevelHierarchy"/>
    <dgm:cxn modelId="{2736232B-CA3E-4C0A-BC85-376917BFEC06}" srcId="{A4E7419F-3733-492D-8FB1-031B440656B4}" destId="{D0F3C453-912A-497E-89F4-7F274E1B2D16}" srcOrd="0" destOrd="0" parTransId="{7D9284C6-DD99-4361-8379-730F4DA20236}" sibTransId="{C814677A-E1BF-4948-B635-43659EDBE9D7}"/>
    <dgm:cxn modelId="{7E63E42D-5E46-4FFD-B615-9ABC840D5D6F}" srcId="{D4873C82-FB9D-4759-A4CF-EC7EEB0DE07F}" destId="{A4E7419F-3733-492D-8FB1-031B440656B4}" srcOrd="1" destOrd="0" parTransId="{5FEEA93D-89B3-4D25-A37B-579EA814496A}" sibTransId="{2FB08E70-4B52-4FA2-8E8E-7D2BC51E03A7}"/>
    <dgm:cxn modelId="{6E833B2E-2D1F-4256-B6FA-0D3FFDA611D0}" type="presOf" srcId="{7D9284C6-DD99-4361-8379-730F4DA20236}" destId="{011CBF42-CD7A-4888-B40A-D317DCF22B38}" srcOrd="1" destOrd="0" presId="urn:microsoft.com/office/officeart/2008/layout/HorizontalMultiLevelHierarchy"/>
    <dgm:cxn modelId="{39E04A3E-2D1E-4D1E-9434-6F7FE681679E}" srcId="{A488544D-39E0-45C0-9DD7-F844F872D051}" destId="{73512C43-5C98-47CE-A19B-4AF775B56E4F}" srcOrd="0" destOrd="0" parTransId="{BB29B583-FE28-4C16-932B-B51663DA0E6D}" sibTransId="{0CEB32AF-6472-4235-A307-0FD123004A70}"/>
    <dgm:cxn modelId="{9A845A61-B2DD-4DDD-8EA5-81ABFC5100E8}" type="presOf" srcId="{A488544D-39E0-45C0-9DD7-F844F872D051}" destId="{5D2EC410-8798-4BA4-9A31-D8D6A1F57BB4}" srcOrd="0" destOrd="0" presId="urn:microsoft.com/office/officeart/2008/layout/HorizontalMultiLevelHierarchy"/>
    <dgm:cxn modelId="{D21D5965-CBBF-48A2-BD47-4A08271F1E50}" type="presOf" srcId="{D0F3C453-912A-497E-89F4-7F274E1B2D16}" destId="{EA54AF6F-6247-4596-829B-DA8D8407EE82}" srcOrd="0" destOrd="0" presId="urn:microsoft.com/office/officeart/2008/layout/HorizontalMultiLevelHierarchy"/>
    <dgm:cxn modelId="{53A10669-0787-4909-8BE7-737DA5BB93BD}" type="presOf" srcId="{17BEEFD6-5727-44C7-8644-1922594AEDB4}" destId="{F05C7008-563F-4699-B27D-7162053439D2}" srcOrd="1" destOrd="0" presId="urn:microsoft.com/office/officeart/2008/layout/HorizontalMultiLevelHierarchy"/>
    <dgm:cxn modelId="{0EFCB84C-1D27-41D8-B031-389EE0226D7F}" type="presOf" srcId="{5FEEA93D-89B3-4D25-A37B-579EA814496A}" destId="{22CFD354-B519-4B42-A18C-28FC26AB8C9D}" srcOrd="0" destOrd="0" presId="urn:microsoft.com/office/officeart/2008/layout/HorizontalMultiLevelHierarchy"/>
    <dgm:cxn modelId="{C4C2E34D-7DC4-4948-BCF4-91C8C1324315}" type="presOf" srcId="{7EEB68AB-3B6D-40E6-96B0-8BBB0CD3F3A6}" destId="{3C7BB132-13DF-4017-8991-0D15507B3FDA}" srcOrd="0" destOrd="0" presId="urn:microsoft.com/office/officeart/2008/layout/HorizontalMultiLevelHierarchy"/>
    <dgm:cxn modelId="{49B28A74-F876-4BFA-9528-652C9B05DEC5}" srcId="{F138D1EC-E22A-4A08-9983-0A86A32A7BCA}" destId="{50A19584-89AC-40AC-8E32-5057B1BE0C41}" srcOrd="0" destOrd="0" parTransId="{7EEB68AB-3B6D-40E6-96B0-8BBB0CD3F3A6}" sibTransId="{39B77D43-47DB-46B9-9143-093A937AC720}"/>
    <dgm:cxn modelId="{6C49B974-E890-4425-8A81-B0E1A73865F4}" srcId="{D4873C82-FB9D-4759-A4CF-EC7EEB0DE07F}" destId="{8C341846-FE2C-41A6-892E-8DBC2B96A22E}" srcOrd="0" destOrd="0" parTransId="{5663C181-EB58-42F1-AFB7-4CB68FF77EB0}" sibTransId="{2BA7024B-815E-4975-82E2-346F9AD77BD7}"/>
    <dgm:cxn modelId="{411FFF76-D26C-476C-B6C3-32138A62B697}" type="presOf" srcId="{F138D1EC-E22A-4A08-9983-0A86A32A7BCA}" destId="{7923E534-C594-4651-83C9-8AF39BCABAF4}" srcOrd="0" destOrd="0" presId="urn:microsoft.com/office/officeart/2008/layout/HorizontalMultiLevelHierarchy"/>
    <dgm:cxn modelId="{48DD627A-70EC-4AA4-866B-83D5326816F2}" type="presOf" srcId="{17BEEFD6-5727-44C7-8644-1922594AEDB4}" destId="{8C44A382-63CD-4F6C-B040-1DE31EB64B0F}" srcOrd="0" destOrd="0" presId="urn:microsoft.com/office/officeart/2008/layout/HorizontalMultiLevelHierarchy"/>
    <dgm:cxn modelId="{5E0C097B-0E29-48B0-8422-8F02A122D9BB}" type="presOf" srcId="{73512C43-5C98-47CE-A19B-4AF775B56E4F}" destId="{13F7AFC8-9CA5-480F-B980-D77E91E98AF2}" srcOrd="0" destOrd="0" presId="urn:microsoft.com/office/officeart/2008/layout/HorizontalMultiLevelHierarchy"/>
    <dgm:cxn modelId="{68714A83-DC13-4B8B-A660-2CCDAB63E099}" type="presOf" srcId="{CC32E94C-3656-40F1-B1E6-E916276E5B8A}" destId="{5CE566C9-1EA6-4E82-8B6F-7777D7CA2026}" srcOrd="1" destOrd="0" presId="urn:microsoft.com/office/officeart/2008/layout/HorizontalMultiLevelHierarchy"/>
    <dgm:cxn modelId="{064BB09C-A835-47E7-AC85-821CAD45DC98}" srcId="{73512C43-5C98-47CE-A19B-4AF775B56E4F}" destId="{F138D1EC-E22A-4A08-9983-0A86A32A7BCA}" srcOrd="0" destOrd="0" parTransId="{CC32E94C-3656-40F1-B1E6-E916276E5B8A}" sibTransId="{39FD530D-F4BD-402B-AF6D-290540AEFF5A}"/>
    <dgm:cxn modelId="{80BB699F-20C7-41EE-BE5D-716DC046CE00}" type="presOf" srcId="{8C341846-FE2C-41A6-892E-8DBC2B96A22E}" destId="{94ED59B5-92DF-46E8-9F6E-A8AA4939303D}" srcOrd="0" destOrd="0" presId="urn:microsoft.com/office/officeart/2008/layout/HorizontalMultiLevelHierarchy"/>
    <dgm:cxn modelId="{84BC29B2-A0B1-4214-9164-4C2EEEA91564}" type="presOf" srcId="{5663C181-EB58-42F1-AFB7-4CB68FF77EB0}" destId="{881F4A6A-D801-4498-8C57-CB4D88275854}" srcOrd="0" destOrd="0" presId="urn:microsoft.com/office/officeart/2008/layout/HorizontalMultiLevelHierarchy"/>
    <dgm:cxn modelId="{421941C2-5212-4872-A7B2-7129B5D2D4BA}" type="presOf" srcId="{A4E7419F-3733-492D-8FB1-031B440656B4}" destId="{4AE2F50D-0554-41A0-8DD4-E7DB3A5FBC86}" srcOrd="0" destOrd="0" presId="urn:microsoft.com/office/officeart/2008/layout/HorizontalMultiLevelHierarchy"/>
    <dgm:cxn modelId="{BDA049D6-839A-45FA-995A-48DDBF0868F8}" type="presOf" srcId="{5663C181-EB58-42F1-AFB7-4CB68FF77EB0}" destId="{F8705B47-CA28-49F5-84E5-6B1BEEDCA9E9}" srcOrd="1" destOrd="0" presId="urn:microsoft.com/office/officeart/2008/layout/HorizontalMultiLevelHierarchy"/>
    <dgm:cxn modelId="{6D3F74EB-3923-4139-A8A7-BF35A348552D}" srcId="{73512C43-5C98-47CE-A19B-4AF775B56E4F}" destId="{D4873C82-FB9D-4759-A4CF-EC7EEB0DE07F}" srcOrd="1" destOrd="0" parTransId="{17BEEFD6-5727-44C7-8644-1922594AEDB4}" sibTransId="{686C2F6D-5501-483B-8754-78E5A97FB6EB}"/>
    <dgm:cxn modelId="{8B5B89F4-FDC6-49BE-AA58-0E450F6E4B00}" type="presOf" srcId="{50A19584-89AC-40AC-8E32-5057B1BE0C41}" destId="{B8251C9E-DF5C-4539-A6BB-CD11FCB8D901}" srcOrd="0" destOrd="0" presId="urn:microsoft.com/office/officeart/2008/layout/HorizontalMultiLevelHierarchy"/>
    <dgm:cxn modelId="{E59010F9-90E2-4DF3-8C95-E2FAA9AB5D8E}" type="presOf" srcId="{D4873C82-FB9D-4759-A4CF-EC7EEB0DE07F}" destId="{AA12FD5B-1F91-4960-958A-AFD21E18436D}" srcOrd="0" destOrd="0" presId="urn:microsoft.com/office/officeart/2008/layout/HorizontalMultiLevelHierarchy"/>
    <dgm:cxn modelId="{BD96591B-77E0-4259-934A-EA6F605F8C39}" type="presParOf" srcId="{5D2EC410-8798-4BA4-9A31-D8D6A1F57BB4}" destId="{673592BB-3A99-4FCF-9B3D-F658A3C32BF6}" srcOrd="0" destOrd="0" presId="urn:microsoft.com/office/officeart/2008/layout/HorizontalMultiLevelHierarchy"/>
    <dgm:cxn modelId="{C11E4AF7-4586-4212-884B-E7F30F573BBF}" type="presParOf" srcId="{673592BB-3A99-4FCF-9B3D-F658A3C32BF6}" destId="{13F7AFC8-9CA5-480F-B980-D77E91E98AF2}" srcOrd="0" destOrd="0" presId="urn:microsoft.com/office/officeart/2008/layout/HorizontalMultiLevelHierarchy"/>
    <dgm:cxn modelId="{EC76AE5C-1801-42EA-9CA6-90CE27932173}" type="presParOf" srcId="{673592BB-3A99-4FCF-9B3D-F658A3C32BF6}" destId="{C57F8056-5356-471F-BB38-62AAC5C8AE2E}" srcOrd="1" destOrd="0" presId="urn:microsoft.com/office/officeart/2008/layout/HorizontalMultiLevelHierarchy"/>
    <dgm:cxn modelId="{780B5D50-D8FD-4577-B35C-05EF33659059}" type="presParOf" srcId="{C57F8056-5356-471F-BB38-62AAC5C8AE2E}" destId="{82944672-23FC-4312-9136-3E03421F1947}" srcOrd="0" destOrd="0" presId="urn:microsoft.com/office/officeart/2008/layout/HorizontalMultiLevelHierarchy"/>
    <dgm:cxn modelId="{17249AF0-42DC-4217-A71E-E6B283D7CBA5}" type="presParOf" srcId="{82944672-23FC-4312-9136-3E03421F1947}" destId="{5CE566C9-1EA6-4E82-8B6F-7777D7CA2026}" srcOrd="0" destOrd="0" presId="urn:microsoft.com/office/officeart/2008/layout/HorizontalMultiLevelHierarchy"/>
    <dgm:cxn modelId="{EEC970F4-6360-4597-BD83-63A9FC7D30AB}" type="presParOf" srcId="{C57F8056-5356-471F-BB38-62AAC5C8AE2E}" destId="{8FB5C7A1-A8B3-4BCB-B054-9D086F774951}" srcOrd="1" destOrd="0" presId="urn:microsoft.com/office/officeart/2008/layout/HorizontalMultiLevelHierarchy"/>
    <dgm:cxn modelId="{30292630-3158-499F-B2AD-F38EACEE78EA}" type="presParOf" srcId="{8FB5C7A1-A8B3-4BCB-B054-9D086F774951}" destId="{7923E534-C594-4651-83C9-8AF39BCABAF4}" srcOrd="0" destOrd="0" presId="urn:microsoft.com/office/officeart/2008/layout/HorizontalMultiLevelHierarchy"/>
    <dgm:cxn modelId="{B25ABE2F-29C6-446D-BAF2-B6D5E87D644F}" type="presParOf" srcId="{8FB5C7A1-A8B3-4BCB-B054-9D086F774951}" destId="{1CA22E42-F93E-48AC-8C1A-B071CE414097}" srcOrd="1" destOrd="0" presId="urn:microsoft.com/office/officeart/2008/layout/HorizontalMultiLevelHierarchy"/>
    <dgm:cxn modelId="{950510C6-00BF-4126-8FB9-2BD9791EC170}" type="presParOf" srcId="{1CA22E42-F93E-48AC-8C1A-B071CE414097}" destId="{3C7BB132-13DF-4017-8991-0D15507B3FDA}" srcOrd="0" destOrd="0" presId="urn:microsoft.com/office/officeart/2008/layout/HorizontalMultiLevelHierarchy"/>
    <dgm:cxn modelId="{35A02193-AAAB-4860-B6DB-A31171A20434}" type="presParOf" srcId="{3C7BB132-13DF-4017-8991-0D15507B3FDA}" destId="{5E80ED60-6E06-4A82-A6F5-BA7B6ED8D40A}" srcOrd="0" destOrd="0" presId="urn:microsoft.com/office/officeart/2008/layout/HorizontalMultiLevelHierarchy"/>
    <dgm:cxn modelId="{F311EBCE-1D74-4001-8E56-96693E0ECA30}" type="presParOf" srcId="{1CA22E42-F93E-48AC-8C1A-B071CE414097}" destId="{C7CED37D-CCCD-4EB4-8DB0-9EECFE9E73C3}" srcOrd="1" destOrd="0" presId="urn:microsoft.com/office/officeart/2008/layout/HorizontalMultiLevelHierarchy"/>
    <dgm:cxn modelId="{9B66E5D8-0FD0-4CB6-BF07-4ACD3EF54D5D}" type="presParOf" srcId="{C7CED37D-CCCD-4EB4-8DB0-9EECFE9E73C3}" destId="{B8251C9E-DF5C-4539-A6BB-CD11FCB8D901}" srcOrd="0" destOrd="0" presId="urn:microsoft.com/office/officeart/2008/layout/HorizontalMultiLevelHierarchy"/>
    <dgm:cxn modelId="{9B59E964-99F7-4DDF-A0DA-084BAE94C36C}" type="presParOf" srcId="{C7CED37D-CCCD-4EB4-8DB0-9EECFE9E73C3}" destId="{48261A01-48A1-4461-9D58-79185F4B3D92}" srcOrd="1" destOrd="0" presId="urn:microsoft.com/office/officeart/2008/layout/HorizontalMultiLevelHierarchy"/>
    <dgm:cxn modelId="{2A9F5419-1053-417E-97ED-E0291EB51BD9}" type="presParOf" srcId="{C57F8056-5356-471F-BB38-62AAC5C8AE2E}" destId="{8C44A382-63CD-4F6C-B040-1DE31EB64B0F}" srcOrd="2" destOrd="0" presId="urn:microsoft.com/office/officeart/2008/layout/HorizontalMultiLevelHierarchy"/>
    <dgm:cxn modelId="{F22A2DF3-1C99-41A2-8CFA-D27FADFCC3F4}" type="presParOf" srcId="{8C44A382-63CD-4F6C-B040-1DE31EB64B0F}" destId="{F05C7008-563F-4699-B27D-7162053439D2}" srcOrd="0" destOrd="0" presId="urn:microsoft.com/office/officeart/2008/layout/HorizontalMultiLevelHierarchy"/>
    <dgm:cxn modelId="{50AE961E-660F-4FB7-B39B-9316A0A69E5C}" type="presParOf" srcId="{C57F8056-5356-471F-BB38-62AAC5C8AE2E}" destId="{B6E2D8DC-E7DB-4602-B294-79D63918C534}" srcOrd="3" destOrd="0" presId="urn:microsoft.com/office/officeart/2008/layout/HorizontalMultiLevelHierarchy"/>
    <dgm:cxn modelId="{1237B556-B18D-4AF0-9CE4-5E8FAA92D122}" type="presParOf" srcId="{B6E2D8DC-E7DB-4602-B294-79D63918C534}" destId="{AA12FD5B-1F91-4960-958A-AFD21E18436D}" srcOrd="0" destOrd="0" presId="urn:microsoft.com/office/officeart/2008/layout/HorizontalMultiLevelHierarchy"/>
    <dgm:cxn modelId="{CB485481-35DF-42C2-9915-5364BFC065DE}" type="presParOf" srcId="{B6E2D8DC-E7DB-4602-B294-79D63918C534}" destId="{151E6A0B-4F0F-4C22-83D5-07787A9ECE0B}" srcOrd="1" destOrd="0" presId="urn:microsoft.com/office/officeart/2008/layout/HorizontalMultiLevelHierarchy"/>
    <dgm:cxn modelId="{55FFE076-E300-4592-AE36-7C181BC2A0FC}" type="presParOf" srcId="{151E6A0B-4F0F-4C22-83D5-07787A9ECE0B}" destId="{881F4A6A-D801-4498-8C57-CB4D88275854}" srcOrd="0" destOrd="0" presId="urn:microsoft.com/office/officeart/2008/layout/HorizontalMultiLevelHierarchy"/>
    <dgm:cxn modelId="{2E3F20AF-DDC9-4ADC-9FA0-BAA2AF04BB6A}" type="presParOf" srcId="{881F4A6A-D801-4498-8C57-CB4D88275854}" destId="{F8705B47-CA28-49F5-84E5-6B1BEEDCA9E9}" srcOrd="0" destOrd="0" presId="urn:microsoft.com/office/officeart/2008/layout/HorizontalMultiLevelHierarchy"/>
    <dgm:cxn modelId="{9888D93E-1BDF-45AA-A1DC-B2994E4792F7}" type="presParOf" srcId="{151E6A0B-4F0F-4C22-83D5-07787A9ECE0B}" destId="{30CA7E30-87A5-4AB6-975A-0A318CC3E735}" srcOrd="1" destOrd="0" presId="urn:microsoft.com/office/officeart/2008/layout/HorizontalMultiLevelHierarchy"/>
    <dgm:cxn modelId="{4395B088-BB80-4073-9849-41B08F295023}" type="presParOf" srcId="{30CA7E30-87A5-4AB6-975A-0A318CC3E735}" destId="{94ED59B5-92DF-46E8-9F6E-A8AA4939303D}" srcOrd="0" destOrd="0" presId="urn:microsoft.com/office/officeart/2008/layout/HorizontalMultiLevelHierarchy"/>
    <dgm:cxn modelId="{D5177F99-021C-4D0E-B8F9-84F6D1B3555F}" type="presParOf" srcId="{30CA7E30-87A5-4AB6-975A-0A318CC3E735}" destId="{CA357B24-A792-48C4-9EA1-13833624AF1D}" srcOrd="1" destOrd="0" presId="urn:microsoft.com/office/officeart/2008/layout/HorizontalMultiLevelHierarchy"/>
    <dgm:cxn modelId="{709B6E0A-3AFA-4012-BFDC-DCFEBF83EA78}" type="presParOf" srcId="{151E6A0B-4F0F-4C22-83D5-07787A9ECE0B}" destId="{22CFD354-B519-4B42-A18C-28FC26AB8C9D}" srcOrd="2" destOrd="0" presId="urn:microsoft.com/office/officeart/2008/layout/HorizontalMultiLevelHierarchy"/>
    <dgm:cxn modelId="{A14657D1-5818-4985-A199-614002FF284E}" type="presParOf" srcId="{22CFD354-B519-4B42-A18C-28FC26AB8C9D}" destId="{E44ABB56-005B-4F43-B08E-13717EC6316C}" srcOrd="0" destOrd="0" presId="urn:microsoft.com/office/officeart/2008/layout/HorizontalMultiLevelHierarchy"/>
    <dgm:cxn modelId="{9402358B-C068-4106-8360-D49493D728AE}" type="presParOf" srcId="{151E6A0B-4F0F-4C22-83D5-07787A9ECE0B}" destId="{615A4431-E7C2-4995-A62E-41C2457DC139}" srcOrd="3" destOrd="0" presId="urn:microsoft.com/office/officeart/2008/layout/HorizontalMultiLevelHierarchy"/>
    <dgm:cxn modelId="{FD6C57AA-44FB-4C1F-A6DF-36506D688DD5}" type="presParOf" srcId="{615A4431-E7C2-4995-A62E-41C2457DC139}" destId="{4AE2F50D-0554-41A0-8DD4-E7DB3A5FBC86}" srcOrd="0" destOrd="0" presId="urn:microsoft.com/office/officeart/2008/layout/HorizontalMultiLevelHierarchy"/>
    <dgm:cxn modelId="{CF5A03C4-3B98-4686-AB5D-007684A91319}" type="presParOf" srcId="{615A4431-E7C2-4995-A62E-41C2457DC139}" destId="{C5448FF5-1AF5-4BBF-8E26-4AAC7D40198A}" srcOrd="1" destOrd="0" presId="urn:microsoft.com/office/officeart/2008/layout/HorizontalMultiLevelHierarchy"/>
    <dgm:cxn modelId="{039E53FB-B774-419F-9E69-180224F25D7F}" type="presParOf" srcId="{C5448FF5-1AF5-4BBF-8E26-4AAC7D40198A}" destId="{76E9E44A-DBF3-47C9-A226-FE0DBFC30627}" srcOrd="0" destOrd="0" presId="urn:microsoft.com/office/officeart/2008/layout/HorizontalMultiLevelHierarchy"/>
    <dgm:cxn modelId="{C2498B59-2623-47D0-8290-0A544F1391CA}" type="presParOf" srcId="{76E9E44A-DBF3-47C9-A226-FE0DBFC30627}" destId="{011CBF42-CD7A-4888-B40A-D317DCF22B38}" srcOrd="0" destOrd="0" presId="urn:microsoft.com/office/officeart/2008/layout/HorizontalMultiLevelHierarchy"/>
    <dgm:cxn modelId="{AB00B724-4116-4081-9786-F805439113A5}" type="presParOf" srcId="{C5448FF5-1AF5-4BBF-8E26-4AAC7D40198A}" destId="{65A32115-D922-4660-8944-F0632F8D102B}" srcOrd="1" destOrd="0" presId="urn:microsoft.com/office/officeart/2008/layout/HorizontalMultiLevelHierarchy"/>
    <dgm:cxn modelId="{91A804B6-D7C0-4036-807D-764EFD3B4F7C}" type="presParOf" srcId="{65A32115-D922-4660-8944-F0632F8D102B}" destId="{EA54AF6F-6247-4596-829B-DA8D8407EE82}" srcOrd="0" destOrd="0" presId="urn:microsoft.com/office/officeart/2008/layout/HorizontalMultiLevelHierarchy"/>
    <dgm:cxn modelId="{B05A1926-AC5D-49E8-A25A-F4EAD4E69665}" type="presParOf" srcId="{65A32115-D922-4660-8944-F0632F8D102B}" destId="{B24AEAC8-FB83-4B43-A3CE-06AF863A31B5}"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0FFD64-D30C-43F5-A805-D818C404EBF7}"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s-MX"/>
        </a:p>
      </dgm:t>
    </dgm:pt>
    <dgm:pt modelId="{4963786C-5B5E-48AD-B31E-7B47813A6580}">
      <dgm:prSet phldrT="[Text]"/>
      <dgm:spPr>
        <a:solidFill>
          <a:srgbClr val="7030A0"/>
        </a:solidFill>
      </dgm:spPr>
      <dgm:t>
        <a:bodyPr/>
        <a:lstStyle/>
        <a:p>
          <a:r>
            <a:rPr lang="es-MX" dirty="0"/>
            <a:t>Intereses</a:t>
          </a:r>
        </a:p>
      </dgm:t>
    </dgm:pt>
    <dgm:pt modelId="{76C19F94-BEE2-4ECC-9072-B8BA31D1D6B8}" type="parTrans" cxnId="{DD0B96C0-9A0D-4E0B-BD4C-4BDE5A575078}">
      <dgm:prSet/>
      <dgm:spPr/>
      <dgm:t>
        <a:bodyPr/>
        <a:lstStyle/>
        <a:p>
          <a:endParaRPr lang="es-MX"/>
        </a:p>
      </dgm:t>
    </dgm:pt>
    <dgm:pt modelId="{2A18C919-4EA3-4C29-B9CC-7CE5018C2D91}" type="sibTrans" cxnId="{DD0B96C0-9A0D-4E0B-BD4C-4BDE5A575078}">
      <dgm:prSet/>
      <dgm:spPr/>
      <dgm:t>
        <a:bodyPr/>
        <a:lstStyle/>
        <a:p>
          <a:endParaRPr lang="es-MX"/>
        </a:p>
      </dgm:t>
    </dgm:pt>
    <dgm:pt modelId="{826AE4C1-4294-4D30-AD25-C80977179377}">
      <dgm:prSet phldrT="[Text]"/>
      <dgm:spPr>
        <a:solidFill>
          <a:srgbClr val="92D050"/>
        </a:solidFill>
      </dgm:spPr>
      <dgm:t>
        <a:bodyPr/>
        <a:lstStyle/>
        <a:p>
          <a:r>
            <a:rPr lang="es-MX" dirty="0"/>
            <a:t>Son Intereses</a:t>
          </a:r>
        </a:p>
      </dgm:t>
    </dgm:pt>
    <dgm:pt modelId="{334A5DAC-ED94-41C3-A4DA-25DCE6A48144}" type="parTrans" cxnId="{DAD82C0A-3982-4612-B709-2204EC9E8CC8}">
      <dgm:prSet/>
      <dgm:spPr/>
      <dgm:t>
        <a:bodyPr/>
        <a:lstStyle/>
        <a:p>
          <a:endParaRPr lang="es-MX"/>
        </a:p>
      </dgm:t>
    </dgm:pt>
    <dgm:pt modelId="{ABAFA20D-2461-43B2-A452-6063ABA9B9BF}" type="sibTrans" cxnId="{DAD82C0A-3982-4612-B709-2204EC9E8CC8}">
      <dgm:prSet/>
      <dgm:spPr/>
      <dgm:t>
        <a:bodyPr/>
        <a:lstStyle/>
        <a:p>
          <a:endParaRPr lang="es-MX"/>
        </a:p>
      </dgm:t>
    </dgm:pt>
    <dgm:pt modelId="{853A571A-A143-4029-A779-48B328500404}">
      <dgm:prSet phldrT="[Text]"/>
      <dgm:spPr>
        <a:solidFill>
          <a:srgbClr val="00B0F0"/>
        </a:solidFill>
      </dgm:spPr>
      <dgm:t>
        <a:bodyPr/>
        <a:lstStyle/>
        <a:p>
          <a:r>
            <a:rPr lang="es-MX" dirty="0"/>
            <a:t>Se Consideran Intereses</a:t>
          </a:r>
        </a:p>
      </dgm:t>
    </dgm:pt>
    <dgm:pt modelId="{555964D7-B315-4B16-AF69-A16DBAF381D7}" type="parTrans" cxnId="{D4E3C9D8-06B1-4894-A30F-493BEB6FB224}">
      <dgm:prSet/>
      <dgm:spPr/>
      <dgm:t>
        <a:bodyPr/>
        <a:lstStyle/>
        <a:p>
          <a:endParaRPr lang="es-MX"/>
        </a:p>
      </dgm:t>
    </dgm:pt>
    <dgm:pt modelId="{67BF79E6-A5F2-451F-ADB4-2832900B8F81}" type="sibTrans" cxnId="{D4E3C9D8-06B1-4894-A30F-493BEB6FB224}">
      <dgm:prSet/>
      <dgm:spPr/>
      <dgm:t>
        <a:bodyPr/>
        <a:lstStyle/>
        <a:p>
          <a:endParaRPr lang="es-MX"/>
        </a:p>
      </dgm:t>
    </dgm:pt>
    <dgm:pt modelId="{8DA8EE9D-42BD-413D-94A6-5B72FFE6F19E}">
      <dgm:prSet phldrT="[Text]"/>
      <dgm:spPr>
        <a:solidFill>
          <a:srgbClr val="0070C0"/>
        </a:solidFill>
      </dgm:spPr>
      <dgm:t>
        <a:bodyPr/>
        <a:lstStyle/>
        <a:p>
          <a:r>
            <a:rPr lang="es-MX" dirty="0"/>
            <a:t>Tienen el Tratamiento de Intereses</a:t>
          </a:r>
        </a:p>
      </dgm:t>
    </dgm:pt>
    <dgm:pt modelId="{9B73D731-BC99-4457-A024-F1ACFEFC1932}" type="parTrans" cxnId="{D95B3B0A-D184-4950-A1B4-9FB4511750FC}">
      <dgm:prSet/>
      <dgm:spPr/>
      <dgm:t>
        <a:bodyPr/>
        <a:lstStyle/>
        <a:p>
          <a:endParaRPr lang="es-MX"/>
        </a:p>
      </dgm:t>
    </dgm:pt>
    <dgm:pt modelId="{489CA3B5-2876-40ED-92AF-DD46F8D1CBA5}" type="sibTrans" cxnId="{D95B3B0A-D184-4950-A1B4-9FB4511750FC}">
      <dgm:prSet/>
      <dgm:spPr/>
      <dgm:t>
        <a:bodyPr/>
        <a:lstStyle/>
        <a:p>
          <a:endParaRPr lang="es-MX"/>
        </a:p>
      </dgm:t>
    </dgm:pt>
    <dgm:pt modelId="{731C625B-518B-4D0F-95D2-7AF89741726F}" type="pres">
      <dgm:prSet presAssocID="{D70FFD64-D30C-43F5-A805-D818C404EBF7}" presName="cycle" presStyleCnt="0">
        <dgm:presLayoutVars>
          <dgm:chMax val="1"/>
          <dgm:dir/>
          <dgm:animLvl val="ctr"/>
          <dgm:resizeHandles val="exact"/>
        </dgm:presLayoutVars>
      </dgm:prSet>
      <dgm:spPr/>
    </dgm:pt>
    <dgm:pt modelId="{BB738F85-0AE6-40C2-8CC1-F9B5230FA608}" type="pres">
      <dgm:prSet presAssocID="{4963786C-5B5E-48AD-B31E-7B47813A6580}" presName="centerShape" presStyleLbl="node0" presStyleIdx="0" presStyleCnt="1"/>
      <dgm:spPr/>
    </dgm:pt>
    <dgm:pt modelId="{51F04334-93A1-4E56-A47A-6CE8B4713EE5}" type="pres">
      <dgm:prSet presAssocID="{334A5DAC-ED94-41C3-A4DA-25DCE6A48144}" presName="Name9" presStyleLbl="parChTrans1D2" presStyleIdx="0" presStyleCnt="3"/>
      <dgm:spPr/>
    </dgm:pt>
    <dgm:pt modelId="{AD20535C-4B83-4DC9-BEE3-D3F18874DCDD}" type="pres">
      <dgm:prSet presAssocID="{334A5DAC-ED94-41C3-A4DA-25DCE6A48144}" presName="connTx" presStyleLbl="parChTrans1D2" presStyleIdx="0" presStyleCnt="3"/>
      <dgm:spPr/>
    </dgm:pt>
    <dgm:pt modelId="{FC2366FB-F9A3-4395-B8F2-253E5F28F8E4}" type="pres">
      <dgm:prSet presAssocID="{826AE4C1-4294-4D30-AD25-C80977179377}" presName="node" presStyleLbl="node1" presStyleIdx="0" presStyleCnt="3">
        <dgm:presLayoutVars>
          <dgm:bulletEnabled val="1"/>
        </dgm:presLayoutVars>
      </dgm:prSet>
      <dgm:spPr/>
    </dgm:pt>
    <dgm:pt modelId="{E740D717-6A05-436F-AEE6-53095CEED9C6}" type="pres">
      <dgm:prSet presAssocID="{555964D7-B315-4B16-AF69-A16DBAF381D7}" presName="Name9" presStyleLbl="parChTrans1D2" presStyleIdx="1" presStyleCnt="3"/>
      <dgm:spPr/>
    </dgm:pt>
    <dgm:pt modelId="{B560A808-E88A-4F1B-A3E1-409031D3BA93}" type="pres">
      <dgm:prSet presAssocID="{555964D7-B315-4B16-AF69-A16DBAF381D7}" presName="connTx" presStyleLbl="parChTrans1D2" presStyleIdx="1" presStyleCnt="3"/>
      <dgm:spPr/>
    </dgm:pt>
    <dgm:pt modelId="{71D03CFC-452D-4EC3-845A-C29AB2060741}" type="pres">
      <dgm:prSet presAssocID="{853A571A-A143-4029-A779-48B328500404}" presName="node" presStyleLbl="node1" presStyleIdx="1" presStyleCnt="3">
        <dgm:presLayoutVars>
          <dgm:bulletEnabled val="1"/>
        </dgm:presLayoutVars>
      </dgm:prSet>
      <dgm:spPr/>
    </dgm:pt>
    <dgm:pt modelId="{44E49E15-DBD1-4094-B0F1-F7950639E875}" type="pres">
      <dgm:prSet presAssocID="{9B73D731-BC99-4457-A024-F1ACFEFC1932}" presName="Name9" presStyleLbl="parChTrans1D2" presStyleIdx="2" presStyleCnt="3"/>
      <dgm:spPr/>
    </dgm:pt>
    <dgm:pt modelId="{35F567EB-B221-4FC9-B890-9719FCB3116E}" type="pres">
      <dgm:prSet presAssocID="{9B73D731-BC99-4457-A024-F1ACFEFC1932}" presName="connTx" presStyleLbl="parChTrans1D2" presStyleIdx="2" presStyleCnt="3"/>
      <dgm:spPr/>
    </dgm:pt>
    <dgm:pt modelId="{E0C07C74-AA9F-472D-9122-DE760A963A72}" type="pres">
      <dgm:prSet presAssocID="{8DA8EE9D-42BD-413D-94A6-5B72FFE6F19E}" presName="node" presStyleLbl="node1" presStyleIdx="2" presStyleCnt="3">
        <dgm:presLayoutVars>
          <dgm:bulletEnabled val="1"/>
        </dgm:presLayoutVars>
      </dgm:prSet>
      <dgm:spPr/>
    </dgm:pt>
  </dgm:ptLst>
  <dgm:cxnLst>
    <dgm:cxn modelId="{DAD82C0A-3982-4612-B709-2204EC9E8CC8}" srcId="{4963786C-5B5E-48AD-B31E-7B47813A6580}" destId="{826AE4C1-4294-4D30-AD25-C80977179377}" srcOrd="0" destOrd="0" parTransId="{334A5DAC-ED94-41C3-A4DA-25DCE6A48144}" sibTransId="{ABAFA20D-2461-43B2-A452-6063ABA9B9BF}"/>
    <dgm:cxn modelId="{D95B3B0A-D184-4950-A1B4-9FB4511750FC}" srcId="{4963786C-5B5E-48AD-B31E-7B47813A6580}" destId="{8DA8EE9D-42BD-413D-94A6-5B72FFE6F19E}" srcOrd="2" destOrd="0" parTransId="{9B73D731-BC99-4457-A024-F1ACFEFC1932}" sibTransId="{489CA3B5-2876-40ED-92AF-DD46F8D1CBA5}"/>
    <dgm:cxn modelId="{CC58A81B-F2D7-0643-B582-A2C68363E19D}" type="presOf" srcId="{555964D7-B315-4B16-AF69-A16DBAF381D7}" destId="{E740D717-6A05-436F-AEE6-53095CEED9C6}" srcOrd="0" destOrd="0" presId="urn:microsoft.com/office/officeart/2005/8/layout/radial1"/>
    <dgm:cxn modelId="{5E1F6025-8607-8D46-AE7D-F9249364280E}" type="presOf" srcId="{9B73D731-BC99-4457-A024-F1ACFEFC1932}" destId="{35F567EB-B221-4FC9-B890-9719FCB3116E}" srcOrd="1" destOrd="0" presId="urn:microsoft.com/office/officeart/2005/8/layout/radial1"/>
    <dgm:cxn modelId="{1A96F23D-77B0-2A42-B719-8EBAC93A167E}" type="presOf" srcId="{D70FFD64-D30C-43F5-A805-D818C404EBF7}" destId="{731C625B-518B-4D0F-95D2-7AF89741726F}" srcOrd="0" destOrd="0" presId="urn:microsoft.com/office/officeart/2005/8/layout/radial1"/>
    <dgm:cxn modelId="{2EE1DE5D-A7D3-9B45-8DB3-F2ACFD26A6BC}" type="presOf" srcId="{555964D7-B315-4B16-AF69-A16DBAF381D7}" destId="{B560A808-E88A-4F1B-A3E1-409031D3BA93}" srcOrd="1" destOrd="0" presId="urn:microsoft.com/office/officeart/2005/8/layout/radial1"/>
    <dgm:cxn modelId="{9868C449-8DFE-B547-8D30-70E21005C3AD}" type="presOf" srcId="{334A5DAC-ED94-41C3-A4DA-25DCE6A48144}" destId="{AD20535C-4B83-4DC9-BEE3-D3F18874DCDD}" srcOrd="1" destOrd="0" presId="urn:microsoft.com/office/officeart/2005/8/layout/radial1"/>
    <dgm:cxn modelId="{F34EC39A-AEA6-6D42-B3B1-49445A7197AC}" type="presOf" srcId="{826AE4C1-4294-4D30-AD25-C80977179377}" destId="{FC2366FB-F9A3-4395-B8F2-253E5F28F8E4}" srcOrd="0" destOrd="0" presId="urn:microsoft.com/office/officeart/2005/8/layout/radial1"/>
    <dgm:cxn modelId="{C1E4D9A8-CAC4-3144-99E0-286FE4274FDE}" type="presOf" srcId="{334A5DAC-ED94-41C3-A4DA-25DCE6A48144}" destId="{51F04334-93A1-4E56-A47A-6CE8B4713EE5}" srcOrd="0" destOrd="0" presId="urn:microsoft.com/office/officeart/2005/8/layout/radial1"/>
    <dgm:cxn modelId="{AB99B1BD-3C69-BE46-8F2D-7BAF10D8ECCA}" type="presOf" srcId="{4963786C-5B5E-48AD-B31E-7B47813A6580}" destId="{BB738F85-0AE6-40C2-8CC1-F9B5230FA608}" srcOrd="0" destOrd="0" presId="urn:microsoft.com/office/officeart/2005/8/layout/radial1"/>
    <dgm:cxn modelId="{DD0B96C0-9A0D-4E0B-BD4C-4BDE5A575078}" srcId="{D70FFD64-D30C-43F5-A805-D818C404EBF7}" destId="{4963786C-5B5E-48AD-B31E-7B47813A6580}" srcOrd="0" destOrd="0" parTransId="{76C19F94-BEE2-4ECC-9072-B8BA31D1D6B8}" sibTransId="{2A18C919-4EA3-4C29-B9CC-7CE5018C2D91}"/>
    <dgm:cxn modelId="{729ADACF-6BEE-EF40-BA31-04F5E17B24C6}" type="presOf" srcId="{9B73D731-BC99-4457-A024-F1ACFEFC1932}" destId="{44E49E15-DBD1-4094-B0F1-F7950639E875}" srcOrd="0" destOrd="0" presId="urn:microsoft.com/office/officeart/2005/8/layout/radial1"/>
    <dgm:cxn modelId="{D4E3C9D8-06B1-4894-A30F-493BEB6FB224}" srcId="{4963786C-5B5E-48AD-B31E-7B47813A6580}" destId="{853A571A-A143-4029-A779-48B328500404}" srcOrd="1" destOrd="0" parTransId="{555964D7-B315-4B16-AF69-A16DBAF381D7}" sibTransId="{67BF79E6-A5F2-451F-ADB4-2832900B8F81}"/>
    <dgm:cxn modelId="{19D618DF-B1D1-8B46-9F1B-89580C92BB9D}" type="presOf" srcId="{8DA8EE9D-42BD-413D-94A6-5B72FFE6F19E}" destId="{E0C07C74-AA9F-472D-9122-DE760A963A72}" srcOrd="0" destOrd="0" presId="urn:microsoft.com/office/officeart/2005/8/layout/radial1"/>
    <dgm:cxn modelId="{6A4065E3-9363-7B45-86FB-6672D9FB0005}" type="presOf" srcId="{853A571A-A143-4029-A779-48B328500404}" destId="{71D03CFC-452D-4EC3-845A-C29AB2060741}" srcOrd="0" destOrd="0" presId="urn:microsoft.com/office/officeart/2005/8/layout/radial1"/>
    <dgm:cxn modelId="{4A41CA9C-BCB8-CD40-A81C-1C852AF4061F}" type="presParOf" srcId="{731C625B-518B-4D0F-95D2-7AF89741726F}" destId="{BB738F85-0AE6-40C2-8CC1-F9B5230FA608}" srcOrd="0" destOrd="0" presId="urn:microsoft.com/office/officeart/2005/8/layout/radial1"/>
    <dgm:cxn modelId="{8CF3CC15-71D9-DE41-8683-B6ADFBFCB2E9}" type="presParOf" srcId="{731C625B-518B-4D0F-95D2-7AF89741726F}" destId="{51F04334-93A1-4E56-A47A-6CE8B4713EE5}" srcOrd="1" destOrd="0" presId="urn:microsoft.com/office/officeart/2005/8/layout/radial1"/>
    <dgm:cxn modelId="{05EA98A6-EC3B-284E-AF31-7B918C7953FF}" type="presParOf" srcId="{51F04334-93A1-4E56-A47A-6CE8B4713EE5}" destId="{AD20535C-4B83-4DC9-BEE3-D3F18874DCDD}" srcOrd="0" destOrd="0" presId="urn:microsoft.com/office/officeart/2005/8/layout/radial1"/>
    <dgm:cxn modelId="{063DEDDC-67C7-7740-A39E-D24EE75672AE}" type="presParOf" srcId="{731C625B-518B-4D0F-95D2-7AF89741726F}" destId="{FC2366FB-F9A3-4395-B8F2-253E5F28F8E4}" srcOrd="2" destOrd="0" presId="urn:microsoft.com/office/officeart/2005/8/layout/radial1"/>
    <dgm:cxn modelId="{BF98D306-A879-444B-88B3-AC55B66DC087}" type="presParOf" srcId="{731C625B-518B-4D0F-95D2-7AF89741726F}" destId="{E740D717-6A05-436F-AEE6-53095CEED9C6}" srcOrd="3" destOrd="0" presId="urn:microsoft.com/office/officeart/2005/8/layout/radial1"/>
    <dgm:cxn modelId="{D698C8F6-BE1C-3C4E-AE85-49CF711B2017}" type="presParOf" srcId="{E740D717-6A05-436F-AEE6-53095CEED9C6}" destId="{B560A808-E88A-4F1B-A3E1-409031D3BA93}" srcOrd="0" destOrd="0" presId="urn:microsoft.com/office/officeart/2005/8/layout/radial1"/>
    <dgm:cxn modelId="{5D0E6057-9F73-5E45-9784-3DB8B1CE1EB8}" type="presParOf" srcId="{731C625B-518B-4D0F-95D2-7AF89741726F}" destId="{71D03CFC-452D-4EC3-845A-C29AB2060741}" srcOrd="4" destOrd="0" presId="urn:microsoft.com/office/officeart/2005/8/layout/radial1"/>
    <dgm:cxn modelId="{ACCF6A72-BBE7-484F-9477-A82507F27E76}" type="presParOf" srcId="{731C625B-518B-4D0F-95D2-7AF89741726F}" destId="{44E49E15-DBD1-4094-B0F1-F7950639E875}" srcOrd="5" destOrd="0" presId="urn:microsoft.com/office/officeart/2005/8/layout/radial1"/>
    <dgm:cxn modelId="{277E225A-F3AF-4847-BCF0-AC719838346E}" type="presParOf" srcId="{44E49E15-DBD1-4094-B0F1-F7950639E875}" destId="{35F567EB-B221-4FC9-B890-9719FCB3116E}" srcOrd="0" destOrd="0" presId="urn:microsoft.com/office/officeart/2005/8/layout/radial1"/>
    <dgm:cxn modelId="{038CD354-C80B-E747-9D51-D5BB50414E52}" type="presParOf" srcId="{731C625B-518B-4D0F-95D2-7AF89741726F}" destId="{E0C07C74-AA9F-472D-9122-DE760A963A72}" srcOrd="6"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E4F970B-0A3B-4F84-BA76-4C45F9094F7E}"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es-MX"/>
        </a:p>
      </dgm:t>
    </dgm:pt>
    <dgm:pt modelId="{CFBD954C-A0E2-443A-A4FE-FAD8BB7AF11F}">
      <dgm:prSet phldrT="[Text]"/>
      <dgm:spPr>
        <a:solidFill>
          <a:srgbClr val="92D050"/>
        </a:solidFill>
      </dgm:spPr>
      <dgm:t>
        <a:bodyPr/>
        <a:lstStyle/>
        <a:p>
          <a:r>
            <a:rPr lang="es-MX" dirty="0"/>
            <a:t>Rendimientos de Créditos de Cualquier Clase</a:t>
          </a:r>
        </a:p>
      </dgm:t>
    </dgm:pt>
    <dgm:pt modelId="{0D21A5B7-434D-4FD4-81CE-2F29DA156FD0}" type="parTrans" cxnId="{51F181F2-1A92-4420-ACA9-07851828C9C7}">
      <dgm:prSet/>
      <dgm:spPr/>
      <dgm:t>
        <a:bodyPr/>
        <a:lstStyle/>
        <a:p>
          <a:endParaRPr lang="es-MX"/>
        </a:p>
      </dgm:t>
    </dgm:pt>
    <dgm:pt modelId="{A04F9DC3-A0DC-4F0A-9BFA-A35897B1820E}" type="sibTrans" cxnId="{51F181F2-1A92-4420-ACA9-07851828C9C7}">
      <dgm:prSet/>
      <dgm:spPr/>
      <dgm:t>
        <a:bodyPr/>
        <a:lstStyle/>
        <a:p>
          <a:endParaRPr lang="es-MX"/>
        </a:p>
      </dgm:t>
    </dgm:pt>
    <dgm:pt modelId="{3A3DEEFE-53C6-4BE4-9642-E9A25F92AF1C}">
      <dgm:prSet phldrT="[Text]"/>
      <dgm:spPr/>
      <dgm:t>
        <a:bodyPr/>
        <a:lstStyle/>
        <a:p>
          <a:r>
            <a:rPr lang="es-MX" dirty="0"/>
            <a:t>Rendimientos de Deuda Pública</a:t>
          </a:r>
        </a:p>
      </dgm:t>
    </dgm:pt>
    <dgm:pt modelId="{43C89E22-6767-416A-A3FC-E117B3BFD551}" type="parTrans" cxnId="{391A3847-172C-4F66-8213-A29D2683FD3B}">
      <dgm:prSet/>
      <dgm:spPr/>
      <dgm:t>
        <a:bodyPr/>
        <a:lstStyle/>
        <a:p>
          <a:endParaRPr lang="es-MX"/>
        </a:p>
      </dgm:t>
    </dgm:pt>
    <dgm:pt modelId="{71BB4D34-11C1-405F-9478-ED3694958E4A}" type="sibTrans" cxnId="{391A3847-172C-4F66-8213-A29D2683FD3B}">
      <dgm:prSet/>
      <dgm:spPr/>
      <dgm:t>
        <a:bodyPr/>
        <a:lstStyle/>
        <a:p>
          <a:endParaRPr lang="es-MX"/>
        </a:p>
      </dgm:t>
    </dgm:pt>
    <dgm:pt modelId="{2D8738A1-6CF9-4255-AA7A-A8CDF2573174}">
      <dgm:prSet phldrT="[Text]"/>
      <dgm:spPr/>
      <dgm:t>
        <a:bodyPr/>
        <a:lstStyle/>
        <a:p>
          <a:r>
            <a:rPr lang="es-MX" dirty="0"/>
            <a:t>Rendimientos de Bonos y Obligaciones</a:t>
          </a:r>
        </a:p>
      </dgm:t>
    </dgm:pt>
    <dgm:pt modelId="{D25E7A60-7262-4F48-A7CD-6BAE759DFDDC}" type="parTrans" cxnId="{3C9C47B2-A1B9-47EA-91F0-787D9FF92239}">
      <dgm:prSet/>
      <dgm:spPr/>
      <dgm:t>
        <a:bodyPr/>
        <a:lstStyle/>
        <a:p>
          <a:endParaRPr lang="es-MX"/>
        </a:p>
      </dgm:t>
    </dgm:pt>
    <dgm:pt modelId="{2F3AEE88-E9F8-4807-853D-FE0B5AC239F5}" type="sibTrans" cxnId="{3C9C47B2-A1B9-47EA-91F0-787D9FF92239}">
      <dgm:prSet/>
      <dgm:spPr/>
      <dgm:t>
        <a:bodyPr/>
        <a:lstStyle/>
        <a:p>
          <a:endParaRPr lang="es-MX"/>
        </a:p>
      </dgm:t>
    </dgm:pt>
    <dgm:pt modelId="{9B19A394-2702-4936-87AB-A9D1722F3570}">
      <dgm:prSet phldrT="[Text]"/>
      <dgm:spPr/>
      <dgm:t>
        <a:bodyPr/>
        <a:lstStyle/>
        <a:p>
          <a:r>
            <a:rPr lang="es-MX" dirty="0"/>
            <a:t>Premios de Reporto o de Préstamo de Valores</a:t>
          </a:r>
        </a:p>
      </dgm:t>
    </dgm:pt>
    <dgm:pt modelId="{22CA31B8-BD78-47E5-A504-FC34415C3587}" type="parTrans" cxnId="{49C1961C-BBBC-41ED-8BAB-D72DA2B1E66F}">
      <dgm:prSet/>
      <dgm:spPr/>
      <dgm:t>
        <a:bodyPr/>
        <a:lstStyle/>
        <a:p>
          <a:endParaRPr lang="es-MX"/>
        </a:p>
      </dgm:t>
    </dgm:pt>
    <dgm:pt modelId="{4A1BE755-7671-4F6D-9CB6-A37826B0A219}" type="sibTrans" cxnId="{49C1961C-BBBC-41ED-8BAB-D72DA2B1E66F}">
      <dgm:prSet/>
      <dgm:spPr/>
      <dgm:t>
        <a:bodyPr/>
        <a:lstStyle/>
        <a:p>
          <a:endParaRPr lang="es-MX"/>
        </a:p>
      </dgm:t>
    </dgm:pt>
    <dgm:pt modelId="{7C2A6B4A-18AC-4513-B4B2-F988C3C6ADAE}">
      <dgm:prSet phldrT="[Text]"/>
      <dgm:spPr/>
      <dgm:t>
        <a:bodyPr/>
        <a:lstStyle/>
        <a:p>
          <a:r>
            <a:rPr lang="es-MX" dirty="0"/>
            <a:t>Avales y Garantías, excepto Aseguradoras y Afianzadoras</a:t>
          </a:r>
        </a:p>
      </dgm:t>
    </dgm:pt>
    <dgm:pt modelId="{0F607C18-1AA3-4497-A0B6-63701898ECF3}" type="parTrans" cxnId="{27980D95-2048-4E54-BF20-C1394B38BF03}">
      <dgm:prSet/>
      <dgm:spPr/>
      <dgm:t>
        <a:bodyPr/>
        <a:lstStyle/>
        <a:p>
          <a:endParaRPr lang="es-MX"/>
        </a:p>
      </dgm:t>
    </dgm:pt>
    <dgm:pt modelId="{663A83FC-2E76-4179-82F3-D79A6BF2D6F6}" type="sibTrans" cxnId="{27980D95-2048-4E54-BF20-C1394B38BF03}">
      <dgm:prSet/>
      <dgm:spPr/>
      <dgm:t>
        <a:bodyPr/>
        <a:lstStyle/>
        <a:p>
          <a:endParaRPr lang="es-MX"/>
        </a:p>
      </dgm:t>
    </dgm:pt>
    <dgm:pt modelId="{2144D0A5-0AAC-4896-ABF4-7E0F8FEE3EE8}">
      <dgm:prSet/>
      <dgm:spPr/>
      <dgm:t>
        <a:bodyPr/>
        <a:lstStyle/>
        <a:p>
          <a:r>
            <a:rPr lang="es-MX" dirty="0"/>
            <a:t>Ganancia en Valores Colocados entre el Gran Público </a:t>
          </a:r>
        </a:p>
      </dgm:t>
    </dgm:pt>
    <dgm:pt modelId="{5F1AE421-BE3F-4CBA-9F26-E8A99EF6C557}" type="parTrans" cxnId="{CA6A7800-BD6D-4B19-B0B2-5BFD2BCC63F0}">
      <dgm:prSet/>
      <dgm:spPr/>
      <dgm:t>
        <a:bodyPr/>
        <a:lstStyle/>
        <a:p>
          <a:endParaRPr lang="es-MX"/>
        </a:p>
      </dgm:t>
    </dgm:pt>
    <dgm:pt modelId="{533CB4CC-23D8-4B0A-B662-0DD7E7E6A24D}" type="sibTrans" cxnId="{CA6A7800-BD6D-4B19-B0B2-5BFD2BCC63F0}">
      <dgm:prSet/>
      <dgm:spPr/>
      <dgm:t>
        <a:bodyPr/>
        <a:lstStyle/>
        <a:p>
          <a:endParaRPr lang="es-MX"/>
        </a:p>
      </dgm:t>
    </dgm:pt>
    <dgm:pt modelId="{DDEA53A5-F578-449B-8767-CFA5028AE611}" type="pres">
      <dgm:prSet presAssocID="{3E4F970B-0A3B-4F84-BA76-4C45F9094F7E}" presName="cycle" presStyleCnt="0">
        <dgm:presLayoutVars>
          <dgm:chMax val="1"/>
          <dgm:dir/>
          <dgm:animLvl val="ctr"/>
          <dgm:resizeHandles val="exact"/>
        </dgm:presLayoutVars>
      </dgm:prSet>
      <dgm:spPr/>
    </dgm:pt>
    <dgm:pt modelId="{2FC4D739-3B92-429A-A41C-FC19A18B3946}" type="pres">
      <dgm:prSet presAssocID="{CFBD954C-A0E2-443A-A4FE-FAD8BB7AF11F}" presName="centerShape" presStyleLbl="node0" presStyleIdx="0" presStyleCnt="1"/>
      <dgm:spPr/>
    </dgm:pt>
    <dgm:pt modelId="{6B65A0CC-C15C-4976-BBBA-F2166F4B8B38}" type="pres">
      <dgm:prSet presAssocID="{5F1AE421-BE3F-4CBA-9F26-E8A99EF6C557}" presName="Name9" presStyleLbl="parChTrans1D2" presStyleIdx="0" presStyleCnt="5"/>
      <dgm:spPr/>
    </dgm:pt>
    <dgm:pt modelId="{E9357433-A57D-4F1F-A2FA-0EEAAC3FF0BB}" type="pres">
      <dgm:prSet presAssocID="{5F1AE421-BE3F-4CBA-9F26-E8A99EF6C557}" presName="connTx" presStyleLbl="parChTrans1D2" presStyleIdx="0" presStyleCnt="5"/>
      <dgm:spPr/>
    </dgm:pt>
    <dgm:pt modelId="{CC2D6668-44CF-4766-B104-0FA5734DA4B0}" type="pres">
      <dgm:prSet presAssocID="{2144D0A5-0AAC-4896-ABF4-7E0F8FEE3EE8}" presName="node" presStyleLbl="node1" presStyleIdx="0" presStyleCnt="5">
        <dgm:presLayoutVars>
          <dgm:bulletEnabled val="1"/>
        </dgm:presLayoutVars>
      </dgm:prSet>
      <dgm:spPr/>
    </dgm:pt>
    <dgm:pt modelId="{953EB39C-323A-4153-AE00-CFC752187371}" type="pres">
      <dgm:prSet presAssocID="{43C89E22-6767-416A-A3FC-E117B3BFD551}" presName="Name9" presStyleLbl="parChTrans1D2" presStyleIdx="1" presStyleCnt="5"/>
      <dgm:spPr/>
    </dgm:pt>
    <dgm:pt modelId="{F4F13F8E-0050-4A28-8843-21E65FEAF809}" type="pres">
      <dgm:prSet presAssocID="{43C89E22-6767-416A-A3FC-E117B3BFD551}" presName="connTx" presStyleLbl="parChTrans1D2" presStyleIdx="1" presStyleCnt="5"/>
      <dgm:spPr/>
    </dgm:pt>
    <dgm:pt modelId="{484B3C9E-9840-43EB-BBC8-1844663D8558}" type="pres">
      <dgm:prSet presAssocID="{3A3DEEFE-53C6-4BE4-9642-E9A25F92AF1C}" presName="node" presStyleLbl="node1" presStyleIdx="1" presStyleCnt="5">
        <dgm:presLayoutVars>
          <dgm:bulletEnabled val="1"/>
        </dgm:presLayoutVars>
      </dgm:prSet>
      <dgm:spPr/>
    </dgm:pt>
    <dgm:pt modelId="{6CCCACE1-2F04-4B3E-95EE-4B16C9D4F52F}" type="pres">
      <dgm:prSet presAssocID="{D25E7A60-7262-4F48-A7CD-6BAE759DFDDC}" presName="Name9" presStyleLbl="parChTrans1D2" presStyleIdx="2" presStyleCnt="5"/>
      <dgm:spPr/>
    </dgm:pt>
    <dgm:pt modelId="{9BFB7E80-6E78-464F-91EC-B6153BB7A1EC}" type="pres">
      <dgm:prSet presAssocID="{D25E7A60-7262-4F48-A7CD-6BAE759DFDDC}" presName="connTx" presStyleLbl="parChTrans1D2" presStyleIdx="2" presStyleCnt="5"/>
      <dgm:spPr/>
    </dgm:pt>
    <dgm:pt modelId="{F3EC79B5-0C21-4BBE-964B-65DD03E1DC99}" type="pres">
      <dgm:prSet presAssocID="{2D8738A1-6CF9-4255-AA7A-A8CDF2573174}" presName="node" presStyleLbl="node1" presStyleIdx="2" presStyleCnt="5">
        <dgm:presLayoutVars>
          <dgm:bulletEnabled val="1"/>
        </dgm:presLayoutVars>
      </dgm:prSet>
      <dgm:spPr/>
    </dgm:pt>
    <dgm:pt modelId="{D1FDD87C-7014-49E7-9B87-D66FF24270B2}" type="pres">
      <dgm:prSet presAssocID="{22CA31B8-BD78-47E5-A504-FC34415C3587}" presName="Name9" presStyleLbl="parChTrans1D2" presStyleIdx="3" presStyleCnt="5"/>
      <dgm:spPr/>
    </dgm:pt>
    <dgm:pt modelId="{AD5E972B-8354-48F8-8A15-924C1D0C2E56}" type="pres">
      <dgm:prSet presAssocID="{22CA31B8-BD78-47E5-A504-FC34415C3587}" presName="connTx" presStyleLbl="parChTrans1D2" presStyleIdx="3" presStyleCnt="5"/>
      <dgm:spPr/>
    </dgm:pt>
    <dgm:pt modelId="{703109AE-B135-43F4-9274-33DF81550C77}" type="pres">
      <dgm:prSet presAssocID="{9B19A394-2702-4936-87AB-A9D1722F3570}" presName="node" presStyleLbl="node1" presStyleIdx="3" presStyleCnt="5">
        <dgm:presLayoutVars>
          <dgm:bulletEnabled val="1"/>
        </dgm:presLayoutVars>
      </dgm:prSet>
      <dgm:spPr/>
    </dgm:pt>
    <dgm:pt modelId="{4AA3C6ED-4973-4B5A-B24B-E766450D540D}" type="pres">
      <dgm:prSet presAssocID="{0F607C18-1AA3-4497-A0B6-63701898ECF3}" presName="Name9" presStyleLbl="parChTrans1D2" presStyleIdx="4" presStyleCnt="5"/>
      <dgm:spPr/>
    </dgm:pt>
    <dgm:pt modelId="{14D43AD7-8B15-4BCE-8524-177C9842FF2C}" type="pres">
      <dgm:prSet presAssocID="{0F607C18-1AA3-4497-A0B6-63701898ECF3}" presName="connTx" presStyleLbl="parChTrans1D2" presStyleIdx="4" presStyleCnt="5"/>
      <dgm:spPr/>
    </dgm:pt>
    <dgm:pt modelId="{4A5C0D14-084D-44C1-A71E-3903EA2B7CD4}" type="pres">
      <dgm:prSet presAssocID="{7C2A6B4A-18AC-4513-B4B2-F988C3C6ADAE}" presName="node" presStyleLbl="node1" presStyleIdx="4" presStyleCnt="5">
        <dgm:presLayoutVars>
          <dgm:bulletEnabled val="1"/>
        </dgm:presLayoutVars>
      </dgm:prSet>
      <dgm:spPr/>
    </dgm:pt>
  </dgm:ptLst>
  <dgm:cxnLst>
    <dgm:cxn modelId="{CA6A7800-BD6D-4B19-B0B2-5BFD2BCC63F0}" srcId="{CFBD954C-A0E2-443A-A4FE-FAD8BB7AF11F}" destId="{2144D0A5-0AAC-4896-ABF4-7E0F8FEE3EE8}" srcOrd="0" destOrd="0" parTransId="{5F1AE421-BE3F-4CBA-9F26-E8A99EF6C557}" sibTransId="{533CB4CC-23D8-4B0A-B662-0DD7E7E6A24D}"/>
    <dgm:cxn modelId="{92C1BA08-0907-EC4F-8798-F79DEAAB93F5}" type="presOf" srcId="{3A3DEEFE-53C6-4BE4-9642-E9A25F92AF1C}" destId="{484B3C9E-9840-43EB-BBC8-1844663D8558}" srcOrd="0" destOrd="0" presId="urn:microsoft.com/office/officeart/2005/8/layout/radial1"/>
    <dgm:cxn modelId="{8C48D20F-1BB3-8B45-A9C5-8DAE92A3863C}" type="presOf" srcId="{9B19A394-2702-4936-87AB-A9D1722F3570}" destId="{703109AE-B135-43F4-9274-33DF81550C77}" srcOrd="0" destOrd="0" presId="urn:microsoft.com/office/officeart/2005/8/layout/radial1"/>
    <dgm:cxn modelId="{D96DB912-3AC2-8545-AEB1-7A836A947967}" type="presOf" srcId="{43C89E22-6767-416A-A3FC-E117B3BFD551}" destId="{953EB39C-323A-4153-AE00-CFC752187371}" srcOrd="0" destOrd="0" presId="urn:microsoft.com/office/officeart/2005/8/layout/radial1"/>
    <dgm:cxn modelId="{49C1961C-BBBC-41ED-8BAB-D72DA2B1E66F}" srcId="{CFBD954C-A0E2-443A-A4FE-FAD8BB7AF11F}" destId="{9B19A394-2702-4936-87AB-A9D1722F3570}" srcOrd="3" destOrd="0" parTransId="{22CA31B8-BD78-47E5-A504-FC34415C3587}" sibTransId="{4A1BE755-7671-4F6D-9CB6-A37826B0A219}"/>
    <dgm:cxn modelId="{686F0E21-5824-4240-84C2-EA610E1BEA0B}" type="presOf" srcId="{D25E7A60-7262-4F48-A7CD-6BAE759DFDDC}" destId="{6CCCACE1-2F04-4B3E-95EE-4B16C9D4F52F}" srcOrd="0" destOrd="0" presId="urn:microsoft.com/office/officeart/2005/8/layout/radial1"/>
    <dgm:cxn modelId="{2333203A-5178-124E-B544-081585E39814}" type="presOf" srcId="{D25E7A60-7262-4F48-A7CD-6BAE759DFDDC}" destId="{9BFB7E80-6E78-464F-91EC-B6153BB7A1EC}" srcOrd="1" destOrd="0" presId="urn:microsoft.com/office/officeart/2005/8/layout/radial1"/>
    <dgm:cxn modelId="{9AFC3463-9829-AF42-8B3F-D0BCB344C88D}" type="presOf" srcId="{3E4F970B-0A3B-4F84-BA76-4C45F9094F7E}" destId="{DDEA53A5-F578-449B-8767-CFA5028AE611}" srcOrd="0" destOrd="0" presId="urn:microsoft.com/office/officeart/2005/8/layout/radial1"/>
    <dgm:cxn modelId="{391A3847-172C-4F66-8213-A29D2683FD3B}" srcId="{CFBD954C-A0E2-443A-A4FE-FAD8BB7AF11F}" destId="{3A3DEEFE-53C6-4BE4-9642-E9A25F92AF1C}" srcOrd="1" destOrd="0" parTransId="{43C89E22-6767-416A-A3FC-E117B3BFD551}" sibTransId="{71BB4D34-11C1-405F-9478-ED3694958E4A}"/>
    <dgm:cxn modelId="{5DBBD068-F440-3649-9215-E54AB385C0AD}" type="presOf" srcId="{0F607C18-1AA3-4497-A0B6-63701898ECF3}" destId="{14D43AD7-8B15-4BCE-8524-177C9842FF2C}" srcOrd="1" destOrd="0" presId="urn:microsoft.com/office/officeart/2005/8/layout/radial1"/>
    <dgm:cxn modelId="{A0046593-B6F2-2543-A87D-EA2F159AC415}" type="presOf" srcId="{22CA31B8-BD78-47E5-A504-FC34415C3587}" destId="{AD5E972B-8354-48F8-8A15-924C1D0C2E56}" srcOrd="1" destOrd="0" presId="urn:microsoft.com/office/officeart/2005/8/layout/radial1"/>
    <dgm:cxn modelId="{48CAC393-A645-7D49-9C7C-D2C7DF6CE1B2}" type="presOf" srcId="{5F1AE421-BE3F-4CBA-9F26-E8A99EF6C557}" destId="{E9357433-A57D-4F1F-A2FA-0EEAAC3FF0BB}" srcOrd="1" destOrd="0" presId="urn:microsoft.com/office/officeart/2005/8/layout/radial1"/>
    <dgm:cxn modelId="{27980D95-2048-4E54-BF20-C1394B38BF03}" srcId="{CFBD954C-A0E2-443A-A4FE-FAD8BB7AF11F}" destId="{7C2A6B4A-18AC-4513-B4B2-F988C3C6ADAE}" srcOrd="4" destOrd="0" parTransId="{0F607C18-1AA3-4497-A0B6-63701898ECF3}" sibTransId="{663A83FC-2E76-4179-82F3-D79A6BF2D6F6}"/>
    <dgm:cxn modelId="{3C9C47B2-A1B9-47EA-91F0-787D9FF92239}" srcId="{CFBD954C-A0E2-443A-A4FE-FAD8BB7AF11F}" destId="{2D8738A1-6CF9-4255-AA7A-A8CDF2573174}" srcOrd="2" destOrd="0" parTransId="{D25E7A60-7262-4F48-A7CD-6BAE759DFDDC}" sibTransId="{2F3AEE88-E9F8-4807-853D-FE0B5AC239F5}"/>
    <dgm:cxn modelId="{C152D6B4-026C-804A-86EC-58BE769C08C5}" type="presOf" srcId="{43C89E22-6767-416A-A3FC-E117B3BFD551}" destId="{F4F13F8E-0050-4A28-8843-21E65FEAF809}" srcOrd="1" destOrd="0" presId="urn:microsoft.com/office/officeart/2005/8/layout/radial1"/>
    <dgm:cxn modelId="{5C1FE2B6-E16A-B54E-BB49-443E0F0F70AD}" type="presOf" srcId="{2144D0A5-0AAC-4896-ABF4-7E0F8FEE3EE8}" destId="{CC2D6668-44CF-4766-B104-0FA5734DA4B0}" srcOrd="0" destOrd="0" presId="urn:microsoft.com/office/officeart/2005/8/layout/radial1"/>
    <dgm:cxn modelId="{B38316CD-AECD-B64B-B506-F459D023547F}" type="presOf" srcId="{22CA31B8-BD78-47E5-A504-FC34415C3587}" destId="{D1FDD87C-7014-49E7-9B87-D66FF24270B2}" srcOrd="0" destOrd="0" presId="urn:microsoft.com/office/officeart/2005/8/layout/radial1"/>
    <dgm:cxn modelId="{F78919D9-7CE4-574D-80C9-34FE420D9DA5}" type="presOf" srcId="{2D8738A1-6CF9-4255-AA7A-A8CDF2573174}" destId="{F3EC79B5-0C21-4BBE-964B-65DD03E1DC99}" srcOrd="0" destOrd="0" presId="urn:microsoft.com/office/officeart/2005/8/layout/radial1"/>
    <dgm:cxn modelId="{28E762DA-8404-374C-B22A-A1C22BFAF5D5}" type="presOf" srcId="{0F607C18-1AA3-4497-A0B6-63701898ECF3}" destId="{4AA3C6ED-4973-4B5A-B24B-E766450D540D}" srcOrd="0" destOrd="0" presId="urn:microsoft.com/office/officeart/2005/8/layout/radial1"/>
    <dgm:cxn modelId="{AD0242DB-9942-434E-9196-831FECE89CFE}" type="presOf" srcId="{CFBD954C-A0E2-443A-A4FE-FAD8BB7AF11F}" destId="{2FC4D739-3B92-429A-A41C-FC19A18B3946}" srcOrd="0" destOrd="0" presId="urn:microsoft.com/office/officeart/2005/8/layout/radial1"/>
    <dgm:cxn modelId="{51F181F2-1A92-4420-ACA9-07851828C9C7}" srcId="{3E4F970B-0A3B-4F84-BA76-4C45F9094F7E}" destId="{CFBD954C-A0E2-443A-A4FE-FAD8BB7AF11F}" srcOrd="0" destOrd="0" parTransId="{0D21A5B7-434D-4FD4-81CE-2F29DA156FD0}" sibTransId="{A04F9DC3-A0DC-4F0A-9BFA-A35897B1820E}"/>
    <dgm:cxn modelId="{82F577F7-C86C-224B-BDBB-C6AF61AE2BAE}" type="presOf" srcId="{7C2A6B4A-18AC-4513-B4B2-F988C3C6ADAE}" destId="{4A5C0D14-084D-44C1-A71E-3903EA2B7CD4}" srcOrd="0" destOrd="0" presId="urn:microsoft.com/office/officeart/2005/8/layout/radial1"/>
    <dgm:cxn modelId="{30ED1CF8-9A1C-DE48-A4D3-9A48D4B9BE81}" type="presOf" srcId="{5F1AE421-BE3F-4CBA-9F26-E8A99EF6C557}" destId="{6B65A0CC-C15C-4976-BBBA-F2166F4B8B38}" srcOrd="0" destOrd="0" presId="urn:microsoft.com/office/officeart/2005/8/layout/radial1"/>
    <dgm:cxn modelId="{F44D75E4-3F44-8741-AB3B-745EE9D8E852}" type="presParOf" srcId="{DDEA53A5-F578-449B-8767-CFA5028AE611}" destId="{2FC4D739-3B92-429A-A41C-FC19A18B3946}" srcOrd="0" destOrd="0" presId="urn:microsoft.com/office/officeart/2005/8/layout/radial1"/>
    <dgm:cxn modelId="{7F1D9F93-6D09-5C45-B457-97B721286814}" type="presParOf" srcId="{DDEA53A5-F578-449B-8767-CFA5028AE611}" destId="{6B65A0CC-C15C-4976-BBBA-F2166F4B8B38}" srcOrd="1" destOrd="0" presId="urn:microsoft.com/office/officeart/2005/8/layout/radial1"/>
    <dgm:cxn modelId="{2781F64C-8E23-CC42-9227-0E6E3A33EB16}" type="presParOf" srcId="{6B65A0CC-C15C-4976-BBBA-F2166F4B8B38}" destId="{E9357433-A57D-4F1F-A2FA-0EEAAC3FF0BB}" srcOrd="0" destOrd="0" presId="urn:microsoft.com/office/officeart/2005/8/layout/radial1"/>
    <dgm:cxn modelId="{A3D75120-94C6-6647-A114-A04F9B44256D}" type="presParOf" srcId="{DDEA53A5-F578-449B-8767-CFA5028AE611}" destId="{CC2D6668-44CF-4766-B104-0FA5734DA4B0}" srcOrd="2" destOrd="0" presId="urn:microsoft.com/office/officeart/2005/8/layout/radial1"/>
    <dgm:cxn modelId="{1B079C8E-1CAF-C743-9E62-B012AC517A0D}" type="presParOf" srcId="{DDEA53A5-F578-449B-8767-CFA5028AE611}" destId="{953EB39C-323A-4153-AE00-CFC752187371}" srcOrd="3" destOrd="0" presId="urn:microsoft.com/office/officeart/2005/8/layout/radial1"/>
    <dgm:cxn modelId="{80771A16-C531-2240-AD44-5E0FC578FC23}" type="presParOf" srcId="{953EB39C-323A-4153-AE00-CFC752187371}" destId="{F4F13F8E-0050-4A28-8843-21E65FEAF809}" srcOrd="0" destOrd="0" presId="urn:microsoft.com/office/officeart/2005/8/layout/radial1"/>
    <dgm:cxn modelId="{05AE7861-A73B-5E46-9007-EB701E7BF01A}" type="presParOf" srcId="{DDEA53A5-F578-449B-8767-CFA5028AE611}" destId="{484B3C9E-9840-43EB-BBC8-1844663D8558}" srcOrd="4" destOrd="0" presId="urn:microsoft.com/office/officeart/2005/8/layout/radial1"/>
    <dgm:cxn modelId="{E8DC6637-1361-1842-B600-5B1AAA7FDA8C}" type="presParOf" srcId="{DDEA53A5-F578-449B-8767-CFA5028AE611}" destId="{6CCCACE1-2F04-4B3E-95EE-4B16C9D4F52F}" srcOrd="5" destOrd="0" presId="urn:microsoft.com/office/officeart/2005/8/layout/radial1"/>
    <dgm:cxn modelId="{8F01FEA2-3B5F-1B47-A044-915BF9A6FEBB}" type="presParOf" srcId="{6CCCACE1-2F04-4B3E-95EE-4B16C9D4F52F}" destId="{9BFB7E80-6E78-464F-91EC-B6153BB7A1EC}" srcOrd="0" destOrd="0" presId="urn:microsoft.com/office/officeart/2005/8/layout/radial1"/>
    <dgm:cxn modelId="{7F74FC19-BBC7-B448-868E-14C0ADB0C04F}" type="presParOf" srcId="{DDEA53A5-F578-449B-8767-CFA5028AE611}" destId="{F3EC79B5-0C21-4BBE-964B-65DD03E1DC99}" srcOrd="6" destOrd="0" presId="urn:microsoft.com/office/officeart/2005/8/layout/radial1"/>
    <dgm:cxn modelId="{9AF1C120-E216-4541-95A9-F2AE93BDE9C2}" type="presParOf" srcId="{DDEA53A5-F578-449B-8767-CFA5028AE611}" destId="{D1FDD87C-7014-49E7-9B87-D66FF24270B2}" srcOrd="7" destOrd="0" presId="urn:microsoft.com/office/officeart/2005/8/layout/radial1"/>
    <dgm:cxn modelId="{8B1D3F64-46CC-AA4D-9166-0A3A9B51F223}" type="presParOf" srcId="{D1FDD87C-7014-49E7-9B87-D66FF24270B2}" destId="{AD5E972B-8354-48F8-8A15-924C1D0C2E56}" srcOrd="0" destOrd="0" presId="urn:microsoft.com/office/officeart/2005/8/layout/radial1"/>
    <dgm:cxn modelId="{9FB7E0A7-972F-2E4E-BE1D-67FF9A2F8A33}" type="presParOf" srcId="{DDEA53A5-F578-449B-8767-CFA5028AE611}" destId="{703109AE-B135-43F4-9274-33DF81550C77}" srcOrd="8" destOrd="0" presId="urn:microsoft.com/office/officeart/2005/8/layout/radial1"/>
    <dgm:cxn modelId="{EE4CD673-E728-4147-95E6-E4FD0D147347}" type="presParOf" srcId="{DDEA53A5-F578-449B-8767-CFA5028AE611}" destId="{4AA3C6ED-4973-4B5A-B24B-E766450D540D}" srcOrd="9" destOrd="0" presId="urn:microsoft.com/office/officeart/2005/8/layout/radial1"/>
    <dgm:cxn modelId="{CA8634CE-BF64-4E44-A21F-57210F2FF492}" type="presParOf" srcId="{4AA3C6ED-4973-4B5A-B24B-E766450D540D}" destId="{14D43AD7-8B15-4BCE-8524-177C9842FF2C}" srcOrd="0" destOrd="0" presId="urn:microsoft.com/office/officeart/2005/8/layout/radial1"/>
    <dgm:cxn modelId="{314695FC-E7A4-0A44-A006-09BD9DCF2EB8}" type="presParOf" srcId="{DDEA53A5-F578-449B-8767-CFA5028AE611}" destId="{4A5C0D14-084D-44C1-A71E-3903EA2B7CD4}" srcOrd="10"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A98192-AE70-42C9-BBBB-B3A785147D06}"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s-MX"/>
        </a:p>
      </dgm:t>
    </dgm:pt>
    <dgm:pt modelId="{FD34BAA2-0738-4C96-BF5B-1E998CCE7EBD}">
      <dgm:prSet phldrT="[Text]"/>
      <dgm:spPr>
        <a:solidFill>
          <a:srgbClr val="00B0F0"/>
        </a:solidFill>
      </dgm:spPr>
      <dgm:t>
        <a:bodyPr/>
        <a:lstStyle/>
        <a:p>
          <a:r>
            <a:rPr lang="es-MX" dirty="0"/>
            <a:t>Considerados como Intereses</a:t>
          </a:r>
        </a:p>
      </dgm:t>
    </dgm:pt>
    <dgm:pt modelId="{4FBD4373-0E9C-4B35-A980-67490E420D70}" type="parTrans" cxnId="{C184AB27-BA6B-47BA-87A1-B84182890AC1}">
      <dgm:prSet/>
      <dgm:spPr/>
      <dgm:t>
        <a:bodyPr/>
        <a:lstStyle/>
        <a:p>
          <a:endParaRPr lang="es-MX"/>
        </a:p>
      </dgm:t>
    </dgm:pt>
    <dgm:pt modelId="{943E8E6D-AD83-4109-A177-BD783B5F01B4}" type="sibTrans" cxnId="{C184AB27-BA6B-47BA-87A1-B84182890AC1}">
      <dgm:prSet/>
      <dgm:spPr/>
      <dgm:t>
        <a:bodyPr/>
        <a:lstStyle/>
        <a:p>
          <a:endParaRPr lang="es-MX"/>
        </a:p>
      </dgm:t>
    </dgm:pt>
    <dgm:pt modelId="{048937A3-6BC2-4B98-BF61-51AA8375D131}">
      <dgm:prSet phldrT="[Text]"/>
      <dgm:spPr/>
      <dgm:t>
        <a:bodyPr/>
        <a:lstStyle/>
        <a:p>
          <a:r>
            <a:rPr lang="es-MX" dirty="0"/>
            <a:t>Factoraje Financiero</a:t>
          </a:r>
        </a:p>
      </dgm:t>
    </dgm:pt>
    <dgm:pt modelId="{6A997559-B91C-4134-B889-2C68939DF906}" type="parTrans" cxnId="{C402E475-E6AD-4BAE-AA97-574B8116274F}">
      <dgm:prSet/>
      <dgm:spPr/>
      <dgm:t>
        <a:bodyPr/>
        <a:lstStyle/>
        <a:p>
          <a:endParaRPr lang="es-MX"/>
        </a:p>
      </dgm:t>
    </dgm:pt>
    <dgm:pt modelId="{1C56E9B8-D384-403E-908C-9F002DADB690}" type="sibTrans" cxnId="{C402E475-E6AD-4BAE-AA97-574B8116274F}">
      <dgm:prSet/>
      <dgm:spPr/>
      <dgm:t>
        <a:bodyPr/>
        <a:lstStyle/>
        <a:p>
          <a:endParaRPr lang="es-MX"/>
        </a:p>
      </dgm:t>
    </dgm:pt>
    <dgm:pt modelId="{2F9722B8-4B3C-419D-A109-5F827E05D73A}">
      <dgm:prSet phldrT="[Text]"/>
      <dgm:spPr/>
      <dgm:t>
        <a:bodyPr/>
        <a:lstStyle/>
        <a:p>
          <a:r>
            <a:rPr lang="es-MX" dirty="0"/>
            <a:t>Arrendamiento Financiero</a:t>
          </a:r>
        </a:p>
      </dgm:t>
    </dgm:pt>
    <dgm:pt modelId="{70DD5524-8E86-4108-B850-6347F40E9003}" type="parTrans" cxnId="{CBED461C-1CD3-492D-9273-6B977E3FACF6}">
      <dgm:prSet/>
      <dgm:spPr/>
      <dgm:t>
        <a:bodyPr/>
        <a:lstStyle/>
        <a:p>
          <a:endParaRPr lang="es-MX"/>
        </a:p>
      </dgm:t>
    </dgm:pt>
    <dgm:pt modelId="{F1CEFFC9-7295-4343-A437-FB801222E58D}" type="sibTrans" cxnId="{CBED461C-1CD3-492D-9273-6B977E3FACF6}">
      <dgm:prSet/>
      <dgm:spPr/>
      <dgm:t>
        <a:bodyPr/>
        <a:lstStyle/>
        <a:p>
          <a:endParaRPr lang="es-MX"/>
        </a:p>
      </dgm:t>
    </dgm:pt>
    <dgm:pt modelId="{DA8FC276-9442-4A3A-94F8-C8038D171CFC}">
      <dgm:prSet phldrT="[Text]"/>
      <dgm:spPr/>
      <dgm:t>
        <a:bodyPr/>
        <a:lstStyle/>
        <a:p>
          <a:r>
            <a:rPr lang="es-MX" dirty="0"/>
            <a:t>Ajustes por Índices, factores u otros</a:t>
          </a:r>
        </a:p>
      </dgm:t>
    </dgm:pt>
    <dgm:pt modelId="{98F079DD-B4C7-41ED-A67B-F1BCBD17AF12}" type="parTrans" cxnId="{4634C5B4-DBF3-4A9A-98E9-77A7914E64A2}">
      <dgm:prSet/>
      <dgm:spPr/>
      <dgm:t>
        <a:bodyPr/>
        <a:lstStyle/>
        <a:p>
          <a:endParaRPr lang="es-MX"/>
        </a:p>
      </dgm:t>
    </dgm:pt>
    <dgm:pt modelId="{C9C6FAA5-2E88-4272-99DA-1B7DF646FCD3}" type="sibTrans" cxnId="{4634C5B4-DBF3-4A9A-98E9-77A7914E64A2}">
      <dgm:prSet/>
      <dgm:spPr/>
      <dgm:t>
        <a:bodyPr/>
        <a:lstStyle/>
        <a:p>
          <a:endParaRPr lang="es-MX"/>
        </a:p>
      </dgm:t>
    </dgm:pt>
    <dgm:pt modelId="{200096D5-44AA-4E3B-B5D9-03226D60F723}" type="pres">
      <dgm:prSet presAssocID="{20A98192-AE70-42C9-BBBB-B3A785147D06}" presName="cycle" presStyleCnt="0">
        <dgm:presLayoutVars>
          <dgm:chMax val="1"/>
          <dgm:dir/>
          <dgm:animLvl val="ctr"/>
          <dgm:resizeHandles val="exact"/>
        </dgm:presLayoutVars>
      </dgm:prSet>
      <dgm:spPr/>
    </dgm:pt>
    <dgm:pt modelId="{AF5B7557-7D2F-4C7E-8B86-53B1302E95D7}" type="pres">
      <dgm:prSet presAssocID="{FD34BAA2-0738-4C96-BF5B-1E998CCE7EBD}" presName="centerShape" presStyleLbl="node0" presStyleIdx="0" presStyleCnt="1"/>
      <dgm:spPr/>
    </dgm:pt>
    <dgm:pt modelId="{07A2431F-47BC-4833-8129-9F0FCE60E5B7}" type="pres">
      <dgm:prSet presAssocID="{6A997559-B91C-4134-B889-2C68939DF906}" presName="Name9" presStyleLbl="parChTrans1D2" presStyleIdx="0" presStyleCnt="3"/>
      <dgm:spPr/>
    </dgm:pt>
    <dgm:pt modelId="{7AC6F58D-0E5F-415E-B302-E1ACE6542098}" type="pres">
      <dgm:prSet presAssocID="{6A997559-B91C-4134-B889-2C68939DF906}" presName="connTx" presStyleLbl="parChTrans1D2" presStyleIdx="0" presStyleCnt="3"/>
      <dgm:spPr/>
    </dgm:pt>
    <dgm:pt modelId="{1BF94C26-5B33-4363-9B15-374F33DE16CF}" type="pres">
      <dgm:prSet presAssocID="{048937A3-6BC2-4B98-BF61-51AA8375D131}" presName="node" presStyleLbl="node1" presStyleIdx="0" presStyleCnt="3">
        <dgm:presLayoutVars>
          <dgm:bulletEnabled val="1"/>
        </dgm:presLayoutVars>
      </dgm:prSet>
      <dgm:spPr/>
    </dgm:pt>
    <dgm:pt modelId="{9420AD61-B87E-40D7-8291-E4CE134FC689}" type="pres">
      <dgm:prSet presAssocID="{70DD5524-8E86-4108-B850-6347F40E9003}" presName="Name9" presStyleLbl="parChTrans1D2" presStyleIdx="1" presStyleCnt="3"/>
      <dgm:spPr/>
    </dgm:pt>
    <dgm:pt modelId="{B4B5D685-964A-49A3-A6F5-2DA896537CFE}" type="pres">
      <dgm:prSet presAssocID="{70DD5524-8E86-4108-B850-6347F40E9003}" presName="connTx" presStyleLbl="parChTrans1D2" presStyleIdx="1" presStyleCnt="3"/>
      <dgm:spPr/>
    </dgm:pt>
    <dgm:pt modelId="{BD18D275-D702-4409-A62D-5DA6D80BECB0}" type="pres">
      <dgm:prSet presAssocID="{2F9722B8-4B3C-419D-A109-5F827E05D73A}" presName="node" presStyleLbl="node1" presStyleIdx="1" presStyleCnt="3">
        <dgm:presLayoutVars>
          <dgm:bulletEnabled val="1"/>
        </dgm:presLayoutVars>
      </dgm:prSet>
      <dgm:spPr/>
    </dgm:pt>
    <dgm:pt modelId="{F8ADAE95-B802-4EF8-8BB7-D0EF02AE5FAF}" type="pres">
      <dgm:prSet presAssocID="{98F079DD-B4C7-41ED-A67B-F1BCBD17AF12}" presName="Name9" presStyleLbl="parChTrans1D2" presStyleIdx="2" presStyleCnt="3"/>
      <dgm:spPr/>
    </dgm:pt>
    <dgm:pt modelId="{4FA6C91E-DD12-42A7-92AA-3DE1AB8E5F2E}" type="pres">
      <dgm:prSet presAssocID="{98F079DD-B4C7-41ED-A67B-F1BCBD17AF12}" presName="connTx" presStyleLbl="parChTrans1D2" presStyleIdx="2" presStyleCnt="3"/>
      <dgm:spPr/>
    </dgm:pt>
    <dgm:pt modelId="{D788779E-E040-42E6-8BCC-97BB3B688363}" type="pres">
      <dgm:prSet presAssocID="{DA8FC276-9442-4A3A-94F8-C8038D171CFC}" presName="node" presStyleLbl="node1" presStyleIdx="2" presStyleCnt="3">
        <dgm:presLayoutVars>
          <dgm:bulletEnabled val="1"/>
        </dgm:presLayoutVars>
      </dgm:prSet>
      <dgm:spPr/>
    </dgm:pt>
  </dgm:ptLst>
  <dgm:cxnLst>
    <dgm:cxn modelId="{5AAFE513-8561-7F46-8CB7-8111898C11A3}" type="presOf" srcId="{20A98192-AE70-42C9-BBBB-B3A785147D06}" destId="{200096D5-44AA-4E3B-B5D9-03226D60F723}" srcOrd="0" destOrd="0" presId="urn:microsoft.com/office/officeart/2005/8/layout/radial1"/>
    <dgm:cxn modelId="{CBED461C-1CD3-492D-9273-6B977E3FACF6}" srcId="{FD34BAA2-0738-4C96-BF5B-1E998CCE7EBD}" destId="{2F9722B8-4B3C-419D-A109-5F827E05D73A}" srcOrd="1" destOrd="0" parTransId="{70DD5524-8E86-4108-B850-6347F40E9003}" sibTransId="{F1CEFFC9-7295-4343-A437-FB801222E58D}"/>
    <dgm:cxn modelId="{C184AB27-BA6B-47BA-87A1-B84182890AC1}" srcId="{20A98192-AE70-42C9-BBBB-B3A785147D06}" destId="{FD34BAA2-0738-4C96-BF5B-1E998CCE7EBD}" srcOrd="0" destOrd="0" parTransId="{4FBD4373-0E9C-4B35-A980-67490E420D70}" sibTransId="{943E8E6D-AD83-4109-A177-BD783B5F01B4}"/>
    <dgm:cxn modelId="{00200530-FC2E-FA4F-8B06-7F113ECFCE53}" type="presOf" srcId="{70DD5524-8E86-4108-B850-6347F40E9003}" destId="{9420AD61-B87E-40D7-8291-E4CE134FC689}" srcOrd="0" destOrd="0" presId="urn:microsoft.com/office/officeart/2005/8/layout/radial1"/>
    <dgm:cxn modelId="{427A7C5E-5EC4-3D46-8D71-164E23A15A03}" type="presOf" srcId="{6A997559-B91C-4134-B889-2C68939DF906}" destId="{7AC6F58D-0E5F-415E-B302-E1ACE6542098}" srcOrd="1" destOrd="0" presId="urn:microsoft.com/office/officeart/2005/8/layout/radial1"/>
    <dgm:cxn modelId="{8B4DB85F-44CB-ED44-BA9F-68B025140878}" type="presOf" srcId="{048937A3-6BC2-4B98-BF61-51AA8375D131}" destId="{1BF94C26-5B33-4363-9B15-374F33DE16CF}" srcOrd="0" destOrd="0" presId="urn:microsoft.com/office/officeart/2005/8/layout/radial1"/>
    <dgm:cxn modelId="{0705C154-A8BB-434F-9946-1C34451C50F6}" type="presOf" srcId="{98F079DD-B4C7-41ED-A67B-F1BCBD17AF12}" destId="{F8ADAE95-B802-4EF8-8BB7-D0EF02AE5FAF}" srcOrd="0" destOrd="0" presId="urn:microsoft.com/office/officeart/2005/8/layout/radial1"/>
    <dgm:cxn modelId="{C402E475-E6AD-4BAE-AA97-574B8116274F}" srcId="{FD34BAA2-0738-4C96-BF5B-1E998CCE7EBD}" destId="{048937A3-6BC2-4B98-BF61-51AA8375D131}" srcOrd="0" destOrd="0" parTransId="{6A997559-B91C-4134-B889-2C68939DF906}" sibTransId="{1C56E9B8-D384-403E-908C-9F002DADB690}"/>
    <dgm:cxn modelId="{4602E186-BE07-9548-9242-C9FD49739008}" type="presOf" srcId="{70DD5524-8E86-4108-B850-6347F40E9003}" destId="{B4B5D685-964A-49A3-A6F5-2DA896537CFE}" srcOrd="1" destOrd="0" presId="urn:microsoft.com/office/officeart/2005/8/layout/radial1"/>
    <dgm:cxn modelId="{37C47A9A-9AA3-E34D-B14B-2CC2407838F9}" type="presOf" srcId="{98F079DD-B4C7-41ED-A67B-F1BCBD17AF12}" destId="{4FA6C91E-DD12-42A7-92AA-3DE1AB8E5F2E}" srcOrd="1" destOrd="0" presId="urn:microsoft.com/office/officeart/2005/8/layout/radial1"/>
    <dgm:cxn modelId="{1A2439A9-EF15-5045-8A60-B258511A0ABF}" type="presOf" srcId="{FD34BAA2-0738-4C96-BF5B-1E998CCE7EBD}" destId="{AF5B7557-7D2F-4C7E-8B86-53B1302E95D7}" srcOrd="0" destOrd="0" presId="urn:microsoft.com/office/officeart/2005/8/layout/radial1"/>
    <dgm:cxn modelId="{9C08C6AD-3EC6-194F-B502-E5901BDDC9F6}" type="presOf" srcId="{2F9722B8-4B3C-419D-A109-5F827E05D73A}" destId="{BD18D275-D702-4409-A62D-5DA6D80BECB0}" srcOrd="0" destOrd="0" presId="urn:microsoft.com/office/officeart/2005/8/layout/radial1"/>
    <dgm:cxn modelId="{4634C5B4-DBF3-4A9A-98E9-77A7914E64A2}" srcId="{FD34BAA2-0738-4C96-BF5B-1E998CCE7EBD}" destId="{DA8FC276-9442-4A3A-94F8-C8038D171CFC}" srcOrd="2" destOrd="0" parTransId="{98F079DD-B4C7-41ED-A67B-F1BCBD17AF12}" sibTransId="{C9C6FAA5-2E88-4272-99DA-1B7DF646FCD3}"/>
    <dgm:cxn modelId="{588D0AC7-0E3C-C845-A61C-996549AD17BA}" type="presOf" srcId="{DA8FC276-9442-4A3A-94F8-C8038D171CFC}" destId="{D788779E-E040-42E6-8BCC-97BB3B688363}" srcOrd="0" destOrd="0" presId="urn:microsoft.com/office/officeart/2005/8/layout/radial1"/>
    <dgm:cxn modelId="{07CCEAD6-B7AB-664E-86F0-A73B17CFDB62}" type="presOf" srcId="{6A997559-B91C-4134-B889-2C68939DF906}" destId="{07A2431F-47BC-4833-8129-9F0FCE60E5B7}" srcOrd="0" destOrd="0" presId="urn:microsoft.com/office/officeart/2005/8/layout/radial1"/>
    <dgm:cxn modelId="{E73145E1-D299-414C-A2BA-5C9EF8E44BD9}" type="presParOf" srcId="{200096D5-44AA-4E3B-B5D9-03226D60F723}" destId="{AF5B7557-7D2F-4C7E-8B86-53B1302E95D7}" srcOrd="0" destOrd="0" presId="urn:microsoft.com/office/officeart/2005/8/layout/radial1"/>
    <dgm:cxn modelId="{92A79346-DB99-8C4C-823B-6BA21CAB2E71}" type="presParOf" srcId="{200096D5-44AA-4E3B-B5D9-03226D60F723}" destId="{07A2431F-47BC-4833-8129-9F0FCE60E5B7}" srcOrd="1" destOrd="0" presId="urn:microsoft.com/office/officeart/2005/8/layout/radial1"/>
    <dgm:cxn modelId="{49696BD1-0AA3-F34D-A515-E423BBBC00F5}" type="presParOf" srcId="{07A2431F-47BC-4833-8129-9F0FCE60E5B7}" destId="{7AC6F58D-0E5F-415E-B302-E1ACE6542098}" srcOrd="0" destOrd="0" presId="urn:microsoft.com/office/officeart/2005/8/layout/radial1"/>
    <dgm:cxn modelId="{88E9F09F-E7AC-D845-AC62-84DC9E061D32}" type="presParOf" srcId="{200096D5-44AA-4E3B-B5D9-03226D60F723}" destId="{1BF94C26-5B33-4363-9B15-374F33DE16CF}" srcOrd="2" destOrd="0" presId="urn:microsoft.com/office/officeart/2005/8/layout/radial1"/>
    <dgm:cxn modelId="{F4B9C81E-E54C-C94C-AFA5-80F692621589}" type="presParOf" srcId="{200096D5-44AA-4E3B-B5D9-03226D60F723}" destId="{9420AD61-B87E-40D7-8291-E4CE134FC689}" srcOrd="3" destOrd="0" presId="urn:microsoft.com/office/officeart/2005/8/layout/radial1"/>
    <dgm:cxn modelId="{43D5A612-D855-AD42-874D-427A705D0C4D}" type="presParOf" srcId="{9420AD61-B87E-40D7-8291-E4CE134FC689}" destId="{B4B5D685-964A-49A3-A6F5-2DA896537CFE}" srcOrd="0" destOrd="0" presId="urn:microsoft.com/office/officeart/2005/8/layout/radial1"/>
    <dgm:cxn modelId="{8574D41C-1048-7743-8D00-DAFBDC7AD122}" type="presParOf" srcId="{200096D5-44AA-4E3B-B5D9-03226D60F723}" destId="{BD18D275-D702-4409-A62D-5DA6D80BECB0}" srcOrd="4" destOrd="0" presId="urn:microsoft.com/office/officeart/2005/8/layout/radial1"/>
    <dgm:cxn modelId="{261F89F0-3EA0-AE4A-B4C1-C8A58E5CD57F}" type="presParOf" srcId="{200096D5-44AA-4E3B-B5D9-03226D60F723}" destId="{F8ADAE95-B802-4EF8-8BB7-D0EF02AE5FAF}" srcOrd="5" destOrd="0" presId="urn:microsoft.com/office/officeart/2005/8/layout/radial1"/>
    <dgm:cxn modelId="{DF5AB167-DC80-DB45-949F-513119101BDA}" type="presParOf" srcId="{F8ADAE95-B802-4EF8-8BB7-D0EF02AE5FAF}" destId="{4FA6C91E-DD12-42A7-92AA-3DE1AB8E5F2E}" srcOrd="0" destOrd="0" presId="urn:microsoft.com/office/officeart/2005/8/layout/radial1"/>
    <dgm:cxn modelId="{20E01C5E-88DF-FD44-A4EA-BF61E69F4922}" type="presParOf" srcId="{200096D5-44AA-4E3B-B5D9-03226D60F723}" destId="{D788779E-E040-42E6-8BCC-97BB3B688363}" srcOrd="6"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730161-5D57-4CBA-9F36-D230BF86074D}"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s-MX"/>
        </a:p>
      </dgm:t>
    </dgm:pt>
    <dgm:pt modelId="{E44E96CE-C912-40D3-B9F2-9E103A46BD90}">
      <dgm:prSet phldrT="[Text]"/>
      <dgm:spPr>
        <a:solidFill>
          <a:srgbClr val="0070C0"/>
        </a:solidFill>
      </dgm:spPr>
      <dgm:t>
        <a:bodyPr/>
        <a:lstStyle/>
        <a:p>
          <a:r>
            <a:rPr lang="es-MX" dirty="0"/>
            <a:t>Tratamiento de Interés</a:t>
          </a:r>
        </a:p>
      </dgm:t>
    </dgm:pt>
    <dgm:pt modelId="{98DFB011-6E33-4258-B85C-7ECE5BA99DA8}" type="parTrans" cxnId="{F3AB808E-2DB6-46C6-BFF3-FC348BF93C0F}">
      <dgm:prSet/>
      <dgm:spPr/>
      <dgm:t>
        <a:bodyPr/>
        <a:lstStyle/>
        <a:p>
          <a:endParaRPr lang="es-MX"/>
        </a:p>
      </dgm:t>
    </dgm:pt>
    <dgm:pt modelId="{35DD5C40-A900-44D3-B3CF-5C7456DD6977}" type="sibTrans" cxnId="{F3AB808E-2DB6-46C6-BFF3-FC348BF93C0F}">
      <dgm:prSet/>
      <dgm:spPr/>
      <dgm:t>
        <a:bodyPr/>
        <a:lstStyle/>
        <a:p>
          <a:endParaRPr lang="es-MX"/>
        </a:p>
      </dgm:t>
    </dgm:pt>
    <dgm:pt modelId="{C74C0E71-A656-48A4-8C97-D61860851B24}">
      <dgm:prSet phldrT="[Text]"/>
      <dgm:spPr/>
      <dgm:t>
        <a:bodyPr/>
        <a:lstStyle/>
        <a:p>
          <a:r>
            <a:rPr lang="es-MX" dirty="0"/>
            <a:t>Fluctuación Cambiaria</a:t>
          </a:r>
        </a:p>
      </dgm:t>
    </dgm:pt>
    <dgm:pt modelId="{0CE6DD51-9616-4DDA-B2D1-96301D2CA499}" type="parTrans" cxnId="{7956CAC5-C664-401D-B442-B765AF52A7A2}">
      <dgm:prSet/>
      <dgm:spPr/>
      <dgm:t>
        <a:bodyPr/>
        <a:lstStyle/>
        <a:p>
          <a:endParaRPr lang="es-MX"/>
        </a:p>
      </dgm:t>
    </dgm:pt>
    <dgm:pt modelId="{1557EF1C-C930-49C7-820D-03AD9B9AB169}" type="sibTrans" cxnId="{7956CAC5-C664-401D-B442-B765AF52A7A2}">
      <dgm:prSet/>
      <dgm:spPr/>
      <dgm:t>
        <a:bodyPr/>
        <a:lstStyle/>
        <a:p>
          <a:endParaRPr lang="es-MX"/>
        </a:p>
      </dgm:t>
    </dgm:pt>
    <dgm:pt modelId="{4CCD0F61-23A8-43CC-9FEE-E4EFC29A3812}">
      <dgm:prSet phldrT="[Text]"/>
      <dgm:spPr/>
      <dgm:t>
        <a:bodyPr/>
        <a:lstStyle/>
        <a:p>
          <a:r>
            <a:rPr lang="es-MX" dirty="0"/>
            <a:t>Fondos de Deuda (Soc. Inversión)</a:t>
          </a:r>
        </a:p>
      </dgm:t>
    </dgm:pt>
    <dgm:pt modelId="{135EB3A4-13AC-435D-A1EC-699B8A4250AA}" type="parTrans" cxnId="{2DE640FD-B34F-4297-8AA1-C16617D11BBA}">
      <dgm:prSet/>
      <dgm:spPr/>
      <dgm:t>
        <a:bodyPr/>
        <a:lstStyle/>
        <a:p>
          <a:endParaRPr lang="es-MX"/>
        </a:p>
      </dgm:t>
    </dgm:pt>
    <dgm:pt modelId="{1D35697D-C186-497A-84EE-3A2B1F16BA39}" type="sibTrans" cxnId="{2DE640FD-B34F-4297-8AA1-C16617D11BBA}">
      <dgm:prSet/>
      <dgm:spPr/>
      <dgm:t>
        <a:bodyPr/>
        <a:lstStyle/>
        <a:p>
          <a:endParaRPr lang="es-MX"/>
        </a:p>
      </dgm:t>
    </dgm:pt>
    <dgm:pt modelId="{B8E59EB1-3A60-4738-B855-D9161E4FE0FD}">
      <dgm:prSet/>
      <dgm:spPr/>
      <dgm:t>
        <a:bodyPr/>
        <a:lstStyle/>
        <a:p>
          <a:r>
            <a:rPr lang="es-MX" dirty="0"/>
            <a:t>Operaciones Financieras Derivadas de Deuda</a:t>
          </a:r>
        </a:p>
      </dgm:t>
    </dgm:pt>
    <dgm:pt modelId="{2A08D1C3-9AEC-4FE1-A384-71A07A4738C9}" type="parTrans" cxnId="{9935C77E-D1CF-4D36-B524-A0F2590EC05F}">
      <dgm:prSet/>
      <dgm:spPr/>
      <dgm:t>
        <a:bodyPr/>
        <a:lstStyle/>
        <a:p>
          <a:endParaRPr lang="es-MX"/>
        </a:p>
      </dgm:t>
    </dgm:pt>
    <dgm:pt modelId="{2A8658D9-FD61-43A0-9E80-CE114FD1827F}" type="sibTrans" cxnId="{9935C77E-D1CF-4D36-B524-A0F2590EC05F}">
      <dgm:prSet/>
      <dgm:spPr/>
      <dgm:t>
        <a:bodyPr/>
        <a:lstStyle/>
        <a:p>
          <a:endParaRPr lang="es-MX"/>
        </a:p>
      </dgm:t>
    </dgm:pt>
    <dgm:pt modelId="{358D49BC-4B65-487F-97FE-038C69E4D28B}">
      <dgm:prSet/>
      <dgm:spPr/>
      <dgm:t>
        <a:bodyPr/>
        <a:lstStyle/>
        <a:p>
          <a:r>
            <a:rPr lang="es-MX"/>
            <a:t>Cesión de Derechos (Rentas Inmobiliarias)</a:t>
          </a:r>
          <a:endParaRPr lang="es-MX" dirty="0"/>
        </a:p>
      </dgm:t>
    </dgm:pt>
    <dgm:pt modelId="{696488E9-8618-4045-B6D1-D65CD25DAE3A}" type="parTrans" cxnId="{18834D28-A7AE-44B5-B1E7-CF4DDC480EF3}">
      <dgm:prSet/>
      <dgm:spPr/>
      <dgm:t>
        <a:bodyPr/>
        <a:lstStyle/>
        <a:p>
          <a:endParaRPr lang="es-MX"/>
        </a:p>
      </dgm:t>
    </dgm:pt>
    <dgm:pt modelId="{AB612DC4-4B0A-4543-837B-1C3EFE8DEC82}" type="sibTrans" cxnId="{18834D28-A7AE-44B5-B1E7-CF4DDC480EF3}">
      <dgm:prSet/>
      <dgm:spPr/>
      <dgm:t>
        <a:bodyPr/>
        <a:lstStyle/>
        <a:p>
          <a:endParaRPr lang="es-MX"/>
        </a:p>
      </dgm:t>
    </dgm:pt>
    <dgm:pt modelId="{DBE9F320-E1C3-436B-AC67-768B970399D8}" type="pres">
      <dgm:prSet presAssocID="{BA730161-5D57-4CBA-9F36-D230BF86074D}" presName="cycle" presStyleCnt="0">
        <dgm:presLayoutVars>
          <dgm:chMax val="1"/>
          <dgm:dir/>
          <dgm:animLvl val="ctr"/>
          <dgm:resizeHandles val="exact"/>
        </dgm:presLayoutVars>
      </dgm:prSet>
      <dgm:spPr/>
    </dgm:pt>
    <dgm:pt modelId="{88BB51AF-6F95-4FE6-AF3D-99250CC58129}" type="pres">
      <dgm:prSet presAssocID="{E44E96CE-C912-40D3-B9F2-9E103A46BD90}" presName="centerShape" presStyleLbl="node0" presStyleIdx="0" presStyleCnt="1"/>
      <dgm:spPr/>
    </dgm:pt>
    <dgm:pt modelId="{21A7AA78-9570-461F-A2D4-D479A037CA1E}" type="pres">
      <dgm:prSet presAssocID="{0CE6DD51-9616-4DDA-B2D1-96301D2CA499}" presName="Name9" presStyleLbl="parChTrans1D2" presStyleIdx="0" presStyleCnt="4"/>
      <dgm:spPr/>
    </dgm:pt>
    <dgm:pt modelId="{0F464F4E-B831-4E0E-90DF-A54636ED14F4}" type="pres">
      <dgm:prSet presAssocID="{0CE6DD51-9616-4DDA-B2D1-96301D2CA499}" presName="connTx" presStyleLbl="parChTrans1D2" presStyleIdx="0" presStyleCnt="4"/>
      <dgm:spPr/>
    </dgm:pt>
    <dgm:pt modelId="{28780EA3-F738-48E3-B527-9FAEA577D7FB}" type="pres">
      <dgm:prSet presAssocID="{C74C0E71-A656-48A4-8C97-D61860851B24}" presName="node" presStyleLbl="node1" presStyleIdx="0" presStyleCnt="4">
        <dgm:presLayoutVars>
          <dgm:bulletEnabled val="1"/>
        </dgm:presLayoutVars>
      </dgm:prSet>
      <dgm:spPr/>
    </dgm:pt>
    <dgm:pt modelId="{465467E8-AE9A-4F6F-BAB1-08D6348E460B}" type="pres">
      <dgm:prSet presAssocID="{135EB3A4-13AC-435D-A1EC-699B8A4250AA}" presName="Name9" presStyleLbl="parChTrans1D2" presStyleIdx="1" presStyleCnt="4"/>
      <dgm:spPr/>
    </dgm:pt>
    <dgm:pt modelId="{114ED3D0-4D96-4519-A178-14A362ABB209}" type="pres">
      <dgm:prSet presAssocID="{135EB3A4-13AC-435D-A1EC-699B8A4250AA}" presName="connTx" presStyleLbl="parChTrans1D2" presStyleIdx="1" presStyleCnt="4"/>
      <dgm:spPr/>
    </dgm:pt>
    <dgm:pt modelId="{08B9A4F3-B9E4-4666-B30E-68C736699207}" type="pres">
      <dgm:prSet presAssocID="{4CCD0F61-23A8-43CC-9FEE-E4EFC29A3812}" presName="node" presStyleLbl="node1" presStyleIdx="1" presStyleCnt="4">
        <dgm:presLayoutVars>
          <dgm:bulletEnabled val="1"/>
        </dgm:presLayoutVars>
      </dgm:prSet>
      <dgm:spPr/>
    </dgm:pt>
    <dgm:pt modelId="{20D95E8A-D527-4E0A-9838-FF50B0E50582}" type="pres">
      <dgm:prSet presAssocID="{2A08D1C3-9AEC-4FE1-A384-71A07A4738C9}" presName="Name9" presStyleLbl="parChTrans1D2" presStyleIdx="2" presStyleCnt="4"/>
      <dgm:spPr/>
    </dgm:pt>
    <dgm:pt modelId="{6230B699-26C2-4922-B96E-AB64DDC225DE}" type="pres">
      <dgm:prSet presAssocID="{2A08D1C3-9AEC-4FE1-A384-71A07A4738C9}" presName="connTx" presStyleLbl="parChTrans1D2" presStyleIdx="2" presStyleCnt="4"/>
      <dgm:spPr/>
    </dgm:pt>
    <dgm:pt modelId="{6B8E8457-D6A5-4609-8838-D32A2D9490DD}" type="pres">
      <dgm:prSet presAssocID="{B8E59EB1-3A60-4738-B855-D9161E4FE0FD}" presName="node" presStyleLbl="node1" presStyleIdx="2" presStyleCnt="4">
        <dgm:presLayoutVars>
          <dgm:bulletEnabled val="1"/>
        </dgm:presLayoutVars>
      </dgm:prSet>
      <dgm:spPr/>
    </dgm:pt>
    <dgm:pt modelId="{9E79603B-1796-4438-9D93-2C67D15A81DF}" type="pres">
      <dgm:prSet presAssocID="{696488E9-8618-4045-B6D1-D65CD25DAE3A}" presName="Name9" presStyleLbl="parChTrans1D2" presStyleIdx="3" presStyleCnt="4"/>
      <dgm:spPr/>
    </dgm:pt>
    <dgm:pt modelId="{3DD9752F-8C7D-4C6E-B04D-9FF78CF62E2D}" type="pres">
      <dgm:prSet presAssocID="{696488E9-8618-4045-B6D1-D65CD25DAE3A}" presName="connTx" presStyleLbl="parChTrans1D2" presStyleIdx="3" presStyleCnt="4"/>
      <dgm:spPr/>
    </dgm:pt>
    <dgm:pt modelId="{556BFCA5-EF2A-4DE7-9200-A44546A96764}" type="pres">
      <dgm:prSet presAssocID="{358D49BC-4B65-487F-97FE-038C69E4D28B}" presName="node" presStyleLbl="node1" presStyleIdx="3" presStyleCnt="4">
        <dgm:presLayoutVars>
          <dgm:bulletEnabled val="1"/>
        </dgm:presLayoutVars>
      </dgm:prSet>
      <dgm:spPr/>
    </dgm:pt>
  </dgm:ptLst>
  <dgm:cxnLst>
    <dgm:cxn modelId="{411CEC04-BF5F-8842-87C3-5BDD04EA84D0}" type="presOf" srcId="{BA730161-5D57-4CBA-9F36-D230BF86074D}" destId="{DBE9F320-E1C3-436B-AC67-768B970399D8}" srcOrd="0" destOrd="0" presId="urn:microsoft.com/office/officeart/2005/8/layout/radial1"/>
    <dgm:cxn modelId="{AEF5B40B-5555-6946-856C-13E053D532BB}" type="presOf" srcId="{0CE6DD51-9616-4DDA-B2D1-96301D2CA499}" destId="{0F464F4E-B831-4E0E-90DF-A54636ED14F4}" srcOrd="1" destOrd="0" presId="urn:microsoft.com/office/officeart/2005/8/layout/radial1"/>
    <dgm:cxn modelId="{04FA4811-0560-D740-98B2-1100BD023EA8}" type="presOf" srcId="{B8E59EB1-3A60-4738-B855-D9161E4FE0FD}" destId="{6B8E8457-D6A5-4609-8838-D32A2D9490DD}" srcOrd="0" destOrd="0" presId="urn:microsoft.com/office/officeart/2005/8/layout/radial1"/>
    <dgm:cxn modelId="{30584A19-6606-B042-BF55-D716BA432AC0}" type="presOf" srcId="{135EB3A4-13AC-435D-A1EC-699B8A4250AA}" destId="{114ED3D0-4D96-4519-A178-14A362ABB209}" srcOrd="1" destOrd="0" presId="urn:microsoft.com/office/officeart/2005/8/layout/radial1"/>
    <dgm:cxn modelId="{AC52001F-9BEE-3B4A-A0BE-CC2481C99F3F}" type="presOf" srcId="{2A08D1C3-9AEC-4FE1-A384-71A07A4738C9}" destId="{20D95E8A-D527-4E0A-9838-FF50B0E50582}" srcOrd="0" destOrd="0" presId="urn:microsoft.com/office/officeart/2005/8/layout/radial1"/>
    <dgm:cxn modelId="{44EF3D22-50BD-694C-996F-41F6F3F7D13A}" type="presOf" srcId="{2A08D1C3-9AEC-4FE1-A384-71A07A4738C9}" destId="{6230B699-26C2-4922-B96E-AB64DDC225DE}" srcOrd="1" destOrd="0" presId="urn:microsoft.com/office/officeart/2005/8/layout/radial1"/>
    <dgm:cxn modelId="{18834D28-A7AE-44B5-B1E7-CF4DDC480EF3}" srcId="{E44E96CE-C912-40D3-B9F2-9E103A46BD90}" destId="{358D49BC-4B65-487F-97FE-038C69E4D28B}" srcOrd="3" destOrd="0" parTransId="{696488E9-8618-4045-B6D1-D65CD25DAE3A}" sibTransId="{AB612DC4-4B0A-4543-837B-1C3EFE8DEC82}"/>
    <dgm:cxn modelId="{DF7F6452-D961-4703-A6E2-C08E17D094DE}" type="presOf" srcId="{696488E9-8618-4045-B6D1-D65CD25DAE3A}" destId="{9E79603B-1796-4438-9D93-2C67D15A81DF}" srcOrd="0" destOrd="0" presId="urn:microsoft.com/office/officeart/2005/8/layout/radial1"/>
    <dgm:cxn modelId="{D4BD4277-17D2-4F3A-B3E3-95F9DDEC9B07}" type="presOf" srcId="{358D49BC-4B65-487F-97FE-038C69E4D28B}" destId="{556BFCA5-EF2A-4DE7-9200-A44546A96764}" srcOrd="0" destOrd="0" presId="urn:microsoft.com/office/officeart/2005/8/layout/radial1"/>
    <dgm:cxn modelId="{9935C77E-D1CF-4D36-B524-A0F2590EC05F}" srcId="{E44E96CE-C912-40D3-B9F2-9E103A46BD90}" destId="{B8E59EB1-3A60-4738-B855-D9161E4FE0FD}" srcOrd="2" destOrd="0" parTransId="{2A08D1C3-9AEC-4FE1-A384-71A07A4738C9}" sibTransId="{2A8658D9-FD61-43A0-9E80-CE114FD1827F}"/>
    <dgm:cxn modelId="{6174F382-A61E-409F-ACE8-2BCB6223AF13}" type="presOf" srcId="{696488E9-8618-4045-B6D1-D65CD25DAE3A}" destId="{3DD9752F-8C7D-4C6E-B04D-9FF78CF62E2D}" srcOrd="1" destOrd="0" presId="urn:microsoft.com/office/officeart/2005/8/layout/radial1"/>
    <dgm:cxn modelId="{F3AB808E-2DB6-46C6-BFF3-FC348BF93C0F}" srcId="{BA730161-5D57-4CBA-9F36-D230BF86074D}" destId="{E44E96CE-C912-40D3-B9F2-9E103A46BD90}" srcOrd="0" destOrd="0" parTransId="{98DFB011-6E33-4258-B85C-7ECE5BA99DA8}" sibTransId="{35DD5C40-A900-44D3-B3CF-5C7456DD6977}"/>
    <dgm:cxn modelId="{5585CC9F-5B5A-0144-8C50-4EE281861725}" type="presOf" srcId="{135EB3A4-13AC-435D-A1EC-699B8A4250AA}" destId="{465467E8-AE9A-4F6F-BAB1-08D6348E460B}" srcOrd="0" destOrd="0" presId="urn:microsoft.com/office/officeart/2005/8/layout/radial1"/>
    <dgm:cxn modelId="{4BE7F7A0-A76A-D844-9A9B-AA1924FEE013}" type="presOf" srcId="{4CCD0F61-23A8-43CC-9FEE-E4EFC29A3812}" destId="{08B9A4F3-B9E4-4666-B30E-68C736699207}" srcOrd="0" destOrd="0" presId="urn:microsoft.com/office/officeart/2005/8/layout/radial1"/>
    <dgm:cxn modelId="{CDD94BA8-694E-F64F-B2C8-4521331EB1AB}" type="presOf" srcId="{E44E96CE-C912-40D3-B9F2-9E103A46BD90}" destId="{88BB51AF-6F95-4FE6-AF3D-99250CC58129}" srcOrd="0" destOrd="0" presId="urn:microsoft.com/office/officeart/2005/8/layout/radial1"/>
    <dgm:cxn modelId="{7ED6ABB2-2ADF-3441-925F-BC8CACC85CDB}" type="presOf" srcId="{0CE6DD51-9616-4DDA-B2D1-96301D2CA499}" destId="{21A7AA78-9570-461F-A2D4-D479A037CA1E}" srcOrd="0" destOrd="0" presId="urn:microsoft.com/office/officeart/2005/8/layout/radial1"/>
    <dgm:cxn modelId="{7956CAC5-C664-401D-B442-B765AF52A7A2}" srcId="{E44E96CE-C912-40D3-B9F2-9E103A46BD90}" destId="{C74C0E71-A656-48A4-8C97-D61860851B24}" srcOrd="0" destOrd="0" parTransId="{0CE6DD51-9616-4DDA-B2D1-96301D2CA499}" sibTransId="{1557EF1C-C930-49C7-820D-03AD9B9AB169}"/>
    <dgm:cxn modelId="{1BDCE2D5-BCF6-D747-A823-E3972AC7E5D2}" type="presOf" srcId="{C74C0E71-A656-48A4-8C97-D61860851B24}" destId="{28780EA3-F738-48E3-B527-9FAEA577D7FB}" srcOrd="0" destOrd="0" presId="urn:microsoft.com/office/officeart/2005/8/layout/radial1"/>
    <dgm:cxn modelId="{2DE640FD-B34F-4297-8AA1-C16617D11BBA}" srcId="{E44E96CE-C912-40D3-B9F2-9E103A46BD90}" destId="{4CCD0F61-23A8-43CC-9FEE-E4EFC29A3812}" srcOrd="1" destOrd="0" parTransId="{135EB3A4-13AC-435D-A1EC-699B8A4250AA}" sibTransId="{1D35697D-C186-497A-84EE-3A2B1F16BA39}"/>
    <dgm:cxn modelId="{63893DF4-4567-A24B-9A45-6AA865179AAD}" type="presParOf" srcId="{DBE9F320-E1C3-436B-AC67-768B970399D8}" destId="{88BB51AF-6F95-4FE6-AF3D-99250CC58129}" srcOrd="0" destOrd="0" presId="urn:microsoft.com/office/officeart/2005/8/layout/radial1"/>
    <dgm:cxn modelId="{A889FD44-5E81-5A4D-BA07-263CA3A7B967}" type="presParOf" srcId="{DBE9F320-E1C3-436B-AC67-768B970399D8}" destId="{21A7AA78-9570-461F-A2D4-D479A037CA1E}" srcOrd="1" destOrd="0" presId="urn:microsoft.com/office/officeart/2005/8/layout/radial1"/>
    <dgm:cxn modelId="{ED149D8F-BE4D-114C-B139-74172EC6052E}" type="presParOf" srcId="{21A7AA78-9570-461F-A2D4-D479A037CA1E}" destId="{0F464F4E-B831-4E0E-90DF-A54636ED14F4}" srcOrd="0" destOrd="0" presId="urn:microsoft.com/office/officeart/2005/8/layout/radial1"/>
    <dgm:cxn modelId="{959AED0B-4F01-394E-B926-C4A7CE9158F9}" type="presParOf" srcId="{DBE9F320-E1C3-436B-AC67-768B970399D8}" destId="{28780EA3-F738-48E3-B527-9FAEA577D7FB}" srcOrd="2" destOrd="0" presId="urn:microsoft.com/office/officeart/2005/8/layout/radial1"/>
    <dgm:cxn modelId="{7C669388-42AD-E642-BFAD-34A77C5D9BAE}" type="presParOf" srcId="{DBE9F320-E1C3-436B-AC67-768B970399D8}" destId="{465467E8-AE9A-4F6F-BAB1-08D6348E460B}" srcOrd="3" destOrd="0" presId="urn:microsoft.com/office/officeart/2005/8/layout/radial1"/>
    <dgm:cxn modelId="{334C5976-5489-E74F-8C14-4B01713A95A7}" type="presParOf" srcId="{465467E8-AE9A-4F6F-BAB1-08D6348E460B}" destId="{114ED3D0-4D96-4519-A178-14A362ABB209}" srcOrd="0" destOrd="0" presId="urn:microsoft.com/office/officeart/2005/8/layout/radial1"/>
    <dgm:cxn modelId="{5A9C1ACB-99FE-E44D-98D6-3619A350BA6D}" type="presParOf" srcId="{DBE9F320-E1C3-436B-AC67-768B970399D8}" destId="{08B9A4F3-B9E4-4666-B30E-68C736699207}" srcOrd="4" destOrd="0" presId="urn:microsoft.com/office/officeart/2005/8/layout/radial1"/>
    <dgm:cxn modelId="{2436D595-3225-494D-8008-996ABDCF7969}" type="presParOf" srcId="{DBE9F320-E1C3-436B-AC67-768B970399D8}" destId="{20D95E8A-D527-4E0A-9838-FF50B0E50582}" srcOrd="5" destOrd="0" presId="urn:microsoft.com/office/officeart/2005/8/layout/radial1"/>
    <dgm:cxn modelId="{735E1C03-67F7-1243-B20F-BC91F904A274}" type="presParOf" srcId="{20D95E8A-D527-4E0A-9838-FF50B0E50582}" destId="{6230B699-26C2-4922-B96E-AB64DDC225DE}" srcOrd="0" destOrd="0" presId="urn:microsoft.com/office/officeart/2005/8/layout/radial1"/>
    <dgm:cxn modelId="{1B25CACC-E986-7946-A8BB-DDAA0B5CF0B4}" type="presParOf" srcId="{DBE9F320-E1C3-436B-AC67-768B970399D8}" destId="{6B8E8457-D6A5-4609-8838-D32A2D9490DD}" srcOrd="6" destOrd="0" presId="urn:microsoft.com/office/officeart/2005/8/layout/radial1"/>
    <dgm:cxn modelId="{971FDF7E-E8E3-490E-BB62-35D59531E7A7}" type="presParOf" srcId="{DBE9F320-E1C3-436B-AC67-768B970399D8}" destId="{9E79603B-1796-4438-9D93-2C67D15A81DF}" srcOrd="7" destOrd="0" presId="urn:microsoft.com/office/officeart/2005/8/layout/radial1"/>
    <dgm:cxn modelId="{E3C5CAFF-6784-4B3F-94F9-28FC881FDF4C}" type="presParOf" srcId="{9E79603B-1796-4438-9D93-2C67D15A81DF}" destId="{3DD9752F-8C7D-4C6E-B04D-9FF78CF62E2D}" srcOrd="0" destOrd="0" presId="urn:microsoft.com/office/officeart/2005/8/layout/radial1"/>
    <dgm:cxn modelId="{8F8AE047-A968-4074-AD74-634D22732C70}" type="presParOf" srcId="{DBE9F320-E1C3-436B-AC67-768B970399D8}" destId="{556BFCA5-EF2A-4DE7-9200-A44546A96764}"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4B4A89-0CED-493E-AF88-5E62D65C5D42}"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C4DCA1D7-EC73-4D1D-A368-5A1050B69F2F}">
      <dgm:prSet phldrT="[Text]"/>
      <dgm:spPr/>
      <dgm:t>
        <a:bodyPr/>
        <a:lstStyle/>
        <a:p>
          <a:r>
            <a:rPr lang="es-MX" dirty="0"/>
            <a:t>Intereses</a:t>
          </a:r>
        </a:p>
      </dgm:t>
    </dgm:pt>
    <dgm:pt modelId="{7D15BEA6-8753-4170-9478-7CEF25581E71}" type="parTrans" cxnId="{65BB94A6-34F9-46D7-A84E-D02739AB804B}">
      <dgm:prSet/>
      <dgm:spPr/>
      <dgm:t>
        <a:bodyPr/>
        <a:lstStyle/>
        <a:p>
          <a:endParaRPr lang="es-MX"/>
        </a:p>
      </dgm:t>
    </dgm:pt>
    <dgm:pt modelId="{8F4C6FCF-3C50-4981-8122-D4770B0C45ED}" type="sibTrans" cxnId="{65BB94A6-34F9-46D7-A84E-D02739AB804B}">
      <dgm:prSet/>
      <dgm:spPr/>
      <dgm:t>
        <a:bodyPr/>
        <a:lstStyle/>
        <a:p>
          <a:endParaRPr lang="es-MX"/>
        </a:p>
      </dgm:t>
    </dgm:pt>
    <dgm:pt modelId="{E7FFD472-2D7D-412A-806C-4EE9E19C8038}">
      <dgm:prSet phldrT="[Text]"/>
      <dgm:spPr/>
      <dgm:t>
        <a:bodyPr/>
        <a:lstStyle/>
        <a:p>
          <a:r>
            <a:rPr lang="es-MX" dirty="0"/>
            <a:t>Factoraje</a:t>
          </a:r>
        </a:p>
      </dgm:t>
    </dgm:pt>
    <dgm:pt modelId="{F05ABEF5-9818-4EA6-87A2-8989426EDF03}" type="parTrans" cxnId="{DBC4F6EA-FBC3-4308-9114-46D6EE09FB0B}">
      <dgm:prSet/>
      <dgm:spPr/>
      <dgm:t>
        <a:bodyPr/>
        <a:lstStyle/>
        <a:p>
          <a:endParaRPr lang="es-MX"/>
        </a:p>
      </dgm:t>
    </dgm:pt>
    <dgm:pt modelId="{6729C4BD-B568-4C22-9D6C-CA243766DFD5}" type="sibTrans" cxnId="{DBC4F6EA-FBC3-4308-9114-46D6EE09FB0B}">
      <dgm:prSet/>
      <dgm:spPr/>
      <dgm:t>
        <a:bodyPr/>
        <a:lstStyle/>
        <a:p>
          <a:endParaRPr lang="es-MX"/>
        </a:p>
      </dgm:t>
    </dgm:pt>
    <dgm:pt modelId="{4E019800-2FDC-478B-BE0B-5779E7BEA6DF}">
      <dgm:prSet phldrT="[Text]"/>
      <dgm:spPr/>
      <dgm:t>
        <a:bodyPr/>
        <a:lstStyle/>
        <a:p>
          <a:r>
            <a:rPr lang="es-MX" dirty="0"/>
            <a:t>Ganancia derivada de los derechos adquiridos </a:t>
          </a:r>
        </a:p>
      </dgm:t>
    </dgm:pt>
    <dgm:pt modelId="{F7682955-58CA-471E-87F6-5F612A2E6FC7}" type="parTrans" cxnId="{F0EDD166-A7BC-4C03-ACC9-A01C199DBA57}">
      <dgm:prSet/>
      <dgm:spPr/>
      <dgm:t>
        <a:bodyPr/>
        <a:lstStyle/>
        <a:p>
          <a:endParaRPr lang="es-MX"/>
        </a:p>
      </dgm:t>
    </dgm:pt>
    <dgm:pt modelId="{3A6D29DD-6F16-4ACB-93CC-ACFBA7729A05}" type="sibTrans" cxnId="{F0EDD166-A7BC-4C03-ACC9-A01C199DBA57}">
      <dgm:prSet/>
      <dgm:spPr/>
      <dgm:t>
        <a:bodyPr/>
        <a:lstStyle/>
        <a:p>
          <a:endParaRPr lang="es-MX"/>
        </a:p>
      </dgm:t>
    </dgm:pt>
    <dgm:pt modelId="{7DC17285-064C-4F7D-9329-63788514884A}">
      <dgm:prSet phldrT="[Text]"/>
      <dgm:spPr/>
      <dgm:t>
        <a:bodyPr/>
        <a:lstStyle/>
        <a:p>
          <a:r>
            <a:rPr lang="es-MX" dirty="0"/>
            <a:t>Arrendamiento Financiero</a:t>
          </a:r>
        </a:p>
      </dgm:t>
    </dgm:pt>
    <dgm:pt modelId="{7253391F-A326-4D6F-AAB0-D77BE483526C}" type="parTrans" cxnId="{628DEE66-0267-4921-8672-616A9AFECAC2}">
      <dgm:prSet/>
      <dgm:spPr/>
      <dgm:t>
        <a:bodyPr/>
        <a:lstStyle/>
        <a:p>
          <a:endParaRPr lang="es-MX"/>
        </a:p>
      </dgm:t>
    </dgm:pt>
    <dgm:pt modelId="{ADDD3384-89BE-48E8-9983-1290FE027621}" type="sibTrans" cxnId="{628DEE66-0267-4921-8672-616A9AFECAC2}">
      <dgm:prSet/>
      <dgm:spPr/>
      <dgm:t>
        <a:bodyPr/>
        <a:lstStyle/>
        <a:p>
          <a:endParaRPr lang="es-MX"/>
        </a:p>
      </dgm:t>
    </dgm:pt>
    <dgm:pt modelId="{9E26AF43-9B30-49BC-9109-8E4D562E6F94}">
      <dgm:prSet phldrT="[Text]"/>
      <dgm:spPr/>
      <dgm:t>
        <a:bodyPr/>
        <a:lstStyle/>
        <a:p>
          <a:r>
            <a:rPr lang="es-MX" dirty="0"/>
            <a:t>Diferencia de Pagos y MOI</a:t>
          </a:r>
        </a:p>
      </dgm:t>
    </dgm:pt>
    <dgm:pt modelId="{1F9CE82D-B25E-4CF9-844D-8569BD9EE6A7}" type="parTrans" cxnId="{0C445E30-C8E6-45C4-8681-7BA08DFABB44}">
      <dgm:prSet/>
      <dgm:spPr/>
      <dgm:t>
        <a:bodyPr/>
        <a:lstStyle/>
        <a:p>
          <a:endParaRPr lang="es-MX"/>
        </a:p>
      </dgm:t>
    </dgm:pt>
    <dgm:pt modelId="{E6EA86EA-B548-414D-84FE-3AB024C58881}" type="sibTrans" cxnId="{0C445E30-C8E6-45C4-8681-7BA08DFABB44}">
      <dgm:prSet/>
      <dgm:spPr/>
      <dgm:t>
        <a:bodyPr/>
        <a:lstStyle/>
        <a:p>
          <a:endParaRPr lang="es-MX"/>
        </a:p>
      </dgm:t>
    </dgm:pt>
    <dgm:pt modelId="{F1F3FC82-152E-463D-AE55-9AF3923233CA}">
      <dgm:prSet/>
      <dgm:spPr/>
      <dgm:t>
        <a:bodyPr/>
        <a:lstStyle/>
        <a:p>
          <a:r>
            <a:rPr lang="es-MX" dirty="0"/>
            <a:t>Bursatilización de Rentas</a:t>
          </a:r>
        </a:p>
      </dgm:t>
    </dgm:pt>
    <dgm:pt modelId="{1BA92048-32C3-4849-B5B6-4E89ACEEA7D4}" type="parTrans" cxnId="{A00A0517-4D13-467F-8BE9-93AB5C07FCF6}">
      <dgm:prSet/>
      <dgm:spPr/>
      <dgm:t>
        <a:bodyPr/>
        <a:lstStyle/>
        <a:p>
          <a:endParaRPr lang="es-MX"/>
        </a:p>
      </dgm:t>
    </dgm:pt>
    <dgm:pt modelId="{2F463E9C-FD24-4A03-8A3F-E4AB5FF1C922}" type="sibTrans" cxnId="{A00A0517-4D13-467F-8BE9-93AB5C07FCF6}">
      <dgm:prSet/>
      <dgm:spPr/>
      <dgm:t>
        <a:bodyPr/>
        <a:lstStyle/>
        <a:p>
          <a:endParaRPr lang="es-MX"/>
        </a:p>
      </dgm:t>
    </dgm:pt>
    <dgm:pt modelId="{223A235B-750C-4964-B24E-873D2FE47E9F}">
      <dgm:prSet/>
      <dgm:spPr/>
      <dgm:t>
        <a:bodyPr/>
        <a:lstStyle/>
        <a:p>
          <a:r>
            <a:rPr lang="es-MX" dirty="0"/>
            <a:t>Ajuste por UDIS y Otros</a:t>
          </a:r>
        </a:p>
      </dgm:t>
    </dgm:pt>
    <dgm:pt modelId="{D0815605-7B37-49FA-B747-265FA8E840EF}" type="parTrans" cxnId="{063F0513-8D44-42DE-8AAE-5B2F51C8D5B0}">
      <dgm:prSet/>
      <dgm:spPr/>
      <dgm:t>
        <a:bodyPr/>
        <a:lstStyle/>
        <a:p>
          <a:endParaRPr lang="es-MX"/>
        </a:p>
      </dgm:t>
    </dgm:pt>
    <dgm:pt modelId="{1D291834-317F-4C9F-A5DB-6FE3567E8DD6}" type="sibTrans" cxnId="{063F0513-8D44-42DE-8AAE-5B2F51C8D5B0}">
      <dgm:prSet/>
      <dgm:spPr/>
      <dgm:t>
        <a:bodyPr/>
        <a:lstStyle/>
        <a:p>
          <a:endParaRPr lang="es-MX"/>
        </a:p>
      </dgm:t>
    </dgm:pt>
    <dgm:pt modelId="{0AC36FAD-2928-4F45-8BEB-84B9B978ADEF}">
      <dgm:prSet/>
      <dgm:spPr/>
      <dgm:t>
        <a:bodyPr/>
        <a:lstStyle/>
        <a:p>
          <a:r>
            <a:rPr lang="es-MX" dirty="0"/>
            <a:t>Fluctuación Cambiaria</a:t>
          </a:r>
        </a:p>
      </dgm:t>
    </dgm:pt>
    <dgm:pt modelId="{4473D37A-06E8-4522-A2C1-FE2381DE42F0}" type="parTrans" cxnId="{F739B043-9E9A-418B-8A4A-EC3ABDE1ED0A}">
      <dgm:prSet/>
      <dgm:spPr/>
      <dgm:t>
        <a:bodyPr/>
        <a:lstStyle/>
        <a:p>
          <a:endParaRPr lang="es-MX"/>
        </a:p>
      </dgm:t>
    </dgm:pt>
    <dgm:pt modelId="{FABBCCB7-B849-43D7-A654-605BADA3D87C}" type="sibTrans" cxnId="{F739B043-9E9A-418B-8A4A-EC3ABDE1ED0A}">
      <dgm:prSet/>
      <dgm:spPr/>
      <dgm:t>
        <a:bodyPr/>
        <a:lstStyle/>
        <a:p>
          <a:endParaRPr lang="es-MX"/>
        </a:p>
      </dgm:t>
    </dgm:pt>
    <dgm:pt modelId="{D445C38A-B829-411A-919C-FC44B8010162}">
      <dgm:prSet/>
      <dgm:spPr/>
      <dgm:t>
        <a:bodyPr/>
        <a:lstStyle/>
        <a:p>
          <a:r>
            <a:rPr lang="es-MX" dirty="0"/>
            <a:t>Devengado</a:t>
          </a:r>
        </a:p>
      </dgm:t>
    </dgm:pt>
    <dgm:pt modelId="{26933D56-3C9D-4423-A606-FE0274EECC5E}" type="parTrans" cxnId="{F0B74D94-19D3-46EB-B0B6-142E9C68578C}">
      <dgm:prSet/>
      <dgm:spPr/>
      <dgm:t>
        <a:bodyPr/>
        <a:lstStyle/>
        <a:p>
          <a:endParaRPr lang="es-MX"/>
        </a:p>
      </dgm:t>
    </dgm:pt>
    <dgm:pt modelId="{141F0049-A6DF-48A6-8EA5-0231B9937043}" type="sibTrans" cxnId="{F0B74D94-19D3-46EB-B0B6-142E9C68578C}">
      <dgm:prSet/>
      <dgm:spPr/>
      <dgm:t>
        <a:bodyPr/>
        <a:lstStyle/>
        <a:p>
          <a:endParaRPr lang="es-MX"/>
        </a:p>
      </dgm:t>
    </dgm:pt>
    <dgm:pt modelId="{59776459-B135-40FF-B58C-F5C82D1D2D23}">
      <dgm:prSet/>
      <dgm:spPr/>
      <dgm:t>
        <a:bodyPr/>
        <a:lstStyle/>
        <a:p>
          <a:r>
            <a:rPr lang="es-MX" dirty="0"/>
            <a:t>Tipo de Cambio del DO </a:t>
          </a:r>
        </a:p>
      </dgm:t>
    </dgm:pt>
    <dgm:pt modelId="{D1DC5638-6303-410B-A71B-F3813F6DF9CC}" type="parTrans" cxnId="{FDA6A992-F0AF-4B10-8F7A-D16D692EFFE7}">
      <dgm:prSet/>
      <dgm:spPr/>
      <dgm:t>
        <a:bodyPr/>
        <a:lstStyle/>
        <a:p>
          <a:endParaRPr lang="es-MX"/>
        </a:p>
      </dgm:t>
    </dgm:pt>
    <dgm:pt modelId="{76D1830E-61D8-4B45-B574-9E3D7F330C8A}" type="sibTrans" cxnId="{FDA6A992-F0AF-4B10-8F7A-D16D692EFFE7}">
      <dgm:prSet/>
      <dgm:spPr/>
      <dgm:t>
        <a:bodyPr/>
        <a:lstStyle/>
        <a:p>
          <a:endParaRPr lang="es-MX"/>
        </a:p>
      </dgm:t>
    </dgm:pt>
    <dgm:pt modelId="{CA7409D8-F976-4E92-B610-FC48E3C7F565}">
      <dgm:prSet/>
      <dgm:spPr/>
      <dgm:t>
        <a:bodyPr/>
        <a:lstStyle/>
        <a:p>
          <a:r>
            <a:rPr lang="es-MX" dirty="0"/>
            <a:t>Se considera operación de financiamiento</a:t>
          </a:r>
        </a:p>
      </dgm:t>
    </dgm:pt>
    <dgm:pt modelId="{2BFFCAEB-DF2A-4611-9E33-9A80C7E210C7}" type="parTrans" cxnId="{DC1BECFF-B35A-40FA-B009-297719FD2DF1}">
      <dgm:prSet/>
      <dgm:spPr/>
      <dgm:t>
        <a:bodyPr/>
        <a:lstStyle/>
        <a:p>
          <a:endParaRPr lang="es-MX"/>
        </a:p>
      </dgm:t>
    </dgm:pt>
    <dgm:pt modelId="{52E656BA-4A07-439E-B264-77747616898D}" type="sibTrans" cxnId="{DC1BECFF-B35A-40FA-B009-297719FD2DF1}">
      <dgm:prSet/>
      <dgm:spPr/>
      <dgm:t>
        <a:bodyPr/>
        <a:lstStyle/>
        <a:p>
          <a:endParaRPr lang="es-MX"/>
        </a:p>
      </dgm:t>
    </dgm:pt>
    <dgm:pt modelId="{7B41BF74-9244-4C8F-A4FD-0358ACB92F52}">
      <dgm:prSet/>
      <dgm:spPr/>
      <dgm:t>
        <a:bodyPr/>
        <a:lstStyle/>
        <a:p>
          <a:r>
            <a:rPr lang="es-MX" dirty="0"/>
            <a:t>Diferencia entre rentas y valor de la cesión</a:t>
          </a:r>
        </a:p>
      </dgm:t>
    </dgm:pt>
    <dgm:pt modelId="{FAB7B16B-2F84-432E-8A57-E32DAB3B4D8D}" type="parTrans" cxnId="{7D29D83B-B334-4FA0-B21C-F761BE0F0D51}">
      <dgm:prSet/>
      <dgm:spPr/>
      <dgm:t>
        <a:bodyPr/>
        <a:lstStyle/>
        <a:p>
          <a:endParaRPr lang="es-MX"/>
        </a:p>
      </dgm:t>
    </dgm:pt>
    <dgm:pt modelId="{AF0931DC-60F1-4433-BD0E-CFC35C934711}" type="sibTrans" cxnId="{7D29D83B-B334-4FA0-B21C-F761BE0F0D51}">
      <dgm:prSet/>
      <dgm:spPr/>
      <dgm:t>
        <a:bodyPr/>
        <a:lstStyle/>
        <a:p>
          <a:endParaRPr lang="es-MX"/>
        </a:p>
      </dgm:t>
    </dgm:pt>
    <dgm:pt modelId="{FE3559B7-D741-4405-BFBB-876D54CEF645}">
      <dgm:prSet/>
      <dgm:spPr/>
      <dgm:t>
        <a:bodyPr/>
        <a:lstStyle/>
        <a:p>
          <a:r>
            <a:rPr lang="es-MX" dirty="0"/>
            <a:t>Fondos de Inversión en Instrumentos de Deuda</a:t>
          </a:r>
        </a:p>
      </dgm:t>
    </dgm:pt>
    <dgm:pt modelId="{5458044F-BB18-4FD4-823C-2FB27DC00362}" type="parTrans" cxnId="{1AFBF894-8B6B-4424-8291-0B4413171D6E}">
      <dgm:prSet/>
      <dgm:spPr/>
      <dgm:t>
        <a:bodyPr/>
        <a:lstStyle/>
        <a:p>
          <a:endParaRPr lang="es-MX"/>
        </a:p>
      </dgm:t>
    </dgm:pt>
    <dgm:pt modelId="{31F84E5E-B8FC-4217-88A8-04DDE58A00FD}" type="sibTrans" cxnId="{1AFBF894-8B6B-4424-8291-0B4413171D6E}">
      <dgm:prSet/>
      <dgm:spPr/>
      <dgm:t>
        <a:bodyPr/>
        <a:lstStyle/>
        <a:p>
          <a:endParaRPr lang="es-MX"/>
        </a:p>
      </dgm:t>
    </dgm:pt>
    <dgm:pt modelId="{ADE8ED07-8E06-4BDD-86D4-9FD302334619}">
      <dgm:prSet/>
      <dgm:spPr>
        <a:solidFill>
          <a:srgbClr val="5B9BD5"/>
        </a:solidFill>
      </dgm:spPr>
      <dgm:t>
        <a:bodyPr/>
        <a:lstStyle/>
        <a:p>
          <a:r>
            <a:rPr lang="es-MX" dirty="0"/>
            <a:t>Ganancia en su Enajenación</a:t>
          </a:r>
        </a:p>
      </dgm:t>
    </dgm:pt>
    <dgm:pt modelId="{8B00A416-BEDB-4BAC-B647-5B537EB531F5}" type="parTrans" cxnId="{BEBDA559-DF6A-4EA4-B725-6917F1E73689}">
      <dgm:prSet/>
      <dgm:spPr/>
      <dgm:t>
        <a:bodyPr/>
        <a:lstStyle/>
        <a:p>
          <a:endParaRPr lang="es-MX"/>
        </a:p>
      </dgm:t>
    </dgm:pt>
    <dgm:pt modelId="{902F7CBE-D74B-4FFE-AFDB-D8A2A867591F}" type="sibTrans" cxnId="{BEBDA559-DF6A-4EA4-B725-6917F1E73689}">
      <dgm:prSet/>
      <dgm:spPr/>
      <dgm:t>
        <a:bodyPr/>
        <a:lstStyle/>
        <a:p>
          <a:endParaRPr lang="es-MX"/>
        </a:p>
      </dgm:t>
    </dgm:pt>
    <dgm:pt modelId="{891CE873-3A58-494C-9145-633B2871C4F0}">
      <dgm:prSet/>
      <dgm:spPr/>
      <dgm:t>
        <a:bodyPr/>
        <a:lstStyle/>
        <a:p>
          <a:r>
            <a:rPr lang="es-MX" dirty="0"/>
            <a:t>Devengado</a:t>
          </a:r>
        </a:p>
      </dgm:t>
    </dgm:pt>
    <dgm:pt modelId="{C27392EF-B111-472E-A67E-7625FD1015BC}" type="parTrans" cxnId="{90232865-009C-42CD-AD8E-52273F902481}">
      <dgm:prSet/>
      <dgm:spPr/>
      <dgm:t>
        <a:bodyPr/>
        <a:lstStyle/>
        <a:p>
          <a:endParaRPr lang="es-MX"/>
        </a:p>
      </dgm:t>
    </dgm:pt>
    <dgm:pt modelId="{4635223F-880D-497C-B301-0EE02F022EF1}" type="sibTrans" cxnId="{90232865-009C-42CD-AD8E-52273F902481}">
      <dgm:prSet/>
      <dgm:spPr/>
      <dgm:t>
        <a:bodyPr/>
        <a:lstStyle/>
        <a:p>
          <a:endParaRPr lang="es-MX"/>
        </a:p>
      </dgm:t>
    </dgm:pt>
    <dgm:pt modelId="{C2323D63-E9DD-4E52-B9F9-768319EEFF36}">
      <dgm:prSet/>
      <dgm:spPr/>
      <dgm:t>
        <a:bodyPr/>
        <a:lstStyle/>
        <a:p>
          <a:r>
            <a:rPr lang="es-MX" dirty="0"/>
            <a:t>Devengado</a:t>
          </a:r>
        </a:p>
      </dgm:t>
    </dgm:pt>
    <dgm:pt modelId="{6DC45DDD-C896-4F47-9614-D13E21EB139B}" type="parTrans" cxnId="{6BC1E47E-2234-44E7-B818-9D1BA05E0A44}">
      <dgm:prSet/>
      <dgm:spPr/>
      <dgm:t>
        <a:bodyPr/>
        <a:lstStyle/>
        <a:p>
          <a:endParaRPr lang="es-MX"/>
        </a:p>
      </dgm:t>
    </dgm:pt>
    <dgm:pt modelId="{2C9935DF-7A4E-40A8-AE99-3BBC95ED222E}" type="sibTrans" cxnId="{6BC1E47E-2234-44E7-B818-9D1BA05E0A44}">
      <dgm:prSet/>
      <dgm:spPr/>
      <dgm:t>
        <a:bodyPr/>
        <a:lstStyle/>
        <a:p>
          <a:endParaRPr lang="es-MX"/>
        </a:p>
      </dgm:t>
    </dgm:pt>
    <dgm:pt modelId="{18665702-B319-4695-A274-826C107AD532}">
      <dgm:prSet/>
      <dgm:spPr/>
      <dgm:t>
        <a:bodyPr/>
        <a:lstStyle/>
        <a:p>
          <a:r>
            <a:rPr lang="es-MX" dirty="0"/>
            <a:t>Devengado</a:t>
          </a:r>
        </a:p>
      </dgm:t>
    </dgm:pt>
    <dgm:pt modelId="{45EA976F-1FCB-4409-87D8-A6C346F0D766}" type="parTrans" cxnId="{DB9FD27D-D40A-45E0-9B2C-B1CB8C4C9DE5}">
      <dgm:prSet/>
      <dgm:spPr/>
      <dgm:t>
        <a:bodyPr/>
        <a:lstStyle/>
        <a:p>
          <a:endParaRPr lang="es-MX"/>
        </a:p>
      </dgm:t>
    </dgm:pt>
    <dgm:pt modelId="{72FA6179-E268-409A-8082-6114F7FD1239}" type="sibTrans" cxnId="{DB9FD27D-D40A-45E0-9B2C-B1CB8C4C9DE5}">
      <dgm:prSet/>
      <dgm:spPr/>
      <dgm:t>
        <a:bodyPr/>
        <a:lstStyle/>
        <a:p>
          <a:endParaRPr lang="es-MX"/>
        </a:p>
      </dgm:t>
    </dgm:pt>
    <dgm:pt modelId="{D539C827-1473-486F-A100-297CF0C19E34}">
      <dgm:prSet/>
      <dgm:spPr>
        <a:solidFill>
          <a:srgbClr val="92D050"/>
        </a:solidFill>
      </dgm:spPr>
      <dgm:t>
        <a:bodyPr/>
        <a:lstStyle/>
        <a:p>
          <a:r>
            <a:rPr lang="es-MX" dirty="0"/>
            <a:t>Realización</a:t>
          </a:r>
        </a:p>
      </dgm:t>
    </dgm:pt>
    <dgm:pt modelId="{8373ADAA-E0BB-4B76-BC4D-15D8F442D3F5}" type="parTrans" cxnId="{D659901B-2C97-44AE-A690-6D451FF0A67A}">
      <dgm:prSet/>
      <dgm:spPr/>
      <dgm:t>
        <a:bodyPr/>
        <a:lstStyle/>
        <a:p>
          <a:endParaRPr lang="es-MX"/>
        </a:p>
      </dgm:t>
    </dgm:pt>
    <dgm:pt modelId="{3DB70B0F-9810-4FD7-B931-287C4EA58408}" type="sibTrans" cxnId="{D659901B-2C97-44AE-A690-6D451FF0A67A}">
      <dgm:prSet/>
      <dgm:spPr/>
      <dgm:t>
        <a:bodyPr/>
        <a:lstStyle/>
        <a:p>
          <a:endParaRPr lang="es-MX"/>
        </a:p>
      </dgm:t>
    </dgm:pt>
    <dgm:pt modelId="{FA6001CC-E632-470D-AB65-3866B6EE2B2D}">
      <dgm:prSet/>
      <dgm:spPr/>
      <dgm:t>
        <a:bodyPr/>
        <a:lstStyle/>
        <a:p>
          <a:r>
            <a:rPr lang="es-MX" dirty="0"/>
            <a:t>Devengado</a:t>
          </a:r>
        </a:p>
      </dgm:t>
    </dgm:pt>
    <dgm:pt modelId="{F47848CD-4F40-4EC6-8EDD-B72D32A9D5CF}" type="parTrans" cxnId="{0DF909C0-74CE-42DF-A5E6-226101E8D876}">
      <dgm:prSet/>
      <dgm:spPr/>
      <dgm:t>
        <a:bodyPr/>
        <a:lstStyle/>
        <a:p>
          <a:endParaRPr lang="es-MX"/>
        </a:p>
      </dgm:t>
    </dgm:pt>
    <dgm:pt modelId="{D0C141A1-F8B7-4792-9E5B-A778FAF34878}" type="sibTrans" cxnId="{0DF909C0-74CE-42DF-A5E6-226101E8D876}">
      <dgm:prSet/>
      <dgm:spPr/>
      <dgm:t>
        <a:bodyPr/>
        <a:lstStyle/>
        <a:p>
          <a:endParaRPr lang="es-MX"/>
        </a:p>
      </dgm:t>
    </dgm:pt>
    <dgm:pt modelId="{492C44C3-6602-4CF9-8D67-2B999D493615}" type="pres">
      <dgm:prSet presAssocID="{9E4B4A89-0CED-493E-AF88-5E62D65C5D42}" presName="Name0" presStyleCnt="0">
        <dgm:presLayoutVars>
          <dgm:chPref val="1"/>
          <dgm:dir/>
          <dgm:animOne val="branch"/>
          <dgm:animLvl val="lvl"/>
          <dgm:resizeHandles val="exact"/>
        </dgm:presLayoutVars>
      </dgm:prSet>
      <dgm:spPr/>
    </dgm:pt>
    <dgm:pt modelId="{A8323C0F-4027-4DF5-B170-DE18C7542BD7}" type="pres">
      <dgm:prSet presAssocID="{C4DCA1D7-EC73-4D1D-A368-5A1050B69F2F}" presName="root1" presStyleCnt="0"/>
      <dgm:spPr/>
    </dgm:pt>
    <dgm:pt modelId="{7CF7EF66-80E8-4D5B-9547-B7F13351907E}" type="pres">
      <dgm:prSet presAssocID="{C4DCA1D7-EC73-4D1D-A368-5A1050B69F2F}" presName="LevelOneTextNode" presStyleLbl="node0" presStyleIdx="0" presStyleCnt="1">
        <dgm:presLayoutVars>
          <dgm:chPref val="3"/>
        </dgm:presLayoutVars>
      </dgm:prSet>
      <dgm:spPr/>
    </dgm:pt>
    <dgm:pt modelId="{7851BB8D-B290-4AA3-B13B-07323D3CBD2B}" type="pres">
      <dgm:prSet presAssocID="{C4DCA1D7-EC73-4D1D-A368-5A1050B69F2F}" presName="level2hierChild" presStyleCnt="0"/>
      <dgm:spPr/>
    </dgm:pt>
    <dgm:pt modelId="{8D48D32D-3EC0-4F02-A3FA-40F4DDF89DB6}" type="pres">
      <dgm:prSet presAssocID="{F05ABEF5-9818-4EA6-87A2-8989426EDF03}" presName="conn2-1" presStyleLbl="parChTrans1D2" presStyleIdx="0" presStyleCnt="6"/>
      <dgm:spPr/>
    </dgm:pt>
    <dgm:pt modelId="{73C9654A-5910-474D-9CC5-CA709191BF05}" type="pres">
      <dgm:prSet presAssocID="{F05ABEF5-9818-4EA6-87A2-8989426EDF03}" presName="connTx" presStyleLbl="parChTrans1D2" presStyleIdx="0" presStyleCnt="6"/>
      <dgm:spPr/>
    </dgm:pt>
    <dgm:pt modelId="{545AFEF8-A403-4E51-9C39-A72571E5004B}" type="pres">
      <dgm:prSet presAssocID="{E7FFD472-2D7D-412A-806C-4EE9E19C8038}" presName="root2" presStyleCnt="0"/>
      <dgm:spPr/>
    </dgm:pt>
    <dgm:pt modelId="{A23F87D5-9666-4430-96C2-C6DD16B85442}" type="pres">
      <dgm:prSet presAssocID="{E7FFD472-2D7D-412A-806C-4EE9E19C8038}" presName="LevelTwoTextNode" presStyleLbl="node2" presStyleIdx="0" presStyleCnt="6">
        <dgm:presLayoutVars>
          <dgm:chPref val="3"/>
        </dgm:presLayoutVars>
      </dgm:prSet>
      <dgm:spPr/>
    </dgm:pt>
    <dgm:pt modelId="{EB2EC324-24C9-410B-B398-492635CAE89E}" type="pres">
      <dgm:prSet presAssocID="{E7FFD472-2D7D-412A-806C-4EE9E19C8038}" presName="level3hierChild" presStyleCnt="0"/>
      <dgm:spPr/>
    </dgm:pt>
    <dgm:pt modelId="{B2A51C67-25AF-4A0E-B087-19C38F18EBCA}" type="pres">
      <dgm:prSet presAssocID="{F7682955-58CA-471E-87F6-5F612A2E6FC7}" presName="conn2-1" presStyleLbl="parChTrans1D3" presStyleIdx="0" presStyleCnt="6"/>
      <dgm:spPr/>
    </dgm:pt>
    <dgm:pt modelId="{8427BE56-E3F2-41C1-A6EF-875B25F03748}" type="pres">
      <dgm:prSet presAssocID="{F7682955-58CA-471E-87F6-5F612A2E6FC7}" presName="connTx" presStyleLbl="parChTrans1D3" presStyleIdx="0" presStyleCnt="6"/>
      <dgm:spPr/>
    </dgm:pt>
    <dgm:pt modelId="{DA76A07E-CF61-4D73-B9F8-A98AE7E7BC35}" type="pres">
      <dgm:prSet presAssocID="{4E019800-2FDC-478B-BE0B-5779E7BEA6DF}" presName="root2" presStyleCnt="0"/>
      <dgm:spPr/>
    </dgm:pt>
    <dgm:pt modelId="{5760217A-11DE-459C-A9FE-56D7F2E34DA6}" type="pres">
      <dgm:prSet presAssocID="{4E019800-2FDC-478B-BE0B-5779E7BEA6DF}" presName="LevelTwoTextNode" presStyleLbl="node3" presStyleIdx="0" presStyleCnt="6">
        <dgm:presLayoutVars>
          <dgm:chPref val="3"/>
        </dgm:presLayoutVars>
      </dgm:prSet>
      <dgm:spPr/>
    </dgm:pt>
    <dgm:pt modelId="{75B50A49-1430-4730-A706-B7CAFA8F5930}" type="pres">
      <dgm:prSet presAssocID="{4E019800-2FDC-478B-BE0B-5779E7BEA6DF}" presName="level3hierChild" presStyleCnt="0"/>
      <dgm:spPr/>
    </dgm:pt>
    <dgm:pt modelId="{541D165B-3DAC-4502-A8BE-08539041D58F}" type="pres">
      <dgm:prSet presAssocID="{6DC45DDD-C896-4F47-9614-D13E21EB139B}" presName="conn2-1" presStyleLbl="parChTrans1D4" presStyleIdx="0" presStyleCnt="6"/>
      <dgm:spPr/>
    </dgm:pt>
    <dgm:pt modelId="{8AAC3038-4068-466E-A1A2-4CA4106A3BA5}" type="pres">
      <dgm:prSet presAssocID="{6DC45DDD-C896-4F47-9614-D13E21EB139B}" presName="connTx" presStyleLbl="parChTrans1D4" presStyleIdx="0" presStyleCnt="6"/>
      <dgm:spPr/>
    </dgm:pt>
    <dgm:pt modelId="{83F043FE-D16E-411B-A260-83CB145B94B0}" type="pres">
      <dgm:prSet presAssocID="{C2323D63-E9DD-4E52-B9F9-768319EEFF36}" presName="root2" presStyleCnt="0"/>
      <dgm:spPr/>
    </dgm:pt>
    <dgm:pt modelId="{23DDC7C2-1675-4AF6-8DD1-4499BC71A919}" type="pres">
      <dgm:prSet presAssocID="{C2323D63-E9DD-4E52-B9F9-768319EEFF36}" presName="LevelTwoTextNode" presStyleLbl="node4" presStyleIdx="0" presStyleCnt="6">
        <dgm:presLayoutVars>
          <dgm:chPref val="3"/>
        </dgm:presLayoutVars>
      </dgm:prSet>
      <dgm:spPr/>
    </dgm:pt>
    <dgm:pt modelId="{24965E2E-DC3C-4336-B472-C0B312F70A66}" type="pres">
      <dgm:prSet presAssocID="{C2323D63-E9DD-4E52-B9F9-768319EEFF36}" presName="level3hierChild" presStyleCnt="0"/>
      <dgm:spPr/>
    </dgm:pt>
    <dgm:pt modelId="{F630433B-3BF5-40CB-94B6-D1C03D5A04A4}" type="pres">
      <dgm:prSet presAssocID="{7253391F-A326-4D6F-AAB0-D77BE483526C}" presName="conn2-1" presStyleLbl="parChTrans1D2" presStyleIdx="1" presStyleCnt="6"/>
      <dgm:spPr/>
    </dgm:pt>
    <dgm:pt modelId="{92511F36-E4AD-4980-AC6E-5609C0B0A257}" type="pres">
      <dgm:prSet presAssocID="{7253391F-A326-4D6F-AAB0-D77BE483526C}" presName="connTx" presStyleLbl="parChTrans1D2" presStyleIdx="1" presStyleCnt="6"/>
      <dgm:spPr/>
    </dgm:pt>
    <dgm:pt modelId="{8A224D46-6AA3-46F2-8768-6EE3D2955978}" type="pres">
      <dgm:prSet presAssocID="{7DC17285-064C-4F7D-9329-63788514884A}" presName="root2" presStyleCnt="0"/>
      <dgm:spPr/>
    </dgm:pt>
    <dgm:pt modelId="{CD5DCBBC-D3CB-42A4-97BE-DD415EE3BC96}" type="pres">
      <dgm:prSet presAssocID="{7DC17285-064C-4F7D-9329-63788514884A}" presName="LevelTwoTextNode" presStyleLbl="node2" presStyleIdx="1" presStyleCnt="6">
        <dgm:presLayoutVars>
          <dgm:chPref val="3"/>
        </dgm:presLayoutVars>
      </dgm:prSet>
      <dgm:spPr/>
    </dgm:pt>
    <dgm:pt modelId="{6924EFA4-BFBA-4D90-BD12-E646832D49B3}" type="pres">
      <dgm:prSet presAssocID="{7DC17285-064C-4F7D-9329-63788514884A}" presName="level3hierChild" presStyleCnt="0"/>
      <dgm:spPr/>
    </dgm:pt>
    <dgm:pt modelId="{C5342062-E45B-436A-A26D-3A5D74B3722B}" type="pres">
      <dgm:prSet presAssocID="{1F9CE82D-B25E-4CF9-844D-8569BD9EE6A7}" presName="conn2-1" presStyleLbl="parChTrans1D3" presStyleIdx="1" presStyleCnt="6"/>
      <dgm:spPr/>
    </dgm:pt>
    <dgm:pt modelId="{BAAD9AAE-D332-4836-B5E3-3CDA94FB43EB}" type="pres">
      <dgm:prSet presAssocID="{1F9CE82D-B25E-4CF9-844D-8569BD9EE6A7}" presName="connTx" presStyleLbl="parChTrans1D3" presStyleIdx="1" presStyleCnt="6"/>
      <dgm:spPr/>
    </dgm:pt>
    <dgm:pt modelId="{2D3A552A-02A3-40A6-83CB-BA472D2407A2}" type="pres">
      <dgm:prSet presAssocID="{9E26AF43-9B30-49BC-9109-8E4D562E6F94}" presName="root2" presStyleCnt="0"/>
      <dgm:spPr/>
    </dgm:pt>
    <dgm:pt modelId="{370C1312-526F-4A2C-A5F7-E2605260C2A1}" type="pres">
      <dgm:prSet presAssocID="{9E26AF43-9B30-49BC-9109-8E4D562E6F94}" presName="LevelTwoTextNode" presStyleLbl="node3" presStyleIdx="1" presStyleCnt="6">
        <dgm:presLayoutVars>
          <dgm:chPref val="3"/>
        </dgm:presLayoutVars>
      </dgm:prSet>
      <dgm:spPr/>
    </dgm:pt>
    <dgm:pt modelId="{69FE79BB-2428-4B25-AFA7-FE06D7DB5A13}" type="pres">
      <dgm:prSet presAssocID="{9E26AF43-9B30-49BC-9109-8E4D562E6F94}" presName="level3hierChild" presStyleCnt="0"/>
      <dgm:spPr/>
    </dgm:pt>
    <dgm:pt modelId="{271CDE5E-629B-4D53-AD3A-94D04A8148F4}" type="pres">
      <dgm:prSet presAssocID="{45EA976F-1FCB-4409-87D8-A6C346F0D766}" presName="conn2-1" presStyleLbl="parChTrans1D4" presStyleIdx="1" presStyleCnt="6"/>
      <dgm:spPr/>
    </dgm:pt>
    <dgm:pt modelId="{2D9B814E-BC08-4FC6-93DB-01B7BFB7D094}" type="pres">
      <dgm:prSet presAssocID="{45EA976F-1FCB-4409-87D8-A6C346F0D766}" presName="connTx" presStyleLbl="parChTrans1D4" presStyleIdx="1" presStyleCnt="6"/>
      <dgm:spPr/>
    </dgm:pt>
    <dgm:pt modelId="{C902883E-12EF-449C-B93C-2FC10E066CE2}" type="pres">
      <dgm:prSet presAssocID="{18665702-B319-4695-A274-826C107AD532}" presName="root2" presStyleCnt="0"/>
      <dgm:spPr/>
    </dgm:pt>
    <dgm:pt modelId="{9D2548BB-5041-4071-B200-EAE1C54A2CE2}" type="pres">
      <dgm:prSet presAssocID="{18665702-B319-4695-A274-826C107AD532}" presName="LevelTwoTextNode" presStyleLbl="node4" presStyleIdx="1" presStyleCnt="6">
        <dgm:presLayoutVars>
          <dgm:chPref val="3"/>
        </dgm:presLayoutVars>
      </dgm:prSet>
      <dgm:spPr/>
    </dgm:pt>
    <dgm:pt modelId="{FED974BC-3EDC-4AA9-8588-E77AE0F0AE39}" type="pres">
      <dgm:prSet presAssocID="{18665702-B319-4695-A274-826C107AD532}" presName="level3hierChild" presStyleCnt="0"/>
      <dgm:spPr/>
    </dgm:pt>
    <dgm:pt modelId="{A752D0ED-D830-45B6-AB58-2A52889B978A}" type="pres">
      <dgm:prSet presAssocID="{1BA92048-32C3-4849-B5B6-4E89ACEEA7D4}" presName="conn2-1" presStyleLbl="parChTrans1D2" presStyleIdx="2" presStyleCnt="6"/>
      <dgm:spPr/>
    </dgm:pt>
    <dgm:pt modelId="{F16C2D1D-89E2-49E0-AA62-D036C7A39616}" type="pres">
      <dgm:prSet presAssocID="{1BA92048-32C3-4849-B5B6-4E89ACEEA7D4}" presName="connTx" presStyleLbl="parChTrans1D2" presStyleIdx="2" presStyleCnt="6"/>
      <dgm:spPr/>
    </dgm:pt>
    <dgm:pt modelId="{2FA8E42E-5BE3-448F-AED5-5F7ACF0AC903}" type="pres">
      <dgm:prSet presAssocID="{F1F3FC82-152E-463D-AE55-9AF3923233CA}" presName="root2" presStyleCnt="0"/>
      <dgm:spPr/>
    </dgm:pt>
    <dgm:pt modelId="{57D7BE39-F20E-4894-AB35-B80429449ED8}" type="pres">
      <dgm:prSet presAssocID="{F1F3FC82-152E-463D-AE55-9AF3923233CA}" presName="LevelTwoTextNode" presStyleLbl="node2" presStyleIdx="2" presStyleCnt="6">
        <dgm:presLayoutVars>
          <dgm:chPref val="3"/>
        </dgm:presLayoutVars>
      </dgm:prSet>
      <dgm:spPr/>
    </dgm:pt>
    <dgm:pt modelId="{CDF1AEDE-EB4D-4C23-ADC2-D4886979463A}" type="pres">
      <dgm:prSet presAssocID="{F1F3FC82-152E-463D-AE55-9AF3923233CA}" presName="level3hierChild" presStyleCnt="0"/>
      <dgm:spPr/>
    </dgm:pt>
    <dgm:pt modelId="{A18CC98A-D03E-4BFF-9C2A-A51611554E09}" type="pres">
      <dgm:prSet presAssocID="{2BFFCAEB-DF2A-4611-9E33-9A80C7E210C7}" presName="conn2-1" presStyleLbl="parChTrans1D3" presStyleIdx="2" presStyleCnt="6"/>
      <dgm:spPr/>
    </dgm:pt>
    <dgm:pt modelId="{F3817FB9-7CF2-4960-8B8B-0462D0407E76}" type="pres">
      <dgm:prSet presAssocID="{2BFFCAEB-DF2A-4611-9E33-9A80C7E210C7}" presName="connTx" presStyleLbl="parChTrans1D3" presStyleIdx="2" presStyleCnt="6"/>
      <dgm:spPr/>
    </dgm:pt>
    <dgm:pt modelId="{74736E6A-0FB1-4608-A407-A9F457EBADCC}" type="pres">
      <dgm:prSet presAssocID="{CA7409D8-F976-4E92-B610-FC48E3C7F565}" presName="root2" presStyleCnt="0"/>
      <dgm:spPr/>
    </dgm:pt>
    <dgm:pt modelId="{CBF99FDF-60BA-4795-BEE2-B389DD042EC4}" type="pres">
      <dgm:prSet presAssocID="{CA7409D8-F976-4E92-B610-FC48E3C7F565}" presName="LevelTwoTextNode" presStyleLbl="node3" presStyleIdx="2" presStyleCnt="6">
        <dgm:presLayoutVars>
          <dgm:chPref val="3"/>
        </dgm:presLayoutVars>
      </dgm:prSet>
      <dgm:spPr/>
    </dgm:pt>
    <dgm:pt modelId="{8332967A-72B8-459F-A4AD-A4F3D030CB07}" type="pres">
      <dgm:prSet presAssocID="{CA7409D8-F976-4E92-B610-FC48E3C7F565}" presName="level3hierChild" presStyleCnt="0"/>
      <dgm:spPr/>
    </dgm:pt>
    <dgm:pt modelId="{FB619F80-991B-498E-8E91-9FBB262E4C4A}" type="pres">
      <dgm:prSet presAssocID="{FAB7B16B-2F84-432E-8A57-E32DAB3B4D8D}" presName="conn2-1" presStyleLbl="parChTrans1D4" presStyleIdx="2" presStyleCnt="6"/>
      <dgm:spPr/>
    </dgm:pt>
    <dgm:pt modelId="{9B9B5DE3-5A6A-42BF-A8AE-8D0E5E32ABFA}" type="pres">
      <dgm:prSet presAssocID="{FAB7B16B-2F84-432E-8A57-E32DAB3B4D8D}" presName="connTx" presStyleLbl="parChTrans1D4" presStyleIdx="2" presStyleCnt="6"/>
      <dgm:spPr/>
    </dgm:pt>
    <dgm:pt modelId="{EA9116AD-E207-483A-B186-42B4CB123790}" type="pres">
      <dgm:prSet presAssocID="{7B41BF74-9244-4C8F-A4FD-0358ACB92F52}" presName="root2" presStyleCnt="0"/>
      <dgm:spPr/>
    </dgm:pt>
    <dgm:pt modelId="{62D12226-13C4-4487-90A1-E3B2E3ECEEEF}" type="pres">
      <dgm:prSet presAssocID="{7B41BF74-9244-4C8F-A4FD-0358ACB92F52}" presName="LevelTwoTextNode" presStyleLbl="node4" presStyleIdx="2" presStyleCnt="6">
        <dgm:presLayoutVars>
          <dgm:chPref val="3"/>
        </dgm:presLayoutVars>
      </dgm:prSet>
      <dgm:spPr/>
    </dgm:pt>
    <dgm:pt modelId="{15108EE8-DA39-4C24-AF33-CF1D66B362AF}" type="pres">
      <dgm:prSet presAssocID="{7B41BF74-9244-4C8F-A4FD-0358ACB92F52}" presName="level3hierChild" presStyleCnt="0"/>
      <dgm:spPr/>
    </dgm:pt>
    <dgm:pt modelId="{41C07BDE-DA23-46D9-8797-4F1B2DC24EB7}" type="pres">
      <dgm:prSet presAssocID="{F47848CD-4F40-4EC6-8EDD-B72D32A9D5CF}" presName="conn2-1" presStyleLbl="parChTrans1D4" presStyleIdx="3" presStyleCnt="6"/>
      <dgm:spPr/>
    </dgm:pt>
    <dgm:pt modelId="{EA6C1A56-5641-47A7-9FD1-07D909FD3348}" type="pres">
      <dgm:prSet presAssocID="{F47848CD-4F40-4EC6-8EDD-B72D32A9D5CF}" presName="connTx" presStyleLbl="parChTrans1D4" presStyleIdx="3" presStyleCnt="6"/>
      <dgm:spPr/>
    </dgm:pt>
    <dgm:pt modelId="{EA8B8C5E-D729-4363-A90A-B59A124408A7}" type="pres">
      <dgm:prSet presAssocID="{FA6001CC-E632-470D-AB65-3866B6EE2B2D}" presName="root2" presStyleCnt="0"/>
      <dgm:spPr/>
    </dgm:pt>
    <dgm:pt modelId="{3E5A78A6-E930-4502-9339-7A88DD2C059C}" type="pres">
      <dgm:prSet presAssocID="{FA6001CC-E632-470D-AB65-3866B6EE2B2D}" presName="LevelTwoTextNode" presStyleLbl="node4" presStyleIdx="3" presStyleCnt="6">
        <dgm:presLayoutVars>
          <dgm:chPref val="3"/>
        </dgm:presLayoutVars>
      </dgm:prSet>
      <dgm:spPr/>
    </dgm:pt>
    <dgm:pt modelId="{480DA032-6518-4ACA-9769-1534F5B8FD48}" type="pres">
      <dgm:prSet presAssocID="{FA6001CC-E632-470D-AB65-3866B6EE2B2D}" presName="level3hierChild" presStyleCnt="0"/>
      <dgm:spPr/>
    </dgm:pt>
    <dgm:pt modelId="{2F2F5C4B-2AF1-489C-9514-655BFD86A653}" type="pres">
      <dgm:prSet presAssocID="{D0815605-7B37-49FA-B747-265FA8E840EF}" presName="conn2-1" presStyleLbl="parChTrans1D2" presStyleIdx="3" presStyleCnt="6"/>
      <dgm:spPr/>
    </dgm:pt>
    <dgm:pt modelId="{58DC292D-C56B-4B70-B8C1-45909DA24F4A}" type="pres">
      <dgm:prSet presAssocID="{D0815605-7B37-49FA-B747-265FA8E840EF}" presName="connTx" presStyleLbl="parChTrans1D2" presStyleIdx="3" presStyleCnt="6"/>
      <dgm:spPr/>
    </dgm:pt>
    <dgm:pt modelId="{1E2037F2-B6C1-4F81-8F7D-922FB25C9182}" type="pres">
      <dgm:prSet presAssocID="{223A235B-750C-4964-B24E-873D2FE47E9F}" presName="root2" presStyleCnt="0"/>
      <dgm:spPr/>
    </dgm:pt>
    <dgm:pt modelId="{6CE2673B-5559-418B-A91C-72AA3F419AAC}" type="pres">
      <dgm:prSet presAssocID="{223A235B-750C-4964-B24E-873D2FE47E9F}" presName="LevelTwoTextNode" presStyleLbl="node2" presStyleIdx="3" presStyleCnt="6">
        <dgm:presLayoutVars>
          <dgm:chPref val="3"/>
        </dgm:presLayoutVars>
      </dgm:prSet>
      <dgm:spPr/>
    </dgm:pt>
    <dgm:pt modelId="{065F4105-51BC-4480-8ACB-F7249396335C}" type="pres">
      <dgm:prSet presAssocID="{223A235B-750C-4964-B24E-873D2FE47E9F}" presName="level3hierChild" presStyleCnt="0"/>
      <dgm:spPr/>
    </dgm:pt>
    <dgm:pt modelId="{EE128AB3-CC79-48AB-B066-E0E579D8F5D7}" type="pres">
      <dgm:prSet presAssocID="{C27392EF-B111-472E-A67E-7625FD1015BC}" presName="conn2-1" presStyleLbl="parChTrans1D3" presStyleIdx="3" presStyleCnt="6"/>
      <dgm:spPr/>
    </dgm:pt>
    <dgm:pt modelId="{15EBFBA3-C53D-4E4D-A153-B0B0D15CFF85}" type="pres">
      <dgm:prSet presAssocID="{C27392EF-B111-472E-A67E-7625FD1015BC}" presName="connTx" presStyleLbl="parChTrans1D3" presStyleIdx="3" presStyleCnt="6"/>
      <dgm:spPr/>
    </dgm:pt>
    <dgm:pt modelId="{7C672A0C-6305-4612-AB94-22F05B8C2D31}" type="pres">
      <dgm:prSet presAssocID="{891CE873-3A58-494C-9145-633B2871C4F0}" presName="root2" presStyleCnt="0"/>
      <dgm:spPr/>
    </dgm:pt>
    <dgm:pt modelId="{9DA2C625-5094-4773-B14F-43E72C8E12D9}" type="pres">
      <dgm:prSet presAssocID="{891CE873-3A58-494C-9145-633B2871C4F0}" presName="LevelTwoTextNode" presStyleLbl="node3" presStyleIdx="3" presStyleCnt="6">
        <dgm:presLayoutVars>
          <dgm:chPref val="3"/>
        </dgm:presLayoutVars>
      </dgm:prSet>
      <dgm:spPr/>
    </dgm:pt>
    <dgm:pt modelId="{87F029F5-16E2-4997-9FA5-285EDCEDFAB4}" type="pres">
      <dgm:prSet presAssocID="{891CE873-3A58-494C-9145-633B2871C4F0}" presName="level3hierChild" presStyleCnt="0"/>
      <dgm:spPr/>
    </dgm:pt>
    <dgm:pt modelId="{B62983FA-3D6C-45D7-94A2-9D887662D36A}" type="pres">
      <dgm:prSet presAssocID="{4473D37A-06E8-4522-A2C1-FE2381DE42F0}" presName="conn2-1" presStyleLbl="parChTrans1D2" presStyleIdx="4" presStyleCnt="6"/>
      <dgm:spPr/>
    </dgm:pt>
    <dgm:pt modelId="{2C909C06-FAB7-4C97-A2E9-0D5A20AA486D}" type="pres">
      <dgm:prSet presAssocID="{4473D37A-06E8-4522-A2C1-FE2381DE42F0}" presName="connTx" presStyleLbl="parChTrans1D2" presStyleIdx="4" presStyleCnt="6"/>
      <dgm:spPr/>
    </dgm:pt>
    <dgm:pt modelId="{27ECEE88-4F8B-4767-ADF2-4C7239FA81DD}" type="pres">
      <dgm:prSet presAssocID="{0AC36FAD-2928-4F45-8BEB-84B9B978ADEF}" presName="root2" presStyleCnt="0"/>
      <dgm:spPr/>
    </dgm:pt>
    <dgm:pt modelId="{3180A8D9-B878-4128-A802-77B02019DDF4}" type="pres">
      <dgm:prSet presAssocID="{0AC36FAD-2928-4F45-8BEB-84B9B978ADEF}" presName="LevelTwoTextNode" presStyleLbl="node2" presStyleIdx="4" presStyleCnt="6">
        <dgm:presLayoutVars>
          <dgm:chPref val="3"/>
        </dgm:presLayoutVars>
      </dgm:prSet>
      <dgm:spPr/>
    </dgm:pt>
    <dgm:pt modelId="{EF497B08-1940-4D13-A616-202C387E883B}" type="pres">
      <dgm:prSet presAssocID="{0AC36FAD-2928-4F45-8BEB-84B9B978ADEF}" presName="level3hierChild" presStyleCnt="0"/>
      <dgm:spPr/>
    </dgm:pt>
    <dgm:pt modelId="{D7370674-F7C7-4EDD-92FE-6CBEF7361D9D}" type="pres">
      <dgm:prSet presAssocID="{26933D56-3C9D-4423-A606-FE0274EECC5E}" presName="conn2-1" presStyleLbl="parChTrans1D3" presStyleIdx="4" presStyleCnt="6"/>
      <dgm:spPr/>
    </dgm:pt>
    <dgm:pt modelId="{55BF8C6F-B2B6-4E05-9F94-6C7742432020}" type="pres">
      <dgm:prSet presAssocID="{26933D56-3C9D-4423-A606-FE0274EECC5E}" presName="connTx" presStyleLbl="parChTrans1D3" presStyleIdx="4" presStyleCnt="6"/>
      <dgm:spPr/>
    </dgm:pt>
    <dgm:pt modelId="{EE9A6A34-4DC5-4C6B-9E72-DF466CDD6AB0}" type="pres">
      <dgm:prSet presAssocID="{D445C38A-B829-411A-919C-FC44B8010162}" presName="root2" presStyleCnt="0"/>
      <dgm:spPr/>
    </dgm:pt>
    <dgm:pt modelId="{BEA15642-DD30-458E-95CE-8E1ECA7C3616}" type="pres">
      <dgm:prSet presAssocID="{D445C38A-B829-411A-919C-FC44B8010162}" presName="LevelTwoTextNode" presStyleLbl="node3" presStyleIdx="4" presStyleCnt="6">
        <dgm:presLayoutVars>
          <dgm:chPref val="3"/>
        </dgm:presLayoutVars>
      </dgm:prSet>
      <dgm:spPr/>
    </dgm:pt>
    <dgm:pt modelId="{9BCAA62B-5CB8-4778-ADA8-12236FEA5079}" type="pres">
      <dgm:prSet presAssocID="{D445C38A-B829-411A-919C-FC44B8010162}" presName="level3hierChild" presStyleCnt="0"/>
      <dgm:spPr/>
    </dgm:pt>
    <dgm:pt modelId="{2E7ECDDF-E2F2-4272-B0C9-894805504941}" type="pres">
      <dgm:prSet presAssocID="{D1DC5638-6303-410B-A71B-F3813F6DF9CC}" presName="conn2-1" presStyleLbl="parChTrans1D4" presStyleIdx="4" presStyleCnt="6"/>
      <dgm:spPr/>
    </dgm:pt>
    <dgm:pt modelId="{90DE2E3B-D741-472D-9E74-5AC30BE9BCF9}" type="pres">
      <dgm:prSet presAssocID="{D1DC5638-6303-410B-A71B-F3813F6DF9CC}" presName="connTx" presStyleLbl="parChTrans1D4" presStyleIdx="4" presStyleCnt="6"/>
      <dgm:spPr/>
    </dgm:pt>
    <dgm:pt modelId="{9BD0A2B5-6782-4067-93FF-9E497F8F936A}" type="pres">
      <dgm:prSet presAssocID="{59776459-B135-40FF-B58C-F5C82D1D2D23}" presName="root2" presStyleCnt="0"/>
      <dgm:spPr/>
    </dgm:pt>
    <dgm:pt modelId="{0514FC3D-EC5F-4B0A-99D4-21603BAF79F9}" type="pres">
      <dgm:prSet presAssocID="{59776459-B135-40FF-B58C-F5C82D1D2D23}" presName="LevelTwoTextNode" presStyleLbl="node4" presStyleIdx="4" presStyleCnt="6">
        <dgm:presLayoutVars>
          <dgm:chPref val="3"/>
        </dgm:presLayoutVars>
      </dgm:prSet>
      <dgm:spPr/>
    </dgm:pt>
    <dgm:pt modelId="{FF738151-ADC8-4716-9AD3-3FDC67195FE5}" type="pres">
      <dgm:prSet presAssocID="{59776459-B135-40FF-B58C-F5C82D1D2D23}" presName="level3hierChild" presStyleCnt="0"/>
      <dgm:spPr/>
    </dgm:pt>
    <dgm:pt modelId="{F6F0EE1C-D751-4410-9BAD-2BED92F971C8}" type="pres">
      <dgm:prSet presAssocID="{5458044F-BB18-4FD4-823C-2FB27DC00362}" presName="conn2-1" presStyleLbl="parChTrans1D2" presStyleIdx="5" presStyleCnt="6"/>
      <dgm:spPr/>
    </dgm:pt>
    <dgm:pt modelId="{EA433531-B9B7-45D4-BF01-1C393D39F848}" type="pres">
      <dgm:prSet presAssocID="{5458044F-BB18-4FD4-823C-2FB27DC00362}" presName="connTx" presStyleLbl="parChTrans1D2" presStyleIdx="5" presStyleCnt="6"/>
      <dgm:spPr/>
    </dgm:pt>
    <dgm:pt modelId="{9FDFCBF0-DE8C-4351-86F3-3544E2946F4C}" type="pres">
      <dgm:prSet presAssocID="{FE3559B7-D741-4405-BFBB-876D54CEF645}" presName="root2" presStyleCnt="0"/>
      <dgm:spPr/>
    </dgm:pt>
    <dgm:pt modelId="{F5B22672-2B8C-4195-BAA5-AF884AD22B6D}" type="pres">
      <dgm:prSet presAssocID="{FE3559B7-D741-4405-BFBB-876D54CEF645}" presName="LevelTwoTextNode" presStyleLbl="node2" presStyleIdx="5" presStyleCnt="6">
        <dgm:presLayoutVars>
          <dgm:chPref val="3"/>
        </dgm:presLayoutVars>
      </dgm:prSet>
      <dgm:spPr/>
    </dgm:pt>
    <dgm:pt modelId="{B1A6981A-1F2D-4B85-BF22-85D99B9AC344}" type="pres">
      <dgm:prSet presAssocID="{FE3559B7-D741-4405-BFBB-876D54CEF645}" presName="level3hierChild" presStyleCnt="0"/>
      <dgm:spPr/>
    </dgm:pt>
    <dgm:pt modelId="{D8C15085-A8D2-4664-91C2-EE4CEEBA66FC}" type="pres">
      <dgm:prSet presAssocID="{8B00A416-BEDB-4BAC-B647-5B537EB531F5}" presName="conn2-1" presStyleLbl="parChTrans1D3" presStyleIdx="5" presStyleCnt="6"/>
      <dgm:spPr/>
    </dgm:pt>
    <dgm:pt modelId="{54D2DAFD-A280-4958-90C7-5AB5B98C3794}" type="pres">
      <dgm:prSet presAssocID="{8B00A416-BEDB-4BAC-B647-5B537EB531F5}" presName="connTx" presStyleLbl="parChTrans1D3" presStyleIdx="5" presStyleCnt="6"/>
      <dgm:spPr/>
    </dgm:pt>
    <dgm:pt modelId="{4727353D-9C49-4E22-9F84-C20BFC68C1E7}" type="pres">
      <dgm:prSet presAssocID="{ADE8ED07-8E06-4BDD-86D4-9FD302334619}" presName="root2" presStyleCnt="0"/>
      <dgm:spPr/>
    </dgm:pt>
    <dgm:pt modelId="{BD4D0B0D-4AAE-476D-BB4D-71B1F01CD83D}" type="pres">
      <dgm:prSet presAssocID="{ADE8ED07-8E06-4BDD-86D4-9FD302334619}" presName="LevelTwoTextNode" presStyleLbl="node3" presStyleIdx="5" presStyleCnt="6">
        <dgm:presLayoutVars>
          <dgm:chPref val="3"/>
        </dgm:presLayoutVars>
      </dgm:prSet>
      <dgm:spPr/>
    </dgm:pt>
    <dgm:pt modelId="{08F22A09-6534-46AA-A402-D41948480B7C}" type="pres">
      <dgm:prSet presAssocID="{ADE8ED07-8E06-4BDD-86D4-9FD302334619}" presName="level3hierChild" presStyleCnt="0"/>
      <dgm:spPr/>
    </dgm:pt>
    <dgm:pt modelId="{922C89F9-F316-4AF5-B9AE-B3397E26A7D5}" type="pres">
      <dgm:prSet presAssocID="{8373ADAA-E0BB-4B76-BC4D-15D8F442D3F5}" presName="conn2-1" presStyleLbl="parChTrans1D4" presStyleIdx="5" presStyleCnt="6"/>
      <dgm:spPr/>
    </dgm:pt>
    <dgm:pt modelId="{F3B556EB-A89B-4DF0-A447-758527187354}" type="pres">
      <dgm:prSet presAssocID="{8373ADAA-E0BB-4B76-BC4D-15D8F442D3F5}" presName="connTx" presStyleLbl="parChTrans1D4" presStyleIdx="5" presStyleCnt="6"/>
      <dgm:spPr/>
    </dgm:pt>
    <dgm:pt modelId="{B6BB3BB6-8531-4CEC-A509-44EF5C2656C2}" type="pres">
      <dgm:prSet presAssocID="{D539C827-1473-486F-A100-297CF0C19E34}" presName="root2" presStyleCnt="0"/>
      <dgm:spPr/>
    </dgm:pt>
    <dgm:pt modelId="{33DF16DB-24C8-4205-B786-336256776B55}" type="pres">
      <dgm:prSet presAssocID="{D539C827-1473-486F-A100-297CF0C19E34}" presName="LevelTwoTextNode" presStyleLbl="node4" presStyleIdx="5" presStyleCnt="6">
        <dgm:presLayoutVars>
          <dgm:chPref val="3"/>
        </dgm:presLayoutVars>
      </dgm:prSet>
      <dgm:spPr/>
    </dgm:pt>
    <dgm:pt modelId="{91959B6A-3538-46C8-811D-93375E72DF71}" type="pres">
      <dgm:prSet presAssocID="{D539C827-1473-486F-A100-297CF0C19E34}" presName="level3hierChild" presStyleCnt="0"/>
      <dgm:spPr/>
    </dgm:pt>
  </dgm:ptLst>
  <dgm:cxnLst>
    <dgm:cxn modelId="{397F2302-FDAD-45F4-A886-33B4E00BC199}" type="presOf" srcId="{D1DC5638-6303-410B-A71B-F3813F6DF9CC}" destId="{90DE2E3B-D741-472D-9E74-5AC30BE9BCF9}" srcOrd="1" destOrd="0" presId="urn:microsoft.com/office/officeart/2008/layout/HorizontalMultiLevelHierarchy"/>
    <dgm:cxn modelId="{0C345F06-A833-40C3-9710-A24DA7E54AE9}" type="presOf" srcId="{FE3559B7-D741-4405-BFBB-876D54CEF645}" destId="{F5B22672-2B8C-4195-BAA5-AF884AD22B6D}" srcOrd="0" destOrd="0" presId="urn:microsoft.com/office/officeart/2008/layout/HorizontalMultiLevelHierarchy"/>
    <dgm:cxn modelId="{84B16108-E3A2-45B9-A250-D02AEA583C72}" type="presOf" srcId="{F1F3FC82-152E-463D-AE55-9AF3923233CA}" destId="{57D7BE39-F20E-4894-AB35-B80429449ED8}" srcOrd="0" destOrd="0" presId="urn:microsoft.com/office/officeart/2008/layout/HorizontalMultiLevelHierarchy"/>
    <dgm:cxn modelId="{063F0513-8D44-42DE-8AAE-5B2F51C8D5B0}" srcId="{C4DCA1D7-EC73-4D1D-A368-5A1050B69F2F}" destId="{223A235B-750C-4964-B24E-873D2FE47E9F}" srcOrd="3" destOrd="0" parTransId="{D0815605-7B37-49FA-B747-265FA8E840EF}" sibTransId="{1D291834-317F-4C9F-A5DB-6FE3567E8DD6}"/>
    <dgm:cxn modelId="{A00A0517-4D13-467F-8BE9-93AB5C07FCF6}" srcId="{C4DCA1D7-EC73-4D1D-A368-5A1050B69F2F}" destId="{F1F3FC82-152E-463D-AE55-9AF3923233CA}" srcOrd="2" destOrd="0" parTransId="{1BA92048-32C3-4849-B5B6-4E89ACEEA7D4}" sibTransId="{2F463E9C-FD24-4A03-8A3F-E4AB5FF1C922}"/>
    <dgm:cxn modelId="{D659901B-2C97-44AE-A690-6D451FF0A67A}" srcId="{ADE8ED07-8E06-4BDD-86D4-9FD302334619}" destId="{D539C827-1473-486F-A100-297CF0C19E34}" srcOrd="0" destOrd="0" parTransId="{8373ADAA-E0BB-4B76-BC4D-15D8F442D3F5}" sibTransId="{3DB70B0F-9810-4FD7-B931-287C4EA58408}"/>
    <dgm:cxn modelId="{CAEA7020-3735-4EF1-A8B6-23D2E678997F}" type="presOf" srcId="{45EA976F-1FCB-4409-87D8-A6C346F0D766}" destId="{2D9B814E-BC08-4FC6-93DB-01B7BFB7D094}" srcOrd="1" destOrd="0" presId="urn:microsoft.com/office/officeart/2008/layout/HorizontalMultiLevelHierarchy"/>
    <dgm:cxn modelId="{83112C21-A88A-4586-9904-1F90A38C9201}" type="presOf" srcId="{4473D37A-06E8-4522-A2C1-FE2381DE42F0}" destId="{2C909C06-FAB7-4C97-A2E9-0D5A20AA486D}" srcOrd="1" destOrd="0" presId="urn:microsoft.com/office/officeart/2008/layout/HorizontalMultiLevelHierarchy"/>
    <dgm:cxn modelId="{D1E6F121-58AD-40C3-BB43-CEAD5AA6B6FE}" type="presOf" srcId="{5458044F-BB18-4FD4-823C-2FB27DC00362}" destId="{F6F0EE1C-D751-4410-9BAD-2BED92F971C8}" srcOrd="0" destOrd="0" presId="urn:microsoft.com/office/officeart/2008/layout/HorizontalMultiLevelHierarchy"/>
    <dgm:cxn modelId="{42C46E22-A3FE-406A-A7C2-F6F32DDA1FFA}" type="presOf" srcId="{1F9CE82D-B25E-4CF9-844D-8569BD9EE6A7}" destId="{C5342062-E45B-436A-A26D-3A5D74B3722B}" srcOrd="0" destOrd="0" presId="urn:microsoft.com/office/officeart/2008/layout/HorizontalMultiLevelHierarchy"/>
    <dgm:cxn modelId="{6FE37522-0172-4724-8D7F-93E07A4B5F18}" type="presOf" srcId="{223A235B-750C-4964-B24E-873D2FE47E9F}" destId="{6CE2673B-5559-418B-A91C-72AA3F419AAC}" srcOrd="0" destOrd="0" presId="urn:microsoft.com/office/officeart/2008/layout/HorizontalMultiLevelHierarchy"/>
    <dgm:cxn modelId="{35458028-EEC2-4BBF-B0BB-FE274780751E}" type="presOf" srcId="{D539C827-1473-486F-A100-297CF0C19E34}" destId="{33DF16DB-24C8-4205-B786-336256776B55}" srcOrd="0" destOrd="0" presId="urn:microsoft.com/office/officeart/2008/layout/HorizontalMultiLevelHierarchy"/>
    <dgm:cxn modelId="{381B7529-47A9-4E31-B828-54340E42534E}" type="presOf" srcId="{7DC17285-064C-4F7D-9329-63788514884A}" destId="{CD5DCBBC-D3CB-42A4-97BE-DD415EE3BC96}" srcOrd="0" destOrd="0" presId="urn:microsoft.com/office/officeart/2008/layout/HorizontalMultiLevelHierarchy"/>
    <dgm:cxn modelId="{C835D529-20EE-4300-B3AC-9D333F739E65}" type="presOf" srcId="{CA7409D8-F976-4E92-B610-FC48E3C7F565}" destId="{CBF99FDF-60BA-4795-BEE2-B389DD042EC4}" srcOrd="0" destOrd="0" presId="urn:microsoft.com/office/officeart/2008/layout/HorizontalMultiLevelHierarchy"/>
    <dgm:cxn modelId="{8699A92D-17AF-4E08-8D6D-C902636165B6}" type="presOf" srcId="{8B00A416-BEDB-4BAC-B647-5B537EB531F5}" destId="{54D2DAFD-A280-4958-90C7-5AB5B98C3794}" srcOrd="1" destOrd="0" presId="urn:microsoft.com/office/officeart/2008/layout/HorizontalMultiLevelHierarchy"/>
    <dgm:cxn modelId="{0C445E30-C8E6-45C4-8681-7BA08DFABB44}" srcId="{7DC17285-064C-4F7D-9329-63788514884A}" destId="{9E26AF43-9B30-49BC-9109-8E4D562E6F94}" srcOrd="0" destOrd="0" parTransId="{1F9CE82D-B25E-4CF9-844D-8569BD9EE6A7}" sibTransId="{E6EA86EA-B548-414D-84FE-3AB024C58881}"/>
    <dgm:cxn modelId="{5B01AC30-37F0-4371-9E9F-2563A27078FC}" type="presOf" srcId="{F7682955-58CA-471E-87F6-5F612A2E6FC7}" destId="{B2A51C67-25AF-4A0E-B087-19C38F18EBCA}" srcOrd="0" destOrd="0" presId="urn:microsoft.com/office/officeart/2008/layout/HorizontalMultiLevelHierarchy"/>
    <dgm:cxn modelId="{04F46532-8A6F-4E5C-9DF6-DC9459800AE2}" type="presOf" srcId="{2BFFCAEB-DF2A-4611-9E33-9A80C7E210C7}" destId="{F3817FB9-7CF2-4960-8B8B-0462D0407E76}" srcOrd="1" destOrd="0" presId="urn:microsoft.com/office/officeart/2008/layout/HorizontalMultiLevelHierarchy"/>
    <dgm:cxn modelId="{478F2033-A26F-4DCB-916C-E1B7D0377733}" type="presOf" srcId="{6DC45DDD-C896-4F47-9614-D13E21EB139B}" destId="{8AAC3038-4068-466E-A1A2-4CA4106A3BA5}" srcOrd="1" destOrd="0" presId="urn:microsoft.com/office/officeart/2008/layout/HorizontalMultiLevelHierarchy"/>
    <dgm:cxn modelId="{7D29D83B-B334-4FA0-B21C-F761BE0F0D51}" srcId="{CA7409D8-F976-4E92-B610-FC48E3C7F565}" destId="{7B41BF74-9244-4C8F-A4FD-0358ACB92F52}" srcOrd="0" destOrd="0" parTransId="{FAB7B16B-2F84-432E-8A57-E32DAB3B4D8D}" sibTransId="{AF0931DC-60F1-4433-BD0E-CFC35C934711}"/>
    <dgm:cxn modelId="{BAC0C862-ABBB-46A6-90CA-CC4F16927CE2}" type="presOf" srcId="{8373ADAA-E0BB-4B76-BC4D-15D8F442D3F5}" destId="{922C89F9-F316-4AF5-B9AE-B3397E26A7D5}" srcOrd="0" destOrd="0" presId="urn:microsoft.com/office/officeart/2008/layout/HorizontalMultiLevelHierarchy"/>
    <dgm:cxn modelId="{F739B043-9E9A-418B-8A4A-EC3ABDE1ED0A}" srcId="{C4DCA1D7-EC73-4D1D-A368-5A1050B69F2F}" destId="{0AC36FAD-2928-4F45-8BEB-84B9B978ADEF}" srcOrd="4" destOrd="0" parTransId="{4473D37A-06E8-4522-A2C1-FE2381DE42F0}" sibTransId="{FABBCCB7-B849-43D7-A654-605BADA3D87C}"/>
    <dgm:cxn modelId="{90232865-009C-42CD-AD8E-52273F902481}" srcId="{223A235B-750C-4964-B24E-873D2FE47E9F}" destId="{891CE873-3A58-494C-9145-633B2871C4F0}" srcOrd="0" destOrd="0" parTransId="{C27392EF-B111-472E-A67E-7625FD1015BC}" sibTransId="{4635223F-880D-497C-B301-0EE02F022EF1}"/>
    <dgm:cxn modelId="{F0EDD166-A7BC-4C03-ACC9-A01C199DBA57}" srcId="{E7FFD472-2D7D-412A-806C-4EE9E19C8038}" destId="{4E019800-2FDC-478B-BE0B-5779E7BEA6DF}" srcOrd="0" destOrd="0" parTransId="{F7682955-58CA-471E-87F6-5F612A2E6FC7}" sibTransId="{3A6D29DD-6F16-4ACB-93CC-ACFBA7729A05}"/>
    <dgm:cxn modelId="{628DEE66-0267-4921-8672-616A9AFECAC2}" srcId="{C4DCA1D7-EC73-4D1D-A368-5A1050B69F2F}" destId="{7DC17285-064C-4F7D-9329-63788514884A}" srcOrd="1" destOrd="0" parTransId="{7253391F-A326-4D6F-AAB0-D77BE483526C}" sibTransId="{ADDD3384-89BE-48E8-9983-1290FE027621}"/>
    <dgm:cxn modelId="{74E62748-4A4A-4266-A18E-B34F5EDF01F3}" type="presOf" srcId="{0AC36FAD-2928-4F45-8BEB-84B9B978ADEF}" destId="{3180A8D9-B878-4128-A802-77B02019DDF4}" srcOrd="0" destOrd="0" presId="urn:microsoft.com/office/officeart/2008/layout/HorizontalMultiLevelHierarchy"/>
    <dgm:cxn modelId="{D80ABC68-AB12-4C59-A9F7-60525FE8CC67}" type="presOf" srcId="{26933D56-3C9D-4423-A606-FE0274EECC5E}" destId="{D7370674-F7C7-4EDD-92FE-6CBEF7361D9D}" srcOrd="0" destOrd="0" presId="urn:microsoft.com/office/officeart/2008/layout/HorizontalMultiLevelHierarchy"/>
    <dgm:cxn modelId="{A025D84A-89AC-42FA-ABBC-BCDAD28CF103}" type="presOf" srcId="{F05ABEF5-9818-4EA6-87A2-8989426EDF03}" destId="{73C9654A-5910-474D-9CC5-CA709191BF05}" srcOrd="1" destOrd="0" presId="urn:microsoft.com/office/officeart/2008/layout/HorizontalMultiLevelHierarchy"/>
    <dgm:cxn modelId="{B78DD86A-8107-4194-BBAC-064854C931D8}" type="presOf" srcId="{FA6001CC-E632-470D-AB65-3866B6EE2B2D}" destId="{3E5A78A6-E930-4502-9339-7A88DD2C059C}" srcOrd="0" destOrd="0" presId="urn:microsoft.com/office/officeart/2008/layout/HorizontalMultiLevelHierarchy"/>
    <dgm:cxn modelId="{AC46184D-47AD-4C25-80F3-3D77D16052E2}" type="presOf" srcId="{F47848CD-4F40-4EC6-8EDD-B72D32A9D5CF}" destId="{EA6C1A56-5641-47A7-9FD1-07D909FD3348}" srcOrd="1" destOrd="0" presId="urn:microsoft.com/office/officeart/2008/layout/HorizontalMultiLevelHierarchy"/>
    <dgm:cxn modelId="{8B00AF4E-4ADB-4D4B-90EE-F4870F47B25B}" type="presOf" srcId="{8B00A416-BEDB-4BAC-B647-5B537EB531F5}" destId="{D8C15085-A8D2-4664-91C2-EE4CEEBA66FC}" srcOrd="0" destOrd="0" presId="urn:microsoft.com/office/officeart/2008/layout/HorizontalMultiLevelHierarchy"/>
    <dgm:cxn modelId="{D4E0CC50-5AF9-467C-A58C-E81E01881BB7}" type="presOf" srcId="{9E4B4A89-0CED-493E-AF88-5E62D65C5D42}" destId="{492C44C3-6602-4CF9-8D67-2B999D493615}" srcOrd="0" destOrd="0" presId="urn:microsoft.com/office/officeart/2008/layout/HorizontalMultiLevelHierarchy"/>
    <dgm:cxn modelId="{81F5F671-A279-4612-A307-13ECC391FB89}" type="presOf" srcId="{4473D37A-06E8-4522-A2C1-FE2381DE42F0}" destId="{B62983FA-3D6C-45D7-94A2-9D887662D36A}" srcOrd="0" destOrd="0" presId="urn:microsoft.com/office/officeart/2008/layout/HorizontalMultiLevelHierarchy"/>
    <dgm:cxn modelId="{2C389372-ABC9-4D12-A328-ED05C302EAF7}" type="presOf" srcId="{4E019800-2FDC-478B-BE0B-5779E7BEA6DF}" destId="{5760217A-11DE-459C-A9FE-56D7F2E34DA6}" srcOrd="0" destOrd="0" presId="urn:microsoft.com/office/officeart/2008/layout/HorizontalMultiLevelHierarchy"/>
    <dgm:cxn modelId="{7C409D74-0763-433F-9ADA-8BAC09975E79}" type="presOf" srcId="{18665702-B319-4695-A274-826C107AD532}" destId="{9D2548BB-5041-4071-B200-EAE1C54A2CE2}" srcOrd="0" destOrd="0" presId="urn:microsoft.com/office/officeart/2008/layout/HorizontalMultiLevelHierarchy"/>
    <dgm:cxn modelId="{38D35559-A775-488A-9802-2D078CBFE2DE}" type="presOf" srcId="{7253391F-A326-4D6F-AAB0-D77BE483526C}" destId="{F630433B-3BF5-40CB-94B6-D1C03D5A04A4}" srcOrd="0" destOrd="0" presId="urn:microsoft.com/office/officeart/2008/layout/HorizontalMultiLevelHierarchy"/>
    <dgm:cxn modelId="{BEBDA559-DF6A-4EA4-B725-6917F1E73689}" srcId="{FE3559B7-D741-4405-BFBB-876D54CEF645}" destId="{ADE8ED07-8E06-4BDD-86D4-9FD302334619}" srcOrd="0" destOrd="0" parTransId="{8B00A416-BEDB-4BAC-B647-5B537EB531F5}" sibTransId="{902F7CBE-D74B-4FFE-AFDB-D8A2A867591F}"/>
    <dgm:cxn modelId="{9DA26A5A-5AA0-4791-B6C6-6961B6612490}" type="presOf" srcId="{E7FFD472-2D7D-412A-806C-4EE9E19C8038}" destId="{A23F87D5-9666-4430-96C2-C6DD16B85442}" srcOrd="0" destOrd="0" presId="urn:microsoft.com/office/officeart/2008/layout/HorizontalMultiLevelHierarchy"/>
    <dgm:cxn modelId="{924C087D-9F0D-448D-AC60-26EE0E25FCE7}" type="presOf" srcId="{1BA92048-32C3-4849-B5B6-4E89ACEEA7D4}" destId="{A752D0ED-D830-45B6-AB58-2A52889B978A}" srcOrd="0" destOrd="0" presId="urn:microsoft.com/office/officeart/2008/layout/HorizontalMultiLevelHierarchy"/>
    <dgm:cxn modelId="{DB9FD27D-D40A-45E0-9B2C-B1CB8C4C9DE5}" srcId="{9E26AF43-9B30-49BC-9109-8E4D562E6F94}" destId="{18665702-B319-4695-A274-826C107AD532}" srcOrd="0" destOrd="0" parTransId="{45EA976F-1FCB-4409-87D8-A6C346F0D766}" sibTransId="{72FA6179-E268-409A-8082-6114F7FD1239}"/>
    <dgm:cxn modelId="{6BC1E47E-2234-44E7-B818-9D1BA05E0A44}" srcId="{4E019800-2FDC-478B-BE0B-5779E7BEA6DF}" destId="{C2323D63-E9DD-4E52-B9F9-768319EEFF36}" srcOrd="0" destOrd="0" parTransId="{6DC45DDD-C896-4F47-9614-D13E21EB139B}" sibTransId="{2C9935DF-7A4E-40A8-AE99-3BBC95ED222E}"/>
    <dgm:cxn modelId="{5102367F-E298-4560-AAB4-9F06218ED928}" type="presOf" srcId="{1BA92048-32C3-4849-B5B6-4E89ACEEA7D4}" destId="{F16C2D1D-89E2-49E0-AA62-D036C7A39616}" srcOrd="1" destOrd="0" presId="urn:microsoft.com/office/officeart/2008/layout/HorizontalMultiLevelHierarchy"/>
    <dgm:cxn modelId="{E183767F-F8DA-45B1-BB0A-C07F9476663F}" type="presOf" srcId="{F7682955-58CA-471E-87F6-5F612A2E6FC7}" destId="{8427BE56-E3F2-41C1-A6EF-875B25F03748}" srcOrd="1" destOrd="0" presId="urn:microsoft.com/office/officeart/2008/layout/HorizontalMultiLevelHierarchy"/>
    <dgm:cxn modelId="{5AE3F388-719F-4183-83B1-F6A43240755C}" type="presOf" srcId="{D445C38A-B829-411A-919C-FC44B8010162}" destId="{BEA15642-DD30-458E-95CE-8E1ECA7C3616}" srcOrd="0" destOrd="0" presId="urn:microsoft.com/office/officeart/2008/layout/HorizontalMultiLevelHierarchy"/>
    <dgm:cxn modelId="{91C23E8C-D5BF-4B39-9086-9251704CECCF}" type="presOf" srcId="{26933D56-3C9D-4423-A606-FE0274EECC5E}" destId="{55BF8C6F-B2B6-4E05-9F94-6C7742432020}" srcOrd="1" destOrd="0" presId="urn:microsoft.com/office/officeart/2008/layout/HorizontalMultiLevelHierarchy"/>
    <dgm:cxn modelId="{8447E58D-4C59-4562-977B-888440891F83}" type="presOf" srcId="{C27392EF-B111-472E-A67E-7625FD1015BC}" destId="{15EBFBA3-C53D-4E4D-A153-B0B0D15CFF85}" srcOrd="1" destOrd="0" presId="urn:microsoft.com/office/officeart/2008/layout/HorizontalMultiLevelHierarchy"/>
    <dgm:cxn modelId="{FDA6A992-F0AF-4B10-8F7A-D16D692EFFE7}" srcId="{D445C38A-B829-411A-919C-FC44B8010162}" destId="{59776459-B135-40FF-B58C-F5C82D1D2D23}" srcOrd="0" destOrd="0" parTransId="{D1DC5638-6303-410B-A71B-F3813F6DF9CC}" sibTransId="{76D1830E-61D8-4B45-B574-9E3D7F330C8A}"/>
    <dgm:cxn modelId="{F0B74D94-19D3-46EB-B0B6-142E9C68578C}" srcId="{0AC36FAD-2928-4F45-8BEB-84B9B978ADEF}" destId="{D445C38A-B829-411A-919C-FC44B8010162}" srcOrd="0" destOrd="0" parTransId="{26933D56-3C9D-4423-A606-FE0274EECC5E}" sibTransId="{141F0049-A6DF-48A6-8EA5-0231B9937043}"/>
    <dgm:cxn modelId="{1AFBF894-8B6B-4424-8291-0B4413171D6E}" srcId="{C4DCA1D7-EC73-4D1D-A368-5A1050B69F2F}" destId="{FE3559B7-D741-4405-BFBB-876D54CEF645}" srcOrd="5" destOrd="0" parTransId="{5458044F-BB18-4FD4-823C-2FB27DC00362}" sibTransId="{31F84E5E-B8FC-4217-88A8-04DDE58A00FD}"/>
    <dgm:cxn modelId="{8FB14596-0910-4DD7-BB64-FBBAF8F81457}" type="presOf" srcId="{891CE873-3A58-494C-9145-633B2871C4F0}" destId="{9DA2C625-5094-4773-B14F-43E72C8E12D9}" srcOrd="0" destOrd="0" presId="urn:microsoft.com/office/officeart/2008/layout/HorizontalMultiLevelHierarchy"/>
    <dgm:cxn modelId="{26E9C496-2710-401F-8BD3-BDFD77F3A6A6}" type="presOf" srcId="{C27392EF-B111-472E-A67E-7625FD1015BC}" destId="{EE128AB3-CC79-48AB-B066-E0E579D8F5D7}" srcOrd="0" destOrd="0" presId="urn:microsoft.com/office/officeart/2008/layout/HorizontalMultiLevelHierarchy"/>
    <dgm:cxn modelId="{03E9CD9C-B49E-43E9-A58A-1E1B17E55C2A}" type="presOf" srcId="{8373ADAA-E0BB-4B76-BC4D-15D8F442D3F5}" destId="{F3B556EB-A89B-4DF0-A447-758527187354}" srcOrd="1" destOrd="0" presId="urn:microsoft.com/office/officeart/2008/layout/HorizontalMultiLevelHierarchy"/>
    <dgm:cxn modelId="{C2F49F9D-B8BC-4064-8E71-F7A6C9837CA3}" type="presOf" srcId="{D0815605-7B37-49FA-B747-265FA8E840EF}" destId="{2F2F5C4B-2AF1-489C-9514-655BFD86A653}" srcOrd="0" destOrd="0" presId="urn:microsoft.com/office/officeart/2008/layout/HorizontalMultiLevelHierarchy"/>
    <dgm:cxn modelId="{65BB94A6-34F9-46D7-A84E-D02739AB804B}" srcId="{9E4B4A89-0CED-493E-AF88-5E62D65C5D42}" destId="{C4DCA1D7-EC73-4D1D-A368-5A1050B69F2F}" srcOrd="0" destOrd="0" parTransId="{7D15BEA6-8753-4170-9478-7CEF25581E71}" sibTransId="{8F4C6FCF-3C50-4981-8122-D4770B0C45ED}"/>
    <dgm:cxn modelId="{F620E0A6-B557-4C37-9D2E-A7F335BFCE05}" type="presOf" srcId="{F05ABEF5-9818-4EA6-87A2-8989426EDF03}" destId="{8D48D32D-3EC0-4F02-A3FA-40F4DDF89DB6}" srcOrd="0" destOrd="0" presId="urn:microsoft.com/office/officeart/2008/layout/HorizontalMultiLevelHierarchy"/>
    <dgm:cxn modelId="{AEBE87AC-CC97-476D-9B03-49EAA297167C}" type="presOf" srcId="{2BFFCAEB-DF2A-4611-9E33-9A80C7E210C7}" destId="{A18CC98A-D03E-4BFF-9C2A-A51611554E09}" srcOrd="0" destOrd="0" presId="urn:microsoft.com/office/officeart/2008/layout/HorizontalMultiLevelHierarchy"/>
    <dgm:cxn modelId="{E8E03EAE-D187-402D-BD81-CA47DD98F4AC}" type="presOf" srcId="{C4DCA1D7-EC73-4D1D-A368-5A1050B69F2F}" destId="{7CF7EF66-80E8-4D5B-9547-B7F13351907E}" srcOrd="0" destOrd="0" presId="urn:microsoft.com/office/officeart/2008/layout/HorizontalMultiLevelHierarchy"/>
    <dgm:cxn modelId="{3E06FCB1-E1EB-4288-BF73-484F165E7B45}" type="presOf" srcId="{7253391F-A326-4D6F-AAB0-D77BE483526C}" destId="{92511F36-E4AD-4980-AC6E-5609C0B0A257}" srcOrd="1" destOrd="0" presId="urn:microsoft.com/office/officeart/2008/layout/HorizontalMultiLevelHierarchy"/>
    <dgm:cxn modelId="{5F630DB4-3E9F-4911-9650-339E12AF0363}" type="presOf" srcId="{9E26AF43-9B30-49BC-9109-8E4D562E6F94}" destId="{370C1312-526F-4A2C-A5F7-E2605260C2A1}" srcOrd="0" destOrd="0" presId="urn:microsoft.com/office/officeart/2008/layout/HorizontalMultiLevelHierarchy"/>
    <dgm:cxn modelId="{AA9C9DBB-0F80-40D3-A581-D5D42785DE19}" type="presOf" srcId="{D1DC5638-6303-410B-A71B-F3813F6DF9CC}" destId="{2E7ECDDF-E2F2-4272-B0C9-894805504941}" srcOrd="0" destOrd="0" presId="urn:microsoft.com/office/officeart/2008/layout/HorizontalMultiLevelHierarchy"/>
    <dgm:cxn modelId="{E9D250BF-CBDC-49A2-A0FB-FB985840C9C9}" type="presOf" srcId="{6DC45DDD-C896-4F47-9614-D13E21EB139B}" destId="{541D165B-3DAC-4502-A8BE-08539041D58F}" srcOrd="0" destOrd="0" presId="urn:microsoft.com/office/officeart/2008/layout/HorizontalMultiLevelHierarchy"/>
    <dgm:cxn modelId="{0DF909C0-74CE-42DF-A5E6-226101E8D876}" srcId="{7B41BF74-9244-4C8F-A4FD-0358ACB92F52}" destId="{FA6001CC-E632-470D-AB65-3866B6EE2B2D}" srcOrd="0" destOrd="0" parTransId="{F47848CD-4F40-4EC6-8EDD-B72D32A9D5CF}" sibTransId="{D0C141A1-F8B7-4792-9E5B-A778FAF34878}"/>
    <dgm:cxn modelId="{D9A5EDC9-DC41-4E0A-8188-51C8853B47CA}" type="presOf" srcId="{FAB7B16B-2F84-432E-8A57-E32DAB3B4D8D}" destId="{9B9B5DE3-5A6A-42BF-A8AE-8D0E5E32ABFA}" srcOrd="1" destOrd="0" presId="urn:microsoft.com/office/officeart/2008/layout/HorizontalMultiLevelHierarchy"/>
    <dgm:cxn modelId="{55A7C7CB-869C-4716-BD55-330F975012C9}" type="presOf" srcId="{45EA976F-1FCB-4409-87D8-A6C346F0D766}" destId="{271CDE5E-629B-4D53-AD3A-94D04A8148F4}" srcOrd="0" destOrd="0" presId="urn:microsoft.com/office/officeart/2008/layout/HorizontalMultiLevelHierarchy"/>
    <dgm:cxn modelId="{D86604CC-1C78-4B7E-9307-965FD1E7521E}" type="presOf" srcId="{59776459-B135-40FF-B58C-F5C82D1D2D23}" destId="{0514FC3D-EC5F-4B0A-99D4-21603BAF79F9}" srcOrd="0" destOrd="0" presId="urn:microsoft.com/office/officeart/2008/layout/HorizontalMultiLevelHierarchy"/>
    <dgm:cxn modelId="{904DE9CD-930F-4336-A042-B26E104F00A9}" type="presOf" srcId="{ADE8ED07-8E06-4BDD-86D4-9FD302334619}" destId="{BD4D0B0D-4AAE-476D-BB4D-71B1F01CD83D}" srcOrd="0" destOrd="0" presId="urn:microsoft.com/office/officeart/2008/layout/HorizontalMultiLevelHierarchy"/>
    <dgm:cxn modelId="{715126CF-B7DB-49D9-93A5-716CEFC3D4FE}" type="presOf" srcId="{7B41BF74-9244-4C8F-A4FD-0358ACB92F52}" destId="{62D12226-13C4-4487-90A1-E3B2E3ECEEEF}" srcOrd="0" destOrd="0" presId="urn:microsoft.com/office/officeart/2008/layout/HorizontalMultiLevelHierarchy"/>
    <dgm:cxn modelId="{391EEAD9-BA41-4393-97CE-0C49A1D017FF}" type="presOf" srcId="{C2323D63-E9DD-4E52-B9F9-768319EEFF36}" destId="{23DDC7C2-1675-4AF6-8DD1-4499BC71A919}" srcOrd="0" destOrd="0" presId="urn:microsoft.com/office/officeart/2008/layout/HorizontalMultiLevelHierarchy"/>
    <dgm:cxn modelId="{40F92EE1-D6C8-4893-B704-5413BBAE238C}" type="presOf" srcId="{F47848CD-4F40-4EC6-8EDD-B72D32A9D5CF}" destId="{41C07BDE-DA23-46D9-8797-4F1B2DC24EB7}" srcOrd="0" destOrd="0" presId="urn:microsoft.com/office/officeart/2008/layout/HorizontalMultiLevelHierarchy"/>
    <dgm:cxn modelId="{16571EE8-57D4-4DDC-81FF-22631487EF98}" type="presOf" srcId="{1F9CE82D-B25E-4CF9-844D-8569BD9EE6A7}" destId="{BAAD9AAE-D332-4836-B5E3-3CDA94FB43EB}" srcOrd="1" destOrd="0" presId="urn:microsoft.com/office/officeart/2008/layout/HorizontalMultiLevelHierarchy"/>
    <dgm:cxn modelId="{DBC4F6EA-FBC3-4308-9114-46D6EE09FB0B}" srcId="{C4DCA1D7-EC73-4D1D-A368-5A1050B69F2F}" destId="{E7FFD472-2D7D-412A-806C-4EE9E19C8038}" srcOrd="0" destOrd="0" parTransId="{F05ABEF5-9818-4EA6-87A2-8989426EDF03}" sibTransId="{6729C4BD-B568-4C22-9D6C-CA243766DFD5}"/>
    <dgm:cxn modelId="{7FC7E5F2-A116-4721-92A4-4DE5B94860E1}" type="presOf" srcId="{FAB7B16B-2F84-432E-8A57-E32DAB3B4D8D}" destId="{FB619F80-991B-498E-8E91-9FBB262E4C4A}" srcOrd="0" destOrd="0" presId="urn:microsoft.com/office/officeart/2008/layout/HorizontalMultiLevelHierarchy"/>
    <dgm:cxn modelId="{193EDEF6-3740-491B-9D2B-16FF2F723D3E}" type="presOf" srcId="{5458044F-BB18-4FD4-823C-2FB27DC00362}" destId="{EA433531-B9B7-45D4-BF01-1C393D39F848}" srcOrd="1" destOrd="0" presId="urn:microsoft.com/office/officeart/2008/layout/HorizontalMultiLevelHierarchy"/>
    <dgm:cxn modelId="{A065B1FA-C4E3-481E-83C1-0C22F3C16A40}" type="presOf" srcId="{D0815605-7B37-49FA-B747-265FA8E840EF}" destId="{58DC292D-C56B-4B70-B8C1-45909DA24F4A}" srcOrd="1" destOrd="0" presId="urn:microsoft.com/office/officeart/2008/layout/HorizontalMultiLevelHierarchy"/>
    <dgm:cxn modelId="{DC1BECFF-B35A-40FA-B009-297719FD2DF1}" srcId="{F1F3FC82-152E-463D-AE55-9AF3923233CA}" destId="{CA7409D8-F976-4E92-B610-FC48E3C7F565}" srcOrd="0" destOrd="0" parTransId="{2BFFCAEB-DF2A-4611-9E33-9A80C7E210C7}" sibTransId="{52E656BA-4A07-439E-B264-77747616898D}"/>
    <dgm:cxn modelId="{35D05549-102F-4D79-AAB9-EE43D574D654}" type="presParOf" srcId="{492C44C3-6602-4CF9-8D67-2B999D493615}" destId="{A8323C0F-4027-4DF5-B170-DE18C7542BD7}" srcOrd="0" destOrd="0" presId="urn:microsoft.com/office/officeart/2008/layout/HorizontalMultiLevelHierarchy"/>
    <dgm:cxn modelId="{26C6DE80-529F-42B1-9DE0-592E0624D3AC}" type="presParOf" srcId="{A8323C0F-4027-4DF5-B170-DE18C7542BD7}" destId="{7CF7EF66-80E8-4D5B-9547-B7F13351907E}" srcOrd="0" destOrd="0" presId="urn:microsoft.com/office/officeart/2008/layout/HorizontalMultiLevelHierarchy"/>
    <dgm:cxn modelId="{0123A80C-DFFD-4C6C-9595-649A5B29F569}" type="presParOf" srcId="{A8323C0F-4027-4DF5-B170-DE18C7542BD7}" destId="{7851BB8D-B290-4AA3-B13B-07323D3CBD2B}" srcOrd="1" destOrd="0" presId="urn:microsoft.com/office/officeart/2008/layout/HorizontalMultiLevelHierarchy"/>
    <dgm:cxn modelId="{54E26A86-3648-4383-AC35-48BE83B710BE}" type="presParOf" srcId="{7851BB8D-B290-4AA3-B13B-07323D3CBD2B}" destId="{8D48D32D-3EC0-4F02-A3FA-40F4DDF89DB6}" srcOrd="0" destOrd="0" presId="urn:microsoft.com/office/officeart/2008/layout/HorizontalMultiLevelHierarchy"/>
    <dgm:cxn modelId="{6C0C19F7-394F-4F0A-8E53-670EAD38DB5A}" type="presParOf" srcId="{8D48D32D-3EC0-4F02-A3FA-40F4DDF89DB6}" destId="{73C9654A-5910-474D-9CC5-CA709191BF05}" srcOrd="0" destOrd="0" presId="urn:microsoft.com/office/officeart/2008/layout/HorizontalMultiLevelHierarchy"/>
    <dgm:cxn modelId="{4451B8CE-A30D-4A62-A81E-B74036826B2C}" type="presParOf" srcId="{7851BB8D-B290-4AA3-B13B-07323D3CBD2B}" destId="{545AFEF8-A403-4E51-9C39-A72571E5004B}" srcOrd="1" destOrd="0" presId="urn:microsoft.com/office/officeart/2008/layout/HorizontalMultiLevelHierarchy"/>
    <dgm:cxn modelId="{AB6789AE-A0F2-42C5-A6C2-BECC13491755}" type="presParOf" srcId="{545AFEF8-A403-4E51-9C39-A72571E5004B}" destId="{A23F87D5-9666-4430-96C2-C6DD16B85442}" srcOrd="0" destOrd="0" presId="urn:microsoft.com/office/officeart/2008/layout/HorizontalMultiLevelHierarchy"/>
    <dgm:cxn modelId="{342E2D0F-6406-448C-9C3E-2AD23E29AE05}" type="presParOf" srcId="{545AFEF8-A403-4E51-9C39-A72571E5004B}" destId="{EB2EC324-24C9-410B-B398-492635CAE89E}" srcOrd="1" destOrd="0" presId="urn:microsoft.com/office/officeart/2008/layout/HorizontalMultiLevelHierarchy"/>
    <dgm:cxn modelId="{12969E6A-B3B8-44A7-A80B-79A722AAF49A}" type="presParOf" srcId="{EB2EC324-24C9-410B-B398-492635CAE89E}" destId="{B2A51C67-25AF-4A0E-B087-19C38F18EBCA}" srcOrd="0" destOrd="0" presId="urn:microsoft.com/office/officeart/2008/layout/HorizontalMultiLevelHierarchy"/>
    <dgm:cxn modelId="{B08A740D-C902-4583-8043-9EADFC67FEB6}" type="presParOf" srcId="{B2A51C67-25AF-4A0E-B087-19C38F18EBCA}" destId="{8427BE56-E3F2-41C1-A6EF-875B25F03748}" srcOrd="0" destOrd="0" presId="urn:microsoft.com/office/officeart/2008/layout/HorizontalMultiLevelHierarchy"/>
    <dgm:cxn modelId="{72424C9E-022E-4B74-9274-B3499D28F2CA}" type="presParOf" srcId="{EB2EC324-24C9-410B-B398-492635CAE89E}" destId="{DA76A07E-CF61-4D73-B9F8-A98AE7E7BC35}" srcOrd="1" destOrd="0" presId="urn:microsoft.com/office/officeart/2008/layout/HorizontalMultiLevelHierarchy"/>
    <dgm:cxn modelId="{C3926B89-E5D7-4C45-8F51-9CE49BBE03F1}" type="presParOf" srcId="{DA76A07E-CF61-4D73-B9F8-A98AE7E7BC35}" destId="{5760217A-11DE-459C-A9FE-56D7F2E34DA6}" srcOrd="0" destOrd="0" presId="urn:microsoft.com/office/officeart/2008/layout/HorizontalMultiLevelHierarchy"/>
    <dgm:cxn modelId="{7819E3D4-EBFF-4590-BC6B-3B092EF43696}" type="presParOf" srcId="{DA76A07E-CF61-4D73-B9F8-A98AE7E7BC35}" destId="{75B50A49-1430-4730-A706-B7CAFA8F5930}" srcOrd="1" destOrd="0" presId="urn:microsoft.com/office/officeart/2008/layout/HorizontalMultiLevelHierarchy"/>
    <dgm:cxn modelId="{AB497199-D909-4E99-92F2-94AE0DB782ED}" type="presParOf" srcId="{75B50A49-1430-4730-A706-B7CAFA8F5930}" destId="{541D165B-3DAC-4502-A8BE-08539041D58F}" srcOrd="0" destOrd="0" presId="urn:microsoft.com/office/officeart/2008/layout/HorizontalMultiLevelHierarchy"/>
    <dgm:cxn modelId="{F0479EEE-1A17-4D25-BA61-795065F0FDEB}" type="presParOf" srcId="{541D165B-3DAC-4502-A8BE-08539041D58F}" destId="{8AAC3038-4068-466E-A1A2-4CA4106A3BA5}" srcOrd="0" destOrd="0" presId="urn:microsoft.com/office/officeart/2008/layout/HorizontalMultiLevelHierarchy"/>
    <dgm:cxn modelId="{746BD34C-28D5-4895-8423-7F666DCD863D}" type="presParOf" srcId="{75B50A49-1430-4730-A706-B7CAFA8F5930}" destId="{83F043FE-D16E-411B-A260-83CB145B94B0}" srcOrd="1" destOrd="0" presId="urn:microsoft.com/office/officeart/2008/layout/HorizontalMultiLevelHierarchy"/>
    <dgm:cxn modelId="{85C88B26-5D1F-4FCB-AC04-821EE5733409}" type="presParOf" srcId="{83F043FE-D16E-411B-A260-83CB145B94B0}" destId="{23DDC7C2-1675-4AF6-8DD1-4499BC71A919}" srcOrd="0" destOrd="0" presId="urn:microsoft.com/office/officeart/2008/layout/HorizontalMultiLevelHierarchy"/>
    <dgm:cxn modelId="{144D971F-B7B5-4A3B-B164-DE3CCD787AD7}" type="presParOf" srcId="{83F043FE-D16E-411B-A260-83CB145B94B0}" destId="{24965E2E-DC3C-4336-B472-C0B312F70A66}" srcOrd="1" destOrd="0" presId="urn:microsoft.com/office/officeart/2008/layout/HorizontalMultiLevelHierarchy"/>
    <dgm:cxn modelId="{4492F75D-4D5E-4AF9-A253-833AA1011231}" type="presParOf" srcId="{7851BB8D-B290-4AA3-B13B-07323D3CBD2B}" destId="{F630433B-3BF5-40CB-94B6-D1C03D5A04A4}" srcOrd="2" destOrd="0" presId="urn:microsoft.com/office/officeart/2008/layout/HorizontalMultiLevelHierarchy"/>
    <dgm:cxn modelId="{5404C451-B087-4E26-B4FE-D03676ED9197}" type="presParOf" srcId="{F630433B-3BF5-40CB-94B6-D1C03D5A04A4}" destId="{92511F36-E4AD-4980-AC6E-5609C0B0A257}" srcOrd="0" destOrd="0" presId="urn:microsoft.com/office/officeart/2008/layout/HorizontalMultiLevelHierarchy"/>
    <dgm:cxn modelId="{A6508378-A688-4FF9-98E5-458EF5F8DE3E}" type="presParOf" srcId="{7851BB8D-B290-4AA3-B13B-07323D3CBD2B}" destId="{8A224D46-6AA3-46F2-8768-6EE3D2955978}" srcOrd="3" destOrd="0" presId="urn:microsoft.com/office/officeart/2008/layout/HorizontalMultiLevelHierarchy"/>
    <dgm:cxn modelId="{5035D6A9-F088-484D-B0D7-0C23B535ED45}" type="presParOf" srcId="{8A224D46-6AA3-46F2-8768-6EE3D2955978}" destId="{CD5DCBBC-D3CB-42A4-97BE-DD415EE3BC96}" srcOrd="0" destOrd="0" presId="urn:microsoft.com/office/officeart/2008/layout/HorizontalMultiLevelHierarchy"/>
    <dgm:cxn modelId="{37821DE7-6DE8-4698-B434-B62397716713}" type="presParOf" srcId="{8A224D46-6AA3-46F2-8768-6EE3D2955978}" destId="{6924EFA4-BFBA-4D90-BD12-E646832D49B3}" srcOrd="1" destOrd="0" presId="urn:microsoft.com/office/officeart/2008/layout/HorizontalMultiLevelHierarchy"/>
    <dgm:cxn modelId="{4FC97011-9C42-4FC9-B996-8CE9617190C3}" type="presParOf" srcId="{6924EFA4-BFBA-4D90-BD12-E646832D49B3}" destId="{C5342062-E45B-436A-A26D-3A5D74B3722B}" srcOrd="0" destOrd="0" presId="urn:microsoft.com/office/officeart/2008/layout/HorizontalMultiLevelHierarchy"/>
    <dgm:cxn modelId="{0832DCF5-3BDF-49E2-9EAB-B3E58D8F9D05}" type="presParOf" srcId="{C5342062-E45B-436A-A26D-3A5D74B3722B}" destId="{BAAD9AAE-D332-4836-B5E3-3CDA94FB43EB}" srcOrd="0" destOrd="0" presId="urn:microsoft.com/office/officeart/2008/layout/HorizontalMultiLevelHierarchy"/>
    <dgm:cxn modelId="{2D17B56E-D174-4863-9F95-B19C52CE6A82}" type="presParOf" srcId="{6924EFA4-BFBA-4D90-BD12-E646832D49B3}" destId="{2D3A552A-02A3-40A6-83CB-BA472D2407A2}" srcOrd="1" destOrd="0" presId="urn:microsoft.com/office/officeart/2008/layout/HorizontalMultiLevelHierarchy"/>
    <dgm:cxn modelId="{17DB6F97-8AFA-475F-979F-F60B8DDD0EB5}" type="presParOf" srcId="{2D3A552A-02A3-40A6-83CB-BA472D2407A2}" destId="{370C1312-526F-4A2C-A5F7-E2605260C2A1}" srcOrd="0" destOrd="0" presId="urn:microsoft.com/office/officeart/2008/layout/HorizontalMultiLevelHierarchy"/>
    <dgm:cxn modelId="{A9E18956-72CB-431E-8BB8-7E70CB3F9B3C}" type="presParOf" srcId="{2D3A552A-02A3-40A6-83CB-BA472D2407A2}" destId="{69FE79BB-2428-4B25-AFA7-FE06D7DB5A13}" srcOrd="1" destOrd="0" presId="urn:microsoft.com/office/officeart/2008/layout/HorizontalMultiLevelHierarchy"/>
    <dgm:cxn modelId="{8ABA6ACE-D9EC-434B-9E4C-665A4232745B}" type="presParOf" srcId="{69FE79BB-2428-4B25-AFA7-FE06D7DB5A13}" destId="{271CDE5E-629B-4D53-AD3A-94D04A8148F4}" srcOrd="0" destOrd="0" presId="urn:microsoft.com/office/officeart/2008/layout/HorizontalMultiLevelHierarchy"/>
    <dgm:cxn modelId="{B5D1575F-0647-4F5F-8CE9-750141FB587E}" type="presParOf" srcId="{271CDE5E-629B-4D53-AD3A-94D04A8148F4}" destId="{2D9B814E-BC08-4FC6-93DB-01B7BFB7D094}" srcOrd="0" destOrd="0" presId="urn:microsoft.com/office/officeart/2008/layout/HorizontalMultiLevelHierarchy"/>
    <dgm:cxn modelId="{DDC2636C-EBD8-4467-BE72-CCF2523764B7}" type="presParOf" srcId="{69FE79BB-2428-4B25-AFA7-FE06D7DB5A13}" destId="{C902883E-12EF-449C-B93C-2FC10E066CE2}" srcOrd="1" destOrd="0" presId="urn:microsoft.com/office/officeart/2008/layout/HorizontalMultiLevelHierarchy"/>
    <dgm:cxn modelId="{7D397855-CDB9-47E3-A38C-79D0A0E41552}" type="presParOf" srcId="{C902883E-12EF-449C-B93C-2FC10E066CE2}" destId="{9D2548BB-5041-4071-B200-EAE1C54A2CE2}" srcOrd="0" destOrd="0" presId="urn:microsoft.com/office/officeart/2008/layout/HorizontalMultiLevelHierarchy"/>
    <dgm:cxn modelId="{D34FD4BF-D215-4355-A70B-AEDC617E2791}" type="presParOf" srcId="{C902883E-12EF-449C-B93C-2FC10E066CE2}" destId="{FED974BC-3EDC-4AA9-8588-E77AE0F0AE39}" srcOrd="1" destOrd="0" presId="urn:microsoft.com/office/officeart/2008/layout/HorizontalMultiLevelHierarchy"/>
    <dgm:cxn modelId="{861A3F9A-EC65-4CAB-B100-8B8CBCE75D0B}" type="presParOf" srcId="{7851BB8D-B290-4AA3-B13B-07323D3CBD2B}" destId="{A752D0ED-D830-45B6-AB58-2A52889B978A}" srcOrd="4" destOrd="0" presId="urn:microsoft.com/office/officeart/2008/layout/HorizontalMultiLevelHierarchy"/>
    <dgm:cxn modelId="{CB6AE6A9-73C3-46A2-B628-C0697C169A95}" type="presParOf" srcId="{A752D0ED-D830-45B6-AB58-2A52889B978A}" destId="{F16C2D1D-89E2-49E0-AA62-D036C7A39616}" srcOrd="0" destOrd="0" presId="urn:microsoft.com/office/officeart/2008/layout/HorizontalMultiLevelHierarchy"/>
    <dgm:cxn modelId="{33EADE70-1400-499E-A637-3F6722A89E51}" type="presParOf" srcId="{7851BB8D-B290-4AA3-B13B-07323D3CBD2B}" destId="{2FA8E42E-5BE3-448F-AED5-5F7ACF0AC903}" srcOrd="5" destOrd="0" presId="urn:microsoft.com/office/officeart/2008/layout/HorizontalMultiLevelHierarchy"/>
    <dgm:cxn modelId="{1C883129-C923-4F13-89BD-3918ED6D631B}" type="presParOf" srcId="{2FA8E42E-5BE3-448F-AED5-5F7ACF0AC903}" destId="{57D7BE39-F20E-4894-AB35-B80429449ED8}" srcOrd="0" destOrd="0" presId="urn:microsoft.com/office/officeart/2008/layout/HorizontalMultiLevelHierarchy"/>
    <dgm:cxn modelId="{800D5125-FD20-4B77-9FE7-4DEB44FA508E}" type="presParOf" srcId="{2FA8E42E-5BE3-448F-AED5-5F7ACF0AC903}" destId="{CDF1AEDE-EB4D-4C23-ADC2-D4886979463A}" srcOrd="1" destOrd="0" presId="urn:microsoft.com/office/officeart/2008/layout/HorizontalMultiLevelHierarchy"/>
    <dgm:cxn modelId="{A034F4B6-1322-467D-B4DB-BD537A76171E}" type="presParOf" srcId="{CDF1AEDE-EB4D-4C23-ADC2-D4886979463A}" destId="{A18CC98A-D03E-4BFF-9C2A-A51611554E09}" srcOrd="0" destOrd="0" presId="urn:microsoft.com/office/officeart/2008/layout/HorizontalMultiLevelHierarchy"/>
    <dgm:cxn modelId="{2AEA3064-01E6-4DFF-BFF0-8994E6F9B50F}" type="presParOf" srcId="{A18CC98A-D03E-4BFF-9C2A-A51611554E09}" destId="{F3817FB9-7CF2-4960-8B8B-0462D0407E76}" srcOrd="0" destOrd="0" presId="urn:microsoft.com/office/officeart/2008/layout/HorizontalMultiLevelHierarchy"/>
    <dgm:cxn modelId="{7C3F6A3E-7D96-4377-939D-041AEF7366E7}" type="presParOf" srcId="{CDF1AEDE-EB4D-4C23-ADC2-D4886979463A}" destId="{74736E6A-0FB1-4608-A407-A9F457EBADCC}" srcOrd="1" destOrd="0" presId="urn:microsoft.com/office/officeart/2008/layout/HorizontalMultiLevelHierarchy"/>
    <dgm:cxn modelId="{B051879E-45E4-4CE4-9FD9-03C8A463E0B0}" type="presParOf" srcId="{74736E6A-0FB1-4608-A407-A9F457EBADCC}" destId="{CBF99FDF-60BA-4795-BEE2-B389DD042EC4}" srcOrd="0" destOrd="0" presId="urn:microsoft.com/office/officeart/2008/layout/HorizontalMultiLevelHierarchy"/>
    <dgm:cxn modelId="{676DDA06-0F35-4876-8991-D99347EDDEED}" type="presParOf" srcId="{74736E6A-0FB1-4608-A407-A9F457EBADCC}" destId="{8332967A-72B8-459F-A4AD-A4F3D030CB07}" srcOrd="1" destOrd="0" presId="urn:microsoft.com/office/officeart/2008/layout/HorizontalMultiLevelHierarchy"/>
    <dgm:cxn modelId="{BB4DE262-04E3-4934-96D9-A3FEA95C3BCB}" type="presParOf" srcId="{8332967A-72B8-459F-A4AD-A4F3D030CB07}" destId="{FB619F80-991B-498E-8E91-9FBB262E4C4A}" srcOrd="0" destOrd="0" presId="urn:microsoft.com/office/officeart/2008/layout/HorizontalMultiLevelHierarchy"/>
    <dgm:cxn modelId="{34A4A92A-91E0-472B-BD4B-BDA70F57DF76}" type="presParOf" srcId="{FB619F80-991B-498E-8E91-9FBB262E4C4A}" destId="{9B9B5DE3-5A6A-42BF-A8AE-8D0E5E32ABFA}" srcOrd="0" destOrd="0" presId="urn:microsoft.com/office/officeart/2008/layout/HorizontalMultiLevelHierarchy"/>
    <dgm:cxn modelId="{A91B3907-F05A-4444-AB48-6B698A2F7404}" type="presParOf" srcId="{8332967A-72B8-459F-A4AD-A4F3D030CB07}" destId="{EA9116AD-E207-483A-B186-42B4CB123790}" srcOrd="1" destOrd="0" presId="urn:microsoft.com/office/officeart/2008/layout/HorizontalMultiLevelHierarchy"/>
    <dgm:cxn modelId="{DA603538-9518-4656-B511-4FAB947F95E0}" type="presParOf" srcId="{EA9116AD-E207-483A-B186-42B4CB123790}" destId="{62D12226-13C4-4487-90A1-E3B2E3ECEEEF}" srcOrd="0" destOrd="0" presId="urn:microsoft.com/office/officeart/2008/layout/HorizontalMultiLevelHierarchy"/>
    <dgm:cxn modelId="{0C49904B-B2BE-42F1-BA8D-45DBF09FC9B0}" type="presParOf" srcId="{EA9116AD-E207-483A-B186-42B4CB123790}" destId="{15108EE8-DA39-4C24-AF33-CF1D66B362AF}" srcOrd="1" destOrd="0" presId="urn:microsoft.com/office/officeart/2008/layout/HorizontalMultiLevelHierarchy"/>
    <dgm:cxn modelId="{A74F3695-9A25-4A6E-8EA4-435B9CD7DB8F}" type="presParOf" srcId="{15108EE8-DA39-4C24-AF33-CF1D66B362AF}" destId="{41C07BDE-DA23-46D9-8797-4F1B2DC24EB7}" srcOrd="0" destOrd="0" presId="urn:microsoft.com/office/officeart/2008/layout/HorizontalMultiLevelHierarchy"/>
    <dgm:cxn modelId="{04A96685-980F-415B-817D-DD18FFA503F4}" type="presParOf" srcId="{41C07BDE-DA23-46D9-8797-4F1B2DC24EB7}" destId="{EA6C1A56-5641-47A7-9FD1-07D909FD3348}" srcOrd="0" destOrd="0" presId="urn:microsoft.com/office/officeart/2008/layout/HorizontalMultiLevelHierarchy"/>
    <dgm:cxn modelId="{C883C8B5-EFE6-478E-9C7F-92A91A071A74}" type="presParOf" srcId="{15108EE8-DA39-4C24-AF33-CF1D66B362AF}" destId="{EA8B8C5E-D729-4363-A90A-B59A124408A7}" srcOrd="1" destOrd="0" presId="urn:microsoft.com/office/officeart/2008/layout/HorizontalMultiLevelHierarchy"/>
    <dgm:cxn modelId="{1C49BEC2-E931-431A-B545-8EFC5D9B70E3}" type="presParOf" srcId="{EA8B8C5E-D729-4363-A90A-B59A124408A7}" destId="{3E5A78A6-E930-4502-9339-7A88DD2C059C}" srcOrd="0" destOrd="0" presId="urn:microsoft.com/office/officeart/2008/layout/HorizontalMultiLevelHierarchy"/>
    <dgm:cxn modelId="{59AE781D-EA8D-42CE-B00F-B9878A36BDBE}" type="presParOf" srcId="{EA8B8C5E-D729-4363-A90A-B59A124408A7}" destId="{480DA032-6518-4ACA-9769-1534F5B8FD48}" srcOrd="1" destOrd="0" presId="urn:microsoft.com/office/officeart/2008/layout/HorizontalMultiLevelHierarchy"/>
    <dgm:cxn modelId="{EE4D54B1-DD42-44EA-9E56-7457ED1EA29E}" type="presParOf" srcId="{7851BB8D-B290-4AA3-B13B-07323D3CBD2B}" destId="{2F2F5C4B-2AF1-489C-9514-655BFD86A653}" srcOrd="6" destOrd="0" presId="urn:microsoft.com/office/officeart/2008/layout/HorizontalMultiLevelHierarchy"/>
    <dgm:cxn modelId="{79DE9C99-9567-4A49-A7FE-60ED136F480F}" type="presParOf" srcId="{2F2F5C4B-2AF1-489C-9514-655BFD86A653}" destId="{58DC292D-C56B-4B70-B8C1-45909DA24F4A}" srcOrd="0" destOrd="0" presId="urn:microsoft.com/office/officeart/2008/layout/HorizontalMultiLevelHierarchy"/>
    <dgm:cxn modelId="{60F7A0E1-C72E-411B-92A3-339DB09D0F9C}" type="presParOf" srcId="{7851BB8D-B290-4AA3-B13B-07323D3CBD2B}" destId="{1E2037F2-B6C1-4F81-8F7D-922FB25C9182}" srcOrd="7" destOrd="0" presId="urn:microsoft.com/office/officeart/2008/layout/HorizontalMultiLevelHierarchy"/>
    <dgm:cxn modelId="{B39B4273-4A05-44D6-A373-87D8EE44AB99}" type="presParOf" srcId="{1E2037F2-B6C1-4F81-8F7D-922FB25C9182}" destId="{6CE2673B-5559-418B-A91C-72AA3F419AAC}" srcOrd="0" destOrd="0" presId="urn:microsoft.com/office/officeart/2008/layout/HorizontalMultiLevelHierarchy"/>
    <dgm:cxn modelId="{FAFAF02A-A91B-48B9-9D37-709C7C3098E4}" type="presParOf" srcId="{1E2037F2-B6C1-4F81-8F7D-922FB25C9182}" destId="{065F4105-51BC-4480-8ACB-F7249396335C}" srcOrd="1" destOrd="0" presId="urn:microsoft.com/office/officeart/2008/layout/HorizontalMultiLevelHierarchy"/>
    <dgm:cxn modelId="{E8EA3DA1-7F0D-4401-AB35-E0427CB1CF8F}" type="presParOf" srcId="{065F4105-51BC-4480-8ACB-F7249396335C}" destId="{EE128AB3-CC79-48AB-B066-E0E579D8F5D7}" srcOrd="0" destOrd="0" presId="urn:microsoft.com/office/officeart/2008/layout/HorizontalMultiLevelHierarchy"/>
    <dgm:cxn modelId="{B36FF6DF-55D1-4929-8106-F2F5906D8F6F}" type="presParOf" srcId="{EE128AB3-CC79-48AB-B066-E0E579D8F5D7}" destId="{15EBFBA3-C53D-4E4D-A153-B0B0D15CFF85}" srcOrd="0" destOrd="0" presId="urn:microsoft.com/office/officeart/2008/layout/HorizontalMultiLevelHierarchy"/>
    <dgm:cxn modelId="{BD3AD0A1-B75D-4D6C-BE6C-013D7C89240D}" type="presParOf" srcId="{065F4105-51BC-4480-8ACB-F7249396335C}" destId="{7C672A0C-6305-4612-AB94-22F05B8C2D31}" srcOrd="1" destOrd="0" presId="urn:microsoft.com/office/officeart/2008/layout/HorizontalMultiLevelHierarchy"/>
    <dgm:cxn modelId="{3E7311BA-713B-4B32-8A35-78E0EE3ABAB9}" type="presParOf" srcId="{7C672A0C-6305-4612-AB94-22F05B8C2D31}" destId="{9DA2C625-5094-4773-B14F-43E72C8E12D9}" srcOrd="0" destOrd="0" presId="urn:microsoft.com/office/officeart/2008/layout/HorizontalMultiLevelHierarchy"/>
    <dgm:cxn modelId="{F85F9636-3766-4722-8973-1CE70648EF60}" type="presParOf" srcId="{7C672A0C-6305-4612-AB94-22F05B8C2D31}" destId="{87F029F5-16E2-4997-9FA5-285EDCEDFAB4}" srcOrd="1" destOrd="0" presId="urn:microsoft.com/office/officeart/2008/layout/HorizontalMultiLevelHierarchy"/>
    <dgm:cxn modelId="{AE608FAE-8791-4C10-AD71-A954379CB559}" type="presParOf" srcId="{7851BB8D-B290-4AA3-B13B-07323D3CBD2B}" destId="{B62983FA-3D6C-45D7-94A2-9D887662D36A}" srcOrd="8" destOrd="0" presId="urn:microsoft.com/office/officeart/2008/layout/HorizontalMultiLevelHierarchy"/>
    <dgm:cxn modelId="{9F8F57CD-72CD-40B7-90EC-C20CB48AB950}" type="presParOf" srcId="{B62983FA-3D6C-45D7-94A2-9D887662D36A}" destId="{2C909C06-FAB7-4C97-A2E9-0D5A20AA486D}" srcOrd="0" destOrd="0" presId="urn:microsoft.com/office/officeart/2008/layout/HorizontalMultiLevelHierarchy"/>
    <dgm:cxn modelId="{4C26EFBF-F1C4-4A61-8D09-48CBB5449B26}" type="presParOf" srcId="{7851BB8D-B290-4AA3-B13B-07323D3CBD2B}" destId="{27ECEE88-4F8B-4767-ADF2-4C7239FA81DD}" srcOrd="9" destOrd="0" presId="urn:microsoft.com/office/officeart/2008/layout/HorizontalMultiLevelHierarchy"/>
    <dgm:cxn modelId="{94CAE5E3-93FA-4540-8A3C-A531DF991552}" type="presParOf" srcId="{27ECEE88-4F8B-4767-ADF2-4C7239FA81DD}" destId="{3180A8D9-B878-4128-A802-77B02019DDF4}" srcOrd="0" destOrd="0" presId="urn:microsoft.com/office/officeart/2008/layout/HorizontalMultiLevelHierarchy"/>
    <dgm:cxn modelId="{AE2411D8-F0EA-4DC6-86F8-4A389FF4774B}" type="presParOf" srcId="{27ECEE88-4F8B-4767-ADF2-4C7239FA81DD}" destId="{EF497B08-1940-4D13-A616-202C387E883B}" srcOrd="1" destOrd="0" presId="urn:microsoft.com/office/officeart/2008/layout/HorizontalMultiLevelHierarchy"/>
    <dgm:cxn modelId="{4F4A831F-B176-424D-AE35-91C590FD7E78}" type="presParOf" srcId="{EF497B08-1940-4D13-A616-202C387E883B}" destId="{D7370674-F7C7-4EDD-92FE-6CBEF7361D9D}" srcOrd="0" destOrd="0" presId="urn:microsoft.com/office/officeart/2008/layout/HorizontalMultiLevelHierarchy"/>
    <dgm:cxn modelId="{615557D2-897A-4562-9ECB-391DCFC523EE}" type="presParOf" srcId="{D7370674-F7C7-4EDD-92FE-6CBEF7361D9D}" destId="{55BF8C6F-B2B6-4E05-9F94-6C7742432020}" srcOrd="0" destOrd="0" presId="urn:microsoft.com/office/officeart/2008/layout/HorizontalMultiLevelHierarchy"/>
    <dgm:cxn modelId="{F469CDD6-2167-40D3-98FF-0A5484EEFD64}" type="presParOf" srcId="{EF497B08-1940-4D13-A616-202C387E883B}" destId="{EE9A6A34-4DC5-4C6B-9E72-DF466CDD6AB0}" srcOrd="1" destOrd="0" presId="urn:microsoft.com/office/officeart/2008/layout/HorizontalMultiLevelHierarchy"/>
    <dgm:cxn modelId="{0C949F3C-048A-43D2-9133-A7BEA40C8D84}" type="presParOf" srcId="{EE9A6A34-4DC5-4C6B-9E72-DF466CDD6AB0}" destId="{BEA15642-DD30-458E-95CE-8E1ECA7C3616}" srcOrd="0" destOrd="0" presId="urn:microsoft.com/office/officeart/2008/layout/HorizontalMultiLevelHierarchy"/>
    <dgm:cxn modelId="{D7ADC1A2-0690-4F2A-9175-3EBB98CC9141}" type="presParOf" srcId="{EE9A6A34-4DC5-4C6B-9E72-DF466CDD6AB0}" destId="{9BCAA62B-5CB8-4778-ADA8-12236FEA5079}" srcOrd="1" destOrd="0" presId="urn:microsoft.com/office/officeart/2008/layout/HorizontalMultiLevelHierarchy"/>
    <dgm:cxn modelId="{96935A11-E752-4EA3-B101-7BEDFA9F84EE}" type="presParOf" srcId="{9BCAA62B-5CB8-4778-ADA8-12236FEA5079}" destId="{2E7ECDDF-E2F2-4272-B0C9-894805504941}" srcOrd="0" destOrd="0" presId="urn:microsoft.com/office/officeart/2008/layout/HorizontalMultiLevelHierarchy"/>
    <dgm:cxn modelId="{4192FBDD-3EA7-463D-889F-064AAD86560B}" type="presParOf" srcId="{2E7ECDDF-E2F2-4272-B0C9-894805504941}" destId="{90DE2E3B-D741-472D-9E74-5AC30BE9BCF9}" srcOrd="0" destOrd="0" presId="urn:microsoft.com/office/officeart/2008/layout/HorizontalMultiLevelHierarchy"/>
    <dgm:cxn modelId="{BCD4488A-2BCC-497B-82F9-6E431C98A822}" type="presParOf" srcId="{9BCAA62B-5CB8-4778-ADA8-12236FEA5079}" destId="{9BD0A2B5-6782-4067-93FF-9E497F8F936A}" srcOrd="1" destOrd="0" presId="urn:microsoft.com/office/officeart/2008/layout/HorizontalMultiLevelHierarchy"/>
    <dgm:cxn modelId="{A925A102-0307-4B3A-8EF3-B5FBE77E755B}" type="presParOf" srcId="{9BD0A2B5-6782-4067-93FF-9E497F8F936A}" destId="{0514FC3D-EC5F-4B0A-99D4-21603BAF79F9}" srcOrd="0" destOrd="0" presId="urn:microsoft.com/office/officeart/2008/layout/HorizontalMultiLevelHierarchy"/>
    <dgm:cxn modelId="{98284EB0-41C3-4194-B1C6-97F92602EA0F}" type="presParOf" srcId="{9BD0A2B5-6782-4067-93FF-9E497F8F936A}" destId="{FF738151-ADC8-4716-9AD3-3FDC67195FE5}" srcOrd="1" destOrd="0" presId="urn:microsoft.com/office/officeart/2008/layout/HorizontalMultiLevelHierarchy"/>
    <dgm:cxn modelId="{61D7FFA8-4E74-44FF-80FF-1B8EF60299BC}" type="presParOf" srcId="{7851BB8D-B290-4AA3-B13B-07323D3CBD2B}" destId="{F6F0EE1C-D751-4410-9BAD-2BED92F971C8}" srcOrd="10" destOrd="0" presId="urn:microsoft.com/office/officeart/2008/layout/HorizontalMultiLevelHierarchy"/>
    <dgm:cxn modelId="{F3B0C6F1-D696-4070-BE29-4D58300DD9C7}" type="presParOf" srcId="{F6F0EE1C-D751-4410-9BAD-2BED92F971C8}" destId="{EA433531-B9B7-45D4-BF01-1C393D39F848}" srcOrd="0" destOrd="0" presId="urn:microsoft.com/office/officeart/2008/layout/HorizontalMultiLevelHierarchy"/>
    <dgm:cxn modelId="{5DFC603F-258C-4093-829F-A960232D7701}" type="presParOf" srcId="{7851BB8D-B290-4AA3-B13B-07323D3CBD2B}" destId="{9FDFCBF0-DE8C-4351-86F3-3544E2946F4C}" srcOrd="11" destOrd="0" presId="urn:microsoft.com/office/officeart/2008/layout/HorizontalMultiLevelHierarchy"/>
    <dgm:cxn modelId="{EEBFD5D0-A372-4C18-A552-B09263E9C853}" type="presParOf" srcId="{9FDFCBF0-DE8C-4351-86F3-3544E2946F4C}" destId="{F5B22672-2B8C-4195-BAA5-AF884AD22B6D}" srcOrd="0" destOrd="0" presId="urn:microsoft.com/office/officeart/2008/layout/HorizontalMultiLevelHierarchy"/>
    <dgm:cxn modelId="{3F5BF5D5-ABE4-4FBD-A49D-77CE8F4FC3AA}" type="presParOf" srcId="{9FDFCBF0-DE8C-4351-86F3-3544E2946F4C}" destId="{B1A6981A-1F2D-4B85-BF22-85D99B9AC344}" srcOrd="1" destOrd="0" presId="urn:microsoft.com/office/officeart/2008/layout/HorizontalMultiLevelHierarchy"/>
    <dgm:cxn modelId="{ADEDCC0F-C809-47C2-9BFC-6733793A2BE4}" type="presParOf" srcId="{B1A6981A-1F2D-4B85-BF22-85D99B9AC344}" destId="{D8C15085-A8D2-4664-91C2-EE4CEEBA66FC}" srcOrd="0" destOrd="0" presId="urn:microsoft.com/office/officeart/2008/layout/HorizontalMultiLevelHierarchy"/>
    <dgm:cxn modelId="{69DA6499-1920-4CFB-8ED1-95F3516D898E}" type="presParOf" srcId="{D8C15085-A8D2-4664-91C2-EE4CEEBA66FC}" destId="{54D2DAFD-A280-4958-90C7-5AB5B98C3794}" srcOrd="0" destOrd="0" presId="urn:microsoft.com/office/officeart/2008/layout/HorizontalMultiLevelHierarchy"/>
    <dgm:cxn modelId="{5EDE7CBE-A6F2-4524-9D87-1F997ED3ED9E}" type="presParOf" srcId="{B1A6981A-1F2D-4B85-BF22-85D99B9AC344}" destId="{4727353D-9C49-4E22-9F84-C20BFC68C1E7}" srcOrd="1" destOrd="0" presId="urn:microsoft.com/office/officeart/2008/layout/HorizontalMultiLevelHierarchy"/>
    <dgm:cxn modelId="{28F8BD9A-783A-4DDC-9240-713D6DE2DAA5}" type="presParOf" srcId="{4727353D-9C49-4E22-9F84-C20BFC68C1E7}" destId="{BD4D0B0D-4AAE-476D-BB4D-71B1F01CD83D}" srcOrd="0" destOrd="0" presId="urn:microsoft.com/office/officeart/2008/layout/HorizontalMultiLevelHierarchy"/>
    <dgm:cxn modelId="{DB6E6123-02FA-4B86-A702-6AD7A56F9EDB}" type="presParOf" srcId="{4727353D-9C49-4E22-9F84-C20BFC68C1E7}" destId="{08F22A09-6534-46AA-A402-D41948480B7C}" srcOrd="1" destOrd="0" presId="urn:microsoft.com/office/officeart/2008/layout/HorizontalMultiLevelHierarchy"/>
    <dgm:cxn modelId="{F87FED79-C33D-4131-A403-2081ED315EF6}" type="presParOf" srcId="{08F22A09-6534-46AA-A402-D41948480B7C}" destId="{922C89F9-F316-4AF5-B9AE-B3397E26A7D5}" srcOrd="0" destOrd="0" presId="urn:microsoft.com/office/officeart/2008/layout/HorizontalMultiLevelHierarchy"/>
    <dgm:cxn modelId="{D9483D64-266F-4D27-B5BE-B863AA8EC860}" type="presParOf" srcId="{922C89F9-F316-4AF5-B9AE-B3397E26A7D5}" destId="{F3B556EB-A89B-4DF0-A447-758527187354}" srcOrd="0" destOrd="0" presId="urn:microsoft.com/office/officeart/2008/layout/HorizontalMultiLevelHierarchy"/>
    <dgm:cxn modelId="{FAB262F4-FE9B-4B52-ACE9-203BE7BA8F35}" type="presParOf" srcId="{08F22A09-6534-46AA-A402-D41948480B7C}" destId="{B6BB3BB6-8531-4CEC-A509-44EF5C2656C2}" srcOrd="1" destOrd="0" presId="urn:microsoft.com/office/officeart/2008/layout/HorizontalMultiLevelHierarchy"/>
    <dgm:cxn modelId="{4A7BA688-AEBD-4D1B-934C-FA2576CEEBB1}" type="presParOf" srcId="{B6BB3BB6-8531-4CEC-A509-44EF5C2656C2}" destId="{33DF16DB-24C8-4205-B786-336256776B55}" srcOrd="0" destOrd="0" presId="urn:microsoft.com/office/officeart/2008/layout/HorizontalMultiLevelHierarchy"/>
    <dgm:cxn modelId="{B5B21104-8BC9-4F4E-9ADA-E30E3C57319F}" type="presParOf" srcId="{B6BB3BB6-8531-4CEC-A509-44EF5C2656C2}" destId="{91959B6A-3538-46C8-811D-93375E72DF71}"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2EF35F0-E15B-43CF-8A95-E1B864B66D10}"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61D3F498-D12B-48C5-99D7-E7F89D9D0CB5}">
      <dgm:prSet phldrT="[Texto]" custT="1"/>
      <dgm:spPr/>
      <dgm:t>
        <a:bodyPr/>
        <a:lstStyle/>
        <a:p>
          <a:r>
            <a:rPr lang="es-MX" sz="1800" dirty="0"/>
            <a:t>Intereses</a:t>
          </a:r>
        </a:p>
        <a:p>
          <a:r>
            <a:rPr lang="es-MX" sz="1000" dirty="0"/>
            <a:t>LISR 27-VII</a:t>
          </a:r>
        </a:p>
      </dgm:t>
    </dgm:pt>
    <dgm:pt modelId="{A5AE99F2-3C1C-4553-AB07-CBDFB8A3EDD4}" type="parTrans" cxnId="{0B00D55F-17C1-4F47-8977-CC297BF3FFB7}">
      <dgm:prSet/>
      <dgm:spPr/>
      <dgm:t>
        <a:bodyPr/>
        <a:lstStyle/>
        <a:p>
          <a:endParaRPr lang="es-MX"/>
        </a:p>
      </dgm:t>
    </dgm:pt>
    <dgm:pt modelId="{F8D6C375-5B8F-44D6-B9A7-A499A458E202}" type="sibTrans" cxnId="{0B00D55F-17C1-4F47-8977-CC297BF3FFB7}">
      <dgm:prSet/>
      <dgm:spPr/>
      <dgm:t>
        <a:bodyPr/>
        <a:lstStyle/>
        <a:p>
          <a:endParaRPr lang="es-MX"/>
        </a:p>
      </dgm:t>
    </dgm:pt>
    <dgm:pt modelId="{276E0EAE-EF0B-49A3-BB14-21F795BCDD23}">
      <dgm:prSet phldrT="[Texto]"/>
      <dgm:spPr/>
      <dgm:t>
        <a:bodyPr/>
        <a:lstStyle/>
        <a:p>
          <a:r>
            <a:rPr lang="es-MX" dirty="0"/>
            <a:t>Por capitales tomados en préstamo</a:t>
          </a:r>
        </a:p>
      </dgm:t>
    </dgm:pt>
    <dgm:pt modelId="{2D16D9A6-EBC8-4779-A12D-C10542800B28}" type="parTrans" cxnId="{F46BDF7C-9F43-4917-A553-47A19E5CDE8A}">
      <dgm:prSet/>
      <dgm:spPr/>
      <dgm:t>
        <a:bodyPr/>
        <a:lstStyle/>
        <a:p>
          <a:endParaRPr lang="es-MX"/>
        </a:p>
      </dgm:t>
    </dgm:pt>
    <dgm:pt modelId="{345567F7-BE42-4BFD-9B59-434DCF4D1275}" type="sibTrans" cxnId="{F46BDF7C-9F43-4917-A553-47A19E5CDE8A}">
      <dgm:prSet/>
      <dgm:spPr/>
      <dgm:t>
        <a:bodyPr/>
        <a:lstStyle/>
        <a:p>
          <a:endParaRPr lang="es-MX"/>
        </a:p>
      </dgm:t>
    </dgm:pt>
    <dgm:pt modelId="{1577105A-4F22-40C4-9152-98206D9FB4D5}">
      <dgm:prSet phldrT="[Texto]"/>
      <dgm:spPr/>
      <dgm:t>
        <a:bodyPr/>
        <a:lstStyle/>
        <a:p>
          <a:r>
            <a:rPr lang="es-MX" dirty="0"/>
            <a:t>Por inversiones no deducibles o parcialmente deducibles</a:t>
          </a:r>
        </a:p>
      </dgm:t>
    </dgm:pt>
    <dgm:pt modelId="{97983A56-81E9-4B33-BFD4-6026DD32B527}" type="parTrans" cxnId="{41EB595A-16C7-4C36-BA26-A54116B558F9}">
      <dgm:prSet/>
      <dgm:spPr/>
      <dgm:t>
        <a:bodyPr/>
        <a:lstStyle/>
        <a:p>
          <a:endParaRPr lang="es-MX"/>
        </a:p>
      </dgm:t>
    </dgm:pt>
    <dgm:pt modelId="{5338D63F-E74D-409F-9C40-0164913D1241}" type="sibTrans" cxnId="{41EB595A-16C7-4C36-BA26-A54116B558F9}">
      <dgm:prSet/>
      <dgm:spPr/>
      <dgm:t>
        <a:bodyPr/>
        <a:lstStyle/>
        <a:p>
          <a:endParaRPr lang="es-MX"/>
        </a:p>
      </dgm:t>
    </dgm:pt>
    <dgm:pt modelId="{F77C2FD4-4C9C-4B9A-8D68-F9BF2A2C5237}">
      <dgm:prSet custT="1"/>
      <dgm:spPr/>
      <dgm:t>
        <a:bodyPr/>
        <a:lstStyle/>
        <a:p>
          <a:r>
            <a:rPr lang="es-MX" sz="1400" dirty="0"/>
            <a:t>Capitalización Insuficiente</a:t>
          </a:r>
        </a:p>
        <a:p>
          <a:r>
            <a:rPr lang="es-MX" sz="1000" dirty="0"/>
            <a:t>LISR 28-XXVII</a:t>
          </a:r>
        </a:p>
      </dgm:t>
    </dgm:pt>
    <dgm:pt modelId="{8943F084-04E0-4DDA-814F-C95FBB33E9D7}" type="parTrans" cxnId="{011C1DBB-8A88-4080-8F16-0B5BD963FA4E}">
      <dgm:prSet/>
      <dgm:spPr/>
      <dgm:t>
        <a:bodyPr/>
        <a:lstStyle/>
        <a:p>
          <a:endParaRPr lang="es-MX"/>
        </a:p>
      </dgm:t>
    </dgm:pt>
    <dgm:pt modelId="{F41DD206-B749-49F6-991A-FB9C6E496633}" type="sibTrans" cxnId="{011C1DBB-8A88-4080-8F16-0B5BD963FA4E}">
      <dgm:prSet/>
      <dgm:spPr/>
      <dgm:t>
        <a:bodyPr/>
        <a:lstStyle/>
        <a:p>
          <a:endParaRPr lang="es-MX"/>
        </a:p>
      </dgm:t>
    </dgm:pt>
    <dgm:pt modelId="{ABB560D9-2FDE-42D6-A8A4-FC47646B2996}">
      <dgm:prSet/>
      <dgm:spPr/>
      <dgm:t>
        <a:bodyPr/>
        <a:lstStyle/>
        <a:p>
          <a:r>
            <a:rPr lang="es-MX" dirty="0"/>
            <a:t>Inversión en los fines del negocio</a:t>
          </a:r>
        </a:p>
      </dgm:t>
    </dgm:pt>
    <dgm:pt modelId="{E859850C-9AB6-4235-A0E4-C70D85F4F378}" type="parTrans" cxnId="{2F154E83-C0A6-4B49-882D-2156BC43C181}">
      <dgm:prSet/>
      <dgm:spPr/>
      <dgm:t>
        <a:bodyPr/>
        <a:lstStyle/>
        <a:p>
          <a:endParaRPr lang="es-MX"/>
        </a:p>
      </dgm:t>
    </dgm:pt>
    <dgm:pt modelId="{82A92ECE-77B9-4F6D-8176-1D5D62B2B585}" type="sibTrans" cxnId="{2F154E83-C0A6-4B49-882D-2156BC43C181}">
      <dgm:prSet/>
      <dgm:spPr/>
      <dgm:t>
        <a:bodyPr/>
        <a:lstStyle/>
        <a:p>
          <a:endParaRPr lang="es-MX"/>
        </a:p>
      </dgm:t>
    </dgm:pt>
    <dgm:pt modelId="{BB7D0524-FC0B-4127-91E7-DF1BF6145015}">
      <dgm:prSet/>
      <dgm:spPr/>
      <dgm:t>
        <a:bodyPr/>
        <a:lstStyle/>
        <a:p>
          <a:r>
            <a:rPr lang="es-MX" dirty="0"/>
            <a:t>Préstamos a terceros, trabajadores, funcionarios o accionistas</a:t>
          </a:r>
        </a:p>
      </dgm:t>
    </dgm:pt>
    <dgm:pt modelId="{6AD77E3E-B84F-47C7-B723-89ACA35465BC}" type="parTrans" cxnId="{43E37B89-F0E9-4230-980E-6807E8A2D3FE}">
      <dgm:prSet/>
      <dgm:spPr/>
      <dgm:t>
        <a:bodyPr/>
        <a:lstStyle/>
        <a:p>
          <a:endParaRPr lang="es-MX"/>
        </a:p>
      </dgm:t>
    </dgm:pt>
    <dgm:pt modelId="{0462BAE9-5DEF-42B9-8231-090474D986E2}" type="sibTrans" cxnId="{43E37B89-F0E9-4230-980E-6807E8A2D3FE}">
      <dgm:prSet/>
      <dgm:spPr/>
      <dgm:t>
        <a:bodyPr/>
        <a:lstStyle/>
        <a:p>
          <a:endParaRPr lang="es-MX"/>
        </a:p>
      </dgm:t>
    </dgm:pt>
    <dgm:pt modelId="{535BB0A4-B659-40D5-BAF9-1B2C5BBFCB8B}">
      <dgm:prSet/>
      <dgm:spPr/>
      <dgm:t>
        <a:bodyPr/>
        <a:lstStyle/>
        <a:p>
          <a:r>
            <a:rPr lang="es-MX" dirty="0"/>
            <a:t>Hasta por la tasa más baja</a:t>
          </a:r>
        </a:p>
      </dgm:t>
    </dgm:pt>
    <dgm:pt modelId="{05AD75AF-88EA-4035-8073-173F7D34118B}" type="parTrans" cxnId="{B1E62CA4-88EF-4999-AC1F-BEE85051064B}">
      <dgm:prSet/>
      <dgm:spPr/>
      <dgm:t>
        <a:bodyPr/>
        <a:lstStyle/>
        <a:p>
          <a:endParaRPr lang="es-MX"/>
        </a:p>
      </dgm:t>
    </dgm:pt>
    <dgm:pt modelId="{F9D1CF92-FA0B-4282-AFD5-6DA587D0294F}" type="sibTrans" cxnId="{B1E62CA4-88EF-4999-AC1F-BEE85051064B}">
      <dgm:prSet/>
      <dgm:spPr/>
      <dgm:t>
        <a:bodyPr/>
        <a:lstStyle/>
        <a:p>
          <a:endParaRPr lang="es-MX"/>
        </a:p>
      </dgm:t>
    </dgm:pt>
    <dgm:pt modelId="{81928668-30CF-40A0-8FBA-6D0F5D077A37}">
      <dgm:prSet/>
      <dgm:spPr/>
      <dgm:t>
        <a:bodyPr/>
        <a:lstStyle/>
        <a:p>
          <a:r>
            <a:rPr lang="es-MX" dirty="0"/>
            <a:t>En la porción del préstamo otorgado</a:t>
          </a:r>
        </a:p>
      </dgm:t>
    </dgm:pt>
    <dgm:pt modelId="{E37136F0-FF67-420B-B86B-2946498E310A}" type="parTrans" cxnId="{3C3A5B3C-1369-4AA7-8662-17A671BB0454}">
      <dgm:prSet/>
      <dgm:spPr/>
      <dgm:t>
        <a:bodyPr/>
        <a:lstStyle/>
        <a:p>
          <a:endParaRPr lang="es-MX"/>
        </a:p>
      </dgm:t>
    </dgm:pt>
    <dgm:pt modelId="{08A7BD5A-F3A6-4672-B76D-33D343ABAAF5}" type="sibTrans" cxnId="{3C3A5B3C-1369-4AA7-8662-17A671BB0454}">
      <dgm:prSet/>
      <dgm:spPr/>
      <dgm:t>
        <a:bodyPr/>
        <a:lstStyle/>
        <a:p>
          <a:endParaRPr lang="es-MX"/>
        </a:p>
      </dgm:t>
    </dgm:pt>
    <dgm:pt modelId="{776EAA52-AF2E-41AF-ACB6-04192763707D}">
      <dgm:prSet/>
      <dgm:spPr/>
      <dgm:t>
        <a:bodyPr/>
        <a:lstStyle/>
        <a:p>
          <a:r>
            <a:rPr lang="es-MX" dirty="0"/>
            <a:t>Entregar comprobante a quién se otorgó el préstamo</a:t>
          </a:r>
        </a:p>
      </dgm:t>
    </dgm:pt>
    <dgm:pt modelId="{C66D7BAB-FC9B-427B-919C-2CC080E5C565}" type="parTrans" cxnId="{EDA70633-2FE0-4C43-B4E6-E5D3361AB9DE}">
      <dgm:prSet/>
      <dgm:spPr/>
      <dgm:t>
        <a:bodyPr/>
        <a:lstStyle/>
        <a:p>
          <a:endParaRPr lang="es-MX"/>
        </a:p>
      </dgm:t>
    </dgm:pt>
    <dgm:pt modelId="{1860090D-854F-45FA-9620-8DCC7344064F}" type="sibTrans" cxnId="{EDA70633-2FE0-4C43-B4E6-E5D3361AB9DE}">
      <dgm:prSet/>
      <dgm:spPr/>
      <dgm:t>
        <a:bodyPr/>
        <a:lstStyle/>
        <a:p>
          <a:endParaRPr lang="es-MX"/>
        </a:p>
      </dgm:t>
    </dgm:pt>
    <dgm:pt modelId="{C20B9333-504D-4430-AA74-F4C2DB54B7E7}">
      <dgm:prSet/>
      <dgm:spPr/>
      <dgm:t>
        <a:bodyPr/>
        <a:lstStyle/>
        <a:p>
          <a:r>
            <a:rPr lang="es-MX" dirty="0"/>
            <a:t>Exceptuados</a:t>
          </a:r>
        </a:p>
      </dgm:t>
    </dgm:pt>
    <dgm:pt modelId="{B65C314A-AAAC-4A25-A963-CEEA2DA8CD05}" type="parTrans" cxnId="{8296CB8D-AA3D-490E-9C43-C6F8BE611A41}">
      <dgm:prSet/>
      <dgm:spPr/>
      <dgm:t>
        <a:bodyPr/>
        <a:lstStyle/>
        <a:p>
          <a:endParaRPr lang="es-MX"/>
        </a:p>
      </dgm:t>
    </dgm:pt>
    <dgm:pt modelId="{40E40C37-FB1F-48F2-A5AB-AB69F5FEDECC}" type="sibTrans" cxnId="{8296CB8D-AA3D-490E-9C43-C6F8BE611A41}">
      <dgm:prSet/>
      <dgm:spPr/>
      <dgm:t>
        <a:bodyPr/>
        <a:lstStyle/>
        <a:p>
          <a:endParaRPr lang="es-MX"/>
        </a:p>
      </dgm:t>
    </dgm:pt>
    <dgm:pt modelId="{8A455293-8C0B-4E62-B505-4CAB497880AE}">
      <dgm:prSet/>
      <dgm:spPr/>
      <dgm:t>
        <a:bodyPr/>
        <a:lstStyle/>
        <a:p>
          <a:r>
            <a:rPr lang="es-MX" dirty="0"/>
            <a:t>Instituciones de Crédito, SOFOMES y Organizaciones Auxiliares del Crédito</a:t>
          </a:r>
        </a:p>
      </dgm:t>
    </dgm:pt>
    <dgm:pt modelId="{3E72E4BB-CF7A-401E-944A-E35A4D01C290}" type="parTrans" cxnId="{99536844-368C-4613-B3C0-FAB324DE695E}">
      <dgm:prSet/>
      <dgm:spPr/>
      <dgm:t>
        <a:bodyPr/>
        <a:lstStyle/>
        <a:p>
          <a:endParaRPr lang="es-MX"/>
        </a:p>
      </dgm:t>
    </dgm:pt>
    <dgm:pt modelId="{54514AFB-F39F-4D8C-9DAD-EA3EAFB345BA}" type="sibTrans" cxnId="{99536844-368C-4613-B3C0-FAB324DE695E}">
      <dgm:prSet/>
      <dgm:spPr/>
      <dgm:t>
        <a:bodyPr/>
        <a:lstStyle/>
        <a:p>
          <a:endParaRPr lang="es-MX"/>
        </a:p>
      </dgm:t>
    </dgm:pt>
    <dgm:pt modelId="{4A46DAF1-5A53-4AF0-B066-2E73DB5EFA09}">
      <dgm:prSet/>
      <dgm:spPr/>
      <dgm:t>
        <a:bodyPr/>
        <a:lstStyle/>
        <a:p>
          <a:r>
            <a:rPr lang="es-MX" dirty="0"/>
            <a:t>Proporcional al monto deducible de la inversión</a:t>
          </a:r>
        </a:p>
      </dgm:t>
    </dgm:pt>
    <dgm:pt modelId="{DBB0CE73-298C-4EF2-B6F1-46AB1B643415}" type="parTrans" cxnId="{27F4C1A4-5CB8-4BCC-BEEE-DF032AB4B5CC}">
      <dgm:prSet/>
      <dgm:spPr/>
      <dgm:t>
        <a:bodyPr/>
        <a:lstStyle/>
        <a:p>
          <a:endParaRPr lang="es-MX"/>
        </a:p>
      </dgm:t>
    </dgm:pt>
    <dgm:pt modelId="{38336648-FA02-46C8-A73F-DEB71283B553}" type="sibTrans" cxnId="{27F4C1A4-5CB8-4BCC-BEEE-DF032AB4B5CC}">
      <dgm:prSet/>
      <dgm:spPr/>
      <dgm:t>
        <a:bodyPr/>
        <a:lstStyle/>
        <a:p>
          <a:endParaRPr lang="es-MX"/>
        </a:p>
      </dgm:t>
    </dgm:pt>
    <dgm:pt modelId="{74798059-FDD0-4E66-BB93-D46A7010CEF8}">
      <dgm:prSet/>
      <dgm:spPr/>
      <dgm:t>
        <a:bodyPr/>
        <a:lstStyle/>
        <a:p>
          <a:r>
            <a:rPr lang="es-MX" dirty="0"/>
            <a:t>Hasta su pago si son a Personas Físicas residentes</a:t>
          </a:r>
        </a:p>
      </dgm:t>
    </dgm:pt>
    <dgm:pt modelId="{DC6925DB-42CF-42A0-B80D-6EE307022A6A}" type="parTrans" cxnId="{54F3F037-6ADD-4FCA-905C-A4FDBFAFE702}">
      <dgm:prSet/>
      <dgm:spPr/>
      <dgm:t>
        <a:bodyPr/>
        <a:lstStyle/>
        <a:p>
          <a:endParaRPr lang="es-MX"/>
        </a:p>
      </dgm:t>
    </dgm:pt>
    <dgm:pt modelId="{B177E603-85B9-4951-B7FE-6B9084F0FEEA}" type="sibTrans" cxnId="{54F3F037-6ADD-4FCA-905C-A4FDBFAFE702}">
      <dgm:prSet/>
      <dgm:spPr/>
      <dgm:t>
        <a:bodyPr/>
        <a:lstStyle/>
        <a:p>
          <a:endParaRPr lang="es-MX"/>
        </a:p>
      </dgm:t>
    </dgm:pt>
    <dgm:pt modelId="{BED0E866-79FD-4A8B-A395-F29577C065B3}">
      <dgm:prSet custT="1"/>
      <dgm:spPr/>
      <dgm:t>
        <a:bodyPr/>
        <a:lstStyle/>
        <a:p>
          <a:r>
            <a:rPr lang="es-ES" sz="1200" kern="1200" dirty="0"/>
            <a:t>Limitante 30% Utilidad Fiscal Ajustada</a:t>
          </a:r>
        </a:p>
        <a:p>
          <a:r>
            <a:rPr lang="es-ES" sz="1000" kern="1200" dirty="0">
              <a:solidFill>
                <a:prstClr val="white"/>
              </a:solidFill>
              <a:latin typeface="Calibri" panose="020F0502020204030204"/>
              <a:ea typeface="+mn-ea"/>
              <a:cs typeface="+mn-cs"/>
            </a:rPr>
            <a:t>LISR 28-XXXII</a:t>
          </a:r>
          <a:endParaRPr lang="es-MX" sz="1000" kern="1200" dirty="0">
            <a:solidFill>
              <a:prstClr val="white"/>
            </a:solidFill>
            <a:latin typeface="Calibri" panose="020F0502020204030204"/>
            <a:ea typeface="+mn-ea"/>
            <a:cs typeface="+mn-cs"/>
          </a:endParaRPr>
        </a:p>
      </dgm:t>
    </dgm:pt>
    <dgm:pt modelId="{77BB5B53-B8C0-4677-8EDB-51A10ECDA561}" type="parTrans" cxnId="{E104010D-A11D-4895-8EB1-6510F7D1A251}">
      <dgm:prSet/>
      <dgm:spPr/>
      <dgm:t>
        <a:bodyPr/>
        <a:lstStyle/>
        <a:p>
          <a:endParaRPr lang="es-MX"/>
        </a:p>
      </dgm:t>
    </dgm:pt>
    <dgm:pt modelId="{373F8262-D655-483C-9239-587123969B74}" type="sibTrans" cxnId="{E104010D-A11D-4895-8EB1-6510F7D1A251}">
      <dgm:prSet/>
      <dgm:spPr/>
      <dgm:t>
        <a:bodyPr/>
        <a:lstStyle/>
        <a:p>
          <a:endParaRPr lang="es-MX"/>
        </a:p>
      </dgm:t>
    </dgm:pt>
    <dgm:pt modelId="{9E300FAE-FD50-47D5-8A03-75FB8394BA05}" type="pres">
      <dgm:prSet presAssocID="{72EF35F0-E15B-43CF-8A95-E1B864B66D10}" presName="Name0" presStyleCnt="0">
        <dgm:presLayoutVars>
          <dgm:chPref val="1"/>
          <dgm:dir/>
          <dgm:animOne val="branch"/>
          <dgm:animLvl val="lvl"/>
          <dgm:resizeHandles val="exact"/>
        </dgm:presLayoutVars>
      </dgm:prSet>
      <dgm:spPr/>
    </dgm:pt>
    <dgm:pt modelId="{718E4E02-668E-4200-A483-EF678899831B}" type="pres">
      <dgm:prSet presAssocID="{61D3F498-D12B-48C5-99D7-E7F89D9D0CB5}" presName="root1" presStyleCnt="0"/>
      <dgm:spPr/>
    </dgm:pt>
    <dgm:pt modelId="{DB478AB2-ACFA-4614-96C4-63F7933B2A64}" type="pres">
      <dgm:prSet presAssocID="{61D3F498-D12B-48C5-99D7-E7F89D9D0CB5}" presName="LevelOneTextNode" presStyleLbl="node0" presStyleIdx="0" presStyleCnt="1">
        <dgm:presLayoutVars>
          <dgm:chPref val="3"/>
        </dgm:presLayoutVars>
      </dgm:prSet>
      <dgm:spPr/>
    </dgm:pt>
    <dgm:pt modelId="{D3B4DD3B-1A7B-4E94-9294-F72EEBD068BE}" type="pres">
      <dgm:prSet presAssocID="{61D3F498-D12B-48C5-99D7-E7F89D9D0CB5}" presName="level2hierChild" presStyleCnt="0"/>
      <dgm:spPr/>
    </dgm:pt>
    <dgm:pt modelId="{3BF3A337-ED7A-4571-803D-6BB78E56721F}" type="pres">
      <dgm:prSet presAssocID="{2D16D9A6-EBC8-4779-A12D-C10542800B28}" presName="conn2-1" presStyleLbl="parChTrans1D2" presStyleIdx="0" presStyleCnt="5"/>
      <dgm:spPr/>
    </dgm:pt>
    <dgm:pt modelId="{422399BD-680C-4DF9-8D77-9741962C7AD2}" type="pres">
      <dgm:prSet presAssocID="{2D16D9A6-EBC8-4779-A12D-C10542800B28}" presName="connTx" presStyleLbl="parChTrans1D2" presStyleIdx="0" presStyleCnt="5"/>
      <dgm:spPr/>
    </dgm:pt>
    <dgm:pt modelId="{3440132A-CA02-4C3B-8ED5-CC87F3FE73BA}" type="pres">
      <dgm:prSet presAssocID="{276E0EAE-EF0B-49A3-BB14-21F795BCDD23}" presName="root2" presStyleCnt="0"/>
      <dgm:spPr/>
    </dgm:pt>
    <dgm:pt modelId="{8E83F4D3-583D-428B-A5FC-5A5175CBD5B3}" type="pres">
      <dgm:prSet presAssocID="{276E0EAE-EF0B-49A3-BB14-21F795BCDD23}" presName="LevelTwoTextNode" presStyleLbl="node2" presStyleIdx="0" presStyleCnt="5">
        <dgm:presLayoutVars>
          <dgm:chPref val="3"/>
        </dgm:presLayoutVars>
      </dgm:prSet>
      <dgm:spPr/>
    </dgm:pt>
    <dgm:pt modelId="{6F884123-1122-4082-9565-7EF1B306DA15}" type="pres">
      <dgm:prSet presAssocID="{276E0EAE-EF0B-49A3-BB14-21F795BCDD23}" presName="level3hierChild" presStyleCnt="0"/>
      <dgm:spPr/>
    </dgm:pt>
    <dgm:pt modelId="{BF6F63CA-98A2-4ACE-B1F6-030A761DDDF6}" type="pres">
      <dgm:prSet presAssocID="{E859850C-9AB6-4235-A0E4-C70D85F4F378}" presName="conn2-1" presStyleLbl="parChTrans1D3" presStyleIdx="0" presStyleCnt="3"/>
      <dgm:spPr/>
    </dgm:pt>
    <dgm:pt modelId="{4298B2D1-E908-4CAF-9173-EDB82E803B06}" type="pres">
      <dgm:prSet presAssocID="{E859850C-9AB6-4235-A0E4-C70D85F4F378}" presName="connTx" presStyleLbl="parChTrans1D3" presStyleIdx="0" presStyleCnt="3"/>
      <dgm:spPr/>
    </dgm:pt>
    <dgm:pt modelId="{2E8D9AB1-44F7-431F-97DA-7D05B5601D82}" type="pres">
      <dgm:prSet presAssocID="{ABB560D9-2FDE-42D6-A8A4-FC47646B2996}" presName="root2" presStyleCnt="0"/>
      <dgm:spPr/>
    </dgm:pt>
    <dgm:pt modelId="{AC876DB3-BAB5-4480-8C98-2E0194CEE545}" type="pres">
      <dgm:prSet presAssocID="{ABB560D9-2FDE-42D6-A8A4-FC47646B2996}" presName="LevelTwoTextNode" presStyleLbl="node3" presStyleIdx="0" presStyleCnt="3">
        <dgm:presLayoutVars>
          <dgm:chPref val="3"/>
        </dgm:presLayoutVars>
      </dgm:prSet>
      <dgm:spPr/>
    </dgm:pt>
    <dgm:pt modelId="{D45E70E2-ECCD-4514-92B6-299F14CEAD38}" type="pres">
      <dgm:prSet presAssocID="{ABB560D9-2FDE-42D6-A8A4-FC47646B2996}" presName="level3hierChild" presStyleCnt="0"/>
      <dgm:spPr/>
    </dgm:pt>
    <dgm:pt modelId="{72C6BCD5-198D-490F-96A9-17C809147F22}" type="pres">
      <dgm:prSet presAssocID="{6AD77E3E-B84F-47C7-B723-89ACA35465BC}" presName="conn2-1" presStyleLbl="parChTrans1D3" presStyleIdx="1" presStyleCnt="3"/>
      <dgm:spPr/>
    </dgm:pt>
    <dgm:pt modelId="{B08603B0-D6C9-45B6-9BC3-7C530E7C5F90}" type="pres">
      <dgm:prSet presAssocID="{6AD77E3E-B84F-47C7-B723-89ACA35465BC}" presName="connTx" presStyleLbl="parChTrans1D3" presStyleIdx="1" presStyleCnt="3"/>
      <dgm:spPr/>
    </dgm:pt>
    <dgm:pt modelId="{D748F9F4-4FD0-4613-A2D2-A07144FC0524}" type="pres">
      <dgm:prSet presAssocID="{BB7D0524-FC0B-4127-91E7-DF1BF6145015}" presName="root2" presStyleCnt="0"/>
      <dgm:spPr/>
    </dgm:pt>
    <dgm:pt modelId="{5D360116-4207-4680-BFC6-5A45EB2F7C08}" type="pres">
      <dgm:prSet presAssocID="{BB7D0524-FC0B-4127-91E7-DF1BF6145015}" presName="LevelTwoTextNode" presStyleLbl="node3" presStyleIdx="1" presStyleCnt="3">
        <dgm:presLayoutVars>
          <dgm:chPref val="3"/>
        </dgm:presLayoutVars>
      </dgm:prSet>
      <dgm:spPr/>
    </dgm:pt>
    <dgm:pt modelId="{FF15D881-5544-40FB-B8B5-AB442808A334}" type="pres">
      <dgm:prSet presAssocID="{BB7D0524-FC0B-4127-91E7-DF1BF6145015}" presName="level3hierChild" presStyleCnt="0"/>
      <dgm:spPr/>
    </dgm:pt>
    <dgm:pt modelId="{AE225884-E2F8-420F-98A2-F557A4D401CE}" type="pres">
      <dgm:prSet presAssocID="{05AD75AF-88EA-4035-8073-173F7D34118B}" presName="conn2-1" presStyleLbl="parChTrans1D4" presStyleIdx="0" presStyleCnt="5"/>
      <dgm:spPr/>
    </dgm:pt>
    <dgm:pt modelId="{A72D5FBF-94E6-4B7F-98E0-F6C672FB4C75}" type="pres">
      <dgm:prSet presAssocID="{05AD75AF-88EA-4035-8073-173F7D34118B}" presName="connTx" presStyleLbl="parChTrans1D4" presStyleIdx="0" presStyleCnt="5"/>
      <dgm:spPr/>
    </dgm:pt>
    <dgm:pt modelId="{8A976890-4F58-4714-BDCE-7D3C6073DD0A}" type="pres">
      <dgm:prSet presAssocID="{535BB0A4-B659-40D5-BAF9-1B2C5BBFCB8B}" presName="root2" presStyleCnt="0"/>
      <dgm:spPr/>
    </dgm:pt>
    <dgm:pt modelId="{B6DA1D5F-5A0C-4736-804A-9D9E877F5458}" type="pres">
      <dgm:prSet presAssocID="{535BB0A4-B659-40D5-BAF9-1B2C5BBFCB8B}" presName="LevelTwoTextNode" presStyleLbl="node4" presStyleIdx="0" presStyleCnt="5">
        <dgm:presLayoutVars>
          <dgm:chPref val="3"/>
        </dgm:presLayoutVars>
      </dgm:prSet>
      <dgm:spPr/>
    </dgm:pt>
    <dgm:pt modelId="{ACB50C1B-0C3C-4E09-95C7-588C7010B53C}" type="pres">
      <dgm:prSet presAssocID="{535BB0A4-B659-40D5-BAF9-1B2C5BBFCB8B}" presName="level3hierChild" presStyleCnt="0"/>
      <dgm:spPr/>
    </dgm:pt>
    <dgm:pt modelId="{FFDEB54E-CD86-4A34-8A0A-54EC60680AC6}" type="pres">
      <dgm:prSet presAssocID="{E37136F0-FF67-420B-B86B-2946498E310A}" presName="conn2-1" presStyleLbl="parChTrans1D4" presStyleIdx="1" presStyleCnt="5"/>
      <dgm:spPr/>
    </dgm:pt>
    <dgm:pt modelId="{699A8375-FFA8-40F4-A995-64B3C2FE5812}" type="pres">
      <dgm:prSet presAssocID="{E37136F0-FF67-420B-B86B-2946498E310A}" presName="connTx" presStyleLbl="parChTrans1D4" presStyleIdx="1" presStyleCnt="5"/>
      <dgm:spPr/>
    </dgm:pt>
    <dgm:pt modelId="{B5E7E788-3311-4C92-B195-038FA63B68E3}" type="pres">
      <dgm:prSet presAssocID="{81928668-30CF-40A0-8FBA-6D0F5D077A37}" presName="root2" presStyleCnt="0"/>
      <dgm:spPr/>
    </dgm:pt>
    <dgm:pt modelId="{7FB10854-D9EE-4D7F-AAAE-C448A5EC44AF}" type="pres">
      <dgm:prSet presAssocID="{81928668-30CF-40A0-8FBA-6D0F5D077A37}" presName="LevelTwoTextNode" presStyleLbl="node4" presStyleIdx="1" presStyleCnt="5">
        <dgm:presLayoutVars>
          <dgm:chPref val="3"/>
        </dgm:presLayoutVars>
      </dgm:prSet>
      <dgm:spPr/>
    </dgm:pt>
    <dgm:pt modelId="{50D5F173-3C24-4230-9296-E661F04947C3}" type="pres">
      <dgm:prSet presAssocID="{81928668-30CF-40A0-8FBA-6D0F5D077A37}" presName="level3hierChild" presStyleCnt="0"/>
      <dgm:spPr/>
    </dgm:pt>
    <dgm:pt modelId="{E43AF941-4C27-47D9-8F74-3AF33249FC87}" type="pres">
      <dgm:prSet presAssocID="{C66D7BAB-FC9B-427B-919C-2CC080E5C565}" presName="conn2-1" presStyleLbl="parChTrans1D4" presStyleIdx="2" presStyleCnt="5"/>
      <dgm:spPr/>
    </dgm:pt>
    <dgm:pt modelId="{263B9D73-1453-4D60-82C9-44924CA4E39F}" type="pres">
      <dgm:prSet presAssocID="{C66D7BAB-FC9B-427B-919C-2CC080E5C565}" presName="connTx" presStyleLbl="parChTrans1D4" presStyleIdx="2" presStyleCnt="5"/>
      <dgm:spPr/>
    </dgm:pt>
    <dgm:pt modelId="{7F67CB9A-D29B-4DC7-AF4D-C815D02CE4C6}" type="pres">
      <dgm:prSet presAssocID="{776EAA52-AF2E-41AF-ACB6-04192763707D}" presName="root2" presStyleCnt="0"/>
      <dgm:spPr/>
    </dgm:pt>
    <dgm:pt modelId="{B89417AC-1D85-4665-891C-E881887F4C66}" type="pres">
      <dgm:prSet presAssocID="{776EAA52-AF2E-41AF-ACB6-04192763707D}" presName="LevelTwoTextNode" presStyleLbl="node4" presStyleIdx="2" presStyleCnt="5">
        <dgm:presLayoutVars>
          <dgm:chPref val="3"/>
        </dgm:presLayoutVars>
      </dgm:prSet>
      <dgm:spPr/>
    </dgm:pt>
    <dgm:pt modelId="{7FD9877A-2650-4AD5-ADDB-64EB0DC5C34A}" type="pres">
      <dgm:prSet presAssocID="{776EAA52-AF2E-41AF-ACB6-04192763707D}" presName="level3hierChild" presStyleCnt="0"/>
      <dgm:spPr/>
    </dgm:pt>
    <dgm:pt modelId="{CF2B7A72-DB06-47F1-A17A-C884464E349A}" type="pres">
      <dgm:prSet presAssocID="{B65C314A-AAAC-4A25-A963-CEEA2DA8CD05}" presName="conn2-1" presStyleLbl="parChTrans1D4" presStyleIdx="3" presStyleCnt="5"/>
      <dgm:spPr/>
    </dgm:pt>
    <dgm:pt modelId="{AD37519D-22BC-49DF-9561-D056A80FC671}" type="pres">
      <dgm:prSet presAssocID="{B65C314A-AAAC-4A25-A963-CEEA2DA8CD05}" presName="connTx" presStyleLbl="parChTrans1D4" presStyleIdx="3" presStyleCnt="5"/>
      <dgm:spPr/>
    </dgm:pt>
    <dgm:pt modelId="{6596EF33-1151-4C9E-B49D-201AA698C23E}" type="pres">
      <dgm:prSet presAssocID="{C20B9333-504D-4430-AA74-F4C2DB54B7E7}" presName="root2" presStyleCnt="0"/>
      <dgm:spPr/>
    </dgm:pt>
    <dgm:pt modelId="{F18FA624-7148-4473-B2A2-494B7F40005C}" type="pres">
      <dgm:prSet presAssocID="{C20B9333-504D-4430-AA74-F4C2DB54B7E7}" presName="LevelTwoTextNode" presStyleLbl="node4" presStyleIdx="3" presStyleCnt="5">
        <dgm:presLayoutVars>
          <dgm:chPref val="3"/>
        </dgm:presLayoutVars>
      </dgm:prSet>
      <dgm:spPr/>
    </dgm:pt>
    <dgm:pt modelId="{F7926E60-8F37-497A-9E51-67A6F93B01B1}" type="pres">
      <dgm:prSet presAssocID="{C20B9333-504D-4430-AA74-F4C2DB54B7E7}" presName="level3hierChild" presStyleCnt="0"/>
      <dgm:spPr/>
    </dgm:pt>
    <dgm:pt modelId="{3CD23141-D031-41ED-B787-93377F34DAA6}" type="pres">
      <dgm:prSet presAssocID="{3E72E4BB-CF7A-401E-944A-E35A4D01C290}" presName="conn2-1" presStyleLbl="parChTrans1D4" presStyleIdx="4" presStyleCnt="5"/>
      <dgm:spPr/>
    </dgm:pt>
    <dgm:pt modelId="{F8F3B27E-1A52-41D4-A1C2-47F181A621E9}" type="pres">
      <dgm:prSet presAssocID="{3E72E4BB-CF7A-401E-944A-E35A4D01C290}" presName="connTx" presStyleLbl="parChTrans1D4" presStyleIdx="4" presStyleCnt="5"/>
      <dgm:spPr/>
    </dgm:pt>
    <dgm:pt modelId="{AA4A2D27-C6C4-4439-9DBF-222A4AEBAE2C}" type="pres">
      <dgm:prSet presAssocID="{8A455293-8C0B-4E62-B505-4CAB497880AE}" presName="root2" presStyleCnt="0"/>
      <dgm:spPr/>
    </dgm:pt>
    <dgm:pt modelId="{0C076FC6-E6E3-41F0-BCF8-F63E6273F4BB}" type="pres">
      <dgm:prSet presAssocID="{8A455293-8C0B-4E62-B505-4CAB497880AE}" presName="LevelTwoTextNode" presStyleLbl="node4" presStyleIdx="4" presStyleCnt="5">
        <dgm:presLayoutVars>
          <dgm:chPref val="3"/>
        </dgm:presLayoutVars>
      </dgm:prSet>
      <dgm:spPr/>
    </dgm:pt>
    <dgm:pt modelId="{CD562059-D2CE-4D70-8ED4-AF1CA2ACDAE7}" type="pres">
      <dgm:prSet presAssocID="{8A455293-8C0B-4E62-B505-4CAB497880AE}" presName="level3hierChild" presStyleCnt="0"/>
      <dgm:spPr/>
    </dgm:pt>
    <dgm:pt modelId="{97DE6806-A0A2-4573-965C-5037A123163A}" type="pres">
      <dgm:prSet presAssocID="{97983A56-81E9-4B33-BFD4-6026DD32B527}" presName="conn2-1" presStyleLbl="parChTrans1D2" presStyleIdx="1" presStyleCnt="5"/>
      <dgm:spPr/>
    </dgm:pt>
    <dgm:pt modelId="{8ECE8458-7AE6-4C21-8A9A-C354FDA19D31}" type="pres">
      <dgm:prSet presAssocID="{97983A56-81E9-4B33-BFD4-6026DD32B527}" presName="connTx" presStyleLbl="parChTrans1D2" presStyleIdx="1" presStyleCnt="5"/>
      <dgm:spPr/>
    </dgm:pt>
    <dgm:pt modelId="{9C11C880-D43D-411E-A552-18237036EB1B}" type="pres">
      <dgm:prSet presAssocID="{1577105A-4F22-40C4-9152-98206D9FB4D5}" presName="root2" presStyleCnt="0"/>
      <dgm:spPr/>
    </dgm:pt>
    <dgm:pt modelId="{E763A5B8-AC87-405F-A21F-969BDFBB8B02}" type="pres">
      <dgm:prSet presAssocID="{1577105A-4F22-40C4-9152-98206D9FB4D5}" presName="LevelTwoTextNode" presStyleLbl="node2" presStyleIdx="1" presStyleCnt="5">
        <dgm:presLayoutVars>
          <dgm:chPref val="3"/>
        </dgm:presLayoutVars>
      </dgm:prSet>
      <dgm:spPr/>
    </dgm:pt>
    <dgm:pt modelId="{285D19BD-4ABB-4E04-A3CF-A84F987A2556}" type="pres">
      <dgm:prSet presAssocID="{1577105A-4F22-40C4-9152-98206D9FB4D5}" presName="level3hierChild" presStyleCnt="0"/>
      <dgm:spPr/>
    </dgm:pt>
    <dgm:pt modelId="{21096709-54BA-4D81-83AC-ABCFAB258044}" type="pres">
      <dgm:prSet presAssocID="{DBB0CE73-298C-4EF2-B6F1-46AB1B643415}" presName="conn2-1" presStyleLbl="parChTrans1D3" presStyleIdx="2" presStyleCnt="3"/>
      <dgm:spPr/>
    </dgm:pt>
    <dgm:pt modelId="{FFF83AD5-7EAE-439B-965E-897E693D9EDD}" type="pres">
      <dgm:prSet presAssocID="{DBB0CE73-298C-4EF2-B6F1-46AB1B643415}" presName="connTx" presStyleLbl="parChTrans1D3" presStyleIdx="2" presStyleCnt="3"/>
      <dgm:spPr/>
    </dgm:pt>
    <dgm:pt modelId="{515BB9E7-677C-47FE-991A-6D4C7E266016}" type="pres">
      <dgm:prSet presAssocID="{4A46DAF1-5A53-4AF0-B066-2E73DB5EFA09}" presName="root2" presStyleCnt="0"/>
      <dgm:spPr/>
    </dgm:pt>
    <dgm:pt modelId="{33013B72-7F28-426B-9B60-178095607BEC}" type="pres">
      <dgm:prSet presAssocID="{4A46DAF1-5A53-4AF0-B066-2E73DB5EFA09}" presName="LevelTwoTextNode" presStyleLbl="node3" presStyleIdx="2" presStyleCnt="3">
        <dgm:presLayoutVars>
          <dgm:chPref val="3"/>
        </dgm:presLayoutVars>
      </dgm:prSet>
      <dgm:spPr/>
    </dgm:pt>
    <dgm:pt modelId="{230C7BD8-BF55-4AC2-ACE2-A9653483A212}" type="pres">
      <dgm:prSet presAssocID="{4A46DAF1-5A53-4AF0-B066-2E73DB5EFA09}" presName="level3hierChild" presStyleCnt="0"/>
      <dgm:spPr/>
    </dgm:pt>
    <dgm:pt modelId="{3C586A4A-D002-4AEC-A938-BD178FA130DA}" type="pres">
      <dgm:prSet presAssocID="{8943F084-04E0-4DDA-814F-C95FBB33E9D7}" presName="conn2-1" presStyleLbl="parChTrans1D2" presStyleIdx="2" presStyleCnt="5"/>
      <dgm:spPr/>
    </dgm:pt>
    <dgm:pt modelId="{7A1D3BE8-DAD8-4933-9043-63450F4ECAE9}" type="pres">
      <dgm:prSet presAssocID="{8943F084-04E0-4DDA-814F-C95FBB33E9D7}" presName="connTx" presStyleLbl="parChTrans1D2" presStyleIdx="2" presStyleCnt="5"/>
      <dgm:spPr/>
    </dgm:pt>
    <dgm:pt modelId="{362D28DB-BA5B-49E8-B368-7E8E17302462}" type="pres">
      <dgm:prSet presAssocID="{F77C2FD4-4C9C-4B9A-8D68-F9BF2A2C5237}" presName="root2" presStyleCnt="0"/>
      <dgm:spPr/>
    </dgm:pt>
    <dgm:pt modelId="{F5BCDB10-9A38-4D44-B393-410ADBF8AB59}" type="pres">
      <dgm:prSet presAssocID="{F77C2FD4-4C9C-4B9A-8D68-F9BF2A2C5237}" presName="LevelTwoTextNode" presStyleLbl="node2" presStyleIdx="2" presStyleCnt="5">
        <dgm:presLayoutVars>
          <dgm:chPref val="3"/>
        </dgm:presLayoutVars>
      </dgm:prSet>
      <dgm:spPr/>
    </dgm:pt>
    <dgm:pt modelId="{BC20B1EE-3139-41B6-9F77-14088961FB57}" type="pres">
      <dgm:prSet presAssocID="{F77C2FD4-4C9C-4B9A-8D68-F9BF2A2C5237}" presName="level3hierChild" presStyleCnt="0"/>
      <dgm:spPr/>
    </dgm:pt>
    <dgm:pt modelId="{BA2F4163-B7C3-4F7F-A4B9-D5787B6CB85C}" type="pres">
      <dgm:prSet presAssocID="{DC6925DB-42CF-42A0-B80D-6EE307022A6A}" presName="conn2-1" presStyleLbl="parChTrans1D2" presStyleIdx="3" presStyleCnt="5"/>
      <dgm:spPr/>
    </dgm:pt>
    <dgm:pt modelId="{1F6EA253-4764-4F4C-B5A2-ACD89FB13A61}" type="pres">
      <dgm:prSet presAssocID="{DC6925DB-42CF-42A0-B80D-6EE307022A6A}" presName="connTx" presStyleLbl="parChTrans1D2" presStyleIdx="3" presStyleCnt="5"/>
      <dgm:spPr/>
    </dgm:pt>
    <dgm:pt modelId="{5B802248-EF2B-4B8A-A036-45E892FB49CD}" type="pres">
      <dgm:prSet presAssocID="{74798059-FDD0-4E66-BB93-D46A7010CEF8}" presName="root2" presStyleCnt="0"/>
      <dgm:spPr/>
    </dgm:pt>
    <dgm:pt modelId="{DE96DD5D-5B17-4A06-85D8-2085FEA68DFF}" type="pres">
      <dgm:prSet presAssocID="{74798059-FDD0-4E66-BB93-D46A7010CEF8}" presName="LevelTwoTextNode" presStyleLbl="node2" presStyleIdx="3" presStyleCnt="5">
        <dgm:presLayoutVars>
          <dgm:chPref val="3"/>
        </dgm:presLayoutVars>
      </dgm:prSet>
      <dgm:spPr/>
    </dgm:pt>
    <dgm:pt modelId="{B70FF6A3-E026-45E2-9267-590A6E63D94F}" type="pres">
      <dgm:prSet presAssocID="{74798059-FDD0-4E66-BB93-D46A7010CEF8}" presName="level3hierChild" presStyleCnt="0"/>
      <dgm:spPr/>
    </dgm:pt>
    <dgm:pt modelId="{8AD2F8E3-48FD-4FA4-AA4B-289E2947F752}" type="pres">
      <dgm:prSet presAssocID="{77BB5B53-B8C0-4677-8EDB-51A10ECDA561}" presName="conn2-1" presStyleLbl="parChTrans1D2" presStyleIdx="4" presStyleCnt="5"/>
      <dgm:spPr/>
    </dgm:pt>
    <dgm:pt modelId="{95E203F8-02AB-42E1-9F3E-55DAEFE58049}" type="pres">
      <dgm:prSet presAssocID="{77BB5B53-B8C0-4677-8EDB-51A10ECDA561}" presName="connTx" presStyleLbl="parChTrans1D2" presStyleIdx="4" presStyleCnt="5"/>
      <dgm:spPr/>
    </dgm:pt>
    <dgm:pt modelId="{5AE7541A-2032-4A99-A24C-0B35E15573AE}" type="pres">
      <dgm:prSet presAssocID="{BED0E866-79FD-4A8B-A395-F29577C065B3}" presName="root2" presStyleCnt="0"/>
      <dgm:spPr/>
    </dgm:pt>
    <dgm:pt modelId="{99A9C942-F6C2-4887-AA0B-DE71E33D70BF}" type="pres">
      <dgm:prSet presAssocID="{BED0E866-79FD-4A8B-A395-F29577C065B3}" presName="LevelTwoTextNode" presStyleLbl="node2" presStyleIdx="4" presStyleCnt="5">
        <dgm:presLayoutVars>
          <dgm:chPref val="3"/>
        </dgm:presLayoutVars>
      </dgm:prSet>
      <dgm:spPr/>
    </dgm:pt>
    <dgm:pt modelId="{783C5AE9-691E-445B-ACE1-EE5232293FFB}" type="pres">
      <dgm:prSet presAssocID="{BED0E866-79FD-4A8B-A395-F29577C065B3}" presName="level3hierChild" presStyleCnt="0"/>
      <dgm:spPr/>
    </dgm:pt>
  </dgm:ptLst>
  <dgm:cxnLst>
    <dgm:cxn modelId="{A77EEC00-99F2-7548-83AD-05A4346F4341}" type="presOf" srcId="{4A46DAF1-5A53-4AF0-B066-2E73DB5EFA09}" destId="{33013B72-7F28-426B-9B60-178095607BEC}" srcOrd="0" destOrd="0" presId="urn:microsoft.com/office/officeart/2008/layout/HorizontalMultiLevelHierarchy"/>
    <dgm:cxn modelId="{E104010D-A11D-4895-8EB1-6510F7D1A251}" srcId="{61D3F498-D12B-48C5-99D7-E7F89D9D0CB5}" destId="{BED0E866-79FD-4A8B-A395-F29577C065B3}" srcOrd="4" destOrd="0" parTransId="{77BB5B53-B8C0-4677-8EDB-51A10ECDA561}" sibTransId="{373F8262-D655-483C-9239-587123969B74}"/>
    <dgm:cxn modelId="{76B89414-663A-A345-B705-286440CAF865}" type="presOf" srcId="{8943F084-04E0-4DDA-814F-C95FBB33E9D7}" destId="{3C586A4A-D002-4AEC-A938-BD178FA130DA}" srcOrd="0" destOrd="0" presId="urn:microsoft.com/office/officeart/2008/layout/HorizontalMultiLevelHierarchy"/>
    <dgm:cxn modelId="{CC6D9616-5211-6A41-9E5A-A46A1A7DC65D}" type="presOf" srcId="{74798059-FDD0-4E66-BB93-D46A7010CEF8}" destId="{DE96DD5D-5B17-4A06-85D8-2085FEA68DFF}" srcOrd="0" destOrd="0" presId="urn:microsoft.com/office/officeart/2008/layout/HorizontalMultiLevelHierarchy"/>
    <dgm:cxn modelId="{C9EB581A-D962-4253-BC2C-79F4F081D187}" type="presOf" srcId="{77BB5B53-B8C0-4677-8EDB-51A10ECDA561}" destId="{95E203F8-02AB-42E1-9F3E-55DAEFE58049}" srcOrd="1" destOrd="0" presId="urn:microsoft.com/office/officeart/2008/layout/HorizontalMultiLevelHierarchy"/>
    <dgm:cxn modelId="{15FA6E1B-6854-3F4A-AF79-D6AF2ABEDD4D}" type="presOf" srcId="{05AD75AF-88EA-4035-8073-173F7D34118B}" destId="{AE225884-E2F8-420F-98A2-F557A4D401CE}" srcOrd="0" destOrd="0" presId="urn:microsoft.com/office/officeart/2008/layout/HorizontalMultiLevelHierarchy"/>
    <dgm:cxn modelId="{D3289C1F-1F8A-9A46-9E8F-D8505AC72792}" type="presOf" srcId="{E859850C-9AB6-4235-A0E4-C70D85F4F378}" destId="{4298B2D1-E908-4CAF-9173-EDB82E803B06}" srcOrd="1" destOrd="0" presId="urn:microsoft.com/office/officeart/2008/layout/HorizontalMultiLevelHierarchy"/>
    <dgm:cxn modelId="{AC44E825-B38B-DF43-AA39-89CB8104C79D}" type="presOf" srcId="{535BB0A4-B659-40D5-BAF9-1B2C5BBFCB8B}" destId="{B6DA1D5F-5A0C-4736-804A-9D9E877F5458}" srcOrd="0" destOrd="0" presId="urn:microsoft.com/office/officeart/2008/layout/HorizontalMultiLevelHierarchy"/>
    <dgm:cxn modelId="{56724E2E-F920-6E4F-B60E-D7E019119A6B}" type="presOf" srcId="{E37136F0-FF67-420B-B86B-2946498E310A}" destId="{FFDEB54E-CD86-4A34-8A0A-54EC60680AC6}" srcOrd="0" destOrd="0" presId="urn:microsoft.com/office/officeart/2008/layout/HorizontalMultiLevelHierarchy"/>
    <dgm:cxn modelId="{EDA70633-2FE0-4C43-B4E6-E5D3361AB9DE}" srcId="{BB7D0524-FC0B-4127-91E7-DF1BF6145015}" destId="{776EAA52-AF2E-41AF-ACB6-04192763707D}" srcOrd="2" destOrd="0" parTransId="{C66D7BAB-FC9B-427B-919C-2CC080E5C565}" sibTransId="{1860090D-854F-45FA-9620-8DCC7344064F}"/>
    <dgm:cxn modelId="{B7DD8133-8AC2-492A-BA28-8D4ADAE05B0D}" type="presOf" srcId="{77BB5B53-B8C0-4677-8EDB-51A10ECDA561}" destId="{8AD2F8E3-48FD-4FA4-AA4B-289E2947F752}" srcOrd="0" destOrd="0" presId="urn:microsoft.com/office/officeart/2008/layout/HorizontalMultiLevelHierarchy"/>
    <dgm:cxn modelId="{54F3F037-6ADD-4FCA-905C-A4FDBFAFE702}" srcId="{61D3F498-D12B-48C5-99D7-E7F89D9D0CB5}" destId="{74798059-FDD0-4E66-BB93-D46A7010CEF8}" srcOrd="3" destOrd="0" parTransId="{DC6925DB-42CF-42A0-B80D-6EE307022A6A}" sibTransId="{B177E603-85B9-4951-B7FE-6B9084F0FEEA}"/>
    <dgm:cxn modelId="{203BFF37-D5F9-5147-9476-9C050CC81112}" type="presOf" srcId="{ABB560D9-2FDE-42D6-A8A4-FC47646B2996}" destId="{AC876DB3-BAB5-4480-8C98-2E0194CEE545}" srcOrd="0" destOrd="0" presId="urn:microsoft.com/office/officeart/2008/layout/HorizontalMultiLevelHierarchy"/>
    <dgm:cxn modelId="{C443453A-106E-DB47-B87F-FA39ECEF6D57}" type="presOf" srcId="{81928668-30CF-40A0-8FBA-6D0F5D077A37}" destId="{7FB10854-D9EE-4D7F-AAAE-C448A5EC44AF}" srcOrd="0" destOrd="0" presId="urn:microsoft.com/office/officeart/2008/layout/HorizontalMultiLevelHierarchy"/>
    <dgm:cxn modelId="{3C3A5B3C-1369-4AA7-8662-17A671BB0454}" srcId="{BB7D0524-FC0B-4127-91E7-DF1BF6145015}" destId="{81928668-30CF-40A0-8FBA-6D0F5D077A37}" srcOrd="1" destOrd="0" parTransId="{E37136F0-FF67-420B-B86B-2946498E310A}" sibTransId="{08A7BD5A-F3A6-4672-B76D-33D343ABAAF5}"/>
    <dgm:cxn modelId="{0EC03E40-C1A7-A743-8C57-268A02B38D3B}" type="presOf" srcId="{F77C2FD4-4C9C-4B9A-8D68-F9BF2A2C5237}" destId="{F5BCDB10-9A38-4D44-B393-410ADBF8AB59}" srcOrd="0" destOrd="0" presId="urn:microsoft.com/office/officeart/2008/layout/HorizontalMultiLevelHierarchy"/>
    <dgm:cxn modelId="{A5C8AD5D-D4FD-5E48-98CB-485551863F66}" type="presOf" srcId="{3E72E4BB-CF7A-401E-944A-E35A4D01C290}" destId="{F8F3B27E-1A52-41D4-A1C2-47F181A621E9}" srcOrd="1" destOrd="0" presId="urn:microsoft.com/office/officeart/2008/layout/HorizontalMultiLevelHierarchy"/>
    <dgm:cxn modelId="{0B00D55F-17C1-4F47-8977-CC297BF3FFB7}" srcId="{72EF35F0-E15B-43CF-8A95-E1B864B66D10}" destId="{61D3F498-D12B-48C5-99D7-E7F89D9D0CB5}" srcOrd="0" destOrd="0" parTransId="{A5AE99F2-3C1C-4553-AB07-CBDFB8A3EDD4}" sibTransId="{F8D6C375-5B8F-44D6-B9A7-A499A458E202}"/>
    <dgm:cxn modelId="{D6803C42-B343-3F43-AE13-2F1B36C6FF8F}" type="presOf" srcId="{C66D7BAB-FC9B-427B-919C-2CC080E5C565}" destId="{E43AF941-4C27-47D9-8F74-3AF33249FC87}" srcOrd="0" destOrd="0" presId="urn:microsoft.com/office/officeart/2008/layout/HorizontalMultiLevelHierarchy"/>
    <dgm:cxn modelId="{99536844-368C-4613-B3C0-FAB324DE695E}" srcId="{C20B9333-504D-4430-AA74-F4C2DB54B7E7}" destId="{8A455293-8C0B-4E62-B505-4CAB497880AE}" srcOrd="0" destOrd="0" parTransId="{3E72E4BB-CF7A-401E-944A-E35A4D01C290}" sibTransId="{54514AFB-F39F-4D8C-9DAD-EA3EAFB345BA}"/>
    <dgm:cxn modelId="{DC03B66A-5965-E04A-AEA8-D8AD903075EE}" type="presOf" srcId="{DC6925DB-42CF-42A0-B80D-6EE307022A6A}" destId="{1F6EA253-4764-4F4C-B5A2-ACD89FB13A61}" srcOrd="1" destOrd="0" presId="urn:microsoft.com/office/officeart/2008/layout/HorizontalMultiLevelHierarchy"/>
    <dgm:cxn modelId="{E49CBA53-10F7-4946-936D-B0ECBCBF6C6C}" type="presOf" srcId="{DC6925DB-42CF-42A0-B80D-6EE307022A6A}" destId="{BA2F4163-B7C3-4F7F-A4B9-D5787B6CB85C}" srcOrd="0" destOrd="0" presId="urn:microsoft.com/office/officeart/2008/layout/HorizontalMultiLevelHierarchy"/>
    <dgm:cxn modelId="{309E8258-ECB0-9E45-A67F-C8DE6AEB54A7}" type="presOf" srcId="{E859850C-9AB6-4235-A0E4-C70D85F4F378}" destId="{BF6F63CA-98A2-4ACE-B1F6-030A761DDDF6}" srcOrd="0" destOrd="0" presId="urn:microsoft.com/office/officeart/2008/layout/HorizontalMultiLevelHierarchy"/>
    <dgm:cxn modelId="{0B1D2C59-52D4-4848-89A7-2796C69438A0}" type="presOf" srcId="{DBB0CE73-298C-4EF2-B6F1-46AB1B643415}" destId="{21096709-54BA-4D81-83AC-ABCFAB258044}" srcOrd="0" destOrd="0" presId="urn:microsoft.com/office/officeart/2008/layout/HorizontalMultiLevelHierarchy"/>
    <dgm:cxn modelId="{B73C9C59-E88C-F248-9008-8397E7D191FC}" type="presOf" srcId="{3E72E4BB-CF7A-401E-944A-E35A4D01C290}" destId="{3CD23141-D031-41ED-B787-93377F34DAA6}" srcOrd="0" destOrd="0" presId="urn:microsoft.com/office/officeart/2008/layout/HorizontalMultiLevelHierarchy"/>
    <dgm:cxn modelId="{41EB595A-16C7-4C36-BA26-A54116B558F9}" srcId="{61D3F498-D12B-48C5-99D7-E7F89D9D0CB5}" destId="{1577105A-4F22-40C4-9152-98206D9FB4D5}" srcOrd="1" destOrd="0" parTransId="{97983A56-81E9-4B33-BFD4-6026DD32B527}" sibTransId="{5338D63F-E74D-409F-9C40-0164913D1241}"/>
    <dgm:cxn modelId="{F46BDF7C-9F43-4917-A553-47A19E5CDE8A}" srcId="{61D3F498-D12B-48C5-99D7-E7F89D9D0CB5}" destId="{276E0EAE-EF0B-49A3-BB14-21F795BCDD23}" srcOrd="0" destOrd="0" parTransId="{2D16D9A6-EBC8-4779-A12D-C10542800B28}" sibTransId="{345567F7-BE42-4BFD-9B59-434DCF4D1275}"/>
    <dgm:cxn modelId="{2F154E83-C0A6-4B49-882D-2156BC43C181}" srcId="{276E0EAE-EF0B-49A3-BB14-21F795BCDD23}" destId="{ABB560D9-2FDE-42D6-A8A4-FC47646B2996}" srcOrd="0" destOrd="0" parTransId="{E859850C-9AB6-4235-A0E4-C70D85F4F378}" sibTransId="{82A92ECE-77B9-4F6D-8176-1D5D62B2B585}"/>
    <dgm:cxn modelId="{43E37B89-F0E9-4230-980E-6807E8A2D3FE}" srcId="{276E0EAE-EF0B-49A3-BB14-21F795BCDD23}" destId="{BB7D0524-FC0B-4127-91E7-DF1BF6145015}" srcOrd="1" destOrd="0" parTransId="{6AD77E3E-B84F-47C7-B723-89ACA35465BC}" sibTransId="{0462BAE9-5DEF-42B9-8231-090474D986E2}"/>
    <dgm:cxn modelId="{8296CB8D-AA3D-490E-9C43-C6F8BE611A41}" srcId="{BB7D0524-FC0B-4127-91E7-DF1BF6145015}" destId="{C20B9333-504D-4430-AA74-F4C2DB54B7E7}" srcOrd="3" destOrd="0" parTransId="{B65C314A-AAAC-4A25-A963-CEEA2DA8CD05}" sibTransId="{40E40C37-FB1F-48F2-A5AB-AB69F5FEDECC}"/>
    <dgm:cxn modelId="{F052409F-1B7E-2D4C-8662-82BE67F7F912}" type="presOf" srcId="{72EF35F0-E15B-43CF-8A95-E1B864B66D10}" destId="{9E300FAE-FD50-47D5-8A03-75FB8394BA05}" srcOrd="0" destOrd="0" presId="urn:microsoft.com/office/officeart/2008/layout/HorizontalMultiLevelHierarchy"/>
    <dgm:cxn modelId="{1EA7D8A1-BAE8-B54B-A80D-49CF2F56F89B}" type="presOf" srcId="{1577105A-4F22-40C4-9152-98206D9FB4D5}" destId="{E763A5B8-AC87-405F-A21F-969BDFBB8B02}" srcOrd="0" destOrd="0" presId="urn:microsoft.com/office/officeart/2008/layout/HorizontalMultiLevelHierarchy"/>
    <dgm:cxn modelId="{E611AAA2-A6BA-C044-BBD1-F181618523A4}" type="presOf" srcId="{97983A56-81E9-4B33-BFD4-6026DD32B527}" destId="{8ECE8458-7AE6-4C21-8A9A-C354FDA19D31}" srcOrd="1" destOrd="0" presId="urn:microsoft.com/office/officeart/2008/layout/HorizontalMultiLevelHierarchy"/>
    <dgm:cxn modelId="{C41CF9A2-5051-D340-80DB-A89738C83418}" type="presOf" srcId="{C66D7BAB-FC9B-427B-919C-2CC080E5C565}" destId="{263B9D73-1453-4D60-82C9-44924CA4E39F}" srcOrd="1" destOrd="0" presId="urn:microsoft.com/office/officeart/2008/layout/HorizontalMultiLevelHierarchy"/>
    <dgm:cxn modelId="{B1E62CA4-88EF-4999-AC1F-BEE85051064B}" srcId="{BB7D0524-FC0B-4127-91E7-DF1BF6145015}" destId="{535BB0A4-B659-40D5-BAF9-1B2C5BBFCB8B}" srcOrd="0" destOrd="0" parTransId="{05AD75AF-88EA-4035-8073-173F7D34118B}" sibTransId="{F9D1CF92-FA0B-4282-AFD5-6DA587D0294F}"/>
    <dgm:cxn modelId="{27F4C1A4-5CB8-4BCC-BEEE-DF032AB4B5CC}" srcId="{1577105A-4F22-40C4-9152-98206D9FB4D5}" destId="{4A46DAF1-5A53-4AF0-B066-2E73DB5EFA09}" srcOrd="0" destOrd="0" parTransId="{DBB0CE73-298C-4EF2-B6F1-46AB1B643415}" sibTransId="{38336648-FA02-46C8-A73F-DEB71283B553}"/>
    <dgm:cxn modelId="{234528A6-3ADC-4E6F-852B-1B2587D7358A}" type="presOf" srcId="{BED0E866-79FD-4A8B-A395-F29577C065B3}" destId="{99A9C942-F6C2-4887-AA0B-DE71E33D70BF}" srcOrd="0" destOrd="0" presId="urn:microsoft.com/office/officeart/2008/layout/HorizontalMultiLevelHierarchy"/>
    <dgm:cxn modelId="{A1BFE5A8-6472-F440-91AF-0C01C87747C6}" type="presOf" srcId="{776EAA52-AF2E-41AF-ACB6-04192763707D}" destId="{B89417AC-1D85-4665-891C-E881887F4C66}" srcOrd="0" destOrd="0" presId="urn:microsoft.com/office/officeart/2008/layout/HorizontalMultiLevelHierarchy"/>
    <dgm:cxn modelId="{C346DAB3-0A54-DE4F-9A44-51102FB5E683}" type="presOf" srcId="{2D16D9A6-EBC8-4779-A12D-C10542800B28}" destId="{3BF3A337-ED7A-4571-803D-6BB78E56721F}" srcOrd="0" destOrd="0" presId="urn:microsoft.com/office/officeart/2008/layout/HorizontalMultiLevelHierarchy"/>
    <dgm:cxn modelId="{011C1DBB-8A88-4080-8F16-0B5BD963FA4E}" srcId="{61D3F498-D12B-48C5-99D7-E7F89D9D0CB5}" destId="{F77C2FD4-4C9C-4B9A-8D68-F9BF2A2C5237}" srcOrd="2" destOrd="0" parTransId="{8943F084-04E0-4DDA-814F-C95FBB33E9D7}" sibTransId="{F41DD206-B749-49F6-991A-FB9C6E496633}"/>
    <dgm:cxn modelId="{56CD57BE-C0CC-2D4C-80C1-16E44950EEFC}" type="presOf" srcId="{DBB0CE73-298C-4EF2-B6F1-46AB1B643415}" destId="{FFF83AD5-7EAE-439B-965E-897E693D9EDD}" srcOrd="1" destOrd="0" presId="urn:microsoft.com/office/officeart/2008/layout/HorizontalMultiLevelHierarchy"/>
    <dgm:cxn modelId="{01B90BC7-A21E-6A4D-AF97-7A94D17B7D19}" type="presOf" srcId="{2D16D9A6-EBC8-4779-A12D-C10542800B28}" destId="{422399BD-680C-4DF9-8D77-9741962C7AD2}" srcOrd="1" destOrd="0" presId="urn:microsoft.com/office/officeart/2008/layout/HorizontalMultiLevelHierarchy"/>
    <dgm:cxn modelId="{5B68C3C7-DD53-C043-9676-DEC7F9B63071}" type="presOf" srcId="{97983A56-81E9-4B33-BFD4-6026DD32B527}" destId="{97DE6806-A0A2-4573-965C-5037A123163A}" srcOrd="0" destOrd="0" presId="urn:microsoft.com/office/officeart/2008/layout/HorizontalMultiLevelHierarchy"/>
    <dgm:cxn modelId="{6D83A0CE-10B3-3742-B278-0EC3FA98FB9B}" type="presOf" srcId="{61D3F498-D12B-48C5-99D7-E7F89D9D0CB5}" destId="{DB478AB2-ACFA-4614-96C4-63F7933B2A64}" srcOrd="0" destOrd="0" presId="urn:microsoft.com/office/officeart/2008/layout/HorizontalMultiLevelHierarchy"/>
    <dgm:cxn modelId="{2B42D6CF-698D-F445-93FF-213991514798}" type="presOf" srcId="{C20B9333-504D-4430-AA74-F4C2DB54B7E7}" destId="{F18FA624-7148-4473-B2A2-494B7F40005C}" srcOrd="0" destOrd="0" presId="urn:microsoft.com/office/officeart/2008/layout/HorizontalMultiLevelHierarchy"/>
    <dgm:cxn modelId="{85DF56D4-3927-FA4E-9364-53BEBBA21E17}" type="presOf" srcId="{8943F084-04E0-4DDA-814F-C95FBB33E9D7}" destId="{7A1D3BE8-DAD8-4933-9043-63450F4ECAE9}" srcOrd="1" destOrd="0" presId="urn:microsoft.com/office/officeart/2008/layout/HorizontalMultiLevelHierarchy"/>
    <dgm:cxn modelId="{CE966AD5-785E-394A-B24F-E5B6328C5039}" type="presOf" srcId="{B65C314A-AAAC-4A25-A963-CEEA2DA8CD05}" destId="{AD37519D-22BC-49DF-9561-D056A80FC671}" srcOrd="1" destOrd="0" presId="urn:microsoft.com/office/officeart/2008/layout/HorizontalMultiLevelHierarchy"/>
    <dgm:cxn modelId="{24EF13D7-7081-9D49-B715-F88F3454EB08}" type="presOf" srcId="{8A455293-8C0B-4E62-B505-4CAB497880AE}" destId="{0C076FC6-E6E3-41F0-BCF8-F63E6273F4BB}" srcOrd="0" destOrd="0" presId="urn:microsoft.com/office/officeart/2008/layout/HorizontalMultiLevelHierarchy"/>
    <dgm:cxn modelId="{F73A52DA-AE62-D349-89E4-E3BE1A10FD08}" type="presOf" srcId="{6AD77E3E-B84F-47C7-B723-89ACA35465BC}" destId="{B08603B0-D6C9-45B6-9BC3-7C530E7C5F90}" srcOrd="1" destOrd="0" presId="urn:microsoft.com/office/officeart/2008/layout/HorizontalMultiLevelHierarchy"/>
    <dgm:cxn modelId="{50EC7DE8-4F7B-4743-A2CA-40EDF61C5085}" type="presOf" srcId="{B65C314A-AAAC-4A25-A963-CEEA2DA8CD05}" destId="{CF2B7A72-DB06-47F1-A17A-C884464E349A}" srcOrd="0" destOrd="0" presId="urn:microsoft.com/office/officeart/2008/layout/HorizontalMultiLevelHierarchy"/>
    <dgm:cxn modelId="{856033EB-A9F4-AF41-B65D-546569421880}" type="presOf" srcId="{E37136F0-FF67-420B-B86B-2946498E310A}" destId="{699A8375-FFA8-40F4-A995-64B3C2FE5812}" srcOrd="1" destOrd="0" presId="urn:microsoft.com/office/officeart/2008/layout/HorizontalMultiLevelHierarchy"/>
    <dgm:cxn modelId="{058236EB-FA1A-C44B-98D1-F4C10611FA57}" type="presOf" srcId="{BB7D0524-FC0B-4127-91E7-DF1BF6145015}" destId="{5D360116-4207-4680-BFC6-5A45EB2F7C08}" srcOrd="0" destOrd="0" presId="urn:microsoft.com/office/officeart/2008/layout/HorizontalMultiLevelHierarchy"/>
    <dgm:cxn modelId="{B3B687EE-8661-9647-B187-2D975240CF90}" type="presOf" srcId="{6AD77E3E-B84F-47C7-B723-89ACA35465BC}" destId="{72C6BCD5-198D-490F-96A9-17C809147F22}" srcOrd="0" destOrd="0" presId="urn:microsoft.com/office/officeart/2008/layout/HorizontalMultiLevelHierarchy"/>
    <dgm:cxn modelId="{EAEE2CF2-34AB-DC4C-A89A-A61834419FDB}" type="presOf" srcId="{05AD75AF-88EA-4035-8073-173F7D34118B}" destId="{A72D5FBF-94E6-4B7F-98E0-F6C672FB4C75}" srcOrd="1" destOrd="0" presId="urn:microsoft.com/office/officeart/2008/layout/HorizontalMultiLevelHierarchy"/>
    <dgm:cxn modelId="{D933E2FD-0C47-9549-A28A-E032ADAA48D6}" type="presOf" srcId="{276E0EAE-EF0B-49A3-BB14-21F795BCDD23}" destId="{8E83F4D3-583D-428B-A5FC-5A5175CBD5B3}" srcOrd="0" destOrd="0" presId="urn:microsoft.com/office/officeart/2008/layout/HorizontalMultiLevelHierarchy"/>
    <dgm:cxn modelId="{EEE631D7-DDD5-FF48-84D7-90F7F662AD5C}" type="presParOf" srcId="{9E300FAE-FD50-47D5-8A03-75FB8394BA05}" destId="{718E4E02-668E-4200-A483-EF678899831B}" srcOrd="0" destOrd="0" presId="urn:microsoft.com/office/officeart/2008/layout/HorizontalMultiLevelHierarchy"/>
    <dgm:cxn modelId="{BEBFA093-3424-D943-851B-686E7DE48C8D}" type="presParOf" srcId="{718E4E02-668E-4200-A483-EF678899831B}" destId="{DB478AB2-ACFA-4614-96C4-63F7933B2A64}" srcOrd="0" destOrd="0" presId="urn:microsoft.com/office/officeart/2008/layout/HorizontalMultiLevelHierarchy"/>
    <dgm:cxn modelId="{B831583D-E2C9-BA4C-BDE4-F0B24EA8F830}" type="presParOf" srcId="{718E4E02-668E-4200-A483-EF678899831B}" destId="{D3B4DD3B-1A7B-4E94-9294-F72EEBD068BE}" srcOrd="1" destOrd="0" presId="urn:microsoft.com/office/officeart/2008/layout/HorizontalMultiLevelHierarchy"/>
    <dgm:cxn modelId="{41B48FB1-BD02-E642-B05C-B129EB6A81A2}" type="presParOf" srcId="{D3B4DD3B-1A7B-4E94-9294-F72EEBD068BE}" destId="{3BF3A337-ED7A-4571-803D-6BB78E56721F}" srcOrd="0" destOrd="0" presId="urn:microsoft.com/office/officeart/2008/layout/HorizontalMultiLevelHierarchy"/>
    <dgm:cxn modelId="{B9379C8C-B73D-AD4F-BEBF-A3BC74382460}" type="presParOf" srcId="{3BF3A337-ED7A-4571-803D-6BB78E56721F}" destId="{422399BD-680C-4DF9-8D77-9741962C7AD2}" srcOrd="0" destOrd="0" presId="urn:microsoft.com/office/officeart/2008/layout/HorizontalMultiLevelHierarchy"/>
    <dgm:cxn modelId="{B739FEE4-1C3D-3044-AA45-8B91ED2748EA}" type="presParOf" srcId="{D3B4DD3B-1A7B-4E94-9294-F72EEBD068BE}" destId="{3440132A-CA02-4C3B-8ED5-CC87F3FE73BA}" srcOrd="1" destOrd="0" presId="urn:microsoft.com/office/officeart/2008/layout/HorizontalMultiLevelHierarchy"/>
    <dgm:cxn modelId="{954DFA6C-782A-6F46-84FE-F281BA17413F}" type="presParOf" srcId="{3440132A-CA02-4C3B-8ED5-CC87F3FE73BA}" destId="{8E83F4D3-583D-428B-A5FC-5A5175CBD5B3}" srcOrd="0" destOrd="0" presId="urn:microsoft.com/office/officeart/2008/layout/HorizontalMultiLevelHierarchy"/>
    <dgm:cxn modelId="{85B28E9D-4B5A-BE4B-893A-34C002448BEE}" type="presParOf" srcId="{3440132A-CA02-4C3B-8ED5-CC87F3FE73BA}" destId="{6F884123-1122-4082-9565-7EF1B306DA15}" srcOrd="1" destOrd="0" presId="urn:microsoft.com/office/officeart/2008/layout/HorizontalMultiLevelHierarchy"/>
    <dgm:cxn modelId="{A53C02D1-C76F-F340-B379-948265F61317}" type="presParOf" srcId="{6F884123-1122-4082-9565-7EF1B306DA15}" destId="{BF6F63CA-98A2-4ACE-B1F6-030A761DDDF6}" srcOrd="0" destOrd="0" presId="urn:microsoft.com/office/officeart/2008/layout/HorizontalMultiLevelHierarchy"/>
    <dgm:cxn modelId="{8BEC2071-B646-6A40-850C-3732F4543648}" type="presParOf" srcId="{BF6F63CA-98A2-4ACE-B1F6-030A761DDDF6}" destId="{4298B2D1-E908-4CAF-9173-EDB82E803B06}" srcOrd="0" destOrd="0" presId="urn:microsoft.com/office/officeart/2008/layout/HorizontalMultiLevelHierarchy"/>
    <dgm:cxn modelId="{C7D89A40-9D15-FB4E-9055-2B06099EFDEE}" type="presParOf" srcId="{6F884123-1122-4082-9565-7EF1B306DA15}" destId="{2E8D9AB1-44F7-431F-97DA-7D05B5601D82}" srcOrd="1" destOrd="0" presId="urn:microsoft.com/office/officeart/2008/layout/HorizontalMultiLevelHierarchy"/>
    <dgm:cxn modelId="{949F9002-8429-2A40-BC1A-0C89AA1397B0}" type="presParOf" srcId="{2E8D9AB1-44F7-431F-97DA-7D05B5601D82}" destId="{AC876DB3-BAB5-4480-8C98-2E0194CEE545}" srcOrd="0" destOrd="0" presId="urn:microsoft.com/office/officeart/2008/layout/HorizontalMultiLevelHierarchy"/>
    <dgm:cxn modelId="{C93B7461-547A-684E-A077-0ABBF9DA1C58}" type="presParOf" srcId="{2E8D9AB1-44F7-431F-97DA-7D05B5601D82}" destId="{D45E70E2-ECCD-4514-92B6-299F14CEAD38}" srcOrd="1" destOrd="0" presId="urn:microsoft.com/office/officeart/2008/layout/HorizontalMultiLevelHierarchy"/>
    <dgm:cxn modelId="{0EE1D31D-4B65-164E-8D61-A9EDB2B0D6DE}" type="presParOf" srcId="{6F884123-1122-4082-9565-7EF1B306DA15}" destId="{72C6BCD5-198D-490F-96A9-17C809147F22}" srcOrd="2" destOrd="0" presId="urn:microsoft.com/office/officeart/2008/layout/HorizontalMultiLevelHierarchy"/>
    <dgm:cxn modelId="{EF0C75EC-F1C7-7D4D-8FB3-2747E6374DAE}" type="presParOf" srcId="{72C6BCD5-198D-490F-96A9-17C809147F22}" destId="{B08603B0-D6C9-45B6-9BC3-7C530E7C5F90}" srcOrd="0" destOrd="0" presId="urn:microsoft.com/office/officeart/2008/layout/HorizontalMultiLevelHierarchy"/>
    <dgm:cxn modelId="{9060D168-6DB5-464B-93E7-CF77D24AD49C}" type="presParOf" srcId="{6F884123-1122-4082-9565-7EF1B306DA15}" destId="{D748F9F4-4FD0-4613-A2D2-A07144FC0524}" srcOrd="3" destOrd="0" presId="urn:microsoft.com/office/officeart/2008/layout/HorizontalMultiLevelHierarchy"/>
    <dgm:cxn modelId="{41508806-2855-2F45-A198-CA8861E8C8A8}" type="presParOf" srcId="{D748F9F4-4FD0-4613-A2D2-A07144FC0524}" destId="{5D360116-4207-4680-BFC6-5A45EB2F7C08}" srcOrd="0" destOrd="0" presId="urn:microsoft.com/office/officeart/2008/layout/HorizontalMultiLevelHierarchy"/>
    <dgm:cxn modelId="{3B637494-E5B4-FD40-ABC6-6672886A727D}" type="presParOf" srcId="{D748F9F4-4FD0-4613-A2D2-A07144FC0524}" destId="{FF15D881-5544-40FB-B8B5-AB442808A334}" srcOrd="1" destOrd="0" presId="urn:microsoft.com/office/officeart/2008/layout/HorizontalMultiLevelHierarchy"/>
    <dgm:cxn modelId="{2C708999-4F09-594A-9434-714C5FD22079}" type="presParOf" srcId="{FF15D881-5544-40FB-B8B5-AB442808A334}" destId="{AE225884-E2F8-420F-98A2-F557A4D401CE}" srcOrd="0" destOrd="0" presId="urn:microsoft.com/office/officeart/2008/layout/HorizontalMultiLevelHierarchy"/>
    <dgm:cxn modelId="{A0B4CBC8-C4ED-004C-B921-C3230686819D}" type="presParOf" srcId="{AE225884-E2F8-420F-98A2-F557A4D401CE}" destId="{A72D5FBF-94E6-4B7F-98E0-F6C672FB4C75}" srcOrd="0" destOrd="0" presId="urn:microsoft.com/office/officeart/2008/layout/HorizontalMultiLevelHierarchy"/>
    <dgm:cxn modelId="{18D3BDE4-9926-2041-9C92-7E9F75C0D925}" type="presParOf" srcId="{FF15D881-5544-40FB-B8B5-AB442808A334}" destId="{8A976890-4F58-4714-BDCE-7D3C6073DD0A}" srcOrd="1" destOrd="0" presId="urn:microsoft.com/office/officeart/2008/layout/HorizontalMultiLevelHierarchy"/>
    <dgm:cxn modelId="{9DAD2E72-628C-AC42-897E-E1D5AE0BE247}" type="presParOf" srcId="{8A976890-4F58-4714-BDCE-7D3C6073DD0A}" destId="{B6DA1D5F-5A0C-4736-804A-9D9E877F5458}" srcOrd="0" destOrd="0" presId="urn:microsoft.com/office/officeart/2008/layout/HorizontalMultiLevelHierarchy"/>
    <dgm:cxn modelId="{3A857F70-4B2C-5644-B2A5-E69CBF3F1607}" type="presParOf" srcId="{8A976890-4F58-4714-BDCE-7D3C6073DD0A}" destId="{ACB50C1B-0C3C-4E09-95C7-588C7010B53C}" srcOrd="1" destOrd="0" presId="urn:microsoft.com/office/officeart/2008/layout/HorizontalMultiLevelHierarchy"/>
    <dgm:cxn modelId="{BA536E67-012A-FC4C-8770-6662121A6102}" type="presParOf" srcId="{FF15D881-5544-40FB-B8B5-AB442808A334}" destId="{FFDEB54E-CD86-4A34-8A0A-54EC60680AC6}" srcOrd="2" destOrd="0" presId="urn:microsoft.com/office/officeart/2008/layout/HorizontalMultiLevelHierarchy"/>
    <dgm:cxn modelId="{A4320FD7-0EB1-C14B-B858-8025AF311B7A}" type="presParOf" srcId="{FFDEB54E-CD86-4A34-8A0A-54EC60680AC6}" destId="{699A8375-FFA8-40F4-A995-64B3C2FE5812}" srcOrd="0" destOrd="0" presId="urn:microsoft.com/office/officeart/2008/layout/HorizontalMultiLevelHierarchy"/>
    <dgm:cxn modelId="{E514064B-A21D-2848-8A27-98AE09321647}" type="presParOf" srcId="{FF15D881-5544-40FB-B8B5-AB442808A334}" destId="{B5E7E788-3311-4C92-B195-038FA63B68E3}" srcOrd="3" destOrd="0" presId="urn:microsoft.com/office/officeart/2008/layout/HorizontalMultiLevelHierarchy"/>
    <dgm:cxn modelId="{2CF35FD2-F690-7049-90CD-95EE1DA4BA54}" type="presParOf" srcId="{B5E7E788-3311-4C92-B195-038FA63B68E3}" destId="{7FB10854-D9EE-4D7F-AAAE-C448A5EC44AF}" srcOrd="0" destOrd="0" presId="urn:microsoft.com/office/officeart/2008/layout/HorizontalMultiLevelHierarchy"/>
    <dgm:cxn modelId="{317176B6-52DB-3143-8774-BB3444596D41}" type="presParOf" srcId="{B5E7E788-3311-4C92-B195-038FA63B68E3}" destId="{50D5F173-3C24-4230-9296-E661F04947C3}" srcOrd="1" destOrd="0" presId="urn:microsoft.com/office/officeart/2008/layout/HorizontalMultiLevelHierarchy"/>
    <dgm:cxn modelId="{9F1111DE-8D23-704C-AA70-F3A6AA843A7A}" type="presParOf" srcId="{FF15D881-5544-40FB-B8B5-AB442808A334}" destId="{E43AF941-4C27-47D9-8F74-3AF33249FC87}" srcOrd="4" destOrd="0" presId="urn:microsoft.com/office/officeart/2008/layout/HorizontalMultiLevelHierarchy"/>
    <dgm:cxn modelId="{9F04CFDD-DEA3-FA47-96A4-CFF95CA8C7AF}" type="presParOf" srcId="{E43AF941-4C27-47D9-8F74-3AF33249FC87}" destId="{263B9D73-1453-4D60-82C9-44924CA4E39F}" srcOrd="0" destOrd="0" presId="urn:microsoft.com/office/officeart/2008/layout/HorizontalMultiLevelHierarchy"/>
    <dgm:cxn modelId="{33B73314-7CC6-6B40-9505-C11C32368C3C}" type="presParOf" srcId="{FF15D881-5544-40FB-B8B5-AB442808A334}" destId="{7F67CB9A-D29B-4DC7-AF4D-C815D02CE4C6}" srcOrd="5" destOrd="0" presId="urn:microsoft.com/office/officeart/2008/layout/HorizontalMultiLevelHierarchy"/>
    <dgm:cxn modelId="{F4561959-EF6D-F64E-8658-0C115A118E0F}" type="presParOf" srcId="{7F67CB9A-D29B-4DC7-AF4D-C815D02CE4C6}" destId="{B89417AC-1D85-4665-891C-E881887F4C66}" srcOrd="0" destOrd="0" presId="urn:microsoft.com/office/officeart/2008/layout/HorizontalMultiLevelHierarchy"/>
    <dgm:cxn modelId="{304B75B2-2956-1C4F-96B9-6EE83840D11A}" type="presParOf" srcId="{7F67CB9A-D29B-4DC7-AF4D-C815D02CE4C6}" destId="{7FD9877A-2650-4AD5-ADDB-64EB0DC5C34A}" srcOrd="1" destOrd="0" presId="urn:microsoft.com/office/officeart/2008/layout/HorizontalMultiLevelHierarchy"/>
    <dgm:cxn modelId="{97E3CBFF-D96F-B94A-9472-426751D36F96}" type="presParOf" srcId="{FF15D881-5544-40FB-B8B5-AB442808A334}" destId="{CF2B7A72-DB06-47F1-A17A-C884464E349A}" srcOrd="6" destOrd="0" presId="urn:microsoft.com/office/officeart/2008/layout/HorizontalMultiLevelHierarchy"/>
    <dgm:cxn modelId="{ED3E0F59-1B79-B142-ACD0-A06922BE0622}" type="presParOf" srcId="{CF2B7A72-DB06-47F1-A17A-C884464E349A}" destId="{AD37519D-22BC-49DF-9561-D056A80FC671}" srcOrd="0" destOrd="0" presId="urn:microsoft.com/office/officeart/2008/layout/HorizontalMultiLevelHierarchy"/>
    <dgm:cxn modelId="{744464F4-3D84-8C44-B3D8-4A871B9AE810}" type="presParOf" srcId="{FF15D881-5544-40FB-B8B5-AB442808A334}" destId="{6596EF33-1151-4C9E-B49D-201AA698C23E}" srcOrd="7" destOrd="0" presId="urn:microsoft.com/office/officeart/2008/layout/HorizontalMultiLevelHierarchy"/>
    <dgm:cxn modelId="{F56AC050-6BFA-1B49-90DC-8B98CD6A1491}" type="presParOf" srcId="{6596EF33-1151-4C9E-B49D-201AA698C23E}" destId="{F18FA624-7148-4473-B2A2-494B7F40005C}" srcOrd="0" destOrd="0" presId="urn:microsoft.com/office/officeart/2008/layout/HorizontalMultiLevelHierarchy"/>
    <dgm:cxn modelId="{BAC68596-3707-6441-BAF0-61FB39990246}" type="presParOf" srcId="{6596EF33-1151-4C9E-B49D-201AA698C23E}" destId="{F7926E60-8F37-497A-9E51-67A6F93B01B1}" srcOrd="1" destOrd="0" presId="urn:microsoft.com/office/officeart/2008/layout/HorizontalMultiLevelHierarchy"/>
    <dgm:cxn modelId="{D59E2601-F028-EC4E-ADDE-739F4247AE7D}" type="presParOf" srcId="{F7926E60-8F37-497A-9E51-67A6F93B01B1}" destId="{3CD23141-D031-41ED-B787-93377F34DAA6}" srcOrd="0" destOrd="0" presId="urn:microsoft.com/office/officeart/2008/layout/HorizontalMultiLevelHierarchy"/>
    <dgm:cxn modelId="{EB70C73C-11D4-C641-BE46-B42CE204A67D}" type="presParOf" srcId="{3CD23141-D031-41ED-B787-93377F34DAA6}" destId="{F8F3B27E-1A52-41D4-A1C2-47F181A621E9}" srcOrd="0" destOrd="0" presId="urn:microsoft.com/office/officeart/2008/layout/HorizontalMultiLevelHierarchy"/>
    <dgm:cxn modelId="{AEC63BC1-10DD-1249-9681-FE0A5349D6CB}" type="presParOf" srcId="{F7926E60-8F37-497A-9E51-67A6F93B01B1}" destId="{AA4A2D27-C6C4-4439-9DBF-222A4AEBAE2C}" srcOrd="1" destOrd="0" presId="urn:microsoft.com/office/officeart/2008/layout/HorizontalMultiLevelHierarchy"/>
    <dgm:cxn modelId="{1FFDC662-60EE-BB4C-867B-76E5F0BFD112}" type="presParOf" srcId="{AA4A2D27-C6C4-4439-9DBF-222A4AEBAE2C}" destId="{0C076FC6-E6E3-41F0-BCF8-F63E6273F4BB}" srcOrd="0" destOrd="0" presId="urn:microsoft.com/office/officeart/2008/layout/HorizontalMultiLevelHierarchy"/>
    <dgm:cxn modelId="{D199A44A-2E4C-E84D-B497-9208ECE4D853}" type="presParOf" srcId="{AA4A2D27-C6C4-4439-9DBF-222A4AEBAE2C}" destId="{CD562059-D2CE-4D70-8ED4-AF1CA2ACDAE7}" srcOrd="1" destOrd="0" presId="urn:microsoft.com/office/officeart/2008/layout/HorizontalMultiLevelHierarchy"/>
    <dgm:cxn modelId="{449B2844-AE1C-7045-B47B-6FCE2DF6867C}" type="presParOf" srcId="{D3B4DD3B-1A7B-4E94-9294-F72EEBD068BE}" destId="{97DE6806-A0A2-4573-965C-5037A123163A}" srcOrd="2" destOrd="0" presId="urn:microsoft.com/office/officeart/2008/layout/HorizontalMultiLevelHierarchy"/>
    <dgm:cxn modelId="{BAC13EE6-CEB9-DC4E-8CF5-518195A3AD57}" type="presParOf" srcId="{97DE6806-A0A2-4573-965C-5037A123163A}" destId="{8ECE8458-7AE6-4C21-8A9A-C354FDA19D31}" srcOrd="0" destOrd="0" presId="urn:microsoft.com/office/officeart/2008/layout/HorizontalMultiLevelHierarchy"/>
    <dgm:cxn modelId="{BCC2DAF6-F596-E04D-A3CA-00EDB50E5608}" type="presParOf" srcId="{D3B4DD3B-1A7B-4E94-9294-F72EEBD068BE}" destId="{9C11C880-D43D-411E-A552-18237036EB1B}" srcOrd="3" destOrd="0" presId="urn:microsoft.com/office/officeart/2008/layout/HorizontalMultiLevelHierarchy"/>
    <dgm:cxn modelId="{E6E03D91-58B8-B444-AF15-B509057E8101}" type="presParOf" srcId="{9C11C880-D43D-411E-A552-18237036EB1B}" destId="{E763A5B8-AC87-405F-A21F-969BDFBB8B02}" srcOrd="0" destOrd="0" presId="urn:microsoft.com/office/officeart/2008/layout/HorizontalMultiLevelHierarchy"/>
    <dgm:cxn modelId="{D4B8EB8D-BA64-1E46-B50B-B0038F676314}" type="presParOf" srcId="{9C11C880-D43D-411E-A552-18237036EB1B}" destId="{285D19BD-4ABB-4E04-A3CF-A84F987A2556}" srcOrd="1" destOrd="0" presId="urn:microsoft.com/office/officeart/2008/layout/HorizontalMultiLevelHierarchy"/>
    <dgm:cxn modelId="{2F92F13D-DEF3-4C41-A116-9D9033569FD7}" type="presParOf" srcId="{285D19BD-4ABB-4E04-A3CF-A84F987A2556}" destId="{21096709-54BA-4D81-83AC-ABCFAB258044}" srcOrd="0" destOrd="0" presId="urn:microsoft.com/office/officeart/2008/layout/HorizontalMultiLevelHierarchy"/>
    <dgm:cxn modelId="{BB70E4A1-27D7-1045-96B8-8AE2F16B91BA}" type="presParOf" srcId="{21096709-54BA-4D81-83AC-ABCFAB258044}" destId="{FFF83AD5-7EAE-439B-965E-897E693D9EDD}" srcOrd="0" destOrd="0" presId="urn:microsoft.com/office/officeart/2008/layout/HorizontalMultiLevelHierarchy"/>
    <dgm:cxn modelId="{1FBEA76F-F662-2547-B692-5000AD5951AD}" type="presParOf" srcId="{285D19BD-4ABB-4E04-A3CF-A84F987A2556}" destId="{515BB9E7-677C-47FE-991A-6D4C7E266016}" srcOrd="1" destOrd="0" presId="urn:microsoft.com/office/officeart/2008/layout/HorizontalMultiLevelHierarchy"/>
    <dgm:cxn modelId="{8AA96A06-9525-D44A-99EE-7A6A211DFDAB}" type="presParOf" srcId="{515BB9E7-677C-47FE-991A-6D4C7E266016}" destId="{33013B72-7F28-426B-9B60-178095607BEC}" srcOrd="0" destOrd="0" presId="urn:microsoft.com/office/officeart/2008/layout/HorizontalMultiLevelHierarchy"/>
    <dgm:cxn modelId="{32452A03-29FA-494E-993B-7C9E6C3CDF6D}" type="presParOf" srcId="{515BB9E7-677C-47FE-991A-6D4C7E266016}" destId="{230C7BD8-BF55-4AC2-ACE2-A9653483A212}" srcOrd="1" destOrd="0" presId="urn:microsoft.com/office/officeart/2008/layout/HorizontalMultiLevelHierarchy"/>
    <dgm:cxn modelId="{1E82B77E-D817-094B-9FA9-8891DBC01F59}" type="presParOf" srcId="{D3B4DD3B-1A7B-4E94-9294-F72EEBD068BE}" destId="{3C586A4A-D002-4AEC-A938-BD178FA130DA}" srcOrd="4" destOrd="0" presId="urn:microsoft.com/office/officeart/2008/layout/HorizontalMultiLevelHierarchy"/>
    <dgm:cxn modelId="{8EFD8402-EF57-884F-B568-C67AD1FFEF39}" type="presParOf" srcId="{3C586A4A-D002-4AEC-A938-BD178FA130DA}" destId="{7A1D3BE8-DAD8-4933-9043-63450F4ECAE9}" srcOrd="0" destOrd="0" presId="urn:microsoft.com/office/officeart/2008/layout/HorizontalMultiLevelHierarchy"/>
    <dgm:cxn modelId="{A608188F-08BF-4A4B-9936-1A7F9CF1FC85}" type="presParOf" srcId="{D3B4DD3B-1A7B-4E94-9294-F72EEBD068BE}" destId="{362D28DB-BA5B-49E8-B368-7E8E17302462}" srcOrd="5" destOrd="0" presId="urn:microsoft.com/office/officeart/2008/layout/HorizontalMultiLevelHierarchy"/>
    <dgm:cxn modelId="{0CB1D2C6-D87F-C44B-9FFE-E11477BC615A}" type="presParOf" srcId="{362D28DB-BA5B-49E8-B368-7E8E17302462}" destId="{F5BCDB10-9A38-4D44-B393-410ADBF8AB59}" srcOrd="0" destOrd="0" presId="urn:microsoft.com/office/officeart/2008/layout/HorizontalMultiLevelHierarchy"/>
    <dgm:cxn modelId="{814E6BD6-2410-B341-9749-E2A0804F3E52}" type="presParOf" srcId="{362D28DB-BA5B-49E8-B368-7E8E17302462}" destId="{BC20B1EE-3139-41B6-9F77-14088961FB57}" srcOrd="1" destOrd="0" presId="urn:microsoft.com/office/officeart/2008/layout/HorizontalMultiLevelHierarchy"/>
    <dgm:cxn modelId="{7C6A2C67-F788-9D43-8200-18715C95CA13}" type="presParOf" srcId="{D3B4DD3B-1A7B-4E94-9294-F72EEBD068BE}" destId="{BA2F4163-B7C3-4F7F-A4B9-D5787B6CB85C}" srcOrd="6" destOrd="0" presId="urn:microsoft.com/office/officeart/2008/layout/HorizontalMultiLevelHierarchy"/>
    <dgm:cxn modelId="{E594201A-3F64-7747-B3F6-987781311900}" type="presParOf" srcId="{BA2F4163-B7C3-4F7F-A4B9-D5787B6CB85C}" destId="{1F6EA253-4764-4F4C-B5A2-ACD89FB13A61}" srcOrd="0" destOrd="0" presId="urn:microsoft.com/office/officeart/2008/layout/HorizontalMultiLevelHierarchy"/>
    <dgm:cxn modelId="{46F35E44-82CA-974B-94CE-CB58D9206AA4}" type="presParOf" srcId="{D3B4DD3B-1A7B-4E94-9294-F72EEBD068BE}" destId="{5B802248-EF2B-4B8A-A036-45E892FB49CD}" srcOrd="7" destOrd="0" presId="urn:microsoft.com/office/officeart/2008/layout/HorizontalMultiLevelHierarchy"/>
    <dgm:cxn modelId="{031F963A-5570-254B-8FDD-6580B2891A75}" type="presParOf" srcId="{5B802248-EF2B-4B8A-A036-45E892FB49CD}" destId="{DE96DD5D-5B17-4A06-85D8-2085FEA68DFF}" srcOrd="0" destOrd="0" presId="urn:microsoft.com/office/officeart/2008/layout/HorizontalMultiLevelHierarchy"/>
    <dgm:cxn modelId="{A1146267-D65E-BD42-959F-6C125F385457}" type="presParOf" srcId="{5B802248-EF2B-4B8A-A036-45E892FB49CD}" destId="{B70FF6A3-E026-45E2-9267-590A6E63D94F}" srcOrd="1" destOrd="0" presId="urn:microsoft.com/office/officeart/2008/layout/HorizontalMultiLevelHierarchy"/>
    <dgm:cxn modelId="{78CEA396-71DE-4FBA-B0E3-92F60F60B0FA}" type="presParOf" srcId="{D3B4DD3B-1A7B-4E94-9294-F72EEBD068BE}" destId="{8AD2F8E3-48FD-4FA4-AA4B-289E2947F752}" srcOrd="8" destOrd="0" presId="urn:microsoft.com/office/officeart/2008/layout/HorizontalMultiLevelHierarchy"/>
    <dgm:cxn modelId="{BAFEAA2F-9EEE-4E75-AB57-1615950CDBBC}" type="presParOf" srcId="{8AD2F8E3-48FD-4FA4-AA4B-289E2947F752}" destId="{95E203F8-02AB-42E1-9F3E-55DAEFE58049}" srcOrd="0" destOrd="0" presId="urn:microsoft.com/office/officeart/2008/layout/HorizontalMultiLevelHierarchy"/>
    <dgm:cxn modelId="{3AF04071-DEFA-41F6-8804-5AC35C68E1E5}" type="presParOf" srcId="{D3B4DD3B-1A7B-4E94-9294-F72EEBD068BE}" destId="{5AE7541A-2032-4A99-A24C-0B35E15573AE}" srcOrd="9" destOrd="0" presId="urn:microsoft.com/office/officeart/2008/layout/HorizontalMultiLevelHierarchy"/>
    <dgm:cxn modelId="{C99B95B7-A783-4517-B5D5-ED9A53039928}" type="presParOf" srcId="{5AE7541A-2032-4A99-A24C-0B35E15573AE}" destId="{99A9C942-F6C2-4887-AA0B-DE71E33D70BF}" srcOrd="0" destOrd="0" presId="urn:microsoft.com/office/officeart/2008/layout/HorizontalMultiLevelHierarchy"/>
    <dgm:cxn modelId="{A51EF638-B932-4CE0-B4C0-86C1492CF82B}" type="presParOf" srcId="{5AE7541A-2032-4A99-A24C-0B35E15573AE}" destId="{783C5AE9-691E-445B-ACE1-EE5232293FFB}"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5457CF6-A0B0-456A-A11F-774833100AE2}" type="doc">
      <dgm:prSet loTypeId="urn:microsoft.com/office/officeart/2005/8/layout/hProcess9" loCatId="process" qsTypeId="urn:microsoft.com/office/officeart/2005/8/quickstyle/simple1" qsCatId="simple" csTypeId="urn:microsoft.com/office/officeart/2005/8/colors/accent1_2" csCatId="accent1" phldr="1"/>
      <dgm:spPr/>
    </dgm:pt>
    <dgm:pt modelId="{76BA4E88-FA3D-43CD-902A-DF22EC76D630}">
      <dgm:prSet phldrT="[Texto]"/>
      <dgm:spPr/>
      <dgm:t>
        <a:bodyPr/>
        <a:lstStyle/>
        <a:p>
          <a:r>
            <a:rPr lang="es-MX" dirty="0"/>
            <a:t>1. Capital Contable</a:t>
          </a:r>
        </a:p>
      </dgm:t>
    </dgm:pt>
    <dgm:pt modelId="{EAB4AE7F-CD69-4BC4-8E43-CEEE18E138AC}" type="parTrans" cxnId="{06CEE688-AE63-4B38-A0A4-8585E1D8728C}">
      <dgm:prSet/>
      <dgm:spPr/>
      <dgm:t>
        <a:bodyPr/>
        <a:lstStyle/>
        <a:p>
          <a:endParaRPr lang="es-MX"/>
        </a:p>
      </dgm:t>
    </dgm:pt>
    <dgm:pt modelId="{265ADA7B-4416-42BB-A4BE-F9314A148658}" type="sibTrans" cxnId="{06CEE688-AE63-4B38-A0A4-8585E1D8728C}">
      <dgm:prSet/>
      <dgm:spPr/>
      <dgm:t>
        <a:bodyPr/>
        <a:lstStyle/>
        <a:p>
          <a:endParaRPr lang="es-MX"/>
        </a:p>
      </dgm:t>
    </dgm:pt>
    <dgm:pt modelId="{06256751-1D44-4AE3-A50E-CF0031A1C768}">
      <dgm:prSet phldrT="[Texto]"/>
      <dgm:spPr/>
      <dgm:t>
        <a:bodyPr/>
        <a:lstStyle/>
        <a:p>
          <a:r>
            <a:rPr lang="es-MX" dirty="0"/>
            <a:t>2. Triple del Capital Contable</a:t>
          </a:r>
        </a:p>
      </dgm:t>
    </dgm:pt>
    <dgm:pt modelId="{C6D19001-9FE4-4250-91B4-C2F74786D9E5}" type="parTrans" cxnId="{D0F7202C-8088-47EF-90C4-D3EB95751741}">
      <dgm:prSet/>
      <dgm:spPr/>
      <dgm:t>
        <a:bodyPr/>
        <a:lstStyle/>
        <a:p>
          <a:endParaRPr lang="es-MX"/>
        </a:p>
      </dgm:t>
    </dgm:pt>
    <dgm:pt modelId="{C37293FE-DDF7-4CEA-A424-D0403C828E14}" type="sibTrans" cxnId="{D0F7202C-8088-47EF-90C4-D3EB95751741}">
      <dgm:prSet/>
      <dgm:spPr/>
      <dgm:t>
        <a:bodyPr/>
        <a:lstStyle/>
        <a:p>
          <a:endParaRPr lang="es-MX"/>
        </a:p>
      </dgm:t>
    </dgm:pt>
    <dgm:pt modelId="{E076B26B-26BD-43EA-A347-046FBD76F6B1}">
      <dgm:prSet phldrT="[Texto]"/>
      <dgm:spPr/>
      <dgm:t>
        <a:bodyPr/>
        <a:lstStyle/>
        <a:p>
          <a:r>
            <a:rPr lang="es-MX"/>
            <a:t>7. Intereses </a:t>
          </a:r>
          <a:r>
            <a:rPr lang="es-MX" dirty="0"/>
            <a:t>NO deducibles</a:t>
          </a:r>
        </a:p>
      </dgm:t>
    </dgm:pt>
    <dgm:pt modelId="{73685B65-5AAD-43BC-8B7C-6F40E7C7275F}" type="parTrans" cxnId="{CAC80748-F9F9-4705-8AA7-A8B8BE5CEFF8}">
      <dgm:prSet/>
      <dgm:spPr/>
      <dgm:t>
        <a:bodyPr/>
        <a:lstStyle/>
        <a:p>
          <a:endParaRPr lang="es-MX"/>
        </a:p>
      </dgm:t>
    </dgm:pt>
    <dgm:pt modelId="{177702CD-A5EC-4E24-8FB0-F147E658DA97}" type="sibTrans" cxnId="{CAC80748-F9F9-4705-8AA7-A8B8BE5CEFF8}">
      <dgm:prSet/>
      <dgm:spPr/>
      <dgm:t>
        <a:bodyPr/>
        <a:lstStyle/>
        <a:p>
          <a:endParaRPr lang="es-MX"/>
        </a:p>
      </dgm:t>
    </dgm:pt>
    <dgm:pt modelId="{C50FBC4B-EDED-49C3-9AA8-E517D57572A7}">
      <dgm:prSet/>
      <dgm:spPr/>
      <dgm:t>
        <a:bodyPr/>
        <a:lstStyle/>
        <a:p>
          <a:r>
            <a:rPr lang="es-MX" dirty="0"/>
            <a:t>3. Saldo Promedio de todas las deudas que devengan intereses</a:t>
          </a:r>
        </a:p>
      </dgm:t>
    </dgm:pt>
    <dgm:pt modelId="{E845E116-F6EB-4C38-BDD8-C0757CD75125}" type="parTrans" cxnId="{69123CD7-B01C-4C2C-B2BE-897A7402B871}">
      <dgm:prSet/>
      <dgm:spPr/>
      <dgm:t>
        <a:bodyPr/>
        <a:lstStyle/>
        <a:p>
          <a:endParaRPr lang="es-MX"/>
        </a:p>
      </dgm:t>
    </dgm:pt>
    <dgm:pt modelId="{04763E19-414B-438E-AB66-E584B65C22DE}" type="sibTrans" cxnId="{69123CD7-B01C-4C2C-B2BE-897A7402B871}">
      <dgm:prSet/>
      <dgm:spPr/>
      <dgm:t>
        <a:bodyPr/>
        <a:lstStyle/>
        <a:p>
          <a:endParaRPr lang="es-MX"/>
        </a:p>
      </dgm:t>
    </dgm:pt>
    <dgm:pt modelId="{360B8567-9011-4CA8-A573-04CB253B86EF}">
      <dgm:prSet/>
      <dgm:spPr/>
      <dgm:t>
        <a:bodyPr/>
        <a:lstStyle/>
        <a:p>
          <a:r>
            <a:rPr lang="es-MX" dirty="0"/>
            <a:t>4. Exceso de las deudas</a:t>
          </a:r>
        </a:p>
      </dgm:t>
    </dgm:pt>
    <dgm:pt modelId="{C49FB1B5-0AD0-4E9B-853A-CF3AE803940D}" type="parTrans" cxnId="{2CD5BEDF-3098-49E2-9F1F-60F2FE92E882}">
      <dgm:prSet/>
      <dgm:spPr/>
      <dgm:t>
        <a:bodyPr/>
        <a:lstStyle/>
        <a:p>
          <a:endParaRPr lang="es-MX"/>
        </a:p>
      </dgm:t>
    </dgm:pt>
    <dgm:pt modelId="{D7E01F9F-AB8F-4083-B46B-68AC122DF554}" type="sibTrans" cxnId="{2CD5BEDF-3098-49E2-9F1F-60F2FE92E882}">
      <dgm:prSet/>
      <dgm:spPr/>
      <dgm:t>
        <a:bodyPr/>
        <a:lstStyle/>
        <a:p>
          <a:endParaRPr lang="es-MX"/>
        </a:p>
      </dgm:t>
    </dgm:pt>
    <dgm:pt modelId="{F905F406-20B6-43F8-B77F-5B7468DC6E16}">
      <dgm:prSet/>
      <dgm:spPr/>
      <dgm:t>
        <a:bodyPr/>
        <a:lstStyle/>
        <a:p>
          <a:r>
            <a:rPr lang="es-MX" dirty="0"/>
            <a:t>5. Saldo Promedio de las deudas con partes relacionadas en el extranjero</a:t>
          </a:r>
        </a:p>
      </dgm:t>
    </dgm:pt>
    <dgm:pt modelId="{5DF60824-E414-4101-ADC3-21F588823DA6}" type="parTrans" cxnId="{C7238679-0EC4-4D05-A9F4-490CF679C1A7}">
      <dgm:prSet/>
      <dgm:spPr/>
      <dgm:t>
        <a:bodyPr/>
        <a:lstStyle/>
        <a:p>
          <a:endParaRPr lang="es-MX"/>
        </a:p>
      </dgm:t>
    </dgm:pt>
    <dgm:pt modelId="{F820A1C4-FCBE-44A5-AC73-214A144FEE18}" type="sibTrans" cxnId="{C7238679-0EC4-4D05-A9F4-490CF679C1A7}">
      <dgm:prSet/>
      <dgm:spPr/>
      <dgm:t>
        <a:bodyPr/>
        <a:lstStyle/>
        <a:p>
          <a:endParaRPr lang="es-MX"/>
        </a:p>
      </dgm:t>
    </dgm:pt>
    <dgm:pt modelId="{9A3AFDBB-450E-4C61-BEDC-B6EB5924541B}">
      <dgm:prSet/>
      <dgm:spPr/>
      <dgm:t>
        <a:bodyPr/>
        <a:lstStyle/>
        <a:p>
          <a:r>
            <a:rPr lang="es-MX" dirty="0"/>
            <a:t>6. Diferencia de Deudas y Exceso</a:t>
          </a:r>
        </a:p>
      </dgm:t>
    </dgm:pt>
    <dgm:pt modelId="{FA04C316-5D03-46C7-88E6-778A54AE285D}" type="parTrans" cxnId="{B113E656-0E28-47EE-A7D9-300B481D1B0D}">
      <dgm:prSet/>
      <dgm:spPr/>
      <dgm:t>
        <a:bodyPr/>
        <a:lstStyle/>
        <a:p>
          <a:endParaRPr lang="es-MX"/>
        </a:p>
      </dgm:t>
    </dgm:pt>
    <dgm:pt modelId="{443C4BDA-A413-42C3-B1DA-EC7F74787BE7}" type="sibTrans" cxnId="{B113E656-0E28-47EE-A7D9-300B481D1B0D}">
      <dgm:prSet/>
      <dgm:spPr/>
      <dgm:t>
        <a:bodyPr/>
        <a:lstStyle/>
        <a:p>
          <a:endParaRPr lang="es-MX"/>
        </a:p>
      </dgm:t>
    </dgm:pt>
    <dgm:pt modelId="{25B977AE-D66E-4104-8CD8-BD2BE74A5D9F}" type="pres">
      <dgm:prSet presAssocID="{D5457CF6-A0B0-456A-A11F-774833100AE2}" presName="CompostProcess" presStyleCnt="0">
        <dgm:presLayoutVars>
          <dgm:dir/>
          <dgm:resizeHandles val="exact"/>
        </dgm:presLayoutVars>
      </dgm:prSet>
      <dgm:spPr/>
    </dgm:pt>
    <dgm:pt modelId="{9BB20FA8-649B-4798-A11B-EA7AD0ABB9ED}" type="pres">
      <dgm:prSet presAssocID="{D5457CF6-A0B0-456A-A11F-774833100AE2}" presName="arrow" presStyleLbl="bgShp" presStyleIdx="0" presStyleCnt="1"/>
      <dgm:spPr>
        <a:solidFill>
          <a:srgbClr val="92D050"/>
        </a:solidFill>
      </dgm:spPr>
    </dgm:pt>
    <dgm:pt modelId="{9865BE90-FB9C-4322-B612-BAA7B2F8FEE5}" type="pres">
      <dgm:prSet presAssocID="{D5457CF6-A0B0-456A-A11F-774833100AE2}" presName="linearProcess" presStyleCnt="0"/>
      <dgm:spPr/>
    </dgm:pt>
    <dgm:pt modelId="{B9A1DCB9-012E-45C5-88D2-2FACC130394A}" type="pres">
      <dgm:prSet presAssocID="{76BA4E88-FA3D-43CD-902A-DF22EC76D630}" presName="textNode" presStyleLbl="node1" presStyleIdx="0" presStyleCnt="7">
        <dgm:presLayoutVars>
          <dgm:bulletEnabled val="1"/>
        </dgm:presLayoutVars>
      </dgm:prSet>
      <dgm:spPr/>
    </dgm:pt>
    <dgm:pt modelId="{8CDE83A5-92DD-4BE8-BF86-54751A691C26}" type="pres">
      <dgm:prSet presAssocID="{265ADA7B-4416-42BB-A4BE-F9314A148658}" presName="sibTrans" presStyleCnt="0"/>
      <dgm:spPr/>
    </dgm:pt>
    <dgm:pt modelId="{0C9F9078-B33D-478C-B401-3589711BA5F6}" type="pres">
      <dgm:prSet presAssocID="{06256751-1D44-4AE3-A50E-CF0031A1C768}" presName="textNode" presStyleLbl="node1" presStyleIdx="1" presStyleCnt="7">
        <dgm:presLayoutVars>
          <dgm:bulletEnabled val="1"/>
        </dgm:presLayoutVars>
      </dgm:prSet>
      <dgm:spPr/>
    </dgm:pt>
    <dgm:pt modelId="{469D1BC3-64D0-46A0-888A-08BA06DB81AD}" type="pres">
      <dgm:prSet presAssocID="{C37293FE-DDF7-4CEA-A424-D0403C828E14}" presName="sibTrans" presStyleCnt="0"/>
      <dgm:spPr/>
    </dgm:pt>
    <dgm:pt modelId="{06DDD462-5A5F-4DDE-82D4-E03FD54AF2AC}" type="pres">
      <dgm:prSet presAssocID="{C50FBC4B-EDED-49C3-9AA8-E517D57572A7}" presName="textNode" presStyleLbl="node1" presStyleIdx="2" presStyleCnt="7">
        <dgm:presLayoutVars>
          <dgm:bulletEnabled val="1"/>
        </dgm:presLayoutVars>
      </dgm:prSet>
      <dgm:spPr/>
    </dgm:pt>
    <dgm:pt modelId="{0C2189BC-BDC5-49E8-95DD-AAF8A68187D5}" type="pres">
      <dgm:prSet presAssocID="{04763E19-414B-438E-AB66-E584B65C22DE}" presName="sibTrans" presStyleCnt="0"/>
      <dgm:spPr/>
    </dgm:pt>
    <dgm:pt modelId="{139F5163-3209-42EB-9B00-3851D8D434C3}" type="pres">
      <dgm:prSet presAssocID="{360B8567-9011-4CA8-A573-04CB253B86EF}" presName="textNode" presStyleLbl="node1" presStyleIdx="3" presStyleCnt="7">
        <dgm:presLayoutVars>
          <dgm:bulletEnabled val="1"/>
        </dgm:presLayoutVars>
      </dgm:prSet>
      <dgm:spPr/>
    </dgm:pt>
    <dgm:pt modelId="{EF61EB7D-7D1F-44AF-9711-B892B3B3764A}" type="pres">
      <dgm:prSet presAssocID="{D7E01F9F-AB8F-4083-B46B-68AC122DF554}" presName="sibTrans" presStyleCnt="0"/>
      <dgm:spPr/>
    </dgm:pt>
    <dgm:pt modelId="{6CB70CE0-6D3F-4A3A-A8CA-97E7E3D71805}" type="pres">
      <dgm:prSet presAssocID="{F905F406-20B6-43F8-B77F-5B7468DC6E16}" presName="textNode" presStyleLbl="node1" presStyleIdx="4" presStyleCnt="7">
        <dgm:presLayoutVars>
          <dgm:bulletEnabled val="1"/>
        </dgm:presLayoutVars>
      </dgm:prSet>
      <dgm:spPr/>
    </dgm:pt>
    <dgm:pt modelId="{21FAAD06-9C5A-418C-AACC-DF490E3009ED}" type="pres">
      <dgm:prSet presAssocID="{F820A1C4-FCBE-44A5-AC73-214A144FEE18}" presName="sibTrans" presStyleCnt="0"/>
      <dgm:spPr/>
    </dgm:pt>
    <dgm:pt modelId="{11F900A8-1F0E-44D6-9D39-8149739FA182}" type="pres">
      <dgm:prSet presAssocID="{9A3AFDBB-450E-4C61-BEDC-B6EB5924541B}" presName="textNode" presStyleLbl="node1" presStyleIdx="5" presStyleCnt="7">
        <dgm:presLayoutVars>
          <dgm:bulletEnabled val="1"/>
        </dgm:presLayoutVars>
      </dgm:prSet>
      <dgm:spPr/>
    </dgm:pt>
    <dgm:pt modelId="{9ABD48A2-26EA-49CC-8CD2-2DFC554F4D53}" type="pres">
      <dgm:prSet presAssocID="{443C4BDA-A413-42C3-B1DA-EC7F74787BE7}" presName="sibTrans" presStyleCnt="0"/>
      <dgm:spPr/>
    </dgm:pt>
    <dgm:pt modelId="{01AF40AC-6921-419C-B93D-8176045AFD6B}" type="pres">
      <dgm:prSet presAssocID="{E076B26B-26BD-43EA-A347-046FBD76F6B1}" presName="textNode" presStyleLbl="node1" presStyleIdx="6" presStyleCnt="7">
        <dgm:presLayoutVars>
          <dgm:bulletEnabled val="1"/>
        </dgm:presLayoutVars>
      </dgm:prSet>
      <dgm:spPr/>
    </dgm:pt>
  </dgm:ptLst>
  <dgm:cxnLst>
    <dgm:cxn modelId="{0028AE05-2066-554E-8C86-979430147776}" type="presOf" srcId="{06256751-1D44-4AE3-A50E-CF0031A1C768}" destId="{0C9F9078-B33D-478C-B401-3589711BA5F6}" srcOrd="0" destOrd="0" presId="urn:microsoft.com/office/officeart/2005/8/layout/hProcess9"/>
    <dgm:cxn modelId="{D0F7202C-8088-47EF-90C4-D3EB95751741}" srcId="{D5457CF6-A0B0-456A-A11F-774833100AE2}" destId="{06256751-1D44-4AE3-A50E-CF0031A1C768}" srcOrd="1" destOrd="0" parTransId="{C6D19001-9FE4-4250-91B4-C2F74786D9E5}" sibTransId="{C37293FE-DDF7-4CEA-A424-D0403C828E14}"/>
    <dgm:cxn modelId="{1FE4872D-CD75-DB4D-BF4C-0CCC6E0DAA15}" type="presOf" srcId="{F905F406-20B6-43F8-B77F-5B7468DC6E16}" destId="{6CB70CE0-6D3F-4A3A-A8CA-97E7E3D71805}" srcOrd="0" destOrd="0" presId="urn:microsoft.com/office/officeart/2005/8/layout/hProcess9"/>
    <dgm:cxn modelId="{ACC5D137-23B3-F44D-9192-A102D81481B4}" type="presOf" srcId="{C50FBC4B-EDED-49C3-9AA8-E517D57572A7}" destId="{06DDD462-5A5F-4DDE-82D4-E03FD54AF2AC}" srcOrd="0" destOrd="0" presId="urn:microsoft.com/office/officeart/2005/8/layout/hProcess9"/>
    <dgm:cxn modelId="{12C06C38-9C98-1C48-9929-B7E7F86D2BB1}" type="presOf" srcId="{360B8567-9011-4CA8-A573-04CB253B86EF}" destId="{139F5163-3209-42EB-9B00-3851D8D434C3}" srcOrd="0" destOrd="0" presId="urn:microsoft.com/office/officeart/2005/8/layout/hProcess9"/>
    <dgm:cxn modelId="{CAC80748-F9F9-4705-8AA7-A8B8BE5CEFF8}" srcId="{D5457CF6-A0B0-456A-A11F-774833100AE2}" destId="{E076B26B-26BD-43EA-A347-046FBD76F6B1}" srcOrd="6" destOrd="0" parTransId="{73685B65-5AAD-43BC-8B7C-6F40E7C7275F}" sibTransId="{177702CD-A5EC-4E24-8FB0-F147E658DA97}"/>
    <dgm:cxn modelId="{B113E656-0E28-47EE-A7D9-300B481D1B0D}" srcId="{D5457CF6-A0B0-456A-A11F-774833100AE2}" destId="{9A3AFDBB-450E-4C61-BEDC-B6EB5924541B}" srcOrd="5" destOrd="0" parTransId="{FA04C316-5D03-46C7-88E6-778A54AE285D}" sibTransId="{443C4BDA-A413-42C3-B1DA-EC7F74787BE7}"/>
    <dgm:cxn modelId="{C7238679-0EC4-4D05-A9F4-490CF679C1A7}" srcId="{D5457CF6-A0B0-456A-A11F-774833100AE2}" destId="{F905F406-20B6-43F8-B77F-5B7468DC6E16}" srcOrd="4" destOrd="0" parTransId="{5DF60824-E414-4101-ADC3-21F588823DA6}" sibTransId="{F820A1C4-FCBE-44A5-AC73-214A144FEE18}"/>
    <dgm:cxn modelId="{06CEE688-AE63-4B38-A0A4-8585E1D8728C}" srcId="{D5457CF6-A0B0-456A-A11F-774833100AE2}" destId="{76BA4E88-FA3D-43CD-902A-DF22EC76D630}" srcOrd="0" destOrd="0" parTransId="{EAB4AE7F-CD69-4BC4-8E43-CEEE18E138AC}" sibTransId="{265ADA7B-4416-42BB-A4BE-F9314A148658}"/>
    <dgm:cxn modelId="{69123CD7-B01C-4C2C-B2BE-897A7402B871}" srcId="{D5457CF6-A0B0-456A-A11F-774833100AE2}" destId="{C50FBC4B-EDED-49C3-9AA8-E517D57572A7}" srcOrd="2" destOrd="0" parTransId="{E845E116-F6EB-4C38-BDD8-C0757CD75125}" sibTransId="{04763E19-414B-438E-AB66-E584B65C22DE}"/>
    <dgm:cxn modelId="{2CD5BEDF-3098-49E2-9F1F-60F2FE92E882}" srcId="{D5457CF6-A0B0-456A-A11F-774833100AE2}" destId="{360B8567-9011-4CA8-A573-04CB253B86EF}" srcOrd="3" destOrd="0" parTransId="{C49FB1B5-0AD0-4E9B-853A-CF3AE803940D}" sibTransId="{D7E01F9F-AB8F-4083-B46B-68AC122DF554}"/>
    <dgm:cxn modelId="{D15DBBE4-6D5F-F448-89B6-96D155534775}" type="presOf" srcId="{D5457CF6-A0B0-456A-A11F-774833100AE2}" destId="{25B977AE-D66E-4104-8CD8-BD2BE74A5D9F}" srcOrd="0" destOrd="0" presId="urn:microsoft.com/office/officeart/2005/8/layout/hProcess9"/>
    <dgm:cxn modelId="{E3F6A4E6-3A5C-C344-A5A6-EB55FBEFACFF}" type="presOf" srcId="{9A3AFDBB-450E-4C61-BEDC-B6EB5924541B}" destId="{11F900A8-1F0E-44D6-9D39-8149739FA182}" srcOrd="0" destOrd="0" presId="urn:microsoft.com/office/officeart/2005/8/layout/hProcess9"/>
    <dgm:cxn modelId="{DDB8F3F3-BE87-0D4B-A925-5D9DEDD4169E}" type="presOf" srcId="{76BA4E88-FA3D-43CD-902A-DF22EC76D630}" destId="{B9A1DCB9-012E-45C5-88D2-2FACC130394A}" srcOrd="0" destOrd="0" presId="urn:microsoft.com/office/officeart/2005/8/layout/hProcess9"/>
    <dgm:cxn modelId="{3465D9F4-AD97-8E46-ABC9-71BCCD40B733}" type="presOf" srcId="{E076B26B-26BD-43EA-A347-046FBD76F6B1}" destId="{01AF40AC-6921-419C-B93D-8176045AFD6B}" srcOrd="0" destOrd="0" presId="urn:microsoft.com/office/officeart/2005/8/layout/hProcess9"/>
    <dgm:cxn modelId="{BC5BE304-1835-1844-9DB4-754BD17D4AC3}" type="presParOf" srcId="{25B977AE-D66E-4104-8CD8-BD2BE74A5D9F}" destId="{9BB20FA8-649B-4798-A11B-EA7AD0ABB9ED}" srcOrd="0" destOrd="0" presId="urn:microsoft.com/office/officeart/2005/8/layout/hProcess9"/>
    <dgm:cxn modelId="{2CE683A9-90B2-0D47-A449-E5F99EEC8B75}" type="presParOf" srcId="{25B977AE-D66E-4104-8CD8-BD2BE74A5D9F}" destId="{9865BE90-FB9C-4322-B612-BAA7B2F8FEE5}" srcOrd="1" destOrd="0" presId="urn:microsoft.com/office/officeart/2005/8/layout/hProcess9"/>
    <dgm:cxn modelId="{0C46091E-F63F-8C42-8DA0-672A5EA73844}" type="presParOf" srcId="{9865BE90-FB9C-4322-B612-BAA7B2F8FEE5}" destId="{B9A1DCB9-012E-45C5-88D2-2FACC130394A}" srcOrd="0" destOrd="0" presId="urn:microsoft.com/office/officeart/2005/8/layout/hProcess9"/>
    <dgm:cxn modelId="{BC740784-B33F-254F-BBA5-306226EA3C7C}" type="presParOf" srcId="{9865BE90-FB9C-4322-B612-BAA7B2F8FEE5}" destId="{8CDE83A5-92DD-4BE8-BF86-54751A691C26}" srcOrd="1" destOrd="0" presId="urn:microsoft.com/office/officeart/2005/8/layout/hProcess9"/>
    <dgm:cxn modelId="{3AAFD4F6-49F9-114E-9F12-709A4FF9EB85}" type="presParOf" srcId="{9865BE90-FB9C-4322-B612-BAA7B2F8FEE5}" destId="{0C9F9078-B33D-478C-B401-3589711BA5F6}" srcOrd="2" destOrd="0" presId="urn:microsoft.com/office/officeart/2005/8/layout/hProcess9"/>
    <dgm:cxn modelId="{276A0BD4-A2D5-E641-9CF0-AA6581162C5C}" type="presParOf" srcId="{9865BE90-FB9C-4322-B612-BAA7B2F8FEE5}" destId="{469D1BC3-64D0-46A0-888A-08BA06DB81AD}" srcOrd="3" destOrd="0" presId="urn:microsoft.com/office/officeart/2005/8/layout/hProcess9"/>
    <dgm:cxn modelId="{B16EB29C-E195-F948-9D18-A33836F0A17A}" type="presParOf" srcId="{9865BE90-FB9C-4322-B612-BAA7B2F8FEE5}" destId="{06DDD462-5A5F-4DDE-82D4-E03FD54AF2AC}" srcOrd="4" destOrd="0" presId="urn:microsoft.com/office/officeart/2005/8/layout/hProcess9"/>
    <dgm:cxn modelId="{039B9B1E-221F-D842-9EF4-6DBF8F98339D}" type="presParOf" srcId="{9865BE90-FB9C-4322-B612-BAA7B2F8FEE5}" destId="{0C2189BC-BDC5-49E8-95DD-AAF8A68187D5}" srcOrd="5" destOrd="0" presId="urn:microsoft.com/office/officeart/2005/8/layout/hProcess9"/>
    <dgm:cxn modelId="{60BD5069-247A-3244-9AC3-641E0F251BD1}" type="presParOf" srcId="{9865BE90-FB9C-4322-B612-BAA7B2F8FEE5}" destId="{139F5163-3209-42EB-9B00-3851D8D434C3}" srcOrd="6" destOrd="0" presId="urn:microsoft.com/office/officeart/2005/8/layout/hProcess9"/>
    <dgm:cxn modelId="{EB8F8458-4EA9-3541-A594-BC492D8F225B}" type="presParOf" srcId="{9865BE90-FB9C-4322-B612-BAA7B2F8FEE5}" destId="{EF61EB7D-7D1F-44AF-9711-B892B3B3764A}" srcOrd="7" destOrd="0" presId="urn:microsoft.com/office/officeart/2005/8/layout/hProcess9"/>
    <dgm:cxn modelId="{1F64D446-5FE2-9242-8424-3605B82CDFEE}" type="presParOf" srcId="{9865BE90-FB9C-4322-B612-BAA7B2F8FEE5}" destId="{6CB70CE0-6D3F-4A3A-A8CA-97E7E3D71805}" srcOrd="8" destOrd="0" presId="urn:microsoft.com/office/officeart/2005/8/layout/hProcess9"/>
    <dgm:cxn modelId="{D49D2B77-6F80-544B-8F13-C1900D0024BA}" type="presParOf" srcId="{9865BE90-FB9C-4322-B612-BAA7B2F8FEE5}" destId="{21FAAD06-9C5A-418C-AACC-DF490E3009ED}" srcOrd="9" destOrd="0" presId="urn:microsoft.com/office/officeart/2005/8/layout/hProcess9"/>
    <dgm:cxn modelId="{5E8A079E-B001-C645-B8F8-76951DE4C9F9}" type="presParOf" srcId="{9865BE90-FB9C-4322-B612-BAA7B2F8FEE5}" destId="{11F900A8-1F0E-44D6-9D39-8149739FA182}" srcOrd="10" destOrd="0" presId="urn:microsoft.com/office/officeart/2005/8/layout/hProcess9"/>
    <dgm:cxn modelId="{79A23FC5-13D1-1247-9DDC-D10969BB7FCD}" type="presParOf" srcId="{9865BE90-FB9C-4322-B612-BAA7B2F8FEE5}" destId="{9ABD48A2-26EA-49CC-8CD2-2DFC554F4D53}" srcOrd="11" destOrd="0" presId="urn:microsoft.com/office/officeart/2005/8/layout/hProcess9"/>
    <dgm:cxn modelId="{16CDDF3A-A251-6A43-AD9E-6667CA565FDF}" type="presParOf" srcId="{9865BE90-FB9C-4322-B612-BAA7B2F8FEE5}" destId="{01AF40AC-6921-419C-B93D-8176045AFD6B}"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4180968-DDD1-4C35-8F9B-7E58374859D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s-MX"/>
        </a:p>
      </dgm:t>
    </dgm:pt>
    <dgm:pt modelId="{C71AFBDC-5A44-4084-A69B-7502BC756E7F}">
      <dgm:prSet phldrT="[Text]"/>
      <dgm:spPr/>
      <dgm:t>
        <a:bodyPr/>
        <a:lstStyle/>
        <a:p>
          <a:r>
            <a:rPr lang="es-MX" dirty="0" err="1"/>
            <a:t>MexCo</a:t>
          </a:r>
          <a:endParaRPr lang="es-MX" dirty="0"/>
        </a:p>
      </dgm:t>
    </dgm:pt>
    <dgm:pt modelId="{EABB3F20-E37C-41CD-9CA2-2E4F3E9D057E}" type="parTrans" cxnId="{512E84F3-5556-4F47-8E20-BB89F4279485}">
      <dgm:prSet/>
      <dgm:spPr/>
      <dgm:t>
        <a:bodyPr/>
        <a:lstStyle/>
        <a:p>
          <a:endParaRPr lang="es-MX"/>
        </a:p>
      </dgm:t>
    </dgm:pt>
    <dgm:pt modelId="{999BBAA3-0632-4DE8-8610-B02FB2B2467D}" type="sibTrans" cxnId="{512E84F3-5556-4F47-8E20-BB89F4279485}">
      <dgm:prSet/>
      <dgm:spPr/>
      <dgm:t>
        <a:bodyPr/>
        <a:lstStyle/>
        <a:p>
          <a:pPr algn="l"/>
          <a:r>
            <a:rPr lang="es-MX" dirty="0"/>
            <a:t>CC = $100</a:t>
          </a:r>
        </a:p>
      </dgm:t>
    </dgm:pt>
    <dgm:pt modelId="{7B1AF886-F7AB-4065-9612-6A6FEC4F4FE2}">
      <dgm:prSet phldrT="[Text]"/>
      <dgm:spPr/>
      <dgm:t>
        <a:bodyPr/>
        <a:lstStyle/>
        <a:p>
          <a:r>
            <a:rPr lang="es-MX" dirty="0" err="1"/>
            <a:t>MexSub</a:t>
          </a:r>
          <a:endParaRPr lang="es-MX" dirty="0"/>
        </a:p>
      </dgm:t>
    </dgm:pt>
    <dgm:pt modelId="{9B769433-A691-43AB-B1B5-B2700192D3BC}" type="parTrans" cxnId="{214CC351-2E63-4602-B61E-421B113FB49D}">
      <dgm:prSet/>
      <dgm:spPr/>
      <dgm:t>
        <a:bodyPr/>
        <a:lstStyle/>
        <a:p>
          <a:endParaRPr lang="es-MX"/>
        </a:p>
      </dgm:t>
    </dgm:pt>
    <dgm:pt modelId="{2ABE50E3-15EA-4672-A04F-9F410A15D775}" type="sibTrans" cxnId="{214CC351-2E63-4602-B61E-421B113FB49D}">
      <dgm:prSet/>
      <dgm:spPr/>
      <dgm:t>
        <a:bodyPr/>
        <a:lstStyle/>
        <a:p>
          <a:pPr algn="l"/>
          <a:r>
            <a:rPr lang="es-MX" dirty="0"/>
            <a:t>CC = $0.01</a:t>
          </a:r>
        </a:p>
      </dgm:t>
    </dgm:pt>
    <dgm:pt modelId="{324AE759-EA5B-43E9-BFBE-7DBEDDB1EAF2}">
      <dgm:prSet/>
      <dgm:spPr>
        <a:solidFill>
          <a:srgbClr val="00B0F0"/>
        </a:solidFill>
      </dgm:spPr>
      <dgm:t>
        <a:bodyPr/>
        <a:lstStyle/>
        <a:p>
          <a:r>
            <a:rPr lang="es-MX" dirty="0" err="1"/>
            <a:t>USCo</a:t>
          </a:r>
          <a:endParaRPr lang="es-MX" dirty="0"/>
        </a:p>
      </dgm:t>
    </dgm:pt>
    <dgm:pt modelId="{1C3588BF-B95C-442C-B40F-D18756583B9D}" type="parTrans" cxnId="{90D96789-32B0-4660-A904-5A8FD6CA26E7}">
      <dgm:prSet/>
      <dgm:spPr/>
      <dgm:t>
        <a:bodyPr/>
        <a:lstStyle/>
        <a:p>
          <a:endParaRPr lang="es-MX"/>
        </a:p>
      </dgm:t>
    </dgm:pt>
    <dgm:pt modelId="{85AA00B2-F5D8-4B13-B4BC-92BE401FC4A9}" type="sibTrans" cxnId="{90D96789-32B0-4660-A904-5A8FD6CA26E7}">
      <dgm:prSet/>
      <dgm:spPr/>
      <dgm:t>
        <a:bodyPr/>
        <a:lstStyle/>
        <a:p>
          <a:pPr algn="ctr"/>
          <a:r>
            <a:rPr lang="es-MX" dirty="0"/>
            <a:t>Parte Relacionada</a:t>
          </a:r>
        </a:p>
      </dgm:t>
    </dgm:pt>
    <dgm:pt modelId="{0EC98064-6E1F-4786-A6E7-0BA6CD2CDCD5}" type="pres">
      <dgm:prSet presAssocID="{14180968-DDD1-4C35-8F9B-7E58374859DA}" presName="hierChild1" presStyleCnt="0">
        <dgm:presLayoutVars>
          <dgm:orgChart val="1"/>
          <dgm:chPref val="1"/>
          <dgm:dir/>
          <dgm:animOne val="branch"/>
          <dgm:animLvl val="lvl"/>
          <dgm:resizeHandles/>
        </dgm:presLayoutVars>
      </dgm:prSet>
      <dgm:spPr/>
    </dgm:pt>
    <dgm:pt modelId="{70B0F8D5-0393-4FBE-BC7D-BD55928CCBF2}" type="pres">
      <dgm:prSet presAssocID="{324AE759-EA5B-43E9-BFBE-7DBEDDB1EAF2}" presName="hierRoot1" presStyleCnt="0">
        <dgm:presLayoutVars>
          <dgm:hierBranch val="init"/>
        </dgm:presLayoutVars>
      </dgm:prSet>
      <dgm:spPr/>
    </dgm:pt>
    <dgm:pt modelId="{E94A0BBF-CCAD-46BF-AFC9-EAE4CE98A36E}" type="pres">
      <dgm:prSet presAssocID="{324AE759-EA5B-43E9-BFBE-7DBEDDB1EAF2}" presName="rootComposite1" presStyleCnt="0"/>
      <dgm:spPr/>
    </dgm:pt>
    <dgm:pt modelId="{1DEB55FD-3875-4EE0-AD4C-3102F78FAAD0}" type="pres">
      <dgm:prSet presAssocID="{324AE759-EA5B-43E9-BFBE-7DBEDDB1EAF2}" presName="rootText1" presStyleLbl="node0" presStyleIdx="0" presStyleCnt="2" custLinFactNeighborX="-46231" custLinFactNeighborY="-1468">
        <dgm:presLayoutVars>
          <dgm:chMax/>
          <dgm:chPref val="3"/>
        </dgm:presLayoutVars>
      </dgm:prSet>
      <dgm:spPr/>
    </dgm:pt>
    <dgm:pt modelId="{38884C4A-6D13-4D12-AF47-A4E1ED7C75ED}" type="pres">
      <dgm:prSet presAssocID="{324AE759-EA5B-43E9-BFBE-7DBEDDB1EAF2}" presName="titleText1" presStyleLbl="fgAcc0" presStyleIdx="0" presStyleCnt="2" custLinFactNeighborX="-51765">
        <dgm:presLayoutVars>
          <dgm:chMax val="0"/>
          <dgm:chPref val="0"/>
        </dgm:presLayoutVars>
      </dgm:prSet>
      <dgm:spPr/>
    </dgm:pt>
    <dgm:pt modelId="{27E13194-96EE-439E-B62A-9BD46198C5FD}" type="pres">
      <dgm:prSet presAssocID="{324AE759-EA5B-43E9-BFBE-7DBEDDB1EAF2}" presName="rootConnector1" presStyleLbl="node1" presStyleIdx="0" presStyleCnt="1"/>
      <dgm:spPr/>
    </dgm:pt>
    <dgm:pt modelId="{918091F6-5347-4F3D-A6A0-44439A0B27EE}" type="pres">
      <dgm:prSet presAssocID="{324AE759-EA5B-43E9-BFBE-7DBEDDB1EAF2}" presName="hierChild2" presStyleCnt="0"/>
      <dgm:spPr/>
    </dgm:pt>
    <dgm:pt modelId="{9DE24B5D-4C99-41D1-AE4F-3FF48C2AF24C}" type="pres">
      <dgm:prSet presAssocID="{324AE759-EA5B-43E9-BFBE-7DBEDDB1EAF2}" presName="hierChild3" presStyleCnt="0"/>
      <dgm:spPr/>
    </dgm:pt>
    <dgm:pt modelId="{42A7C26D-4A9D-43F2-A25C-6B4236ED9E0E}" type="pres">
      <dgm:prSet presAssocID="{C71AFBDC-5A44-4084-A69B-7502BC756E7F}" presName="hierRoot1" presStyleCnt="0">
        <dgm:presLayoutVars>
          <dgm:hierBranch val="init"/>
        </dgm:presLayoutVars>
      </dgm:prSet>
      <dgm:spPr/>
    </dgm:pt>
    <dgm:pt modelId="{54A88C5B-FDE3-4C5F-8E16-133CD34C54A6}" type="pres">
      <dgm:prSet presAssocID="{C71AFBDC-5A44-4084-A69B-7502BC756E7F}" presName="rootComposite1" presStyleCnt="0"/>
      <dgm:spPr/>
    </dgm:pt>
    <dgm:pt modelId="{B0D5236A-37CE-45BC-92FE-027BC0676FB2}" type="pres">
      <dgm:prSet presAssocID="{C71AFBDC-5A44-4084-A69B-7502BC756E7F}" presName="rootText1" presStyleLbl="node0" presStyleIdx="1" presStyleCnt="2">
        <dgm:presLayoutVars>
          <dgm:chMax/>
          <dgm:chPref val="3"/>
        </dgm:presLayoutVars>
      </dgm:prSet>
      <dgm:spPr/>
    </dgm:pt>
    <dgm:pt modelId="{0E30C8B5-30D8-4E64-81F3-03C511BC79F8}" type="pres">
      <dgm:prSet presAssocID="{C71AFBDC-5A44-4084-A69B-7502BC756E7F}" presName="titleText1" presStyleLbl="fgAcc0" presStyleIdx="1" presStyleCnt="2">
        <dgm:presLayoutVars>
          <dgm:chMax val="0"/>
          <dgm:chPref val="0"/>
        </dgm:presLayoutVars>
      </dgm:prSet>
      <dgm:spPr/>
    </dgm:pt>
    <dgm:pt modelId="{81C1CE97-68ED-4F4E-9530-89C7929AFCD8}" type="pres">
      <dgm:prSet presAssocID="{C71AFBDC-5A44-4084-A69B-7502BC756E7F}" presName="rootConnector1" presStyleLbl="node1" presStyleIdx="0" presStyleCnt="1"/>
      <dgm:spPr/>
    </dgm:pt>
    <dgm:pt modelId="{66100891-CADC-471F-BF1B-01BA8DEEE6DB}" type="pres">
      <dgm:prSet presAssocID="{C71AFBDC-5A44-4084-A69B-7502BC756E7F}" presName="hierChild2" presStyleCnt="0"/>
      <dgm:spPr/>
    </dgm:pt>
    <dgm:pt modelId="{0E6444CC-37DE-4CDE-8446-F4199A4A2755}" type="pres">
      <dgm:prSet presAssocID="{9B769433-A691-43AB-B1B5-B2700192D3BC}" presName="Name37" presStyleLbl="parChTrans1D2" presStyleIdx="0" presStyleCnt="1"/>
      <dgm:spPr/>
    </dgm:pt>
    <dgm:pt modelId="{AC1C610F-ACD6-4FA0-8ABC-B7BF2D9DC523}" type="pres">
      <dgm:prSet presAssocID="{7B1AF886-F7AB-4065-9612-6A6FEC4F4FE2}" presName="hierRoot2" presStyleCnt="0">
        <dgm:presLayoutVars>
          <dgm:hierBranch val="init"/>
        </dgm:presLayoutVars>
      </dgm:prSet>
      <dgm:spPr/>
    </dgm:pt>
    <dgm:pt modelId="{BAF86E66-36F7-4F31-9EB8-16AFD289CBFA}" type="pres">
      <dgm:prSet presAssocID="{7B1AF886-F7AB-4065-9612-6A6FEC4F4FE2}" presName="rootComposite" presStyleCnt="0"/>
      <dgm:spPr/>
    </dgm:pt>
    <dgm:pt modelId="{0353F96E-D554-4C75-88E9-556714A9B955}" type="pres">
      <dgm:prSet presAssocID="{7B1AF886-F7AB-4065-9612-6A6FEC4F4FE2}" presName="rootText" presStyleLbl="node1" presStyleIdx="0" presStyleCnt="1">
        <dgm:presLayoutVars>
          <dgm:chMax/>
          <dgm:chPref val="3"/>
        </dgm:presLayoutVars>
      </dgm:prSet>
      <dgm:spPr/>
    </dgm:pt>
    <dgm:pt modelId="{DC8749FA-065E-4702-83BB-B20215DD0B31}" type="pres">
      <dgm:prSet presAssocID="{7B1AF886-F7AB-4065-9612-6A6FEC4F4FE2}" presName="titleText2" presStyleLbl="fgAcc1" presStyleIdx="0" presStyleCnt="1">
        <dgm:presLayoutVars>
          <dgm:chMax val="0"/>
          <dgm:chPref val="0"/>
        </dgm:presLayoutVars>
      </dgm:prSet>
      <dgm:spPr/>
    </dgm:pt>
    <dgm:pt modelId="{BF0DC753-1E97-4701-A19E-3D1C474DDAEA}" type="pres">
      <dgm:prSet presAssocID="{7B1AF886-F7AB-4065-9612-6A6FEC4F4FE2}" presName="rootConnector" presStyleLbl="node2" presStyleIdx="0" presStyleCnt="0"/>
      <dgm:spPr/>
    </dgm:pt>
    <dgm:pt modelId="{7D8284A1-6243-430F-B8A6-2B1E996D8EA9}" type="pres">
      <dgm:prSet presAssocID="{7B1AF886-F7AB-4065-9612-6A6FEC4F4FE2}" presName="hierChild4" presStyleCnt="0"/>
      <dgm:spPr/>
    </dgm:pt>
    <dgm:pt modelId="{EEA32AE7-9A25-45D2-9E8A-6D42F65E172C}" type="pres">
      <dgm:prSet presAssocID="{7B1AF886-F7AB-4065-9612-6A6FEC4F4FE2}" presName="hierChild5" presStyleCnt="0"/>
      <dgm:spPr/>
    </dgm:pt>
    <dgm:pt modelId="{EDD848F1-88EF-4B6B-8ABE-D96D9EC34851}" type="pres">
      <dgm:prSet presAssocID="{C71AFBDC-5A44-4084-A69B-7502BC756E7F}" presName="hierChild3" presStyleCnt="0"/>
      <dgm:spPr/>
    </dgm:pt>
  </dgm:ptLst>
  <dgm:cxnLst>
    <dgm:cxn modelId="{C3DCBF04-DE1D-184F-81BE-B6B510661469}" type="presOf" srcId="{999BBAA3-0632-4DE8-8610-B02FB2B2467D}" destId="{0E30C8B5-30D8-4E64-81F3-03C511BC79F8}" srcOrd="0" destOrd="0" presId="urn:microsoft.com/office/officeart/2008/layout/NameandTitleOrganizationalChart"/>
    <dgm:cxn modelId="{2E383015-D6E2-FC40-85CC-791E2496EFEF}" type="presOf" srcId="{2ABE50E3-15EA-4672-A04F-9F410A15D775}" destId="{DC8749FA-065E-4702-83BB-B20215DD0B31}" srcOrd="0" destOrd="0" presId="urn:microsoft.com/office/officeart/2008/layout/NameandTitleOrganizationalChart"/>
    <dgm:cxn modelId="{A3CE4D2E-C1F7-D04F-9598-ADB9A165C247}" type="presOf" srcId="{324AE759-EA5B-43E9-BFBE-7DBEDDB1EAF2}" destId="{1DEB55FD-3875-4EE0-AD4C-3102F78FAAD0}" srcOrd="0" destOrd="0" presId="urn:microsoft.com/office/officeart/2008/layout/NameandTitleOrganizationalChart"/>
    <dgm:cxn modelId="{03C38665-D185-FF4D-881F-3B653BA2DA33}" type="presOf" srcId="{7B1AF886-F7AB-4065-9612-6A6FEC4F4FE2}" destId="{0353F96E-D554-4C75-88E9-556714A9B955}" srcOrd="0" destOrd="0" presId="urn:microsoft.com/office/officeart/2008/layout/NameandTitleOrganizationalChart"/>
    <dgm:cxn modelId="{214CC351-2E63-4602-B61E-421B113FB49D}" srcId="{C71AFBDC-5A44-4084-A69B-7502BC756E7F}" destId="{7B1AF886-F7AB-4065-9612-6A6FEC4F4FE2}" srcOrd="0" destOrd="0" parTransId="{9B769433-A691-43AB-B1B5-B2700192D3BC}" sibTransId="{2ABE50E3-15EA-4672-A04F-9F410A15D775}"/>
    <dgm:cxn modelId="{DDEF177F-9F10-164F-8879-5A06952BF21F}" type="presOf" srcId="{9B769433-A691-43AB-B1B5-B2700192D3BC}" destId="{0E6444CC-37DE-4CDE-8446-F4199A4A2755}" srcOrd="0" destOrd="0" presId="urn:microsoft.com/office/officeart/2008/layout/NameandTitleOrganizationalChart"/>
    <dgm:cxn modelId="{90D96789-32B0-4660-A904-5A8FD6CA26E7}" srcId="{14180968-DDD1-4C35-8F9B-7E58374859DA}" destId="{324AE759-EA5B-43E9-BFBE-7DBEDDB1EAF2}" srcOrd="0" destOrd="0" parTransId="{1C3588BF-B95C-442C-B40F-D18756583B9D}" sibTransId="{85AA00B2-F5D8-4B13-B4BC-92BE401FC4A9}"/>
    <dgm:cxn modelId="{6A41A28A-1D2A-E94E-B1F7-0D540234CD08}" type="presOf" srcId="{14180968-DDD1-4C35-8F9B-7E58374859DA}" destId="{0EC98064-6E1F-4786-A6E7-0BA6CD2CDCD5}" srcOrd="0" destOrd="0" presId="urn:microsoft.com/office/officeart/2008/layout/NameandTitleOrganizationalChart"/>
    <dgm:cxn modelId="{EA3D01B8-B127-994A-8082-B52C4756BA04}" type="presOf" srcId="{C71AFBDC-5A44-4084-A69B-7502BC756E7F}" destId="{B0D5236A-37CE-45BC-92FE-027BC0676FB2}" srcOrd="0" destOrd="0" presId="urn:microsoft.com/office/officeart/2008/layout/NameandTitleOrganizationalChart"/>
    <dgm:cxn modelId="{F6F166C0-714F-EF4B-8EBF-1C62EAD7DBE1}" type="presOf" srcId="{7B1AF886-F7AB-4065-9612-6A6FEC4F4FE2}" destId="{BF0DC753-1E97-4701-A19E-3D1C474DDAEA}" srcOrd="1" destOrd="0" presId="urn:microsoft.com/office/officeart/2008/layout/NameandTitleOrganizationalChart"/>
    <dgm:cxn modelId="{52324CDE-960F-0946-8E06-88664B7D2CC6}" type="presOf" srcId="{85AA00B2-F5D8-4B13-B4BC-92BE401FC4A9}" destId="{38884C4A-6D13-4D12-AF47-A4E1ED7C75ED}" srcOrd="0" destOrd="0" presId="urn:microsoft.com/office/officeart/2008/layout/NameandTitleOrganizationalChart"/>
    <dgm:cxn modelId="{FC40F5E2-C1D8-B84C-AABC-F63E2C858FEB}" type="presOf" srcId="{324AE759-EA5B-43E9-BFBE-7DBEDDB1EAF2}" destId="{27E13194-96EE-439E-B62A-9BD46198C5FD}" srcOrd="1" destOrd="0" presId="urn:microsoft.com/office/officeart/2008/layout/NameandTitleOrganizationalChart"/>
    <dgm:cxn modelId="{512E84F3-5556-4F47-8E20-BB89F4279485}" srcId="{14180968-DDD1-4C35-8F9B-7E58374859DA}" destId="{C71AFBDC-5A44-4084-A69B-7502BC756E7F}" srcOrd="1" destOrd="0" parTransId="{EABB3F20-E37C-41CD-9CA2-2E4F3E9D057E}" sibTransId="{999BBAA3-0632-4DE8-8610-B02FB2B2467D}"/>
    <dgm:cxn modelId="{F57484F4-8991-C246-B286-E27453459879}" type="presOf" srcId="{C71AFBDC-5A44-4084-A69B-7502BC756E7F}" destId="{81C1CE97-68ED-4F4E-9530-89C7929AFCD8}" srcOrd="1" destOrd="0" presId="urn:microsoft.com/office/officeart/2008/layout/NameandTitleOrganizationalChart"/>
    <dgm:cxn modelId="{CDBB0957-950F-0F4A-B457-8465C9C40076}" type="presParOf" srcId="{0EC98064-6E1F-4786-A6E7-0BA6CD2CDCD5}" destId="{70B0F8D5-0393-4FBE-BC7D-BD55928CCBF2}" srcOrd="0" destOrd="0" presId="urn:microsoft.com/office/officeart/2008/layout/NameandTitleOrganizationalChart"/>
    <dgm:cxn modelId="{D53307A3-CC8F-D84D-A9E3-003F4C08964F}" type="presParOf" srcId="{70B0F8D5-0393-4FBE-BC7D-BD55928CCBF2}" destId="{E94A0BBF-CCAD-46BF-AFC9-EAE4CE98A36E}" srcOrd="0" destOrd="0" presId="urn:microsoft.com/office/officeart/2008/layout/NameandTitleOrganizationalChart"/>
    <dgm:cxn modelId="{C100AB8F-A7D9-624D-9F36-196F2A6D0E00}" type="presParOf" srcId="{E94A0BBF-CCAD-46BF-AFC9-EAE4CE98A36E}" destId="{1DEB55FD-3875-4EE0-AD4C-3102F78FAAD0}" srcOrd="0" destOrd="0" presId="urn:microsoft.com/office/officeart/2008/layout/NameandTitleOrganizationalChart"/>
    <dgm:cxn modelId="{BCB24070-D57C-E14A-866D-46DCA2279DD6}" type="presParOf" srcId="{E94A0BBF-CCAD-46BF-AFC9-EAE4CE98A36E}" destId="{38884C4A-6D13-4D12-AF47-A4E1ED7C75ED}" srcOrd="1" destOrd="0" presId="urn:microsoft.com/office/officeart/2008/layout/NameandTitleOrganizationalChart"/>
    <dgm:cxn modelId="{81570B26-2835-874A-976C-FFF05B0EB722}" type="presParOf" srcId="{E94A0BBF-CCAD-46BF-AFC9-EAE4CE98A36E}" destId="{27E13194-96EE-439E-B62A-9BD46198C5FD}" srcOrd="2" destOrd="0" presId="urn:microsoft.com/office/officeart/2008/layout/NameandTitleOrganizationalChart"/>
    <dgm:cxn modelId="{61C51FB2-16F2-5548-A496-E37B8FAA8710}" type="presParOf" srcId="{70B0F8D5-0393-4FBE-BC7D-BD55928CCBF2}" destId="{918091F6-5347-4F3D-A6A0-44439A0B27EE}" srcOrd="1" destOrd="0" presId="urn:microsoft.com/office/officeart/2008/layout/NameandTitleOrganizationalChart"/>
    <dgm:cxn modelId="{ED851F7E-C0A5-B94D-8975-E55014AED5B8}" type="presParOf" srcId="{70B0F8D5-0393-4FBE-BC7D-BD55928CCBF2}" destId="{9DE24B5D-4C99-41D1-AE4F-3FF48C2AF24C}" srcOrd="2" destOrd="0" presId="urn:microsoft.com/office/officeart/2008/layout/NameandTitleOrganizationalChart"/>
    <dgm:cxn modelId="{C4E77ADD-3C28-BB44-92ED-EFE7265E1E4B}" type="presParOf" srcId="{0EC98064-6E1F-4786-A6E7-0BA6CD2CDCD5}" destId="{42A7C26D-4A9D-43F2-A25C-6B4236ED9E0E}" srcOrd="1" destOrd="0" presId="urn:microsoft.com/office/officeart/2008/layout/NameandTitleOrganizationalChart"/>
    <dgm:cxn modelId="{1B980C33-D98D-AD43-82A1-556AEACAD4CC}" type="presParOf" srcId="{42A7C26D-4A9D-43F2-A25C-6B4236ED9E0E}" destId="{54A88C5B-FDE3-4C5F-8E16-133CD34C54A6}" srcOrd="0" destOrd="0" presId="urn:microsoft.com/office/officeart/2008/layout/NameandTitleOrganizationalChart"/>
    <dgm:cxn modelId="{8C8F4728-4A09-2446-AF2A-929EF44154CA}" type="presParOf" srcId="{54A88C5B-FDE3-4C5F-8E16-133CD34C54A6}" destId="{B0D5236A-37CE-45BC-92FE-027BC0676FB2}" srcOrd="0" destOrd="0" presId="urn:microsoft.com/office/officeart/2008/layout/NameandTitleOrganizationalChart"/>
    <dgm:cxn modelId="{E2F8A66D-361E-2348-BD7E-168369CC81C7}" type="presParOf" srcId="{54A88C5B-FDE3-4C5F-8E16-133CD34C54A6}" destId="{0E30C8B5-30D8-4E64-81F3-03C511BC79F8}" srcOrd="1" destOrd="0" presId="urn:microsoft.com/office/officeart/2008/layout/NameandTitleOrganizationalChart"/>
    <dgm:cxn modelId="{F935EC17-52A9-D84D-8082-5F72CEF9B6E8}" type="presParOf" srcId="{54A88C5B-FDE3-4C5F-8E16-133CD34C54A6}" destId="{81C1CE97-68ED-4F4E-9530-89C7929AFCD8}" srcOrd="2" destOrd="0" presId="urn:microsoft.com/office/officeart/2008/layout/NameandTitleOrganizationalChart"/>
    <dgm:cxn modelId="{A48D58EE-F121-E945-B50B-0ED341087979}" type="presParOf" srcId="{42A7C26D-4A9D-43F2-A25C-6B4236ED9E0E}" destId="{66100891-CADC-471F-BF1B-01BA8DEEE6DB}" srcOrd="1" destOrd="0" presId="urn:microsoft.com/office/officeart/2008/layout/NameandTitleOrganizationalChart"/>
    <dgm:cxn modelId="{74E91937-05A6-D646-8800-B002F41D0ECD}" type="presParOf" srcId="{66100891-CADC-471F-BF1B-01BA8DEEE6DB}" destId="{0E6444CC-37DE-4CDE-8446-F4199A4A2755}" srcOrd="0" destOrd="0" presId="urn:microsoft.com/office/officeart/2008/layout/NameandTitleOrganizationalChart"/>
    <dgm:cxn modelId="{4019C720-E0D4-CE4D-8FFA-46161BF12290}" type="presParOf" srcId="{66100891-CADC-471F-BF1B-01BA8DEEE6DB}" destId="{AC1C610F-ACD6-4FA0-8ABC-B7BF2D9DC523}" srcOrd="1" destOrd="0" presId="urn:microsoft.com/office/officeart/2008/layout/NameandTitleOrganizationalChart"/>
    <dgm:cxn modelId="{BAAE6334-C7C6-844B-86D3-3E8787EF4DCD}" type="presParOf" srcId="{AC1C610F-ACD6-4FA0-8ABC-B7BF2D9DC523}" destId="{BAF86E66-36F7-4F31-9EB8-16AFD289CBFA}" srcOrd="0" destOrd="0" presId="urn:microsoft.com/office/officeart/2008/layout/NameandTitleOrganizationalChart"/>
    <dgm:cxn modelId="{299DF938-3DE6-9A4E-B8C1-2633B18FF802}" type="presParOf" srcId="{BAF86E66-36F7-4F31-9EB8-16AFD289CBFA}" destId="{0353F96E-D554-4C75-88E9-556714A9B955}" srcOrd="0" destOrd="0" presId="urn:microsoft.com/office/officeart/2008/layout/NameandTitleOrganizationalChart"/>
    <dgm:cxn modelId="{54B21E40-F031-D142-8131-54CB2AB4ACEE}" type="presParOf" srcId="{BAF86E66-36F7-4F31-9EB8-16AFD289CBFA}" destId="{DC8749FA-065E-4702-83BB-B20215DD0B31}" srcOrd="1" destOrd="0" presId="urn:microsoft.com/office/officeart/2008/layout/NameandTitleOrganizationalChart"/>
    <dgm:cxn modelId="{F3AA6714-76FE-0547-935D-6C54DF298100}" type="presParOf" srcId="{BAF86E66-36F7-4F31-9EB8-16AFD289CBFA}" destId="{BF0DC753-1E97-4701-A19E-3D1C474DDAEA}" srcOrd="2" destOrd="0" presId="urn:microsoft.com/office/officeart/2008/layout/NameandTitleOrganizationalChart"/>
    <dgm:cxn modelId="{06F81196-AE1A-244C-B0C0-E28174A7BFE7}" type="presParOf" srcId="{AC1C610F-ACD6-4FA0-8ABC-B7BF2D9DC523}" destId="{7D8284A1-6243-430F-B8A6-2B1E996D8EA9}" srcOrd="1" destOrd="0" presId="urn:microsoft.com/office/officeart/2008/layout/NameandTitleOrganizationalChart"/>
    <dgm:cxn modelId="{D29D4E95-2DA9-6A47-B9D1-5B2857F3553D}" type="presParOf" srcId="{AC1C610F-ACD6-4FA0-8ABC-B7BF2D9DC523}" destId="{EEA32AE7-9A25-45D2-9E8A-6D42F65E172C}" srcOrd="2" destOrd="0" presId="urn:microsoft.com/office/officeart/2008/layout/NameandTitleOrganizationalChart"/>
    <dgm:cxn modelId="{EA7AAA54-386E-E442-B4ED-AEC7830383DE}" type="presParOf" srcId="{42A7C26D-4A9D-43F2-A25C-6B4236ED9E0E}" destId="{EDD848F1-88EF-4B6B-8ABE-D96D9EC3485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4180968-DDD1-4C35-8F9B-7E58374859D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s-MX"/>
        </a:p>
      </dgm:t>
    </dgm:pt>
    <dgm:pt modelId="{C71AFBDC-5A44-4084-A69B-7502BC756E7F}">
      <dgm:prSet phldrT="[Text]"/>
      <dgm:spPr/>
      <dgm:t>
        <a:bodyPr/>
        <a:lstStyle/>
        <a:p>
          <a:r>
            <a:rPr lang="es-MX" dirty="0" err="1"/>
            <a:t>MexCo</a:t>
          </a:r>
          <a:endParaRPr lang="es-MX" dirty="0"/>
        </a:p>
      </dgm:t>
    </dgm:pt>
    <dgm:pt modelId="{EABB3F20-E37C-41CD-9CA2-2E4F3E9D057E}" type="parTrans" cxnId="{512E84F3-5556-4F47-8E20-BB89F4279485}">
      <dgm:prSet/>
      <dgm:spPr/>
      <dgm:t>
        <a:bodyPr/>
        <a:lstStyle/>
        <a:p>
          <a:endParaRPr lang="es-MX"/>
        </a:p>
      </dgm:t>
    </dgm:pt>
    <dgm:pt modelId="{999BBAA3-0632-4DE8-8610-B02FB2B2467D}" type="sibTrans" cxnId="{512E84F3-5556-4F47-8E20-BB89F4279485}">
      <dgm:prSet/>
      <dgm:spPr/>
      <dgm:t>
        <a:bodyPr/>
        <a:lstStyle/>
        <a:p>
          <a:pPr algn="l"/>
          <a:r>
            <a:rPr lang="es-MX" dirty="0"/>
            <a:t>CC = $100</a:t>
          </a:r>
        </a:p>
      </dgm:t>
    </dgm:pt>
    <dgm:pt modelId="{7B1AF886-F7AB-4065-9612-6A6FEC4F4FE2}">
      <dgm:prSet phldrT="[Text]"/>
      <dgm:spPr/>
      <dgm:t>
        <a:bodyPr/>
        <a:lstStyle/>
        <a:p>
          <a:r>
            <a:rPr lang="es-MX" dirty="0" err="1"/>
            <a:t>MexSub</a:t>
          </a:r>
          <a:endParaRPr lang="es-MX" dirty="0"/>
        </a:p>
      </dgm:t>
    </dgm:pt>
    <dgm:pt modelId="{9B769433-A691-43AB-B1B5-B2700192D3BC}" type="parTrans" cxnId="{214CC351-2E63-4602-B61E-421B113FB49D}">
      <dgm:prSet/>
      <dgm:spPr/>
      <dgm:t>
        <a:bodyPr/>
        <a:lstStyle/>
        <a:p>
          <a:endParaRPr lang="es-MX"/>
        </a:p>
      </dgm:t>
    </dgm:pt>
    <dgm:pt modelId="{2ABE50E3-15EA-4672-A04F-9F410A15D775}" type="sibTrans" cxnId="{214CC351-2E63-4602-B61E-421B113FB49D}">
      <dgm:prSet/>
      <dgm:spPr/>
      <dgm:t>
        <a:bodyPr/>
        <a:lstStyle/>
        <a:p>
          <a:pPr algn="l"/>
          <a:r>
            <a:rPr lang="es-MX" dirty="0"/>
            <a:t>CC = $0.01</a:t>
          </a:r>
        </a:p>
      </dgm:t>
    </dgm:pt>
    <dgm:pt modelId="{324AE759-EA5B-43E9-BFBE-7DBEDDB1EAF2}">
      <dgm:prSet/>
      <dgm:spPr>
        <a:solidFill>
          <a:srgbClr val="00B0F0"/>
        </a:solidFill>
      </dgm:spPr>
      <dgm:t>
        <a:bodyPr/>
        <a:lstStyle/>
        <a:p>
          <a:r>
            <a:rPr lang="es-MX" dirty="0" err="1"/>
            <a:t>USCo</a:t>
          </a:r>
          <a:endParaRPr lang="es-MX" dirty="0"/>
        </a:p>
      </dgm:t>
    </dgm:pt>
    <dgm:pt modelId="{1C3588BF-B95C-442C-B40F-D18756583B9D}" type="parTrans" cxnId="{90D96789-32B0-4660-A904-5A8FD6CA26E7}">
      <dgm:prSet/>
      <dgm:spPr/>
      <dgm:t>
        <a:bodyPr/>
        <a:lstStyle/>
        <a:p>
          <a:endParaRPr lang="es-MX"/>
        </a:p>
      </dgm:t>
    </dgm:pt>
    <dgm:pt modelId="{85AA00B2-F5D8-4B13-B4BC-92BE401FC4A9}" type="sibTrans" cxnId="{90D96789-32B0-4660-A904-5A8FD6CA26E7}">
      <dgm:prSet/>
      <dgm:spPr/>
      <dgm:t>
        <a:bodyPr/>
        <a:lstStyle/>
        <a:p>
          <a:pPr algn="ctr"/>
          <a:r>
            <a:rPr lang="es-MX" dirty="0"/>
            <a:t>Parte Relacionada</a:t>
          </a:r>
        </a:p>
      </dgm:t>
    </dgm:pt>
    <dgm:pt modelId="{0EC98064-6E1F-4786-A6E7-0BA6CD2CDCD5}" type="pres">
      <dgm:prSet presAssocID="{14180968-DDD1-4C35-8F9B-7E58374859DA}" presName="hierChild1" presStyleCnt="0">
        <dgm:presLayoutVars>
          <dgm:orgChart val="1"/>
          <dgm:chPref val="1"/>
          <dgm:dir/>
          <dgm:animOne val="branch"/>
          <dgm:animLvl val="lvl"/>
          <dgm:resizeHandles/>
        </dgm:presLayoutVars>
      </dgm:prSet>
      <dgm:spPr/>
    </dgm:pt>
    <dgm:pt modelId="{70B0F8D5-0393-4FBE-BC7D-BD55928CCBF2}" type="pres">
      <dgm:prSet presAssocID="{324AE759-EA5B-43E9-BFBE-7DBEDDB1EAF2}" presName="hierRoot1" presStyleCnt="0">
        <dgm:presLayoutVars>
          <dgm:hierBranch val="init"/>
        </dgm:presLayoutVars>
      </dgm:prSet>
      <dgm:spPr/>
    </dgm:pt>
    <dgm:pt modelId="{E94A0BBF-CCAD-46BF-AFC9-EAE4CE98A36E}" type="pres">
      <dgm:prSet presAssocID="{324AE759-EA5B-43E9-BFBE-7DBEDDB1EAF2}" presName="rootComposite1" presStyleCnt="0"/>
      <dgm:spPr/>
    </dgm:pt>
    <dgm:pt modelId="{1DEB55FD-3875-4EE0-AD4C-3102F78FAAD0}" type="pres">
      <dgm:prSet presAssocID="{324AE759-EA5B-43E9-BFBE-7DBEDDB1EAF2}" presName="rootText1" presStyleLbl="node0" presStyleIdx="0" presStyleCnt="2" custLinFactNeighborX="-46231" custLinFactNeighborY="-1468">
        <dgm:presLayoutVars>
          <dgm:chMax/>
          <dgm:chPref val="3"/>
        </dgm:presLayoutVars>
      </dgm:prSet>
      <dgm:spPr/>
    </dgm:pt>
    <dgm:pt modelId="{38884C4A-6D13-4D12-AF47-A4E1ED7C75ED}" type="pres">
      <dgm:prSet presAssocID="{324AE759-EA5B-43E9-BFBE-7DBEDDB1EAF2}" presName="titleText1" presStyleLbl="fgAcc0" presStyleIdx="0" presStyleCnt="2" custLinFactNeighborX="-51765">
        <dgm:presLayoutVars>
          <dgm:chMax val="0"/>
          <dgm:chPref val="0"/>
        </dgm:presLayoutVars>
      </dgm:prSet>
      <dgm:spPr/>
    </dgm:pt>
    <dgm:pt modelId="{27E13194-96EE-439E-B62A-9BD46198C5FD}" type="pres">
      <dgm:prSet presAssocID="{324AE759-EA5B-43E9-BFBE-7DBEDDB1EAF2}" presName="rootConnector1" presStyleLbl="node1" presStyleIdx="0" presStyleCnt="1"/>
      <dgm:spPr/>
    </dgm:pt>
    <dgm:pt modelId="{918091F6-5347-4F3D-A6A0-44439A0B27EE}" type="pres">
      <dgm:prSet presAssocID="{324AE759-EA5B-43E9-BFBE-7DBEDDB1EAF2}" presName="hierChild2" presStyleCnt="0"/>
      <dgm:spPr/>
    </dgm:pt>
    <dgm:pt modelId="{9DE24B5D-4C99-41D1-AE4F-3FF48C2AF24C}" type="pres">
      <dgm:prSet presAssocID="{324AE759-EA5B-43E9-BFBE-7DBEDDB1EAF2}" presName="hierChild3" presStyleCnt="0"/>
      <dgm:spPr/>
    </dgm:pt>
    <dgm:pt modelId="{42A7C26D-4A9D-43F2-A25C-6B4236ED9E0E}" type="pres">
      <dgm:prSet presAssocID="{C71AFBDC-5A44-4084-A69B-7502BC756E7F}" presName="hierRoot1" presStyleCnt="0">
        <dgm:presLayoutVars>
          <dgm:hierBranch val="init"/>
        </dgm:presLayoutVars>
      </dgm:prSet>
      <dgm:spPr/>
    </dgm:pt>
    <dgm:pt modelId="{54A88C5B-FDE3-4C5F-8E16-133CD34C54A6}" type="pres">
      <dgm:prSet presAssocID="{C71AFBDC-5A44-4084-A69B-7502BC756E7F}" presName="rootComposite1" presStyleCnt="0"/>
      <dgm:spPr/>
    </dgm:pt>
    <dgm:pt modelId="{B0D5236A-37CE-45BC-92FE-027BC0676FB2}" type="pres">
      <dgm:prSet presAssocID="{C71AFBDC-5A44-4084-A69B-7502BC756E7F}" presName="rootText1" presStyleLbl="node0" presStyleIdx="1" presStyleCnt="2">
        <dgm:presLayoutVars>
          <dgm:chMax/>
          <dgm:chPref val="3"/>
        </dgm:presLayoutVars>
      </dgm:prSet>
      <dgm:spPr/>
    </dgm:pt>
    <dgm:pt modelId="{0E30C8B5-30D8-4E64-81F3-03C511BC79F8}" type="pres">
      <dgm:prSet presAssocID="{C71AFBDC-5A44-4084-A69B-7502BC756E7F}" presName="titleText1" presStyleLbl="fgAcc0" presStyleIdx="1" presStyleCnt="2">
        <dgm:presLayoutVars>
          <dgm:chMax val="0"/>
          <dgm:chPref val="0"/>
        </dgm:presLayoutVars>
      </dgm:prSet>
      <dgm:spPr/>
    </dgm:pt>
    <dgm:pt modelId="{81C1CE97-68ED-4F4E-9530-89C7929AFCD8}" type="pres">
      <dgm:prSet presAssocID="{C71AFBDC-5A44-4084-A69B-7502BC756E7F}" presName="rootConnector1" presStyleLbl="node1" presStyleIdx="0" presStyleCnt="1"/>
      <dgm:spPr/>
    </dgm:pt>
    <dgm:pt modelId="{66100891-CADC-471F-BF1B-01BA8DEEE6DB}" type="pres">
      <dgm:prSet presAssocID="{C71AFBDC-5A44-4084-A69B-7502BC756E7F}" presName="hierChild2" presStyleCnt="0"/>
      <dgm:spPr/>
    </dgm:pt>
    <dgm:pt modelId="{0E6444CC-37DE-4CDE-8446-F4199A4A2755}" type="pres">
      <dgm:prSet presAssocID="{9B769433-A691-43AB-B1B5-B2700192D3BC}" presName="Name37" presStyleLbl="parChTrans1D2" presStyleIdx="0" presStyleCnt="1"/>
      <dgm:spPr/>
    </dgm:pt>
    <dgm:pt modelId="{AC1C610F-ACD6-4FA0-8ABC-B7BF2D9DC523}" type="pres">
      <dgm:prSet presAssocID="{7B1AF886-F7AB-4065-9612-6A6FEC4F4FE2}" presName="hierRoot2" presStyleCnt="0">
        <dgm:presLayoutVars>
          <dgm:hierBranch val="init"/>
        </dgm:presLayoutVars>
      </dgm:prSet>
      <dgm:spPr/>
    </dgm:pt>
    <dgm:pt modelId="{BAF86E66-36F7-4F31-9EB8-16AFD289CBFA}" type="pres">
      <dgm:prSet presAssocID="{7B1AF886-F7AB-4065-9612-6A6FEC4F4FE2}" presName="rootComposite" presStyleCnt="0"/>
      <dgm:spPr/>
    </dgm:pt>
    <dgm:pt modelId="{0353F96E-D554-4C75-88E9-556714A9B955}" type="pres">
      <dgm:prSet presAssocID="{7B1AF886-F7AB-4065-9612-6A6FEC4F4FE2}" presName="rootText" presStyleLbl="node1" presStyleIdx="0" presStyleCnt="1">
        <dgm:presLayoutVars>
          <dgm:chMax/>
          <dgm:chPref val="3"/>
        </dgm:presLayoutVars>
      </dgm:prSet>
      <dgm:spPr/>
    </dgm:pt>
    <dgm:pt modelId="{DC8749FA-065E-4702-83BB-B20215DD0B31}" type="pres">
      <dgm:prSet presAssocID="{7B1AF886-F7AB-4065-9612-6A6FEC4F4FE2}" presName="titleText2" presStyleLbl="fgAcc1" presStyleIdx="0" presStyleCnt="1">
        <dgm:presLayoutVars>
          <dgm:chMax val="0"/>
          <dgm:chPref val="0"/>
        </dgm:presLayoutVars>
      </dgm:prSet>
      <dgm:spPr/>
    </dgm:pt>
    <dgm:pt modelId="{BF0DC753-1E97-4701-A19E-3D1C474DDAEA}" type="pres">
      <dgm:prSet presAssocID="{7B1AF886-F7AB-4065-9612-6A6FEC4F4FE2}" presName="rootConnector" presStyleLbl="node2" presStyleIdx="0" presStyleCnt="0"/>
      <dgm:spPr/>
    </dgm:pt>
    <dgm:pt modelId="{7D8284A1-6243-430F-B8A6-2B1E996D8EA9}" type="pres">
      <dgm:prSet presAssocID="{7B1AF886-F7AB-4065-9612-6A6FEC4F4FE2}" presName="hierChild4" presStyleCnt="0"/>
      <dgm:spPr/>
    </dgm:pt>
    <dgm:pt modelId="{EEA32AE7-9A25-45D2-9E8A-6D42F65E172C}" type="pres">
      <dgm:prSet presAssocID="{7B1AF886-F7AB-4065-9612-6A6FEC4F4FE2}" presName="hierChild5" presStyleCnt="0"/>
      <dgm:spPr/>
    </dgm:pt>
    <dgm:pt modelId="{EDD848F1-88EF-4B6B-8ABE-D96D9EC34851}" type="pres">
      <dgm:prSet presAssocID="{C71AFBDC-5A44-4084-A69B-7502BC756E7F}" presName="hierChild3" presStyleCnt="0"/>
      <dgm:spPr/>
    </dgm:pt>
  </dgm:ptLst>
  <dgm:cxnLst>
    <dgm:cxn modelId="{7756D411-D91A-0043-A877-AE4ECE4871EF}" type="presOf" srcId="{9B769433-A691-43AB-B1B5-B2700192D3BC}" destId="{0E6444CC-37DE-4CDE-8446-F4199A4A2755}" srcOrd="0" destOrd="0" presId="urn:microsoft.com/office/officeart/2008/layout/NameandTitleOrganizationalChart"/>
    <dgm:cxn modelId="{84AA4F32-C6E6-4045-9E52-6484A344D541}" type="presOf" srcId="{2ABE50E3-15EA-4672-A04F-9F410A15D775}" destId="{DC8749FA-065E-4702-83BB-B20215DD0B31}" srcOrd="0" destOrd="0" presId="urn:microsoft.com/office/officeart/2008/layout/NameandTitleOrganizationalChart"/>
    <dgm:cxn modelId="{0A0BD432-7C97-8049-94BB-A050BC974DD3}" type="presOf" srcId="{324AE759-EA5B-43E9-BFBE-7DBEDDB1EAF2}" destId="{27E13194-96EE-439E-B62A-9BD46198C5FD}" srcOrd="1" destOrd="0" presId="urn:microsoft.com/office/officeart/2008/layout/NameandTitleOrganizationalChart"/>
    <dgm:cxn modelId="{10B20E5D-1373-9645-9419-C1893FEA414C}" type="presOf" srcId="{7B1AF886-F7AB-4065-9612-6A6FEC4F4FE2}" destId="{BF0DC753-1E97-4701-A19E-3D1C474DDAEA}" srcOrd="1" destOrd="0" presId="urn:microsoft.com/office/officeart/2008/layout/NameandTitleOrganizationalChart"/>
    <dgm:cxn modelId="{214CC351-2E63-4602-B61E-421B113FB49D}" srcId="{C71AFBDC-5A44-4084-A69B-7502BC756E7F}" destId="{7B1AF886-F7AB-4065-9612-6A6FEC4F4FE2}" srcOrd="0" destOrd="0" parTransId="{9B769433-A691-43AB-B1B5-B2700192D3BC}" sibTransId="{2ABE50E3-15EA-4672-A04F-9F410A15D775}"/>
    <dgm:cxn modelId="{999AED72-3CD2-074F-B73C-87E3CADC1CF1}" type="presOf" srcId="{7B1AF886-F7AB-4065-9612-6A6FEC4F4FE2}" destId="{0353F96E-D554-4C75-88E9-556714A9B955}" srcOrd="0" destOrd="0" presId="urn:microsoft.com/office/officeart/2008/layout/NameandTitleOrganizationalChart"/>
    <dgm:cxn modelId="{90D96789-32B0-4660-A904-5A8FD6CA26E7}" srcId="{14180968-DDD1-4C35-8F9B-7E58374859DA}" destId="{324AE759-EA5B-43E9-BFBE-7DBEDDB1EAF2}" srcOrd="0" destOrd="0" parTransId="{1C3588BF-B95C-442C-B40F-D18756583B9D}" sibTransId="{85AA00B2-F5D8-4B13-B4BC-92BE401FC4A9}"/>
    <dgm:cxn modelId="{C365B889-E21A-DF4F-9382-F9E150779876}" type="presOf" srcId="{85AA00B2-F5D8-4B13-B4BC-92BE401FC4A9}" destId="{38884C4A-6D13-4D12-AF47-A4E1ED7C75ED}" srcOrd="0" destOrd="0" presId="urn:microsoft.com/office/officeart/2008/layout/NameandTitleOrganizationalChart"/>
    <dgm:cxn modelId="{9C61E3AD-FD45-9D4F-AA4C-FA157BB48910}" type="presOf" srcId="{324AE759-EA5B-43E9-BFBE-7DBEDDB1EAF2}" destId="{1DEB55FD-3875-4EE0-AD4C-3102F78FAAD0}" srcOrd="0" destOrd="0" presId="urn:microsoft.com/office/officeart/2008/layout/NameandTitleOrganizationalChart"/>
    <dgm:cxn modelId="{480209D2-543C-B64B-8CAD-8E9B9B62DBAE}" type="presOf" srcId="{999BBAA3-0632-4DE8-8610-B02FB2B2467D}" destId="{0E30C8B5-30D8-4E64-81F3-03C511BC79F8}" srcOrd="0" destOrd="0" presId="urn:microsoft.com/office/officeart/2008/layout/NameandTitleOrganizationalChart"/>
    <dgm:cxn modelId="{8A0BD9EB-07EF-B64F-AE91-D7F9100DE253}" type="presOf" srcId="{14180968-DDD1-4C35-8F9B-7E58374859DA}" destId="{0EC98064-6E1F-4786-A6E7-0BA6CD2CDCD5}" srcOrd="0" destOrd="0" presId="urn:microsoft.com/office/officeart/2008/layout/NameandTitleOrganizationalChart"/>
    <dgm:cxn modelId="{74E465ED-CE16-6B49-ADBE-979ED18C9AED}" type="presOf" srcId="{C71AFBDC-5A44-4084-A69B-7502BC756E7F}" destId="{B0D5236A-37CE-45BC-92FE-027BC0676FB2}" srcOrd="0" destOrd="0" presId="urn:microsoft.com/office/officeart/2008/layout/NameandTitleOrganizationalChart"/>
    <dgm:cxn modelId="{5585F9F0-5F97-564E-923D-1545F90248EC}" type="presOf" srcId="{C71AFBDC-5A44-4084-A69B-7502BC756E7F}" destId="{81C1CE97-68ED-4F4E-9530-89C7929AFCD8}" srcOrd="1" destOrd="0" presId="urn:microsoft.com/office/officeart/2008/layout/NameandTitleOrganizationalChart"/>
    <dgm:cxn modelId="{512E84F3-5556-4F47-8E20-BB89F4279485}" srcId="{14180968-DDD1-4C35-8F9B-7E58374859DA}" destId="{C71AFBDC-5A44-4084-A69B-7502BC756E7F}" srcOrd="1" destOrd="0" parTransId="{EABB3F20-E37C-41CD-9CA2-2E4F3E9D057E}" sibTransId="{999BBAA3-0632-4DE8-8610-B02FB2B2467D}"/>
    <dgm:cxn modelId="{ABBCFFF8-26E3-5542-B1D5-E1BD66183600}" type="presParOf" srcId="{0EC98064-6E1F-4786-A6E7-0BA6CD2CDCD5}" destId="{70B0F8D5-0393-4FBE-BC7D-BD55928CCBF2}" srcOrd="0" destOrd="0" presId="urn:microsoft.com/office/officeart/2008/layout/NameandTitleOrganizationalChart"/>
    <dgm:cxn modelId="{8C33BAF7-46F4-F545-B49E-87522044E957}" type="presParOf" srcId="{70B0F8D5-0393-4FBE-BC7D-BD55928CCBF2}" destId="{E94A0BBF-CCAD-46BF-AFC9-EAE4CE98A36E}" srcOrd="0" destOrd="0" presId="urn:microsoft.com/office/officeart/2008/layout/NameandTitleOrganizationalChart"/>
    <dgm:cxn modelId="{67AF5113-EC99-8541-8FC2-C780FE321E81}" type="presParOf" srcId="{E94A0BBF-CCAD-46BF-AFC9-EAE4CE98A36E}" destId="{1DEB55FD-3875-4EE0-AD4C-3102F78FAAD0}" srcOrd="0" destOrd="0" presId="urn:microsoft.com/office/officeart/2008/layout/NameandTitleOrganizationalChart"/>
    <dgm:cxn modelId="{D2620716-7B36-0A46-9FAF-BA43EF1C1167}" type="presParOf" srcId="{E94A0BBF-CCAD-46BF-AFC9-EAE4CE98A36E}" destId="{38884C4A-6D13-4D12-AF47-A4E1ED7C75ED}" srcOrd="1" destOrd="0" presId="urn:microsoft.com/office/officeart/2008/layout/NameandTitleOrganizationalChart"/>
    <dgm:cxn modelId="{455AB984-0C45-734C-BB9A-C8E14F98B4F3}" type="presParOf" srcId="{E94A0BBF-CCAD-46BF-AFC9-EAE4CE98A36E}" destId="{27E13194-96EE-439E-B62A-9BD46198C5FD}" srcOrd="2" destOrd="0" presId="urn:microsoft.com/office/officeart/2008/layout/NameandTitleOrganizationalChart"/>
    <dgm:cxn modelId="{8C621376-E077-5142-8B9F-105F8F5BEBD4}" type="presParOf" srcId="{70B0F8D5-0393-4FBE-BC7D-BD55928CCBF2}" destId="{918091F6-5347-4F3D-A6A0-44439A0B27EE}" srcOrd="1" destOrd="0" presId="urn:microsoft.com/office/officeart/2008/layout/NameandTitleOrganizationalChart"/>
    <dgm:cxn modelId="{0F2B3D3B-4282-2942-9653-A5ADAFF7AD5F}" type="presParOf" srcId="{70B0F8D5-0393-4FBE-BC7D-BD55928CCBF2}" destId="{9DE24B5D-4C99-41D1-AE4F-3FF48C2AF24C}" srcOrd="2" destOrd="0" presId="urn:microsoft.com/office/officeart/2008/layout/NameandTitleOrganizationalChart"/>
    <dgm:cxn modelId="{FAE39009-4113-4B4F-8668-1E9FA3C2C0D5}" type="presParOf" srcId="{0EC98064-6E1F-4786-A6E7-0BA6CD2CDCD5}" destId="{42A7C26D-4A9D-43F2-A25C-6B4236ED9E0E}" srcOrd="1" destOrd="0" presId="urn:microsoft.com/office/officeart/2008/layout/NameandTitleOrganizationalChart"/>
    <dgm:cxn modelId="{F706913B-0449-1B4A-BDD2-16BB582A7322}" type="presParOf" srcId="{42A7C26D-4A9D-43F2-A25C-6B4236ED9E0E}" destId="{54A88C5B-FDE3-4C5F-8E16-133CD34C54A6}" srcOrd="0" destOrd="0" presId="urn:microsoft.com/office/officeart/2008/layout/NameandTitleOrganizationalChart"/>
    <dgm:cxn modelId="{E2B3B7FA-72C7-4747-A981-9740C0209A7C}" type="presParOf" srcId="{54A88C5B-FDE3-4C5F-8E16-133CD34C54A6}" destId="{B0D5236A-37CE-45BC-92FE-027BC0676FB2}" srcOrd="0" destOrd="0" presId="urn:microsoft.com/office/officeart/2008/layout/NameandTitleOrganizationalChart"/>
    <dgm:cxn modelId="{353BA502-6E00-6E4B-942E-9524323E20DB}" type="presParOf" srcId="{54A88C5B-FDE3-4C5F-8E16-133CD34C54A6}" destId="{0E30C8B5-30D8-4E64-81F3-03C511BC79F8}" srcOrd="1" destOrd="0" presId="urn:microsoft.com/office/officeart/2008/layout/NameandTitleOrganizationalChart"/>
    <dgm:cxn modelId="{E12E3DF9-1964-784E-AEAD-99CD9C11334E}" type="presParOf" srcId="{54A88C5B-FDE3-4C5F-8E16-133CD34C54A6}" destId="{81C1CE97-68ED-4F4E-9530-89C7929AFCD8}" srcOrd="2" destOrd="0" presId="urn:microsoft.com/office/officeart/2008/layout/NameandTitleOrganizationalChart"/>
    <dgm:cxn modelId="{27D84D72-29D1-0645-BBA5-37FB617BFD00}" type="presParOf" srcId="{42A7C26D-4A9D-43F2-A25C-6B4236ED9E0E}" destId="{66100891-CADC-471F-BF1B-01BA8DEEE6DB}" srcOrd="1" destOrd="0" presId="urn:microsoft.com/office/officeart/2008/layout/NameandTitleOrganizationalChart"/>
    <dgm:cxn modelId="{C0278DFD-1CBE-2640-B540-6514356218C0}" type="presParOf" srcId="{66100891-CADC-471F-BF1B-01BA8DEEE6DB}" destId="{0E6444CC-37DE-4CDE-8446-F4199A4A2755}" srcOrd="0" destOrd="0" presId="urn:microsoft.com/office/officeart/2008/layout/NameandTitleOrganizationalChart"/>
    <dgm:cxn modelId="{E5EF2491-4628-3E49-9265-7B574D15BB92}" type="presParOf" srcId="{66100891-CADC-471F-BF1B-01BA8DEEE6DB}" destId="{AC1C610F-ACD6-4FA0-8ABC-B7BF2D9DC523}" srcOrd="1" destOrd="0" presId="urn:microsoft.com/office/officeart/2008/layout/NameandTitleOrganizationalChart"/>
    <dgm:cxn modelId="{39894AF5-982D-ED47-9538-8D6789EC6964}" type="presParOf" srcId="{AC1C610F-ACD6-4FA0-8ABC-B7BF2D9DC523}" destId="{BAF86E66-36F7-4F31-9EB8-16AFD289CBFA}" srcOrd="0" destOrd="0" presId="urn:microsoft.com/office/officeart/2008/layout/NameandTitleOrganizationalChart"/>
    <dgm:cxn modelId="{45CDC9A6-04F2-6441-A3F4-F7DA821C69E4}" type="presParOf" srcId="{BAF86E66-36F7-4F31-9EB8-16AFD289CBFA}" destId="{0353F96E-D554-4C75-88E9-556714A9B955}" srcOrd="0" destOrd="0" presId="urn:microsoft.com/office/officeart/2008/layout/NameandTitleOrganizationalChart"/>
    <dgm:cxn modelId="{65C91F5F-2171-0746-AD6D-2884D58DDB1C}" type="presParOf" srcId="{BAF86E66-36F7-4F31-9EB8-16AFD289CBFA}" destId="{DC8749FA-065E-4702-83BB-B20215DD0B31}" srcOrd="1" destOrd="0" presId="urn:microsoft.com/office/officeart/2008/layout/NameandTitleOrganizationalChart"/>
    <dgm:cxn modelId="{8DD742E0-39A7-3843-B9B5-AAC6442A8600}" type="presParOf" srcId="{BAF86E66-36F7-4F31-9EB8-16AFD289CBFA}" destId="{BF0DC753-1E97-4701-A19E-3D1C474DDAEA}" srcOrd="2" destOrd="0" presId="urn:microsoft.com/office/officeart/2008/layout/NameandTitleOrganizationalChart"/>
    <dgm:cxn modelId="{6283FCD1-3EEE-6C42-8C76-12FE4B7043FA}" type="presParOf" srcId="{AC1C610F-ACD6-4FA0-8ABC-B7BF2D9DC523}" destId="{7D8284A1-6243-430F-B8A6-2B1E996D8EA9}" srcOrd="1" destOrd="0" presId="urn:microsoft.com/office/officeart/2008/layout/NameandTitleOrganizationalChart"/>
    <dgm:cxn modelId="{1B85E102-95A3-4945-9AF7-2BDAB070A667}" type="presParOf" srcId="{AC1C610F-ACD6-4FA0-8ABC-B7BF2D9DC523}" destId="{EEA32AE7-9A25-45D2-9E8A-6D42F65E172C}" srcOrd="2" destOrd="0" presId="urn:microsoft.com/office/officeart/2008/layout/NameandTitleOrganizationalChart"/>
    <dgm:cxn modelId="{1395060E-339B-3344-8B07-F9821BC2BDAB}" type="presParOf" srcId="{42A7C26D-4A9D-43F2-A25C-6B4236ED9E0E}" destId="{EDD848F1-88EF-4B6B-8ABE-D96D9EC3485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4180968-DDD1-4C35-8F9B-7E58374859D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s-MX"/>
        </a:p>
      </dgm:t>
    </dgm:pt>
    <dgm:pt modelId="{C71AFBDC-5A44-4084-A69B-7502BC756E7F}">
      <dgm:prSet phldrT="[Text]"/>
      <dgm:spPr/>
      <dgm:t>
        <a:bodyPr/>
        <a:lstStyle/>
        <a:p>
          <a:r>
            <a:rPr lang="es-MX" dirty="0" err="1"/>
            <a:t>MexCo</a:t>
          </a:r>
          <a:endParaRPr lang="es-MX" dirty="0"/>
        </a:p>
      </dgm:t>
    </dgm:pt>
    <dgm:pt modelId="{EABB3F20-E37C-41CD-9CA2-2E4F3E9D057E}" type="parTrans" cxnId="{512E84F3-5556-4F47-8E20-BB89F4279485}">
      <dgm:prSet/>
      <dgm:spPr/>
      <dgm:t>
        <a:bodyPr/>
        <a:lstStyle/>
        <a:p>
          <a:endParaRPr lang="es-MX"/>
        </a:p>
      </dgm:t>
    </dgm:pt>
    <dgm:pt modelId="{999BBAA3-0632-4DE8-8610-B02FB2B2467D}" type="sibTrans" cxnId="{512E84F3-5556-4F47-8E20-BB89F4279485}">
      <dgm:prSet/>
      <dgm:spPr/>
      <dgm:t>
        <a:bodyPr/>
        <a:lstStyle/>
        <a:p>
          <a:pPr algn="l"/>
          <a:r>
            <a:rPr lang="es-MX" dirty="0"/>
            <a:t>CC = $100</a:t>
          </a:r>
        </a:p>
      </dgm:t>
    </dgm:pt>
    <dgm:pt modelId="{7B1AF886-F7AB-4065-9612-6A6FEC4F4FE2}">
      <dgm:prSet phldrT="[Text]"/>
      <dgm:spPr/>
      <dgm:t>
        <a:bodyPr/>
        <a:lstStyle/>
        <a:p>
          <a:r>
            <a:rPr lang="es-MX" dirty="0" err="1"/>
            <a:t>MexSub</a:t>
          </a:r>
          <a:endParaRPr lang="es-MX" dirty="0"/>
        </a:p>
      </dgm:t>
    </dgm:pt>
    <dgm:pt modelId="{9B769433-A691-43AB-B1B5-B2700192D3BC}" type="parTrans" cxnId="{214CC351-2E63-4602-B61E-421B113FB49D}">
      <dgm:prSet/>
      <dgm:spPr/>
      <dgm:t>
        <a:bodyPr/>
        <a:lstStyle/>
        <a:p>
          <a:endParaRPr lang="es-MX"/>
        </a:p>
      </dgm:t>
    </dgm:pt>
    <dgm:pt modelId="{2ABE50E3-15EA-4672-A04F-9F410A15D775}" type="sibTrans" cxnId="{214CC351-2E63-4602-B61E-421B113FB49D}">
      <dgm:prSet/>
      <dgm:spPr/>
      <dgm:t>
        <a:bodyPr/>
        <a:lstStyle/>
        <a:p>
          <a:pPr algn="l"/>
          <a:r>
            <a:rPr lang="es-MX" dirty="0"/>
            <a:t>CC = $0.01</a:t>
          </a:r>
        </a:p>
      </dgm:t>
    </dgm:pt>
    <dgm:pt modelId="{324AE759-EA5B-43E9-BFBE-7DBEDDB1EAF2}">
      <dgm:prSet/>
      <dgm:spPr>
        <a:solidFill>
          <a:srgbClr val="00B0F0"/>
        </a:solidFill>
      </dgm:spPr>
      <dgm:t>
        <a:bodyPr/>
        <a:lstStyle/>
        <a:p>
          <a:r>
            <a:rPr lang="es-MX" dirty="0" err="1"/>
            <a:t>USCo</a:t>
          </a:r>
          <a:endParaRPr lang="es-MX" dirty="0"/>
        </a:p>
      </dgm:t>
    </dgm:pt>
    <dgm:pt modelId="{1C3588BF-B95C-442C-B40F-D18756583B9D}" type="parTrans" cxnId="{90D96789-32B0-4660-A904-5A8FD6CA26E7}">
      <dgm:prSet/>
      <dgm:spPr/>
      <dgm:t>
        <a:bodyPr/>
        <a:lstStyle/>
        <a:p>
          <a:endParaRPr lang="es-MX"/>
        </a:p>
      </dgm:t>
    </dgm:pt>
    <dgm:pt modelId="{85AA00B2-F5D8-4B13-B4BC-92BE401FC4A9}" type="sibTrans" cxnId="{90D96789-32B0-4660-A904-5A8FD6CA26E7}">
      <dgm:prSet/>
      <dgm:spPr/>
      <dgm:t>
        <a:bodyPr/>
        <a:lstStyle/>
        <a:p>
          <a:pPr algn="ctr"/>
          <a:r>
            <a:rPr lang="es-MX" dirty="0"/>
            <a:t>Parte Relacionada</a:t>
          </a:r>
        </a:p>
      </dgm:t>
    </dgm:pt>
    <dgm:pt modelId="{0EC98064-6E1F-4786-A6E7-0BA6CD2CDCD5}" type="pres">
      <dgm:prSet presAssocID="{14180968-DDD1-4C35-8F9B-7E58374859DA}" presName="hierChild1" presStyleCnt="0">
        <dgm:presLayoutVars>
          <dgm:orgChart val="1"/>
          <dgm:chPref val="1"/>
          <dgm:dir/>
          <dgm:animOne val="branch"/>
          <dgm:animLvl val="lvl"/>
          <dgm:resizeHandles/>
        </dgm:presLayoutVars>
      </dgm:prSet>
      <dgm:spPr/>
    </dgm:pt>
    <dgm:pt modelId="{70B0F8D5-0393-4FBE-BC7D-BD55928CCBF2}" type="pres">
      <dgm:prSet presAssocID="{324AE759-EA5B-43E9-BFBE-7DBEDDB1EAF2}" presName="hierRoot1" presStyleCnt="0">
        <dgm:presLayoutVars>
          <dgm:hierBranch val="init"/>
        </dgm:presLayoutVars>
      </dgm:prSet>
      <dgm:spPr/>
    </dgm:pt>
    <dgm:pt modelId="{E94A0BBF-CCAD-46BF-AFC9-EAE4CE98A36E}" type="pres">
      <dgm:prSet presAssocID="{324AE759-EA5B-43E9-BFBE-7DBEDDB1EAF2}" presName="rootComposite1" presStyleCnt="0"/>
      <dgm:spPr/>
    </dgm:pt>
    <dgm:pt modelId="{1DEB55FD-3875-4EE0-AD4C-3102F78FAAD0}" type="pres">
      <dgm:prSet presAssocID="{324AE759-EA5B-43E9-BFBE-7DBEDDB1EAF2}" presName="rootText1" presStyleLbl="node0" presStyleIdx="0" presStyleCnt="2" custLinFactNeighborX="-46231" custLinFactNeighborY="-1468">
        <dgm:presLayoutVars>
          <dgm:chMax/>
          <dgm:chPref val="3"/>
        </dgm:presLayoutVars>
      </dgm:prSet>
      <dgm:spPr/>
    </dgm:pt>
    <dgm:pt modelId="{38884C4A-6D13-4D12-AF47-A4E1ED7C75ED}" type="pres">
      <dgm:prSet presAssocID="{324AE759-EA5B-43E9-BFBE-7DBEDDB1EAF2}" presName="titleText1" presStyleLbl="fgAcc0" presStyleIdx="0" presStyleCnt="2" custLinFactNeighborX="-51765">
        <dgm:presLayoutVars>
          <dgm:chMax val="0"/>
          <dgm:chPref val="0"/>
        </dgm:presLayoutVars>
      </dgm:prSet>
      <dgm:spPr/>
    </dgm:pt>
    <dgm:pt modelId="{27E13194-96EE-439E-B62A-9BD46198C5FD}" type="pres">
      <dgm:prSet presAssocID="{324AE759-EA5B-43E9-BFBE-7DBEDDB1EAF2}" presName="rootConnector1" presStyleLbl="node1" presStyleIdx="0" presStyleCnt="1"/>
      <dgm:spPr/>
    </dgm:pt>
    <dgm:pt modelId="{918091F6-5347-4F3D-A6A0-44439A0B27EE}" type="pres">
      <dgm:prSet presAssocID="{324AE759-EA5B-43E9-BFBE-7DBEDDB1EAF2}" presName="hierChild2" presStyleCnt="0"/>
      <dgm:spPr/>
    </dgm:pt>
    <dgm:pt modelId="{9DE24B5D-4C99-41D1-AE4F-3FF48C2AF24C}" type="pres">
      <dgm:prSet presAssocID="{324AE759-EA5B-43E9-BFBE-7DBEDDB1EAF2}" presName="hierChild3" presStyleCnt="0"/>
      <dgm:spPr/>
    </dgm:pt>
    <dgm:pt modelId="{42A7C26D-4A9D-43F2-A25C-6B4236ED9E0E}" type="pres">
      <dgm:prSet presAssocID="{C71AFBDC-5A44-4084-A69B-7502BC756E7F}" presName="hierRoot1" presStyleCnt="0">
        <dgm:presLayoutVars>
          <dgm:hierBranch val="init"/>
        </dgm:presLayoutVars>
      </dgm:prSet>
      <dgm:spPr/>
    </dgm:pt>
    <dgm:pt modelId="{54A88C5B-FDE3-4C5F-8E16-133CD34C54A6}" type="pres">
      <dgm:prSet presAssocID="{C71AFBDC-5A44-4084-A69B-7502BC756E7F}" presName="rootComposite1" presStyleCnt="0"/>
      <dgm:spPr/>
    </dgm:pt>
    <dgm:pt modelId="{B0D5236A-37CE-45BC-92FE-027BC0676FB2}" type="pres">
      <dgm:prSet presAssocID="{C71AFBDC-5A44-4084-A69B-7502BC756E7F}" presName="rootText1" presStyleLbl="node0" presStyleIdx="1" presStyleCnt="2">
        <dgm:presLayoutVars>
          <dgm:chMax/>
          <dgm:chPref val="3"/>
        </dgm:presLayoutVars>
      </dgm:prSet>
      <dgm:spPr/>
    </dgm:pt>
    <dgm:pt modelId="{0E30C8B5-30D8-4E64-81F3-03C511BC79F8}" type="pres">
      <dgm:prSet presAssocID="{C71AFBDC-5A44-4084-A69B-7502BC756E7F}" presName="titleText1" presStyleLbl="fgAcc0" presStyleIdx="1" presStyleCnt="2">
        <dgm:presLayoutVars>
          <dgm:chMax val="0"/>
          <dgm:chPref val="0"/>
        </dgm:presLayoutVars>
      </dgm:prSet>
      <dgm:spPr/>
    </dgm:pt>
    <dgm:pt modelId="{81C1CE97-68ED-4F4E-9530-89C7929AFCD8}" type="pres">
      <dgm:prSet presAssocID="{C71AFBDC-5A44-4084-A69B-7502BC756E7F}" presName="rootConnector1" presStyleLbl="node1" presStyleIdx="0" presStyleCnt="1"/>
      <dgm:spPr/>
    </dgm:pt>
    <dgm:pt modelId="{66100891-CADC-471F-BF1B-01BA8DEEE6DB}" type="pres">
      <dgm:prSet presAssocID="{C71AFBDC-5A44-4084-A69B-7502BC756E7F}" presName="hierChild2" presStyleCnt="0"/>
      <dgm:spPr/>
    </dgm:pt>
    <dgm:pt modelId="{0E6444CC-37DE-4CDE-8446-F4199A4A2755}" type="pres">
      <dgm:prSet presAssocID="{9B769433-A691-43AB-B1B5-B2700192D3BC}" presName="Name37" presStyleLbl="parChTrans1D2" presStyleIdx="0" presStyleCnt="1"/>
      <dgm:spPr/>
    </dgm:pt>
    <dgm:pt modelId="{AC1C610F-ACD6-4FA0-8ABC-B7BF2D9DC523}" type="pres">
      <dgm:prSet presAssocID="{7B1AF886-F7AB-4065-9612-6A6FEC4F4FE2}" presName="hierRoot2" presStyleCnt="0">
        <dgm:presLayoutVars>
          <dgm:hierBranch val="init"/>
        </dgm:presLayoutVars>
      </dgm:prSet>
      <dgm:spPr/>
    </dgm:pt>
    <dgm:pt modelId="{BAF86E66-36F7-4F31-9EB8-16AFD289CBFA}" type="pres">
      <dgm:prSet presAssocID="{7B1AF886-F7AB-4065-9612-6A6FEC4F4FE2}" presName="rootComposite" presStyleCnt="0"/>
      <dgm:spPr/>
    </dgm:pt>
    <dgm:pt modelId="{0353F96E-D554-4C75-88E9-556714A9B955}" type="pres">
      <dgm:prSet presAssocID="{7B1AF886-F7AB-4065-9612-6A6FEC4F4FE2}" presName="rootText" presStyleLbl="node1" presStyleIdx="0" presStyleCnt="1">
        <dgm:presLayoutVars>
          <dgm:chMax/>
          <dgm:chPref val="3"/>
        </dgm:presLayoutVars>
      </dgm:prSet>
      <dgm:spPr/>
    </dgm:pt>
    <dgm:pt modelId="{DC8749FA-065E-4702-83BB-B20215DD0B31}" type="pres">
      <dgm:prSet presAssocID="{7B1AF886-F7AB-4065-9612-6A6FEC4F4FE2}" presName="titleText2" presStyleLbl="fgAcc1" presStyleIdx="0" presStyleCnt="1">
        <dgm:presLayoutVars>
          <dgm:chMax val="0"/>
          <dgm:chPref val="0"/>
        </dgm:presLayoutVars>
      </dgm:prSet>
      <dgm:spPr/>
    </dgm:pt>
    <dgm:pt modelId="{BF0DC753-1E97-4701-A19E-3D1C474DDAEA}" type="pres">
      <dgm:prSet presAssocID="{7B1AF886-F7AB-4065-9612-6A6FEC4F4FE2}" presName="rootConnector" presStyleLbl="node2" presStyleIdx="0" presStyleCnt="0"/>
      <dgm:spPr/>
    </dgm:pt>
    <dgm:pt modelId="{7D8284A1-6243-430F-B8A6-2B1E996D8EA9}" type="pres">
      <dgm:prSet presAssocID="{7B1AF886-F7AB-4065-9612-6A6FEC4F4FE2}" presName="hierChild4" presStyleCnt="0"/>
      <dgm:spPr/>
    </dgm:pt>
    <dgm:pt modelId="{EEA32AE7-9A25-45D2-9E8A-6D42F65E172C}" type="pres">
      <dgm:prSet presAssocID="{7B1AF886-F7AB-4065-9612-6A6FEC4F4FE2}" presName="hierChild5" presStyleCnt="0"/>
      <dgm:spPr/>
    </dgm:pt>
    <dgm:pt modelId="{EDD848F1-88EF-4B6B-8ABE-D96D9EC34851}" type="pres">
      <dgm:prSet presAssocID="{C71AFBDC-5A44-4084-A69B-7502BC756E7F}" presName="hierChild3" presStyleCnt="0"/>
      <dgm:spPr/>
    </dgm:pt>
  </dgm:ptLst>
  <dgm:cxnLst>
    <dgm:cxn modelId="{FEDA940B-ED95-4147-9F09-DC707D3056E5}" type="presOf" srcId="{2ABE50E3-15EA-4672-A04F-9F410A15D775}" destId="{DC8749FA-065E-4702-83BB-B20215DD0B31}" srcOrd="0" destOrd="0" presId="urn:microsoft.com/office/officeart/2008/layout/NameandTitleOrganizationalChart"/>
    <dgm:cxn modelId="{86C3EF16-3C3E-5D48-AC7F-7D7DABD4CDDC}" type="presOf" srcId="{85AA00B2-F5D8-4B13-B4BC-92BE401FC4A9}" destId="{38884C4A-6D13-4D12-AF47-A4E1ED7C75ED}" srcOrd="0" destOrd="0" presId="urn:microsoft.com/office/officeart/2008/layout/NameandTitleOrganizationalChart"/>
    <dgm:cxn modelId="{9910F51A-BB3C-8F4A-9E46-C89C0984F6AC}" type="presOf" srcId="{324AE759-EA5B-43E9-BFBE-7DBEDDB1EAF2}" destId="{27E13194-96EE-439E-B62A-9BD46198C5FD}" srcOrd="1" destOrd="0" presId="urn:microsoft.com/office/officeart/2008/layout/NameandTitleOrganizationalChart"/>
    <dgm:cxn modelId="{8B092B1F-022D-6742-8E7E-59670DC7803B}" type="presOf" srcId="{C71AFBDC-5A44-4084-A69B-7502BC756E7F}" destId="{B0D5236A-37CE-45BC-92FE-027BC0676FB2}" srcOrd="0" destOrd="0" presId="urn:microsoft.com/office/officeart/2008/layout/NameandTitleOrganizationalChart"/>
    <dgm:cxn modelId="{A87B0330-B1B9-FC49-A535-6370E0FD5673}" type="presOf" srcId="{7B1AF886-F7AB-4065-9612-6A6FEC4F4FE2}" destId="{0353F96E-D554-4C75-88E9-556714A9B955}" srcOrd="0" destOrd="0" presId="urn:microsoft.com/office/officeart/2008/layout/NameandTitleOrganizationalChart"/>
    <dgm:cxn modelId="{9B7EFF67-6F90-3947-8423-536307FB0C73}" type="presOf" srcId="{C71AFBDC-5A44-4084-A69B-7502BC756E7F}" destId="{81C1CE97-68ED-4F4E-9530-89C7929AFCD8}" srcOrd="1" destOrd="0" presId="urn:microsoft.com/office/officeart/2008/layout/NameandTitleOrganizationalChart"/>
    <dgm:cxn modelId="{95E4A54C-2C0C-C148-9A13-8DBE8E444F8C}" type="presOf" srcId="{7B1AF886-F7AB-4065-9612-6A6FEC4F4FE2}" destId="{BF0DC753-1E97-4701-A19E-3D1C474DDAEA}" srcOrd="1" destOrd="0" presId="urn:microsoft.com/office/officeart/2008/layout/NameandTitleOrganizationalChart"/>
    <dgm:cxn modelId="{214CC351-2E63-4602-B61E-421B113FB49D}" srcId="{C71AFBDC-5A44-4084-A69B-7502BC756E7F}" destId="{7B1AF886-F7AB-4065-9612-6A6FEC4F4FE2}" srcOrd="0" destOrd="0" parTransId="{9B769433-A691-43AB-B1B5-B2700192D3BC}" sibTransId="{2ABE50E3-15EA-4672-A04F-9F410A15D775}"/>
    <dgm:cxn modelId="{90D96789-32B0-4660-A904-5A8FD6CA26E7}" srcId="{14180968-DDD1-4C35-8F9B-7E58374859DA}" destId="{324AE759-EA5B-43E9-BFBE-7DBEDDB1EAF2}" srcOrd="0" destOrd="0" parTransId="{1C3588BF-B95C-442C-B40F-D18756583B9D}" sibTransId="{85AA00B2-F5D8-4B13-B4BC-92BE401FC4A9}"/>
    <dgm:cxn modelId="{92B9F89C-AA24-784C-A964-A266674902E9}" type="presOf" srcId="{999BBAA3-0632-4DE8-8610-B02FB2B2467D}" destId="{0E30C8B5-30D8-4E64-81F3-03C511BC79F8}" srcOrd="0" destOrd="0" presId="urn:microsoft.com/office/officeart/2008/layout/NameandTitleOrganizationalChart"/>
    <dgm:cxn modelId="{EF14EEC6-6F78-2F4E-9CB4-BB264199EC34}" type="presOf" srcId="{14180968-DDD1-4C35-8F9B-7E58374859DA}" destId="{0EC98064-6E1F-4786-A6E7-0BA6CD2CDCD5}" srcOrd="0" destOrd="0" presId="urn:microsoft.com/office/officeart/2008/layout/NameandTitleOrganizationalChart"/>
    <dgm:cxn modelId="{052A91E4-7719-7D4C-B19E-CC78A5C77054}" type="presOf" srcId="{9B769433-A691-43AB-B1B5-B2700192D3BC}" destId="{0E6444CC-37DE-4CDE-8446-F4199A4A2755}" srcOrd="0" destOrd="0" presId="urn:microsoft.com/office/officeart/2008/layout/NameandTitleOrganizationalChart"/>
    <dgm:cxn modelId="{2C8A63E9-416F-7348-A0A6-DFEEABDF211B}" type="presOf" srcId="{324AE759-EA5B-43E9-BFBE-7DBEDDB1EAF2}" destId="{1DEB55FD-3875-4EE0-AD4C-3102F78FAAD0}" srcOrd="0" destOrd="0" presId="urn:microsoft.com/office/officeart/2008/layout/NameandTitleOrganizationalChart"/>
    <dgm:cxn modelId="{512E84F3-5556-4F47-8E20-BB89F4279485}" srcId="{14180968-DDD1-4C35-8F9B-7E58374859DA}" destId="{C71AFBDC-5A44-4084-A69B-7502BC756E7F}" srcOrd="1" destOrd="0" parTransId="{EABB3F20-E37C-41CD-9CA2-2E4F3E9D057E}" sibTransId="{999BBAA3-0632-4DE8-8610-B02FB2B2467D}"/>
    <dgm:cxn modelId="{071D7910-CCED-E34F-BC32-4A17C4479638}" type="presParOf" srcId="{0EC98064-6E1F-4786-A6E7-0BA6CD2CDCD5}" destId="{70B0F8D5-0393-4FBE-BC7D-BD55928CCBF2}" srcOrd="0" destOrd="0" presId="urn:microsoft.com/office/officeart/2008/layout/NameandTitleOrganizationalChart"/>
    <dgm:cxn modelId="{736B0E5A-6961-774B-AF57-2C7AE3530328}" type="presParOf" srcId="{70B0F8D5-0393-4FBE-BC7D-BD55928CCBF2}" destId="{E94A0BBF-CCAD-46BF-AFC9-EAE4CE98A36E}" srcOrd="0" destOrd="0" presId="urn:microsoft.com/office/officeart/2008/layout/NameandTitleOrganizationalChart"/>
    <dgm:cxn modelId="{BAD41DDE-BBE7-DC45-95D4-F708639F95B0}" type="presParOf" srcId="{E94A0BBF-CCAD-46BF-AFC9-EAE4CE98A36E}" destId="{1DEB55FD-3875-4EE0-AD4C-3102F78FAAD0}" srcOrd="0" destOrd="0" presId="urn:microsoft.com/office/officeart/2008/layout/NameandTitleOrganizationalChart"/>
    <dgm:cxn modelId="{6E05FB6F-259E-A44E-8C60-74DA77D855E3}" type="presParOf" srcId="{E94A0BBF-CCAD-46BF-AFC9-EAE4CE98A36E}" destId="{38884C4A-6D13-4D12-AF47-A4E1ED7C75ED}" srcOrd="1" destOrd="0" presId="urn:microsoft.com/office/officeart/2008/layout/NameandTitleOrganizationalChart"/>
    <dgm:cxn modelId="{FFF57E6E-174E-824F-A426-2B82D96F6299}" type="presParOf" srcId="{E94A0BBF-CCAD-46BF-AFC9-EAE4CE98A36E}" destId="{27E13194-96EE-439E-B62A-9BD46198C5FD}" srcOrd="2" destOrd="0" presId="urn:microsoft.com/office/officeart/2008/layout/NameandTitleOrganizationalChart"/>
    <dgm:cxn modelId="{BC29B5AF-BD9C-EC45-BFB2-A7F6510B0A65}" type="presParOf" srcId="{70B0F8D5-0393-4FBE-BC7D-BD55928CCBF2}" destId="{918091F6-5347-4F3D-A6A0-44439A0B27EE}" srcOrd="1" destOrd="0" presId="urn:microsoft.com/office/officeart/2008/layout/NameandTitleOrganizationalChart"/>
    <dgm:cxn modelId="{2C7D4440-312B-E44C-9033-5370CFB2E85E}" type="presParOf" srcId="{70B0F8D5-0393-4FBE-BC7D-BD55928CCBF2}" destId="{9DE24B5D-4C99-41D1-AE4F-3FF48C2AF24C}" srcOrd="2" destOrd="0" presId="urn:microsoft.com/office/officeart/2008/layout/NameandTitleOrganizationalChart"/>
    <dgm:cxn modelId="{7660A002-6207-BE44-9672-31D0C6915422}" type="presParOf" srcId="{0EC98064-6E1F-4786-A6E7-0BA6CD2CDCD5}" destId="{42A7C26D-4A9D-43F2-A25C-6B4236ED9E0E}" srcOrd="1" destOrd="0" presId="urn:microsoft.com/office/officeart/2008/layout/NameandTitleOrganizationalChart"/>
    <dgm:cxn modelId="{C4873C58-187C-0F49-ABF3-2D2738E7A630}" type="presParOf" srcId="{42A7C26D-4A9D-43F2-A25C-6B4236ED9E0E}" destId="{54A88C5B-FDE3-4C5F-8E16-133CD34C54A6}" srcOrd="0" destOrd="0" presId="urn:microsoft.com/office/officeart/2008/layout/NameandTitleOrganizationalChart"/>
    <dgm:cxn modelId="{0EB8CCF3-7B38-174A-B43F-77D646993CE9}" type="presParOf" srcId="{54A88C5B-FDE3-4C5F-8E16-133CD34C54A6}" destId="{B0D5236A-37CE-45BC-92FE-027BC0676FB2}" srcOrd="0" destOrd="0" presId="urn:microsoft.com/office/officeart/2008/layout/NameandTitleOrganizationalChart"/>
    <dgm:cxn modelId="{AF701086-03E7-B44E-B77F-9F18CFF30A21}" type="presParOf" srcId="{54A88C5B-FDE3-4C5F-8E16-133CD34C54A6}" destId="{0E30C8B5-30D8-4E64-81F3-03C511BC79F8}" srcOrd="1" destOrd="0" presId="urn:microsoft.com/office/officeart/2008/layout/NameandTitleOrganizationalChart"/>
    <dgm:cxn modelId="{384425EF-354F-AB4D-8772-D780EF13F6EB}" type="presParOf" srcId="{54A88C5B-FDE3-4C5F-8E16-133CD34C54A6}" destId="{81C1CE97-68ED-4F4E-9530-89C7929AFCD8}" srcOrd="2" destOrd="0" presId="urn:microsoft.com/office/officeart/2008/layout/NameandTitleOrganizationalChart"/>
    <dgm:cxn modelId="{0284E67E-07BC-DC43-A3FF-1E562D564EF7}" type="presParOf" srcId="{42A7C26D-4A9D-43F2-A25C-6B4236ED9E0E}" destId="{66100891-CADC-471F-BF1B-01BA8DEEE6DB}" srcOrd="1" destOrd="0" presId="urn:microsoft.com/office/officeart/2008/layout/NameandTitleOrganizationalChart"/>
    <dgm:cxn modelId="{D0E8D87D-71D9-F945-AB8A-3CF18AD0B82C}" type="presParOf" srcId="{66100891-CADC-471F-BF1B-01BA8DEEE6DB}" destId="{0E6444CC-37DE-4CDE-8446-F4199A4A2755}" srcOrd="0" destOrd="0" presId="urn:microsoft.com/office/officeart/2008/layout/NameandTitleOrganizationalChart"/>
    <dgm:cxn modelId="{02C24BE9-DB3E-3741-8A00-84335EF765A0}" type="presParOf" srcId="{66100891-CADC-471F-BF1B-01BA8DEEE6DB}" destId="{AC1C610F-ACD6-4FA0-8ABC-B7BF2D9DC523}" srcOrd="1" destOrd="0" presId="urn:microsoft.com/office/officeart/2008/layout/NameandTitleOrganizationalChart"/>
    <dgm:cxn modelId="{B4D0741A-77E4-0047-AEF2-124ED0094D6A}" type="presParOf" srcId="{AC1C610F-ACD6-4FA0-8ABC-B7BF2D9DC523}" destId="{BAF86E66-36F7-4F31-9EB8-16AFD289CBFA}" srcOrd="0" destOrd="0" presId="urn:microsoft.com/office/officeart/2008/layout/NameandTitleOrganizationalChart"/>
    <dgm:cxn modelId="{A489ABB9-32FC-E741-9079-631CDA9A2C13}" type="presParOf" srcId="{BAF86E66-36F7-4F31-9EB8-16AFD289CBFA}" destId="{0353F96E-D554-4C75-88E9-556714A9B955}" srcOrd="0" destOrd="0" presId="urn:microsoft.com/office/officeart/2008/layout/NameandTitleOrganizationalChart"/>
    <dgm:cxn modelId="{0A3F86D5-0474-4442-B9E6-6B441212418E}" type="presParOf" srcId="{BAF86E66-36F7-4F31-9EB8-16AFD289CBFA}" destId="{DC8749FA-065E-4702-83BB-B20215DD0B31}" srcOrd="1" destOrd="0" presId="urn:microsoft.com/office/officeart/2008/layout/NameandTitleOrganizationalChart"/>
    <dgm:cxn modelId="{980143B1-36FF-F14B-ADCB-3EC1450A09C4}" type="presParOf" srcId="{BAF86E66-36F7-4F31-9EB8-16AFD289CBFA}" destId="{BF0DC753-1E97-4701-A19E-3D1C474DDAEA}" srcOrd="2" destOrd="0" presId="urn:microsoft.com/office/officeart/2008/layout/NameandTitleOrganizationalChart"/>
    <dgm:cxn modelId="{1F6E8A9A-7408-1640-914A-BFCFEEB7BD3D}" type="presParOf" srcId="{AC1C610F-ACD6-4FA0-8ABC-B7BF2D9DC523}" destId="{7D8284A1-6243-430F-B8A6-2B1E996D8EA9}" srcOrd="1" destOrd="0" presId="urn:microsoft.com/office/officeart/2008/layout/NameandTitleOrganizationalChart"/>
    <dgm:cxn modelId="{DC184199-6D38-D74C-821B-8548F8B5F02A}" type="presParOf" srcId="{AC1C610F-ACD6-4FA0-8ABC-B7BF2D9DC523}" destId="{EEA32AE7-9A25-45D2-9E8A-6D42F65E172C}" srcOrd="2" destOrd="0" presId="urn:microsoft.com/office/officeart/2008/layout/NameandTitleOrganizationalChart"/>
    <dgm:cxn modelId="{C6EC7D90-8771-D745-8B03-199CD185E91A}" type="presParOf" srcId="{42A7C26D-4A9D-43F2-A25C-6B4236ED9E0E}" destId="{EDD848F1-88EF-4B6B-8ABE-D96D9EC3485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4180968-DDD1-4C35-8F9B-7E58374859D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s-MX"/>
        </a:p>
      </dgm:t>
    </dgm:pt>
    <dgm:pt modelId="{C71AFBDC-5A44-4084-A69B-7502BC756E7F}">
      <dgm:prSet phldrT="[Text]"/>
      <dgm:spPr/>
      <dgm:t>
        <a:bodyPr/>
        <a:lstStyle/>
        <a:p>
          <a:r>
            <a:rPr lang="es-MX" dirty="0" err="1"/>
            <a:t>MexCo</a:t>
          </a:r>
          <a:endParaRPr lang="es-MX" dirty="0"/>
        </a:p>
      </dgm:t>
    </dgm:pt>
    <dgm:pt modelId="{EABB3F20-E37C-41CD-9CA2-2E4F3E9D057E}" type="parTrans" cxnId="{512E84F3-5556-4F47-8E20-BB89F4279485}">
      <dgm:prSet/>
      <dgm:spPr/>
      <dgm:t>
        <a:bodyPr/>
        <a:lstStyle/>
        <a:p>
          <a:endParaRPr lang="es-MX"/>
        </a:p>
      </dgm:t>
    </dgm:pt>
    <dgm:pt modelId="{999BBAA3-0632-4DE8-8610-B02FB2B2467D}" type="sibTrans" cxnId="{512E84F3-5556-4F47-8E20-BB89F4279485}">
      <dgm:prSet/>
      <dgm:spPr/>
      <dgm:t>
        <a:bodyPr/>
        <a:lstStyle/>
        <a:p>
          <a:pPr algn="l"/>
          <a:r>
            <a:rPr lang="es-MX" dirty="0"/>
            <a:t>CC = $100</a:t>
          </a:r>
        </a:p>
      </dgm:t>
    </dgm:pt>
    <dgm:pt modelId="{7B1AF886-F7AB-4065-9612-6A6FEC4F4FE2}">
      <dgm:prSet phldrT="[Text]"/>
      <dgm:spPr/>
      <dgm:t>
        <a:bodyPr/>
        <a:lstStyle/>
        <a:p>
          <a:r>
            <a:rPr lang="es-MX" dirty="0" err="1"/>
            <a:t>MexSub</a:t>
          </a:r>
          <a:endParaRPr lang="es-MX" dirty="0"/>
        </a:p>
      </dgm:t>
    </dgm:pt>
    <dgm:pt modelId="{9B769433-A691-43AB-B1B5-B2700192D3BC}" type="parTrans" cxnId="{214CC351-2E63-4602-B61E-421B113FB49D}">
      <dgm:prSet/>
      <dgm:spPr/>
      <dgm:t>
        <a:bodyPr/>
        <a:lstStyle/>
        <a:p>
          <a:endParaRPr lang="es-MX"/>
        </a:p>
      </dgm:t>
    </dgm:pt>
    <dgm:pt modelId="{2ABE50E3-15EA-4672-A04F-9F410A15D775}" type="sibTrans" cxnId="{214CC351-2E63-4602-B61E-421B113FB49D}">
      <dgm:prSet/>
      <dgm:spPr/>
      <dgm:t>
        <a:bodyPr/>
        <a:lstStyle/>
        <a:p>
          <a:pPr algn="l"/>
          <a:r>
            <a:rPr lang="es-MX" dirty="0"/>
            <a:t>CC = $0.01</a:t>
          </a:r>
        </a:p>
      </dgm:t>
    </dgm:pt>
    <dgm:pt modelId="{324AE759-EA5B-43E9-BFBE-7DBEDDB1EAF2}">
      <dgm:prSet/>
      <dgm:spPr>
        <a:solidFill>
          <a:srgbClr val="00B0F0"/>
        </a:solidFill>
      </dgm:spPr>
      <dgm:t>
        <a:bodyPr/>
        <a:lstStyle/>
        <a:p>
          <a:r>
            <a:rPr lang="es-MX" dirty="0" err="1"/>
            <a:t>USCo</a:t>
          </a:r>
          <a:endParaRPr lang="es-MX" dirty="0"/>
        </a:p>
      </dgm:t>
    </dgm:pt>
    <dgm:pt modelId="{1C3588BF-B95C-442C-B40F-D18756583B9D}" type="parTrans" cxnId="{90D96789-32B0-4660-A904-5A8FD6CA26E7}">
      <dgm:prSet/>
      <dgm:spPr/>
      <dgm:t>
        <a:bodyPr/>
        <a:lstStyle/>
        <a:p>
          <a:endParaRPr lang="es-MX"/>
        </a:p>
      </dgm:t>
    </dgm:pt>
    <dgm:pt modelId="{85AA00B2-F5D8-4B13-B4BC-92BE401FC4A9}" type="sibTrans" cxnId="{90D96789-32B0-4660-A904-5A8FD6CA26E7}">
      <dgm:prSet/>
      <dgm:spPr/>
      <dgm:t>
        <a:bodyPr/>
        <a:lstStyle/>
        <a:p>
          <a:pPr algn="ctr"/>
          <a:r>
            <a:rPr lang="es-MX" dirty="0"/>
            <a:t>Parte Relacionada</a:t>
          </a:r>
        </a:p>
      </dgm:t>
    </dgm:pt>
    <dgm:pt modelId="{0EC98064-6E1F-4786-A6E7-0BA6CD2CDCD5}" type="pres">
      <dgm:prSet presAssocID="{14180968-DDD1-4C35-8F9B-7E58374859DA}" presName="hierChild1" presStyleCnt="0">
        <dgm:presLayoutVars>
          <dgm:orgChart val="1"/>
          <dgm:chPref val="1"/>
          <dgm:dir/>
          <dgm:animOne val="branch"/>
          <dgm:animLvl val="lvl"/>
          <dgm:resizeHandles/>
        </dgm:presLayoutVars>
      </dgm:prSet>
      <dgm:spPr/>
    </dgm:pt>
    <dgm:pt modelId="{70B0F8D5-0393-4FBE-BC7D-BD55928CCBF2}" type="pres">
      <dgm:prSet presAssocID="{324AE759-EA5B-43E9-BFBE-7DBEDDB1EAF2}" presName="hierRoot1" presStyleCnt="0">
        <dgm:presLayoutVars>
          <dgm:hierBranch val="init"/>
        </dgm:presLayoutVars>
      </dgm:prSet>
      <dgm:spPr/>
    </dgm:pt>
    <dgm:pt modelId="{E94A0BBF-CCAD-46BF-AFC9-EAE4CE98A36E}" type="pres">
      <dgm:prSet presAssocID="{324AE759-EA5B-43E9-BFBE-7DBEDDB1EAF2}" presName="rootComposite1" presStyleCnt="0"/>
      <dgm:spPr/>
    </dgm:pt>
    <dgm:pt modelId="{1DEB55FD-3875-4EE0-AD4C-3102F78FAAD0}" type="pres">
      <dgm:prSet presAssocID="{324AE759-EA5B-43E9-BFBE-7DBEDDB1EAF2}" presName="rootText1" presStyleLbl="node0" presStyleIdx="0" presStyleCnt="2" custLinFactNeighborX="-46231" custLinFactNeighborY="-1468">
        <dgm:presLayoutVars>
          <dgm:chMax/>
          <dgm:chPref val="3"/>
        </dgm:presLayoutVars>
      </dgm:prSet>
      <dgm:spPr/>
    </dgm:pt>
    <dgm:pt modelId="{38884C4A-6D13-4D12-AF47-A4E1ED7C75ED}" type="pres">
      <dgm:prSet presAssocID="{324AE759-EA5B-43E9-BFBE-7DBEDDB1EAF2}" presName="titleText1" presStyleLbl="fgAcc0" presStyleIdx="0" presStyleCnt="2" custLinFactNeighborX="-51765">
        <dgm:presLayoutVars>
          <dgm:chMax val="0"/>
          <dgm:chPref val="0"/>
        </dgm:presLayoutVars>
      </dgm:prSet>
      <dgm:spPr/>
    </dgm:pt>
    <dgm:pt modelId="{27E13194-96EE-439E-B62A-9BD46198C5FD}" type="pres">
      <dgm:prSet presAssocID="{324AE759-EA5B-43E9-BFBE-7DBEDDB1EAF2}" presName="rootConnector1" presStyleLbl="node1" presStyleIdx="0" presStyleCnt="1"/>
      <dgm:spPr/>
    </dgm:pt>
    <dgm:pt modelId="{918091F6-5347-4F3D-A6A0-44439A0B27EE}" type="pres">
      <dgm:prSet presAssocID="{324AE759-EA5B-43E9-BFBE-7DBEDDB1EAF2}" presName="hierChild2" presStyleCnt="0"/>
      <dgm:spPr/>
    </dgm:pt>
    <dgm:pt modelId="{9DE24B5D-4C99-41D1-AE4F-3FF48C2AF24C}" type="pres">
      <dgm:prSet presAssocID="{324AE759-EA5B-43E9-BFBE-7DBEDDB1EAF2}" presName="hierChild3" presStyleCnt="0"/>
      <dgm:spPr/>
    </dgm:pt>
    <dgm:pt modelId="{42A7C26D-4A9D-43F2-A25C-6B4236ED9E0E}" type="pres">
      <dgm:prSet presAssocID="{C71AFBDC-5A44-4084-A69B-7502BC756E7F}" presName="hierRoot1" presStyleCnt="0">
        <dgm:presLayoutVars>
          <dgm:hierBranch val="init"/>
        </dgm:presLayoutVars>
      </dgm:prSet>
      <dgm:spPr/>
    </dgm:pt>
    <dgm:pt modelId="{54A88C5B-FDE3-4C5F-8E16-133CD34C54A6}" type="pres">
      <dgm:prSet presAssocID="{C71AFBDC-5A44-4084-A69B-7502BC756E7F}" presName="rootComposite1" presStyleCnt="0"/>
      <dgm:spPr/>
    </dgm:pt>
    <dgm:pt modelId="{B0D5236A-37CE-45BC-92FE-027BC0676FB2}" type="pres">
      <dgm:prSet presAssocID="{C71AFBDC-5A44-4084-A69B-7502BC756E7F}" presName="rootText1" presStyleLbl="node0" presStyleIdx="1" presStyleCnt="2">
        <dgm:presLayoutVars>
          <dgm:chMax/>
          <dgm:chPref val="3"/>
        </dgm:presLayoutVars>
      </dgm:prSet>
      <dgm:spPr/>
    </dgm:pt>
    <dgm:pt modelId="{0E30C8B5-30D8-4E64-81F3-03C511BC79F8}" type="pres">
      <dgm:prSet presAssocID="{C71AFBDC-5A44-4084-A69B-7502BC756E7F}" presName="titleText1" presStyleLbl="fgAcc0" presStyleIdx="1" presStyleCnt="2">
        <dgm:presLayoutVars>
          <dgm:chMax val="0"/>
          <dgm:chPref val="0"/>
        </dgm:presLayoutVars>
      </dgm:prSet>
      <dgm:spPr/>
    </dgm:pt>
    <dgm:pt modelId="{81C1CE97-68ED-4F4E-9530-89C7929AFCD8}" type="pres">
      <dgm:prSet presAssocID="{C71AFBDC-5A44-4084-A69B-7502BC756E7F}" presName="rootConnector1" presStyleLbl="node1" presStyleIdx="0" presStyleCnt="1"/>
      <dgm:spPr/>
    </dgm:pt>
    <dgm:pt modelId="{66100891-CADC-471F-BF1B-01BA8DEEE6DB}" type="pres">
      <dgm:prSet presAssocID="{C71AFBDC-5A44-4084-A69B-7502BC756E7F}" presName="hierChild2" presStyleCnt="0"/>
      <dgm:spPr/>
    </dgm:pt>
    <dgm:pt modelId="{0E6444CC-37DE-4CDE-8446-F4199A4A2755}" type="pres">
      <dgm:prSet presAssocID="{9B769433-A691-43AB-B1B5-B2700192D3BC}" presName="Name37" presStyleLbl="parChTrans1D2" presStyleIdx="0" presStyleCnt="1"/>
      <dgm:spPr/>
    </dgm:pt>
    <dgm:pt modelId="{AC1C610F-ACD6-4FA0-8ABC-B7BF2D9DC523}" type="pres">
      <dgm:prSet presAssocID="{7B1AF886-F7AB-4065-9612-6A6FEC4F4FE2}" presName="hierRoot2" presStyleCnt="0">
        <dgm:presLayoutVars>
          <dgm:hierBranch val="init"/>
        </dgm:presLayoutVars>
      </dgm:prSet>
      <dgm:spPr/>
    </dgm:pt>
    <dgm:pt modelId="{BAF86E66-36F7-4F31-9EB8-16AFD289CBFA}" type="pres">
      <dgm:prSet presAssocID="{7B1AF886-F7AB-4065-9612-6A6FEC4F4FE2}" presName="rootComposite" presStyleCnt="0"/>
      <dgm:spPr/>
    </dgm:pt>
    <dgm:pt modelId="{0353F96E-D554-4C75-88E9-556714A9B955}" type="pres">
      <dgm:prSet presAssocID="{7B1AF886-F7AB-4065-9612-6A6FEC4F4FE2}" presName="rootText" presStyleLbl="node1" presStyleIdx="0" presStyleCnt="1">
        <dgm:presLayoutVars>
          <dgm:chMax/>
          <dgm:chPref val="3"/>
        </dgm:presLayoutVars>
      </dgm:prSet>
      <dgm:spPr/>
    </dgm:pt>
    <dgm:pt modelId="{DC8749FA-065E-4702-83BB-B20215DD0B31}" type="pres">
      <dgm:prSet presAssocID="{7B1AF886-F7AB-4065-9612-6A6FEC4F4FE2}" presName="titleText2" presStyleLbl="fgAcc1" presStyleIdx="0" presStyleCnt="1">
        <dgm:presLayoutVars>
          <dgm:chMax val="0"/>
          <dgm:chPref val="0"/>
        </dgm:presLayoutVars>
      </dgm:prSet>
      <dgm:spPr/>
    </dgm:pt>
    <dgm:pt modelId="{BF0DC753-1E97-4701-A19E-3D1C474DDAEA}" type="pres">
      <dgm:prSet presAssocID="{7B1AF886-F7AB-4065-9612-6A6FEC4F4FE2}" presName="rootConnector" presStyleLbl="node2" presStyleIdx="0" presStyleCnt="0"/>
      <dgm:spPr/>
    </dgm:pt>
    <dgm:pt modelId="{7D8284A1-6243-430F-B8A6-2B1E996D8EA9}" type="pres">
      <dgm:prSet presAssocID="{7B1AF886-F7AB-4065-9612-6A6FEC4F4FE2}" presName="hierChild4" presStyleCnt="0"/>
      <dgm:spPr/>
    </dgm:pt>
    <dgm:pt modelId="{EEA32AE7-9A25-45D2-9E8A-6D42F65E172C}" type="pres">
      <dgm:prSet presAssocID="{7B1AF886-F7AB-4065-9612-6A6FEC4F4FE2}" presName="hierChild5" presStyleCnt="0"/>
      <dgm:spPr/>
    </dgm:pt>
    <dgm:pt modelId="{EDD848F1-88EF-4B6B-8ABE-D96D9EC34851}" type="pres">
      <dgm:prSet presAssocID="{C71AFBDC-5A44-4084-A69B-7502BC756E7F}" presName="hierChild3" presStyleCnt="0"/>
      <dgm:spPr/>
    </dgm:pt>
  </dgm:ptLst>
  <dgm:cxnLst>
    <dgm:cxn modelId="{4AB75D08-A253-A74F-8F6B-5094B25F1707}" type="presOf" srcId="{14180968-DDD1-4C35-8F9B-7E58374859DA}" destId="{0EC98064-6E1F-4786-A6E7-0BA6CD2CDCD5}" srcOrd="0" destOrd="0" presId="urn:microsoft.com/office/officeart/2008/layout/NameandTitleOrganizationalChart"/>
    <dgm:cxn modelId="{8C9A1B27-C747-A24C-AFBB-10E038FD5319}" type="presOf" srcId="{C71AFBDC-5A44-4084-A69B-7502BC756E7F}" destId="{B0D5236A-37CE-45BC-92FE-027BC0676FB2}" srcOrd="0" destOrd="0" presId="urn:microsoft.com/office/officeart/2008/layout/NameandTitleOrganizationalChart"/>
    <dgm:cxn modelId="{09D6F83B-A2C5-B943-AB55-DE3C903CA720}" type="presOf" srcId="{2ABE50E3-15EA-4672-A04F-9F410A15D775}" destId="{DC8749FA-065E-4702-83BB-B20215DD0B31}" srcOrd="0" destOrd="0" presId="urn:microsoft.com/office/officeart/2008/layout/NameandTitleOrganizationalChart"/>
    <dgm:cxn modelId="{FB17786B-9997-E94C-B1D4-17B57BF40E07}" type="presOf" srcId="{999BBAA3-0632-4DE8-8610-B02FB2B2467D}" destId="{0E30C8B5-30D8-4E64-81F3-03C511BC79F8}" srcOrd="0" destOrd="0" presId="urn:microsoft.com/office/officeart/2008/layout/NameandTitleOrganizationalChart"/>
    <dgm:cxn modelId="{214CC351-2E63-4602-B61E-421B113FB49D}" srcId="{C71AFBDC-5A44-4084-A69B-7502BC756E7F}" destId="{7B1AF886-F7AB-4065-9612-6A6FEC4F4FE2}" srcOrd="0" destOrd="0" parTransId="{9B769433-A691-43AB-B1B5-B2700192D3BC}" sibTransId="{2ABE50E3-15EA-4672-A04F-9F410A15D775}"/>
    <dgm:cxn modelId="{6F848273-A56C-7A4F-85EF-C5A7AA4E7A24}" type="presOf" srcId="{7B1AF886-F7AB-4065-9612-6A6FEC4F4FE2}" destId="{0353F96E-D554-4C75-88E9-556714A9B955}" srcOrd="0" destOrd="0" presId="urn:microsoft.com/office/officeart/2008/layout/NameandTitleOrganizationalChart"/>
    <dgm:cxn modelId="{3786A274-36EF-C848-9905-93D398E90B48}" type="presOf" srcId="{85AA00B2-F5D8-4B13-B4BC-92BE401FC4A9}" destId="{38884C4A-6D13-4D12-AF47-A4E1ED7C75ED}" srcOrd="0" destOrd="0" presId="urn:microsoft.com/office/officeart/2008/layout/NameandTitleOrganizationalChart"/>
    <dgm:cxn modelId="{90D96789-32B0-4660-A904-5A8FD6CA26E7}" srcId="{14180968-DDD1-4C35-8F9B-7E58374859DA}" destId="{324AE759-EA5B-43E9-BFBE-7DBEDDB1EAF2}" srcOrd="0" destOrd="0" parTransId="{1C3588BF-B95C-442C-B40F-D18756583B9D}" sibTransId="{85AA00B2-F5D8-4B13-B4BC-92BE401FC4A9}"/>
    <dgm:cxn modelId="{3F5B9E99-43E9-4A43-AC84-717865056019}" type="presOf" srcId="{324AE759-EA5B-43E9-BFBE-7DBEDDB1EAF2}" destId="{1DEB55FD-3875-4EE0-AD4C-3102F78FAAD0}" srcOrd="0" destOrd="0" presId="urn:microsoft.com/office/officeart/2008/layout/NameandTitleOrganizationalChart"/>
    <dgm:cxn modelId="{06583DB2-B423-5A4D-9E41-2EAEE964997E}" type="presOf" srcId="{7B1AF886-F7AB-4065-9612-6A6FEC4F4FE2}" destId="{BF0DC753-1E97-4701-A19E-3D1C474DDAEA}" srcOrd="1" destOrd="0" presId="urn:microsoft.com/office/officeart/2008/layout/NameandTitleOrganizationalChart"/>
    <dgm:cxn modelId="{7A5CD9C1-7809-934E-BC59-6CC284B6BDDE}" type="presOf" srcId="{C71AFBDC-5A44-4084-A69B-7502BC756E7F}" destId="{81C1CE97-68ED-4F4E-9530-89C7929AFCD8}" srcOrd="1" destOrd="0" presId="urn:microsoft.com/office/officeart/2008/layout/NameandTitleOrganizationalChart"/>
    <dgm:cxn modelId="{2126F8E3-591A-4C49-BD51-EE2162F9028C}" type="presOf" srcId="{9B769433-A691-43AB-B1B5-B2700192D3BC}" destId="{0E6444CC-37DE-4CDE-8446-F4199A4A2755}" srcOrd="0" destOrd="0" presId="urn:microsoft.com/office/officeart/2008/layout/NameandTitleOrganizationalChart"/>
    <dgm:cxn modelId="{90CA47EC-EC09-E84E-B623-98854CCB8B61}" type="presOf" srcId="{324AE759-EA5B-43E9-BFBE-7DBEDDB1EAF2}" destId="{27E13194-96EE-439E-B62A-9BD46198C5FD}" srcOrd="1" destOrd="0" presId="urn:microsoft.com/office/officeart/2008/layout/NameandTitleOrganizationalChart"/>
    <dgm:cxn modelId="{512E84F3-5556-4F47-8E20-BB89F4279485}" srcId="{14180968-DDD1-4C35-8F9B-7E58374859DA}" destId="{C71AFBDC-5A44-4084-A69B-7502BC756E7F}" srcOrd="1" destOrd="0" parTransId="{EABB3F20-E37C-41CD-9CA2-2E4F3E9D057E}" sibTransId="{999BBAA3-0632-4DE8-8610-B02FB2B2467D}"/>
    <dgm:cxn modelId="{CEE579E2-8275-1244-BB73-35932D395999}" type="presParOf" srcId="{0EC98064-6E1F-4786-A6E7-0BA6CD2CDCD5}" destId="{70B0F8D5-0393-4FBE-BC7D-BD55928CCBF2}" srcOrd="0" destOrd="0" presId="urn:microsoft.com/office/officeart/2008/layout/NameandTitleOrganizationalChart"/>
    <dgm:cxn modelId="{56C5C531-E189-9B4E-9B53-11439AACD42B}" type="presParOf" srcId="{70B0F8D5-0393-4FBE-BC7D-BD55928CCBF2}" destId="{E94A0BBF-CCAD-46BF-AFC9-EAE4CE98A36E}" srcOrd="0" destOrd="0" presId="urn:microsoft.com/office/officeart/2008/layout/NameandTitleOrganizationalChart"/>
    <dgm:cxn modelId="{E3DE19F5-57CE-4A42-B464-1EA09B3AE675}" type="presParOf" srcId="{E94A0BBF-CCAD-46BF-AFC9-EAE4CE98A36E}" destId="{1DEB55FD-3875-4EE0-AD4C-3102F78FAAD0}" srcOrd="0" destOrd="0" presId="urn:microsoft.com/office/officeart/2008/layout/NameandTitleOrganizationalChart"/>
    <dgm:cxn modelId="{33178CD1-A1E2-374B-9339-58747DE178E8}" type="presParOf" srcId="{E94A0BBF-CCAD-46BF-AFC9-EAE4CE98A36E}" destId="{38884C4A-6D13-4D12-AF47-A4E1ED7C75ED}" srcOrd="1" destOrd="0" presId="urn:microsoft.com/office/officeart/2008/layout/NameandTitleOrganizationalChart"/>
    <dgm:cxn modelId="{52C7A828-92BB-FF4E-9AC8-AC67ABB1D9A6}" type="presParOf" srcId="{E94A0BBF-CCAD-46BF-AFC9-EAE4CE98A36E}" destId="{27E13194-96EE-439E-B62A-9BD46198C5FD}" srcOrd="2" destOrd="0" presId="urn:microsoft.com/office/officeart/2008/layout/NameandTitleOrganizationalChart"/>
    <dgm:cxn modelId="{98025784-0959-D046-BD52-6B4C17356F35}" type="presParOf" srcId="{70B0F8D5-0393-4FBE-BC7D-BD55928CCBF2}" destId="{918091F6-5347-4F3D-A6A0-44439A0B27EE}" srcOrd="1" destOrd="0" presId="urn:microsoft.com/office/officeart/2008/layout/NameandTitleOrganizationalChart"/>
    <dgm:cxn modelId="{8262D195-F400-B94A-BB0E-CB99FCC67C56}" type="presParOf" srcId="{70B0F8D5-0393-4FBE-BC7D-BD55928CCBF2}" destId="{9DE24B5D-4C99-41D1-AE4F-3FF48C2AF24C}" srcOrd="2" destOrd="0" presId="urn:microsoft.com/office/officeart/2008/layout/NameandTitleOrganizationalChart"/>
    <dgm:cxn modelId="{734C92CD-6B28-ED45-9336-8F7296FCF947}" type="presParOf" srcId="{0EC98064-6E1F-4786-A6E7-0BA6CD2CDCD5}" destId="{42A7C26D-4A9D-43F2-A25C-6B4236ED9E0E}" srcOrd="1" destOrd="0" presId="urn:microsoft.com/office/officeart/2008/layout/NameandTitleOrganizationalChart"/>
    <dgm:cxn modelId="{9A8F4DFB-B7C6-5942-94E7-E89F5112FF2E}" type="presParOf" srcId="{42A7C26D-4A9D-43F2-A25C-6B4236ED9E0E}" destId="{54A88C5B-FDE3-4C5F-8E16-133CD34C54A6}" srcOrd="0" destOrd="0" presId="urn:microsoft.com/office/officeart/2008/layout/NameandTitleOrganizationalChart"/>
    <dgm:cxn modelId="{3B53F0CD-6D3B-C840-8E10-8B542662ED7B}" type="presParOf" srcId="{54A88C5B-FDE3-4C5F-8E16-133CD34C54A6}" destId="{B0D5236A-37CE-45BC-92FE-027BC0676FB2}" srcOrd="0" destOrd="0" presId="urn:microsoft.com/office/officeart/2008/layout/NameandTitleOrganizationalChart"/>
    <dgm:cxn modelId="{E2118AFA-A59C-C84E-90D1-EBED4DFB5F45}" type="presParOf" srcId="{54A88C5B-FDE3-4C5F-8E16-133CD34C54A6}" destId="{0E30C8B5-30D8-4E64-81F3-03C511BC79F8}" srcOrd="1" destOrd="0" presId="urn:microsoft.com/office/officeart/2008/layout/NameandTitleOrganizationalChart"/>
    <dgm:cxn modelId="{00143425-0054-5741-B2B4-C44903EDA12F}" type="presParOf" srcId="{54A88C5B-FDE3-4C5F-8E16-133CD34C54A6}" destId="{81C1CE97-68ED-4F4E-9530-89C7929AFCD8}" srcOrd="2" destOrd="0" presId="urn:microsoft.com/office/officeart/2008/layout/NameandTitleOrganizationalChart"/>
    <dgm:cxn modelId="{1D80E05D-495E-514C-972F-DE0CBE845C1A}" type="presParOf" srcId="{42A7C26D-4A9D-43F2-A25C-6B4236ED9E0E}" destId="{66100891-CADC-471F-BF1B-01BA8DEEE6DB}" srcOrd="1" destOrd="0" presId="urn:microsoft.com/office/officeart/2008/layout/NameandTitleOrganizationalChart"/>
    <dgm:cxn modelId="{9D1D6CFC-0BE7-ED4A-A64C-AB4CCED30B03}" type="presParOf" srcId="{66100891-CADC-471F-BF1B-01BA8DEEE6DB}" destId="{0E6444CC-37DE-4CDE-8446-F4199A4A2755}" srcOrd="0" destOrd="0" presId="urn:microsoft.com/office/officeart/2008/layout/NameandTitleOrganizationalChart"/>
    <dgm:cxn modelId="{CD221419-2307-D443-B7F5-4E852C6C3B9B}" type="presParOf" srcId="{66100891-CADC-471F-BF1B-01BA8DEEE6DB}" destId="{AC1C610F-ACD6-4FA0-8ABC-B7BF2D9DC523}" srcOrd="1" destOrd="0" presId="urn:microsoft.com/office/officeart/2008/layout/NameandTitleOrganizationalChart"/>
    <dgm:cxn modelId="{1EB046AA-6FE3-DF47-BEE5-3C9A0088A3DF}" type="presParOf" srcId="{AC1C610F-ACD6-4FA0-8ABC-B7BF2D9DC523}" destId="{BAF86E66-36F7-4F31-9EB8-16AFD289CBFA}" srcOrd="0" destOrd="0" presId="urn:microsoft.com/office/officeart/2008/layout/NameandTitleOrganizationalChart"/>
    <dgm:cxn modelId="{3E0193EE-25CC-9C4E-A9B5-7D046DDA86D7}" type="presParOf" srcId="{BAF86E66-36F7-4F31-9EB8-16AFD289CBFA}" destId="{0353F96E-D554-4C75-88E9-556714A9B955}" srcOrd="0" destOrd="0" presId="urn:microsoft.com/office/officeart/2008/layout/NameandTitleOrganizationalChart"/>
    <dgm:cxn modelId="{690D7150-9F78-8D42-B8DE-D8AC53346B72}" type="presParOf" srcId="{BAF86E66-36F7-4F31-9EB8-16AFD289CBFA}" destId="{DC8749FA-065E-4702-83BB-B20215DD0B31}" srcOrd="1" destOrd="0" presId="urn:microsoft.com/office/officeart/2008/layout/NameandTitleOrganizationalChart"/>
    <dgm:cxn modelId="{7A0DD30E-0E60-0D44-B2DB-32EFA2E84E3A}" type="presParOf" srcId="{BAF86E66-36F7-4F31-9EB8-16AFD289CBFA}" destId="{BF0DC753-1E97-4701-A19E-3D1C474DDAEA}" srcOrd="2" destOrd="0" presId="urn:microsoft.com/office/officeart/2008/layout/NameandTitleOrganizationalChart"/>
    <dgm:cxn modelId="{477A06C1-AC61-334E-B427-0C1A7C2DE1BA}" type="presParOf" srcId="{AC1C610F-ACD6-4FA0-8ABC-B7BF2D9DC523}" destId="{7D8284A1-6243-430F-B8A6-2B1E996D8EA9}" srcOrd="1" destOrd="0" presId="urn:microsoft.com/office/officeart/2008/layout/NameandTitleOrganizationalChart"/>
    <dgm:cxn modelId="{CC388D75-A9BD-CA4B-B0CC-6B62648947B2}" type="presParOf" srcId="{AC1C610F-ACD6-4FA0-8ABC-B7BF2D9DC523}" destId="{EEA32AE7-9A25-45D2-9E8A-6D42F65E172C}" srcOrd="2" destOrd="0" presId="urn:microsoft.com/office/officeart/2008/layout/NameandTitleOrganizationalChart"/>
    <dgm:cxn modelId="{D8A1CC9E-7443-0C46-A3CE-3D0E0AB8AA5A}" type="presParOf" srcId="{42A7C26D-4A9D-43F2-A25C-6B4236ED9E0E}" destId="{EDD848F1-88EF-4B6B-8ABE-D96D9EC3485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4180968-DDD1-4C35-8F9B-7E58374859D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s-MX"/>
        </a:p>
      </dgm:t>
    </dgm:pt>
    <dgm:pt modelId="{C71AFBDC-5A44-4084-A69B-7502BC756E7F}">
      <dgm:prSet phldrT="[Text]"/>
      <dgm:spPr/>
      <dgm:t>
        <a:bodyPr/>
        <a:lstStyle/>
        <a:p>
          <a:r>
            <a:rPr lang="es-MX" dirty="0" err="1"/>
            <a:t>MexCo</a:t>
          </a:r>
          <a:endParaRPr lang="es-MX" dirty="0"/>
        </a:p>
      </dgm:t>
    </dgm:pt>
    <dgm:pt modelId="{EABB3F20-E37C-41CD-9CA2-2E4F3E9D057E}" type="parTrans" cxnId="{512E84F3-5556-4F47-8E20-BB89F4279485}">
      <dgm:prSet/>
      <dgm:spPr/>
      <dgm:t>
        <a:bodyPr/>
        <a:lstStyle/>
        <a:p>
          <a:endParaRPr lang="es-MX"/>
        </a:p>
      </dgm:t>
    </dgm:pt>
    <dgm:pt modelId="{999BBAA3-0632-4DE8-8610-B02FB2B2467D}" type="sibTrans" cxnId="{512E84F3-5556-4F47-8E20-BB89F4279485}">
      <dgm:prSet/>
      <dgm:spPr/>
      <dgm:t>
        <a:bodyPr/>
        <a:lstStyle/>
        <a:p>
          <a:pPr algn="l"/>
          <a:r>
            <a:rPr lang="es-MX" dirty="0"/>
            <a:t>CC = $100</a:t>
          </a:r>
        </a:p>
      </dgm:t>
    </dgm:pt>
    <dgm:pt modelId="{7B1AF886-F7AB-4065-9612-6A6FEC4F4FE2}">
      <dgm:prSet phldrT="[Text]"/>
      <dgm:spPr/>
      <dgm:t>
        <a:bodyPr/>
        <a:lstStyle/>
        <a:p>
          <a:r>
            <a:rPr lang="es-MX" dirty="0" err="1"/>
            <a:t>MexSub</a:t>
          </a:r>
          <a:endParaRPr lang="es-MX" dirty="0"/>
        </a:p>
      </dgm:t>
    </dgm:pt>
    <dgm:pt modelId="{9B769433-A691-43AB-B1B5-B2700192D3BC}" type="parTrans" cxnId="{214CC351-2E63-4602-B61E-421B113FB49D}">
      <dgm:prSet/>
      <dgm:spPr/>
      <dgm:t>
        <a:bodyPr/>
        <a:lstStyle/>
        <a:p>
          <a:endParaRPr lang="es-MX"/>
        </a:p>
      </dgm:t>
    </dgm:pt>
    <dgm:pt modelId="{2ABE50E3-15EA-4672-A04F-9F410A15D775}" type="sibTrans" cxnId="{214CC351-2E63-4602-B61E-421B113FB49D}">
      <dgm:prSet/>
      <dgm:spPr/>
      <dgm:t>
        <a:bodyPr/>
        <a:lstStyle/>
        <a:p>
          <a:pPr algn="l"/>
          <a:r>
            <a:rPr lang="es-MX" dirty="0"/>
            <a:t>CC = $200.01</a:t>
          </a:r>
        </a:p>
      </dgm:t>
    </dgm:pt>
    <dgm:pt modelId="{324AE759-EA5B-43E9-BFBE-7DBEDDB1EAF2}">
      <dgm:prSet/>
      <dgm:spPr>
        <a:solidFill>
          <a:srgbClr val="00B0F0"/>
        </a:solidFill>
      </dgm:spPr>
      <dgm:t>
        <a:bodyPr/>
        <a:lstStyle/>
        <a:p>
          <a:r>
            <a:rPr lang="es-MX" dirty="0" err="1"/>
            <a:t>USCo</a:t>
          </a:r>
          <a:endParaRPr lang="es-MX" dirty="0"/>
        </a:p>
      </dgm:t>
    </dgm:pt>
    <dgm:pt modelId="{1C3588BF-B95C-442C-B40F-D18756583B9D}" type="parTrans" cxnId="{90D96789-32B0-4660-A904-5A8FD6CA26E7}">
      <dgm:prSet/>
      <dgm:spPr/>
      <dgm:t>
        <a:bodyPr/>
        <a:lstStyle/>
        <a:p>
          <a:endParaRPr lang="es-MX"/>
        </a:p>
      </dgm:t>
    </dgm:pt>
    <dgm:pt modelId="{85AA00B2-F5D8-4B13-B4BC-92BE401FC4A9}" type="sibTrans" cxnId="{90D96789-32B0-4660-A904-5A8FD6CA26E7}">
      <dgm:prSet/>
      <dgm:spPr/>
      <dgm:t>
        <a:bodyPr/>
        <a:lstStyle/>
        <a:p>
          <a:pPr algn="ctr"/>
          <a:r>
            <a:rPr lang="es-MX" dirty="0"/>
            <a:t>Parte Relacionada</a:t>
          </a:r>
        </a:p>
      </dgm:t>
    </dgm:pt>
    <dgm:pt modelId="{0EC98064-6E1F-4786-A6E7-0BA6CD2CDCD5}" type="pres">
      <dgm:prSet presAssocID="{14180968-DDD1-4C35-8F9B-7E58374859DA}" presName="hierChild1" presStyleCnt="0">
        <dgm:presLayoutVars>
          <dgm:orgChart val="1"/>
          <dgm:chPref val="1"/>
          <dgm:dir/>
          <dgm:animOne val="branch"/>
          <dgm:animLvl val="lvl"/>
          <dgm:resizeHandles/>
        </dgm:presLayoutVars>
      </dgm:prSet>
      <dgm:spPr/>
    </dgm:pt>
    <dgm:pt modelId="{70B0F8D5-0393-4FBE-BC7D-BD55928CCBF2}" type="pres">
      <dgm:prSet presAssocID="{324AE759-EA5B-43E9-BFBE-7DBEDDB1EAF2}" presName="hierRoot1" presStyleCnt="0">
        <dgm:presLayoutVars>
          <dgm:hierBranch val="init"/>
        </dgm:presLayoutVars>
      </dgm:prSet>
      <dgm:spPr/>
    </dgm:pt>
    <dgm:pt modelId="{E94A0BBF-CCAD-46BF-AFC9-EAE4CE98A36E}" type="pres">
      <dgm:prSet presAssocID="{324AE759-EA5B-43E9-BFBE-7DBEDDB1EAF2}" presName="rootComposite1" presStyleCnt="0"/>
      <dgm:spPr/>
    </dgm:pt>
    <dgm:pt modelId="{1DEB55FD-3875-4EE0-AD4C-3102F78FAAD0}" type="pres">
      <dgm:prSet presAssocID="{324AE759-EA5B-43E9-BFBE-7DBEDDB1EAF2}" presName="rootText1" presStyleLbl="node0" presStyleIdx="0" presStyleCnt="2" custLinFactNeighborX="-46231" custLinFactNeighborY="-1468">
        <dgm:presLayoutVars>
          <dgm:chMax/>
          <dgm:chPref val="3"/>
        </dgm:presLayoutVars>
      </dgm:prSet>
      <dgm:spPr/>
    </dgm:pt>
    <dgm:pt modelId="{38884C4A-6D13-4D12-AF47-A4E1ED7C75ED}" type="pres">
      <dgm:prSet presAssocID="{324AE759-EA5B-43E9-BFBE-7DBEDDB1EAF2}" presName="titleText1" presStyleLbl="fgAcc0" presStyleIdx="0" presStyleCnt="2" custLinFactNeighborX="-51765">
        <dgm:presLayoutVars>
          <dgm:chMax val="0"/>
          <dgm:chPref val="0"/>
        </dgm:presLayoutVars>
      </dgm:prSet>
      <dgm:spPr/>
    </dgm:pt>
    <dgm:pt modelId="{27E13194-96EE-439E-B62A-9BD46198C5FD}" type="pres">
      <dgm:prSet presAssocID="{324AE759-EA5B-43E9-BFBE-7DBEDDB1EAF2}" presName="rootConnector1" presStyleLbl="node1" presStyleIdx="0" presStyleCnt="1"/>
      <dgm:spPr/>
    </dgm:pt>
    <dgm:pt modelId="{918091F6-5347-4F3D-A6A0-44439A0B27EE}" type="pres">
      <dgm:prSet presAssocID="{324AE759-EA5B-43E9-BFBE-7DBEDDB1EAF2}" presName="hierChild2" presStyleCnt="0"/>
      <dgm:spPr/>
    </dgm:pt>
    <dgm:pt modelId="{9DE24B5D-4C99-41D1-AE4F-3FF48C2AF24C}" type="pres">
      <dgm:prSet presAssocID="{324AE759-EA5B-43E9-BFBE-7DBEDDB1EAF2}" presName="hierChild3" presStyleCnt="0"/>
      <dgm:spPr/>
    </dgm:pt>
    <dgm:pt modelId="{42A7C26D-4A9D-43F2-A25C-6B4236ED9E0E}" type="pres">
      <dgm:prSet presAssocID="{C71AFBDC-5A44-4084-A69B-7502BC756E7F}" presName="hierRoot1" presStyleCnt="0">
        <dgm:presLayoutVars>
          <dgm:hierBranch val="init"/>
        </dgm:presLayoutVars>
      </dgm:prSet>
      <dgm:spPr/>
    </dgm:pt>
    <dgm:pt modelId="{54A88C5B-FDE3-4C5F-8E16-133CD34C54A6}" type="pres">
      <dgm:prSet presAssocID="{C71AFBDC-5A44-4084-A69B-7502BC756E7F}" presName="rootComposite1" presStyleCnt="0"/>
      <dgm:spPr/>
    </dgm:pt>
    <dgm:pt modelId="{B0D5236A-37CE-45BC-92FE-027BC0676FB2}" type="pres">
      <dgm:prSet presAssocID="{C71AFBDC-5A44-4084-A69B-7502BC756E7F}" presName="rootText1" presStyleLbl="node0" presStyleIdx="1" presStyleCnt="2">
        <dgm:presLayoutVars>
          <dgm:chMax/>
          <dgm:chPref val="3"/>
        </dgm:presLayoutVars>
      </dgm:prSet>
      <dgm:spPr/>
    </dgm:pt>
    <dgm:pt modelId="{0E30C8B5-30D8-4E64-81F3-03C511BC79F8}" type="pres">
      <dgm:prSet presAssocID="{C71AFBDC-5A44-4084-A69B-7502BC756E7F}" presName="titleText1" presStyleLbl="fgAcc0" presStyleIdx="1" presStyleCnt="2">
        <dgm:presLayoutVars>
          <dgm:chMax val="0"/>
          <dgm:chPref val="0"/>
        </dgm:presLayoutVars>
      </dgm:prSet>
      <dgm:spPr/>
    </dgm:pt>
    <dgm:pt modelId="{81C1CE97-68ED-4F4E-9530-89C7929AFCD8}" type="pres">
      <dgm:prSet presAssocID="{C71AFBDC-5A44-4084-A69B-7502BC756E7F}" presName="rootConnector1" presStyleLbl="node1" presStyleIdx="0" presStyleCnt="1"/>
      <dgm:spPr/>
    </dgm:pt>
    <dgm:pt modelId="{66100891-CADC-471F-BF1B-01BA8DEEE6DB}" type="pres">
      <dgm:prSet presAssocID="{C71AFBDC-5A44-4084-A69B-7502BC756E7F}" presName="hierChild2" presStyleCnt="0"/>
      <dgm:spPr/>
    </dgm:pt>
    <dgm:pt modelId="{0E6444CC-37DE-4CDE-8446-F4199A4A2755}" type="pres">
      <dgm:prSet presAssocID="{9B769433-A691-43AB-B1B5-B2700192D3BC}" presName="Name37" presStyleLbl="parChTrans1D2" presStyleIdx="0" presStyleCnt="1"/>
      <dgm:spPr/>
    </dgm:pt>
    <dgm:pt modelId="{AC1C610F-ACD6-4FA0-8ABC-B7BF2D9DC523}" type="pres">
      <dgm:prSet presAssocID="{7B1AF886-F7AB-4065-9612-6A6FEC4F4FE2}" presName="hierRoot2" presStyleCnt="0">
        <dgm:presLayoutVars>
          <dgm:hierBranch val="init"/>
        </dgm:presLayoutVars>
      </dgm:prSet>
      <dgm:spPr/>
    </dgm:pt>
    <dgm:pt modelId="{BAF86E66-36F7-4F31-9EB8-16AFD289CBFA}" type="pres">
      <dgm:prSet presAssocID="{7B1AF886-F7AB-4065-9612-6A6FEC4F4FE2}" presName="rootComposite" presStyleCnt="0"/>
      <dgm:spPr/>
    </dgm:pt>
    <dgm:pt modelId="{0353F96E-D554-4C75-88E9-556714A9B955}" type="pres">
      <dgm:prSet presAssocID="{7B1AF886-F7AB-4065-9612-6A6FEC4F4FE2}" presName="rootText" presStyleLbl="node1" presStyleIdx="0" presStyleCnt="1">
        <dgm:presLayoutVars>
          <dgm:chMax/>
          <dgm:chPref val="3"/>
        </dgm:presLayoutVars>
      </dgm:prSet>
      <dgm:spPr/>
    </dgm:pt>
    <dgm:pt modelId="{DC8749FA-065E-4702-83BB-B20215DD0B31}" type="pres">
      <dgm:prSet presAssocID="{7B1AF886-F7AB-4065-9612-6A6FEC4F4FE2}" presName="titleText2" presStyleLbl="fgAcc1" presStyleIdx="0" presStyleCnt="1">
        <dgm:presLayoutVars>
          <dgm:chMax val="0"/>
          <dgm:chPref val="0"/>
        </dgm:presLayoutVars>
      </dgm:prSet>
      <dgm:spPr/>
    </dgm:pt>
    <dgm:pt modelId="{BF0DC753-1E97-4701-A19E-3D1C474DDAEA}" type="pres">
      <dgm:prSet presAssocID="{7B1AF886-F7AB-4065-9612-6A6FEC4F4FE2}" presName="rootConnector" presStyleLbl="node2" presStyleIdx="0" presStyleCnt="0"/>
      <dgm:spPr/>
    </dgm:pt>
    <dgm:pt modelId="{7D8284A1-6243-430F-B8A6-2B1E996D8EA9}" type="pres">
      <dgm:prSet presAssocID="{7B1AF886-F7AB-4065-9612-6A6FEC4F4FE2}" presName="hierChild4" presStyleCnt="0"/>
      <dgm:spPr/>
    </dgm:pt>
    <dgm:pt modelId="{EEA32AE7-9A25-45D2-9E8A-6D42F65E172C}" type="pres">
      <dgm:prSet presAssocID="{7B1AF886-F7AB-4065-9612-6A6FEC4F4FE2}" presName="hierChild5" presStyleCnt="0"/>
      <dgm:spPr/>
    </dgm:pt>
    <dgm:pt modelId="{EDD848F1-88EF-4B6B-8ABE-D96D9EC34851}" type="pres">
      <dgm:prSet presAssocID="{C71AFBDC-5A44-4084-A69B-7502BC756E7F}" presName="hierChild3" presStyleCnt="0"/>
      <dgm:spPr/>
    </dgm:pt>
  </dgm:ptLst>
  <dgm:cxnLst>
    <dgm:cxn modelId="{0A86A80E-BE34-DB43-B82F-43AA6FB07F3E}" type="presOf" srcId="{7B1AF886-F7AB-4065-9612-6A6FEC4F4FE2}" destId="{0353F96E-D554-4C75-88E9-556714A9B955}" srcOrd="0" destOrd="0" presId="urn:microsoft.com/office/officeart/2008/layout/NameandTitleOrganizationalChart"/>
    <dgm:cxn modelId="{E517C22A-8EFB-F640-8D25-FF0C4B548976}" type="presOf" srcId="{324AE759-EA5B-43E9-BFBE-7DBEDDB1EAF2}" destId="{1DEB55FD-3875-4EE0-AD4C-3102F78FAAD0}" srcOrd="0" destOrd="0" presId="urn:microsoft.com/office/officeart/2008/layout/NameandTitleOrganizationalChart"/>
    <dgm:cxn modelId="{9367E65F-9079-0049-BA98-49D54678981F}" type="presOf" srcId="{85AA00B2-F5D8-4B13-B4BC-92BE401FC4A9}" destId="{38884C4A-6D13-4D12-AF47-A4E1ED7C75ED}" srcOrd="0" destOrd="0" presId="urn:microsoft.com/office/officeart/2008/layout/NameandTitleOrganizationalChart"/>
    <dgm:cxn modelId="{214CC351-2E63-4602-B61E-421B113FB49D}" srcId="{C71AFBDC-5A44-4084-A69B-7502BC756E7F}" destId="{7B1AF886-F7AB-4065-9612-6A6FEC4F4FE2}" srcOrd="0" destOrd="0" parTransId="{9B769433-A691-43AB-B1B5-B2700192D3BC}" sibTransId="{2ABE50E3-15EA-4672-A04F-9F410A15D775}"/>
    <dgm:cxn modelId="{9F857E72-9E83-4B48-90A9-9BA8CD9A87E5}" type="presOf" srcId="{324AE759-EA5B-43E9-BFBE-7DBEDDB1EAF2}" destId="{27E13194-96EE-439E-B62A-9BD46198C5FD}" srcOrd="1" destOrd="0" presId="urn:microsoft.com/office/officeart/2008/layout/NameandTitleOrganizationalChart"/>
    <dgm:cxn modelId="{41EAE87B-B094-7B4C-B3E7-2EF6888CBC41}" type="presOf" srcId="{C71AFBDC-5A44-4084-A69B-7502BC756E7F}" destId="{B0D5236A-37CE-45BC-92FE-027BC0676FB2}" srcOrd="0" destOrd="0" presId="urn:microsoft.com/office/officeart/2008/layout/NameandTitleOrganizationalChart"/>
    <dgm:cxn modelId="{46F57788-2BC5-9B49-8DAD-EBB28A8ABFCB}" type="presOf" srcId="{14180968-DDD1-4C35-8F9B-7E58374859DA}" destId="{0EC98064-6E1F-4786-A6E7-0BA6CD2CDCD5}" srcOrd="0" destOrd="0" presId="urn:microsoft.com/office/officeart/2008/layout/NameandTitleOrganizationalChart"/>
    <dgm:cxn modelId="{90D96789-32B0-4660-A904-5A8FD6CA26E7}" srcId="{14180968-DDD1-4C35-8F9B-7E58374859DA}" destId="{324AE759-EA5B-43E9-BFBE-7DBEDDB1EAF2}" srcOrd="0" destOrd="0" parTransId="{1C3588BF-B95C-442C-B40F-D18756583B9D}" sibTransId="{85AA00B2-F5D8-4B13-B4BC-92BE401FC4A9}"/>
    <dgm:cxn modelId="{712B97DD-30F4-1B49-BC81-A11E6EB8CAB1}" type="presOf" srcId="{7B1AF886-F7AB-4065-9612-6A6FEC4F4FE2}" destId="{BF0DC753-1E97-4701-A19E-3D1C474DDAEA}" srcOrd="1" destOrd="0" presId="urn:microsoft.com/office/officeart/2008/layout/NameandTitleOrganizationalChart"/>
    <dgm:cxn modelId="{ED2410E2-D252-0746-9802-BAC144F1EFAD}" type="presOf" srcId="{9B769433-A691-43AB-B1B5-B2700192D3BC}" destId="{0E6444CC-37DE-4CDE-8446-F4199A4A2755}" srcOrd="0" destOrd="0" presId="urn:microsoft.com/office/officeart/2008/layout/NameandTitleOrganizationalChart"/>
    <dgm:cxn modelId="{3A6A3DEE-D10C-0A4B-8FD6-AA15CA46B89F}" type="presOf" srcId="{999BBAA3-0632-4DE8-8610-B02FB2B2467D}" destId="{0E30C8B5-30D8-4E64-81F3-03C511BC79F8}" srcOrd="0" destOrd="0" presId="urn:microsoft.com/office/officeart/2008/layout/NameandTitleOrganizationalChart"/>
    <dgm:cxn modelId="{2F1E38F3-2674-664B-AAC5-FC920A05C58A}" type="presOf" srcId="{2ABE50E3-15EA-4672-A04F-9F410A15D775}" destId="{DC8749FA-065E-4702-83BB-B20215DD0B31}" srcOrd="0" destOrd="0" presId="urn:microsoft.com/office/officeart/2008/layout/NameandTitleOrganizationalChart"/>
    <dgm:cxn modelId="{512E84F3-5556-4F47-8E20-BB89F4279485}" srcId="{14180968-DDD1-4C35-8F9B-7E58374859DA}" destId="{C71AFBDC-5A44-4084-A69B-7502BC756E7F}" srcOrd="1" destOrd="0" parTransId="{EABB3F20-E37C-41CD-9CA2-2E4F3E9D057E}" sibTransId="{999BBAA3-0632-4DE8-8610-B02FB2B2467D}"/>
    <dgm:cxn modelId="{5743F7FA-E0FC-E546-8C19-931568B3554D}" type="presOf" srcId="{C71AFBDC-5A44-4084-A69B-7502BC756E7F}" destId="{81C1CE97-68ED-4F4E-9530-89C7929AFCD8}" srcOrd="1" destOrd="0" presId="urn:microsoft.com/office/officeart/2008/layout/NameandTitleOrganizationalChart"/>
    <dgm:cxn modelId="{F75C80D3-41C3-EB49-B16F-BF43C504E08B}" type="presParOf" srcId="{0EC98064-6E1F-4786-A6E7-0BA6CD2CDCD5}" destId="{70B0F8D5-0393-4FBE-BC7D-BD55928CCBF2}" srcOrd="0" destOrd="0" presId="urn:microsoft.com/office/officeart/2008/layout/NameandTitleOrganizationalChart"/>
    <dgm:cxn modelId="{F125E199-CB8E-774D-931A-CB7F9BBCE5CE}" type="presParOf" srcId="{70B0F8D5-0393-4FBE-BC7D-BD55928CCBF2}" destId="{E94A0BBF-CCAD-46BF-AFC9-EAE4CE98A36E}" srcOrd="0" destOrd="0" presId="urn:microsoft.com/office/officeart/2008/layout/NameandTitleOrganizationalChart"/>
    <dgm:cxn modelId="{2D9E76D1-5C27-534B-BFDC-BA5F2A39CD4D}" type="presParOf" srcId="{E94A0BBF-CCAD-46BF-AFC9-EAE4CE98A36E}" destId="{1DEB55FD-3875-4EE0-AD4C-3102F78FAAD0}" srcOrd="0" destOrd="0" presId="urn:microsoft.com/office/officeart/2008/layout/NameandTitleOrganizationalChart"/>
    <dgm:cxn modelId="{CA85B77C-C6FD-0D42-96EF-821255EC8E32}" type="presParOf" srcId="{E94A0BBF-CCAD-46BF-AFC9-EAE4CE98A36E}" destId="{38884C4A-6D13-4D12-AF47-A4E1ED7C75ED}" srcOrd="1" destOrd="0" presId="urn:microsoft.com/office/officeart/2008/layout/NameandTitleOrganizationalChart"/>
    <dgm:cxn modelId="{31199BD1-30FD-9A4F-977D-249BC3100834}" type="presParOf" srcId="{E94A0BBF-CCAD-46BF-AFC9-EAE4CE98A36E}" destId="{27E13194-96EE-439E-B62A-9BD46198C5FD}" srcOrd="2" destOrd="0" presId="urn:microsoft.com/office/officeart/2008/layout/NameandTitleOrganizationalChart"/>
    <dgm:cxn modelId="{688805B8-992A-3440-8444-5C966B8B709D}" type="presParOf" srcId="{70B0F8D5-0393-4FBE-BC7D-BD55928CCBF2}" destId="{918091F6-5347-4F3D-A6A0-44439A0B27EE}" srcOrd="1" destOrd="0" presId="urn:microsoft.com/office/officeart/2008/layout/NameandTitleOrganizationalChart"/>
    <dgm:cxn modelId="{C67A0387-8ECD-3B49-90A8-E07F061435BD}" type="presParOf" srcId="{70B0F8D5-0393-4FBE-BC7D-BD55928CCBF2}" destId="{9DE24B5D-4C99-41D1-AE4F-3FF48C2AF24C}" srcOrd="2" destOrd="0" presId="urn:microsoft.com/office/officeart/2008/layout/NameandTitleOrganizationalChart"/>
    <dgm:cxn modelId="{2E0AEB1F-1298-CC43-A4D0-4C8BA8F41B1F}" type="presParOf" srcId="{0EC98064-6E1F-4786-A6E7-0BA6CD2CDCD5}" destId="{42A7C26D-4A9D-43F2-A25C-6B4236ED9E0E}" srcOrd="1" destOrd="0" presId="urn:microsoft.com/office/officeart/2008/layout/NameandTitleOrganizationalChart"/>
    <dgm:cxn modelId="{17A20FA2-A86C-0547-96A6-99623EABD0DD}" type="presParOf" srcId="{42A7C26D-4A9D-43F2-A25C-6B4236ED9E0E}" destId="{54A88C5B-FDE3-4C5F-8E16-133CD34C54A6}" srcOrd="0" destOrd="0" presId="urn:microsoft.com/office/officeart/2008/layout/NameandTitleOrganizationalChart"/>
    <dgm:cxn modelId="{4945F135-21F0-BE4B-B17E-EFD72E20FCBC}" type="presParOf" srcId="{54A88C5B-FDE3-4C5F-8E16-133CD34C54A6}" destId="{B0D5236A-37CE-45BC-92FE-027BC0676FB2}" srcOrd="0" destOrd="0" presId="urn:microsoft.com/office/officeart/2008/layout/NameandTitleOrganizationalChart"/>
    <dgm:cxn modelId="{7F1209AE-D903-B64E-A60C-682D6C232275}" type="presParOf" srcId="{54A88C5B-FDE3-4C5F-8E16-133CD34C54A6}" destId="{0E30C8B5-30D8-4E64-81F3-03C511BC79F8}" srcOrd="1" destOrd="0" presId="urn:microsoft.com/office/officeart/2008/layout/NameandTitleOrganizationalChart"/>
    <dgm:cxn modelId="{461E7226-41DA-C94E-BCBD-2E9D90E7D081}" type="presParOf" srcId="{54A88C5B-FDE3-4C5F-8E16-133CD34C54A6}" destId="{81C1CE97-68ED-4F4E-9530-89C7929AFCD8}" srcOrd="2" destOrd="0" presId="urn:microsoft.com/office/officeart/2008/layout/NameandTitleOrganizationalChart"/>
    <dgm:cxn modelId="{AD4D1176-7EB3-BB46-8791-D98F39CD3B11}" type="presParOf" srcId="{42A7C26D-4A9D-43F2-A25C-6B4236ED9E0E}" destId="{66100891-CADC-471F-BF1B-01BA8DEEE6DB}" srcOrd="1" destOrd="0" presId="urn:microsoft.com/office/officeart/2008/layout/NameandTitleOrganizationalChart"/>
    <dgm:cxn modelId="{673748D9-0879-8A49-AB05-D6017B14F1D8}" type="presParOf" srcId="{66100891-CADC-471F-BF1B-01BA8DEEE6DB}" destId="{0E6444CC-37DE-4CDE-8446-F4199A4A2755}" srcOrd="0" destOrd="0" presId="urn:microsoft.com/office/officeart/2008/layout/NameandTitleOrganizationalChart"/>
    <dgm:cxn modelId="{1D3D80FF-977E-CF48-BF5A-4F06684F7123}" type="presParOf" srcId="{66100891-CADC-471F-BF1B-01BA8DEEE6DB}" destId="{AC1C610F-ACD6-4FA0-8ABC-B7BF2D9DC523}" srcOrd="1" destOrd="0" presId="urn:microsoft.com/office/officeart/2008/layout/NameandTitleOrganizationalChart"/>
    <dgm:cxn modelId="{EE550873-FC1F-1446-966D-006127067D4F}" type="presParOf" srcId="{AC1C610F-ACD6-4FA0-8ABC-B7BF2D9DC523}" destId="{BAF86E66-36F7-4F31-9EB8-16AFD289CBFA}" srcOrd="0" destOrd="0" presId="urn:microsoft.com/office/officeart/2008/layout/NameandTitleOrganizationalChart"/>
    <dgm:cxn modelId="{D78F3B8A-25B5-234A-B672-8AF3DCA81621}" type="presParOf" srcId="{BAF86E66-36F7-4F31-9EB8-16AFD289CBFA}" destId="{0353F96E-D554-4C75-88E9-556714A9B955}" srcOrd="0" destOrd="0" presId="urn:microsoft.com/office/officeart/2008/layout/NameandTitleOrganizationalChart"/>
    <dgm:cxn modelId="{289BE2E0-6766-5040-867A-82E0C19CC612}" type="presParOf" srcId="{BAF86E66-36F7-4F31-9EB8-16AFD289CBFA}" destId="{DC8749FA-065E-4702-83BB-B20215DD0B31}" srcOrd="1" destOrd="0" presId="urn:microsoft.com/office/officeart/2008/layout/NameandTitleOrganizationalChart"/>
    <dgm:cxn modelId="{ABB4E328-909A-8D44-B880-EC5E951466CF}" type="presParOf" srcId="{BAF86E66-36F7-4F31-9EB8-16AFD289CBFA}" destId="{BF0DC753-1E97-4701-A19E-3D1C474DDAEA}" srcOrd="2" destOrd="0" presId="urn:microsoft.com/office/officeart/2008/layout/NameandTitleOrganizationalChart"/>
    <dgm:cxn modelId="{60F6F796-35AA-0047-9A10-CB9B75AB5001}" type="presParOf" srcId="{AC1C610F-ACD6-4FA0-8ABC-B7BF2D9DC523}" destId="{7D8284A1-6243-430F-B8A6-2B1E996D8EA9}" srcOrd="1" destOrd="0" presId="urn:microsoft.com/office/officeart/2008/layout/NameandTitleOrganizationalChart"/>
    <dgm:cxn modelId="{4E803ADC-C2B8-324D-8301-8C05E131E4FC}" type="presParOf" srcId="{AC1C610F-ACD6-4FA0-8ABC-B7BF2D9DC523}" destId="{EEA32AE7-9A25-45D2-9E8A-6D42F65E172C}" srcOrd="2" destOrd="0" presId="urn:microsoft.com/office/officeart/2008/layout/NameandTitleOrganizationalChart"/>
    <dgm:cxn modelId="{04B46FF9-7C18-8B4B-8C16-42026D9F064B}" type="presParOf" srcId="{42A7C26D-4A9D-43F2-A25C-6B4236ED9E0E}" destId="{EDD848F1-88EF-4B6B-8ABE-D96D9EC34851}"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5457CF6-A0B0-456A-A11F-774833100AE2}" type="doc">
      <dgm:prSet loTypeId="urn:microsoft.com/office/officeart/2005/8/layout/hProcess9" loCatId="process" qsTypeId="urn:microsoft.com/office/officeart/2005/8/quickstyle/simple1" qsCatId="simple" csTypeId="urn:microsoft.com/office/officeart/2005/8/colors/accent1_2" csCatId="accent1" phldr="1"/>
      <dgm:spPr/>
    </dgm:pt>
    <dgm:pt modelId="{76BA4E88-FA3D-43CD-902A-DF22EC76D630}">
      <dgm:prSet phldrT="[Texto]"/>
      <dgm:spPr/>
      <dgm:t>
        <a:bodyPr/>
        <a:lstStyle/>
        <a:p>
          <a:r>
            <a:rPr lang="es-MX" dirty="0"/>
            <a:t>1. Intereses Netos</a:t>
          </a:r>
        </a:p>
      </dgm:t>
    </dgm:pt>
    <dgm:pt modelId="{EAB4AE7F-CD69-4BC4-8E43-CEEE18E138AC}" type="parTrans" cxnId="{06CEE688-AE63-4B38-A0A4-8585E1D8728C}">
      <dgm:prSet/>
      <dgm:spPr/>
      <dgm:t>
        <a:bodyPr/>
        <a:lstStyle/>
        <a:p>
          <a:endParaRPr lang="es-MX"/>
        </a:p>
      </dgm:t>
    </dgm:pt>
    <dgm:pt modelId="{265ADA7B-4416-42BB-A4BE-F9314A148658}" type="sibTrans" cxnId="{06CEE688-AE63-4B38-A0A4-8585E1D8728C}">
      <dgm:prSet/>
      <dgm:spPr/>
      <dgm:t>
        <a:bodyPr/>
        <a:lstStyle/>
        <a:p>
          <a:endParaRPr lang="es-MX"/>
        </a:p>
      </dgm:t>
    </dgm:pt>
    <dgm:pt modelId="{06256751-1D44-4AE3-A50E-CF0031A1C768}">
      <dgm:prSet phldrT="[Texto]"/>
      <dgm:spPr/>
      <dgm:t>
        <a:bodyPr/>
        <a:lstStyle/>
        <a:p>
          <a:r>
            <a:rPr lang="es-MX" dirty="0"/>
            <a:t>2. Utilidad Fiscal Ajustada (UFIA)</a:t>
          </a:r>
        </a:p>
      </dgm:t>
    </dgm:pt>
    <dgm:pt modelId="{C6D19001-9FE4-4250-91B4-C2F74786D9E5}" type="parTrans" cxnId="{D0F7202C-8088-47EF-90C4-D3EB95751741}">
      <dgm:prSet/>
      <dgm:spPr/>
      <dgm:t>
        <a:bodyPr/>
        <a:lstStyle/>
        <a:p>
          <a:endParaRPr lang="es-MX"/>
        </a:p>
      </dgm:t>
    </dgm:pt>
    <dgm:pt modelId="{C37293FE-DDF7-4CEA-A424-D0403C828E14}" type="sibTrans" cxnId="{D0F7202C-8088-47EF-90C4-D3EB95751741}">
      <dgm:prSet/>
      <dgm:spPr/>
      <dgm:t>
        <a:bodyPr/>
        <a:lstStyle/>
        <a:p>
          <a:endParaRPr lang="es-MX"/>
        </a:p>
      </dgm:t>
    </dgm:pt>
    <dgm:pt modelId="{E076B26B-26BD-43EA-A347-046FBD76F6B1}">
      <dgm:prSet phldrT="[Texto]"/>
      <dgm:spPr/>
      <dgm:t>
        <a:bodyPr/>
        <a:lstStyle/>
        <a:p>
          <a:r>
            <a:rPr lang="es-MX" dirty="0"/>
            <a:t>Intereses NO deducibles “permanentes”</a:t>
          </a:r>
        </a:p>
      </dgm:t>
    </dgm:pt>
    <dgm:pt modelId="{73685B65-5AAD-43BC-8B7C-6F40E7C7275F}" type="parTrans" cxnId="{CAC80748-F9F9-4705-8AA7-A8B8BE5CEFF8}">
      <dgm:prSet/>
      <dgm:spPr/>
      <dgm:t>
        <a:bodyPr/>
        <a:lstStyle/>
        <a:p>
          <a:endParaRPr lang="es-MX"/>
        </a:p>
      </dgm:t>
    </dgm:pt>
    <dgm:pt modelId="{177702CD-A5EC-4E24-8FB0-F147E658DA97}" type="sibTrans" cxnId="{CAC80748-F9F9-4705-8AA7-A8B8BE5CEFF8}">
      <dgm:prSet/>
      <dgm:spPr/>
      <dgm:t>
        <a:bodyPr/>
        <a:lstStyle/>
        <a:p>
          <a:endParaRPr lang="es-MX"/>
        </a:p>
      </dgm:t>
    </dgm:pt>
    <dgm:pt modelId="{C50FBC4B-EDED-49C3-9AA8-E517D57572A7}">
      <dgm:prSet/>
      <dgm:spPr/>
      <dgm:t>
        <a:bodyPr/>
        <a:lstStyle/>
        <a:p>
          <a:r>
            <a:rPr lang="es-MX" dirty="0"/>
            <a:t>3. Límite = 30% UFIA</a:t>
          </a:r>
        </a:p>
      </dgm:t>
    </dgm:pt>
    <dgm:pt modelId="{E845E116-F6EB-4C38-BDD8-C0757CD75125}" type="parTrans" cxnId="{69123CD7-B01C-4C2C-B2BE-897A7402B871}">
      <dgm:prSet/>
      <dgm:spPr/>
      <dgm:t>
        <a:bodyPr/>
        <a:lstStyle/>
        <a:p>
          <a:endParaRPr lang="es-MX"/>
        </a:p>
      </dgm:t>
    </dgm:pt>
    <dgm:pt modelId="{04763E19-414B-438E-AB66-E584B65C22DE}" type="sibTrans" cxnId="{69123CD7-B01C-4C2C-B2BE-897A7402B871}">
      <dgm:prSet/>
      <dgm:spPr/>
      <dgm:t>
        <a:bodyPr/>
        <a:lstStyle/>
        <a:p>
          <a:endParaRPr lang="es-MX"/>
        </a:p>
      </dgm:t>
    </dgm:pt>
    <dgm:pt modelId="{360B8567-9011-4CA8-A573-04CB253B86EF}">
      <dgm:prSet/>
      <dgm:spPr/>
      <dgm:t>
        <a:bodyPr/>
        <a:lstStyle/>
        <a:p>
          <a:r>
            <a:rPr lang="es-MX" dirty="0"/>
            <a:t>4. Diferencia No Deducible “Temporal”</a:t>
          </a:r>
        </a:p>
      </dgm:t>
    </dgm:pt>
    <dgm:pt modelId="{C49FB1B5-0AD0-4E9B-853A-CF3AE803940D}" type="parTrans" cxnId="{2CD5BEDF-3098-49E2-9F1F-60F2FE92E882}">
      <dgm:prSet/>
      <dgm:spPr/>
      <dgm:t>
        <a:bodyPr/>
        <a:lstStyle/>
        <a:p>
          <a:endParaRPr lang="es-MX"/>
        </a:p>
      </dgm:t>
    </dgm:pt>
    <dgm:pt modelId="{D7E01F9F-AB8F-4083-B46B-68AC122DF554}" type="sibTrans" cxnId="{2CD5BEDF-3098-49E2-9F1F-60F2FE92E882}">
      <dgm:prSet/>
      <dgm:spPr/>
      <dgm:t>
        <a:bodyPr/>
        <a:lstStyle/>
        <a:p>
          <a:endParaRPr lang="es-MX"/>
        </a:p>
      </dgm:t>
    </dgm:pt>
    <dgm:pt modelId="{F905F406-20B6-43F8-B77F-5B7468DC6E16}">
      <dgm:prSet/>
      <dgm:spPr/>
      <dgm:t>
        <a:bodyPr/>
        <a:lstStyle/>
        <a:p>
          <a:r>
            <a:rPr lang="es-MX" dirty="0"/>
            <a:t>5. En siguientes años deduces primero No Deducible “Temporal” de años anteriores</a:t>
          </a:r>
        </a:p>
      </dgm:t>
    </dgm:pt>
    <dgm:pt modelId="{5DF60824-E414-4101-ADC3-21F588823DA6}" type="parTrans" cxnId="{C7238679-0EC4-4D05-A9F4-490CF679C1A7}">
      <dgm:prSet/>
      <dgm:spPr/>
      <dgm:t>
        <a:bodyPr/>
        <a:lstStyle/>
        <a:p>
          <a:endParaRPr lang="es-MX"/>
        </a:p>
      </dgm:t>
    </dgm:pt>
    <dgm:pt modelId="{F820A1C4-FCBE-44A5-AC73-214A144FEE18}" type="sibTrans" cxnId="{C7238679-0EC4-4D05-A9F4-490CF679C1A7}">
      <dgm:prSet/>
      <dgm:spPr/>
      <dgm:t>
        <a:bodyPr/>
        <a:lstStyle/>
        <a:p>
          <a:endParaRPr lang="es-MX"/>
        </a:p>
      </dgm:t>
    </dgm:pt>
    <dgm:pt modelId="{9A3AFDBB-450E-4C61-BEDC-B6EB5924541B}">
      <dgm:prSet/>
      <dgm:spPr/>
      <dgm:t>
        <a:bodyPr/>
        <a:lstStyle/>
        <a:p>
          <a:r>
            <a:rPr lang="es-MX" dirty="0"/>
            <a:t>6. Si no puedes deducirlos en los siguientes 10 años</a:t>
          </a:r>
        </a:p>
      </dgm:t>
    </dgm:pt>
    <dgm:pt modelId="{FA04C316-5D03-46C7-88E6-778A54AE285D}" type="parTrans" cxnId="{B113E656-0E28-47EE-A7D9-300B481D1B0D}">
      <dgm:prSet/>
      <dgm:spPr/>
      <dgm:t>
        <a:bodyPr/>
        <a:lstStyle/>
        <a:p>
          <a:endParaRPr lang="es-MX"/>
        </a:p>
      </dgm:t>
    </dgm:pt>
    <dgm:pt modelId="{443C4BDA-A413-42C3-B1DA-EC7F74787BE7}" type="sibTrans" cxnId="{B113E656-0E28-47EE-A7D9-300B481D1B0D}">
      <dgm:prSet/>
      <dgm:spPr/>
      <dgm:t>
        <a:bodyPr/>
        <a:lstStyle/>
        <a:p>
          <a:endParaRPr lang="es-MX"/>
        </a:p>
      </dgm:t>
    </dgm:pt>
    <dgm:pt modelId="{25B977AE-D66E-4104-8CD8-BD2BE74A5D9F}" type="pres">
      <dgm:prSet presAssocID="{D5457CF6-A0B0-456A-A11F-774833100AE2}" presName="CompostProcess" presStyleCnt="0">
        <dgm:presLayoutVars>
          <dgm:dir/>
          <dgm:resizeHandles val="exact"/>
        </dgm:presLayoutVars>
      </dgm:prSet>
      <dgm:spPr/>
    </dgm:pt>
    <dgm:pt modelId="{9BB20FA8-649B-4798-A11B-EA7AD0ABB9ED}" type="pres">
      <dgm:prSet presAssocID="{D5457CF6-A0B0-456A-A11F-774833100AE2}" presName="arrow" presStyleLbl="bgShp" presStyleIdx="0" presStyleCnt="1"/>
      <dgm:spPr>
        <a:solidFill>
          <a:srgbClr val="92D050"/>
        </a:solidFill>
      </dgm:spPr>
    </dgm:pt>
    <dgm:pt modelId="{9865BE90-FB9C-4322-B612-BAA7B2F8FEE5}" type="pres">
      <dgm:prSet presAssocID="{D5457CF6-A0B0-456A-A11F-774833100AE2}" presName="linearProcess" presStyleCnt="0"/>
      <dgm:spPr/>
    </dgm:pt>
    <dgm:pt modelId="{B9A1DCB9-012E-45C5-88D2-2FACC130394A}" type="pres">
      <dgm:prSet presAssocID="{76BA4E88-FA3D-43CD-902A-DF22EC76D630}" presName="textNode" presStyleLbl="node1" presStyleIdx="0" presStyleCnt="7">
        <dgm:presLayoutVars>
          <dgm:bulletEnabled val="1"/>
        </dgm:presLayoutVars>
      </dgm:prSet>
      <dgm:spPr/>
    </dgm:pt>
    <dgm:pt modelId="{8CDE83A5-92DD-4BE8-BF86-54751A691C26}" type="pres">
      <dgm:prSet presAssocID="{265ADA7B-4416-42BB-A4BE-F9314A148658}" presName="sibTrans" presStyleCnt="0"/>
      <dgm:spPr/>
    </dgm:pt>
    <dgm:pt modelId="{0C9F9078-B33D-478C-B401-3589711BA5F6}" type="pres">
      <dgm:prSet presAssocID="{06256751-1D44-4AE3-A50E-CF0031A1C768}" presName="textNode" presStyleLbl="node1" presStyleIdx="1" presStyleCnt="7">
        <dgm:presLayoutVars>
          <dgm:bulletEnabled val="1"/>
        </dgm:presLayoutVars>
      </dgm:prSet>
      <dgm:spPr/>
    </dgm:pt>
    <dgm:pt modelId="{469D1BC3-64D0-46A0-888A-08BA06DB81AD}" type="pres">
      <dgm:prSet presAssocID="{C37293FE-DDF7-4CEA-A424-D0403C828E14}" presName="sibTrans" presStyleCnt="0"/>
      <dgm:spPr/>
    </dgm:pt>
    <dgm:pt modelId="{06DDD462-5A5F-4DDE-82D4-E03FD54AF2AC}" type="pres">
      <dgm:prSet presAssocID="{C50FBC4B-EDED-49C3-9AA8-E517D57572A7}" presName="textNode" presStyleLbl="node1" presStyleIdx="2" presStyleCnt="7">
        <dgm:presLayoutVars>
          <dgm:bulletEnabled val="1"/>
        </dgm:presLayoutVars>
      </dgm:prSet>
      <dgm:spPr/>
    </dgm:pt>
    <dgm:pt modelId="{0C2189BC-BDC5-49E8-95DD-AAF8A68187D5}" type="pres">
      <dgm:prSet presAssocID="{04763E19-414B-438E-AB66-E584B65C22DE}" presName="sibTrans" presStyleCnt="0"/>
      <dgm:spPr/>
    </dgm:pt>
    <dgm:pt modelId="{139F5163-3209-42EB-9B00-3851D8D434C3}" type="pres">
      <dgm:prSet presAssocID="{360B8567-9011-4CA8-A573-04CB253B86EF}" presName="textNode" presStyleLbl="node1" presStyleIdx="3" presStyleCnt="7">
        <dgm:presLayoutVars>
          <dgm:bulletEnabled val="1"/>
        </dgm:presLayoutVars>
      </dgm:prSet>
      <dgm:spPr/>
    </dgm:pt>
    <dgm:pt modelId="{EF61EB7D-7D1F-44AF-9711-B892B3B3764A}" type="pres">
      <dgm:prSet presAssocID="{D7E01F9F-AB8F-4083-B46B-68AC122DF554}" presName="sibTrans" presStyleCnt="0"/>
      <dgm:spPr/>
    </dgm:pt>
    <dgm:pt modelId="{6CB70CE0-6D3F-4A3A-A8CA-97E7E3D71805}" type="pres">
      <dgm:prSet presAssocID="{F905F406-20B6-43F8-B77F-5B7468DC6E16}" presName="textNode" presStyleLbl="node1" presStyleIdx="4" presStyleCnt="7">
        <dgm:presLayoutVars>
          <dgm:bulletEnabled val="1"/>
        </dgm:presLayoutVars>
      </dgm:prSet>
      <dgm:spPr/>
    </dgm:pt>
    <dgm:pt modelId="{21FAAD06-9C5A-418C-AACC-DF490E3009ED}" type="pres">
      <dgm:prSet presAssocID="{F820A1C4-FCBE-44A5-AC73-214A144FEE18}" presName="sibTrans" presStyleCnt="0"/>
      <dgm:spPr/>
    </dgm:pt>
    <dgm:pt modelId="{11F900A8-1F0E-44D6-9D39-8149739FA182}" type="pres">
      <dgm:prSet presAssocID="{9A3AFDBB-450E-4C61-BEDC-B6EB5924541B}" presName="textNode" presStyleLbl="node1" presStyleIdx="5" presStyleCnt="7">
        <dgm:presLayoutVars>
          <dgm:bulletEnabled val="1"/>
        </dgm:presLayoutVars>
      </dgm:prSet>
      <dgm:spPr/>
    </dgm:pt>
    <dgm:pt modelId="{9ABD48A2-26EA-49CC-8CD2-2DFC554F4D53}" type="pres">
      <dgm:prSet presAssocID="{443C4BDA-A413-42C3-B1DA-EC7F74787BE7}" presName="sibTrans" presStyleCnt="0"/>
      <dgm:spPr/>
    </dgm:pt>
    <dgm:pt modelId="{01AF40AC-6921-419C-B93D-8176045AFD6B}" type="pres">
      <dgm:prSet presAssocID="{E076B26B-26BD-43EA-A347-046FBD76F6B1}" presName="textNode" presStyleLbl="node1" presStyleIdx="6" presStyleCnt="7">
        <dgm:presLayoutVars>
          <dgm:bulletEnabled val="1"/>
        </dgm:presLayoutVars>
      </dgm:prSet>
      <dgm:spPr/>
    </dgm:pt>
  </dgm:ptLst>
  <dgm:cxnLst>
    <dgm:cxn modelId="{0028AE05-2066-554E-8C86-979430147776}" type="presOf" srcId="{06256751-1D44-4AE3-A50E-CF0031A1C768}" destId="{0C9F9078-B33D-478C-B401-3589711BA5F6}" srcOrd="0" destOrd="0" presId="urn:microsoft.com/office/officeart/2005/8/layout/hProcess9"/>
    <dgm:cxn modelId="{D0F7202C-8088-47EF-90C4-D3EB95751741}" srcId="{D5457CF6-A0B0-456A-A11F-774833100AE2}" destId="{06256751-1D44-4AE3-A50E-CF0031A1C768}" srcOrd="1" destOrd="0" parTransId="{C6D19001-9FE4-4250-91B4-C2F74786D9E5}" sibTransId="{C37293FE-DDF7-4CEA-A424-D0403C828E14}"/>
    <dgm:cxn modelId="{1FE4872D-CD75-DB4D-BF4C-0CCC6E0DAA15}" type="presOf" srcId="{F905F406-20B6-43F8-B77F-5B7468DC6E16}" destId="{6CB70CE0-6D3F-4A3A-A8CA-97E7E3D71805}" srcOrd="0" destOrd="0" presId="urn:microsoft.com/office/officeart/2005/8/layout/hProcess9"/>
    <dgm:cxn modelId="{ACC5D137-23B3-F44D-9192-A102D81481B4}" type="presOf" srcId="{C50FBC4B-EDED-49C3-9AA8-E517D57572A7}" destId="{06DDD462-5A5F-4DDE-82D4-E03FD54AF2AC}" srcOrd="0" destOrd="0" presId="urn:microsoft.com/office/officeart/2005/8/layout/hProcess9"/>
    <dgm:cxn modelId="{12C06C38-9C98-1C48-9929-B7E7F86D2BB1}" type="presOf" srcId="{360B8567-9011-4CA8-A573-04CB253B86EF}" destId="{139F5163-3209-42EB-9B00-3851D8D434C3}" srcOrd="0" destOrd="0" presId="urn:microsoft.com/office/officeart/2005/8/layout/hProcess9"/>
    <dgm:cxn modelId="{CAC80748-F9F9-4705-8AA7-A8B8BE5CEFF8}" srcId="{D5457CF6-A0B0-456A-A11F-774833100AE2}" destId="{E076B26B-26BD-43EA-A347-046FBD76F6B1}" srcOrd="6" destOrd="0" parTransId="{73685B65-5AAD-43BC-8B7C-6F40E7C7275F}" sibTransId="{177702CD-A5EC-4E24-8FB0-F147E658DA97}"/>
    <dgm:cxn modelId="{B113E656-0E28-47EE-A7D9-300B481D1B0D}" srcId="{D5457CF6-A0B0-456A-A11F-774833100AE2}" destId="{9A3AFDBB-450E-4C61-BEDC-B6EB5924541B}" srcOrd="5" destOrd="0" parTransId="{FA04C316-5D03-46C7-88E6-778A54AE285D}" sibTransId="{443C4BDA-A413-42C3-B1DA-EC7F74787BE7}"/>
    <dgm:cxn modelId="{C7238679-0EC4-4D05-A9F4-490CF679C1A7}" srcId="{D5457CF6-A0B0-456A-A11F-774833100AE2}" destId="{F905F406-20B6-43F8-B77F-5B7468DC6E16}" srcOrd="4" destOrd="0" parTransId="{5DF60824-E414-4101-ADC3-21F588823DA6}" sibTransId="{F820A1C4-FCBE-44A5-AC73-214A144FEE18}"/>
    <dgm:cxn modelId="{06CEE688-AE63-4B38-A0A4-8585E1D8728C}" srcId="{D5457CF6-A0B0-456A-A11F-774833100AE2}" destId="{76BA4E88-FA3D-43CD-902A-DF22EC76D630}" srcOrd="0" destOrd="0" parTransId="{EAB4AE7F-CD69-4BC4-8E43-CEEE18E138AC}" sibTransId="{265ADA7B-4416-42BB-A4BE-F9314A148658}"/>
    <dgm:cxn modelId="{69123CD7-B01C-4C2C-B2BE-897A7402B871}" srcId="{D5457CF6-A0B0-456A-A11F-774833100AE2}" destId="{C50FBC4B-EDED-49C3-9AA8-E517D57572A7}" srcOrd="2" destOrd="0" parTransId="{E845E116-F6EB-4C38-BDD8-C0757CD75125}" sibTransId="{04763E19-414B-438E-AB66-E584B65C22DE}"/>
    <dgm:cxn modelId="{2CD5BEDF-3098-49E2-9F1F-60F2FE92E882}" srcId="{D5457CF6-A0B0-456A-A11F-774833100AE2}" destId="{360B8567-9011-4CA8-A573-04CB253B86EF}" srcOrd="3" destOrd="0" parTransId="{C49FB1B5-0AD0-4E9B-853A-CF3AE803940D}" sibTransId="{D7E01F9F-AB8F-4083-B46B-68AC122DF554}"/>
    <dgm:cxn modelId="{D15DBBE4-6D5F-F448-89B6-96D155534775}" type="presOf" srcId="{D5457CF6-A0B0-456A-A11F-774833100AE2}" destId="{25B977AE-D66E-4104-8CD8-BD2BE74A5D9F}" srcOrd="0" destOrd="0" presId="urn:microsoft.com/office/officeart/2005/8/layout/hProcess9"/>
    <dgm:cxn modelId="{E3F6A4E6-3A5C-C344-A5A6-EB55FBEFACFF}" type="presOf" srcId="{9A3AFDBB-450E-4C61-BEDC-B6EB5924541B}" destId="{11F900A8-1F0E-44D6-9D39-8149739FA182}" srcOrd="0" destOrd="0" presId="urn:microsoft.com/office/officeart/2005/8/layout/hProcess9"/>
    <dgm:cxn modelId="{DDB8F3F3-BE87-0D4B-A925-5D9DEDD4169E}" type="presOf" srcId="{76BA4E88-FA3D-43CD-902A-DF22EC76D630}" destId="{B9A1DCB9-012E-45C5-88D2-2FACC130394A}" srcOrd="0" destOrd="0" presId="urn:microsoft.com/office/officeart/2005/8/layout/hProcess9"/>
    <dgm:cxn modelId="{3465D9F4-AD97-8E46-ABC9-71BCCD40B733}" type="presOf" srcId="{E076B26B-26BD-43EA-A347-046FBD76F6B1}" destId="{01AF40AC-6921-419C-B93D-8176045AFD6B}" srcOrd="0" destOrd="0" presId="urn:microsoft.com/office/officeart/2005/8/layout/hProcess9"/>
    <dgm:cxn modelId="{BC5BE304-1835-1844-9DB4-754BD17D4AC3}" type="presParOf" srcId="{25B977AE-D66E-4104-8CD8-BD2BE74A5D9F}" destId="{9BB20FA8-649B-4798-A11B-EA7AD0ABB9ED}" srcOrd="0" destOrd="0" presId="urn:microsoft.com/office/officeart/2005/8/layout/hProcess9"/>
    <dgm:cxn modelId="{2CE683A9-90B2-0D47-A449-E5F99EEC8B75}" type="presParOf" srcId="{25B977AE-D66E-4104-8CD8-BD2BE74A5D9F}" destId="{9865BE90-FB9C-4322-B612-BAA7B2F8FEE5}" srcOrd="1" destOrd="0" presId="urn:microsoft.com/office/officeart/2005/8/layout/hProcess9"/>
    <dgm:cxn modelId="{0C46091E-F63F-8C42-8DA0-672A5EA73844}" type="presParOf" srcId="{9865BE90-FB9C-4322-B612-BAA7B2F8FEE5}" destId="{B9A1DCB9-012E-45C5-88D2-2FACC130394A}" srcOrd="0" destOrd="0" presId="urn:microsoft.com/office/officeart/2005/8/layout/hProcess9"/>
    <dgm:cxn modelId="{BC740784-B33F-254F-BBA5-306226EA3C7C}" type="presParOf" srcId="{9865BE90-FB9C-4322-B612-BAA7B2F8FEE5}" destId="{8CDE83A5-92DD-4BE8-BF86-54751A691C26}" srcOrd="1" destOrd="0" presId="urn:microsoft.com/office/officeart/2005/8/layout/hProcess9"/>
    <dgm:cxn modelId="{3AAFD4F6-49F9-114E-9F12-709A4FF9EB85}" type="presParOf" srcId="{9865BE90-FB9C-4322-B612-BAA7B2F8FEE5}" destId="{0C9F9078-B33D-478C-B401-3589711BA5F6}" srcOrd="2" destOrd="0" presId="urn:microsoft.com/office/officeart/2005/8/layout/hProcess9"/>
    <dgm:cxn modelId="{276A0BD4-A2D5-E641-9CF0-AA6581162C5C}" type="presParOf" srcId="{9865BE90-FB9C-4322-B612-BAA7B2F8FEE5}" destId="{469D1BC3-64D0-46A0-888A-08BA06DB81AD}" srcOrd="3" destOrd="0" presId="urn:microsoft.com/office/officeart/2005/8/layout/hProcess9"/>
    <dgm:cxn modelId="{B16EB29C-E195-F948-9D18-A33836F0A17A}" type="presParOf" srcId="{9865BE90-FB9C-4322-B612-BAA7B2F8FEE5}" destId="{06DDD462-5A5F-4DDE-82D4-E03FD54AF2AC}" srcOrd="4" destOrd="0" presId="urn:microsoft.com/office/officeart/2005/8/layout/hProcess9"/>
    <dgm:cxn modelId="{039B9B1E-221F-D842-9EF4-6DBF8F98339D}" type="presParOf" srcId="{9865BE90-FB9C-4322-B612-BAA7B2F8FEE5}" destId="{0C2189BC-BDC5-49E8-95DD-AAF8A68187D5}" srcOrd="5" destOrd="0" presId="urn:microsoft.com/office/officeart/2005/8/layout/hProcess9"/>
    <dgm:cxn modelId="{60BD5069-247A-3244-9AC3-641E0F251BD1}" type="presParOf" srcId="{9865BE90-FB9C-4322-B612-BAA7B2F8FEE5}" destId="{139F5163-3209-42EB-9B00-3851D8D434C3}" srcOrd="6" destOrd="0" presId="urn:microsoft.com/office/officeart/2005/8/layout/hProcess9"/>
    <dgm:cxn modelId="{EB8F8458-4EA9-3541-A594-BC492D8F225B}" type="presParOf" srcId="{9865BE90-FB9C-4322-B612-BAA7B2F8FEE5}" destId="{EF61EB7D-7D1F-44AF-9711-B892B3B3764A}" srcOrd="7" destOrd="0" presId="urn:microsoft.com/office/officeart/2005/8/layout/hProcess9"/>
    <dgm:cxn modelId="{1F64D446-5FE2-9242-8424-3605B82CDFEE}" type="presParOf" srcId="{9865BE90-FB9C-4322-B612-BAA7B2F8FEE5}" destId="{6CB70CE0-6D3F-4A3A-A8CA-97E7E3D71805}" srcOrd="8" destOrd="0" presId="urn:microsoft.com/office/officeart/2005/8/layout/hProcess9"/>
    <dgm:cxn modelId="{D49D2B77-6F80-544B-8F13-C1900D0024BA}" type="presParOf" srcId="{9865BE90-FB9C-4322-B612-BAA7B2F8FEE5}" destId="{21FAAD06-9C5A-418C-AACC-DF490E3009ED}" srcOrd="9" destOrd="0" presId="urn:microsoft.com/office/officeart/2005/8/layout/hProcess9"/>
    <dgm:cxn modelId="{5E8A079E-B001-C645-B8F8-76951DE4C9F9}" type="presParOf" srcId="{9865BE90-FB9C-4322-B612-BAA7B2F8FEE5}" destId="{11F900A8-1F0E-44D6-9D39-8149739FA182}" srcOrd="10" destOrd="0" presId="urn:microsoft.com/office/officeart/2005/8/layout/hProcess9"/>
    <dgm:cxn modelId="{79A23FC5-13D1-1247-9DDC-D10969BB7FCD}" type="presParOf" srcId="{9865BE90-FB9C-4322-B612-BAA7B2F8FEE5}" destId="{9ABD48A2-26EA-49CC-8CD2-2DFC554F4D53}" srcOrd="11" destOrd="0" presId="urn:microsoft.com/office/officeart/2005/8/layout/hProcess9"/>
    <dgm:cxn modelId="{16CDDF3A-A251-6A43-AD9E-6667CA565FDF}" type="presParOf" srcId="{9865BE90-FB9C-4322-B612-BAA7B2F8FEE5}" destId="{01AF40AC-6921-419C-B93D-8176045AFD6B}"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EA1B124-2961-4C6E-AF36-9F18E3AEA96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B85CC74B-4D52-460B-80A2-19C479FF5942}">
      <dgm:prSet phldrT="[Text]" custT="1"/>
      <dgm:spPr/>
      <dgm:t>
        <a:bodyPr/>
        <a:lstStyle/>
        <a:p>
          <a:r>
            <a:rPr lang="es-MX" sz="1600" b="1" dirty="0"/>
            <a:t>Intereses Netos</a:t>
          </a:r>
        </a:p>
      </dgm:t>
    </dgm:pt>
    <dgm:pt modelId="{BC088E36-9970-4A04-AE98-886214C9068A}" type="parTrans" cxnId="{408F5C20-ED61-4D8F-8C3C-482645D02E81}">
      <dgm:prSet/>
      <dgm:spPr/>
      <dgm:t>
        <a:bodyPr/>
        <a:lstStyle/>
        <a:p>
          <a:endParaRPr lang="es-MX"/>
        </a:p>
      </dgm:t>
    </dgm:pt>
    <dgm:pt modelId="{47BF3487-B397-4B75-8121-930BBCEABD4A}" type="sibTrans" cxnId="{408F5C20-ED61-4D8F-8C3C-482645D02E81}">
      <dgm:prSet/>
      <dgm:spPr/>
      <dgm:t>
        <a:bodyPr/>
        <a:lstStyle/>
        <a:p>
          <a:endParaRPr lang="es-MX"/>
        </a:p>
      </dgm:t>
    </dgm:pt>
    <dgm:pt modelId="{F07A92F0-DDB9-43E5-9211-69F892728F95}">
      <dgm:prSet phldrT="[Text]"/>
      <dgm:spPr/>
      <dgm:t>
        <a:bodyPr/>
        <a:lstStyle/>
        <a:p>
          <a:r>
            <a:rPr lang="es-ES" dirty="0"/>
            <a:t>Intereses devengados que deriven de deudas </a:t>
          </a:r>
          <a:endParaRPr lang="es-MX" dirty="0"/>
        </a:p>
      </dgm:t>
    </dgm:pt>
    <dgm:pt modelId="{801C51E9-7B29-4D75-A39A-7DF13CBE33A8}" type="parTrans" cxnId="{118384FB-C280-4E76-A0D8-7A8448C31DA4}">
      <dgm:prSet/>
      <dgm:spPr/>
      <dgm:t>
        <a:bodyPr/>
        <a:lstStyle/>
        <a:p>
          <a:endParaRPr lang="es-MX"/>
        </a:p>
      </dgm:t>
    </dgm:pt>
    <dgm:pt modelId="{6D5FBB14-F03A-49C7-A7DE-480E11C518BE}" type="sibTrans" cxnId="{118384FB-C280-4E76-A0D8-7A8448C31DA4}">
      <dgm:prSet/>
      <dgm:spPr/>
      <dgm:t>
        <a:bodyPr/>
        <a:lstStyle/>
        <a:p>
          <a:endParaRPr lang="es-MX"/>
        </a:p>
      </dgm:t>
    </dgm:pt>
    <dgm:pt modelId="{0A225830-066B-4667-90F3-629364B3C76B}">
      <dgm:prSet phldrT="[Text]" custT="1"/>
      <dgm:spPr/>
      <dgm:t>
        <a:bodyPr/>
        <a:lstStyle/>
        <a:p>
          <a:r>
            <a:rPr lang="es-MX" sz="1600" b="1" u="none" dirty="0"/>
            <a:t>Utilidad Fiscal Ajustada (UFIA)</a:t>
          </a:r>
          <a:endParaRPr lang="es-MX" sz="1400" u="none" dirty="0"/>
        </a:p>
      </dgm:t>
    </dgm:pt>
    <dgm:pt modelId="{C4871BC8-38BF-4B21-AFC4-A87D9BCB2C1C}" type="parTrans" cxnId="{E99B58B0-C714-4BC6-ABEA-AA695E02EB71}">
      <dgm:prSet/>
      <dgm:spPr/>
      <dgm:t>
        <a:bodyPr/>
        <a:lstStyle/>
        <a:p>
          <a:endParaRPr lang="es-MX"/>
        </a:p>
      </dgm:t>
    </dgm:pt>
    <dgm:pt modelId="{AB0A4224-69F3-46FA-9037-D2EE5F317D22}" type="sibTrans" cxnId="{E99B58B0-C714-4BC6-ABEA-AA695E02EB71}">
      <dgm:prSet/>
      <dgm:spPr/>
      <dgm:t>
        <a:bodyPr/>
        <a:lstStyle/>
        <a:p>
          <a:endParaRPr lang="es-MX"/>
        </a:p>
      </dgm:t>
    </dgm:pt>
    <dgm:pt modelId="{8BF4A2E7-72F3-4814-B5C1-422FC16AB24C}">
      <dgm:prSet phldrT="[Text]"/>
      <dgm:spPr/>
      <dgm:t>
        <a:bodyPr/>
        <a:lstStyle/>
        <a:p>
          <a:r>
            <a:rPr lang="es-ES" dirty="0"/>
            <a:t>Utilidad Fiscal</a:t>
          </a:r>
          <a:endParaRPr lang="es-MX" dirty="0"/>
        </a:p>
      </dgm:t>
    </dgm:pt>
    <dgm:pt modelId="{A6B88B84-55EE-47F3-BF2E-441B68A6B3A2}" type="parTrans" cxnId="{C6FDB416-B9DC-495D-82A0-80256628D04D}">
      <dgm:prSet/>
      <dgm:spPr/>
      <dgm:t>
        <a:bodyPr/>
        <a:lstStyle/>
        <a:p>
          <a:endParaRPr lang="es-MX"/>
        </a:p>
      </dgm:t>
    </dgm:pt>
    <dgm:pt modelId="{D5773957-EDFD-4C1B-B818-AA2504912B0A}" type="sibTrans" cxnId="{C6FDB416-B9DC-495D-82A0-80256628D04D}">
      <dgm:prSet/>
      <dgm:spPr/>
      <dgm:t>
        <a:bodyPr/>
        <a:lstStyle/>
        <a:p>
          <a:endParaRPr lang="es-MX"/>
        </a:p>
      </dgm:t>
    </dgm:pt>
    <dgm:pt modelId="{49EFCB75-FE81-4729-B714-3FAA6B8B0B5E}">
      <dgm:prSet phldrT="[Text]" custT="1"/>
      <dgm:spPr/>
      <dgm:t>
        <a:bodyPr/>
        <a:lstStyle/>
        <a:p>
          <a:r>
            <a:rPr lang="es-MX" sz="1600" b="1" u="none" dirty="0"/>
            <a:t>Utilidad Fiscal Ajustada (UFIA)</a:t>
          </a:r>
          <a:endParaRPr lang="es-MX" sz="1400" dirty="0"/>
        </a:p>
      </dgm:t>
    </dgm:pt>
    <dgm:pt modelId="{0A0D2FCC-1A33-472E-819E-239C8BD56C56}" type="parTrans" cxnId="{82AA1984-313C-4DDA-9EFC-A309FE327FE7}">
      <dgm:prSet/>
      <dgm:spPr/>
      <dgm:t>
        <a:bodyPr/>
        <a:lstStyle/>
        <a:p>
          <a:endParaRPr lang="es-MX"/>
        </a:p>
      </dgm:t>
    </dgm:pt>
    <dgm:pt modelId="{BA986D67-D10B-4B05-8755-80D43421E3FB}" type="sibTrans" cxnId="{82AA1984-313C-4DDA-9EFC-A309FE327FE7}">
      <dgm:prSet/>
      <dgm:spPr/>
      <dgm:t>
        <a:bodyPr/>
        <a:lstStyle/>
        <a:p>
          <a:endParaRPr lang="es-MX"/>
        </a:p>
      </dgm:t>
    </dgm:pt>
    <dgm:pt modelId="{4EE6238D-3BEB-46EB-A984-C467D160918B}">
      <dgm:prSet phldrT="[Text]"/>
      <dgm:spPr/>
      <dgm:t>
        <a:bodyPr/>
        <a:lstStyle/>
        <a:p>
          <a:r>
            <a:rPr lang="es-ES" dirty="0"/>
            <a:t>Intereses devengados que deriven de deudas</a:t>
          </a:r>
          <a:endParaRPr lang="es-MX" dirty="0"/>
        </a:p>
      </dgm:t>
    </dgm:pt>
    <dgm:pt modelId="{2184963B-1FA4-4640-9CFA-DB96BD725AF6}" type="parTrans" cxnId="{7F345045-4762-4432-9856-7E0A061113C1}">
      <dgm:prSet/>
      <dgm:spPr/>
      <dgm:t>
        <a:bodyPr/>
        <a:lstStyle/>
        <a:p>
          <a:endParaRPr lang="es-MX"/>
        </a:p>
      </dgm:t>
    </dgm:pt>
    <dgm:pt modelId="{7D53207E-6781-4914-B84C-003B3D9ED919}" type="sibTrans" cxnId="{7F345045-4762-4432-9856-7E0A061113C1}">
      <dgm:prSet/>
      <dgm:spPr/>
      <dgm:t>
        <a:bodyPr/>
        <a:lstStyle/>
        <a:p>
          <a:endParaRPr lang="es-MX"/>
        </a:p>
      </dgm:t>
    </dgm:pt>
    <dgm:pt modelId="{5C193443-1418-4213-B833-4B174035EE8D}">
      <dgm:prSet custT="1"/>
      <dgm:spPr/>
      <dgm:t>
        <a:bodyPr/>
        <a:lstStyle/>
        <a:p>
          <a:r>
            <a:rPr lang="es-MX" sz="1600" b="1" u="none" dirty="0"/>
            <a:t>Consideraciones</a:t>
          </a:r>
          <a:endParaRPr lang="es-MX" sz="1600" dirty="0"/>
        </a:p>
      </dgm:t>
    </dgm:pt>
    <dgm:pt modelId="{E752DE53-119B-4645-8368-955853DDF996}" type="parTrans" cxnId="{1A7C9E4A-5E6C-4D15-8876-0BBFEEB55261}">
      <dgm:prSet/>
      <dgm:spPr/>
      <dgm:t>
        <a:bodyPr/>
        <a:lstStyle/>
        <a:p>
          <a:endParaRPr lang="es-MX"/>
        </a:p>
      </dgm:t>
    </dgm:pt>
    <dgm:pt modelId="{70409959-7BBB-4B3E-8394-561CD588050A}" type="sibTrans" cxnId="{1A7C9E4A-5E6C-4D15-8876-0BBFEEB55261}">
      <dgm:prSet/>
      <dgm:spPr/>
      <dgm:t>
        <a:bodyPr/>
        <a:lstStyle/>
        <a:p>
          <a:endParaRPr lang="es-MX"/>
        </a:p>
      </dgm:t>
    </dgm:pt>
    <dgm:pt modelId="{6FB95A20-DFC7-495D-B8DA-0C43DD7B88D7}">
      <dgm:prSet/>
      <dgm:spPr/>
      <dgm:t>
        <a:bodyPr/>
        <a:lstStyle/>
        <a:p>
          <a:r>
            <a:rPr lang="es-MX" dirty="0"/>
            <a:t>Ganancias o pérdidas cambiarias no son intereses</a:t>
          </a:r>
        </a:p>
      </dgm:t>
    </dgm:pt>
    <dgm:pt modelId="{12FA3358-37AC-45FF-85A5-451C20CD5385}" type="parTrans" cxnId="{413DE576-F752-4243-8607-C4105B5D5EAB}">
      <dgm:prSet/>
      <dgm:spPr/>
      <dgm:t>
        <a:bodyPr/>
        <a:lstStyle/>
        <a:p>
          <a:endParaRPr lang="es-MX"/>
        </a:p>
      </dgm:t>
    </dgm:pt>
    <dgm:pt modelId="{F93C2C99-76B8-4730-A6EC-D4758DB746A1}" type="sibTrans" cxnId="{413DE576-F752-4243-8607-C4105B5D5EAB}">
      <dgm:prSet/>
      <dgm:spPr/>
      <dgm:t>
        <a:bodyPr/>
        <a:lstStyle/>
        <a:p>
          <a:endParaRPr lang="es-MX"/>
        </a:p>
      </dgm:t>
    </dgm:pt>
    <dgm:pt modelId="{F94E8492-437C-498D-AB14-E38065ECF7E5}">
      <dgm:prSet phldrT="[Text]"/>
      <dgm:spPr/>
      <dgm:t>
        <a:bodyPr/>
        <a:lstStyle/>
        <a:p>
          <a:r>
            <a:rPr lang="es-MX" b="1" dirty="0"/>
            <a:t>MENOS</a:t>
          </a:r>
        </a:p>
      </dgm:t>
    </dgm:pt>
    <dgm:pt modelId="{26A18F4F-89CB-44B1-BB1D-6C0EDD7F7072}" type="parTrans" cxnId="{7EF167A7-95B3-482E-93DD-D076D21BD187}">
      <dgm:prSet/>
      <dgm:spPr/>
      <dgm:t>
        <a:bodyPr/>
        <a:lstStyle/>
        <a:p>
          <a:endParaRPr lang="es-MX"/>
        </a:p>
      </dgm:t>
    </dgm:pt>
    <dgm:pt modelId="{2D27DB52-A024-4CB0-BC16-2E99F28292C2}" type="sibTrans" cxnId="{7EF167A7-95B3-482E-93DD-D076D21BD187}">
      <dgm:prSet/>
      <dgm:spPr/>
      <dgm:t>
        <a:bodyPr/>
        <a:lstStyle/>
        <a:p>
          <a:endParaRPr lang="es-MX"/>
        </a:p>
      </dgm:t>
    </dgm:pt>
    <dgm:pt modelId="{3E3A831B-78E8-47E6-B028-B77602F79EB2}">
      <dgm:prSet phldrT="[Text]"/>
      <dgm:spPr/>
      <dgm:t>
        <a:bodyPr/>
        <a:lstStyle/>
        <a:p>
          <a:endParaRPr lang="es-MX" b="1" dirty="0"/>
        </a:p>
      </dgm:t>
    </dgm:pt>
    <dgm:pt modelId="{6F62B09A-D24D-46D0-9A16-11C5B3C913E7}" type="parTrans" cxnId="{E32F915D-3EB2-4AAD-BA0A-0869DF77CA54}">
      <dgm:prSet/>
      <dgm:spPr/>
      <dgm:t>
        <a:bodyPr/>
        <a:lstStyle/>
        <a:p>
          <a:endParaRPr lang="en-US"/>
        </a:p>
      </dgm:t>
    </dgm:pt>
    <dgm:pt modelId="{18EE73A9-7796-4A24-A4BA-EAD41428F21F}" type="sibTrans" cxnId="{E32F915D-3EB2-4AAD-BA0A-0869DF77CA54}">
      <dgm:prSet/>
      <dgm:spPr/>
      <dgm:t>
        <a:bodyPr/>
        <a:lstStyle/>
        <a:p>
          <a:endParaRPr lang="en-US"/>
        </a:p>
      </dgm:t>
    </dgm:pt>
    <dgm:pt modelId="{CBC55450-AB93-4C7B-9736-5962B7A14073}">
      <dgm:prSet phldrT="[Text]"/>
      <dgm:spPr/>
      <dgm:t>
        <a:bodyPr/>
        <a:lstStyle/>
        <a:p>
          <a:r>
            <a:rPr lang="es-ES" b="1" dirty="0"/>
            <a:t>MENOS</a:t>
          </a:r>
          <a:endParaRPr lang="es-MX" b="1" dirty="0"/>
        </a:p>
      </dgm:t>
    </dgm:pt>
    <dgm:pt modelId="{D825F6B2-E7D2-430F-B53E-5FCF43F8E701}" type="parTrans" cxnId="{1769E634-BA71-43F6-BC03-E840E914A546}">
      <dgm:prSet/>
      <dgm:spPr/>
      <dgm:t>
        <a:bodyPr/>
        <a:lstStyle/>
        <a:p>
          <a:endParaRPr lang="es-MX"/>
        </a:p>
      </dgm:t>
    </dgm:pt>
    <dgm:pt modelId="{20E0F044-EBAB-4170-8EF6-410A353E33EB}" type="sibTrans" cxnId="{1769E634-BA71-43F6-BC03-E840E914A546}">
      <dgm:prSet/>
      <dgm:spPr/>
      <dgm:t>
        <a:bodyPr/>
        <a:lstStyle/>
        <a:p>
          <a:endParaRPr lang="es-MX"/>
        </a:p>
      </dgm:t>
    </dgm:pt>
    <dgm:pt modelId="{70ACFE6A-22A4-4CD3-A4C1-992096D49E48}">
      <dgm:prSet phldrT="[Text]"/>
      <dgm:spPr/>
      <dgm:t>
        <a:bodyPr/>
        <a:lstStyle/>
        <a:p>
          <a:endParaRPr lang="es-MX" dirty="0"/>
        </a:p>
      </dgm:t>
    </dgm:pt>
    <dgm:pt modelId="{AFA8BAC2-F58F-4EA0-8669-CED3FE0F40F2}" type="parTrans" cxnId="{9256312E-9FEA-43B3-99D9-B617EA2D3CE2}">
      <dgm:prSet/>
      <dgm:spPr/>
      <dgm:t>
        <a:bodyPr/>
        <a:lstStyle/>
        <a:p>
          <a:endParaRPr lang="es-MX"/>
        </a:p>
      </dgm:t>
    </dgm:pt>
    <dgm:pt modelId="{371549F9-6225-4BA2-AB35-AE6CCB9ABF15}" type="sibTrans" cxnId="{9256312E-9FEA-43B3-99D9-B617EA2D3CE2}">
      <dgm:prSet/>
      <dgm:spPr/>
      <dgm:t>
        <a:bodyPr/>
        <a:lstStyle/>
        <a:p>
          <a:endParaRPr lang="es-MX"/>
        </a:p>
      </dgm:t>
    </dgm:pt>
    <dgm:pt modelId="{C8E5B179-9C5C-4566-B02E-2AEA1ADE253E}">
      <dgm:prSet phldrT="[Text]"/>
      <dgm:spPr/>
      <dgm:t>
        <a:bodyPr/>
        <a:lstStyle/>
        <a:p>
          <a:r>
            <a:rPr lang="es-ES" dirty="0"/>
            <a:t>Total de ingresos por intereses acumulados en el ejercicio</a:t>
          </a:r>
          <a:endParaRPr lang="es-MX" dirty="0"/>
        </a:p>
      </dgm:t>
    </dgm:pt>
    <dgm:pt modelId="{DC2D95A2-5FFF-4EC3-BED9-DEC6CB3F6BA2}" type="parTrans" cxnId="{688DB46F-4C11-4927-B0DE-6B5ADD74212A}">
      <dgm:prSet/>
      <dgm:spPr/>
      <dgm:t>
        <a:bodyPr/>
        <a:lstStyle/>
        <a:p>
          <a:endParaRPr lang="es-MX"/>
        </a:p>
      </dgm:t>
    </dgm:pt>
    <dgm:pt modelId="{43E0C423-6670-4AE1-9909-35BD781579F3}" type="sibTrans" cxnId="{688DB46F-4C11-4927-B0DE-6B5ADD74212A}">
      <dgm:prSet/>
      <dgm:spPr/>
      <dgm:t>
        <a:bodyPr/>
        <a:lstStyle/>
        <a:p>
          <a:endParaRPr lang="es-MX"/>
        </a:p>
      </dgm:t>
    </dgm:pt>
    <dgm:pt modelId="{13F0C6AE-B6FF-4601-9A15-7D8E838519D7}">
      <dgm:prSet phldrT="[Text]"/>
      <dgm:spPr/>
      <dgm:t>
        <a:bodyPr/>
        <a:lstStyle/>
        <a:p>
          <a:endParaRPr lang="es-MX" dirty="0"/>
        </a:p>
      </dgm:t>
    </dgm:pt>
    <dgm:pt modelId="{5F512EA7-A555-4193-961E-B99E47FCC093}" type="parTrans" cxnId="{12A4E57E-237E-4ADF-B982-22B3AE48D04C}">
      <dgm:prSet/>
      <dgm:spPr/>
      <dgm:t>
        <a:bodyPr/>
        <a:lstStyle/>
        <a:p>
          <a:endParaRPr lang="es-MX"/>
        </a:p>
      </dgm:t>
    </dgm:pt>
    <dgm:pt modelId="{E6581A07-676E-48EA-96AE-0DEECD909B2C}" type="sibTrans" cxnId="{12A4E57E-237E-4ADF-B982-22B3AE48D04C}">
      <dgm:prSet/>
      <dgm:spPr/>
      <dgm:t>
        <a:bodyPr/>
        <a:lstStyle/>
        <a:p>
          <a:endParaRPr lang="es-MX"/>
        </a:p>
      </dgm:t>
    </dgm:pt>
    <dgm:pt modelId="{251CF8B3-9C14-4795-ABD5-9AC916A8D0BA}">
      <dgm:prSet phldrT="[Text]"/>
      <dgm:spPr/>
      <dgm:t>
        <a:bodyPr/>
        <a:lstStyle/>
        <a:p>
          <a:r>
            <a:rPr lang="es-ES" b="1" dirty="0"/>
            <a:t>MENOS</a:t>
          </a:r>
          <a:endParaRPr lang="es-MX" b="1" dirty="0"/>
        </a:p>
      </dgm:t>
    </dgm:pt>
    <dgm:pt modelId="{1AF7E42B-1E3C-4FC8-AF37-7AC2BC256774}" type="parTrans" cxnId="{EC033A24-CAFA-4BF9-966D-F2DB2B247B57}">
      <dgm:prSet/>
      <dgm:spPr/>
      <dgm:t>
        <a:bodyPr/>
        <a:lstStyle/>
        <a:p>
          <a:endParaRPr lang="es-MX"/>
        </a:p>
      </dgm:t>
    </dgm:pt>
    <dgm:pt modelId="{61D482A5-406F-4D49-A0A8-AB87B1D3DFAA}" type="sibTrans" cxnId="{EC033A24-CAFA-4BF9-966D-F2DB2B247B57}">
      <dgm:prSet/>
      <dgm:spPr/>
      <dgm:t>
        <a:bodyPr/>
        <a:lstStyle/>
        <a:p>
          <a:endParaRPr lang="es-MX"/>
        </a:p>
      </dgm:t>
    </dgm:pt>
    <dgm:pt modelId="{C06B52A2-863E-4867-BB31-C23AB6D0F62D}">
      <dgm:prSet phldrT="[Text]"/>
      <dgm:spPr/>
      <dgm:t>
        <a:bodyPr/>
        <a:lstStyle/>
        <a:p>
          <a:endParaRPr lang="es-MX" dirty="0"/>
        </a:p>
      </dgm:t>
    </dgm:pt>
    <dgm:pt modelId="{9C3AF6B2-C361-4C85-B3BF-CC0189AE05B4}" type="parTrans" cxnId="{E430F8A0-8B80-47F7-93FF-07A48EA6002D}">
      <dgm:prSet/>
      <dgm:spPr/>
      <dgm:t>
        <a:bodyPr/>
        <a:lstStyle/>
        <a:p>
          <a:endParaRPr lang="es-MX"/>
        </a:p>
      </dgm:t>
    </dgm:pt>
    <dgm:pt modelId="{2703AF5D-440F-4360-BCA0-B63DDBE99E39}" type="sibTrans" cxnId="{E430F8A0-8B80-47F7-93FF-07A48EA6002D}">
      <dgm:prSet/>
      <dgm:spPr/>
      <dgm:t>
        <a:bodyPr/>
        <a:lstStyle/>
        <a:p>
          <a:endParaRPr lang="es-MX"/>
        </a:p>
      </dgm:t>
    </dgm:pt>
    <dgm:pt modelId="{82B3B737-84FD-43F0-A7E5-2DE80851F599}">
      <dgm:prSet phldrT="[Text]"/>
      <dgm:spPr/>
      <dgm:t>
        <a:bodyPr/>
        <a:lstStyle/>
        <a:p>
          <a:r>
            <a:rPr lang="es-ES" dirty="0"/>
            <a:t>$20,000,000</a:t>
          </a:r>
          <a:endParaRPr lang="es-MX" dirty="0"/>
        </a:p>
      </dgm:t>
    </dgm:pt>
    <dgm:pt modelId="{85F34375-1CBE-4E92-ADBB-A76E438A91C1}" type="parTrans" cxnId="{A5052881-7EAB-42C5-9557-E1226E842695}">
      <dgm:prSet/>
      <dgm:spPr/>
      <dgm:t>
        <a:bodyPr/>
        <a:lstStyle/>
        <a:p>
          <a:endParaRPr lang="es-MX"/>
        </a:p>
      </dgm:t>
    </dgm:pt>
    <dgm:pt modelId="{71317F10-4D88-49D3-8E0A-281FFFB5140D}" type="sibTrans" cxnId="{A5052881-7EAB-42C5-9557-E1226E842695}">
      <dgm:prSet/>
      <dgm:spPr/>
      <dgm:t>
        <a:bodyPr/>
        <a:lstStyle/>
        <a:p>
          <a:endParaRPr lang="es-MX"/>
        </a:p>
      </dgm:t>
    </dgm:pt>
    <dgm:pt modelId="{F34BE9DA-BF96-4BC6-9FC7-77EBDBBA447F}">
      <dgm:prSet phldrT="[Text]"/>
      <dgm:spPr/>
      <dgm:t>
        <a:bodyPr/>
        <a:lstStyle/>
        <a:p>
          <a:endParaRPr lang="es-MX" dirty="0"/>
        </a:p>
      </dgm:t>
    </dgm:pt>
    <dgm:pt modelId="{5C3BCDC5-90BF-41DF-A1B9-29CBB886ABE0}" type="parTrans" cxnId="{C589A197-DAF0-402D-8533-A6393EC9F7F6}">
      <dgm:prSet/>
      <dgm:spPr/>
      <dgm:t>
        <a:bodyPr/>
        <a:lstStyle/>
        <a:p>
          <a:endParaRPr lang="es-MX"/>
        </a:p>
      </dgm:t>
    </dgm:pt>
    <dgm:pt modelId="{1CE081E0-F680-4791-97CD-EE45D52DE9D6}" type="sibTrans" cxnId="{C589A197-DAF0-402D-8533-A6393EC9F7F6}">
      <dgm:prSet/>
      <dgm:spPr/>
      <dgm:t>
        <a:bodyPr/>
        <a:lstStyle/>
        <a:p>
          <a:endParaRPr lang="es-MX"/>
        </a:p>
      </dgm:t>
    </dgm:pt>
    <dgm:pt modelId="{76088871-5F72-42B5-B058-51A48A9D2F4F}">
      <dgm:prSet phldrT="[Text]"/>
      <dgm:spPr/>
      <dgm:t>
        <a:bodyPr/>
        <a:lstStyle/>
        <a:p>
          <a:r>
            <a:rPr lang="es-ES" b="1" dirty="0"/>
            <a:t>MÁS</a:t>
          </a:r>
          <a:endParaRPr lang="es-MX" b="1" dirty="0"/>
        </a:p>
      </dgm:t>
    </dgm:pt>
    <dgm:pt modelId="{CE594F75-1A0C-4054-8748-D3C1A7765C35}" type="parTrans" cxnId="{F4102501-929E-42B7-8395-883B79E9847C}">
      <dgm:prSet/>
      <dgm:spPr/>
      <dgm:t>
        <a:bodyPr/>
        <a:lstStyle/>
        <a:p>
          <a:endParaRPr lang="es-MX"/>
        </a:p>
      </dgm:t>
    </dgm:pt>
    <dgm:pt modelId="{77A420A9-4DB9-432B-81C8-1CF4A0F2D4C4}" type="sibTrans" cxnId="{F4102501-929E-42B7-8395-883B79E9847C}">
      <dgm:prSet/>
      <dgm:spPr/>
      <dgm:t>
        <a:bodyPr/>
        <a:lstStyle/>
        <a:p>
          <a:endParaRPr lang="es-MX"/>
        </a:p>
      </dgm:t>
    </dgm:pt>
    <dgm:pt modelId="{810913B7-12B2-409D-8729-21EBC04ABB96}">
      <dgm:prSet phldrT="[Text]"/>
      <dgm:spPr/>
      <dgm:t>
        <a:bodyPr/>
        <a:lstStyle/>
        <a:p>
          <a:endParaRPr lang="es-MX" dirty="0"/>
        </a:p>
      </dgm:t>
    </dgm:pt>
    <dgm:pt modelId="{8C8409A8-A635-4CFA-87C5-0807A9938402}" type="parTrans" cxnId="{C0298CBA-F842-4727-BCC5-05A0B331C1B5}">
      <dgm:prSet/>
      <dgm:spPr/>
      <dgm:t>
        <a:bodyPr/>
        <a:lstStyle/>
        <a:p>
          <a:endParaRPr lang="es-MX"/>
        </a:p>
      </dgm:t>
    </dgm:pt>
    <dgm:pt modelId="{FEA48C66-8FB6-4E11-9FFD-26E6A783A6E6}" type="sibTrans" cxnId="{C0298CBA-F842-4727-BCC5-05A0B331C1B5}">
      <dgm:prSet/>
      <dgm:spPr/>
      <dgm:t>
        <a:bodyPr/>
        <a:lstStyle/>
        <a:p>
          <a:endParaRPr lang="es-MX"/>
        </a:p>
      </dgm:t>
    </dgm:pt>
    <dgm:pt modelId="{CCE06554-0325-47E6-ADA0-F4FC8D41594D}">
      <dgm:prSet phldrT="[Text]"/>
      <dgm:spPr/>
      <dgm:t>
        <a:bodyPr/>
        <a:lstStyle/>
        <a:p>
          <a:r>
            <a:rPr lang="es-ES" dirty="0"/>
            <a:t>Intereses devengados que deriven de deudas</a:t>
          </a:r>
          <a:endParaRPr lang="es-MX" dirty="0"/>
        </a:p>
      </dgm:t>
    </dgm:pt>
    <dgm:pt modelId="{C6D797AD-4CB6-4070-BD29-01BD71D1A76C}" type="parTrans" cxnId="{1BCC33F0-C7F8-474E-9CCC-87A3E8D163F7}">
      <dgm:prSet/>
      <dgm:spPr/>
      <dgm:t>
        <a:bodyPr/>
        <a:lstStyle/>
        <a:p>
          <a:endParaRPr lang="es-MX"/>
        </a:p>
      </dgm:t>
    </dgm:pt>
    <dgm:pt modelId="{F154955F-3A4F-494A-AEDC-9094DAAD2C51}" type="sibTrans" cxnId="{1BCC33F0-C7F8-474E-9CCC-87A3E8D163F7}">
      <dgm:prSet/>
      <dgm:spPr/>
      <dgm:t>
        <a:bodyPr/>
        <a:lstStyle/>
        <a:p>
          <a:endParaRPr lang="es-MX"/>
        </a:p>
      </dgm:t>
    </dgm:pt>
    <dgm:pt modelId="{40F4906D-7B94-4193-949F-E796F0576F4E}">
      <dgm:prSet phldrT="[Text]"/>
      <dgm:spPr/>
      <dgm:t>
        <a:bodyPr/>
        <a:lstStyle/>
        <a:p>
          <a:endParaRPr lang="es-MX" dirty="0"/>
        </a:p>
      </dgm:t>
    </dgm:pt>
    <dgm:pt modelId="{BF205141-736D-4920-BCB7-5AC9E3280496}" type="parTrans" cxnId="{53EBDC9F-C5E6-4BFE-80F6-1FEC2E8FF5DE}">
      <dgm:prSet/>
      <dgm:spPr/>
      <dgm:t>
        <a:bodyPr/>
        <a:lstStyle/>
        <a:p>
          <a:endParaRPr lang="es-MX"/>
        </a:p>
      </dgm:t>
    </dgm:pt>
    <dgm:pt modelId="{231A9721-A253-4624-9B28-44C1F0B267D4}" type="sibTrans" cxnId="{53EBDC9F-C5E6-4BFE-80F6-1FEC2E8FF5DE}">
      <dgm:prSet/>
      <dgm:spPr/>
      <dgm:t>
        <a:bodyPr/>
        <a:lstStyle/>
        <a:p>
          <a:endParaRPr lang="es-MX"/>
        </a:p>
      </dgm:t>
    </dgm:pt>
    <dgm:pt modelId="{661F0761-5033-419E-BB13-411C3C3FC255}">
      <dgm:prSet phldrT="[Text]"/>
      <dgm:spPr/>
      <dgm:t>
        <a:bodyPr/>
        <a:lstStyle/>
        <a:p>
          <a:r>
            <a:rPr lang="es-ES" dirty="0"/>
            <a:t>Deducción de Inversiones</a:t>
          </a:r>
          <a:endParaRPr lang="es-MX" dirty="0"/>
        </a:p>
      </dgm:t>
    </dgm:pt>
    <dgm:pt modelId="{99D390F6-D804-42DA-9E61-CFD9C15BB9D3}" type="parTrans" cxnId="{2776D2F3-39E6-4867-9857-0A87C1EEB2EC}">
      <dgm:prSet/>
      <dgm:spPr/>
      <dgm:t>
        <a:bodyPr/>
        <a:lstStyle/>
        <a:p>
          <a:endParaRPr lang="es-MX"/>
        </a:p>
      </dgm:t>
    </dgm:pt>
    <dgm:pt modelId="{448A601F-CC99-4B25-9104-EA62FED6BE68}" type="sibTrans" cxnId="{2776D2F3-39E6-4867-9857-0A87C1EEB2EC}">
      <dgm:prSet/>
      <dgm:spPr/>
      <dgm:t>
        <a:bodyPr/>
        <a:lstStyle/>
        <a:p>
          <a:endParaRPr lang="es-MX"/>
        </a:p>
      </dgm:t>
    </dgm:pt>
    <dgm:pt modelId="{4B4CC2C3-6AC8-4978-88EB-36BF9964A2D8}">
      <dgm:prSet phldrT="[Text]"/>
      <dgm:spPr/>
      <dgm:t>
        <a:bodyPr/>
        <a:lstStyle/>
        <a:p>
          <a:r>
            <a:rPr lang="es-ES" dirty="0"/>
            <a:t>Activos fijos</a:t>
          </a:r>
          <a:endParaRPr lang="es-MX" dirty="0"/>
        </a:p>
      </dgm:t>
    </dgm:pt>
    <dgm:pt modelId="{681AFEC3-94AD-485E-B073-F7688C91ECDB}" type="parTrans" cxnId="{BA4BC9AB-B758-40F4-8698-CDFA7B2AEDF8}">
      <dgm:prSet/>
      <dgm:spPr/>
      <dgm:t>
        <a:bodyPr/>
        <a:lstStyle/>
        <a:p>
          <a:endParaRPr lang="es-MX"/>
        </a:p>
      </dgm:t>
    </dgm:pt>
    <dgm:pt modelId="{3BA8C481-DEE3-43A1-9FC2-4ABB5B12A080}" type="sibTrans" cxnId="{BA4BC9AB-B758-40F4-8698-CDFA7B2AEDF8}">
      <dgm:prSet/>
      <dgm:spPr/>
      <dgm:t>
        <a:bodyPr/>
        <a:lstStyle/>
        <a:p>
          <a:endParaRPr lang="es-MX"/>
        </a:p>
      </dgm:t>
    </dgm:pt>
    <dgm:pt modelId="{D20DA1B6-B758-4A36-868B-1EEADBEE7BE1}">
      <dgm:prSet phldrT="[Text]"/>
      <dgm:spPr/>
      <dgm:t>
        <a:bodyPr/>
        <a:lstStyle/>
        <a:p>
          <a:r>
            <a:rPr lang="es-ES" dirty="0"/>
            <a:t>Gastos diferidos</a:t>
          </a:r>
          <a:endParaRPr lang="es-MX" dirty="0"/>
        </a:p>
      </dgm:t>
    </dgm:pt>
    <dgm:pt modelId="{F790810B-A992-44BF-A749-74CB08FAFCB9}" type="parTrans" cxnId="{9C1271B4-683D-49E9-B255-770FD52CE913}">
      <dgm:prSet/>
      <dgm:spPr/>
      <dgm:t>
        <a:bodyPr/>
        <a:lstStyle/>
        <a:p>
          <a:endParaRPr lang="es-MX"/>
        </a:p>
      </dgm:t>
    </dgm:pt>
    <dgm:pt modelId="{FA0CAA89-E8E6-4801-B815-F443903D30A3}" type="sibTrans" cxnId="{9C1271B4-683D-49E9-B255-770FD52CE913}">
      <dgm:prSet/>
      <dgm:spPr/>
      <dgm:t>
        <a:bodyPr/>
        <a:lstStyle/>
        <a:p>
          <a:endParaRPr lang="es-MX"/>
        </a:p>
      </dgm:t>
    </dgm:pt>
    <dgm:pt modelId="{D72ECE8D-5E92-443B-91E7-AECB63B93F4F}">
      <dgm:prSet phldrT="[Text]"/>
      <dgm:spPr/>
      <dgm:t>
        <a:bodyPr/>
        <a:lstStyle/>
        <a:p>
          <a:r>
            <a:rPr lang="es-ES" dirty="0"/>
            <a:t>Cargos Diferidos</a:t>
          </a:r>
          <a:endParaRPr lang="es-MX" dirty="0"/>
        </a:p>
      </dgm:t>
    </dgm:pt>
    <dgm:pt modelId="{C33F1AC9-588F-4ECA-B3C7-774A09B0350D}" type="parTrans" cxnId="{030D0AB9-1E53-429E-A112-02E169DB13AD}">
      <dgm:prSet/>
      <dgm:spPr/>
      <dgm:t>
        <a:bodyPr/>
        <a:lstStyle/>
        <a:p>
          <a:endParaRPr lang="es-MX"/>
        </a:p>
      </dgm:t>
    </dgm:pt>
    <dgm:pt modelId="{86C7E224-8955-46E5-87A6-8761814ED966}" type="sibTrans" cxnId="{030D0AB9-1E53-429E-A112-02E169DB13AD}">
      <dgm:prSet/>
      <dgm:spPr/>
      <dgm:t>
        <a:bodyPr/>
        <a:lstStyle/>
        <a:p>
          <a:endParaRPr lang="es-MX"/>
        </a:p>
      </dgm:t>
    </dgm:pt>
    <dgm:pt modelId="{9DF5F683-70F5-465E-BA0F-CB554902C9DB}">
      <dgm:prSet phldrT="[Text]"/>
      <dgm:spPr/>
      <dgm:t>
        <a:bodyPr/>
        <a:lstStyle/>
        <a:p>
          <a:r>
            <a:rPr lang="es-ES" dirty="0"/>
            <a:t>Erogaciones en periodos preoperativos</a:t>
          </a:r>
          <a:endParaRPr lang="es-MX" dirty="0"/>
        </a:p>
      </dgm:t>
    </dgm:pt>
    <dgm:pt modelId="{C8BBC35E-C383-4435-B3DD-A3949D0DA6A0}" type="parTrans" cxnId="{7BAB6B89-5385-46D0-82DD-EDF48FBB38FD}">
      <dgm:prSet/>
      <dgm:spPr/>
      <dgm:t>
        <a:bodyPr/>
        <a:lstStyle/>
        <a:p>
          <a:endParaRPr lang="es-MX"/>
        </a:p>
      </dgm:t>
    </dgm:pt>
    <dgm:pt modelId="{45E6E108-F0FD-4A88-A11E-A0B94531BFB3}" type="sibTrans" cxnId="{7BAB6B89-5385-46D0-82DD-EDF48FBB38FD}">
      <dgm:prSet/>
      <dgm:spPr/>
      <dgm:t>
        <a:bodyPr/>
        <a:lstStyle/>
        <a:p>
          <a:endParaRPr lang="es-MX"/>
        </a:p>
      </dgm:t>
    </dgm:pt>
    <dgm:pt modelId="{81F078F6-C7C0-462B-A1DB-BFAB61D35756}">
      <dgm:prSet/>
      <dgm:spPr/>
      <dgm:t>
        <a:bodyPr/>
        <a:lstStyle/>
        <a:p>
          <a:r>
            <a:rPr lang="es-ES"/>
            <a:t>Deducción de Inversiones</a:t>
          </a:r>
          <a:endParaRPr lang="es-MX" dirty="0"/>
        </a:p>
      </dgm:t>
    </dgm:pt>
    <dgm:pt modelId="{E486187D-A8AF-405D-91A0-8D8065CD73BB}" type="parTrans" cxnId="{63028CA1-3C03-4275-A7A0-D9B67A8AD113}">
      <dgm:prSet/>
      <dgm:spPr/>
      <dgm:t>
        <a:bodyPr/>
        <a:lstStyle/>
        <a:p>
          <a:endParaRPr lang="es-MX"/>
        </a:p>
      </dgm:t>
    </dgm:pt>
    <dgm:pt modelId="{BAB48641-49C7-4263-B430-A2D0ED51402F}" type="sibTrans" cxnId="{63028CA1-3C03-4275-A7A0-D9B67A8AD113}">
      <dgm:prSet/>
      <dgm:spPr/>
      <dgm:t>
        <a:bodyPr/>
        <a:lstStyle/>
        <a:p>
          <a:endParaRPr lang="es-MX"/>
        </a:p>
      </dgm:t>
    </dgm:pt>
    <dgm:pt modelId="{C13FFBEC-5C8B-4F6C-9B43-C07C8D83476B}">
      <dgm:prSet/>
      <dgm:spPr/>
      <dgm:t>
        <a:bodyPr/>
        <a:lstStyle/>
        <a:p>
          <a:r>
            <a:rPr lang="es-ES"/>
            <a:t>Activos fijos</a:t>
          </a:r>
          <a:endParaRPr lang="es-MX" dirty="0"/>
        </a:p>
      </dgm:t>
    </dgm:pt>
    <dgm:pt modelId="{05138356-93A2-4A1B-B32E-52EACCF755CE}" type="parTrans" cxnId="{2E60FCD4-5471-4D6D-94BD-ABA5CAD98323}">
      <dgm:prSet/>
      <dgm:spPr/>
      <dgm:t>
        <a:bodyPr/>
        <a:lstStyle/>
        <a:p>
          <a:endParaRPr lang="es-MX"/>
        </a:p>
      </dgm:t>
    </dgm:pt>
    <dgm:pt modelId="{93D3513F-FBEB-4173-A3C2-11C8E417CAFD}" type="sibTrans" cxnId="{2E60FCD4-5471-4D6D-94BD-ABA5CAD98323}">
      <dgm:prSet/>
      <dgm:spPr/>
      <dgm:t>
        <a:bodyPr/>
        <a:lstStyle/>
        <a:p>
          <a:endParaRPr lang="es-MX"/>
        </a:p>
      </dgm:t>
    </dgm:pt>
    <dgm:pt modelId="{DA0F7AC7-2EAF-4BC2-AF68-039975F8E096}">
      <dgm:prSet/>
      <dgm:spPr/>
      <dgm:t>
        <a:bodyPr/>
        <a:lstStyle/>
        <a:p>
          <a:r>
            <a:rPr lang="es-ES"/>
            <a:t>Gastos diferidos</a:t>
          </a:r>
          <a:endParaRPr lang="es-MX" dirty="0"/>
        </a:p>
      </dgm:t>
    </dgm:pt>
    <dgm:pt modelId="{E4666CC7-3520-4845-B36C-70B31D2CA364}" type="parTrans" cxnId="{42819C93-53DD-4CCB-A0E1-44A2C74AC15D}">
      <dgm:prSet/>
      <dgm:spPr/>
      <dgm:t>
        <a:bodyPr/>
        <a:lstStyle/>
        <a:p>
          <a:endParaRPr lang="es-MX"/>
        </a:p>
      </dgm:t>
    </dgm:pt>
    <dgm:pt modelId="{32B1A4EE-E20C-48BE-A62E-4AD69CD8F6AE}" type="sibTrans" cxnId="{42819C93-53DD-4CCB-A0E1-44A2C74AC15D}">
      <dgm:prSet/>
      <dgm:spPr/>
      <dgm:t>
        <a:bodyPr/>
        <a:lstStyle/>
        <a:p>
          <a:endParaRPr lang="es-MX"/>
        </a:p>
      </dgm:t>
    </dgm:pt>
    <dgm:pt modelId="{495B30A1-1834-4AF5-A929-FB3B26F5B42A}">
      <dgm:prSet/>
      <dgm:spPr/>
      <dgm:t>
        <a:bodyPr/>
        <a:lstStyle/>
        <a:p>
          <a:r>
            <a:rPr lang="es-ES"/>
            <a:t>Cargos Diferidos</a:t>
          </a:r>
          <a:endParaRPr lang="es-MX" dirty="0"/>
        </a:p>
      </dgm:t>
    </dgm:pt>
    <dgm:pt modelId="{6EACF5F7-B5B1-43B8-9612-182D6AF04576}" type="parTrans" cxnId="{E6214C7D-ABD4-4433-A83A-57EF7F939210}">
      <dgm:prSet/>
      <dgm:spPr/>
      <dgm:t>
        <a:bodyPr/>
        <a:lstStyle/>
        <a:p>
          <a:endParaRPr lang="es-MX"/>
        </a:p>
      </dgm:t>
    </dgm:pt>
    <dgm:pt modelId="{0FAD3DA8-34AA-49F4-9904-E03F8AE5CB6E}" type="sibTrans" cxnId="{E6214C7D-ABD4-4433-A83A-57EF7F939210}">
      <dgm:prSet/>
      <dgm:spPr/>
      <dgm:t>
        <a:bodyPr/>
        <a:lstStyle/>
        <a:p>
          <a:endParaRPr lang="es-MX"/>
        </a:p>
      </dgm:t>
    </dgm:pt>
    <dgm:pt modelId="{C8F49A55-A4A3-4D81-86F9-214DE4C31C1F}">
      <dgm:prSet/>
      <dgm:spPr/>
      <dgm:t>
        <a:bodyPr/>
        <a:lstStyle/>
        <a:p>
          <a:r>
            <a:rPr lang="es-ES" dirty="0"/>
            <a:t>Erogaciones en periodos preoperativos</a:t>
          </a:r>
          <a:endParaRPr lang="es-MX" dirty="0"/>
        </a:p>
      </dgm:t>
    </dgm:pt>
    <dgm:pt modelId="{B8A246DE-7C29-446C-9168-3C29AC180991}" type="parTrans" cxnId="{13DDB749-254E-4F41-A6F3-8EF865428B3D}">
      <dgm:prSet/>
      <dgm:spPr/>
      <dgm:t>
        <a:bodyPr/>
        <a:lstStyle/>
        <a:p>
          <a:endParaRPr lang="es-MX"/>
        </a:p>
      </dgm:t>
    </dgm:pt>
    <dgm:pt modelId="{DB07B131-7516-41A7-8785-F2CF2BEFC263}" type="sibTrans" cxnId="{13DDB749-254E-4F41-A6F3-8EF865428B3D}">
      <dgm:prSet/>
      <dgm:spPr/>
      <dgm:t>
        <a:bodyPr/>
        <a:lstStyle/>
        <a:p>
          <a:endParaRPr lang="es-MX"/>
        </a:p>
      </dgm:t>
    </dgm:pt>
    <dgm:pt modelId="{5503BEB6-264E-4CFD-888C-F90AF362B8DB}">
      <dgm:prSet phldrT="[Text]"/>
      <dgm:spPr/>
      <dgm:t>
        <a:bodyPr/>
        <a:lstStyle/>
        <a:p>
          <a:r>
            <a:rPr lang="es-ES" dirty="0"/>
            <a:t>Pérdida fiscal</a:t>
          </a:r>
          <a:endParaRPr lang="es-MX" dirty="0"/>
        </a:p>
      </dgm:t>
    </dgm:pt>
    <dgm:pt modelId="{C8168B34-30E6-4A90-BD4E-4D70DFE67E52}" type="parTrans" cxnId="{4C8E5FE4-A3D0-46BC-A3CE-85A0B1DECF91}">
      <dgm:prSet/>
      <dgm:spPr/>
      <dgm:t>
        <a:bodyPr/>
        <a:lstStyle/>
        <a:p>
          <a:endParaRPr lang="es-MX"/>
        </a:p>
      </dgm:t>
    </dgm:pt>
    <dgm:pt modelId="{A81D3FFC-0775-4F01-B7DC-BF405DA0D9D7}" type="sibTrans" cxnId="{4C8E5FE4-A3D0-46BC-A3CE-85A0B1DECF91}">
      <dgm:prSet/>
      <dgm:spPr/>
      <dgm:t>
        <a:bodyPr/>
        <a:lstStyle/>
        <a:p>
          <a:endParaRPr lang="es-MX"/>
        </a:p>
      </dgm:t>
    </dgm:pt>
    <dgm:pt modelId="{1A142701-2088-46D2-8478-56759FAC6CE4}">
      <dgm:prSet phldrT="[Text]"/>
      <dgm:spPr/>
      <dgm:t>
        <a:bodyPr/>
        <a:lstStyle/>
        <a:p>
          <a:endParaRPr lang="es-MX" dirty="0"/>
        </a:p>
      </dgm:t>
    </dgm:pt>
    <dgm:pt modelId="{753BCAA7-D32F-476D-9F83-026D92C7C22D}" type="parTrans" cxnId="{F676BDAB-49E9-4A80-834F-AEBF2766F9E2}">
      <dgm:prSet/>
      <dgm:spPr/>
      <dgm:t>
        <a:bodyPr/>
        <a:lstStyle/>
        <a:p>
          <a:endParaRPr lang="es-MX"/>
        </a:p>
      </dgm:t>
    </dgm:pt>
    <dgm:pt modelId="{4E71BF9B-AD28-4885-AA75-5C1E570022C9}" type="sibTrans" cxnId="{F676BDAB-49E9-4A80-834F-AEBF2766F9E2}">
      <dgm:prSet/>
      <dgm:spPr/>
      <dgm:t>
        <a:bodyPr/>
        <a:lstStyle/>
        <a:p>
          <a:endParaRPr lang="es-MX"/>
        </a:p>
      </dgm:t>
    </dgm:pt>
    <dgm:pt modelId="{5AAEB18D-502E-4A34-B23D-17EE28E7FF20}">
      <dgm:prSet phldrT="[Text]"/>
      <dgm:spPr/>
      <dgm:t>
        <a:bodyPr/>
        <a:lstStyle/>
        <a:p>
          <a:r>
            <a:rPr lang="es-ES" dirty="0"/>
            <a:t>Intereses no deducibles “temporales” años anteriores</a:t>
          </a:r>
          <a:endParaRPr lang="es-MX" dirty="0"/>
        </a:p>
      </dgm:t>
    </dgm:pt>
    <dgm:pt modelId="{D4193203-CA1B-42F4-9AF7-5A7D06153D2B}" type="parTrans" cxnId="{3C29C8C6-D675-42DB-98A7-DCDE8B4F9109}">
      <dgm:prSet/>
      <dgm:spPr/>
      <dgm:t>
        <a:bodyPr/>
        <a:lstStyle/>
        <a:p>
          <a:endParaRPr lang="es-MX"/>
        </a:p>
      </dgm:t>
    </dgm:pt>
    <dgm:pt modelId="{72E6C484-6D30-4F0F-B896-2C90C98A8FAD}" type="sibTrans" cxnId="{3C29C8C6-D675-42DB-98A7-DCDE8B4F9109}">
      <dgm:prSet/>
      <dgm:spPr/>
      <dgm:t>
        <a:bodyPr/>
        <a:lstStyle/>
        <a:p>
          <a:endParaRPr lang="es-MX"/>
        </a:p>
      </dgm:t>
    </dgm:pt>
    <dgm:pt modelId="{27221396-0535-4729-8C1D-A69DB4DFACDF}">
      <dgm:prSet/>
      <dgm:spPr/>
      <dgm:t>
        <a:bodyPr/>
        <a:lstStyle/>
        <a:p>
          <a:r>
            <a:rPr lang="es-ES" dirty="0" err="1"/>
            <a:t>Carry</a:t>
          </a:r>
          <a:r>
            <a:rPr lang="es-ES" dirty="0"/>
            <a:t>-forward de intereses no deducibles “temporales” siguen mismas reglas que pérdidas fiscales</a:t>
          </a:r>
          <a:endParaRPr lang="es-MX" dirty="0"/>
        </a:p>
      </dgm:t>
    </dgm:pt>
    <dgm:pt modelId="{CB976592-2875-49D0-88AC-DD73778566DE}" type="parTrans" cxnId="{DE98F8C7-1F5A-41A0-85B9-0922BAF50C46}">
      <dgm:prSet/>
      <dgm:spPr/>
      <dgm:t>
        <a:bodyPr/>
        <a:lstStyle/>
        <a:p>
          <a:endParaRPr lang="es-MX"/>
        </a:p>
      </dgm:t>
    </dgm:pt>
    <dgm:pt modelId="{394AA383-4C12-4367-9CE5-92E65371BDDB}" type="sibTrans" cxnId="{DE98F8C7-1F5A-41A0-85B9-0922BAF50C46}">
      <dgm:prSet/>
      <dgm:spPr/>
      <dgm:t>
        <a:bodyPr/>
        <a:lstStyle/>
        <a:p>
          <a:endParaRPr lang="es-MX"/>
        </a:p>
      </dgm:t>
    </dgm:pt>
    <dgm:pt modelId="{7A4195EA-C5B1-4153-B1EB-395B0E051EBB}">
      <dgm:prSet/>
      <dgm:spPr/>
      <dgm:t>
        <a:bodyPr/>
        <a:lstStyle/>
        <a:p>
          <a:endParaRPr lang="es-MX" dirty="0"/>
        </a:p>
      </dgm:t>
    </dgm:pt>
    <dgm:pt modelId="{34C8E1F0-0EE8-4BCD-8865-1C087D601020}" type="parTrans" cxnId="{D37AF7A7-A430-4FFC-B123-51551DF2D694}">
      <dgm:prSet/>
      <dgm:spPr/>
      <dgm:t>
        <a:bodyPr/>
        <a:lstStyle/>
        <a:p>
          <a:endParaRPr lang="es-MX"/>
        </a:p>
      </dgm:t>
    </dgm:pt>
    <dgm:pt modelId="{58E0CF40-4270-46FB-9E54-FDC6C1357E73}" type="sibTrans" cxnId="{D37AF7A7-A430-4FFC-B123-51551DF2D694}">
      <dgm:prSet/>
      <dgm:spPr/>
      <dgm:t>
        <a:bodyPr/>
        <a:lstStyle/>
        <a:p>
          <a:endParaRPr lang="es-MX"/>
        </a:p>
      </dgm:t>
    </dgm:pt>
    <dgm:pt modelId="{F96434BE-C848-449F-849C-47ECDC7618A5}">
      <dgm:prSet/>
      <dgm:spPr/>
      <dgm:t>
        <a:bodyPr/>
        <a:lstStyle/>
        <a:p>
          <a:r>
            <a:rPr lang="es-ES" dirty="0"/>
            <a:t>Aplica sólo cuando interés no deducible sea mayor que con Capitalización Insuficiente</a:t>
          </a:r>
          <a:endParaRPr lang="es-MX" dirty="0"/>
        </a:p>
      </dgm:t>
    </dgm:pt>
    <dgm:pt modelId="{99842E31-5BE3-4833-A1BC-E54E9A05A143}" type="parTrans" cxnId="{81ECA568-40F0-42F9-B0DE-62EE55096714}">
      <dgm:prSet/>
      <dgm:spPr/>
      <dgm:t>
        <a:bodyPr/>
        <a:lstStyle/>
        <a:p>
          <a:endParaRPr lang="es-MX"/>
        </a:p>
      </dgm:t>
    </dgm:pt>
    <dgm:pt modelId="{009B1AE5-70FD-412F-8F34-3A4D07F2F1D4}" type="sibTrans" cxnId="{81ECA568-40F0-42F9-B0DE-62EE55096714}">
      <dgm:prSet/>
      <dgm:spPr/>
      <dgm:t>
        <a:bodyPr/>
        <a:lstStyle/>
        <a:p>
          <a:endParaRPr lang="es-MX"/>
        </a:p>
      </dgm:t>
    </dgm:pt>
    <dgm:pt modelId="{9B16A407-3939-491C-8EBF-D3C14D30C44C}">
      <dgm:prSet/>
      <dgm:spPr/>
      <dgm:t>
        <a:bodyPr/>
        <a:lstStyle/>
        <a:p>
          <a:endParaRPr lang="es-MX" dirty="0"/>
        </a:p>
      </dgm:t>
    </dgm:pt>
    <dgm:pt modelId="{E1E4D279-CACF-4769-95B9-7B6C11BA5119}" type="parTrans" cxnId="{E6CCC50F-6762-4628-BE5E-29C9FEA85529}">
      <dgm:prSet/>
      <dgm:spPr/>
      <dgm:t>
        <a:bodyPr/>
        <a:lstStyle/>
        <a:p>
          <a:endParaRPr lang="es-MX"/>
        </a:p>
      </dgm:t>
    </dgm:pt>
    <dgm:pt modelId="{895E64C8-9CAA-4F14-93F1-476B93C24A80}" type="sibTrans" cxnId="{E6CCC50F-6762-4628-BE5E-29C9FEA85529}">
      <dgm:prSet/>
      <dgm:spPr/>
      <dgm:t>
        <a:bodyPr/>
        <a:lstStyle/>
        <a:p>
          <a:endParaRPr lang="es-MX"/>
        </a:p>
      </dgm:t>
    </dgm:pt>
    <dgm:pt modelId="{F63DED2A-0AF3-45A7-B1A1-F01057CD5A92}">
      <dgm:prSet/>
      <dgm:spPr/>
      <dgm:t>
        <a:bodyPr/>
        <a:lstStyle/>
        <a:p>
          <a:r>
            <a:rPr lang="es-ES" dirty="0"/>
            <a:t>Posible determinación consolidada por Grupo (sin reglas claras)</a:t>
          </a:r>
          <a:endParaRPr lang="es-MX" dirty="0"/>
        </a:p>
      </dgm:t>
    </dgm:pt>
    <dgm:pt modelId="{3AF9A385-B318-4F02-9C8F-9004E1B4AC98}" type="parTrans" cxnId="{0F2A830A-5271-415B-A943-D0F1E9816179}">
      <dgm:prSet/>
      <dgm:spPr/>
      <dgm:t>
        <a:bodyPr/>
        <a:lstStyle/>
        <a:p>
          <a:endParaRPr lang="es-MX"/>
        </a:p>
      </dgm:t>
    </dgm:pt>
    <dgm:pt modelId="{0F7844D9-FADC-4E80-9BAE-69E58D1CF2FC}" type="sibTrans" cxnId="{0F2A830A-5271-415B-A943-D0F1E9816179}">
      <dgm:prSet/>
      <dgm:spPr/>
      <dgm:t>
        <a:bodyPr/>
        <a:lstStyle/>
        <a:p>
          <a:endParaRPr lang="es-MX"/>
        </a:p>
      </dgm:t>
    </dgm:pt>
    <dgm:pt modelId="{DBC203EB-AF8B-4024-95F0-0A440B4B18EA}">
      <dgm:prSet/>
      <dgm:spPr/>
      <dgm:t>
        <a:bodyPr/>
        <a:lstStyle/>
        <a:p>
          <a:endParaRPr lang="es-MX" dirty="0"/>
        </a:p>
      </dgm:t>
    </dgm:pt>
    <dgm:pt modelId="{F790D39F-C9AB-44C0-A4AC-D525A50FDBD1}" type="parTrans" cxnId="{16E18587-E683-46FA-9A60-8F1E2AB0A34E}">
      <dgm:prSet/>
      <dgm:spPr/>
      <dgm:t>
        <a:bodyPr/>
        <a:lstStyle/>
        <a:p>
          <a:endParaRPr lang="es-MX"/>
        </a:p>
      </dgm:t>
    </dgm:pt>
    <dgm:pt modelId="{37B7FB3C-6D3B-4970-854D-3CFC158201D1}" type="sibTrans" cxnId="{16E18587-E683-46FA-9A60-8F1E2AB0A34E}">
      <dgm:prSet/>
      <dgm:spPr/>
      <dgm:t>
        <a:bodyPr/>
        <a:lstStyle/>
        <a:p>
          <a:endParaRPr lang="es-MX"/>
        </a:p>
      </dgm:t>
    </dgm:pt>
    <dgm:pt modelId="{FA8F8A11-592D-4320-BE70-511A882E207C}" type="pres">
      <dgm:prSet presAssocID="{BEA1B124-2961-4C6E-AF36-9F18E3AEA96E}" presName="Name0" presStyleCnt="0">
        <dgm:presLayoutVars>
          <dgm:dir/>
          <dgm:animLvl val="lvl"/>
          <dgm:resizeHandles val="exact"/>
        </dgm:presLayoutVars>
      </dgm:prSet>
      <dgm:spPr/>
    </dgm:pt>
    <dgm:pt modelId="{B595E4E0-5D7A-446F-BA59-4A5DAB829215}" type="pres">
      <dgm:prSet presAssocID="{B85CC74B-4D52-460B-80A2-19C479FF5942}" presName="composite" presStyleCnt="0"/>
      <dgm:spPr/>
    </dgm:pt>
    <dgm:pt modelId="{1FD0B46B-FF90-4474-B38F-0A3D76A192B5}" type="pres">
      <dgm:prSet presAssocID="{B85CC74B-4D52-460B-80A2-19C479FF5942}" presName="parTx" presStyleLbl="alignNode1" presStyleIdx="0" presStyleCnt="4">
        <dgm:presLayoutVars>
          <dgm:chMax val="0"/>
          <dgm:chPref val="0"/>
          <dgm:bulletEnabled val="1"/>
        </dgm:presLayoutVars>
      </dgm:prSet>
      <dgm:spPr/>
    </dgm:pt>
    <dgm:pt modelId="{A18FF002-A7DE-4B8D-AD56-4E0FA7A3A4A1}" type="pres">
      <dgm:prSet presAssocID="{B85CC74B-4D52-460B-80A2-19C479FF5942}" presName="desTx" presStyleLbl="alignAccFollowNode1" presStyleIdx="0" presStyleCnt="4">
        <dgm:presLayoutVars>
          <dgm:bulletEnabled val="1"/>
        </dgm:presLayoutVars>
      </dgm:prSet>
      <dgm:spPr/>
    </dgm:pt>
    <dgm:pt modelId="{09B8B197-DEB2-4989-957D-B131E46113A7}" type="pres">
      <dgm:prSet presAssocID="{47BF3487-B397-4B75-8121-930BBCEABD4A}" presName="space" presStyleCnt="0"/>
      <dgm:spPr/>
    </dgm:pt>
    <dgm:pt modelId="{DFB095C9-67A2-4183-9889-5A42CEDD5DDF}" type="pres">
      <dgm:prSet presAssocID="{0A225830-066B-4667-90F3-629364B3C76B}" presName="composite" presStyleCnt="0"/>
      <dgm:spPr/>
    </dgm:pt>
    <dgm:pt modelId="{78B4F291-C532-4311-9F30-8F33272633D3}" type="pres">
      <dgm:prSet presAssocID="{0A225830-066B-4667-90F3-629364B3C76B}" presName="parTx" presStyleLbl="alignNode1" presStyleIdx="1" presStyleCnt="4">
        <dgm:presLayoutVars>
          <dgm:chMax val="0"/>
          <dgm:chPref val="0"/>
          <dgm:bulletEnabled val="1"/>
        </dgm:presLayoutVars>
      </dgm:prSet>
      <dgm:spPr/>
    </dgm:pt>
    <dgm:pt modelId="{FCAD5A38-53CB-48B1-8D23-BDF2554657B4}" type="pres">
      <dgm:prSet presAssocID="{0A225830-066B-4667-90F3-629364B3C76B}" presName="desTx" presStyleLbl="alignAccFollowNode1" presStyleIdx="1" presStyleCnt="4">
        <dgm:presLayoutVars>
          <dgm:bulletEnabled val="1"/>
        </dgm:presLayoutVars>
      </dgm:prSet>
      <dgm:spPr/>
    </dgm:pt>
    <dgm:pt modelId="{E322B160-0957-4BAA-97E4-EC1EBF3AAA88}" type="pres">
      <dgm:prSet presAssocID="{AB0A4224-69F3-46FA-9037-D2EE5F317D22}" presName="space" presStyleCnt="0"/>
      <dgm:spPr/>
    </dgm:pt>
    <dgm:pt modelId="{A56B2D64-2066-4452-9316-B1B3AA05F30C}" type="pres">
      <dgm:prSet presAssocID="{49EFCB75-FE81-4729-B714-3FAA6B8B0B5E}" presName="composite" presStyleCnt="0"/>
      <dgm:spPr/>
    </dgm:pt>
    <dgm:pt modelId="{F2650154-7CEA-4C9D-A6E5-E5A9A2BE8315}" type="pres">
      <dgm:prSet presAssocID="{49EFCB75-FE81-4729-B714-3FAA6B8B0B5E}" presName="parTx" presStyleLbl="alignNode1" presStyleIdx="2" presStyleCnt="4">
        <dgm:presLayoutVars>
          <dgm:chMax val="0"/>
          <dgm:chPref val="0"/>
          <dgm:bulletEnabled val="1"/>
        </dgm:presLayoutVars>
      </dgm:prSet>
      <dgm:spPr/>
    </dgm:pt>
    <dgm:pt modelId="{7DC455E3-E3F4-4C0E-9FAD-CCE7006CABD1}" type="pres">
      <dgm:prSet presAssocID="{49EFCB75-FE81-4729-B714-3FAA6B8B0B5E}" presName="desTx" presStyleLbl="alignAccFollowNode1" presStyleIdx="2" presStyleCnt="4">
        <dgm:presLayoutVars>
          <dgm:bulletEnabled val="1"/>
        </dgm:presLayoutVars>
      </dgm:prSet>
      <dgm:spPr/>
    </dgm:pt>
    <dgm:pt modelId="{950CE5D0-4F14-44F0-AED1-C77F882BC4D1}" type="pres">
      <dgm:prSet presAssocID="{BA986D67-D10B-4B05-8755-80D43421E3FB}" presName="space" presStyleCnt="0"/>
      <dgm:spPr/>
    </dgm:pt>
    <dgm:pt modelId="{3320F88B-67B0-4637-9FDB-374DA6B506BD}" type="pres">
      <dgm:prSet presAssocID="{5C193443-1418-4213-B833-4B174035EE8D}" presName="composite" presStyleCnt="0"/>
      <dgm:spPr/>
    </dgm:pt>
    <dgm:pt modelId="{13A0F0F3-8758-4EFD-A9FC-FE9D4C8F4F7C}" type="pres">
      <dgm:prSet presAssocID="{5C193443-1418-4213-B833-4B174035EE8D}" presName="parTx" presStyleLbl="alignNode1" presStyleIdx="3" presStyleCnt="4">
        <dgm:presLayoutVars>
          <dgm:chMax val="0"/>
          <dgm:chPref val="0"/>
          <dgm:bulletEnabled val="1"/>
        </dgm:presLayoutVars>
      </dgm:prSet>
      <dgm:spPr/>
    </dgm:pt>
    <dgm:pt modelId="{C44A0415-1DA4-431D-8B23-CEF0B79FB1E4}" type="pres">
      <dgm:prSet presAssocID="{5C193443-1418-4213-B833-4B174035EE8D}" presName="desTx" presStyleLbl="alignAccFollowNode1" presStyleIdx="3" presStyleCnt="4">
        <dgm:presLayoutVars>
          <dgm:bulletEnabled val="1"/>
        </dgm:presLayoutVars>
      </dgm:prSet>
      <dgm:spPr/>
    </dgm:pt>
  </dgm:ptLst>
  <dgm:cxnLst>
    <dgm:cxn modelId="{F4102501-929E-42B7-8395-883B79E9847C}" srcId="{0A225830-066B-4667-90F3-629364B3C76B}" destId="{76088871-5F72-42B5-B058-51A48A9D2F4F}" srcOrd="2" destOrd="0" parTransId="{CE594F75-1A0C-4054-8748-D3C1A7765C35}" sibTransId="{77A420A9-4DB9-432B-81C8-1CF4A0F2D4C4}"/>
    <dgm:cxn modelId="{DB2A5305-4B9A-4C48-9ADB-ABA1FFD28840}" type="presOf" srcId="{5503BEB6-264E-4CFD-888C-F90AF362B8DB}" destId="{7DC455E3-E3F4-4C0E-9FAD-CCE7006CABD1}" srcOrd="0" destOrd="9" presId="urn:microsoft.com/office/officeart/2005/8/layout/hList1"/>
    <dgm:cxn modelId="{AB7E4709-776C-7243-938F-2922FE6FC631}" type="presOf" srcId="{6FB95A20-DFC7-495D-B8DA-0C43DD7B88D7}" destId="{C44A0415-1DA4-431D-8B23-CEF0B79FB1E4}" srcOrd="0" destOrd="0" presId="urn:microsoft.com/office/officeart/2005/8/layout/hList1"/>
    <dgm:cxn modelId="{0F2A830A-5271-415B-A943-D0F1E9816179}" srcId="{5C193443-1418-4213-B833-4B174035EE8D}" destId="{F63DED2A-0AF3-45A7-B1A1-F01057CD5A92}" srcOrd="6" destOrd="0" parTransId="{3AF9A385-B318-4F02-9C8F-9004E1B4AC98}" sibTransId="{0F7844D9-FADC-4E80-9BAE-69E58D1CF2FC}"/>
    <dgm:cxn modelId="{E6CCC50F-6762-4628-BE5E-29C9FEA85529}" srcId="{5C193443-1418-4213-B833-4B174035EE8D}" destId="{9B16A407-3939-491C-8EBF-D3C14D30C44C}" srcOrd="3" destOrd="0" parTransId="{E1E4D279-CACF-4769-95B9-7B6C11BA5119}" sibTransId="{895E64C8-9CAA-4F14-93F1-476B93C24A80}"/>
    <dgm:cxn modelId="{6E25C314-2F01-E14C-A80E-8EC91345489C}" type="presOf" srcId="{BEA1B124-2961-4C6E-AF36-9F18E3AEA96E}" destId="{FA8F8A11-592D-4320-BE70-511A882E207C}" srcOrd="0" destOrd="0" presId="urn:microsoft.com/office/officeart/2005/8/layout/hList1"/>
    <dgm:cxn modelId="{C6FDB416-B9DC-495D-82A0-80256628D04D}" srcId="{0A225830-066B-4667-90F3-629364B3C76B}" destId="{8BF4A2E7-72F3-4814-B5C1-422FC16AB24C}" srcOrd="0" destOrd="0" parTransId="{A6B88B84-55EE-47F3-BF2E-441B68A6B3A2}" sibTransId="{D5773957-EDFD-4C1B-B818-AA2504912B0A}"/>
    <dgm:cxn modelId="{792C121D-27EA-42D2-8051-E989FC2A212A}" type="presOf" srcId="{70ACFE6A-22A4-4CD3-A4C1-992096D49E48}" destId="{A18FF002-A7DE-4B8D-AD56-4E0FA7A3A4A1}" srcOrd="0" destOrd="2" presId="urn:microsoft.com/office/officeart/2005/8/layout/hList1"/>
    <dgm:cxn modelId="{408F5C20-ED61-4D8F-8C3C-482645D02E81}" srcId="{BEA1B124-2961-4C6E-AF36-9F18E3AEA96E}" destId="{B85CC74B-4D52-460B-80A2-19C479FF5942}" srcOrd="0" destOrd="0" parTransId="{BC088E36-9970-4A04-AE98-886214C9068A}" sibTransId="{47BF3487-B397-4B75-8121-930BBCEABD4A}"/>
    <dgm:cxn modelId="{9C332223-62E2-4C4E-9ACF-90E9445E991B}" type="presOf" srcId="{13F0C6AE-B6FF-4601-9A15-7D8E838519D7}" destId="{A18FF002-A7DE-4B8D-AD56-4E0FA7A3A4A1}" srcOrd="0" destOrd="4" presId="urn:microsoft.com/office/officeart/2005/8/layout/hList1"/>
    <dgm:cxn modelId="{7BF85823-1822-4D4B-AB30-52BC84CE18BE}" type="presOf" srcId="{B85CC74B-4D52-460B-80A2-19C479FF5942}" destId="{1FD0B46B-FF90-4474-B38F-0A3D76A192B5}" srcOrd="0" destOrd="0" presId="urn:microsoft.com/office/officeart/2005/8/layout/hList1"/>
    <dgm:cxn modelId="{EC033A24-CAFA-4BF9-966D-F2DB2B247B57}" srcId="{B85CC74B-4D52-460B-80A2-19C479FF5942}" destId="{251CF8B3-9C14-4795-ABD5-9AC916A8D0BA}" srcOrd="7" destOrd="0" parTransId="{1AF7E42B-1E3C-4FC8-AF37-7AC2BC256774}" sibTransId="{61D482A5-406F-4D49-A0A8-AB87B1D3DFAA}"/>
    <dgm:cxn modelId="{9256312E-9FEA-43B3-99D9-B617EA2D3CE2}" srcId="{B85CC74B-4D52-460B-80A2-19C479FF5942}" destId="{70ACFE6A-22A4-4CD3-A4C1-992096D49E48}" srcOrd="2" destOrd="0" parTransId="{AFA8BAC2-F58F-4EA0-8669-CED3FE0F40F2}" sibTransId="{371549F9-6225-4BA2-AB35-AE6CCB9ABF15}"/>
    <dgm:cxn modelId="{1769E634-BA71-43F6-BC03-E840E914A546}" srcId="{B85CC74B-4D52-460B-80A2-19C479FF5942}" destId="{CBC55450-AB93-4C7B-9736-5962B7A14073}" srcOrd="3" destOrd="0" parTransId="{D825F6B2-E7D2-430F-B53E-5FCF43F8E701}" sibTransId="{20E0F044-EBAB-4170-8EF6-410A353E33EB}"/>
    <dgm:cxn modelId="{4A18B440-2733-4E81-8877-C669704A6CFE}" type="presOf" srcId="{9DF5F683-70F5-465E-BA0F-CB554902C9DB}" destId="{FCAD5A38-53CB-48B1-8D23-BDF2554657B4}" srcOrd="0" destOrd="9" presId="urn:microsoft.com/office/officeart/2005/8/layout/hList1"/>
    <dgm:cxn modelId="{E32F915D-3EB2-4AAD-BA0A-0869DF77CA54}" srcId="{49EFCB75-FE81-4729-B714-3FAA6B8B0B5E}" destId="{3E3A831B-78E8-47E6-B028-B77602F79EB2}" srcOrd="2" destOrd="0" parTransId="{6F62B09A-D24D-46D0-9A16-11C5B3C913E7}" sibTransId="{18EE73A9-7796-4A24-A4BA-EAD41428F21F}"/>
    <dgm:cxn modelId="{23E81742-4557-4A0D-90A1-B2E6F6AFEE8C}" type="presOf" srcId="{661F0761-5033-419E-BB13-411C3C3FC255}" destId="{FCAD5A38-53CB-48B1-8D23-BDF2554657B4}" srcOrd="0" destOrd="5" presId="urn:microsoft.com/office/officeart/2005/8/layout/hList1"/>
    <dgm:cxn modelId="{DFA28C42-10F2-4CE0-A7DE-5B0AF73EF13E}" type="presOf" srcId="{C13FFBEC-5C8B-4F6C-9B43-C07C8D83476B}" destId="{7DC455E3-E3F4-4C0E-9FAD-CCE7006CABD1}" srcOrd="0" destOrd="2" presId="urn:microsoft.com/office/officeart/2005/8/layout/hList1"/>
    <dgm:cxn modelId="{698E2845-2541-4A62-AB98-A853A6E5732C}" type="presOf" srcId="{251CF8B3-9C14-4795-ABD5-9AC916A8D0BA}" destId="{A18FF002-A7DE-4B8D-AD56-4E0FA7A3A4A1}" srcOrd="0" destOrd="7" presId="urn:microsoft.com/office/officeart/2005/8/layout/hList1"/>
    <dgm:cxn modelId="{7F345045-4762-4432-9856-7E0A061113C1}" srcId="{49EFCB75-FE81-4729-B714-3FAA6B8B0B5E}" destId="{4EE6238D-3BEB-46EB-A984-C467D160918B}" srcOrd="0" destOrd="0" parTransId="{2184963B-1FA4-4640-9CFA-DB96BD725AF6}" sibTransId="{7D53207E-6781-4914-B84C-003B3D9ED919}"/>
    <dgm:cxn modelId="{482D9748-63A4-40B6-B231-6B184D164AD6}" type="presOf" srcId="{CCE06554-0325-47E6-ADA0-F4FC8D41594D}" destId="{FCAD5A38-53CB-48B1-8D23-BDF2554657B4}" srcOrd="0" destOrd="4" presId="urn:microsoft.com/office/officeart/2005/8/layout/hList1"/>
    <dgm:cxn modelId="{81ECA568-40F0-42F9-B0DE-62EE55096714}" srcId="{5C193443-1418-4213-B833-4B174035EE8D}" destId="{F96434BE-C848-449F-849C-47ECDC7618A5}" srcOrd="4" destOrd="0" parTransId="{99842E31-5BE3-4833-A1BC-E54E9A05A143}" sibTransId="{009B1AE5-70FD-412F-8F34-3A4D07F2F1D4}"/>
    <dgm:cxn modelId="{13DDB749-254E-4F41-A6F3-8EF865428B3D}" srcId="{81F078F6-C7C0-462B-A1DB-BFAB61D35756}" destId="{C8F49A55-A4A3-4D81-86F9-214DE4C31C1F}" srcOrd="3" destOrd="0" parTransId="{B8A246DE-7C29-446C-9168-3C29AC180991}" sibTransId="{DB07B131-7516-41A7-8785-F2CF2BEFC263}"/>
    <dgm:cxn modelId="{1A7C9E4A-5E6C-4D15-8876-0BBFEEB55261}" srcId="{BEA1B124-2961-4C6E-AF36-9F18E3AEA96E}" destId="{5C193443-1418-4213-B833-4B174035EE8D}" srcOrd="3" destOrd="0" parTransId="{E752DE53-119B-4645-8368-955853DDF996}" sibTransId="{70409959-7BBB-4B3E-8394-561CD588050A}"/>
    <dgm:cxn modelId="{9DA8396C-ADC6-49A0-9890-0BD1DF4B5425}" type="presOf" srcId="{82B3B737-84FD-43F0-A7E5-2DE80851F599}" destId="{A18FF002-A7DE-4B8D-AD56-4E0FA7A3A4A1}" srcOrd="0" destOrd="9" presId="urn:microsoft.com/office/officeart/2005/8/layout/hList1"/>
    <dgm:cxn modelId="{FF8E526C-CE4F-430F-A19D-36128208539E}" type="presOf" srcId="{CBC55450-AB93-4C7B-9736-5962B7A14073}" destId="{A18FF002-A7DE-4B8D-AD56-4E0FA7A3A4A1}" srcOrd="0" destOrd="3" presId="urn:microsoft.com/office/officeart/2005/8/layout/hList1"/>
    <dgm:cxn modelId="{291FD76C-39A0-458C-8FC2-DC19257EFF28}" type="presOf" srcId="{F96434BE-C848-449F-849C-47ECDC7618A5}" destId="{C44A0415-1DA4-431D-8B23-CEF0B79FB1E4}" srcOrd="0" destOrd="4" presId="urn:microsoft.com/office/officeart/2005/8/layout/hList1"/>
    <dgm:cxn modelId="{AAB8AD6E-41BD-DA44-BC92-9E4EEEC051CA}" type="presOf" srcId="{3E3A831B-78E8-47E6-B028-B77602F79EB2}" destId="{7DC455E3-E3F4-4C0E-9FAD-CCE7006CABD1}" srcOrd="0" destOrd="6" presId="urn:microsoft.com/office/officeart/2005/8/layout/hList1"/>
    <dgm:cxn modelId="{8E059B6F-1D29-44C9-8AF2-D082C8D10906}" type="presOf" srcId="{495B30A1-1834-4AF5-A929-FB3B26F5B42A}" destId="{7DC455E3-E3F4-4C0E-9FAD-CCE7006CABD1}" srcOrd="0" destOrd="4" presId="urn:microsoft.com/office/officeart/2005/8/layout/hList1"/>
    <dgm:cxn modelId="{688DB46F-4C11-4927-B0DE-6B5ADD74212A}" srcId="{B85CC74B-4D52-460B-80A2-19C479FF5942}" destId="{C8E5B179-9C5C-4566-B02E-2AEA1ADE253E}" srcOrd="5" destOrd="0" parTransId="{DC2D95A2-5FFF-4EC3-BED9-DEC6CB3F6BA2}" sibTransId="{43E0C423-6670-4AE1-9909-35BD781579F3}"/>
    <dgm:cxn modelId="{9D729F72-EADB-422E-8595-17E36222407C}" type="presOf" srcId="{D72ECE8D-5E92-443B-91E7-AECB63B93F4F}" destId="{FCAD5A38-53CB-48B1-8D23-BDF2554657B4}" srcOrd="0" destOrd="8" presId="urn:microsoft.com/office/officeart/2005/8/layout/hList1"/>
    <dgm:cxn modelId="{49922953-ED2C-F64D-B1B6-196C71A7E2D5}" type="presOf" srcId="{F07A92F0-DDB9-43E5-9211-69F892728F95}" destId="{A18FF002-A7DE-4B8D-AD56-4E0FA7A3A4A1}" srcOrd="0" destOrd="0" presId="urn:microsoft.com/office/officeart/2005/8/layout/hList1"/>
    <dgm:cxn modelId="{A19AC854-D239-4510-ACCA-975A75411F3A}" type="presOf" srcId="{76088871-5F72-42B5-B058-51A48A9D2F4F}" destId="{FCAD5A38-53CB-48B1-8D23-BDF2554657B4}" srcOrd="0" destOrd="2" presId="urn:microsoft.com/office/officeart/2005/8/layout/hList1"/>
    <dgm:cxn modelId="{E33CE454-E858-48B4-83F0-B20DA5186711}" type="presOf" srcId="{1A142701-2088-46D2-8478-56759FAC6CE4}" destId="{7DC455E3-E3F4-4C0E-9FAD-CCE7006CABD1}" srcOrd="0" destOrd="8" presId="urn:microsoft.com/office/officeart/2005/8/layout/hList1"/>
    <dgm:cxn modelId="{413DE576-F752-4243-8607-C4105B5D5EAB}" srcId="{5C193443-1418-4213-B833-4B174035EE8D}" destId="{6FB95A20-DFC7-495D-B8DA-0C43DD7B88D7}" srcOrd="0" destOrd="0" parTransId="{12FA3358-37AC-45FF-85A5-451C20CD5385}" sibTransId="{F93C2C99-76B8-4730-A6EC-D4758DB746A1}"/>
    <dgm:cxn modelId="{3C315257-BC48-4472-9420-720C2D200576}" type="presOf" srcId="{9B16A407-3939-491C-8EBF-D3C14D30C44C}" destId="{C44A0415-1DA4-431D-8B23-CEF0B79FB1E4}" srcOrd="0" destOrd="3" presId="urn:microsoft.com/office/officeart/2005/8/layout/hList1"/>
    <dgm:cxn modelId="{A00B3B7A-C8E6-4CDB-B353-D807D0042738}" type="presOf" srcId="{27221396-0535-4729-8C1D-A69DB4DFACDF}" destId="{C44A0415-1DA4-431D-8B23-CEF0B79FB1E4}" srcOrd="0" destOrd="2" presId="urn:microsoft.com/office/officeart/2005/8/layout/hList1"/>
    <dgm:cxn modelId="{8CF10D7C-4ABF-47E9-901B-A1D345D6A8BA}" type="presOf" srcId="{DA0F7AC7-2EAF-4BC2-AF68-039975F8E096}" destId="{7DC455E3-E3F4-4C0E-9FAD-CCE7006CABD1}" srcOrd="0" destOrd="3" presId="urn:microsoft.com/office/officeart/2005/8/layout/hList1"/>
    <dgm:cxn modelId="{E6214C7D-ABD4-4433-A83A-57EF7F939210}" srcId="{81F078F6-C7C0-462B-A1DB-BFAB61D35756}" destId="{495B30A1-1834-4AF5-A929-FB3B26F5B42A}" srcOrd="2" destOrd="0" parTransId="{6EACF5F7-B5B1-43B8-9612-182D6AF04576}" sibTransId="{0FAD3DA8-34AA-49F4-9904-E03F8AE5CB6E}"/>
    <dgm:cxn modelId="{12A4E57E-237E-4ADF-B982-22B3AE48D04C}" srcId="{B85CC74B-4D52-460B-80A2-19C479FF5942}" destId="{13F0C6AE-B6FF-4601-9A15-7D8E838519D7}" srcOrd="4" destOrd="0" parTransId="{5F512EA7-A555-4193-961E-B99E47FCC093}" sibTransId="{E6581A07-676E-48EA-96AE-0DEECD909B2C}"/>
    <dgm:cxn modelId="{A5052881-7EAB-42C5-9557-E1226E842695}" srcId="{B85CC74B-4D52-460B-80A2-19C479FF5942}" destId="{82B3B737-84FD-43F0-A7E5-2DE80851F599}" srcOrd="9" destOrd="0" parTransId="{85F34375-1CBE-4E92-ADBB-A76E438A91C1}" sibTransId="{71317F10-4D88-49D3-8E0A-281FFFB5140D}"/>
    <dgm:cxn modelId="{58D10582-027D-ED4D-B422-7B9E3BDDE1C9}" type="presOf" srcId="{4EE6238D-3BEB-46EB-A984-C467D160918B}" destId="{7DC455E3-E3F4-4C0E-9FAD-CCE7006CABD1}" srcOrd="0" destOrd="0" presId="urn:microsoft.com/office/officeart/2005/8/layout/hList1"/>
    <dgm:cxn modelId="{82AA1984-313C-4DDA-9EFC-A309FE327FE7}" srcId="{BEA1B124-2961-4C6E-AF36-9F18E3AEA96E}" destId="{49EFCB75-FE81-4729-B714-3FAA6B8B0B5E}" srcOrd="2" destOrd="0" parTransId="{0A0D2FCC-1A33-472E-819E-239C8BD56C56}" sibTransId="{BA986D67-D10B-4B05-8755-80D43421E3FB}"/>
    <dgm:cxn modelId="{16E18587-E683-46FA-9A60-8F1E2AB0A34E}" srcId="{5C193443-1418-4213-B833-4B174035EE8D}" destId="{DBC203EB-AF8B-4024-95F0-0A440B4B18EA}" srcOrd="5" destOrd="0" parTransId="{F790D39F-C9AB-44C0-A4AC-D525A50FDBD1}" sibTransId="{37B7FB3C-6D3B-4970-854D-3CFC158201D1}"/>
    <dgm:cxn modelId="{7BAB6B89-5385-46D0-82DD-EDF48FBB38FD}" srcId="{661F0761-5033-419E-BB13-411C3C3FC255}" destId="{9DF5F683-70F5-465E-BA0F-CB554902C9DB}" srcOrd="3" destOrd="0" parTransId="{C8BBC35E-C383-4435-B3DD-A3949D0DA6A0}" sibTransId="{45E6E108-F0FD-4A88-A11E-A0B94531BFB3}"/>
    <dgm:cxn modelId="{47AF578D-31F8-437E-9E74-AF664E722F54}" type="presOf" srcId="{5AAEB18D-502E-4A34-B23D-17EE28E7FF20}" destId="{A18FF002-A7DE-4B8D-AD56-4E0FA7A3A4A1}" srcOrd="0" destOrd="1" presId="urn:microsoft.com/office/officeart/2005/8/layout/hList1"/>
    <dgm:cxn modelId="{DCFBCA92-5354-432E-9BC5-48C959ED3172}" type="presOf" srcId="{C06B52A2-863E-4867-BB31-C23AB6D0F62D}" destId="{A18FF002-A7DE-4B8D-AD56-4E0FA7A3A4A1}" srcOrd="0" destOrd="6" presId="urn:microsoft.com/office/officeart/2005/8/layout/hList1"/>
    <dgm:cxn modelId="{5E4B1593-F6BD-4820-BF3A-D4A8F467C42C}" type="presOf" srcId="{810913B7-12B2-409D-8729-21EBC04ABB96}" destId="{FCAD5A38-53CB-48B1-8D23-BDF2554657B4}" srcOrd="0" destOrd="1" presId="urn:microsoft.com/office/officeart/2005/8/layout/hList1"/>
    <dgm:cxn modelId="{42819C93-53DD-4CCB-A0E1-44A2C74AC15D}" srcId="{81F078F6-C7C0-462B-A1DB-BFAB61D35756}" destId="{DA0F7AC7-2EAF-4BC2-AF68-039975F8E096}" srcOrd="1" destOrd="0" parTransId="{E4666CC7-3520-4845-B36C-70B31D2CA364}" sibTransId="{32B1A4EE-E20C-48BE-A62E-4AD69CD8F6AE}"/>
    <dgm:cxn modelId="{C589A197-DAF0-402D-8533-A6393EC9F7F6}" srcId="{B85CC74B-4D52-460B-80A2-19C479FF5942}" destId="{F34BE9DA-BF96-4BC6-9FC7-77EBDBBA447F}" srcOrd="8" destOrd="0" parTransId="{5C3BCDC5-90BF-41DF-A1B9-29CBB886ABE0}" sibTransId="{1CE081E0-F680-4791-97CD-EE45D52DE9D6}"/>
    <dgm:cxn modelId="{05A1019A-E25A-41D9-BEF6-40842E0795C1}" type="presOf" srcId="{4B4CC2C3-6AC8-4978-88EB-36BF9964A2D8}" destId="{FCAD5A38-53CB-48B1-8D23-BDF2554657B4}" srcOrd="0" destOrd="6" presId="urn:microsoft.com/office/officeart/2005/8/layout/hList1"/>
    <dgm:cxn modelId="{53EBDC9F-C5E6-4BFE-80F6-1FEC2E8FF5DE}" srcId="{0A225830-066B-4667-90F3-629364B3C76B}" destId="{40F4906D-7B94-4193-949F-E796F0576F4E}" srcOrd="3" destOrd="0" parTransId="{BF205141-736D-4920-BCB7-5AC9E3280496}" sibTransId="{231A9721-A253-4624-9B28-44C1F0B267D4}"/>
    <dgm:cxn modelId="{E430F8A0-8B80-47F7-93FF-07A48EA6002D}" srcId="{B85CC74B-4D52-460B-80A2-19C479FF5942}" destId="{C06B52A2-863E-4867-BB31-C23AB6D0F62D}" srcOrd="6" destOrd="0" parTransId="{9C3AF6B2-C361-4C85-B3BF-CC0189AE05B4}" sibTransId="{2703AF5D-440F-4360-BCA0-B63DDBE99E39}"/>
    <dgm:cxn modelId="{63028CA1-3C03-4275-A7A0-D9B67A8AD113}" srcId="{49EFCB75-FE81-4729-B714-3FAA6B8B0B5E}" destId="{81F078F6-C7C0-462B-A1DB-BFAB61D35756}" srcOrd="1" destOrd="0" parTransId="{E486187D-A8AF-405D-91A0-8D8065CD73BB}" sibTransId="{BAB48641-49C7-4263-B430-A2D0ED51402F}"/>
    <dgm:cxn modelId="{E1C108A2-AB81-114A-B8A1-5408EEA75548}" type="presOf" srcId="{49EFCB75-FE81-4729-B714-3FAA6B8B0B5E}" destId="{F2650154-7CEA-4C9D-A6E5-E5A9A2BE8315}" srcOrd="0" destOrd="0" presId="urn:microsoft.com/office/officeart/2005/8/layout/hList1"/>
    <dgm:cxn modelId="{D5B02FA4-CD51-4326-8678-863EBB6307F5}" type="presOf" srcId="{F34BE9DA-BF96-4BC6-9FC7-77EBDBBA447F}" destId="{A18FF002-A7DE-4B8D-AD56-4E0FA7A3A4A1}" srcOrd="0" destOrd="8" presId="urn:microsoft.com/office/officeart/2005/8/layout/hList1"/>
    <dgm:cxn modelId="{7EF167A7-95B3-482E-93DD-D076D21BD187}" srcId="{49EFCB75-FE81-4729-B714-3FAA6B8B0B5E}" destId="{F94E8492-437C-498D-AB14-E38065ECF7E5}" srcOrd="3" destOrd="0" parTransId="{26A18F4F-89CB-44B1-BB1D-6C0EDD7F7072}" sibTransId="{2D27DB52-A024-4CB0-BC16-2E99F28292C2}"/>
    <dgm:cxn modelId="{D37AF7A7-A430-4FFC-B123-51551DF2D694}" srcId="{5C193443-1418-4213-B833-4B174035EE8D}" destId="{7A4195EA-C5B1-4153-B1EB-395B0E051EBB}" srcOrd="1" destOrd="0" parTransId="{34C8E1F0-0EE8-4BCD-8865-1C087D601020}" sibTransId="{58E0CF40-4270-46FB-9E54-FDC6C1357E73}"/>
    <dgm:cxn modelId="{8FC5A6A8-05AC-A243-BBDD-30864B7F7F85}" type="presOf" srcId="{0A225830-066B-4667-90F3-629364B3C76B}" destId="{78B4F291-C532-4311-9F30-8F33272633D3}" srcOrd="0" destOrd="0" presId="urn:microsoft.com/office/officeart/2005/8/layout/hList1"/>
    <dgm:cxn modelId="{F676BDAB-49E9-4A80-834F-AEBF2766F9E2}" srcId="{49EFCB75-FE81-4729-B714-3FAA6B8B0B5E}" destId="{1A142701-2088-46D2-8478-56759FAC6CE4}" srcOrd="4" destOrd="0" parTransId="{753BCAA7-D32F-476D-9F83-026D92C7C22D}" sibTransId="{4E71BF9B-AD28-4885-AA75-5C1E570022C9}"/>
    <dgm:cxn modelId="{BA4BC9AB-B758-40F4-8698-CDFA7B2AEDF8}" srcId="{661F0761-5033-419E-BB13-411C3C3FC255}" destId="{4B4CC2C3-6AC8-4978-88EB-36BF9964A2D8}" srcOrd="0" destOrd="0" parTransId="{681AFEC3-94AD-485E-B073-F7688C91ECDB}" sibTransId="{3BA8C481-DEE3-43A1-9FC2-4ABB5B12A080}"/>
    <dgm:cxn modelId="{E99B58B0-C714-4BC6-ABEA-AA695E02EB71}" srcId="{BEA1B124-2961-4C6E-AF36-9F18E3AEA96E}" destId="{0A225830-066B-4667-90F3-629364B3C76B}" srcOrd="1" destOrd="0" parTransId="{C4871BC8-38BF-4B21-AFC4-A87D9BCB2C1C}" sibTransId="{AB0A4224-69F3-46FA-9037-D2EE5F317D22}"/>
    <dgm:cxn modelId="{F3BAF5B1-C4F7-4CB3-9E5F-736F569FEC89}" type="presOf" srcId="{7A4195EA-C5B1-4153-B1EB-395B0E051EBB}" destId="{C44A0415-1DA4-431D-8B23-CEF0B79FB1E4}" srcOrd="0" destOrd="1" presId="urn:microsoft.com/office/officeart/2005/8/layout/hList1"/>
    <dgm:cxn modelId="{9C1271B4-683D-49E9-B255-770FD52CE913}" srcId="{661F0761-5033-419E-BB13-411C3C3FC255}" destId="{D20DA1B6-B758-4A36-868B-1EEADBEE7BE1}" srcOrd="1" destOrd="0" parTransId="{F790810B-A992-44BF-A749-74CB08FAFCB9}" sibTransId="{FA0CAA89-E8E6-4801-B815-F443903D30A3}"/>
    <dgm:cxn modelId="{030D0AB9-1E53-429E-A112-02E169DB13AD}" srcId="{661F0761-5033-419E-BB13-411C3C3FC255}" destId="{D72ECE8D-5E92-443B-91E7-AECB63B93F4F}" srcOrd="2" destOrd="0" parTransId="{C33F1AC9-588F-4ECA-B3C7-774A09B0350D}" sibTransId="{86C7E224-8955-46E5-87A6-8761814ED966}"/>
    <dgm:cxn modelId="{C0298CBA-F842-4727-BCC5-05A0B331C1B5}" srcId="{0A225830-066B-4667-90F3-629364B3C76B}" destId="{810913B7-12B2-409D-8729-21EBC04ABB96}" srcOrd="1" destOrd="0" parTransId="{8C8409A8-A635-4CFA-87C5-0807A9938402}" sibTransId="{FEA48C66-8FB6-4E11-9FFD-26E6A783A6E6}"/>
    <dgm:cxn modelId="{664E52BC-4675-4B7E-9B99-1BADDEA730E7}" type="presOf" srcId="{DBC203EB-AF8B-4024-95F0-0A440B4B18EA}" destId="{C44A0415-1DA4-431D-8B23-CEF0B79FB1E4}" srcOrd="0" destOrd="5" presId="urn:microsoft.com/office/officeart/2005/8/layout/hList1"/>
    <dgm:cxn modelId="{416486BE-1465-2B45-A5EE-9EBACD66EC59}" type="presOf" srcId="{8BF4A2E7-72F3-4814-B5C1-422FC16AB24C}" destId="{FCAD5A38-53CB-48B1-8D23-BDF2554657B4}" srcOrd="0" destOrd="0" presId="urn:microsoft.com/office/officeart/2005/8/layout/hList1"/>
    <dgm:cxn modelId="{3C29C8C6-D675-42DB-98A7-DCDE8B4F9109}" srcId="{B85CC74B-4D52-460B-80A2-19C479FF5942}" destId="{5AAEB18D-502E-4A34-B23D-17EE28E7FF20}" srcOrd="1" destOrd="0" parTransId="{D4193203-CA1B-42F4-9AF7-5A7D06153D2B}" sibTransId="{72E6C484-6D30-4F0F-B896-2C90C98A8FAD}"/>
    <dgm:cxn modelId="{DE98F8C7-1F5A-41A0-85B9-0922BAF50C46}" srcId="{5C193443-1418-4213-B833-4B174035EE8D}" destId="{27221396-0535-4729-8C1D-A69DB4DFACDF}" srcOrd="2" destOrd="0" parTransId="{CB976592-2875-49D0-88AC-DD73778566DE}" sibTransId="{394AA383-4C12-4367-9CE5-92E65371BDDB}"/>
    <dgm:cxn modelId="{1EBA10CC-1113-4EF3-A110-826B9821FD4C}" type="presOf" srcId="{81F078F6-C7C0-462B-A1DB-BFAB61D35756}" destId="{7DC455E3-E3F4-4C0E-9FAD-CCE7006CABD1}" srcOrd="0" destOrd="1" presId="urn:microsoft.com/office/officeart/2005/8/layout/hList1"/>
    <dgm:cxn modelId="{2E60FCD4-5471-4D6D-94BD-ABA5CAD98323}" srcId="{81F078F6-C7C0-462B-A1DB-BFAB61D35756}" destId="{C13FFBEC-5C8B-4F6C-9B43-C07C8D83476B}" srcOrd="0" destOrd="0" parTransId="{05138356-93A2-4A1B-B32E-52EACCF755CE}" sibTransId="{93D3513F-FBEB-4173-A3C2-11C8E417CAFD}"/>
    <dgm:cxn modelId="{99B814D8-B27C-47F8-AEE2-2E921C0BA65C}" type="presOf" srcId="{F63DED2A-0AF3-45A7-B1A1-F01057CD5A92}" destId="{C44A0415-1DA4-431D-8B23-CEF0B79FB1E4}" srcOrd="0" destOrd="6" presId="urn:microsoft.com/office/officeart/2005/8/layout/hList1"/>
    <dgm:cxn modelId="{EE07EADA-B6B5-7541-AB40-6F8BE7C6F521}" type="presOf" srcId="{F94E8492-437C-498D-AB14-E38065ECF7E5}" destId="{7DC455E3-E3F4-4C0E-9FAD-CCE7006CABD1}" srcOrd="0" destOrd="7" presId="urn:microsoft.com/office/officeart/2005/8/layout/hList1"/>
    <dgm:cxn modelId="{E168DFDD-B485-49C4-A663-9AB1824766FD}" type="presOf" srcId="{40F4906D-7B94-4193-949F-E796F0576F4E}" destId="{FCAD5A38-53CB-48B1-8D23-BDF2554657B4}" srcOrd="0" destOrd="3" presId="urn:microsoft.com/office/officeart/2005/8/layout/hList1"/>
    <dgm:cxn modelId="{4C8E5FE4-A3D0-46BC-A3CE-85A0B1DECF91}" srcId="{49EFCB75-FE81-4729-B714-3FAA6B8B0B5E}" destId="{5503BEB6-264E-4CFD-888C-F90AF362B8DB}" srcOrd="5" destOrd="0" parTransId="{C8168B34-30E6-4A90-BD4E-4D70DFE67E52}" sibTransId="{A81D3FFC-0775-4F01-B7DC-BF405DA0D9D7}"/>
    <dgm:cxn modelId="{1BCC33F0-C7F8-474E-9CCC-87A3E8D163F7}" srcId="{0A225830-066B-4667-90F3-629364B3C76B}" destId="{CCE06554-0325-47E6-ADA0-F4FC8D41594D}" srcOrd="4" destOrd="0" parTransId="{C6D797AD-4CB6-4070-BD29-01BD71D1A76C}" sibTransId="{F154955F-3A4F-494A-AEDC-9094DAAD2C51}"/>
    <dgm:cxn modelId="{FA3BEDF1-214E-2348-9C18-57EDB90096D0}" type="presOf" srcId="{5C193443-1418-4213-B833-4B174035EE8D}" destId="{13A0F0F3-8758-4EFD-A9FC-FE9D4C8F4F7C}" srcOrd="0" destOrd="0" presId="urn:microsoft.com/office/officeart/2005/8/layout/hList1"/>
    <dgm:cxn modelId="{2776D2F3-39E6-4867-9857-0A87C1EEB2EC}" srcId="{0A225830-066B-4667-90F3-629364B3C76B}" destId="{661F0761-5033-419E-BB13-411C3C3FC255}" srcOrd="5" destOrd="0" parTransId="{99D390F6-D804-42DA-9E61-CFD9C15BB9D3}" sibTransId="{448A601F-CC99-4B25-9104-EA62FED6BE68}"/>
    <dgm:cxn modelId="{118384FB-C280-4E76-A0D8-7A8448C31DA4}" srcId="{B85CC74B-4D52-460B-80A2-19C479FF5942}" destId="{F07A92F0-DDB9-43E5-9211-69F892728F95}" srcOrd="0" destOrd="0" parTransId="{801C51E9-7B29-4D75-A39A-7DF13CBE33A8}" sibTransId="{6D5FBB14-F03A-49C7-A7DE-480E11C518BE}"/>
    <dgm:cxn modelId="{07FCCEFB-55C5-456D-BEB7-82FD3B846478}" type="presOf" srcId="{D20DA1B6-B758-4A36-868B-1EEADBEE7BE1}" destId="{FCAD5A38-53CB-48B1-8D23-BDF2554657B4}" srcOrd="0" destOrd="7" presId="urn:microsoft.com/office/officeart/2005/8/layout/hList1"/>
    <dgm:cxn modelId="{5E12ADFD-0705-4C77-868A-E4030559CA06}" type="presOf" srcId="{C8E5B179-9C5C-4566-B02E-2AEA1ADE253E}" destId="{A18FF002-A7DE-4B8D-AD56-4E0FA7A3A4A1}" srcOrd="0" destOrd="5" presId="urn:microsoft.com/office/officeart/2005/8/layout/hList1"/>
    <dgm:cxn modelId="{86E2BDFF-2633-4695-8CB2-699ECEA35A57}" type="presOf" srcId="{C8F49A55-A4A3-4D81-86F9-214DE4C31C1F}" destId="{7DC455E3-E3F4-4C0E-9FAD-CCE7006CABD1}" srcOrd="0" destOrd="5" presId="urn:microsoft.com/office/officeart/2005/8/layout/hList1"/>
    <dgm:cxn modelId="{C75879F1-759E-3E4C-B87C-1FA138A0403F}" type="presParOf" srcId="{FA8F8A11-592D-4320-BE70-511A882E207C}" destId="{B595E4E0-5D7A-446F-BA59-4A5DAB829215}" srcOrd="0" destOrd="0" presId="urn:microsoft.com/office/officeart/2005/8/layout/hList1"/>
    <dgm:cxn modelId="{71A37DAC-7CAA-D34C-92F1-55B354F28CA8}" type="presParOf" srcId="{B595E4E0-5D7A-446F-BA59-4A5DAB829215}" destId="{1FD0B46B-FF90-4474-B38F-0A3D76A192B5}" srcOrd="0" destOrd="0" presId="urn:microsoft.com/office/officeart/2005/8/layout/hList1"/>
    <dgm:cxn modelId="{A8030FC4-3FD0-314A-80C4-5CDD47CD1BBA}" type="presParOf" srcId="{B595E4E0-5D7A-446F-BA59-4A5DAB829215}" destId="{A18FF002-A7DE-4B8D-AD56-4E0FA7A3A4A1}" srcOrd="1" destOrd="0" presId="urn:microsoft.com/office/officeart/2005/8/layout/hList1"/>
    <dgm:cxn modelId="{11DCE61B-A8CA-4445-985C-581C78E74F91}" type="presParOf" srcId="{FA8F8A11-592D-4320-BE70-511A882E207C}" destId="{09B8B197-DEB2-4989-957D-B131E46113A7}" srcOrd="1" destOrd="0" presId="urn:microsoft.com/office/officeart/2005/8/layout/hList1"/>
    <dgm:cxn modelId="{64FE7061-D810-5F4D-868F-5ABB82C10D6E}" type="presParOf" srcId="{FA8F8A11-592D-4320-BE70-511A882E207C}" destId="{DFB095C9-67A2-4183-9889-5A42CEDD5DDF}" srcOrd="2" destOrd="0" presId="urn:microsoft.com/office/officeart/2005/8/layout/hList1"/>
    <dgm:cxn modelId="{7BA85153-2D12-8945-B769-D2B234B040C1}" type="presParOf" srcId="{DFB095C9-67A2-4183-9889-5A42CEDD5DDF}" destId="{78B4F291-C532-4311-9F30-8F33272633D3}" srcOrd="0" destOrd="0" presId="urn:microsoft.com/office/officeart/2005/8/layout/hList1"/>
    <dgm:cxn modelId="{36E80FDE-E7D1-2F40-AE20-79372448158D}" type="presParOf" srcId="{DFB095C9-67A2-4183-9889-5A42CEDD5DDF}" destId="{FCAD5A38-53CB-48B1-8D23-BDF2554657B4}" srcOrd="1" destOrd="0" presId="urn:microsoft.com/office/officeart/2005/8/layout/hList1"/>
    <dgm:cxn modelId="{38969603-D456-8B41-A867-77FF84CCAC30}" type="presParOf" srcId="{FA8F8A11-592D-4320-BE70-511A882E207C}" destId="{E322B160-0957-4BAA-97E4-EC1EBF3AAA88}" srcOrd="3" destOrd="0" presId="urn:microsoft.com/office/officeart/2005/8/layout/hList1"/>
    <dgm:cxn modelId="{65816C74-9BF9-A845-9231-8A33A8CCA952}" type="presParOf" srcId="{FA8F8A11-592D-4320-BE70-511A882E207C}" destId="{A56B2D64-2066-4452-9316-B1B3AA05F30C}" srcOrd="4" destOrd="0" presId="urn:microsoft.com/office/officeart/2005/8/layout/hList1"/>
    <dgm:cxn modelId="{8E2D4D01-5224-9045-A658-C5E7F56843AD}" type="presParOf" srcId="{A56B2D64-2066-4452-9316-B1B3AA05F30C}" destId="{F2650154-7CEA-4C9D-A6E5-E5A9A2BE8315}" srcOrd="0" destOrd="0" presId="urn:microsoft.com/office/officeart/2005/8/layout/hList1"/>
    <dgm:cxn modelId="{80D30F9E-004B-154B-A1D7-BE4E868EE9D9}" type="presParOf" srcId="{A56B2D64-2066-4452-9316-B1B3AA05F30C}" destId="{7DC455E3-E3F4-4C0E-9FAD-CCE7006CABD1}" srcOrd="1" destOrd="0" presId="urn:microsoft.com/office/officeart/2005/8/layout/hList1"/>
    <dgm:cxn modelId="{5A39030B-E0C6-564C-A977-186F193A6E37}" type="presParOf" srcId="{FA8F8A11-592D-4320-BE70-511A882E207C}" destId="{950CE5D0-4F14-44F0-AED1-C77F882BC4D1}" srcOrd="5" destOrd="0" presId="urn:microsoft.com/office/officeart/2005/8/layout/hList1"/>
    <dgm:cxn modelId="{96C1212F-C6CF-AE44-A6FF-A539DCCF5AF1}" type="presParOf" srcId="{FA8F8A11-592D-4320-BE70-511A882E207C}" destId="{3320F88B-67B0-4637-9FDB-374DA6B506BD}" srcOrd="6" destOrd="0" presId="urn:microsoft.com/office/officeart/2005/8/layout/hList1"/>
    <dgm:cxn modelId="{06A3B2FE-731A-8847-9B9E-1DD0FE17F393}" type="presParOf" srcId="{3320F88B-67B0-4637-9FDB-374DA6B506BD}" destId="{13A0F0F3-8758-4EFD-A9FC-FE9D4C8F4F7C}" srcOrd="0" destOrd="0" presId="urn:microsoft.com/office/officeart/2005/8/layout/hList1"/>
    <dgm:cxn modelId="{40752D57-6960-7F40-A061-AEA165CFF47B}" type="presParOf" srcId="{3320F88B-67B0-4637-9FDB-374DA6B506BD}" destId="{C44A0415-1DA4-431D-8B23-CEF0B79FB1E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EA1B124-2961-4C6E-AF36-9F18E3AEA96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B85CC74B-4D52-460B-80A2-19C479FF5942}">
      <dgm:prSet phldrT="[Text]" custT="1"/>
      <dgm:spPr/>
      <dgm:t>
        <a:bodyPr/>
        <a:lstStyle/>
        <a:p>
          <a:r>
            <a:rPr lang="es-MX" sz="1600" b="1" dirty="0"/>
            <a:t>Casos en los que no aplica la limitante</a:t>
          </a:r>
        </a:p>
      </dgm:t>
    </dgm:pt>
    <dgm:pt modelId="{BC088E36-9970-4A04-AE98-886214C9068A}" type="parTrans" cxnId="{408F5C20-ED61-4D8F-8C3C-482645D02E81}">
      <dgm:prSet/>
      <dgm:spPr/>
      <dgm:t>
        <a:bodyPr/>
        <a:lstStyle/>
        <a:p>
          <a:endParaRPr lang="es-MX"/>
        </a:p>
      </dgm:t>
    </dgm:pt>
    <dgm:pt modelId="{47BF3487-B397-4B75-8121-930BBCEABD4A}" type="sibTrans" cxnId="{408F5C20-ED61-4D8F-8C3C-482645D02E81}">
      <dgm:prSet/>
      <dgm:spPr/>
      <dgm:t>
        <a:bodyPr/>
        <a:lstStyle/>
        <a:p>
          <a:endParaRPr lang="es-MX"/>
        </a:p>
      </dgm:t>
    </dgm:pt>
    <dgm:pt modelId="{F07A92F0-DDB9-43E5-9211-69F892728F95}">
      <dgm:prSet phldrT="[Text]"/>
      <dgm:spPr/>
      <dgm:t>
        <a:bodyPr/>
        <a:lstStyle/>
        <a:p>
          <a:r>
            <a:rPr lang="es-ES" dirty="0"/>
            <a:t>Intereses derivados de deudas para: </a:t>
          </a:r>
          <a:endParaRPr lang="es-MX" dirty="0"/>
        </a:p>
      </dgm:t>
    </dgm:pt>
    <dgm:pt modelId="{801C51E9-7B29-4D75-A39A-7DF13CBE33A8}" type="parTrans" cxnId="{118384FB-C280-4E76-A0D8-7A8448C31DA4}">
      <dgm:prSet/>
      <dgm:spPr/>
      <dgm:t>
        <a:bodyPr/>
        <a:lstStyle/>
        <a:p>
          <a:endParaRPr lang="es-MX"/>
        </a:p>
      </dgm:t>
    </dgm:pt>
    <dgm:pt modelId="{6D5FBB14-F03A-49C7-A7DE-480E11C518BE}" type="sibTrans" cxnId="{118384FB-C280-4E76-A0D8-7A8448C31DA4}">
      <dgm:prSet/>
      <dgm:spPr/>
      <dgm:t>
        <a:bodyPr/>
        <a:lstStyle/>
        <a:p>
          <a:endParaRPr lang="es-MX"/>
        </a:p>
      </dgm:t>
    </dgm:pt>
    <dgm:pt modelId="{50634FC3-249E-44EA-A892-98ABACBF8D8F}">
      <dgm:prSet phldrT="[Text]"/>
      <dgm:spPr/>
      <dgm:t>
        <a:bodyPr/>
        <a:lstStyle/>
        <a:p>
          <a:r>
            <a:rPr lang="es-ES" dirty="0"/>
            <a:t>Financiar infraestructura pública</a:t>
          </a:r>
          <a:endParaRPr lang="es-MX" dirty="0"/>
        </a:p>
      </dgm:t>
    </dgm:pt>
    <dgm:pt modelId="{2CD28532-246F-4183-9D7C-A36C006E208E}" type="parTrans" cxnId="{458410C4-D16B-4EAA-A2F7-4F6EACF97941}">
      <dgm:prSet/>
      <dgm:spPr/>
      <dgm:t>
        <a:bodyPr/>
        <a:lstStyle/>
        <a:p>
          <a:endParaRPr lang="es-MX"/>
        </a:p>
      </dgm:t>
    </dgm:pt>
    <dgm:pt modelId="{BA951C2A-145D-46AE-BEE0-AF8A214C0C52}" type="sibTrans" cxnId="{458410C4-D16B-4EAA-A2F7-4F6EACF97941}">
      <dgm:prSet/>
      <dgm:spPr/>
      <dgm:t>
        <a:bodyPr/>
        <a:lstStyle/>
        <a:p>
          <a:endParaRPr lang="es-MX"/>
        </a:p>
      </dgm:t>
    </dgm:pt>
    <dgm:pt modelId="{93E4BB94-ADF2-4D18-9062-7969D08A8242}">
      <dgm:prSet phldrT="[Text]"/>
      <dgm:spPr/>
      <dgm:t>
        <a:bodyPr/>
        <a:lstStyle/>
        <a:p>
          <a:r>
            <a:rPr lang="es-ES" dirty="0"/>
            <a:t>Financiar construcciones o adquisición de terrenos en MÉXICO</a:t>
          </a:r>
          <a:endParaRPr lang="es-MX" dirty="0"/>
        </a:p>
      </dgm:t>
    </dgm:pt>
    <dgm:pt modelId="{B293D103-722B-4314-ABB4-FAFDB33F95CD}" type="parTrans" cxnId="{17B94D3D-1EA8-4DBB-B04D-AEA57BD2665F}">
      <dgm:prSet/>
      <dgm:spPr/>
      <dgm:t>
        <a:bodyPr/>
        <a:lstStyle/>
        <a:p>
          <a:endParaRPr lang="es-MX"/>
        </a:p>
      </dgm:t>
    </dgm:pt>
    <dgm:pt modelId="{B3BE638E-833C-4015-8BE8-27EC1B02FF54}" type="sibTrans" cxnId="{17B94D3D-1EA8-4DBB-B04D-AEA57BD2665F}">
      <dgm:prSet/>
      <dgm:spPr/>
      <dgm:t>
        <a:bodyPr/>
        <a:lstStyle/>
        <a:p>
          <a:endParaRPr lang="es-MX"/>
        </a:p>
      </dgm:t>
    </dgm:pt>
    <dgm:pt modelId="{9F571B73-E91F-40DD-A19C-219CBA5D9E60}">
      <dgm:prSet phldrT="[Text]"/>
      <dgm:spPr/>
      <dgm:t>
        <a:bodyPr/>
        <a:lstStyle/>
        <a:p>
          <a:r>
            <a:rPr lang="es-ES" dirty="0"/>
            <a:t>Financiar exploración, extracción, transporte, almacenamiento o distribución de petróleo o hidrocarburos</a:t>
          </a:r>
          <a:endParaRPr lang="es-MX" dirty="0"/>
        </a:p>
      </dgm:t>
    </dgm:pt>
    <dgm:pt modelId="{03F3B58F-3C4C-493B-A402-FAFEF84011D9}" type="parTrans" cxnId="{26ADE5BE-140B-4C63-A7F7-E64CC7C16A1E}">
      <dgm:prSet/>
      <dgm:spPr/>
      <dgm:t>
        <a:bodyPr/>
        <a:lstStyle/>
        <a:p>
          <a:endParaRPr lang="es-MX"/>
        </a:p>
      </dgm:t>
    </dgm:pt>
    <dgm:pt modelId="{9335C20C-380D-483C-973E-5C92F6A79735}" type="sibTrans" cxnId="{26ADE5BE-140B-4C63-A7F7-E64CC7C16A1E}">
      <dgm:prSet/>
      <dgm:spPr/>
      <dgm:t>
        <a:bodyPr/>
        <a:lstStyle/>
        <a:p>
          <a:endParaRPr lang="es-MX"/>
        </a:p>
      </dgm:t>
    </dgm:pt>
    <dgm:pt modelId="{51B0CF95-C41A-413E-BF04-BC805A5677D8}">
      <dgm:prSet phldrT="[Text]"/>
      <dgm:spPr/>
      <dgm:t>
        <a:bodyPr/>
        <a:lstStyle/>
        <a:p>
          <a:r>
            <a:rPr lang="es-ES" dirty="0"/>
            <a:t>Otros proyectos de industria extractiva y para la generación, transmisión o almacenamiento de electricidad o agua</a:t>
          </a:r>
          <a:endParaRPr lang="es-MX" dirty="0"/>
        </a:p>
      </dgm:t>
    </dgm:pt>
    <dgm:pt modelId="{BB1B3CB1-0533-43BA-ABAD-0261B83EC33E}" type="parTrans" cxnId="{437DA735-84E1-4208-8D6D-D88A57274026}">
      <dgm:prSet/>
      <dgm:spPr/>
      <dgm:t>
        <a:bodyPr/>
        <a:lstStyle/>
        <a:p>
          <a:endParaRPr lang="es-MX"/>
        </a:p>
      </dgm:t>
    </dgm:pt>
    <dgm:pt modelId="{0CADFC99-F964-4616-B923-08F34754F8D2}" type="sibTrans" cxnId="{437DA735-84E1-4208-8D6D-D88A57274026}">
      <dgm:prSet/>
      <dgm:spPr/>
      <dgm:t>
        <a:bodyPr/>
        <a:lstStyle/>
        <a:p>
          <a:endParaRPr lang="es-MX"/>
        </a:p>
      </dgm:t>
    </dgm:pt>
    <dgm:pt modelId="{EEC01E05-7973-458A-BA5B-8FDE17D060D1}">
      <dgm:prSet phldrT="[Text]"/>
      <dgm:spPr/>
      <dgm:t>
        <a:bodyPr/>
        <a:lstStyle/>
        <a:p>
          <a:r>
            <a:rPr lang="es-ES" dirty="0"/>
            <a:t>Rendimientos de deuda pública</a:t>
          </a:r>
          <a:endParaRPr lang="es-MX" dirty="0"/>
        </a:p>
      </dgm:t>
    </dgm:pt>
    <dgm:pt modelId="{CB5A7602-2D12-4A73-BB47-09B35155ACA5}" type="parTrans" cxnId="{31BB6DDA-1A10-46BD-B12C-15D11696F6C4}">
      <dgm:prSet/>
      <dgm:spPr/>
      <dgm:t>
        <a:bodyPr/>
        <a:lstStyle/>
        <a:p>
          <a:endParaRPr lang="es-MX"/>
        </a:p>
      </dgm:t>
    </dgm:pt>
    <dgm:pt modelId="{BD268C7D-C06B-433E-87D3-7BE4F2C7DB4C}" type="sibTrans" cxnId="{31BB6DDA-1A10-46BD-B12C-15D11696F6C4}">
      <dgm:prSet/>
      <dgm:spPr/>
      <dgm:t>
        <a:bodyPr/>
        <a:lstStyle/>
        <a:p>
          <a:endParaRPr lang="es-MX"/>
        </a:p>
      </dgm:t>
    </dgm:pt>
    <dgm:pt modelId="{802AD015-82D1-49BB-8272-5F8FC2ECB787}">
      <dgm:prSet phldrT="[Text]"/>
      <dgm:spPr/>
      <dgm:t>
        <a:bodyPr/>
        <a:lstStyle/>
        <a:p>
          <a:endParaRPr lang="es-MX" dirty="0"/>
        </a:p>
      </dgm:t>
    </dgm:pt>
    <dgm:pt modelId="{9E75A100-BAC8-4047-9515-DA24813C213B}" type="parTrans" cxnId="{7F736309-DEA8-4AF2-911A-DE437E7C1930}">
      <dgm:prSet/>
      <dgm:spPr/>
      <dgm:t>
        <a:bodyPr/>
        <a:lstStyle/>
        <a:p>
          <a:endParaRPr lang="es-MX"/>
        </a:p>
      </dgm:t>
    </dgm:pt>
    <dgm:pt modelId="{DDB02701-BB05-4FCC-891E-88F2409A9F98}" type="sibTrans" cxnId="{7F736309-DEA8-4AF2-911A-DE437E7C1930}">
      <dgm:prSet/>
      <dgm:spPr/>
      <dgm:t>
        <a:bodyPr/>
        <a:lstStyle/>
        <a:p>
          <a:endParaRPr lang="es-MX"/>
        </a:p>
      </dgm:t>
    </dgm:pt>
    <dgm:pt modelId="{63673C04-C0BF-4C50-8834-5B5D489A1ACC}">
      <dgm:prSet phldrT="[Text]"/>
      <dgm:spPr/>
      <dgm:t>
        <a:bodyPr/>
        <a:lstStyle/>
        <a:p>
          <a:r>
            <a:rPr lang="es-ES" dirty="0"/>
            <a:t>NO APLICA LIMITANTE a miembros del sistema financiero o empresas productivas del Estado</a:t>
          </a:r>
          <a:endParaRPr lang="es-MX" dirty="0"/>
        </a:p>
      </dgm:t>
    </dgm:pt>
    <dgm:pt modelId="{C353F1C8-9120-4500-9409-53AB35F2B1C7}" type="parTrans" cxnId="{60BC83C7-4B98-4F86-B1D7-C01D02506511}">
      <dgm:prSet/>
      <dgm:spPr/>
      <dgm:t>
        <a:bodyPr/>
        <a:lstStyle/>
        <a:p>
          <a:endParaRPr lang="es-MX"/>
        </a:p>
      </dgm:t>
    </dgm:pt>
    <dgm:pt modelId="{145777D7-F4F1-45B7-9EBB-95BBE918B498}" type="sibTrans" cxnId="{60BC83C7-4B98-4F86-B1D7-C01D02506511}">
      <dgm:prSet/>
      <dgm:spPr/>
      <dgm:t>
        <a:bodyPr/>
        <a:lstStyle/>
        <a:p>
          <a:endParaRPr lang="es-MX"/>
        </a:p>
      </dgm:t>
    </dgm:pt>
    <dgm:pt modelId="{4E016AE7-F243-4285-8249-9B1AAE44C59D}">
      <dgm:prSet phldrT="[Text]"/>
      <dgm:spPr/>
      <dgm:t>
        <a:bodyPr/>
        <a:lstStyle/>
        <a:p>
          <a:endParaRPr lang="es-MX" dirty="0"/>
        </a:p>
      </dgm:t>
    </dgm:pt>
    <dgm:pt modelId="{B6503291-EE8F-4846-BA69-DED731874796}" type="parTrans" cxnId="{C0F573D7-ED67-41CE-9799-E75F632A1D13}">
      <dgm:prSet/>
      <dgm:spPr/>
      <dgm:t>
        <a:bodyPr/>
        <a:lstStyle/>
        <a:p>
          <a:endParaRPr lang="es-MX"/>
        </a:p>
      </dgm:t>
    </dgm:pt>
    <dgm:pt modelId="{44B1C17B-7C4D-4EF6-AA95-D68D85F380AC}" type="sibTrans" cxnId="{C0F573D7-ED67-41CE-9799-E75F632A1D13}">
      <dgm:prSet/>
      <dgm:spPr/>
      <dgm:t>
        <a:bodyPr/>
        <a:lstStyle/>
        <a:p>
          <a:endParaRPr lang="es-MX"/>
        </a:p>
      </dgm:t>
    </dgm:pt>
    <dgm:pt modelId="{FA8F8A11-592D-4320-BE70-511A882E207C}" type="pres">
      <dgm:prSet presAssocID="{BEA1B124-2961-4C6E-AF36-9F18E3AEA96E}" presName="Name0" presStyleCnt="0">
        <dgm:presLayoutVars>
          <dgm:dir/>
          <dgm:animLvl val="lvl"/>
          <dgm:resizeHandles val="exact"/>
        </dgm:presLayoutVars>
      </dgm:prSet>
      <dgm:spPr/>
    </dgm:pt>
    <dgm:pt modelId="{B595E4E0-5D7A-446F-BA59-4A5DAB829215}" type="pres">
      <dgm:prSet presAssocID="{B85CC74B-4D52-460B-80A2-19C479FF5942}" presName="composite" presStyleCnt="0"/>
      <dgm:spPr/>
    </dgm:pt>
    <dgm:pt modelId="{1FD0B46B-FF90-4474-B38F-0A3D76A192B5}" type="pres">
      <dgm:prSet presAssocID="{B85CC74B-4D52-460B-80A2-19C479FF5942}" presName="parTx" presStyleLbl="alignNode1" presStyleIdx="0" presStyleCnt="1">
        <dgm:presLayoutVars>
          <dgm:chMax val="0"/>
          <dgm:chPref val="0"/>
          <dgm:bulletEnabled val="1"/>
        </dgm:presLayoutVars>
      </dgm:prSet>
      <dgm:spPr/>
    </dgm:pt>
    <dgm:pt modelId="{A18FF002-A7DE-4B8D-AD56-4E0FA7A3A4A1}" type="pres">
      <dgm:prSet presAssocID="{B85CC74B-4D52-460B-80A2-19C479FF5942}" presName="desTx" presStyleLbl="alignAccFollowNode1" presStyleIdx="0" presStyleCnt="1">
        <dgm:presLayoutVars>
          <dgm:bulletEnabled val="1"/>
        </dgm:presLayoutVars>
      </dgm:prSet>
      <dgm:spPr/>
    </dgm:pt>
  </dgm:ptLst>
  <dgm:cxnLst>
    <dgm:cxn modelId="{7F736309-DEA8-4AF2-911A-DE437E7C1930}" srcId="{B85CC74B-4D52-460B-80A2-19C479FF5942}" destId="{802AD015-82D1-49BB-8272-5F8FC2ECB787}" srcOrd="1" destOrd="0" parTransId="{9E75A100-BAC8-4047-9515-DA24813C213B}" sibTransId="{DDB02701-BB05-4FCC-891E-88F2409A9F98}"/>
    <dgm:cxn modelId="{89CC7C0A-3E2F-420E-BED7-ABAE6EF7988F}" type="presOf" srcId="{EEC01E05-7973-458A-BA5B-8FDE17D060D1}" destId="{A18FF002-A7DE-4B8D-AD56-4E0FA7A3A4A1}" srcOrd="0" destOrd="6" presId="urn:microsoft.com/office/officeart/2005/8/layout/hList1"/>
    <dgm:cxn modelId="{6E25C314-2F01-E14C-A80E-8EC91345489C}" type="presOf" srcId="{BEA1B124-2961-4C6E-AF36-9F18E3AEA96E}" destId="{FA8F8A11-592D-4320-BE70-511A882E207C}" srcOrd="0" destOrd="0" presId="urn:microsoft.com/office/officeart/2005/8/layout/hList1"/>
    <dgm:cxn modelId="{F4C09A1D-BE6E-4904-A302-26D8734036E7}" type="presOf" srcId="{4E016AE7-F243-4285-8249-9B1AAE44C59D}" destId="{A18FF002-A7DE-4B8D-AD56-4E0FA7A3A4A1}" srcOrd="0" destOrd="7" presId="urn:microsoft.com/office/officeart/2005/8/layout/hList1"/>
    <dgm:cxn modelId="{408F5C20-ED61-4D8F-8C3C-482645D02E81}" srcId="{BEA1B124-2961-4C6E-AF36-9F18E3AEA96E}" destId="{B85CC74B-4D52-460B-80A2-19C479FF5942}" srcOrd="0" destOrd="0" parTransId="{BC088E36-9970-4A04-AE98-886214C9068A}" sibTransId="{47BF3487-B397-4B75-8121-930BBCEABD4A}"/>
    <dgm:cxn modelId="{7BF85823-1822-4D4B-AB30-52BC84CE18BE}" type="presOf" srcId="{B85CC74B-4D52-460B-80A2-19C479FF5942}" destId="{1FD0B46B-FF90-4474-B38F-0A3D76A192B5}" srcOrd="0" destOrd="0" presId="urn:microsoft.com/office/officeart/2005/8/layout/hList1"/>
    <dgm:cxn modelId="{43FDE624-9ADE-49CD-BB6B-353BC276DAA1}" type="presOf" srcId="{63673C04-C0BF-4C50-8834-5B5D489A1ACC}" destId="{A18FF002-A7DE-4B8D-AD56-4E0FA7A3A4A1}" srcOrd="0" destOrd="8" presId="urn:microsoft.com/office/officeart/2005/8/layout/hList1"/>
    <dgm:cxn modelId="{D5E0FF24-8041-40F5-99A8-084BA9635D6C}" type="presOf" srcId="{50634FC3-249E-44EA-A892-98ABACBF8D8F}" destId="{A18FF002-A7DE-4B8D-AD56-4E0FA7A3A4A1}" srcOrd="0" destOrd="1" presId="urn:microsoft.com/office/officeart/2005/8/layout/hList1"/>
    <dgm:cxn modelId="{437DA735-84E1-4208-8D6D-D88A57274026}" srcId="{F07A92F0-DDB9-43E5-9211-69F892728F95}" destId="{51B0CF95-C41A-413E-BF04-BC805A5677D8}" srcOrd="3" destOrd="0" parTransId="{BB1B3CB1-0533-43BA-ABAD-0261B83EC33E}" sibTransId="{0CADFC99-F964-4616-B923-08F34754F8D2}"/>
    <dgm:cxn modelId="{17B94D3D-1EA8-4DBB-B04D-AEA57BD2665F}" srcId="{F07A92F0-DDB9-43E5-9211-69F892728F95}" destId="{93E4BB94-ADF2-4D18-9062-7969D08A8242}" srcOrd="1" destOrd="0" parTransId="{B293D103-722B-4314-ABB4-FAFDB33F95CD}" sibTransId="{B3BE638E-833C-4015-8BE8-27EC1B02FF54}"/>
    <dgm:cxn modelId="{49922953-ED2C-F64D-B1B6-196C71A7E2D5}" type="presOf" srcId="{F07A92F0-DDB9-43E5-9211-69F892728F95}" destId="{A18FF002-A7DE-4B8D-AD56-4E0FA7A3A4A1}" srcOrd="0" destOrd="0" presId="urn:microsoft.com/office/officeart/2005/8/layout/hList1"/>
    <dgm:cxn modelId="{2A2851A6-F59F-4ADF-886B-606F4EFD8538}" type="presOf" srcId="{93E4BB94-ADF2-4D18-9062-7969D08A8242}" destId="{A18FF002-A7DE-4B8D-AD56-4E0FA7A3A4A1}" srcOrd="0" destOrd="2" presId="urn:microsoft.com/office/officeart/2005/8/layout/hList1"/>
    <dgm:cxn modelId="{26ADE5BE-140B-4C63-A7F7-E64CC7C16A1E}" srcId="{F07A92F0-DDB9-43E5-9211-69F892728F95}" destId="{9F571B73-E91F-40DD-A19C-219CBA5D9E60}" srcOrd="2" destOrd="0" parTransId="{03F3B58F-3C4C-493B-A402-FAFEF84011D9}" sibTransId="{9335C20C-380D-483C-973E-5C92F6A79735}"/>
    <dgm:cxn modelId="{458410C4-D16B-4EAA-A2F7-4F6EACF97941}" srcId="{F07A92F0-DDB9-43E5-9211-69F892728F95}" destId="{50634FC3-249E-44EA-A892-98ABACBF8D8F}" srcOrd="0" destOrd="0" parTransId="{2CD28532-246F-4183-9D7C-A36C006E208E}" sibTransId="{BA951C2A-145D-46AE-BEE0-AF8A214C0C52}"/>
    <dgm:cxn modelId="{60BC83C7-4B98-4F86-B1D7-C01D02506511}" srcId="{B85CC74B-4D52-460B-80A2-19C479FF5942}" destId="{63673C04-C0BF-4C50-8834-5B5D489A1ACC}" srcOrd="4" destOrd="0" parTransId="{C353F1C8-9120-4500-9409-53AB35F2B1C7}" sibTransId="{145777D7-F4F1-45B7-9EBB-95BBE918B498}"/>
    <dgm:cxn modelId="{9732F8D3-BB18-45D4-AD69-2525994A610C}" type="presOf" srcId="{51B0CF95-C41A-413E-BF04-BC805A5677D8}" destId="{A18FF002-A7DE-4B8D-AD56-4E0FA7A3A4A1}" srcOrd="0" destOrd="4" presId="urn:microsoft.com/office/officeart/2005/8/layout/hList1"/>
    <dgm:cxn modelId="{C0F573D7-ED67-41CE-9799-E75F632A1D13}" srcId="{B85CC74B-4D52-460B-80A2-19C479FF5942}" destId="{4E016AE7-F243-4285-8249-9B1AAE44C59D}" srcOrd="3" destOrd="0" parTransId="{B6503291-EE8F-4846-BA69-DED731874796}" sibTransId="{44B1C17B-7C4D-4EF6-AA95-D68D85F380AC}"/>
    <dgm:cxn modelId="{31BB6DDA-1A10-46BD-B12C-15D11696F6C4}" srcId="{B85CC74B-4D52-460B-80A2-19C479FF5942}" destId="{EEC01E05-7973-458A-BA5B-8FDE17D060D1}" srcOrd="2" destOrd="0" parTransId="{CB5A7602-2D12-4A73-BB47-09B35155ACA5}" sibTransId="{BD268C7D-C06B-433E-87D3-7BE4F2C7DB4C}"/>
    <dgm:cxn modelId="{1F4D76E0-CDFB-4BDC-A2BF-244A9F2B3DA2}" type="presOf" srcId="{802AD015-82D1-49BB-8272-5F8FC2ECB787}" destId="{A18FF002-A7DE-4B8D-AD56-4E0FA7A3A4A1}" srcOrd="0" destOrd="5" presId="urn:microsoft.com/office/officeart/2005/8/layout/hList1"/>
    <dgm:cxn modelId="{7A8FBEE2-062F-46EB-8AD2-9BDF72CE8538}" type="presOf" srcId="{9F571B73-E91F-40DD-A19C-219CBA5D9E60}" destId="{A18FF002-A7DE-4B8D-AD56-4E0FA7A3A4A1}" srcOrd="0" destOrd="3" presId="urn:microsoft.com/office/officeart/2005/8/layout/hList1"/>
    <dgm:cxn modelId="{118384FB-C280-4E76-A0D8-7A8448C31DA4}" srcId="{B85CC74B-4D52-460B-80A2-19C479FF5942}" destId="{F07A92F0-DDB9-43E5-9211-69F892728F95}" srcOrd="0" destOrd="0" parTransId="{801C51E9-7B29-4D75-A39A-7DF13CBE33A8}" sibTransId="{6D5FBB14-F03A-49C7-A7DE-480E11C518BE}"/>
    <dgm:cxn modelId="{C75879F1-759E-3E4C-B87C-1FA138A0403F}" type="presParOf" srcId="{FA8F8A11-592D-4320-BE70-511A882E207C}" destId="{B595E4E0-5D7A-446F-BA59-4A5DAB829215}" srcOrd="0" destOrd="0" presId="urn:microsoft.com/office/officeart/2005/8/layout/hList1"/>
    <dgm:cxn modelId="{71A37DAC-7CAA-D34C-92F1-55B354F28CA8}" type="presParOf" srcId="{B595E4E0-5D7A-446F-BA59-4A5DAB829215}" destId="{1FD0B46B-FF90-4474-B38F-0A3D76A192B5}" srcOrd="0" destOrd="0" presId="urn:microsoft.com/office/officeart/2005/8/layout/hList1"/>
    <dgm:cxn modelId="{A8030FC4-3FD0-314A-80C4-5CDD47CD1BBA}" type="presParOf" srcId="{B595E4E0-5D7A-446F-BA59-4A5DAB829215}" destId="{A18FF002-A7DE-4B8D-AD56-4E0FA7A3A4A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E9E44A-DBF3-47C9-A226-FE0DBFC30627}">
      <dsp:nvSpPr>
        <dsp:cNvPr id="0" name=""/>
        <dsp:cNvSpPr/>
      </dsp:nvSpPr>
      <dsp:spPr>
        <a:xfrm>
          <a:off x="7282288" y="3411660"/>
          <a:ext cx="538113" cy="91440"/>
        </a:xfrm>
        <a:custGeom>
          <a:avLst/>
          <a:gdLst/>
          <a:ahLst/>
          <a:cxnLst/>
          <a:rect l="0" t="0" r="0" b="0"/>
          <a:pathLst>
            <a:path>
              <a:moveTo>
                <a:pt x="0" y="45720"/>
              </a:moveTo>
              <a:lnTo>
                <a:pt x="538113"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537892" y="3443927"/>
        <a:ext cx="26905" cy="26905"/>
      </dsp:txXfrm>
    </dsp:sp>
    <dsp:sp modelId="{22CFD354-B519-4B42-A18C-28FC26AB8C9D}">
      <dsp:nvSpPr>
        <dsp:cNvPr id="0" name=""/>
        <dsp:cNvSpPr/>
      </dsp:nvSpPr>
      <dsp:spPr>
        <a:xfrm>
          <a:off x="4053606" y="2944695"/>
          <a:ext cx="538113" cy="512684"/>
        </a:xfrm>
        <a:custGeom>
          <a:avLst/>
          <a:gdLst/>
          <a:ahLst/>
          <a:cxnLst/>
          <a:rect l="0" t="0" r="0" b="0"/>
          <a:pathLst>
            <a:path>
              <a:moveTo>
                <a:pt x="0" y="0"/>
              </a:moveTo>
              <a:lnTo>
                <a:pt x="269056" y="0"/>
              </a:lnTo>
              <a:lnTo>
                <a:pt x="269056" y="512684"/>
              </a:lnTo>
              <a:lnTo>
                <a:pt x="538113" y="5126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304082" y="3182456"/>
        <a:ext cx="37162" cy="37162"/>
      </dsp:txXfrm>
    </dsp:sp>
    <dsp:sp modelId="{881F4A6A-D801-4498-8C57-CB4D88275854}">
      <dsp:nvSpPr>
        <dsp:cNvPr id="0" name=""/>
        <dsp:cNvSpPr/>
      </dsp:nvSpPr>
      <dsp:spPr>
        <a:xfrm>
          <a:off x="4053606" y="2432011"/>
          <a:ext cx="538113" cy="512684"/>
        </a:xfrm>
        <a:custGeom>
          <a:avLst/>
          <a:gdLst/>
          <a:ahLst/>
          <a:cxnLst/>
          <a:rect l="0" t="0" r="0" b="0"/>
          <a:pathLst>
            <a:path>
              <a:moveTo>
                <a:pt x="0" y="512684"/>
              </a:moveTo>
              <a:lnTo>
                <a:pt x="269056" y="512684"/>
              </a:lnTo>
              <a:lnTo>
                <a:pt x="269056" y="0"/>
              </a:lnTo>
              <a:lnTo>
                <a:pt x="538113"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304082" y="2669772"/>
        <a:ext cx="37162" cy="37162"/>
      </dsp:txXfrm>
    </dsp:sp>
    <dsp:sp modelId="{8C44A382-63CD-4F6C-B040-1DE31EB64B0F}">
      <dsp:nvSpPr>
        <dsp:cNvPr id="0" name=""/>
        <dsp:cNvSpPr/>
      </dsp:nvSpPr>
      <dsp:spPr>
        <a:xfrm>
          <a:off x="824924" y="2175669"/>
          <a:ext cx="538113" cy="769026"/>
        </a:xfrm>
        <a:custGeom>
          <a:avLst/>
          <a:gdLst/>
          <a:ahLst/>
          <a:cxnLst/>
          <a:rect l="0" t="0" r="0" b="0"/>
          <a:pathLst>
            <a:path>
              <a:moveTo>
                <a:pt x="0" y="0"/>
              </a:moveTo>
              <a:lnTo>
                <a:pt x="269056" y="0"/>
              </a:lnTo>
              <a:lnTo>
                <a:pt x="269056" y="769026"/>
              </a:lnTo>
              <a:lnTo>
                <a:pt x="538113" y="76902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70516" y="2536717"/>
        <a:ext cx="46929" cy="46929"/>
      </dsp:txXfrm>
    </dsp:sp>
    <dsp:sp modelId="{3C7BB132-13DF-4017-8991-0D15507B3FDA}">
      <dsp:nvSpPr>
        <dsp:cNvPr id="0" name=""/>
        <dsp:cNvSpPr/>
      </dsp:nvSpPr>
      <dsp:spPr>
        <a:xfrm>
          <a:off x="4053606" y="1360922"/>
          <a:ext cx="538113" cy="91440"/>
        </a:xfrm>
        <a:custGeom>
          <a:avLst/>
          <a:gdLst/>
          <a:ahLst/>
          <a:cxnLst/>
          <a:rect l="0" t="0" r="0" b="0"/>
          <a:pathLst>
            <a:path>
              <a:moveTo>
                <a:pt x="0" y="45720"/>
              </a:moveTo>
              <a:lnTo>
                <a:pt x="538113"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309210" y="1393189"/>
        <a:ext cx="26905" cy="26905"/>
      </dsp:txXfrm>
    </dsp:sp>
    <dsp:sp modelId="{82944672-23FC-4312-9136-3E03421F1947}">
      <dsp:nvSpPr>
        <dsp:cNvPr id="0" name=""/>
        <dsp:cNvSpPr/>
      </dsp:nvSpPr>
      <dsp:spPr>
        <a:xfrm>
          <a:off x="824924" y="1406642"/>
          <a:ext cx="538113" cy="769026"/>
        </a:xfrm>
        <a:custGeom>
          <a:avLst/>
          <a:gdLst/>
          <a:ahLst/>
          <a:cxnLst/>
          <a:rect l="0" t="0" r="0" b="0"/>
          <a:pathLst>
            <a:path>
              <a:moveTo>
                <a:pt x="0" y="769026"/>
              </a:moveTo>
              <a:lnTo>
                <a:pt x="269056" y="769026"/>
              </a:lnTo>
              <a:lnTo>
                <a:pt x="269056" y="0"/>
              </a:lnTo>
              <a:lnTo>
                <a:pt x="538113"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70516" y="1767690"/>
        <a:ext cx="46929" cy="46929"/>
      </dsp:txXfrm>
    </dsp:sp>
    <dsp:sp modelId="{13F7AFC8-9CA5-480F-B980-D77E91E98AF2}">
      <dsp:nvSpPr>
        <dsp:cNvPr id="0" name=""/>
        <dsp:cNvSpPr/>
      </dsp:nvSpPr>
      <dsp:spPr>
        <a:xfrm rot="16200000">
          <a:off x="-1743894" y="1765521"/>
          <a:ext cx="4317343"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655" tIns="33655" rIns="33655" bIns="33655" numCol="1" spcCol="1270" anchor="ctr" anchorCtr="0">
          <a:noAutofit/>
        </a:bodyPr>
        <a:lstStyle/>
        <a:p>
          <a:pPr marL="0" lvl="0" indent="0" algn="ctr" defTabSz="2355850">
            <a:lnSpc>
              <a:spcPct val="90000"/>
            </a:lnSpc>
            <a:spcBef>
              <a:spcPct val="0"/>
            </a:spcBef>
            <a:spcAft>
              <a:spcPct val="35000"/>
            </a:spcAft>
            <a:buNone/>
          </a:pPr>
          <a:r>
            <a:rPr lang="es-MX" sz="5300" kern="1200" dirty="0"/>
            <a:t>Intereses</a:t>
          </a:r>
        </a:p>
      </dsp:txBody>
      <dsp:txXfrm>
        <a:off x="-1743894" y="1765521"/>
        <a:ext cx="4317343" cy="820295"/>
      </dsp:txXfrm>
    </dsp:sp>
    <dsp:sp modelId="{7923E534-C594-4651-83C9-8AF39BCABAF4}">
      <dsp:nvSpPr>
        <dsp:cNvPr id="0" name=""/>
        <dsp:cNvSpPr/>
      </dsp:nvSpPr>
      <dsp:spPr>
        <a:xfrm>
          <a:off x="1363038" y="996494"/>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Normales</a:t>
          </a:r>
        </a:p>
      </dsp:txBody>
      <dsp:txXfrm>
        <a:off x="1363038" y="996494"/>
        <a:ext cx="2690568" cy="820295"/>
      </dsp:txXfrm>
    </dsp:sp>
    <dsp:sp modelId="{B8251C9E-DF5C-4539-A6BB-CD11FCB8D901}">
      <dsp:nvSpPr>
        <dsp:cNvPr id="0" name=""/>
        <dsp:cNvSpPr/>
      </dsp:nvSpPr>
      <dsp:spPr>
        <a:xfrm>
          <a:off x="4591720" y="996494"/>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Devengado</a:t>
          </a:r>
        </a:p>
      </dsp:txBody>
      <dsp:txXfrm>
        <a:off x="4591720" y="996494"/>
        <a:ext cx="2690568" cy="820295"/>
      </dsp:txXfrm>
    </dsp:sp>
    <dsp:sp modelId="{AA12FD5B-1F91-4960-958A-AFD21E18436D}">
      <dsp:nvSpPr>
        <dsp:cNvPr id="0" name=""/>
        <dsp:cNvSpPr/>
      </dsp:nvSpPr>
      <dsp:spPr>
        <a:xfrm>
          <a:off x="1363038" y="2534548"/>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Moratorios</a:t>
          </a:r>
        </a:p>
      </dsp:txBody>
      <dsp:txXfrm>
        <a:off x="1363038" y="2534548"/>
        <a:ext cx="2690568" cy="820295"/>
      </dsp:txXfrm>
    </dsp:sp>
    <dsp:sp modelId="{94ED59B5-92DF-46E8-9F6E-A8AA4939303D}">
      <dsp:nvSpPr>
        <dsp:cNvPr id="0" name=""/>
        <dsp:cNvSpPr/>
      </dsp:nvSpPr>
      <dsp:spPr>
        <a:xfrm>
          <a:off x="4591720" y="2021863"/>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Devengado 3 primeros meses</a:t>
          </a:r>
        </a:p>
      </dsp:txBody>
      <dsp:txXfrm>
        <a:off x="4591720" y="2021863"/>
        <a:ext cx="2690568" cy="820295"/>
      </dsp:txXfrm>
    </dsp:sp>
    <dsp:sp modelId="{4AE2F50D-0554-41A0-8DD4-E7DB3A5FBC86}">
      <dsp:nvSpPr>
        <dsp:cNvPr id="0" name=""/>
        <dsp:cNvSpPr/>
      </dsp:nvSpPr>
      <dsp:spPr>
        <a:xfrm>
          <a:off x="4591720" y="3047232"/>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Cobro a partir del 4 mes</a:t>
          </a:r>
        </a:p>
      </dsp:txBody>
      <dsp:txXfrm>
        <a:off x="4591720" y="3047232"/>
        <a:ext cx="2690568" cy="820295"/>
      </dsp:txXfrm>
    </dsp:sp>
    <dsp:sp modelId="{EA54AF6F-6247-4596-829B-DA8D8407EE82}">
      <dsp:nvSpPr>
        <dsp:cNvPr id="0" name=""/>
        <dsp:cNvSpPr/>
      </dsp:nvSpPr>
      <dsp:spPr>
        <a:xfrm>
          <a:off x="7820402" y="3047232"/>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PEPS</a:t>
          </a:r>
        </a:p>
      </dsp:txBody>
      <dsp:txXfrm>
        <a:off x="7820402" y="3047232"/>
        <a:ext cx="2690568" cy="8202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738F85-0AE6-40C2-8CC1-F9B5230FA608}">
      <dsp:nvSpPr>
        <dsp:cNvPr id="0" name=""/>
        <dsp:cNvSpPr/>
      </dsp:nvSpPr>
      <dsp:spPr>
        <a:xfrm>
          <a:off x="4520989" y="1917854"/>
          <a:ext cx="1473621" cy="1473621"/>
        </a:xfrm>
        <a:prstGeom prst="ellipse">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Intereses</a:t>
          </a:r>
        </a:p>
      </dsp:txBody>
      <dsp:txXfrm>
        <a:off x="4736796" y="2133661"/>
        <a:ext cx="1042007" cy="1042007"/>
      </dsp:txXfrm>
    </dsp:sp>
    <dsp:sp modelId="{51F04334-93A1-4E56-A47A-6CE8B4713EE5}">
      <dsp:nvSpPr>
        <dsp:cNvPr id="0" name=""/>
        <dsp:cNvSpPr/>
      </dsp:nvSpPr>
      <dsp:spPr>
        <a:xfrm rot="16200000">
          <a:off x="5036617" y="1684059"/>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6740" y="1685613"/>
        <a:ext cx="22118" cy="22118"/>
      </dsp:txXfrm>
    </dsp:sp>
    <dsp:sp modelId="{FC2366FB-F9A3-4395-B8F2-253E5F28F8E4}">
      <dsp:nvSpPr>
        <dsp:cNvPr id="0" name=""/>
        <dsp:cNvSpPr/>
      </dsp:nvSpPr>
      <dsp:spPr>
        <a:xfrm>
          <a:off x="4520989" y="1867"/>
          <a:ext cx="1473621" cy="1473621"/>
        </a:xfrm>
        <a:prstGeom prst="ellips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Son Intereses</a:t>
          </a:r>
        </a:p>
      </dsp:txBody>
      <dsp:txXfrm>
        <a:off x="4736796" y="217674"/>
        <a:ext cx="1042007" cy="1042007"/>
      </dsp:txXfrm>
    </dsp:sp>
    <dsp:sp modelId="{E740D717-6A05-436F-AEE6-53095CEED9C6}">
      <dsp:nvSpPr>
        <dsp:cNvPr id="0" name=""/>
        <dsp:cNvSpPr/>
      </dsp:nvSpPr>
      <dsp:spPr>
        <a:xfrm rot="1800000">
          <a:off x="5866264" y="3121050"/>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076387" y="3122603"/>
        <a:ext cx="22118" cy="22118"/>
      </dsp:txXfrm>
    </dsp:sp>
    <dsp:sp modelId="{71D03CFC-452D-4EC3-845A-C29AB2060741}">
      <dsp:nvSpPr>
        <dsp:cNvPr id="0" name=""/>
        <dsp:cNvSpPr/>
      </dsp:nvSpPr>
      <dsp:spPr>
        <a:xfrm>
          <a:off x="6180282" y="2875848"/>
          <a:ext cx="1473621" cy="1473621"/>
        </a:xfrm>
        <a:prstGeom prst="ellipse">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Se Consideran Intereses</a:t>
          </a:r>
        </a:p>
      </dsp:txBody>
      <dsp:txXfrm>
        <a:off x="6396089" y="3091655"/>
        <a:ext cx="1042007" cy="1042007"/>
      </dsp:txXfrm>
    </dsp:sp>
    <dsp:sp modelId="{44E49E15-DBD1-4094-B0F1-F7950639E875}">
      <dsp:nvSpPr>
        <dsp:cNvPr id="0" name=""/>
        <dsp:cNvSpPr/>
      </dsp:nvSpPr>
      <dsp:spPr>
        <a:xfrm rot="9000000">
          <a:off x="4206970" y="3121050"/>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417094" y="3122603"/>
        <a:ext cx="22118" cy="22118"/>
      </dsp:txXfrm>
    </dsp:sp>
    <dsp:sp modelId="{E0C07C74-AA9F-472D-9122-DE760A963A72}">
      <dsp:nvSpPr>
        <dsp:cNvPr id="0" name=""/>
        <dsp:cNvSpPr/>
      </dsp:nvSpPr>
      <dsp:spPr>
        <a:xfrm>
          <a:off x="2861695" y="2875848"/>
          <a:ext cx="1473621" cy="1473621"/>
        </a:xfrm>
        <a:prstGeom prst="ellipse">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Tienen el Tratamiento de Intereses</a:t>
          </a:r>
        </a:p>
      </dsp:txBody>
      <dsp:txXfrm>
        <a:off x="3077502" y="3091655"/>
        <a:ext cx="1042007" cy="10420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4D739-3B92-429A-A41C-FC19A18B3946}">
      <dsp:nvSpPr>
        <dsp:cNvPr id="0" name=""/>
        <dsp:cNvSpPr/>
      </dsp:nvSpPr>
      <dsp:spPr>
        <a:xfrm>
          <a:off x="4609560" y="1688434"/>
          <a:ext cx="1296479" cy="1296479"/>
        </a:xfrm>
        <a:prstGeom prst="ellips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Rendimientos de Créditos de Cualquier Clase</a:t>
          </a:r>
        </a:p>
      </dsp:txBody>
      <dsp:txXfrm>
        <a:off x="4799425" y="1878299"/>
        <a:ext cx="916749" cy="916749"/>
      </dsp:txXfrm>
    </dsp:sp>
    <dsp:sp modelId="{6B65A0CC-C15C-4976-BBBA-F2166F4B8B38}">
      <dsp:nvSpPr>
        <dsp:cNvPr id="0" name=""/>
        <dsp:cNvSpPr/>
      </dsp:nvSpPr>
      <dsp:spPr>
        <a:xfrm rot="16200000">
          <a:off x="5063004" y="1482543"/>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8060" y="1483899"/>
        <a:ext cx="19479" cy="19479"/>
      </dsp:txXfrm>
    </dsp:sp>
    <dsp:sp modelId="{CC2D6668-44CF-4766-B104-0FA5734DA4B0}">
      <dsp:nvSpPr>
        <dsp:cNvPr id="0" name=""/>
        <dsp:cNvSpPr/>
      </dsp:nvSpPr>
      <dsp:spPr>
        <a:xfrm>
          <a:off x="4609560" y="2364"/>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Ganancia en Valores Colocados entre el Gran Público </a:t>
          </a:r>
        </a:p>
      </dsp:txBody>
      <dsp:txXfrm>
        <a:off x="4799425" y="192229"/>
        <a:ext cx="916749" cy="916749"/>
      </dsp:txXfrm>
    </dsp:sp>
    <dsp:sp modelId="{953EB39C-323A-4153-AE00-CFC752187371}">
      <dsp:nvSpPr>
        <dsp:cNvPr id="0" name=""/>
        <dsp:cNvSpPr/>
      </dsp:nvSpPr>
      <dsp:spPr>
        <a:xfrm rot="20520000">
          <a:off x="5864778" y="2065066"/>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049834" y="2066422"/>
        <a:ext cx="19479" cy="19479"/>
      </dsp:txXfrm>
    </dsp:sp>
    <dsp:sp modelId="{484B3C9E-9840-43EB-BBC8-1844663D8558}">
      <dsp:nvSpPr>
        <dsp:cNvPr id="0" name=""/>
        <dsp:cNvSpPr/>
      </dsp:nvSpPr>
      <dsp:spPr>
        <a:xfrm>
          <a:off x="6213108" y="1167410"/>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Rendimientos de Deuda Pública</a:t>
          </a:r>
        </a:p>
      </dsp:txBody>
      <dsp:txXfrm>
        <a:off x="6402973" y="1357275"/>
        <a:ext cx="916749" cy="916749"/>
      </dsp:txXfrm>
    </dsp:sp>
    <dsp:sp modelId="{6CCCACE1-2F04-4B3E-95EE-4B16C9D4F52F}">
      <dsp:nvSpPr>
        <dsp:cNvPr id="0" name=""/>
        <dsp:cNvSpPr/>
      </dsp:nvSpPr>
      <dsp:spPr>
        <a:xfrm rot="3240000">
          <a:off x="5558527" y="3007607"/>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3583" y="3008964"/>
        <a:ext cx="19479" cy="19479"/>
      </dsp:txXfrm>
    </dsp:sp>
    <dsp:sp modelId="{F3EC79B5-0C21-4BBE-964B-65DD03E1DC99}">
      <dsp:nvSpPr>
        <dsp:cNvPr id="0" name=""/>
        <dsp:cNvSpPr/>
      </dsp:nvSpPr>
      <dsp:spPr>
        <a:xfrm>
          <a:off x="5600607" y="3052494"/>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Rendimientos de Bonos y Obligaciones</a:t>
          </a:r>
        </a:p>
      </dsp:txBody>
      <dsp:txXfrm>
        <a:off x="5790472" y="3242359"/>
        <a:ext cx="916749" cy="916749"/>
      </dsp:txXfrm>
    </dsp:sp>
    <dsp:sp modelId="{D1FDD87C-7014-49E7-9B87-D66FF24270B2}">
      <dsp:nvSpPr>
        <dsp:cNvPr id="0" name=""/>
        <dsp:cNvSpPr/>
      </dsp:nvSpPr>
      <dsp:spPr>
        <a:xfrm rot="7560000">
          <a:off x="4567480" y="3007607"/>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752536" y="3008964"/>
        <a:ext cx="19479" cy="19479"/>
      </dsp:txXfrm>
    </dsp:sp>
    <dsp:sp modelId="{703109AE-B135-43F4-9274-33DF81550C77}">
      <dsp:nvSpPr>
        <dsp:cNvPr id="0" name=""/>
        <dsp:cNvSpPr/>
      </dsp:nvSpPr>
      <dsp:spPr>
        <a:xfrm>
          <a:off x="3618513" y="3052494"/>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Premios de Reporto o de Préstamo de Valores</a:t>
          </a:r>
        </a:p>
      </dsp:txBody>
      <dsp:txXfrm>
        <a:off x="3808378" y="3242359"/>
        <a:ext cx="916749" cy="916749"/>
      </dsp:txXfrm>
    </dsp:sp>
    <dsp:sp modelId="{4AA3C6ED-4973-4B5A-B24B-E766450D540D}">
      <dsp:nvSpPr>
        <dsp:cNvPr id="0" name=""/>
        <dsp:cNvSpPr/>
      </dsp:nvSpPr>
      <dsp:spPr>
        <a:xfrm rot="11880000">
          <a:off x="4261230" y="2065066"/>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446286" y="2066422"/>
        <a:ext cx="19479" cy="19479"/>
      </dsp:txXfrm>
    </dsp:sp>
    <dsp:sp modelId="{4A5C0D14-084D-44C1-A71E-3903EA2B7CD4}">
      <dsp:nvSpPr>
        <dsp:cNvPr id="0" name=""/>
        <dsp:cNvSpPr/>
      </dsp:nvSpPr>
      <dsp:spPr>
        <a:xfrm>
          <a:off x="3006012" y="1167410"/>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Avales y Garantías, excepto Aseguradoras y Afianzadoras</a:t>
          </a:r>
        </a:p>
      </dsp:txBody>
      <dsp:txXfrm>
        <a:off x="3195877" y="1357275"/>
        <a:ext cx="916749" cy="9167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5B7557-7D2F-4C7E-8B86-53B1302E95D7}">
      <dsp:nvSpPr>
        <dsp:cNvPr id="0" name=""/>
        <dsp:cNvSpPr/>
      </dsp:nvSpPr>
      <dsp:spPr>
        <a:xfrm>
          <a:off x="4520989" y="1917854"/>
          <a:ext cx="1473621" cy="1473621"/>
        </a:xfrm>
        <a:prstGeom prst="ellipse">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Considerados como Intereses</a:t>
          </a:r>
        </a:p>
      </dsp:txBody>
      <dsp:txXfrm>
        <a:off x="4736796" y="2133661"/>
        <a:ext cx="1042007" cy="1042007"/>
      </dsp:txXfrm>
    </dsp:sp>
    <dsp:sp modelId="{07A2431F-47BC-4833-8129-9F0FCE60E5B7}">
      <dsp:nvSpPr>
        <dsp:cNvPr id="0" name=""/>
        <dsp:cNvSpPr/>
      </dsp:nvSpPr>
      <dsp:spPr>
        <a:xfrm rot="16200000">
          <a:off x="5036617" y="1684059"/>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6740" y="1685613"/>
        <a:ext cx="22118" cy="22118"/>
      </dsp:txXfrm>
    </dsp:sp>
    <dsp:sp modelId="{1BF94C26-5B33-4363-9B15-374F33DE16CF}">
      <dsp:nvSpPr>
        <dsp:cNvPr id="0" name=""/>
        <dsp:cNvSpPr/>
      </dsp:nvSpPr>
      <dsp:spPr>
        <a:xfrm>
          <a:off x="4520989" y="1867"/>
          <a:ext cx="1473621" cy="14736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Factoraje Financiero</a:t>
          </a:r>
        </a:p>
      </dsp:txBody>
      <dsp:txXfrm>
        <a:off x="4736796" y="217674"/>
        <a:ext cx="1042007" cy="1042007"/>
      </dsp:txXfrm>
    </dsp:sp>
    <dsp:sp modelId="{9420AD61-B87E-40D7-8291-E4CE134FC689}">
      <dsp:nvSpPr>
        <dsp:cNvPr id="0" name=""/>
        <dsp:cNvSpPr/>
      </dsp:nvSpPr>
      <dsp:spPr>
        <a:xfrm rot="1800000">
          <a:off x="5866264" y="3121050"/>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076387" y="3122603"/>
        <a:ext cx="22118" cy="22118"/>
      </dsp:txXfrm>
    </dsp:sp>
    <dsp:sp modelId="{BD18D275-D702-4409-A62D-5DA6D80BECB0}">
      <dsp:nvSpPr>
        <dsp:cNvPr id="0" name=""/>
        <dsp:cNvSpPr/>
      </dsp:nvSpPr>
      <dsp:spPr>
        <a:xfrm>
          <a:off x="6180282" y="2875848"/>
          <a:ext cx="1473621" cy="14736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Arrendamiento Financiero</a:t>
          </a:r>
        </a:p>
      </dsp:txBody>
      <dsp:txXfrm>
        <a:off x="6396089" y="3091655"/>
        <a:ext cx="1042007" cy="1042007"/>
      </dsp:txXfrm>
    </dsp:sp>
    <dsp:sp modelId="{F8ADAE95-B802-4EF8-8BB7-D0EF02AE5FAF}">
      <dsp:nvSpPr>
        <dsp:cNvPr id="0" name=""/>
        <dsp:cNvSpPr/>
      </dsp:nvSpPr>
      <dsp:spPr>
        <a:xfrm rot="9000000">
          <a:off x="4206970" y="3121050"/>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417094" y="3122603"/>
        <a:ext cx="22118" cy="22118"/>
      </dsp:txXfrm>
    </dsp:sp>
    <dsp:sp modelId="{D788779E-E040-42E6-8BCC-97BB3B688363}">
      <dsp:nvSpPr>
        <dsp:cNvPr id="0" name=""/>
        <dsp:cNvSpPr/>
      </dsp:nvSpPr>
      <dsp:spPr>
        <a:xfrm>
          <a:off x="2861695" y="2875848"/>
          <a:ext cx="1473621" cy="14736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Ajustes por Índices, factores u otros</a:t>
          </a:r>
        </a:p>
      </dsp:txBody>
      <dsp:txXfrm>
        <a:off x="3077502" y="3091655"/>
        <a:ext cx="1042007" cy="10420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BB51AF-6F95-4FE6-AF3D-99250CC58129}">
      <dsp:nvSpPr>
        <dsp:cNvPr id="0" name=""/>
        <dsp:cNvSpPr/>
      </dsp:nvSpPr>
      <dsp:spPr>
        <a:xfrm>
          <a:off x="4658564" y="1576433"/>
          <a:ext cx="1198470" cy="1198470"/>
        </a:xfrm>
        <a:prstGeom prst="ellipse">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Tratamiento de Interés</a:t>
          </a:r>
        </a:p>
      </dsp:txBody>
      <dsp:txXfrm>
        <a:off x="4834076" y="1751945"/>
        <a:ext cx="847446" cy="847446"/>
      </dsp:txXfrm>
    </dsp:sp>
    <dsp:sp modelId="{21A7AA78-9570-461F-A2D4-D479A037CA1E}">
      <dsp:nvSpPr>
        <dsp:cNvPr id="0" name=""/>
        <dsp:cNvSpPr/>
      </dsp:nvSpPr>
      <dsp:spPr>
        <a:xfrm rot="16200000">
          <a:off x="5077105" y="1385481"/>
          <a:ext cx="361389" cy="20514"/>
        </a:xfrm>
        <a:custGeom>
          <a:avLst/>
          <a:gdLst/>
          <a:ahLst/>
          <a:cxnLst/>
          <a:rect l="0" t="0" r="0" b="0"/>
          <a:pathLst>
            <a:path>
              <a:moveTo>
                <a:pt x="0" y="10257"/>
              </a:moveTo>
              <a:lnTo>
                <a:pt x="361389"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8765" y="1386703"/>
        <a:ext cx="18069" cy="18069"/>
      </dsp:txXfrm>
    </dsp:sp>
    <dsp:sp modelId="{28780EA3-F738-48E3-B527-9FAEA577D7FB}">
      <dsp:nvSpPr>
        <dsp:cNvPr id="0" name=""/>
        <dsp:cNvSpPr/>
      </dsp:nvSpPr>
      <dsp:spPr>
        <a:xfrm>
          <a:off x="4658564" y="16572"/>
          <a:ext cx="1198470" cy="11984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Fluctuación Cambiaria</a:t>
          </a:r>
        </a:p>
      </dsp:txBody>
      <dsp:txXfrm>
        <a:off x="4834076" y="192084"/>
        <a:ext cx="847446" cy="847446"/>
      </dsp:txXfrm>
    </dsp:sp>
    <dsp:sp modelId="{465467E8-AE9A-4F6F-BAB1-08D6348E460B}">
      <dsp:nvSpPr>
        <dsp:cNvPr id="0" name=""/>
        <dsp:cNvSpPr/>
      </dsp:nvSpPr>
      <dsp:spPr>
        <a:xfrm>
          <a:off x="5857035" y="2165411"/>
          <a:ext cx="361389" cy="20514"/>
        </a:xfrm>
        <a:custGeom>
          <a:avLst/>
          <a:gdLst/>
          <a:ahLst/>
          <a:cxnLst/>
          <a:rect l="0" t="0" r="0" b="0"/>
          <a:pathLst>
            <a:path>
              <a:moveTo>
                <a:pt x="0" y="10257"/>
              </a:moveTo>
              <a:lnTo>
                <a:pt x="361389"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028695" y="2166634"/>
        <a:ext cx="18069" cy="18069"/>
      </dsp:txXfrm>
    </dsp:sp>
    <dsp:sp modelId="{08B9A4F3-B9E4-4666-B30E-68C736699207}">
      <dsp:nvSpPr>
        <dsp:cNvPr id="0" name=""/>
        <dsp:cNvSpPr/>
      </dsp:nvSpPr>
      <dsp:spPr>
        <a:xfrm>
          <a:off x="6218425" y="1576433"/>
          <a:ext cx="1198470" cy="11984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Fondos de Deuda (Soc. Inversión)</a:t>
          </a:r>
        </a:p>
      </dsp:txBody>
      <dsp:txXfrm>
        <a:off x="6393937" y="1751945"/>
        <a:ext cx="847446" cy="847446"/>
      </dsp:txXfrm>
    </dsp:sp>
    <dsp:sp modelId="{20D95E8A-D527-4E0A-9838-FF50B0E50582}">
      <dsp:nvSpPr>
        <dsp:cNvPr id="0" name=""/>
        <dsp:cNvSpPr/>
      </dsp:nvSpPr>
      <dsp:spPr>
        <a:xfrm rot="5400000">
          <a:off x="5077105" y="2945342"/>
          <a:ext cx="361389" cy="20514"/>
        </a:xfrm>
        <a:custGeom>
          <a:avLst/>
          <a:gdLst/>
          <a:ahLst/>
          <a:cxnLst/>
          <a:rect l="0" t="0" r="0" b="0"/>
          <a:pathLst>
            <a:path>
              <a:moveTo>
                <a:pt x="0" y="10257"/>
              </a:moveTo>
              <a:lnTo>
                <a:pt x="361389"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8765" y="2946564"/>
        <a:ext cx="18069" cy="18069"/>
      </dsp:txXfrm>
    </dsp:sp>
    <dsp:sp modelId="{6B8E8457-D6A5-4609-8838-D32A2D9490DD}">
      <dsp:nvSpPr>
        <dsp:cNvPr id="0" name=""/>
        <dsp:cNvSpPr/>
      </dsp:nvSpPr>
      <dsp:spPr>
        <a:xfrm>
          <a:off x="4658564" y="3136294"/>
          <a:ext cx="1198470" cy="11984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Operaciones Financieras Derivadas de Deuda</a:t>
          </a:r>
        </a:p>
      </dsp:txBody>
      <dsp:txXfrm>
        <a:off x="4834076" y="3311806"/>
        <a:ext cx="847446" cy="847446"/>
      </dsp:txXfrm>
    </dsp:sp>
    <dsp:sp modelId="{9E79603B-1796-4438-9D93-2C67D15A81DF}">
      <dsp:nvSpPr>
        <dsp:cNvPr id="0" name=""/>
        <dsp:cNvSpPr/>
      </dsp:nvSpPr>
      <dsp:spPr>
        <a:xfrm rot="10800000">
          <a:off x="4297174" y="2165411"/>
          <a:ext cx="361389" cy="20514"/>
        </a:xfrm>
        <a:custGeom>
          <a:avLst/>
          <a:gdLst/>
          <a:ahLst/>
          <a:cxnLst/>
          <a:rect l="0" t="0" r="0" b="0"/>
          <a:pathLst>
            <a:path>
              <a:moveTo>
                <a:pt x="0" y="10257"/>
              </a:moveTo>
              <a:lnTo>
                <a:pt x="361389"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468834" y="2166634"/>
        <a:ext cx="18069" cy="18069"/>
      </dsp:txXfrm>
    </dsp:sp>
    <dsp:sp modelId="{556BFCA5-EF2A-4DE7-9200-A44546A96764}">
      <dsp:nvSpPr>
        <dsp:cNvPr id="0" name=""/>
        <dsp:cNvSpPr/>
      </dsp:nvSpPr>
      <dsp:spPr>
        <a:xfrm>
          <a:off x="3098703" y="1576433"/>
          <a:ext cx="1198470" cy="11984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a:t>Cesión de Derechos (Rentas Inmobiliarias)</a:t>
          </a:r>
          <a:endParaRPr lang="es-MX" sz="1100" kern="1200" dirty="0"/>
        </a:p>
      </dsp:txBody>
      <dsp:txXfrm>
        <a:off x="3274215" y="1751945"/>
        <a:ext cx="847446" cy="8474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2C89F9-F316-4AF5-B9AE-B3397E26A7D5}">
      <dsp:nvSpPr>
        <dsp:cNvPr id="0" name=""/>
        <dsp:cNvSpPr/>
      </dsp:nvSpPr>
      <dsp:spPr>
        <a:xfrm>
          <a:off x="5557740" y="4004577"/>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4040459"/>
        <a:ext cx="19676" cy="19676"/>
      </dsp:txXfrm>
    </dsp:sp>
    <dsp:sp modelId="{D8C15085-A8D2-4664-91C2-EE4CEEBA66FC}">
      <dsp:nvSpPr>
        <dsp:cNvPr id="0" name=""/>
        <dsp:cNvSpPr/>
      </dsp:nvSpPr>
      <dsp:spPr>
        <a:xfrm>
          <a:off x="3196608" y="4004577"/>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4040459"/>
        <a:ext cx="19676" cy="19676"/>
      </dsp:txXfrm>
    </dsp:sp>
    <dsp:sp modelId="{F6F0EE1C-D751-4410-9BAD-2BED92F971C8}">
      <dsp:nvSpPr>
        <dsp:cNvPr id="0" name=""/>
        <dsp:cNvSpPr/>
      </dsp:nvSpPr>
      <dsp:spPr>
        <a:xfrm>
          <a:off x="835475" y="2175669"/>
          <a:ext cx="393522" cy="1874628"/>
        </a:xfrm>
        <a:custGeom>
          <a:avLst/>
          <a:gdLst/>
          <a:ahLst/>
          <a:cxnLst/>
          <a:rect l="0" t="0" r="0" b="0"/>
          <a:pathLst>
            <a:path>
              <a:moveTo>
                <a:pt x="0" y="0"/>
              </a:moveTo>
              <a:lnTo>
                <a:pt x="196761" y="0"/>
              </a:lnTo>
              <a:lnTo>
                <a:pt x="196761" y="1874628"/>
              </a:lnTo>
              <a:lnTo>
                <a:pt x="393522" y="18746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984349" y="3065096"/>
        <a:ext cx="95774" cy="95774"/>
      </dsp:txXfrm>
    </dsp:sp>
    <dsp:sp modelId="{2E7ECDDF-E2F2-4272-B0C9-894805504941}">
      <dsp:nvSpPr>
        <dsp:cNvPr id="0" name=""/>
        <dsp:cNvSpPr/>
      </dsp:nvSpPr>
      <dsp:spPr>
        <a:xfrm>
          <a:off x="5557740" y="3254726"/>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3290608"/>
        <a:ext cx="19676" cy="19676"/>
      </dsp:txXfrm>
    </dsp:sp>
    <dsp:sp modelId="{D7370674-F7C7-4EDD-92FE-6CBEF7361D9D}">
      <dsp:nvSpPr>
        <dsp:cNvPr id="0" name=""/>
        <dsp:cNvSpPr/>
      </dsp:nvSpPr>
      <dsp:spPr>
        <a:xfrm>
          <a:off x="3196608" y="3254726"/>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3290608"/>
        <a:ext cx="19676" cy="19676"/>
      </dsp:txXfrm>
    </dsp:sp>
    <dsp:sp modelId="{B62983FA-3D6C-45D7-94A2-9D887662D36A}">
      <dsp:nvSpPr>
        <dsp:cNvPr id="0" name=""/>
        <dsp:cNvSpPr/>
      </dsp:nvSpPr>
      <dsp:spPr>
        <a:xfrm>
          <a:off x="835475" y="2175669"/>
          <a:ext cx="393522" cy="1124777"/>
        </a:xfrm>
        <a:custGeom>
          <a:avLst/>
          <a:gdLst/>
          <a:ahLst/>
          <a:cxnLst/>
          <a:rect l="0" t="0" r="0" b="0"/>
          <a:pathLst>
            <a:path>
              <a:moveTo>
                <a:pt x="0" y="0"/>
              </a:moveTo>
              <a:lnTo>
                <a:pt x="196761" y="0"/>
              </a:lnTo>
              <a:lnTo>
                <a:pt x="196761" y="1124777"/>
              </a:lnTo>
              <a:lnTo>
                <a:pt x="393522" y="11247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02445" y="2708266"/>
        <a:ext cx="59581" cy="59581"/>
      </dsp:txXfrm>
    </dsp:sp>
    <dsp:sp modelId="{EE128AB3-CC79-48AB-B066-E0E579D8F5D7}">
      <dsp:nvSpPr>
        <dsp:cNvPr id="0" name=""/>
        <dsp:cNvSpPr/>
      </dsp:nvSpPr>
      <dsp:spPr>
        <a:xfrm>
          <a:off x="3196608" y="2504874"/>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2540756"/>
        <a:ext cx="19676" cy="19676"/>
      </dsp:txXfrm>
    </dsp:sp>
    <dsp:sp modelId="{2F2F5C4B-2AF1-489C-9514-655BFD86A653}">
      <dsp:nvSpPr>
        <dsp:cNvPr id="0" name=""/>
        <dsp:cNvSpPr/>
      </dsp:nvSpPr>
      <dsp:spPr>
        <a:xfrm>
          <a:off x="835475" y="2175669"/>
          <a:ext cx="393522" cy="374925"/>
        </a:xfrm>
        <a:custGeom>
          <a:avLst/>
          <a:gdLst/>
          <a:ahLst/>
          <a:cxnLst/>
          <a:rect l="0" t="0" r="0" b="0"/>
          <a:pathLst>
            <a:path>
              <a:moveTo>
                <a:pt x="0" y="0"/>
              </a:moveTo>
              <a:lnTo>
                <a:pt x="196761" y="0"/>
              </a:lnTo>
              <a:lnTo>
                <a:pt x="196761" y="374925"/>
              </a:lnTo>
              <a:lnTo>
                <a:pt x="393522" y="3749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18648" y="2349543"/>
        <a:ext cx="27176" cy="27176"/>
      </dsp:txXfrm>
    </dsp:sp>
    <dsp:sp modelId="{41C07BDE-DA23-46D9-8797-4F1B2DC24EB7}">
      <dsp:nvSpPr>
        <dsp:cNvPr id="0" name=""/>
        <dsp:cNvSpPr/>
      </dsp:nvSpPr>
      <dsp:spPr>
        <a:xfrm>
          <a:off x="7918873" y="1755023"/>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105796" y="1790905"/>
        <a:ext cx="19676" cy="19676"/>
      </dsp:txXfrm>
    </dsp:sp>
    <dsp:sp modelId="{FB619F80-991B-498E-8E91-9FBB262E4C4A}">
      <dsp:nvSpPr>
        <dsp:cNvPr id="0" name=""/>
        <dsp:cNvSpPr/>
      </dsp:nvSpPr>
      <dsp:spPr>
        <a:xfrm>
          <a:off x="5557740" y="1755023"/>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1790905"/>
        <a:ext cx="19676" cy="19676"/>
      </dsp:txXfrm>
    </dsp:sp>
    <dsp:sp modelId="{A18CC98A-D03E-4BFF-9C2A-A51611554E09}">
      <dsp:nvSpPr>
        <dsp:cNvPr id="0" name=""/>
        <dsp:cNvSpPr/>
      </dsp:nvSpPr>
      <dsp:spPr>
        <a:xfrm>
          <a:off x="3196608" y="1755023"/>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1790905"/>
        <a:ext cx="19676" cy="19676"/>
      </dsp:txXfrm>
    </dsp:sp>
    <dsp:sp modelId="{A752D0ED-D830-45B6-AB58-2A52889B978A}">
      <dsp:nvSpPr>
        <dsp:cNvPr id="0" name=""/>
        <dsp:cNvSpPr/>
      </dsp:nvSpPr>
      <dsp:spPr>
        <a:xfrm>
          <a:off x="835475" y="1800743"/>
          <a:ext cx="393522" cy="374925"/>
        </a:xfrm>
        <a:custGeom>
          <a:avLst/>
          <a:gdLst/>
          <a:ahLst/>
          <a:cxnLst/>
          <a:rect l="0" t="0" r="0" b="0"/>
          <a:pathLst>
            <a:path>
              <a:moveTo>
                <a:pt x="0" y="374925"/>
              </a:moveTo>
              <a:lnTo>
                <a:pt x="196761" y="374925"/>
              </a:lnTo>
              <a:lnTo>
                <a:pt x="196761" y="0"/>
              </a:lnTo>
              <a:lnTo>
                <a:pt x="39352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18648" y="1974617"/>
        <a:ext cx="27176" cy="27176"/>
      </dsp:txXfrm>
    </dsp:sp>
    <dsp:sp modelId="{271CDE5E-629B-4D53-AD3A-94D04A8148F4}">
      <dsp:nvSpPr>
        <dsp:cNvPr id="0" name=""/>
        <dsp:cNvSpPr/>
      </dsp:nvSpPr>
      <dsp:spPr>
        <a:xfrm>
          <a:off x="5557740" y="1005171"/>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1041053"/>
        <a:ext cx="19676" cy="19676"/>
      </dsp:txXfrm>
    </dsp:sp>
    <dsp:sp modelId="{C5342062-E45B-436A-A26D-3A5D74B3722B}">
      <dsp:nvSpPr>
        <dsp:cNvPr id="0" name=""/>
        <dsp:cNvSpPr/>
      </dsp:nvSpPr>
      <dsp:spPr>
        <a:xfrm>
          <a:off x="3196608" y="1005171"/>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1041053"/>
        <a:ext cx="19676" cy="19676"/>
      </dsp:txXfrm>
    </dsp:sp>
    <dsp:sp modelId="{F630433B-3BF5-40CB-94B6-D1C03D5A04A4}">
      <dsp:nvSpPr>
        <dsp:cNvPr id="0" name=""/>
        <dsp:cNvSpPr/>
      </dsp:nvSpPr>
      <dsp:spPr>
        <a:xfrm>
          <a:off x="835475" y="1050891"/>
          <a:ext cx="393522" cy="1124777"/>
        </a:xfrm>
        <a:custGeom>
          <a:avLst/>
          <a:gdLst/>
          <a:ahLst/>
          <a:cxnLst/>
          <a:rect l="0" t="0" r="0" b="0"/>
          <a:pathLst>
            <a:path>
              <a:moveTo>
                <a:pt x="0" y="1124777"/>
              </a:moveTo>
              <a:lnTo>
                <a:pt x="196761" y="1124777"/>
              </a:lnTo>
              <a:lnTo>
                <a:pt x="196761" y="0"/>
              </a:lnTo>
              <a:lnTo>
                <a:pt x="39352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02445" y="1583489"/>
        <a:ext cx="59581" cy="59581"/>
      </dsp:txXfrm>
    </dsp:sp>
    <dsp:sp modelId="{541D165B-3DAC-4502-A8BE-08539041D58F}">
      <dsp:nvSpPr>
        <dsp:cNvPr id="0" name=""/>
        <dsp:cNvSpPr/>
      </dsp:nvSpPr>
      <dsp:spPr>
        <a:xfrm>
          <a:off x="5557740" y="255320"/>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291202"/>
        <a:ext cx="19676" cy="19676"/>
      </dsp:txXfrm>
    </dsp:sp>
    <dsp:sp modelId="{B2A51C67-25AF-4A0E-B087-19C38F18EBCA}">
      <dsp:nvSpPr>
        <dsp:cNvPr id="0" name=""/>
        <dsp:cNvSpPr/>
      </dsp:nvSpPr>
      <dsp:spPr>
        <a:xfrm>
          <a:off x="3196608" y="255320"/>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291202"/>
        <a:ext cx="19676" cy="19676"/>
      </dsp:txXfrm>
    </dsp:sp>
    <dsp:sp modelId="{8D48D32D-3EC0-4F02-A3FA-40F4DDF89DB6}">
      <dsp:nvSpPr>
        <dsp:cNvPr id="0" name=""/>
        <dsp:cNvSpPr/>
      </dsp:nvSpPr>
      <dsp:spPr>
        <a:xfrm>
          <a:off x="835475" y="301040"/>
          <a:ext cx="393522" cy="1874628"/>
        </a:xfrm>
        <a:custGeom>
          <a:avLst/>
          <a:gdLst/>
          <a:ahLst/>
          <a:cxnLst/>
          <a:rect l="0" t="0" r="0" b="0"/>
          <a:pathLst>
            <a:path>
              <a:moveTo>
                <a:pt x="0" y="1874628"/>
              </a:moveTo>
              <a:lnTo>
                <a:pt x="196761" y="1874628"/>
              </a:lnTo>
              <a:lnTo>
                <a:pt x="196761" y="0"/>
              </a:lnTo>
              <a:lnTo>
                <a:pt x="39352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984349" y="1190467"/>
        <a:ext cx="95774" cy="95774"/>
      </dsp:txXfrm>
    </dsp:sp>
    <dsp:sp modelId="{7CF7EF66-80E8-4D5B-9547-B7F13351907E}">
      <dsp:nvSpPr>
        <dsp:cNvPr id="0" name=""/>
        <dsp:cNvSpPr/>
      </dsp:nvSpPr>
      <dsp:spPr>
        <a:xfrm rot="16200000">
          <a:off x="-1043099" y="1875728"/>
          <a:ext cx="3157269"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s-MX" sz="3900" kern="1200" dirty="0"/>
            <a:t>Intereses</a:t>
          </a:r>
        </a:p>
      </dsp:txBody>
      <dsp:txXfrm>
        <a:off x="-1043099" y="1875728"/>
        <a:ext cx="3157269" cy="599881"/>
      </dsp:txXfrm>
    </dsp:sp>
    <dsp:sp modelId="{A23F87D5-9666-4430-96C2-C6DD16B85442}">
      <dsp:nvSpPr>
        <dsp:cNvPr id="0" name=""/>
        <dsp:cNvSpPr/>
      </dsp:nvSpPr>
      <dsp:spPr>
        <a:xfrm>
          <a:off x="1228997" y="1099"/>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Factoraje</a:t>
          </a:r>
        </a:p>
      </dsp:txBody>
      <dsp:txXfrm>
        <a:off x="1228997" y="1099"/>
        <a:ext cx="1967610" cy="599881"/>
      </dsp:txXfrm>
    </dsp:sp>
    <dsp:sp modelId="{5760217A-11DE-459C-A9FE-56D7F2E34DA6}">
      <dsp:nvSpPr>
        <dsp:cNvPr id="0" name=""/>
        <dsp:cNvSpPr/>
      </dsp:nvSpPr>
      <dsp:spPr>
        <a:xfrm>
          <a:off x="3590130" y="1099"/>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Ganancia derivada de los derechos adquiridos </a:t>
          </a:r>
        </a:p>
      </dsp:txBody>
      <dsp:txXfrm>
        <a:off x="3590130" y="1099"/>
        <a:ext cx="1967610" cy="599881"/>
      </dsp:txXfrm>
    </dsp:sp>
    <dsp:sp modelId="{23DDC7C2-1675-4AF6-8DD1-4499BC71A919}">
      <dsp:nvSpPr>
        <dsp:cNvPr id="0" name=""/>
        <dsp:cNvSpPr/>
      </dsp:nvSpPr>
      <dsp:spPr>
        <a:xfrm>
          <a:off x="5951262" y="1099"/>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5951262" y="1099"/>
        <a:ext cx="1967610" cy="599881"/>
      </dsp:txXfrm>
    </dsp:sp>
    <dsp:sp modelId="{CD5DCBBC-D3CB-42A4-97BE-DD415EE3BC96}">
      <dsp:nvSpPr>
        <dsp:cNvPr id="0" name=""/>
        <dsp:cNvSpPr/>
      </dsp:nvSpPr>
      <dsp:spPr>
        <a:xfrm>
          <a:off x="1228997" y="750951"/>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Arrendamiento Financiero</a:t>
          </a:r>
        </a:p>
      </dsp:txBody>
      <dsp:txXfrm>
        <a:off x="1228997" y="750951"/>
        <a:ext cx="1967610" cy="599881"/>
      </dsp:txXfrm>
    </dsp:sp>
    <dsp:sp modelId="{370C1312-526F-4A2C-A5F7-E2605260C2A1}">
      <dsp:nvSpPr>
        <dsp:cNvPr id="0" name=""/>
        <dsp:cNvSpPr/>
      </dsp:nvSpPr>
      <dsp:spPr>
        <a:xfrm>
          <a:off x="3590130" y="750951"/>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Diferencia de Pagos y MOI</a:t>
          </a:r>
        </a:p>
      </dsp:txBody>
      <dsp:txXfrm>
        <a:off x="3590130" y="750951"/>
        <a:ext cx="1967610" cy="599881"/>
      </dsp:txXfrm>
    </dsp:sp>
    <dsp:sp modelId="{9D2548BB-5041-4071-B200-EAE1C54A2CE2}">
      <dsp:nvSpPr>
        <dsp:cNvPr id="0" name=""/>
        <dsp:cNvSpPr/>
      </dsp:nvSpPr>
      <dsp:spPr>
        <a:xfrm>
          <a:off x="5951262" y="750951"/>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5951262" y="750951"/>
        <a:ext cx="1967610" cy="599881"/>
      </dsp:txXfrm>
    </dsp:sp>
    <dsp:sp modelId="{57D7BE39-F20E-4894-AB35-B80429449ED8}">
      <dsp:nvSpPr>
        <dsp:cNvPr id="0" name=""/>
        <dsp:cNvSpPr/>
      </dsp:nvSpPr>
      <dsp:spPr>
        <a:xfrm>
          <a:off x="1228997" y="1500802"/>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Bursatilización de Rentas</a:t>
          </a:r>
        </a:p>
      </dsp:txBody>
      <dsp:txXfrm>
        <a:off x="1228997" y="1500802"/>
        <a:ext cx="1967610" cy="599881"/>
      </dsp:txXfrm>
    </dsp:sp>
    <dsp:sp modelId="{CBF99FDF-60BA-4795-BEE2-B389DD042EC4}">
      <dsp:nvSpPr>
        <dsp:cNvPr id="0" name=""/>
        <dsp:cNvSpPr/>
      </dsp:nvSpPr>
      <dsp:spPr>
        <a:xfrm>
          <a:off x="3590130" y="1500802"/>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Se considera operación de financiamiento</a:t>
          </a:r>
        </a:p>
      </dsp:txBody>
      <dsp:txXfrm>
        <a:off x="3590130" y="1500802"/>
        <a:ext cx="1967610" cy="599881"/>
      </dsp:txXfrm>
    </dsp:sp>
    <dsp:sp modelId="{62D12226-13C4-4487-90A1-E3B2E3ECEEEF}">
      <dsp:nvSpPr>
        <dsp:cNvPr id="0" name=""/>
        <dsp:cNvSpPr/>
      </dsp:nvSpPr>
      <dsp:spPr>
        <a:xfrm>
          <a:off x="5951262" y="1500802"/>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Diferencia entre rentas y valor de la cesión</a:t>
          </a:r>
        </a:p>
      </dsp:txBody>
      <dsp:txXfrm>
        <a:off x="5951262" y="1500802"/>
        <a:ext cx="1967610" cy="599881"/>
      </dsp:txXfrm>
    </dsp:sp>
    <dsp:sp modelId="{3E5A78A6-E930-4502-9339-7A88DD2C059C}">
      <dsp:nvSpPr>
        <dsp:cNvPr id="0" name=""/>
        <dsp:cNvSpPr/>
      </dsp:nvSpPr>
      <dsp:spPr>
        <a:xfrm>
          <a:off x="8312395" y="1500802"/>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8312395" y="1500802"/>
        <a:ext cx="1967610" cy="599881"/>
      </dsp:txXfrm>
    </dsp:sp>
    <dsp:sp modelId="{6CE2673B-5559-418B-A91C-72AA3F419AAC}">
      <dsp:nvSpPr>
        <dsp:cNvPr id="0" name=""/>
        <dsp:cNvSpPr/>
      </dsp:nvSpPr>
      <dsp:spPr>
        <a:xfrm>
          <a:off x="1228997" y="2250654"/>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Ajuste por UDIS y Otros</a:t>
          </a:r>
        </a:p>
      </dsp:txBody>
      <dsp:txXfrm>
        <a:off x="1228997" y="2250654"/>
        <a:ext cx="1967610" cy="599881"/>
      </dsp:txXfrm>
    </dsp:sp>
    <dsp:sp modelId="{9DA2C625-5094-4773-B14F-43E72C8E12D9}">
      <dsp:nvSpPr>
        <dsp:cNvPr id="0" name=""/>
        <dsp:cNvSpPr/>
      </dsp:nvSpPr>
      <dsp:spPr>
        <a:xfrm>
          <a:off x="3590130" y="2250654"/>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3590130" y="2250654"/>
        <a:ext cx="1967610" cy="599881"/>
      </dsp:txXfrm>
    </dsp:sp>
    <dsp:sp modelId="{3180A8D9-B878-4128-A802-77B02019DDF4}">
      <dsp:nvSpPr>
        <dsp:cNvPr id="0" name=""/>
        <dsp:cNvSpPr/>
      </dsp:nvSpPr>
      <dsp:spPr>
        <a:xfrm>
          <a:off x="1228997" y="3000505"/>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Fluctuación Cambiaria</a:t>
          </a:r>
        </a:p>
      </dsp:txBody>
      <dsp:txXfrm>
        <a:off x="1228997" y="3000505"/>
        <a:ext cx="1967610" cy="599881"/>
      </dsp:txXfrm>
    </dsp:sp>
    <dsp:sp modelId="{BEA15642-DD30-458E-95CE-8E1ECA7C3616}">
      <dsp:nvSpPr>
        <dsp:cNvPr id="0" name=""/>
        <dsp:cNvSpPr/>
      </dsp:nvSpPr>
      <dsp:spPr>
        <a:xfrm>
          <a:off x="3590130" y="3000505"/>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3590130" y="3000505"/>
        <a:ext cx="1967610" cy="599881"/>
      </dsp:txXfrm>
    </dsp:sp>
    <dsp:sp modelId="{0514FC3D-EC5F-4B0A-99D4-21603BAF79F9}">
      <dsp:nvSpPr>
        <dsp:cNvPr id="0" name=""/>
        <dsp:cNvSpPr/>
      </dsp:nvSpPr>
      <dsp:spPr>
        <a:xfrm>
          <a:off x="5951262" y="3000505"/>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Tipo de Cambio del DO </a:t>
          </a:r>
        </a:p>
      </dsp:txBody>
      <dsp:txXfrm>
        <a:off x="5951262" y="3000505"/>
        <a:ext cx="1967610" cy="599881"/>
      </dsp:txXfrm>
    </dsp:sp>
    <dsp:sp modelId="{F5B22672-2B8C-4195-BAA5-AF884AD22B6D}">
      <dsp:nvSpPr>
        <dsp:cNvPr id="0" name=""/>
        <dsp:cNvSpPr/>
      </dsp:nvSpPr>
      <dsp:spPr>
        <a:xfrm>
          <a:off x="1228997" y="3750357"/>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Fondos de Inversión en Instrumentos de Deuda</a:t>
          </a:r>
        </a:p>
      </dsp:txBody>
      <dsp:txXfrm>
        <a:off x="1228997" y="3750357"/>
        <a:ext cx="1967610" cy="599881"/>
      </dsp:txXfrm>
    </dsp:sp>
    <dsp:sp modelId="{BD4D0B0D-4AAE-476D-BB4D-71B1F01CD83D}">
      <dsp:nvSpPr>
        <dsp:cNvPr id="0" name=""/>
        <dsp:cNvSpPr/>
      </dsp:nvSpPr>
      <dsp:spPr>
        <a:xfrm>
          <a:off x="3590130" y="3750357"/>
          <a:ext cx="1967610" cy="599881"/>
        </a:xfrm>
        <a:prstGeom prst="rect">
          <a:avLst/>
        </a:prstGeom>
        <a:solidFill>
          <a:srgbClr val="5B9BD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Ganancia en su Enajenación</a:t>
          </a:r>
        </a:p>
      </dsp:txBody>
      <dsp:txXfrm>
        <a:off x="3590130" y="3750357"/>
        <a:ext cx="1967610" cy="599881"/>
      </dsp:txXfrm>
    </dsp:sp>
    <dsp:sp modelId="{33DF16DB-24C8-4205-B786-336256776B55}">
      <dsp:nvSpPr>
        <dsp:cNvPr id="0" name=""/>
        <dsp:cNvSpPr/>
      </dsp:nvSpPr>
      <dsp:spPr>
        <a:xfrm>
          <a:off x="5951262" y="3750357"/>
          <a:ext cx="1967610" cy="599881"/>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Realización</a:t>
          </a:r>
        </a:p>
      </dsp:txBody>
      <dsp:txXfrm>
        <a:off x="5951262" y="3750357"/>
        <a:ext cx="1967610" cy="5998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2F8E3-48FD-4FA4-AA4B-289E2947F752}">
      <dsp:nvSpPr>
        <dsp:cNvPr id="0" name=""/>
        <dsp:cNvSpPr/>
      </dsp:nvSpPr>
      <dsp:spPr>
        <a:xfrm>
          <a:off x="634762" y="3404223"/>
          <a:ext cx="411382" cy="1763740"/>
        </a:xfrm>
        <a:custGeom>
          <a:avLst/>
          <a:gdLst/>
          <a:ahLst/>
          <a:cxnLst/>
          <a:rect l="0" t="0" r="0" b="0"/>
          <a:pathLst>
            <a:path>
              <a:moveTo>
                <a:pt x="0" y="0"/>
              </a:moveTo>
              <a:lnTo>
                <a:pt x="205691" y="0"/>
              </a:lnTo>
              <a:lnTo>
                <a:pt x="205691" y="1763740"/>
              </a:lnTo>
              <a:lnTo>
                <a:pt x="411382" y="17637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795177" y="4240816"/>
        <a:ext cx="90554" cy="90554"/>
      </dsp:txXfrm>
    </dsp:sp>
    <dsp:sp modelId="{BA2F4163-B7C3-4F7F-A4B9-D5787B6CB85C}">
      <dsp:nvSpPr>
        <dsp:cNvPr id="0" name=""/>
        <dsp:cNvSpPr/>
      </dsp:nvSpPr>
      <dsp:spPr>
        <a:xfrm>
          <a:off x="634762" y="3404223"/>
          <a:ext cx="411382" cy="979855"/>
        </a:xfrm>
        <a:custGeom>
          <a:avLst/>
          <a:gdLst/>
          <a:ahLst/>
          <a:cxnLst/>
          <a:rect l="0" t="0" r="0" b="0"/>
          <a:pathLst>
            <a:path>
              <a:moveTo>
                <a:pt x="0" y="0"/>
              </a:moveTo>
              <a:lnTo>
                <a:pt x="205691" y="0"/>
              </a:lnTo>
              <a:lnTo>
                <a:pt x="205691" y="979855"/>
              </a:lnTo>
              <a:lnTo>
                <a:pt x="411382" y="9798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13886" y="3867583"/>
        <a:ext cx="53135" cy="53135"/>
      </dsp:txXfrm>
    </dsp:sp>
    <dsp:sp modelId="{3C586A4A-D002-4AEC-A938-BD178FA130DA}">
      <dsp:nvSpPr>
        <dsp:cNvPr id="0" name=""/>
        <dsp:cNvSpPr/>
      </dsp:nvSpPr>
      <dsp:spPr>
        <a:xfrm>
          <a:off x="634762" y="3404223"/>
          <a:ext cx="411382" cy="195971"/>
        </a:xfrm>
        <a:custGeom>
          <a:avLst/>
          <a:gdLst/>
          <a:ahLst/>
          <a:cxnLst/>
          <a:rect l="0" t="0" r="0" b="0"/>
          <a:pathLst>
            <a:path>
              <a:moveTo>
                <a:pt x="0" y="0"/>
              </a:moveTo>
              <a:lnTo>
                <a:pt x="205691" y="0"/>
              </a:lnTo>
              <a:lnTo>
                <a:pt x="205691" y="195971"/>
              </a:lnTo>
              <a:lnTo>
                <a:pt x="411382" y="1959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29062" y="3490817"/>
        <a:ext cx="22783" cy="22783"/>
      </dsp:txXfrm>
    </dsp:sp>
    <dsp:sp modelId="{21096709-54BA-4D81-83AC-ABCFAB258044}">
      <dsp:nvSpPr>
        <dsp:cNvPr id="0" name=""/>
        <dsp:cNvSpPr/>
      </dsp:nvSpPr>
      <dsp:spPr>
        <a:xfrm>
          <a:off x="3103058" y="2770590"/>
          <a:ext cx="411382" cy="91440"/>
        </a:xfrm>
        <a:custGeom>
          <a:avLst/>
          <a:gdLst/>
          <a:ahLst/>
          <a:cxnLst/>
          <a:rect l="0" t="0" r="0" b="0"/>
          <a:pathLst>
            <a:path>
              <a:moveTo>
                <a:pt x="0" y="45720"/>
              </a:moveTo>
              <a:lnTo>
                <a:pt x="41138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298465" y="2806025"/>
        <a:ext cx="20569" cy="20569"/>
      </dsp:txXfrm>
    </dsp:sp>
    <dsp:sp modelId="{97DE6806-A0A2-4573-965C-5037A123163A}">
      <dsp:nvSpPr>
        <dsp:cNvPr id="0" name=""/>
        <dsp:cNvSpPr/>
      </dsp:nvSpPr>
      <dsp:spPr>
        <a:xfrm>
          <a:off x="634762" y="2816310"/>
          <a:ext cx="411382" cy="587913"/>
        </a:xfrm>
        <a:custGeom>
          <a:avLst/>
          <a:gdLst/>
          <a:ahLst/>
          <a:cxnLst/>
          <a:rect l="0" t="0" r="0" b="0"/>
          <a:pathLst>
            <a:path>
              <a:moveTo>
                <a:pt x="0" y="587913"/>
              </a:moveTo>
              <a:lnTo>
                <a:pt x="205691" y="587913"/>
              </a:lnTo>
              <a:lnTo>
                <a:pt x="205691" y="0"/>
              </a:lnTo>
              <a:lnTo>
                <a:pt x="41138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22515" y="3092328"/>
        <a:ext cx="35877" cy="35877"/>
      </dsp:txXfrm>
    </dsp:sp>
    <dsp:sp modelId="{3CD23141-D031-41ED-B787-93377F34DAA6}">
      <dsp:nvSpPr>
        <dsp:cNvPr id="0" name=""/>
        <dsp:cNvSpPr/>
      </dsp:nvSpPr>
      <dsp:spPr>
        <a:xfrm>
          <a:off x="8039649" y="3162532"/>
          <a:ext cx="411382" cy="91440"/>
        </a:xfrm>
        <a:custGeom>
          <a:avLst/>
          <a:gdLst/>
          <a:ahLst/>
          <a:cxnLst/>
          <a:rect l="0" t="0" r="0" b="0"/>
          <a:pathLst>
            <a:path>
              <a:moveTo>
                <a:pt x="0" y="45720"/>
              </a:moveTo>
              <a:lnTo>
                <a:pt x="41138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235055" y="3197968"/>
        <a:ext cx="20569" cy="20569"/>
      </dsp:txXfrm>
    </dsp:sp>
    <dsp:sp modelId="{CF2B7A72-DB06-47F1-A17A-C884464E349A}">
      <dsp:nvSpPr>
        <dsp:cNvPr id="0" name=""/>
        <dsp:cNvSpPr/>
      </dsp:nvSpPr>
      <dsp:spPr>
        <a:xfrm>
          <a:off x="5571353" y="2032425"/>
          <a:ext cx="411382" cy="1175826"/>
        </a:xfrm>
        <a:custGeom>
          <a:avLst/>
          <a:gdLst/>
          <a:ahLst/>
          <a:cxnLst/>
          <a:rect l="0" t="0" r="0" b="0"/>
          <a:pathLst>
            <a:path>
              <a:moveTo>
                <a:pt x="0" y="0"/>
              </a:moveTo>
              <a:lnTo>
                <a:pt x="205691" y="0"/>
              </a:lnTo>
              <a:lnTo>
                <a:pt x="205691" y="1175826"/>
              </a:lnTo>
              <a:lnTo>
                <a:pt x="411382" y="117582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5902" y="2589196"/>
        <a:ext cx="62285" cy="62285"/>
      </dsp:txXfrm>
    </dsp:sp>
    <dsp:sp modelId="{E43AF941-4C27-47D9-8F74-3AF33249FC87}">
      <dsp:nvSpPr>
        <dsp:cNvPr id="0" name=""/>
        <dsp:cNvSpPr/>
      </dsp:nvSpPr>
      <dsp:spPr>
        <a:xfrm>
          <a:off x="5571353" y="2032425"/>
          <a:ext cx="411382" cy="391942"/>
        </a:xfrm>
        <a:custGeom>
          <a:avLst/>
          <a:gdLst/>
          <a:ahLst/>
          <a:cxnLst/>
          <a:rect l="0" t="0" r="0" b="0"/>
          <a:pathLst>
            <a:path>
              <a:moveTo>
                <a:pt x="0" y="0"/>
              </a:moveTo>
              <a:lnTo>
                <a:pt x="205691" y="0"/>
              </a:lnTo>
              <a:lnTo>
                <a:pt x="205691" y="391942"/>
              </a:lnTo>
              <a:lnTo>
                <a:pt x="411382" y="39194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62840" y="2214191"/>
        <a:ext cx="28410" cy="28410"/>
      </dsp:txXfrm>
    </dsp:sp>
    <dsp:sp modelId="{FFDEB54E-CD86-4A34-8A0A-54EC60680AC6}">
      <dsp:nvSpPr>
        <dsp:cNvPr id="0" name=""/>
        <dsp:cNvSpPr/>
      </dsp:nvSpPr>
      <dsp:spPr>
        <a:xfrm>
          <a:off x="5571353" y="1640483"/>
          <a:ext cx="411382" cy="391942"/>
        </a:xfrm>
        <a:custGeom>
          <a:avLst/>
          <a:gdLst/>
          <a:ahLst/>
          <a:cxnLst/>
          <a:rect l="0" t="0" r="0" b="0"/>
          <a:pathLst>
            <a:path>
              <a:moveTo>
                <a:pt x="0" y="391942"/>
              </a:moveTo>
              <a:lnTo>
                <a:pt x="205691" y="391942"/>
              </a:lnTo>
              <a:lnTo>
                <a:pt x="205691" y="0"/>
              </a:lnTo>
              <a:lnTo>
                <a:pt x="411382"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62840" y="1822249"/>
        <a:ext cx="28410" cy="28410"/>
      </dsp:txXfrm>
    </dsp:sp>
    <dsp:sp modelId="{AE225884-E2F8-420F-98A2-F557A4D401CE}">
      <dsp:nvSpPr>
        <dsp:cNvPr id="0" name=""/>
        <dsp:cNvSpPr/>
      </dsp:nvSpPr>
      <dsp:spPr>
        <a:xfrm>
          <a:off x="5571353" y="856599"/>
          <a:ext cx="411382" cy="1175826"/>
        </a:xfrm>
        <a:custGeom>
          <a:avLst/>
          <a:gdLst/>
          <a:ahLst/>
          <a:cxnLst/>
          <a:rect l="0" t="0" r="0" b="0"/>
          <a:pathLst>
            <a:path>
              <a:moveTo>
                <a:pt x="0" y="1175826"/>
              </a:moveTo>
              <a:lnTo>
                <a:pt x="205691" y="1175826"/>
              </a:lnTo>
              <a:lnTo>
                <a:pt x="205691" y="0"/>
              </a:lnTo>
              <a:lnTo>
                <a:pt x="411382"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5902" y="1413369"/>
        <a:ext cx="62285" cy="62285"/>
      </dsp:txXfrm>
    </dsp:sp>
    <dsp:sp modelId="{72C6BCD5-198D-490F-96A9-17C809147F22}">
      <dsp:nvSpPr>
        <dsp:cNvPr id="0" name=""/>
        <dsp:cNvSpPr/>
      </dsp:nvSpPr>
      <dsp:spPr>
        <a:xfrm>
          <a:off x="3103058" y="1640483"/>
          <a:ext cx="411382" cy="391942"/>
        </a:xfrm>
        <a:custGeom>
          <a:avLst/>
          <a:gdLst/>
          <a:ahLst/>
          <a:cxnLst/>
          <a:rect l="0" t="0" r="0" b="0"/>
          <a:pathLst>
            <a:path>
              <a:moveTo>
                <a:pt x="0" y="0"/>
              </a:moveTo>
              <a:lnTo>
                <a:pt x="205691" y="0"/>
              </a:lnTo>
              <a:lnTo>
                <a:pt x="205691" y="391942"/>
              </a:lnTo>
              <a:lnTo>
                <a:pt x="411382" y="39194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294544" y="1822249"/>
        <a:ext cx="28410" cy="28410"/>
      </dsp:txXfrm>
    </dsp:sp>
    <dsp:sp modelId="{BF6F63CA-98A2-4ACE-B1F6-030A761DDDF6}">
      <dsp:nvSpPr>
        <dsp:cNvPr id="0" name=""/>
        <dsp:cNvSpPr/>
      </dsp:nvSpPr>
      <dsp:spPr>
        <a:xfrm>
          <a:off x="3103058" y="1248541"/>
          <a:ext cx="411382" cy="391942"/>
        </a:xfrm>
        <a:custGeom>
          <a:avLst/>
          <a:gdLst/>
          <a:ahLst/>
          <a:cxnLst/>
          <a:rect l="0" t="0" r="0" b="0"/>
          <a:pathLst>
            <a:path>
              <a:moveTo>
                <a:pt x="0" y="391942"/>
              </a:moveTo>
              <a:lnTo>
                <a:pt x="205691" y="391942"/>
              </a:lnTo>
              <a:lnTo>
                <a:pt x="205691" y="0"/>
              </a:lnTo>
              <a:lnTo>
                <a:pt x="411382"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294544" y="1430307"/>
        <a:ext cx="28410" cy="28410"/>
      </dsp:txXfrm>
    </dsp:sp>
    <dsp:sp modelId="{3BF3A337-ED7A-4571-803D-6BB78E56721F}">
      <dsp:nvSpPr>
        <dsp:cNvPr id="0" name=""/>
        <dsp:cNvSpPr/>
      </dsp:nvSpPr>
      <dsp:spPr>
        <a:xfrm>
          <a:off x="634762" y="1640483"/>
          <a:ext cx="411382" cy="1763740"/>
        </a:xfrm>
        <a:custGeom>
          <a:avLst/>
          <a:gdLst/>
          <a:ahLst/>
          <a:cxnLst/>
          <a:rect l="0" t="0" r="0" b="0"/>
          <a:pathLst>
            <a:path>
              <a:moveTo>
                <a:pt x="0" y="1763740"/>
              </a:moveTo>
              <a:lnTo>
                <a:pt x="205691" y="1763740"/>
              </a:lnTo>
              <a:lnTo>
                <a:pt x="205691" y="0"/>
              </a:lnTo>
              <a:lnTo>
                <a:pt x="41138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795177" y="2477076"/>
        <a:ext cx="90554" cy="90554"/>
      </dsp:txXfrm>
    </dsp:sp>
    <dsp:sp modelId="{DB478AB2-ACFA-4614-96C4-63F7933B2A64}">
      <dsp:nvSpPr>
        <dsp:cNvPr id="0" name=""/>
        <dsp:cNvSpPr/>
      </dsp:nvSpPr>
      <dsp:spPr>
        <a:xfrm rot="16200000">
          <a:off x="-1329074" y="3090669"/>
          <a:ext cx="3300566"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MX" sz="1800" kern="1200" dirty="0"/>
            <a:t>Intereses</a:t>
          </a:r>
        </a:p>
        <a:p>
          <a:pPr marL="0" lvl="0" indent="0" algn="ctr" defTabSz="800100">
            <a:lnSpc>
              <a:spcPct val="90000"/>
            </a:lnSpc>
            <a:spcBef>
              <a:spcPct val="0"/>
            </a:spcBef>
            <a:spcAft>
              <a:spcPct val="35000"/>
            </a:spcAft>
            <a:buNone/>
          </a:pPr>
          <a:r>
            <a:rPr lang="es-MX" sz="1000" kern="1200" dirty="0"/>
            <a:t>LISR 27-VII</a:t>
          </a:r>
        </a:p>
      </dsp:txBody>
      <dsp:txXfrm>
        <a:off x="-1329074" y="3090669"/>
        <a:ext cx="3300566" cy="627107"/>
      </dsp:txXfrm>
    </dsp:sp>
    <dsp:sp modelId="{8E83F4D3-583D-428B-A5FC-5A5175CBD5B3}">
      <dsp:nvSpPr>
        <dsp:cNvPr id="0" name=""/>
        <dsp:cNvSpPr/>
      </dsp:nvSpPr>
      <dsp:spPr>
        <a:xfrm>
          <a:off x="1046145" y="1326929"/>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Por capitales tomados en préstamo</a:t>
          </a:r>
        </a:p>
      </dsp:txBody>
      <dsp:txXfrm>
        <a:off x="1046145" y="1326929"/>
        <a:ext cx="2056912" cy="627107"/>
      </dsp:txXfrm>
    </dsp:sp>
    <dsp:sp modelId="{AC876DB3-BAB5-4480-8C98-2E0194CEE545}">
      <dsp:nvSpPr>
        <dsp:cNvPr id="0" name=""/>
        <dsp:cNvSpPr/>
      </dsp:nvSpPr>
      <dsp:spPr>
        <a:xfrm>
          <a:off x="3514440" y="934987"/>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Inversión en los fines del negocio</a:t>
          </a:r>
        </a:p>
      </dsp:txBody>
      <dsp:txXfrm>
        <a:off x="3514440" y="934987"/>
        <a:ext cx="2056912" cy="627107"/>
      </dsp:txXfrm>
    </dsp:sp>
    <dsp:sp modelId="{5D360116-4207-4680-BFC6-5A45EB2F7C08}">
      <dsp:nvSpPr>
        <dsp:cNvPr id="0" name=""/>
        <dsp:cNvSpPr/>
      </dsp:nvSpPr>
      <dsp:spPr>
        <a:xfrm>
          <a:off x="3514440" y="1718872"/>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Préstamos a terceros, trabajadores, funcionarios o accionistas</a:t>
          </a:r>
        </a:p>
      </dsp:txBody>
      <dsp:txXfrm>
        <a:off x="3514440" y="1718872"/>
        <a:ext cx="2056912" cy="627107"/>
      </dsp:txXfrm>
    </dsp:sp>
    <dsp:sp modelId="{B6DA1D5F-5A0C-4736-804A-9D9E877F5458}">
      <dsp:nvSpPr>
        <dsp:cNvPr id="0" name=""/>
        <dsp:cNvSpPr/>
      </dsp:nvSpPr>
      <dsp:spPr>
        <a:xfrm>
          <a:off x="5982736" y="543045"/>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Hasta por la tasa más baja</a:t>
          </a:r>
        </a:p>
      </dsp:txBody>
      <dsp:txXfrm>
        <a:off x="5982736" y="543045"/>
        <a:ext cx="2056912" cy="627107"/>
      </dsp:txXfrm>
    </dsp:sp>
    <dsp:sp modelId="{7FB10854-D9EE-4D7F-AAAE-C448A5EC44AF}">
      <dsp:nvSpPr>
        <dsp:cNvPr id="0" name=""/>
        <dsp:cNvSpPr/>
      </dsp:nvSpPr>
      <dsp:spPr>
        <a:xfrm>
          <a:off x="5982736" y="1326929"/>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En la porción del préstamo otorgado</a:t>
          </a:r>
        </a:p>
      </dsp:txBody>
      <dsp:txXfrm>
        <a:off x="5982736" y="1326929"/>
        <a:ext cx="2056912" cy="627107"/>
      </dsp:txXfrm>
    </dsp:sp>
    <dsp:sp modelId="{B89417AC-1D85-4665-891C-E881887F4C66}">
      <dsp:nvSpPr>
        <dsp:cNvPr id="0" name=""/>
        <dsp:cNvSpPr/>
      </dsp:nvSpPr>
      <dsp:spPr>
        <a:xfrm>
          <a:off x="5982736" y="2110814"/>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Entregar comprobante a quién se otorgó el préstamo</a:t>
          </a:r>
        </a:p>
      </dsp:txBody>
      <dsp:txXfrm>
        <a:off x="5982736" y="2110814"/>
        <a:ext cx="2056912" cy="627107"/>
      </dsp:txXfrm>
    </dsp:sp>
    <dsp:sp modelId="{F18FA624-7148-4473-B2A2-494B7F40005C}">
      <dsp:nvSpPr>
        <dsp:cNvPr id="0" name=""/>
        <dsp:cNvSpPr/>
      </dsp:nvSpPr>
      <dsp:spPr>
        <a:xfrm>
          <a:off x="5982736" y="2894698"/>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Exceptuados</a:t>
          </a:r>
        </a:p>
      </dsp:txBody>
      <dsp:txXfrm>
        <a:off x="5982736" y="2894698"/>
        <a:ext cx="2056912" cy="627107"/>
      </dsp:txXfrm>
    </dsp:sp>
    <dsp:sp modelId="{0C076FC6-E6E3-41F0-BCF8-F63E6273F4BB}">
      <dsp:nvSpPr>
        <dsp:cNvPr id="0" name=""/>
        <dsp:cNvSpPr/>
      </dsp:nvSpPr>
      <dsp:spPr>
        <a:xfrm>
          <a:off x="8451031" y="2894698"/>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Instituciones de Crédito, SOFOMES y Organizaciones Auxiliares del Crédito</a:t>
          </a:r>
        </a:p>
      </dsp:txBody>
      <dsp:txXfrm>
        <a:off x="8451031" y="2894698"/>
        <a:ext cx="2056912" cy="627107"/>
      </dsp:txXfrm>
    </dsp:sp>
    <dsp:sp modelId="{E763A5B8-AC87-405F-A21F-969BDFBB8B02}">
      <dsp:nvSpPr>
        <dsp:cNvPr id="0" name=""/>
        <dsp:cNvSpPr/>
      </dsp:nvSpPr>
      <dsp:spPr>
        <a:xfrm>
          <a:off x="1046145" y="2502756"/>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Por inversiones no deducibles o parcialmente deducibles</a:t>
          </a:r>
        </a:p>
      </dsp:txBody>
      <dsp:txXfrm>
        <a:off x="1046145" y="2502756"/>
        <a:ext cx="2056912" cy="627107"/>
      </dsp:txXfrm>
    </dsp:sp>
    <dsp:sp modelId="{33013B72-7F28-426B-9B60-178095607BEC}">
      <dsp:nvSpPr>
        <dsp:cNvPr id="0" name=""/>
        <dsp:cNvSpPr/>
      </dsp:nvSpPr>
      <dsp:spPr>
        <a:xfrm>
          <a:off x="3514440" y="2502756"/>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Proporcional al monto deducible de la inversión</a:t>
          </a:r>
        </a:p>
      </dsp:txBody>
      <dsp:txXfrm>
        <a:off x="3514440" y="2502756"/>
        <a:ext cx="2056912" cy="627107"/>
      </dsp:txXfrm>
    </dsp:sp>
    <dsp:sp modelId="{F5BCDB10-9A38-4D44-B393-410ADBF8AB59}">
      <dsp:nvSpPr>
        <dsp:cNvPr id="0" name=""/>
        <dsp:cNvSpPr/>
      </dsp:nvSpPr>
      <dsp:spPr>
        <a:xfrm>
          <a:off x="1046145" y="3286641"/>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Capitalización Insuficiente</a:t>
          </a:r>
        </a:p>
        <a:p>
          <a:pPr marL="0" lvl="0" indent="0" algn="ctr" defTabSz="622300">
            <a:lnSpc>
              <a:spcPct val="90000"/>
            </a:lnSpc>
            <a:spcBef>
              <a:spcPct val="0"/>
            </a:spcBef>
            <a:spcAft>
              <a:spcPct val="35000"/>
            </a:spcAft>
            <a:buNone/>
          </a:pPr>
          <a:r>
            <a:rPr lang="es-MX" sz="1000" kern="1200" dirty="0"/>
            <a:t>LISR 28-XXVII</a:t>
          </a:r>
        </a:p>
      </dsp:txBody>
      <dsp:txXfrm>
        <a:off x="1046145" y="3286641"/>
        <a:ext cx="2056912" cy="627107"/>
      </dsp:txXfrm>
    </dsp:sp>
    <dsp:sp modelId="{DE96DD5D-5B17-4A06-85D8-2085FEA68DFF}">
      <dsp:nvSpPr>
        <dsp:cNvPr id="0" name=""/>
        <dsp:cNvSpPr/>
      </dsp:nvSpPr>
      <dsp:spPr>
        <a:xfrm>
          <a:off x="1046145" y="4070525"/>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Hasta su pago si son a Personas Físicas residentes</a:t>
          </a:r>
        </a:p>
      </dsp:txBody>
      <dsp:txXfrm>
        <a:off x="1046145" y="4070525"/>
        <a:ext cx="2056912" cy="627107"/>
      </dsp:txXfrm>
    </dsp:sp>
    <dsp:sp modelId="{99A9C942-F6C2-4887-AA0B-DE71E33D70BF}">
      <dsp:nvSpPr>
        <dsp:cNvPr id="0" name=""/>
        <dsp:cNvSpPr/>
      </dsp:nvSpPr>
      <dsp:spPr>
        <a:xfrm>
          <a:off x="1046145" y="4854410"/>
          <a:ext cx="2056912" cy="62710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t>Limitante 30% Utilidad Fiscal Ajustada</a:t>
          </a:r>
        </a:p>
        <a:p>
          <a:pPr marL="0" lvl="0" indent="0" algn="ctr" defTabSz="533400">
            <a:lnSpc>
              <a:spcPct val="90000"/>
            </a:lnSpc>
            <a:spcBef>
              <a:spcPct val="0"/>
            </a:spcBef>
            <a:spcAft>
              <a:spcPct val="35000"/>
            </a:spcAft>
            <a:buNone/>
          </a:pPr>
          <a:r>
            <a:rPr lang="es-ES" sz="1000" kern="1200" dirty="0">
              <a:solidFill>
                <a:prstClr val="white"/>
              </a:solidFill>
              <a:latin typeface="Calibri" panose="020F0502020204030204"/>
              <a:ea typeface="+mn-ea"/>
              <a:cs typeface="+mn-cs"/>
            </a:rPr>
            <a:t>LISR 28-XXXII</a:t>
          </a:r>
          <a:endParaRPr lang="es-MX" sz="1000" kern="1200" dirty="0">
            <a:solidFill>
              <a:prstClr val="white"/>
            </a:solidFill>
            <a:latin typeface="Calibri" panose="020F0502020204030204"/>
            <a:ea typeface="+mn-ea"/>
            <a:cs typeface="+mn-cs"/>
          </a:endParaRPr>
        </a:p>
      </dsp:txBody>
      <dsp:txXfrm>
        <a:off x="1046145" y="4854410"/>
        <a:ext cx="2056912" cy="6271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B20FA8-649B-4798-A11B-EA7AD0ABB9ED}">
      <dsp:nvSpPr>
        <dsp:cNvPr id="0" name=""/>
        <dsp:cNvSpPr/>
      </dsp:nvSpPr>
      <dsp:spPr>
        <a:xfrm>
          <a:off x="788669" y="0"/>
          <a:ext cx="8938260" cy="4351338"/>
        </a:xfrm>
        <a:prstGeom prst="rightArrow">
          <a:avLst/>
        </a:prstGeom>
        <a:solidFill>
          <a:srgbClr val="92D050"/>
        </a:solidFill>
        <a:ln>
          <a:noFill/>
        </a:ln>
        <a:effectLst/>
      </dsp:spPr>
      <dsp:style>
        <a:lnRef idx="0">
          <a:scrgbClr r="0" g="0" b="0"/>
        </a:lnRef>
        <a:fillRef idx="1">
          <a:scrgbClr r="0" g="0" b="0"/>
        </a:fillRef>
        <a:effectRef idx="0">
          <a:scrgbClr r="0" g="0" b="0"/>
        </a:effectRef>
        <a:fontRef idx="minor"/>
      </dsp:style>
    </dsp:sp>
    <dsp:sp modelId="{B9A1DCB9-012E-45C5-88D2-2FACC130394A}">
      <dsp:nvSpPr>
        <dsp:cNvPr id="0" name=""/>
        <dsp:cNvSpPr/>
      </dsp:nvSpPr>
      <dsp:spPr>
        <a:xfrm>
          <a:off x="898"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dirty="0"/>
            <a:t>1. Capital Contable</a:t>
          </a:r>
        </a:p>
      </dsp:txBody>
      <dsp:txXfrm>
        <a:off x="71205" y="1375708"/>
        <a:ext cx="1299632" cy="1599921"/>
      </dsp:txXfrm>
    </dsp:sp>
    <dsp:sp modelId="{0C9F9078-B33D-478C-B401-3589711BA5F6}">
      <dsp:nvSpPr>
        <dsp:cNvPr id="0" name=""/>
        <dsp:cNvSpPr/>
      </dsp:nvSpPr>
      <dsp:spPr>
        <a:xfrm>
          <a:off x="1513157"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dirty="0"/>
            <a:t>2. Triple del Capital Contable</a:t>
          </a:r>
        </a:p>
      </dsp:txBody>
      <dsp:txXfrm>
        <a:off x="1583464" y="1375708"/>
        <a:ext cx="1299632" cy="1599921"/>
      </dsp:txXfrm>
    </dsp:sp>
    <dsp:sp modelId="{06DDD462-5A5F-4DDE-82D4-E03FD54AF2AC}">
      <dsp:nvSpPr>
        <dsp:cNvPr id="0" name=""/>
        <dsp:cNvSpPr/>
      </dsp:nvSpPr>
      <dsp:spPr>
        <a:xfrm>
          <a:off x="3025417"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dirty="0"/>
            <a:t>3. Saldo Promedio de todas las deudas que devengan intereses</a:t>
          </a:r>
        </a:p>
      </dsp:txBody>
      <dsp:txXfrm>
        <a:off x="3095724" y="1375708"/>
        <a:ext cx="1299632" cy="1599921"/>
      </dsp:txXfrm>
    </dsp:sp>
    <dsp:sp modelId="{139F5163-3209-42EB-9B00-3851D8D434C3}">
      <dsp:nvSpPr>
        <dsp:cNvPr id="0" name=""/>
        <dsp:cNvSpPr/>
      </dsp:nvSpPr>
      <dsp:spPr>
        <a:xfrm>
          <a:off x="4537676"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dirty="0"/>
            <a:t>4. Exceso de las deudas</a:t>
          </a:r>
        </a:p>
      </dsp:txBody>
      <dsp:txXfrm>
        <a:off x="4607983" y="1375708"/>
        <a:ext cx="1299632" cy="1599921"/>
      </dsp:txXfrm>
    </dsp:sp>
    <dsp:sp modelId="{6CB70CE0-6D3F-4A3A-A8CA-97E7E3D71805}">
      <dsp:nvSpPr>
        <dsp:cNvPr id="0" name=""/>
        <dsp:cNvSpPr/>
      </dsp:nvSpPr>
      <dsp:spPr>
        <a:xfrm>
          <a:off x="6049935"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dirty="0"/>
            <a:t>5. Saldo Promedio de las deudas con partes relacionadas en el extranjero</a:t>
          </a:r>
        </a:p>
      </dsp:txBody>
      <dsp:txXfrm>
        <a:off x="6120242" y="1375708"/>
        <a:ext cx="1299632" cy="1599921"/>
      </dsp:txXfrm>
    </dsp:sp>
    <dsp:sp modelId="{11F900A8-1F0E-44D6-9D39-8149739FA182}">
      <dsp:nvSpPr>
        <dsp:cNvPr id="0" name=""/>
        <dsp:cNvSpPr/>
      </dsp:nvSpPr>
      <dsp:spPr>
        <a:xfrm>
          <a:off x="7562195"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dirty="0"/>
            <a:t>6. Diferencia de Deudas y Exceso</a:t>
          </a:r>
        </a:p>
      </dsp:txBody>
      <dsp:txXfrm>
        <a:off x="7632502" y="1375708"/>
        <a:ext cx="1299632" cy="1599921"/>
      </dsp:txXfrm>
    </dsp:sp>
    <dsp:sp modelId="{01AF40AC-6921-419C-B93D-8176045AFD6B}">
      <dsp:nvSpPr>
        <dsp:cNvPr id="0" name=""/>
        <dsp:cNvSpPr/>
      </dsp:nvSpPr>
      <dsp:spPr>
        <a:xfrm>
          <a:off x="9074454"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a:t>7. Intereses </a:t>
          </a:r>
          <a:r>
            <a:rPr lang="es-MX" sz="1500" kern="1200" dirty="0"/>
            <a:t>NO deducibles</a:t>
          </a:r>
        </a:p>
      </dsp:txBody>
      <dsp:txXfrm>
        <a:off x="9144761" y="1375708"/>
        <a:ext cx="1299632" cy="159992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444CC-37DE-4CDE-8446-F4199A4A2755}">
      <dsp:nvSpPr>
        <dsp:cNvPr id="0" name=""/>
        <dsp:cNvSpPr/>
      </dsp:nvSpPr>
      <dsp:spPr>
        <a:xfrm>
          <a:off x="7151394" y="1618568"/>
          <a:ext cx="91440" cy="934491"/>
        </a:xfrm>
        <a:custGeom>
          <a:avLst/>
          <a:gdLst/>
          <a:ahLst/>
          <a:cxnLst/>
          <a:rect l="0" t="0" r="0" b="0"/>
          <a:pathLst>
            <a:path>
              <a:moveTo>
                <a:pt x="45720" y="0"/>
              </a:moveTo>
              <a:lnTo>
                <a:pt x="45720" y="9344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EB55FD-3875-4EE0-AD4C-3102F78FAAD0}">
      <dsp:nvSpPr>
        <dsp:cNvPr id="0" name=""/>
        <dsp:cNvSpPr/>
      </dsp:nvSpPr>
      <dsp:spPr>
        <a:xfrm>
          <a:off x="0" y="0"/>
          <a:ext cx="3123847" cy="1617389"/>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USCo</a:t>
          </a:r>
          <a:endParaRPr lang="es-MX" sz="6500" kern="1200" dirty="0"/>
        </a:p>
      </dsp:txBody>
      <dsp:txXfrm>
        <a:off x="0" y="0"/>
        <a:ext cx="3123847" cy="1617389"/>
      </dsp:txXfrm>
    </dsp:sp>
    <dsp:sp modelId="{38884C4A-6D13-4D12-AF47-A4E1ED7C75ED}">
      <dsp:nvSpPr>
        <dsp:cNvPr id="0" name=""/>
        <dsp:cNvSpPr/>
      </dsp:nvSpPr>
      <dsp:spPr>
        <a:xfrm>
          <a:off x="613593"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7780" rIns="7112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Parte Relacionada</a:t>
          </a:r>
        </a:p>
      </dsp:txBody>
      <dsp:txXfrm>
        <a:off x="613593" y="1259148"/>
        <a:ext cx="2811462" cy="539129"/>
      </dsp:txXfrm>
    </dsp:sp>
    <dsp:sp modelId="{B0D5236A-37CE-45BC-92FE-027BC0676FB2}">
      <dsp:nvSpPr>
        <dsp:cNvPr id="0" name=""/>
        <dsp:cNvSpPr/>
      </dsp:nvSpPr>
      <dsp:spPr>
        <a:xfrm>
          <a:off x="5635190" y="1178"/>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MexCo</a:t>
          </a:r>
          <a:endParaRPr lang="es-MX" sz="6500" kern="1200" dirty="0"/>
        </a:p>
      </dsp:txBody>
      <dsp:txXfrm>
        <a:off x="5635190" y="1178"/>
        <a:ext cx="3123847" cy="1617389"/>
      </dsp:txXfrm>
    </dsp:sp>
    <dsp:sp modelId="{0E30C8B5-30D8-4E64-81F3-03C511BC79F8}">
      <dsp:nvSpPr>
        <dsp:cNvPr id="0" name=""/>
        <dsp:cNvSpPr/>
      </dsp:nvSpPr>
      <dsp:spPr>
        <a:xfrm>
          <a:off x="6259960"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$100</a:t>
          </a:r>
        </a:p>
      </dsp:txBody>
      <dsp:txXfrm>
        <a:off x="6259960" y="1259148"/>
        <a:ext cx="2811462" cy="539129"/>
      </dsp:txXfrm>
    </dsp:sp>
    <dsp:sp modelId="{0353F96E-D554-4C75-88E9-556714A9B955}">
      <dsp:nvSpPr>
        <dsp:cNvPr id="0" name=""/>
        <dsp:cNvSpPr/>
      </dsp:nvSpPr>
      <dsp:spPr>
        <a:xfrm>
          <a:off x="5635190" y="2553059"/>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MexSub</a:t>
          </a:r>
          <a:endParaRPr lang="es-MX" sz="6500" kern="1200" dirty="0"/>
        </a:p>
      </dsp:txBody>
      <dsp:txXfrm>
        <a:off x="5635190" y="2553059"/>
        <a:ext cx="3123847" cy="1617389"/>
      </dsp:txXfrm>
    </dsp:sp>
    <dsp:sp modelId="{DC8749FA-065E-4702-83BB-B20215DD0B31}">
      <dsp:nvSpPr>
        <dsp:cNvPr id="0" name=""/>
        <dsp:cNvSpPr/>
      </dsp:nvSpPr>
      <dsp:spPr>
        <a:xfrm>
          <a:off x="6259960" y="3811029"/>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$0.01</a:t>
          </a:r>
        </a:p>
      </dsp:txBody>
      <dsp:txXfrm>
        <a:off x="6259960" y="3811029"/>
        <a:ext cx="2811462" cy="53912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444CC-37DE-4CDE-8446-F4199A4A2755}">
      <dsp:nvSpPr>
        <dsp:cNvPr id="0" name=""/>
        <dsp:cNvSpPr/>
      </dsp:nvSpPr>
      <dsp:spPr>
        <a:xfrm>
          <a:off x="7151394" y="1618568"/>
          <a:ext cx="91440" cy="934491"/>
        </a:xfrm>
        <a:custGeom>
          <a:avLst/>
          <a:gdLst/>
          <a:ahLst/>
          <a:cxnLst/>
          <a:rect l="0" t="0" r="0" b="0"/>
          <a:pathLst>
            <a:path>
              <a:moveTo>
                <a:pt x="45720" y="0"/>
              </a:moveTo>
              <a:lnTo>
                <a:pt x="45720" y="9344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EB55FD-3875-4EE0-AD4C-3102F78FAAD0}">
      <dsp:nvSpPr>
        <dsp:cNvPr id="0" name=""/>
        <dsp:cNvSpPr/>
      </dsp:nvSpPr>
      <dsp:spPr>
        <a:xfrm>
          <a:off x="0" y="0"/>
          <a:ext cx="3123847" cy="1617389"/>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USCo</a:t>
          </a:r>
          <a:endParaRPr lang="es-MX" sz="6500" kern="1200" dirty="0"/>
        </a:p>
      </dsp:txBody>
      <dsp:txXfrm>
        <a:off x="0" y="0"/>
        <a:ext cx="3123847" cy="1617389"/>
      </dsp:txXfrm>
    </dsp:sp>
    <dsp:sp modelId="{38884C4A-6D13-4D12-AF47-A4E1ED7C75ED}">
      <dsp:nvSpPr>
        <dsp:cNvPr id="0" name=""/>
        <dsp:cNvSpPr/>
      </dsp:nvSpPr>
      <dsp:spPr>
        <a:xfrm>
          <a:off x="613593"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7780" rIns="7112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Parte Relacionada</a:t>
          </a:r>
        </a:p>
      </dsp:txBody>
      <dsp:txXfrm>
        <a:off x="613593" y="1259148"/>
        <a:ext cx="2811462" cy="539129"/>
      </dsp:txXfrm>
    </dsp:sp>
    <dsp:sp modelId="{B0D5236A-37CE-45BC-92FE-027BC0676FB2}">
      <dsp:nvSpPr>
        <dsp:cNvPr id="0" name=""/>
        <dsp:cNvSpPr/>
      </dsp:nvSpPr>
      <dsp:spPr>
        <a:xfrm>
          <a:off x="5635190" y="1178"/>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MexCo</a:t>
          </a:r>
          <a:endParaRPr lang="es-MX" sz="6500" kern="1200" dirty="0"/>
        </a:p>
      </dsp:txBody>
      <dsp:txXfrm>
        <a:off x="5635190" y="1178"/>
        <a:ext cx="3123847" cy="1617389"/>
      </dsp:txXfrm>
    </dsp:sp>
    <dsp:sp modelId="{0E30C8B5-30D8-4E64-81F3-03C511BC79F8}">
      <dsp:nvSpPr>
        <dsp:cNvPr id="0" name=""/>
        <dsp:cNvSpPr/>
      </dsp:nvSpPr>
      <dsp:spPr>
        <a:xfrm>
          <a:off x="6259960"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$100</a:t>
          </a:r>
        </a:p>
      </dsp:txBody>
      <dsp:txXfrm>
        <a:off x="6259960" y="1259148"/>
        <a:ext cx="2811462" cy="539129"/>
      </dsp:txXfrm>
    </dsp:sp>
    <dsp:sp modelId="{0353F96E-D554-4C75-88E9-556714A9B955}">
      <dsp:nvSpPr>
        <dsp:cNvPr id="0" name=""/>
        <dsp:cNvSpPr/>
      </dsp:nvSpPr>
      <dsp:spPr>
        <a:xfrm>
          <a:off x="5635190" y="2553059"/>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MexSub</a:t>
          </a:r>
          <a:endParaRPr lang="es-MX" sz="6500" kern="1200" dirty="0"/>
        </a:p>
      </dsp:txBody>
      <dsp:txXfrm>
        <a:off x="5635190" y="2553059"/>
        <a:ext cx="3123847" cy="1617389"/>
      </dsp:txXfrm>
    </dsp:sp>
    <dsp:sp modelId="{DC8749FA-065E-4702-83BB-B20215DD0B31}">
      <dsp:nvSpPr>
        <dsp:cNvPr id="0" name=""/>
        <dsp:cNvSpPr/>
      </dsp:nvSpPr>
      <dsp:spPr>
        <a:xfrm>
          <a:off x="6259960" y="3811029"/>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$0.01</a:t>
          </a:r>
        </a:p>
      </dsp:txBody>
      <dsp:txXfrm>
        <a:off x="6259960" y="3811029"/>
        <a:ext cx="2811462" cy="53912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444CC-37DE-4CDE-8446-F4199A4A2755}">
      <dsp:nvSpPr>
        <dsp:cNvPr id="0" name=""/>
        <dsp:cNvSpPr/>
      </dsp:nvSpPr>
      <dsp:spPr>
        <a:xfrm>
          <a:off x="7151394" y="1618568"/>
          <a:ext cx="91440" cy="934491"/>
        </a:xfrm>
        <a:custGeom>
          <a:avLst/>
          <a:gdLst/>
          <a:ahLst/>
          <a:cxnLst/>
          <a:rect l="0" t="0" r="0" b="0"/>
          <a:pathLst>
            <a:path>
              <a:moveTo>
                <a:pt x="45720" y="0"/>
              </a:moveTo>
              <a:lnTo>
                <a:pt x="45720" y="9344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EB55FD-3875-4EE0-AD4C-3102F78FAAD0}">
      <dsp:nvSpPr>
        <dsp:cNvPr id="0" name=""/>
        <dsp:cNvSpPr/>
      </dsp:nvSpPr>
      <dsp:spPr>
        <a:xfrm>
          <a:off x="0" y="0"/>
          <a:ext cx="3123847" cy="1617389"/>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USCo</a:t>
          </a:r>
          <a:endParaRPr lang="es-MX" sz="6500" kern="1200" dirty="0"/>
        </a:p>
      </dsp:txBody>
      <dsp:txXfrm>
        <a:off x="0" y="0"/>
        <a:ext cx="3123847" cy="1617389"/>
      </dsp:txXfrm>
    </dsp:sp>
    <dsp:sp modelId="{38884C4A-6D13-4D12-AF47-A4E1ED7C75ED}">
      <dsp:nvSpPr>
        <dsp:cNvPr id="0" name=""/>
        <dsp:cNvSpPr/>
      </dsp:nvSpPr>
      <dsp:spPr>
        <a:xfrm>
          <a:off x="613593"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7780" rIns="7112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Parte Relacionada</a:t>
          </a:r>
        </a:p>
      </dsp:txBody>
      <dsp:txXfrm>
        <a:off x="613593" y="1259148"/>
        <a:ext cx="2811462" cy="539129"/>
      </dsp:txXfrm>
    </dsp:sp>
    <dsp:sp modelId="{B0D5236A-37CE-45BC-92FE-027BC0676FB2}">
      <dsp:nvSpPr>
        <dsp:cNvPr id="0" name=""/>
        <dsp:cNvSpPr/>
      </dsp:nvSpPr>
      <dsp:spPr>
        <a:xfrm>
          <a:off x="5635190" y="1178"/>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MexCo</a:t>
          </a:r>
          <a:endParaRPr lang="es-MX" sz="6500" kern="1200" dirty="0"/>
        </a:p>
      </dsp:txBody>
      <dsp:txXfrm>
        <a:off x="5635190" y="1178"/>
        <a:ext cx="3123847" cy="1617389"/>
      </dsp:txXfrm>
    </dsp:sp>
    <dsp:sp modelId="{0E30C8B5-30D8-4E64-81F3-03C511BC79F8}">
      <dsp:nvSpPr>
        <dsp:cNvPr id="0" name=""/>
        <dsp:cNvSpPr/>
      </dsp:nvSpPr>
      <dsp:spPr>
        <a:xfrm>
          <a:off x="6259960"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$100</a:t>
          </a:r>
        </a:p>
      </dsp:txBody>
      <dsp:txXfrm>
        <a:off x="6259960" y="1259148"/>
        <a:ext cx="2811462" cy="539129"/>
      </dsp:txXfrm>
    </dsp:sp>
    <dsp:sp modelId="{0353F96E-D554-4C75-88E9-556714A9B955}">
      <dsp:nvSpPr>
        <dsp:cNvPr id="0" name=""/>
        <dsp:cNvSpPr/>
      </dsp:nvSpPr>
      <dsp:spPr>
        <a:xfrm>
          <a:off x="5635190" y="2553059"/>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MexSub</a:t>
          </a:r>
          <a:endParaRPr lang="es-MX" sz="6500" kern="1200" dirty="0"/>
        </a:p>
      </dsp:txBody>
      <dsp:txXfrm>
        <a:off x="5635190" y="2553059"/>
        <a:ext cx="3123847" cy="1617389"/>
      </dsp:txXfrm>
    </dsp:sp>
    <dsp:sp modelId="{DC8749FA-065E-4702-83BB-B20215DD0B31}">
      <dsp:nvSpPr>
        <dsp:cNvPr id="0" name=""/>
        <dsp:cNvSpPr/>
      </dsp:nvSpPr>
      <dsp:spPr>
        <a:xfrm>
          <a:off x="6259960" y="3811029"/>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$0.01</a:t>
          </a:r>
        </a:p>
      </dsp:txBody>
      <dsp:txXfrm>
        <a:off x="6259960" y="3811029"/>
        <a:ext cx="2811462" cy="53912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444CC-37DE-4CDE-8446-F4199A4A2755}">
      <dsp:nvSpPr>
        <dsp:cNvPr id="0" name=""/>
        <dsp:cNvSpPr/>
      </dsp:nvSpPr>
      <dsp:spPr>
        <a:xfrm>
          <a:off x="7151394" y="1618568"/>
          <a:ext cx="91440" cy="934491"/>
        </a:xfrm>
        <a:custGeom>
          <a:avLst/>
          <a:gdLst/>
          <a:ahLst/>
          <a:cxnLst/>
          <a:rect l="0" t="0" r="0" b="0"/>
          <a:pathLst>
            <a:path>
              <a:moveTo>
                <a:pt x="45720" y="0"/>
              </a:moveTo>
              <a:lnTo>
                <a:pt x="45720" y="9344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EB55FD-3875-4EE0-AD4C-3102F78FAAD0}">
      <dsp:nvSpPr>
        <dsp:cNvPr id="0" name=""/>
        <dsp:cNvSpPr/>
      </dsp:nvSpPr>
      <dsp:spPr>
        <a:xfrm>
          <a:off x="0" y="0"/>
          <a:ext cx="3123847" cy="1617389"/>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USCo</a:t>
          </a:r>
          <a:endParaRPr lang="es-MX" sz="6500" kern="1200" dirty="0"/>
        </a:p>
      </dsp:txBody>
      <dsp:txXfrm>
        <a:off x="0" y="0"/>
        <a:ext cx="3123847" cy="1617389"/>
      </dsp:txXfrm>
    </dsp:sp>
    <dsp:sp modelId="{38884C4A-6D13-4D12-AF47-A4E1ED7C75ED}">
      <dsp:nvSpPr>
        <dsp:cNvPr id="0" name=""/>
        <dsp:cNvSpPr/>
      </dsp:nvSpPr>
      <dsp:spPr>
        <a:xfrm>
          <a:off x="613593"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7780" rIns="7112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Parte Relacionada</a:t>
          </a:r>
        </a:p>
      </dsp:txBody>
      <dsp:txXfrm>
        <a:off x="613593" y="1259148"/>
        <a:ext cx="2811462" cy="539129"/>
      </dsp:txXfrm>
    </dsp:sp>
    <dsp:sp modelId="{B0D5236A-37CE-45BC-92FE-027BC0676FB2}">
      <dsp:nvSpPr>
        <dsp:cNvPr id="0" name=""/>
        <dsp:cNvSpPr/>
      </dsp:nvSpPr>
      <dsp:spPr>
        <a:xfrm>
          <a:off x="5635190" y="1178"/>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MexCo</a:t>
          </a:r>
          <a:endParaRPr lang="es-MX" sz="6500" kern="1200" dirty="0"/>
        </a:p>
      </dsp:txBody>
      <dsp:txXfrm>
        <a:off x="5635190" y="1178"/>
        <a:ext cx="3123847" cy="1617389"/>
      </dsp:txXfrm>
    </dsp:sp>
    <dsp:sp modelId="{0E30C8B5-30D8-4E64-81F3-03C511BC79F8}">
      <dsp:nvSpPr>
        <dsp:cNvPr id="0" name=""/>
        <dsp:cNvSpPr/>
      </dsp:nvSpPr>
      <dsp:spPr>
        <a:xfrm>
          <a:off x="6259960"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$100</a:t>
          </a:r>
        </a:p>
      </dsp:txBody>
      <dsp:txXfrm>
        <a:off x="6259960" y="1259148"/>
        <a:ext cx="2811462" cy="539129"/>
      </dsp:txXfrm>
    </dsp:sp>
    <dsp:sp modelId="{0353F96E-D554-4C75-88E9-556714A9B955}">
      <dsp:nvSpPr>
        <dsp:cNvPr id="0" name=""/>
        <dsp:cNvSpPr/>
      </dsp:nvSpPr>
      <dsp:spPr>
        <a:xfrm>
          <a:off x="5635190" y="2553059"/>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MexSub</a:t>
          </a:r>
          <a:endParaRPr lang="es-MX" sz="6500" kern="1200" dirty="0"/>
        </a:p>
      </dsp:txBody>
      <dsp:txXfrm>
        <a:off x="5635190" y="2553059"/>
        <a:ext cx="3123847" cy="1617389"/>
      </dsp:txXfrm>
    </dsp:sp>
    <dsp:sp modelId="{DC8749FA-065E-4702-83BB-B20215DD0B31}">
      <dsp:nvSpPr>
        <dsp:cNvPr id="0" name=""/>
        <dsp:cNvSpPr/>
      </dsp:nvSpPr>
      <dsp:spPr>
        <a:xfrm>
          <a:off x="6259960" y="3811029"/>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$0.01</a:t>
          </a:r>
        </a:p>
      </dsp:txBody>
      <dsp:txXfrm>
        <a:off x="6259960" y="3811029"/>
        <a:ext cx="2811462" cy="53912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444CC-37DE-4CDE-8446-F4199A4A2755}">
      <dsp:nvSpPr>
        <dsp:cNvPr id="0" name=""/>
        <dsp:cNvSpPr/>
      </dsp:nvSpPr>
      <dsp:spPr>
        <a:xfrm>
          <a:off x="7151394" y="1618568"/>
          <a:ext cx="91440" cy="934491"/>
        </a:xfrm>
        <a:custGeom>
          <a:avLst/>
          <a:gdLst/>
          <a:ahLst/>
          <a:cxnLst/>
          <a:rect l="0" t="0" r="0" b="0"/>
          <a:pathLst>
            <a:path>
              <a:moveTo>
                <a:pt x="45720" y="0"/>
              </a:moveTo>
              <a:lnTo>
                <a:pt x="45720" y="9344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EB55FD-3875-4EE0-AD4C-3102F78FAAD0}">
      <dsp:nvSpPr>
        <dsp:cNvPr id="0" name=""/>
        <dsp:cNvSpPr/>
      </dsp:nvSpPr>
      <dsp:spPr>
        <a:xfrm>
          <a:off x="0" y="0"/>
          <a:ext cx="3123847" cy="1617389"/>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USCo</a:t>
          </a:r>
          <a:endParaRPr lang="es-MX" sz="6500" kern="1200" dirty="0"/>
        </a:p>
      </dsp:txBody>
      <dsp:txXfrm>
        <a:off x="0" y="0"/>
        <a:ext cx="3123847" cy="1617389"/>
      </dsp:txXfrm>
    </dsp:sp>
    <dsp:sp modelId="{38884C4A-6D13-4D12-AF47-A4E1ED7C75ED}">
      <dsp:nvSpPr>
        <dsp:cNvPr id="0" name=""/>
        <dsp:cNvSpPr/>
      </dsp:nvSpPr>
      <dsp:spPr>
        <a:xfrm>
          <a:off x="613593"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7780" rIns="7112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Parte Relacionada</a:t>
          </a:r>
        </a:p>
      </dsp:txBody>
      <dsp:txXfrm>
        <a:off x="613593" y="1259148"/>
        <a:ext cx="2811462" cy="539129"/>
      </dsp:txXfrm>
    </dsp:sp>
    <dsp:sp modelId="{B0D5236A-37CE-45BC-92FE-027BC0676FB2}">
      <dsp:nvSpPr>
        <dsp:cNvPr id="0" name=""/>
        <dsp:cNvSpPr/>
      </dsp:nvSpPr>
      <dsp:spPr>
        <a:xfrm>
          <a:off x="5635190" y="1178"/>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MexCo</a:t>
          </a:r>
          <a:endParaRPr lang="es-MX" sz="6500" kern="1200" dirty="0"/>
        </a:p>
      </dsp:txBody>
      <dsp:txXfrm>
        <a:off x="5635190" y="1178"/>
        <a:ext cx="3123847" cy="1617389"/>
      </dsp:txXfrm>
    </dsp:sp>
    <dsp:sp modelId="{0E30C8B5-30D8-4E64-81F3-03C511BC79F8}">
      <dsp:nvSpPr>
        <dsp:cNvPr id="0" name=""/>
        <dsp:cNvSpPr/>
      </dsp:nvSpPr>
      <dsp:spPr>
        <a:xfrm>
          <a:off x="6259960"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$100</a:t>
          </a:r>
        </a:p>
      </dsp:txBody>
      <dsp:txXfrm>
        <a:off x="6259960" y="1259148"/>
        <a:ext cx="2811462" cy="539129"/>
      </dsp:txXfrm>
    </dsp:sp>
    <dsp:sp modelId="{0353F96E-D554-4C75-88E9-556714A9B955}">
      <dsp:nvSpPr>
        <dsp:cNvPr id="0" name=""/>
        <dsp:cNvSpPr/>
      </dsp:nvSpPr>
      <dsp:spPr>
        <a:xfrm>
          <a:off x="5635190" y="2553059"/>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228232" numCol="1" spcCol="1270" anchor="ctr" anchorCtr="0">
          <a:noAutofit/>
        </a:bodyPr>
        <a:lstStyle/>
        <a:p>
          <a:pPr marL="0" lvl="0" indent="0" algn="ctr" defTabSz="2889250">
            <a:lnSpc>
              <a:spcPct val="90000"/>
            </a:lnSpc>
            <a:spcBef>
              <a:spcPct val="0"/>
            </a:spcBef>
            <a:spcAft>
              <a:spcPct val="35000"/>
            </a:spcAft>
            <a:buNone/>
          </a:pPr>
          <a:r>
            <a:rPr lang="es-MX" sz="6500" kern="1200" dirty="0" err="1"/>
            <a:t>MexSub</a:t>
          </a:r>
          <a:endParaRPr lang="es-MX" sz="6500" kern="1200" dirty="0"/>
        </a:p>
      </dsp:txBody>
      <dsp:txXfrm>
        <a:off x="5635190" y="2553059"/>
        <a:ext cx="3123847" cy="1617389"/>
      </dsp:txXfrm>
    </dsp:sp>
    <dsp:sp modelId="{DC8749FA-065E-4702-83BB-B20215DD0B31}">
      <dsp:nvSpPr>
        <dsp:cNvPr id="0" name=""/>
        <dsp:cNvSpPr/>
      </dsp:nvSpPr>
      <dsp:spPr>
        <a:xfrm>
          <a:off x="6259960" y="3811029"/>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l" defTabSz="1555750">
            <a:lnSpc>
              <a:spcPct val="90000"/>
            </a:lnSpc>
            <a:spcBef>
              <a:spcPct val="0"/>
            </a:spcBef>
            <a:spcAft>
              <a:spcPct val="35000"/>
            </a:spcAft>
            <a:buNone/>
          </a:pPr>
          <a:r>
            <a:rPr lang="es-MX" sz="3500" kern="1200" dirty="0"/>
            <a:t>CC = $200.01</a:t>
          </a:r>
        </a:p>
      </dsp:txBody>
      <dsp:txXfrm>
        <a:off x="6259960" y="3811029"/>
        <a:ext cx="2811462" cy="53912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B20FA8-649B-4798-A11B-EA7AD0ABB9ED}">
      <dsp:nvSpPr>
        <dsp:cNvPr id="0" name=""/>
        <dsp:cNvSpPr/>
      </dsp:nvSpPr>
      <dsp:spPr>
        <a:xfrm>
          <a:off x="788669" y="0"/>
          <a:ext cx="8938260" cy="4351338"/>
        </a:xfrm>
        <a:prstGeom prst="rightArrow">
          <a:avLst/>
        </a:prstGeom>
        <a:solidFill>
          <a:srgbClr val="92D050"/>
        </a:solidFill>
        <a:ln>
          <a:noFill/>
        </a:ln>
        <a:effectLst/>
      </dsp:spPr>
      <dsp:style>
        <a:lnRef idx="0">
          <a:scrgbClr r="0" g="0" b="0"/>
        </a:lnRef>
        <a:fillRef idx="1">
          <a:scrgbClr r="0" g="0" b="0"/>
        </a:fillRef>
        <a:effectRef idx="0">
          <a:scrgbClr r="0" g="0" b="0"/>
        </a:effectRef>
        <a:fontRef idx="minor"/>
      </dsp:style>
    </dsp:sp>
    <dsp:sp modelId="{B9A1DCB9-012E-45C5-88D2-2FACC130394A}">
      <dsp:nvSpPr>
        <dsp:cNvPr id="0" name=""/>
        <dsp:cNvSpPr/>
      </dsp:nvSpPr>
      <dsp:spPr>
        <a:xfrm>
          <a:off x="898"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1. Intereses Netos</a:t>
          </a:r>
        </a:p>
      </dsp:txBody>
      <dsp:txXfrm>
        <a:off x="71205" y="1375708"/>
        <a:ext cx="1299632" cy="1599921"/>
      </dsp:txXfrm>
    </dsp:sp>
    <dsp:sp modelId="{0C9F9078-B33D-478C-B401-3589711BA5F6}">
      <dsp:nvSpPr>
        <dsp:cNvPr id="0" name=""/>
        <dsp:cNvSpPr/>
      </dsp:nvSpPr>
      <dsp:spPr>
        <a:xfrm>
          <a:off x="1513157"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2. Utilidad Fiscal Ajustada (UFIA)</a:t>
          </a:r>
        </a:p>
      </dsp:txBody>
      <dsp:txXfrm>
        <a:off x="1583464" y="1375708"/>
        <a:ext cx="1299632" cy="1599921"/>
      </dsp:txXfrm>
    </dsp:sp>
    <dsp:sp modelId="{06DDD462-5A5F-4DDE-82D4-E03FD54AF2AC}">
      <dsp:nvSpPr>
        <dsp:cNvPr id="0" name=""/>
        <dsp:cNvSpPr/>
      </dsp:nvSpPr>
      <dsp:spPr>
        <a:xfrm>
          <a:off x="3025417"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3. Límite = 30% UFIA</a:t>
          </a:r>
        </a:p>
      </dsp:txBody>
      <dsp:txXfrm>
        <a:off x="3095724" y="1375708"/>
        <a:ext cx="1299632" cy="1599921"/>
      </dsp:txXfrm>
    </dsp:sp>
    <dsp:sp modelId="{139F5163-3209-42EB-9B00-3851D8D434C3}">
      <dsp:nvSpPr>
        <dsp:cNvPr id="0" name=""/>
        <dsp:cNvSpPr/>
      </dsp:nvSpPr>
      <dsp:spPr>
        <a:xfrm>
          <a:off x="4537676"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4. Diferencia No Deducible “Temporal”</a:t>
          </a:r>
        </a:p>
      </dsp:txBody>
      <dsp:txXfrm>
        <a:off x="4607983" y="1375708"/>
        <a:ext cx="1299632" cy="1599921"/>
      </dsp:txXfrm>
    </dsp:sp>
    <dsp:sp modelId="{6CB70CE0-6D3F-4A3A-A8CA-97E7E3D71805}">
      <dsp:nvSpPr>
        <dsp:cNvPr id="0" name=""/>
        <dsp:cNvSpPr/>
      </dsp:nvSpPr>
      <dsp:spPr>
        <a:xfrm>
          <a:off x="6049935"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5. En siguientes años deduces primero No Deducible “Temporal” de años anteriores</a:t>
          </a:r>
        </a:p>
      </dsp:txBody>
      <dsp:txXfrm>
        <a:off x="6120242" y="1375708"/>
        <a:ext cx="1299632" cy="1599921"/>
      </dsp:txXfrm>
    </dsp:sp>
    <dsp:sp modelId="{11F900A8-1F0E-44D6-9D39-8149739FA182}">
      <dsp:nvSpPr>
        <dsp:cNvPr id="0" name=""/>
        <dsp:cNvSpPr/>
      </dsp:nvSpPr>
      <dsp:spPr>
        <a:xfrm>
          <a:off x="7562195"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6. Si no puedes deducirlos en los siguientes 10 años</a:t>
          </a:r>
        </a:p>
      </dsp:txBody>
      <dsp:txXfrm>
        <a:off x="7632502" y="1375708"/>
        <a:ext cx="1299632" cy="1599921"/>
      </dsp:txXfrm>
    </dsp:sp>
    <dsp:sp modelId="{01AF40AC-6921-419C-B93D-8176045AFD6B}">
      <dsp:nvSpPr>
        <dsp:cNvPr id="0" name=""/>
        <dsp:cNvSpPr/>
      </dsp:nvSpPr>
      <dsp:spPr>
        <a:xfrm>
          <a:off x="9074454" y="1305401"/>
          <a:ext cx="1440246"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Intereses NO deducibles “permanentes”</a:t>
          </a:r>
        </a:p>
      </dsp:txBody>
      <dsp:txXfrm>
        <a:off x="9144761" y="1375708"/>
        <a:ext cx="1299632" cy="159992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D0B46B-FF90-4474-B38F-0A3D76A192B5}">
      <dsp:nvSpPr>
        <dsp:cNvPr id="0" name=""/>
        <dsp:cNvSpPr/>
      </dsp:nvSpPr>
      <dsp:spPr>
        <a:xfrm>
          <a:off x="3953" y="96537"/>
          <a:ext cx="2377306" cy="59147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s-MX" sz="1600" b="1" kern="1200" dirty="0"/>
            <a:t>Intereses Netos</a:t>
          </a:r>
        </a:p>
      </dsp:txBody>
      <dsp:txXfrm>
        <a:off x="3953" y="96537"/>
        <a:ext cx="2377306" cy="591479"/>
      </dsp:txXfrm>
    </dsp:sp>
    <dsp:sp modelId="{A18FF002-A7DE-4B8D-AD56-4E0FA7A3A4A1}">
      <dsp:nvSpPr>
        <dsp:cNvPr id="0" name=""/>
        <dsp:cNvSpPr/>
      </dsp:nvSpPr>
      <dsp:spPr>
        <a:xfrm>
          <a:off x="3953" y="688016"/>
          <a:ext cx="2377306" cy="35667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s-ES" sz="1400" kern="1200" dirty="0"/>
            <a:t>Intereses devengados que deriven de deudas </a:t>
          </a:r>
          <a:endParaRPr lang="es-MX" sz="1400" kern="1200" dirty="0"/>
        </a:p>
        <a:p>
          <a:pPr marL="114300" lvl="1" indent="-114300" algn="l" defTabSz="622300">
            <a:lnSpc>
              <a:spcPct val="90000"/>
            </a:lnSpc>
            <a:spcBef>
              <a:spcPct val="0"/>
            </a:spcBef>
            <a:spcAft>
              <a:spcPct val="15000"/>
            </a:spcAft>
            <a:buChar char="•"/>
          </a:pPr>
          <a:r>
            <a:rPr lang="es-ES" sz="1400" kern="1200" dirty="0"/>
            <a:t>Intereses no deducibles “temporales” años anteriores</a:t>
          </a:r>
          <a:endParaRPr lang="es-MX" sz="1400" kern="1200" dirty="0"/>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b="1" kern="1200" dirty="0"/>
            <a:t>MENOS</a:t>
          </a:r>
          <a:endParaRPr lang="es-MX" sz="1400" b="1" kern="1200" dirty="0"/>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kern="1200" dirty="0"/>
            <a:t>Total de ingresos por intereses acumulados en el ejercicio</a:t>
          </a:r>
          <a:endParaRPr lang="es-MX" sz="1400" kern="1200" dirty="0"/>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b="1" kern="1200" dirty="0"/>
            <a:t>MENOS</a:t>
          </a:r>
          <a:endParaRPr lang="es-MX" sz="1400" b="1" kern="1200" dirty="0"/>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kern="1200" dirty="0"/>
            <a:t>$20,000,000</a:t>
          </a:r>
          <a:endParaRPr lang="es-MX" sz="1400" kern="1200" dirty="0"/>
        </a:p>
      </dsp:txBody>
      <dsp:txXfrm>
        <a:off x="3953" y="688016"/>
        <a:ext cx="2377306" cy="3566784"/>
      </dsp:txXfrm>
    </dsp:sp>
    <dsp:sp modelId="{78B4F291-C532-4311-9F30-8F33272633D3}">
      <dsp:nvSpPr>
        <dsp:cNvPr id="0" name=""/>
        <dsp:cNvSpPr/>
      </dsp:nvSpPr>
      <dsp:spPr>
        <a:xfrm>
          <a:off x="2714082" y="96537"/>
          <a:ext cx="2377306" cy="59147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s-MX" sz="1600" b="1" u="none" kern="1200" dirty="0"/>
            <a:t>Utilidad Fiscal Ajustada (UFIA)</a:t>
          </a:r>
          <a:endParaRPr lang="es-MX" sz="1400" u="none" kern="1200" dirty="0"/>
        </a:p>
      </dsp:txBody>
      <dsp:txXfrm>
        <a:off x="2714082" y="96537"/>
        <a:ext cx="2377306" cy="591479"/>
      </dsp:txXfrm>
    </dsp:sp>
    <dsp:sp modelId="{FCAD5A38-53CB-48B1-8D23-BDF2554657B4}">
      <dsp:nvSpPr>
        <dsp:cNvPr id="0" name=""/>
        <dsp:cNvSpPr/>
      </dsp:nvSpPr>
      <dsp:spPr>
        <a:xfrm>
          <a:off x="2714082" y="688016"/>
          <a:ext cx="2377306" cy="35667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s-ES" sz="1400" kern="1200" dirty="0"/>
            <a:t>Utilidad Fiscal</a:t>
          </a:r>
          <a:endParaRPr lang="es-MX" sz="1400" kern="1200" dirty="0"/>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b="1" kern="1200" dirty="0"/>
            <a:t>MÁS</a:t>
          </a:r>
          <a:endParaRPr lang="es-MX" sz="1400" b="1" kern="1200" dirty="0"/>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kern="1200" dirty="0"/>
            <a:t>Intereses devengados que deriven de deudas</a:t>
          </a:r>
          <a:endParaRPr lang="es-MX" sz="1400" kern="1200" dirty="0"/>
        </a:p>
        <a:p>
          <a:pPr marL="114300" lvl="1" indent="-114300" algn="l" defTabSz="622300">
            <a:lnSpc>
              <a:spcPct val="90000"/>
            </a:lnSpc>
            <a:spcBef>
              <a:spcPct val="0"/>
            </a:spcBef>
            <a:spcAft>
              <a:spcPct val="15000"/>
            </a:spcAft>
            <a:buChar char="•"/>
          </a:pPr>
          <a:r>
            <a:rPr lang="es-ES" sz="1400" kern="1200" dirty="0"/>
            <a:t>Deducción de Inversiones</a:t>
          </a:r>
          <a:endParaRPr lang="es-MX" sz="1400" kern="1200" dirty="0"/>
        </a:p>
        <a:p>
          <a:pPr marL="228600" lvl="2" indent="-114300" algn="l" defTabSz="622300">
            <a:lnSpc>
              <a:spcPct val="90000"/>
            </a:lnSpc>
            <a:spcBef>
              <a:spcPct val="0"/>
            </a:spcBef>
            <a:spcAft>
              <a:spcPct val="15000"/>
            </a:spcAft>
            <a:buChar char="•"/>
          </a:pPr>
          <a:r>
            <a:rPr lang="es-ES" sz="1400" kern="1200" dirty="0"/>
            <a:t>Activos fijos</a:t>
          </a:r>
          <a:endParaRPr lang="es-MX" sz="1400" kern="1200" dirty="0"/>
        </a:p>
        <a:p>
          <a:pPr marL="228600" lvl="2" indent="-114300" algn="l" defTabSz="622300">
            <a:lnSpc>
              <a:spcPct val="90000"/>
            </a:lnSpc>
            <a:spcBef>
              <a:spcPct val="0"/>
            </a:spcBef>
            <a:spcAft>
              <a:spcPct val="15000"/>
            </a:spcAft>
            <a:buChar char="•"/>
          </a:pPr>
          <a:r>
            <a:rPr lang="es-ES" sz="1400" kern="1200" dirty="0"/>
            <a:t>Gastos diferidos</a:t>
          </a:r>
          <a:endParaRPr lang="es-MX" sz="1400" kern="1200" dirty="0"/>
        </a:p>
        <a:p>
          <a:pPr marL="228600" lvl="2" indent="-114300" algn="l" defTabSz="622300">
            <a:lnSpc>
              <a:spcPct val="90000"/>
            </a:lnSpc>
            <a:spcBef>
              <a:spcPct val="0"/>
            </a:spcBef>
            <a:spcAft>
              <a:spcPct val="15000"/>
            </a:spcAft>
            <a:buChar char="•"/>
          </a:pPr>
          <a:r>
            <a:rPr lang="es-ES" sz="1400" kern="1200" dirty="0"/>
            <a:t>Cargos Diferidos</a:t>
          </a:r>
          <a:endParaRPr lang="es-MX" sz="1400" kern="1200" dirty="0"/>
        </a:p>
        <a:p>
          <a:pPr marL="228600" lvl="2" indent="-114300" algn="l" defTabSz="622300">
            <a:lnSpc>
              <a:spcPct val="90000"/>
            </a:lnSpc>
            <a:spcBef>
              <a:spcPct val="0"/>
            </a:spcBef>
            <a:spcAft>
              <a:spcPct val="15000"/>
            </a:spcAft>
            <a:buChar char="•"/>
          </a:pPr>
          <a:r>
            <a:rPr lang="es-ES" sz="1400" kern="1200" dirty="0"/>
            <a:t>Erogaciones en periodos preoperativos</a:t>
          </a:r>
          <a:endParaRPr lang="es-MX" sz="1400" kern="1200" dirty="0"/>
        </a:p>
      </dsp:txBody>
      <dsp:txXfrm>
        <a:off x="2714082" y="688016"/>
        <a:ext cx="2377306" cy="3566784"/>
      </dsp:txXfrm>
    </dsp:sp>
    <dsp:sp modelId="{F2650154-7CEA-4C9D-A6E5-E5A9A2BE8315}">
      <dsp:nvSpPr>
        <dsp:cNvPr id="0" name=""/>
        <dsp:cNvSpPr/>
      </dsp:nvSpPr>
      <dsp:spPr>
        <a:xfrm>
          <a:off x="5424211" y="96537"/>
          <a:ext cx="2377306" cy="59147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s-MX" sz="1600" b="1" u="none" kern="1200" dirty="0"/>
            <a:t>Utilidad Fiscal Ajustada (UFIA)</a:t>
          </a:r>
          <a:endParaRPr lang="es-MX" sz="1400" kern="1200" dirty="0"/>
        </a:p>
      </dsp:txBody>
      <dsp:txXfrm>
        <a:off x="5424211" y="96537"/>
        <a:ext cx="2377306" cy="591479"/>
      </dsp:txXfrm>
    </dsp:sp>
    <dsp:sp modelId="{7DC455E3-E3F4-4C0E-9FAD-CCE7006CABD1}">
      <dsp:nvSpPr>
        <dsp:cNvPr id="0" name=""/>
        <dsp:cNvSpPr/>
      </dsp:nvSpPr>
      <dsp:spPr>
        <a:xfrm>
          <a:off x="5424211" y="688016"/>
          <a:ext cx="2377306" cy="35667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s-ES" sz="1400" kern="1200" dirty="0"/>
            <a:t>Intereses devengados que deriven de deudas</a:t>
          </a:r>
          <a:endParaRPr lang="es-MX" sz="1400" kern="1200" dirty="0"/>
        </a:p>
        <a:p>
          <a:pPr marL="114300" lvl="1" indent="-114300" algn="l" defTabSz="622300">
            <a:lnSpc>
              <a:spcPct val="90000"/>
            </a:lnSpc>
            <a:spcBef>
              <a:spcPct val="0"/>
            </a:spcBef>
            <a:spcAft>
              <a:spcPct val="15000"/>
            </a:spcAft>
            <a:buChar char="•"/>
          </a:pPr>
          <a:r>
            <a:rPr lang="es-ES" sz="1400" kern="1200"/>
            <a:t>Deducción de Inversiones</a:t>
          </a:r>
          <a:endParaRPr lang="es-MX" sz="1400" kern="1200" dirty="0"/>
        </a:p>
        <a:p>
          <a:pPr marL="228600" lvl="2" indent="-114300" algn="l" defTabSz="622300">
            <a:lnSpc>
              <a:spcPct val="90000"/>
            </a:lnSpc>
            <a:spcBef>
              <a:spcPct val="0"/>
            </a:spcBef>
            <a:spcAft>
              <a:spcPct val="15000"/>
            </a:spcAft>
            <a:buChar char="•"/>
          </a:pPr>
          <a:r>
            <a:rPr lang="es-ES" sz="1400" kern="1200"/>
            <a:t>Activos fijos</a:t>
          </a:r>
          <a:endParaRPr lang="es-MX" sz="1400" kern="1200" dirty="0"/>
        </a:p>
        <a:p>
          <a:pPr marL="228600" lvl="2" indent="-114300" algn="l" defTabSz="622300">
            <a:lnSpc>
              <a:spcPct val="90000"/>
            </a:lnSpc>
            <a:spcBef>
              <a:spcPct val="0"/>
            </a:spcBef>
            <a:spcAft>
              <a:spcPct val="15000"/>
            </a:spcAft>
            <a:buChar char="•"/>
          </a:pPr>
          <a:r>
            <a:rPr lang="es-ES" sz="1400" kern="1200"/>
            <a:t>Gastos diferidos</a:t>
          </a:r>
          <a:endParaRPr lang="es-MX" sz="1400" kern="1200" dirty="0"/>
        </a:p>
        <a:p>
          <a:pPr marL="228600" lvl="2" indent="-114300" algn="l" defTabSz="622300">
            <a:lnSpc>
              <a:spcPct val="90000"/>
            </a:lnSpc>
            <a:spcBef>
              <a:spcPct val="0"/>
            </a:spcBef>
            <a:spcAft>
              <a:spcPct val="15000"/>
            </a:spcAft>
            <a:buChar char="•"/>
          </a:pPr>
          <a:r>
            <a:rPr lang="es-ES" sz="1400" kern="1200"/>
            <a:t>Cargos Diferidos</a:t>
          </a:r>
          <a:endParaRPr lang="es-MX" sz="1400" kern="1200" dirty="0"/>
        </a:p>
        <a:p>
          <a:pPr marL="228600" lvl="2" indent="-114300" algn="l" defTabSz="622300">
            <a:lnSpc>
              <a:spcPct val="90000"/>
            </a:lnSpc>
            <a:spcBef>
              <a:spcPct val="0"/>
            </a:spcBef>
            <a:spcAft>
              <a:spcPct val="15000"/>
            </a:spcAft>
            <a:buChar char="•"/>
          </a:pPr>
          <a:r>
            <a:rPr lang="es-ES" sz="1400" kern="1200" dirty="0"/>
            <a:t>Erogaciones en periodos preoperativos</a:t>
          </a:r>
          <a:endParaRPr lang="es-MX" sz="1400" kern="1200" dirty="0"/>
        </a:p>
        <a:p>
          <a:pPr marL="114300" lvl="1" indent="-114300" algn="l" defTabSz="622300">
            <a:lnSpc>
              <a:spcPct val="90000"/>
            </a:lnSpc>
            <a:spcBef>
              <a:spcPct val="0"/>
            </a:spcBef>
            <a:spcAft>
              <a:spcPct val="15000"/>
            </a:spcAft>
            <a:buChar char="•"/>
          </a:pPr>
          <a:endParaRPr lang="es-MX" sz="1400" b="1" kern="1200" dirty="0"/>
        </a:p>
        <a:p>
          <a:pPr marL="114300" lvl="1" indent="-114300" algn="l" defTabSz="622300">
            <a:lnSpc>
              <a:spcPct val="90000"/>
            </a:lnSpc>
            <a:spcBef>
              <a:spcPct val="0"/>
            </a:spcBef>
            <a:spcAft>
              <a:spcPct val="15000"/>
            </a:spcAft>
            <a:buChar char="•"/>
          </a:pPr>
          <a:r>
            <a:rPr lang="es-MX" sz="1400" b="1" kern="1200" dirty="0"/>
            <a:t>MENOS</a:t>
          </a:r>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kern="1200" dirty="0"/>
            <a:t>Pérdida fiscal</a:t>
          </a:r>
          <a:endParaRPr lang="es-MX" sz="1400" kern="1200" dirty="0"/>
        </a:p>
      </dsp:txBody>
      <dsp:txXfrm>
        <a:off x="5424211" y="688016"/>
        <a:ext cx="2377306" cy="3566784"/>
      </dsp:txXfrm>
    </dsp:sp>
    <dsp:sp modelId="{13A0F0F3-8758-4EFD-A9FC-FE9D4C8F4F7C}">
      <dsp:nvSpPr>
        <dsp:cNvPr id="0" name=""/>
        <dsp:cNvSpPr/>
      </dsp:nvSpPr>
      <dsp:spPr>
        <a:xfrm>
          <a:off x="8134340" y="96537"/>
          <a:ext cx="2377306" cy="59147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s-MX" sz="1600" b="1" u="none" kern="1200" dirty="0"/>
            <a:t>Consideraciones</a:t>
          </a:r>
          <a:endParaRPr lang="es-MX" sz="1600" kern="1200" dirty="0"/>
        </a:p>
      </dsp:txBody>
      <dsp:txXfrm>
        <a:off x="8134340" y="96537"/>
        <a:ext cx="2377306" cy="591479"/>
      </dsp:txXfrm>
    </dsp:sp>
    <dsp:sp modelId="{C44A0415-1DA4-431D-8B23-CEF0B79FB1E4}">
      <dsp:nvSpPr>
        <dsp:cNvPr id="0" name=""/>
        <dsp:cNvSpPr/>
      </dsp:nvSpPr>
      <dsp:spPr>
        <a:xfrm>
          <a:off x="8134340" y="688016"/>
          <a:ext cx="2377306" cy="35667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s-MX" sz="1400" kern="1200" dirty="0"/>
            <a:t>Ganancias o pérdidas cambiarias no son intereses</a:t>
          </a:r>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kern="1200" dirty="0" err="1"/>
            <a:t>Carry</a:t>
          </a:r>
          <a:r>
            <a:rPr lang="es-ES" sz="1400" kern="1200" dirty="0"/>
            <a:t>-forward de intereses no deducibles “temporales” siguen mismas reglas que pérdidas fiscales</a:t>
          </a:r>
          <a:endParaRPr lang="es-MX" sz="1400" kern="1200" dirty="0"/>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kern="1200" dirty="0"/>
            <a:t>Aplica sólo cuando interés no deducible sea mayor que con Capitalización Insuficiente</a:t>
          </a:r>
          <a:endParaRPr lang="es-MX" sz="1400" kern="1200" dirty="0"/>
        </a:p>
        <a:p>
          <a:pPr marL="114300" lvl="1" indent="-114300" algn="l" defTabSz="622300">
            <a:lnSpc>
              <a:spcPct val="90000"/>
            </a:lnSpc>
            <a:spcBef>
              <a:spcPct val="0"/>
            </a:spcBef>
            <a:spcAft>
              <a:spcPct val="15000"/>
            </a:spcAft>
            <a:buChar char="•"/>
          </a:pPr>
          <a:endParaRPr lang="es-MX" sz="1400" kern="1200" dirty="0"/>
        </a:p>
        <a:p>
          <a:pPr marL="114300" lvl="1" indent="-114300" algn="l" defTabSz="622300">
            <a:lnSpc>
              <a:spcPct val="90000"/>
            </a:lnSpc>
            <a:spcBef>
              <a:spcPct val="0"/>
            </a:spcBef>
            <a:spcAft>
              <a:spcPct val="15000"/>
            </a:spcAft>
            <a:buChar char="•"/>
          </a:pPr>
          <a:r>
            <a:rPr lang="es-ES" sz="1400" kern="1200" dirty="0"/>
            <a:t>Posible determinación consolidada por Grupo (sin reglas claras)</a:t>
          </a:r>
          <a:endParaRPr lang="es-MX" sz="1400" kern="1200" dirty="0"/>
        </a:p>
      </dsp:txBody>
      <dsp:txXfrm>
        <a:off x="8134340" y="688016"/>
        <a:ext cx="2377306" cy="356678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D0B46B-FF90-4474-B38F-0A3D76A192B5}">
      <dsp:nvSpPr>
        <dsp:cNvPr id="0" name=""/>
        <dsp:cNvSpPr/>
      </dsp:nvSpPr>
      <dsp:spPr>
        <a:xfrm>
          <a:off x="0" y="204263"/>
          <a:ext cx="6108864" cy="489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s-MX" sz="1600" b="1" kern="1200" dirty="0"/>
            <a:t>Casos en los que no aplica la limitante</a:t>
          </a:r>
        </a:p>
      </dsp:txBody>
      <dsp:txXfrm>
        <a:off x="0" y="204263"/>
        <a:ext cx="6108864" cy="489600"/>
      </dsp:txXfrm>
    </dsp:sp>
    <dsp:sp modelId="{A18FF002-A7DE-4B8D-AD56-4E0FA7A3A4A1}">
      <dsp:nvSpPr>
        <dsp:cNvPr id="0" name=""/>
        <dsp:cNvSpPr/>
      </dsp:nvSpPr>
      <dsp:spPr>
        <a:xfrm>
          <a:off x="0" y="693864"/>
          <a:ext cx="6108864" cy="345321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s-ES" sz="1700" kern="1200" dirty="0"/>
            <a:t>Intereses derivados de deudas para: </a:t>
          </a:r>
          <a:endParaRPr lang="es-MX" sz="1700" kern="1200" dirty="0"/>
        </a:p>
        <a:p>
          <a:pPr marL="342900" lvl="2" indent="-171450" algn="l" defTabSz="755650">
            <a:lnSpc>
              <a:spcPct val="90000"/>
            </a:lnSpc>
            <a:spcBef>
              <a:spcPct val="0"/>
            </a:spcBef>
            <a:spcAft>
              <a:spcPct val="15000"/>
            </a:spcAft>
            <a:buChar char="•"/>
          </a:pPr>
          <a:r>
            <a:rPr lang="es-ES" sz="1700" kern="1200" dirty="0"/>
            <a:t>Financiar infraestructura pública</a:t>
          </a:r>
          <a:endParaRPr lang="es-MX" sz="1700" kern="1200" dirty="0"/>
        </a:p>
        <a:p>
          <a:pPr marL="342900" lvl="2" indent="-171450" algn="l" defTabSz="755650">
            <a:lnSpc>
              <a:spcPct val="90000"/>
            </a:lnSpc>
            <a:spcBef>
              <a:spcPct val="0"/>
            </a:spcBef>
            <a:spcAft>
              <a:spcPct val="15000"/>
            </a:spcAft>
            <a:buChar char="•"/>
          </a:pPr>
          <a:r>
            <a:rPr lang="es-ES" sz="1700" kern="1200" dirty="0"/>
            <a:t>Financiar construcciones o adquisición de terrenos en MÉXICO</a:t>
          </a:r>
          <a:endParaRPr lang="es-MX" sz="1700" kern="1200" dirty="0"/>
        </a:p>
        <a:p>
          <a:pPr marL="342900" lvl="2" indent="-171450" algn="l" defTabSz="755650">
            <a:lnSpc>
              <a:spcPct val="90000"/>
            </a:lnSpc>
            <a:spcBef>
              <a:spcPct val="0"/>
            </a:spcBef>
            <a:spcAft>
              <a:spcPct val="15000"/>
            </a:spcAft>
            <a:buChar char="•"/>
          </a:pPr>
          <a:r>
            <a:rPr lang="es-ES" sz="1700" kern="1200" dirty="0"/>
            <a:t>Financiar exploración, extracción, transporte, almacenamiento o distribución de petróleo o hidrocarburos</a:t>
          </a:r>
          <a:endParaRPr lang="es-MX" sz="1700" kern="1200" dirty="0"/>
        </a:p>
        <a:p>
          <a:pPr marL="342900" lvl="2" indent="-171450" algn="l" defTabSz="755650">
            <a:lnSpc>
              <a:spcPct val="90000"/>
            </a:lnSpc>
            <a:spcBef>
              <a:spcPct val="0"/>
            </a:spcBef>
            <a:spcAft>
              <a:spcPct val="15000"/>
            </a:spcAft>
            <a:buChar char="•"/>
          </a:pPr>
          <a:r>
            <a:rPr lang="es-ES" sz="1700" kern="1200" dirty="0"/>
            <a:t>Otros proyectos de industria extractiva y para la generación, transmisión o almacenamiento de electricidad o agua</a:t>
          </a:r>
          <a:endParaRPr lang="es-MX" sz="1700" kern="1200" dirty="0"/>
        </a:p>
        <a:p>
          <a:pPr marL="171450" lvl="1" indent="-171450" algn="l" defTabSz="755650">
            <a:lnSpc>
              <a:spcPct val="90000"/>
            </a:lnSpc>
            <a:spcBef>
              <a:spcPct val="0"/>
            </a:spcBef>
            <a:spcAft>
              <a:spcPct val="15000"/>
            </a:spcAft>
            <a:buChar char="•"/>
          </a:pPr>
          <a:endParaRPr lang="es-MX" sz="1700" kern="1200" dirty="0"/>
        </a:p>
        <a:p>
          <a:pPr marL="171450" lvl="1" indent="-171450" algn="l" defTabSz="755650">
            <a:lnSpc>
              <a:spcPct val="90000"/>
            </a:lnSpc>
            <a:spcBef>
              <a:spcPct val="0"/>
            </a:spcBef>
            <a:spcAft>
              <a:spcPct val="15000"/>
            </a:spcAft>
            <a:buChar char="•"/>
          </a:pPr>
          <a:r>
            <a:rPr lang="es-ES" sz="1700" kern="1200" dirty="0"/>
            <a:t>Rendimientos de deuda pública</a:t>
          </a:r>
          <a:endParaRPr lang="es-MX" sz="1700" kern="1200" dirty="0"/>
        </a:p>
        <a:p>
          <a:pPr marL="171450" lvl="1" indent="-171450" algn="l" defTabSz="755650">
            <a:lnSpc>
              <a:spcPct val="90000"/>
            </a:lnSpc>
            <a:spcBef>
              <a:spcPct val="0"/>
            </a:spcBef>
            <a:spcAft>
              <a:spcPct val="15000"/>
            </a:spcAft>
            <a:buChar char="•"/>
          </a:pPr>
          <a:endParaRPr lang="es-MX" sz="1700" kern="1200" dirty="0"/>
        </a:p>
        <a:p>
          <a:pPr marL="171450" lvl="1" indent="-171450" algn="l" defTabSz="755650">
            <a:lnSpc>
              <a:spcPct val="90000"/>
            </a:lnSpc>
            <a:spcBef>
              <a:spcPct val="0"/>
            </a:spcBef>
            <a:spcAft>
              <a:spcPct val="15000"/>
            </a:spcAft>
            <a:buChar char="•"/>
          </a:pPr>
          <a:r>
            <a:rPr lang="es-ES" sz="1700" kern="1200" dirty="0"/>
            <a:t>NO APLICA LIMITANTE a miembros del sistema financiero o empresas productivas del Estado</a:t>
          </a:r>
          <a:endParaRPr lang="es-MX" sz="1700" kern="1200" dirty="0"/>
        </a:p>
      </dsp:txBody>
      <dsp:txXfrm>
        <a:off x="0" y="693864"/>
        <a:ext cx="6108864" cy="3453210"/>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DADA5-1432-4ED5-B40A-5C3B87BA0513}" type="datetimeFigureOut">
              <a:rPr lang="es-MX" smtClean="0"/>
              <a:t>12/03/2025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33192-6708-4D6C-9625-D9176BB57168}" type="slidenum">
              <a:rPr lang="es-MX" smtClean="0"/>
              <a:t>‹Nº›</a:t>
            </a:fld>
            <a:endParaRPr lang="es-MX"/>
          </a:p>
        </p:txBody>
      </p:sp>
    </p:spTree>
    <p:extLst>
      <p:ext uri="{BB962C8B-B14F-4D97-AF65-F5344CB8AC3E}">
        <p14:creationId xmlns:p14="http://schemas.microsoft.com/office/powerpoint/2010/main" val="3856596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ags" Target="../tags/tag2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ags" Target="../tags/tag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2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2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ags" Target="../tags/tag26.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ags" Target="../tags/tag27.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ags" Target="../tags/tag2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ags" Target="../tags/tag29.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ags" Target="../tags/tag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a:t>
            </a:fld>
            <a:endParaRPr lang="es-MX"/>
          </a:p>
        </p:txBody>
      </p:sp>
    </p:spTree>
    <p:extLst>
      <p:ext uri="{BB962C8B-B14F-4D97-AF65-F5344CB8AC3E}">
        <p14:creationId xmlns:p14="http://schemas.microsoft.com/office/powerpoint/2010/main" val="3565616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a:t>
            </a:fld>
            <a:endParaRPr lang="es-MX"/>
          </a:p>
        </p:txBody>
      </p:sp>
    </p:spTree>
    <p:extLst>
      <p:ext uri="{BB962C8B-B14F-4D97-AF65-F5344CB8AC3E}">
        <p14:creationId xmlns:p14="http://schemas.microsoft.com/office/powerpoint/2010/main" val="1438122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4</a:t>
            </a:fld>
            <a:endParaRPr lang="es-MX"/>
          </a:p>
        </p:txBody>
      </p:sp>
    </p:spTree>
    <p:extLst>
      <p:ext uri="{BB962C8B-B14F-4D97-AF65-F5344CB8AC3E}">
        <p14:creationId xmlns:p14="http://schemas.microsoft.com/office/powerpoint/2010/main" val="26328855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5</a:t>
            </a:fld>
            <a:endParaRPr lang="es-MX"/>
          </a:p>
        </p:txBody>
      </p:sp>
    </p:spTree>
    <p:extLst>
      <p:ext uri="{BB962C8B-B14F-4D97-AF65-F5344CB8AC3E}">
        <p14:creationId xmlns:p14="http://schemas.microsoft.com/office/powerpoint/2010/main" val="1883472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6</a:t>
            </a:fld>
            <a:endParaRPr lang="es-MX"/>
          </a:p>
        </p:txBody>
      </p:sp>
    </p:spTree>
    <p:extLst>
      <p:ext uri="{BB962C8B-B14F-4D97-AF65-F5344CB8AC3E}">
        <p14:creationId xmlns:p14="http://schemas.microsoft.com/office/powerpoint/2010/main" val="1911563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7</a:t>
            </a:fld>
            <a:endParaRPr lang="es-MX"/>
          </a:p>
        </p:txBody>
      </p:sp>
    </p:spTree>
    <p:extLst>
      <p:ext uri="{BB962C8B-B14F-4D97-AF65-F5344CB8AC3E}">
        <p14:creationId xmlns:p14="http://schemas.microsoft.com/office/powerpoint/2010/main" val="1088139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8</a:t>
            </a:fld>
            <a:endParaRPr lang="es-MX"/>
          </a:p>
        </p:txBody>
      </p:sp>
    </p:spTree>
    <p:extLst>
      <p:ext uri="{BB962C8B-B14F-4D97-AF65-F5344CB8AC3E}">
        <p14:creationId xmlns:p14="http://schemas.microsoft.com/office/powerpoint/2010/main" val="113752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9</a:t>
            </a:fld>
            <a:endParaRPr lang="es-MX"/>
          </a:p>
        </p:txBody>
      </p:sp>
    </p:spTree>
    <p:extLst>
      <p:ext uri="{BB962C8B-B14F-4D97-AF65-F5344CB8AC3E}">
        <p14:creationId xmlns:p14="http://schemas.microsoft.com/office/powerpoint/2010/main" val="33974436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10</a:t>
            </a:fld>
            <a:endParaRPr lang="es-MX"/>
          </a:p>
        </p:txBody>
      </p:sp>
    </p:spTree>
    <p:extLst>
      <p:ext uri="{BB962C8B-B14F-4D97-AF65-F5344CB8AC3E}">
        <p14:creationId xmlns:p14="http://schemas.microsoft.com/office/powerpoint/2010/main" val="3990988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11</a:t>
            </a:fld>
            <a:endParaRPr lang="es-MX"/>
          </a:p>
        </p:txBody>
      </p:sp>
    </p:spTree>
    <p:extLst>
      <p:ext uri="{BB962C8B-B14F-4D97-AF65-F5344CB8AC3E}">
        <p14:creationId xmlns:p14="http://schemas.microsoft.com/office/powerpoint/2010/main" val="3832667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12</a:t>
            </a:fld>
            <a:endParaRPr lang="es-MX"/>
          </a:p>
        </p:txBody>
      </p:sp>
    </p:spTree>
    <p:extLst>
      <p:ext uri="{BB962C8B-B14F-4D97-AF65-F5344CB8AC3E}">
        <p14:creationId xmlns:p14="http://schemas.microsoft.com/office/powerpoint/2010/main" val="3088041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13</a:t>
            </a:fld>
            <a:endParaRPr lang="es-MX"/>
          </a:p>
        </p:txBody>
      </p:sp>
    </p:spTree>
    <p:extLst>
      <p:ext uri="{BB962C8B-B14F-4D97-AF65-F5344CB8AC3E}">
        <p14:creationId xmlns:p14="http://schemas.microsoft.com/office/powerpoint/2010/main" val="2679965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14</a:t>
            </a:fld>
            <a:endParaRPr lang="es-MX"/>
          </a:p>
        </p:txBody>
      </p:sp>
    </p:spTree>
    <p:extLst>
      <p:ext uri="{BB962C8B-B14F-4D97-AF65-F5344CB8AC3E}">
        <p14:creationId xmlns:p14="http://schemas.microsoft.com/office/powerpoint/2010/main" val="2624976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15</a:t>
            </a:fld>
            <a:endParaRPr lang="es-MX"/>
          </a:p>
        </p:txBody>
      </p:sp>
    </p:spTree>
    <p:extLst>
      <p:ext uri="{BB962C8B-B14F-4D97-AF65-F5344CB8AC3E}">
        <p14:creationId xmlns:p14="http://schemas.microsoft.com/office/powerpoint/2010/main" val="32908337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16</a:t>
            </a:fld>
            <a:endParaRPr lang="es-MX"/>
          </a:p>
        </p:txBody>
      </p:sp>
    </p:spTree>
    <p:extLst>
      <p:ext uri="{BB962C8B-B14F-4D97-AF65-F5344CB8AC3E}">
        <p14:creationId xmlns:p14="http://schemas.microsoft.com/office/powerpoint/2010/main" val="3124346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17</a:t>
            </a:fld>
            <a:endParaRPr lang="es-MX"/>
          </a:p>
        </p:txBody>
      </p:sp>
    </p:spTree>
    <p:extLst>
      <p:ext uri="{BB962C8B-B14F-4D97-AF65-F5344CB8AC3E}">
        <p14:creationId xmlns:p14="http://schemas.microsoft.com/office/powerpoint/2010/main" val="715239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18</a:t>
            </a:fld>
            <a:endParaRPr lang="es-MX"/>
          </a:p>
        </p:txBody>
      </p:sp>
    </p:spTree>
    <p:extLst>
      <p:ext uri="{BB962C8B-B14F-4D97-AF65-F5344CB8AC3E}">
        <p14:creationId xmlns:p14="http://schemas.microsoft.com/office/powerpoint/2010/main" val="21079794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22</a:t>
            </a:fld>
            <a:endParaRPr lang="es-MX"/>
          </a:p>
        </p:txBody>
      </p:sp>
    </p:spTree>
    <p:extLst>
      <p:ext uri="{BB962C8B-B14F-4D97-AF65-F5344CB8AC3E}">
        <p14:creationId xmlns:p14="http://schemas.microsoft.com/office/powerpoint/2010/main" val="422913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23</a:t>
            </a:fld>
            <a:endParaRPr lang="es-MX"/>
          </a:p>
        </p:txBody>
      </p:sp>
    </p:spTree>
    <p:extLst>
      <p:ext uri="{BB962C8B-B14F-4D97-AF65-F5344CB8AC3E}">
        <p14:creationId xmlns:p14="http://schemas.microsoft.com/office/powerpoint/2010/main" val="609809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24</a:t>
            </a:fld>
            <a:endParaRPr lang="es-MX"/>
          </a:p>
        </p:txBody>
      </p:sp>
    </p:spTree>
    <p:extLst>
      <p:ext uri="{BB962C8B-B14F-4D97-AF65-F5344CB8AC3E}">
        <p14:creationId xmlns:p14="http://schemas.microsoft.com/office/powerpoint/2010/main" val="412768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25</a:t>
            </a:fld>
            <a:endParaRPr lang="es-MX"/>
          </a:p>
        </p:txBody>
      </p:sp>
    </p:spTree>
    <p:extLst>
      <p:ext uri="{BB962C8B-B14F-4D97-AF65-F5344CB8AC3E}">
        <p14:creationId xmlns:p14="http://schemas.microsoft.com/office/powerpoint/2010/main" val="1808835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26</a:t>
            </a:fld>
            <a:endParaRPr lang="es-MX"/>
          </a:p>
        </p:txBody>
      </p:sp>
    </p:spTree>
    <p:extLst>
      <p:ext uri="{BB962C8B-B14F-4D97-AF65-F5344CB8AC3E}">
        <p14:creationId xmlns:p14="http://schemas.microsoft.com/office/powerpoint/2010/main" val="1462660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27</a:t>
            </a:fld>
            <a:endParaRPr lang="es-MX"/>
          </a:p>
        </p:txBody>
      </p:sp>
    </p:spTree>
    <p:extLst>
      <p:ext uri="{BB962C8B-B14F-4D97-AF65-F5344CB8AC3E}">
        <p14:creationId xmlns:p14="http://schemas.microsoft.com/office/powerpoint/2010/main" val="869121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28</a:t>
            </a:fld>
            <a:endParaRPr lang="es-MX"/>
          </a:p>
        </p:txBody>
      </p:sp>
    </p:spTree>
    <p:extLst>
      <p:ext uri="{BB962C8B-B14F-4D97-AF65-F5344CB8AC3E}">
        <p14:creationId xmlns:p14="http://schemas.microsoft.com/office/powerpoint/2010/main" val="14524057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29</a:t>
            </a:fld>
            <a:endParaRPr lang="es-MX"/>
          </a:p>
        </p:txBody>
      </p:sp>
    </p:spTree>
    <p:extLst>
      <p:ext uri="{BB962C8B-B14F-4D97-AF65-F5344CB8AC3E}">
        <p14:creationId xmlns:p14="http://schemas.microsoft.com/office/powerpoint/2010/main" val="40260101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30</a:t>
            </a:fld>
            <a:endParaRPr lang="es-MX"/>
          </a:p>
        </p:txBody>
      </p:sp>
    </p:spTree>
    <p:extLst>
      <p:ext uri="{BB962C8B-B14F-4D97-AF65-F5344CB8AC3E}">
        <p14:creationId xmlns:p14="http://schemas.microsoft.com/office/powerpoint/2010/main" val="3652385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31</a:t>
            </a:fld>
            <a:endParaRPr lang="es-MX"/>
          </a:p>
        </p:txBody>
      </p:sp>
    </p:spTree>
    <p:extLst>
      <p:ext uri="{BB962C8B-B14F-4D97-AF65-F5344CB8AC3E}">
        <p14:creationId xmlns:p14="http://schemas.microsoft.com/office/powerpoint/2010/main" val="42623056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32</a:t>
            </a:fld>
            <a:endParaRPr lang="es-MX"/>
          </a:p>
        </p:txBody>
      </p:sp>
    </p:spTree>
    <p:extLst>
      <p:ext uri="{BB962C8B-B14F-4D97-AF65-F5344CB8AC3E}">
        <p14:creationId xmlns:p14="http://schemas.microsoft.com/office/powerpoint/2010/main" val="12684116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dirty="0"/>
          </a:p>
        </p:txBody>
      </p:sp>
      <p:sp>
        <p:nvSpPr>
          <p:cNvPr id="4" name="Slide Number Placeholder 3"/>
          <p:cNvSpPr>
            <a:spLocks noGrp="1"/>
          </p:cNvSpPr>
          <p:nvPr>
            <p:ph type="sldNum" sz="quarter" idx="10"/>
          </p:nvPr>
        </p:nvSpPr>
        <p:spPr/>
        <p:txBody>
          <a:bodyPr/>
          <a:lstStyle/>
          <a:p>
            <a:fld id="{1CCA9E69-4488-4520-A049-A6E38DF9C630}" type="slidenum">
              <a:rPr lang="es-MX" smtClean="0"/>
              <a:t>33</a:t>
            </a:fld>
            <a:endParaRPr lang="es-MX"/>
          </a:p>
        </p:txBody>
      </p:sp>
    </p:spTree>
    <p:extLst>
      <p:ext uri="{BB962C8B-B14F-4D97-AF65-F5344CB8AC3E}">
        <p14:creationId xmlns:p14="http://schemas.microsoft.com/office/powerpoint/2010/main" val="8390989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dirty="0"/>
          </a:p>
        </p:txBody>
      </p:sp>
      <p:sp>
        <p:nvSpPr>
          <p:cNvPr id="4" name="Slide Number Placeholder 3"/>
          <p:cNvSpPr>
            <a:spLocks noGrp="1"/>
          </p:cNvSpPr>
          <p:nvPr>
            <p:ph type="sldNum" sz="quarter" idx="10"/>
          </p:nvPr>
        </p:nvSpPr>
        <p:spPr/>
        <p:txBody>
          <a:bodyPr/>
          <a:lstStyle/>
          <a:p>
            <a:fld id="{1CCA9E69-4488-4520-A049-A6E38DF9C630}" type="slidenum">
              <a:rPr lang="es-MX" smtClean="0"/>
              <a:t>34</a:t>
            </a:fld>
            <a:endParaRPr lang="es-MX"/>
          </a:p>
        </p:txBody>
      </p:sp>
    </p:spTree>
    <p:extLst>
      <p:ext uri="{BB962C8B-B14F-4D97-AF65-F5344CB8AC3E}">
        <p14:creationId xmlns:p14="http://schemas.microsoft.com/office/powerpoint/2010/main" val="2769720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1F5F13-D572-8756-8C42-F3FC2E07E67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A450175-8837-7EE1-E5BA-0724088F62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4D13B4D-F54A-4B81-9D6E-BC07F732409F}"/>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5" name="Marcador de pie de página 4">
            <a:extLst>
              <a:ext uri="{FF2B5EF4-FFF2-40B4-BE49-F238E27FC236}">
                <a16:creationId xmlns:a16="http://schemas.microsoft.com/office/drawing/2014/main" id="{441A275E-AE26-A7FC-BF75-25A39310976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0559CDD-200E-CD58-1EA1-E720F2C12B8D}"/>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708897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EF5EC2-6ECB-E74D-E075-758C0D7218F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EE3D798-6DEC-81FD-27A6-4E57B7DB8F3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189ADBF-7F7D-7632-1E03-493B0534867D}"/>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5" name="Marcador de pie de página 4">
            <a:extLst>
              <a:ext uri="{FF2B5EF4-FFF2-40B4-BE49-F238E27FC236}">
                <a16:creationId xmlns:a16="http://schemas.microsoft.com/office/drawing/2014/main" id="{BE7DD143-EA8F-3867-0BC1-7A26F4C66E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E9D990E-5B9E-8D52-1315-727CB882F5C5}"/>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05018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637D38-0FBE-BC0E-EE34-A22E63C8A2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C1E5F97-8842-C92D-446E-A5A8993444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92C067B-DA21-6004-1B79-1F6EC62EE2A5}"/>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5" name="Marcador de pie de página 4">
            <a:extLst>
              <a:ext uri="{FF2B5EF4-FFF2-40B4-BE49-F238E27FC236}">
                <a16:creationId xmlns:a16="http://schemas.microsoft.com/office/drawing/2014/main" id="{4374EB7D-655B-61F8-684F-2542C2076D3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9A88FFF-AF1B-101F-CA04-24A60B909393}"/>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63376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A6DC7-F673-1C29-5A20-285707C220F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D6E6B38-8FF7-1567-28E8-43F4BD9F226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A246D4D-1865-7D3E-81BC-A3DF5705D51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2F144D13-53DD-7F24-DEA5-DD3745C904C9}"/>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6" name="Marcador de pie de página 5">
            <a:extLst>
              <a:ext uri="{FF2B5EF4-FFF2-40B4-BE49-F238E27FC236}">
                <a16:creationId xmlns:a16="http://schemas.microsoft.com/office/drawing/2014/main" id="{D0D051E2-F88F-5DC8-C2C2-DB71E4BB649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21BBB0-8DFD-C793-0F99-3491393352DA}"/>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486528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4C8F6C-A74A-56EF-3FD7-73EBC1EDAAC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00C866A-7177-9059-CB97-1166DA527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5DF9212-1DB4-E15E-B037-3A69FFBB29B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DC19E42-1C13-10A1-544C-568CF81A23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2C8D018-0A64-1B80-2691-306A64E8E08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6D582CE-A0C4-C279-6DD8-C4532682AFAC}"/>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8" name="Marcador de pie de página 7">
            <a:extLst>
              <a:ext uri="{FF2B5EF4-FFF2-40B4-BE49-F238E27FC236}">
                <a16:creationId xmlns:a16="http://schemas.microsoft.com/office/drawing/2014/main" id="{5E45CB52-2CC2-005B-21ED-ED06AE0F0D4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9E8EBF0-7BA2-C5C7-6CFB-4D529DC1B33B}"/>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503281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6419FC-3D7B-61E3-B435-4FDE9C10F31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643024D-427C-60A3-F7F3-672C6158E0FF}"/>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4" name="Marcador de pie de página 3">
            <a:extLst>
              <a:ext uri="{FF2B5EF4-FFF2-40B4-BE49-F238E27FC236}">
                <a16:creationId xmlns:a16="http://schemas.microsoft.com/office/drawing/2014/main" id="{3A9E71A2-5177-44E6-4D61-F78025E2D9F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93C4841-39E5-574C-D9BB-253141421EBC}"/>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76389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F939F7D-4CFE-7C28-1042-F1BB5E42A710}"/>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3" name="Marcador de pie de página 2">
            <a:extLst>
              <a:ext uri="{FF2B5EF4-FFF2-40B4-BE49-F238E27FC236}">
                <a16:creationId xmlns:a16="http://schemas.microsoft.com/office/drawing/2014/main" id="{8372BBC7-D29C-6A6D-A22C-CE14993139F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6E587B7-1EC0-2068-C847-8E2E09C4F5D7}"/>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228340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63CE5E-FCB7-3F1B-52E9-AA1B4E96FF0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8F8271D-81F5-6BDF-9914-90C595B767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ABBD6B2-F264-0B05-2E82-C9F3E0C65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40BEB91-1606-C46C-7916-F9170B9252E0}"/>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6" name="Marcador de pie de página 5">
            <a:extLst>
              <a:ext uri="{FF2B5EF4-FFF2-40B4-BE49-F238E27FC236}">
                <a16:creationId xmlns:a16="http://schemas.microsoft.com/office/drawing/2014/main" id="{36CCE613-12C2-6751-52FF-684BCA83586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B4CFAC2-8510-B915-2B5B-7688AEC232DD}"/>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2021166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790E5-92D0-EB1F-4967-3206860DD2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3FEA619-C602-15B0-0FE4-F16551339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00E2919-2717-24D5-714C-2BFB58AC1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E6D0114-92FC-F8D2-97F5-FE839CEC8A0D}"/>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6" name="Marcador de pie de página 5">
            <a:extLst>
              <a:ext uri="{FF2B5EF4-FFF2-40B4-BE49-F238E27FC236}">
                <a16:creationId xmlns:a16="http://schemas.microsoft.com/office/drawing/2014/main" id="{3A13C8E2-6816-B348-CE3F-0F2681E98FA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DE7CB8A-1634-DF0B-D17D-43E8DDC19116}"/>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831825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9F699-3880-A3C3-E913-85E24AAE91C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D441E86-B08B-C71F-EB5A-FE2415FA74B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CA9FC9-7EAE-0756-A23C-F89EEBF7996C}"/>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5" name="Marcador de pie de página 4">
            <a:extLst>
              <a:ext uri="{FF2B5EF4-FFF2-40B4-BE49-F238E27FC236}">
                <a16:creationId xmlns:a16="http://schemas.microsoft.com/office/drawing/2014/main" id="{B1383D73-B2B4-D582-C8AA-8B4976781D4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54A3D1B-DF02-01D9-7A52-016301C0412E}"/>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374907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FD43CE4-6443-C8F4-0310-52F9282B025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FB572F7-A20B-168E-1FA1-747B809C6FB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51CD70B-083E-B6C4-5D9D-D6E0C624C556}"/>
              </a:ext>
            </a:extLst>
          </p:cNvPr>
          <p:cNvSpPr>
            <a:spLocks noGrp="1"/>
          </p:cNvSpPr>
          <p:nvPr>
            <p:ph type="dt" sz="half" idx="10"/>
          </p:nvPr>
        </p:nvSpPr>
        <p:spPr/>
        <p:txBody>
          <a:bodyPr/>
          <a:lstStyle/>
          <a:p>
            <a:fld id="{BAAB06AF-F33A-4E3D-AA83-FF85CDF753DC}" type="datetimeFigureOut">
              <a:rPr lang="es-MX" smtClean="0"/>
              <a:t>12/03/2025</a:t>
            </a:fld>
            <a:endParaRPr lang="es-MX"/>
          </a:p>
        </p:txBody>
      </p:sp>
      <p:sp>
        <p:nvSpPr>
          <p:cNvPr id="5" name="Marcador de pie de página 4">
            <a:extLst>
              <a:ext uri="{FF2B5EF4-FFF2-40B4-BE49-F238E27FC236}">
                <a16:creationId xmlns:a16="http://schemas.microsoft.com/office/drawing/2014/main" id="{54C0F76B-CEAD-FAB4-CE3B-051C7052C46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CA1861A-B7B4-366C-044D-16C5AFE80272}"/>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075118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82FB111-B70C-85E1-6921-091C1DF20B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C71E1CA-229D-FF6B-92B5-1015E45398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978A5D-DA29-2A59-89F4-DCE282CC84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B06AF-F33A-4E3D-AA83-FF85CDF753DC}" type="datetimeFigureOut">
              <a:rPr lang="es-MX" smtClean="0"/>
              <a:t>12/03/2025</a:t>
            </a:fld>
            <a:endParaRPr lang="es-MX"/>
          </a:p>
        </p:txBody>
      </p:sp>
      <p:sp>
        <p:nvSpPr>
          <p:cNvPr id="5" name="Marcador de pie de página 4">
            <a:extLst>
              <a:ext uri="{FF2B5EF4-FFF2-40B4-BE49-F238E27FC236}">
                <a16:creationId xmlns:a16="http://schemas.microsoft.com/office/drawing/2014/main" id="{52164C7B-44EA-6147-3C49-5BE7CDF2AE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F83FD0A-0838-DBD1-1F34-AC981DA8CC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8AB95-FAD2-4FB4-B288-CB5D0DF89844}" type="slidenum">
              <a:rPr lang="es-MX" smtClean="0"/>
              <a:t>‹Nº›</a:t>
            </a:fld>
            <a:endParaRPr lang="es-MX"/>
          </a:p>
        </p:txBody>
      </p:sp>
    </p:spTree>
    <p:extLst>
      <p:ext uri="{BB962C8B-B14F-4D97-AF65-F5344CB8AC3E}">
        <p14:creationId xmlns:p14="http://schemas.microsoft.com/office/powerpoint/2010/main" val="3467965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B3EEA-9593-7B4E-2CAC-CB46544CFD6C}"/>
              </a:ext>
            </a:extLst>
          </p:cNvPr>
          <p:cNvSpPr>
            <a:spLocks noGrp="1"/>
          </p:cNvSpPr>
          <p:nvPr>
            <p:ph type="ctrTitle"/>
          </p:nvPr>
        </p:nvSpPr>
        <p:spPr/>
        <p:txBody>
          <a:bodyPr/>
          <a:lstStyle/>
          <a:p>
            <a:r>
              <a:rPr lang="es-ES" dirty="0"/>
              <a:t>Intereses</a:t>
            </a:r>
            <a:endParaRPr lang="es-MX" dirty="0"/>
          </a:p>
        </p:txBody>
      </p:sp>
      <p:sp>
        <p:nvSpPr>
          <p:cNvPr id="3" name="Subtítulo 2">
            <a:extLst>
              <a:ext uri="{FF2B5EF4-FFF2-40B4-BE49-F238E27FC236}">
                <a16:creationId xmlns:a16="http://schemas.microsoft.com/office/drawing/2014/main" id="{5DC4FFFB-F13E-8F80-523D-6692E31E369B}"/>
              </a:ext>
            </a:extLst>
          </p:cNvPr>
          <p:cNvSpPr>
            <a:spLocks noGrp="1"/>
          </p:cNvSpPr>
          <p:nvPr>
            <p:ph type="subTitle" idx="1"/>
          </p:nvPr>
        </p:nvSpPr>
        <p:spPr/>
        <p:txBody>
          <a:bodyPr/>
          <a:lstStyle/>
          <a:p>
            <a:endParaRPr lang="es-MX" dirty="0"/>
          </a:p>
        </p:txBody>
      </p:sp>
    </p:spTree>
    <p:extLst>
      <p:ext uri="{BB962C8B-B14F-4D97-AF65-F5344CB8AC3E}">
        <p14:creationId xmlns:p14="http://schemas.microsoft.com/office/powerpoint/2010/main" val="3546969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Intereses </a:t>
            </a:r>
            <a:r>
              <a:rPr lang="es-MX" sz="1800" dirty="0"/>
              <a:t>(LISR 18)</a:t>
            </a:r>
          </a:p>
        </p:txBody>
      </p:sp>
      <p:sp>
        <p:nvSpPr>
          <p:cNvPr id="3" name="Content Placeholder 2"/>
          <p:cNvSpPr>
            <a:spLocks noGrp="1"/>
          </p:cNvSpPr>
          <p:nvPr>
            <p:ph sz="half" idx="1"/>
          </p:nvPr>
        </p:nvSpPr>
        <p:spPr/>
        <p:txBody>
          <a:bodyPr>
            <a:normAutofit fontScale="62500" lnSpcReduction="20000"/>
          </a:bodyPr>
          <a:lstStyle/>
          <a:p>
            <a:pPr marL="0" indent="0">
              <a:buNone/>
            </a:pPr>
            <a:r>
              <a:rPr lang="es-MX" dirty="0"/>
              <a:t>IX. Los intereses </a:t>
            </a:r>
            <a:r>
              <a:rPr lang="es-MX" dirty="0">
                <a:solidFill>
                  <a:schemeClr val="accent6"/>
                </a:solidFill>
              </a:rPr>
              <a:t>devengados</a:t>
            </a:r>
            <a:r>
              <a:rPr lang="es-MX" dirty="0"/>
              <a:t> a favor en el ejercicio, sin ajuste alguno. En el caso de intereses moratorios, a partir del </a:t>
            </a:r>
            <a:r>
              <a:rPr lang="es-MX" dirty="0">
                <a:solidFill>
                  <a:schemeClr val="accent6"/>
                </a:solidFill>
              </a:rPr>
              <a:t>cuarto mes </a:t>
            </a:r>
            <a:r>
              <a:rPr lang="es-MX" dirty="0"/>
              <a:t>se acumularán únicamente los efectivamente </a:t>
            </a:r>
            <a:r>
              <a:rPr lang="es-MX" dirty="0">
                <a:solidFill>
                  <a:schemeClr val="accent6"/>
                </a:solidFill>
              </a:rPr>
              <a:t>cobrados</a:t>
            </a:r>
            <a:r>
              <a:rPr lang="es-MX" dirty="0"/>
              <a:t>. Para estos efectos, se considera que los ingresos por intereses moratorios que se perciban con posterioridad al tercer mes siguiente a aquél en el que el deudor incurrió en mora cubren, en primer término, los intereses moratorios devengados en los tres meses siguientes a aquél en el que el deudor incurrió en mora, hasta que el monto percibido exceda al monto de los intereses moratorios devengados acumulados correspondientes al último periodo citado. </a:t>
            </a:r>
          </a:p>
          <a:p>
            <a:r>
              <a:rPr lang="es-MX" dirty="0"/>
              <a:t>Para los efectos del párrafo anterior, los intereses moratorios que se cobren se acumularán hasta el momento en el que los efectivamente </a:t>
            </a:r>
            <a:r>
              <a:rPr lang="es-MX" dirty="0">
                <a:solidFill>
                  <a:schemeClr val="accent6"/>
                </a:solidFill>
              </a:rPr>
              <a:t>cobrados</a:t>
            </a:r>
            <a:r>
              <a:rPr lang="es-MX" dirty="0"/>
              <a:t> </a:t>
            </a:r>
            <a:r>
              <a:rPr lang="es-MX" dirty="0">
                <a:solidFill>
                  <a:schemeClr val="accent6"/>
                </a:solidFill>
              </a:rPr>
              <a:t>excedan</a:t>
            </a:r>
            <a:r>
              <a:rPr lang="es-MX" dirty="0"/>
              <a:t> al monto de los moratorios acumulados en los primeros tres meses y hasta por el monto en que excedan.</a:t>
            </a:r>
          </a:p>
        </p:txBody>
      </p:sp>
      <p:sp>
        <p:nvSpPr>
          <p:cNvPr id="4" name="Content Placeholder 3"/>
          <p:cNvSpPr>
            <a:spLocks noGrp="1"/>
          </p:cNvSpPr>
          <p:nvPr>
            <p:ph sz="half" idx="2"/>
          </p:nvPr>
        </p:nvSpPr>
        <p:spPr/>
        <p:txBody>
          <a:bodyPr>
            <a:normAutofit fontScale="92500" lnSpcReduction="20000"/>
          </a:bodyPr>
          <a:lstStyle/>
          <a:p>
            <a:r>
              <a:rPr lang="es-MX" dirty="0"/>
              <a:t>Intereses normales: Devengado</a:t>
            </a:r>
          </a:p>
          <a:p>
            <a:endParaRPr lang="es-MX" dirty="0"/>
          </a:p>
          <a:p>
            <a:r>
              <a:rPr lang="es-MX" dirty="0"/>
              <a:t>Intereses Moratorios</a:t>
            </a:r>
          </a:p>
          <a:p>
            <a:pPr lvl="1"/>
            <a:r>
              <a:rPr lang="es-MX" dirty="0"/>
              <a:t>Primeros tres meses: Devengado</a:t>
            </a:r>
          </a:p>
          <a:p>
            <a:pPr lvl="1"/>
            <a:r>
              <a:rPr lang="es-MX" dirty="0"/>
              <a:t>A partir del cuarto mes: Cobro</a:t>
            </a:r>
          </a:p>
          <a:p>
            <a:pPr lvl="2"/>
            <a:r>
              <a:rPr lang="es-MX" dirty="0"/>
              <a:t>Primero se cobran los devengados (tres meses)</a:t>
            </a:r>
          </a:p>
          <a:p>
            <a:pPr lvl="2"/>
            <a:endParaRPr lang="es-MX" dirty="0"/>
          </a:p>
          <a:p>
            <a:r>
              <a:rPr lang="es-MX" dirty="0"/>
              <a:t>Los intereses moratorios son los que se generan durante el período de mora.</a:t>
            </a:r>
          </a:p>
          <a:p>
            <a:pPr lvl="1"/>
            <a:r>
              <a:rPr lang="es-MX" dirty="0"/>
              <a:t>El período de mora inicia a partir de la falta de pago en la fecha de exigibilidad.</a:t>
            </a:r>
          </a:p>
        </p:txBody>
      </p:sp>
    </p:spTree>
    <p:extLst>
      <p:ext uri="{BB962C8B-B14F-4D97-AF65-F5344CB8AC3E}">
        <p14:creationId xmlns:p14="http://schemas.microsoft.com/office/powerpoint/2010/main" val="4180148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Los intereses se acumulan conforme se devengan, excepto algunos moratorios</a:t>
            </a:r>
          </a:p>
        </p:txBody>
      </p:sp>
      <p:graphicFrame>
        <p:nvGraphicFramePr>
          <p:cNvPr id="7" name="Content Placeholder 6"/>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7716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s-MX" dirty="0"/>
              <a:t>El concepto de “interés” es amplio</a:t>
            </a:r>
          </a:p>
        </p:txBody>
      </p:sp>
      <p:graphicFrame>
        <p:nvGraphicFramePr>
          <p:cNvPr id="6" name="Content Placeholder 5"/>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8246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s-MX" dirty="0"/>
              <a:t>Los intereses se definen como los rendimientos de créditos de cualquier clase </a:t>
            </a:r>
            <a:r>
              <a:rPr lang="es-MX" sz="2000" dirty="0"/>
              <a:t>(LISR 8-Primer párrafo)</a:t>
            </a:r>
            <a:endParaRPr lang="es-MX" dirty="0"/>
          </a:p>
        </p:txBody>
      </p:sp>
      <p:graphicFrame>
        <p:nvGraphicFramePr>
          <p:cNvPr id="7" name="Content Placeholder 6"/>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1876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Conceptos considerados como intereses</a:t>
            </a:r>
            <a:br>
              <a:rPr lang="es-MX" dirty="0"/>
            </a:br>
            <a:r>
              <a:rPr lang="es-MX" sz="1800" dirty="0"/>
              <a:t>(LISR 8-Segundo, Tercero, Cuarto y Quinto párrafos)</a:t>
            </a:r>
            <a:endParaRPr lang="es-MX" dirty="0"/>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8130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Conceptos tratados como intereses</a:t>
            </a:r>
            <a:br>
              <a:rPr lang="es-MX" dirty="0"/>
            </a:br>
            <a:r>
              <a:rPr lang="es-MX" sz="1800" dirty="0"/>
              <a:t>(LISR 8-Sexto y Séptimo párrafos; LISR 20-Cuarto Párrafo)</a:t>
            </a:r>
            <a:endParaRPr lang="es-MX" dirty="0"/>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5259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Concepto de Intereses </a:t>
            </a:r>
            <a:r>
              <a:rPr lang="es-MX" sz="1800" dirty="0"/>
              <a:t>(LISR 8-Primer párrafo)</a:t>
            </a:r>
          </a:p>
        </p:txBody>
      </p:sp>
      <p:sp>
        <p:nvSpPr>
          <p:cNvPr id="3" name="Content Placeholder 2"/>
          <p:cNvSpPr>
            <a:spLocks noGrp="1"/>
          </p:cNvSpPr>
          <p:nvPr>
            <p:ph sz="half" idx="1"/>
          </p:nvPr>
        </p:nvSpPr>
        <p:spPr/>
        <p:txBody>
          <a:bodyPr>
            <a:normAutofit fontScale="47500" lnSpcReduction="20000"/>
          </a:bodyPr>
          <a:lstStyle/>
          <a:p>
            <a:r>
              <a:rPr lang="es-MX" sz="3400" dirty="0"/>
              <a:t>Rendimientos de créditos de cualquier clase, entre otros:</a:t>
            </a:r>
          </a:p>
          <a:p>
            <a:pPr lvl="1"/>
            <a:endParaRPr lang="es-MX" dirty="0"/>
          </a:p>
          <a:p>
            <a:pPr lvl="1"/>
            <a:r>
              <a:rPr lang="es-MX" sz="2900" dirty="0"/>
              <a:t>Rendimientos de la deuda pública, de los bonos u obligaciones, incluyendo descuentos, primas y premios</a:t>
            </a:r>
          </a:p>
          <a:p>
            <a:pPr lvl="1"/>
            <a:endParaRPr lang="es-MX" sz="2900" dirty="0"/>
          </a:p>
          <a:p>
            <a:pPr lvl="1"/>
            <a:r>
              <a:rPr lang="es-MX" sz="2900" dirty="0"/>
              <a:t>Premios de reportos o de préstamos de valores</a:t>
            </a:r>
          </a:p>
          <a:p>
            <a:pPr lvl="1"/>
            <a:endParaRPr lang="es-MX" sz="2900" dirty="0"/>
          </a:p>
          <a:p>
            <a:pPr lvl="1"/>
            <a:r>
              <a:rPr lang="es-MX" sz="2900" dirty="0"/>
              <a:t>Monto de las comisiones que correspondan con motivo de apertura o garantía de créditos</a:t>
            </a:r>
          </a:p>
          <a:p>
            <a:pPr lvl="1"/>
            <a:endParaRPr lang="es-MX" sz="2900" dirty="0"/>
          </a:p>
          <a:p>
            <a:pPr lvl="1"/>
            <a:r>
              <a:rPr lang="es-MX" sz="2900" dirty="0"/>
              <a:t>Monto de las contraprestaciones correspondientes a la aceptación de un aval, del otorgamiento de una garantía o de la responsabilidad de cualquier clase, excepto cuando dichas contraprestaciones deban hacerse a instituciones de seguros o fianzas</a:t>
            </a:r>
          </a:p>
          <a:p>
            <a:pPr lvl="1"/>
            <a:endParaRPr lang="es-MX" sz="2900" dirty="0">
              <a:solidFill>
                <a:schemeClr val="accent6"/>
              </a:solidFill>
            </a:endParaRPr>
          </a:p>
          <a:p>
            <a:pPr lvl="1"/>
            <a:r>
              <a:rPr lang="es-MX" sz="2900" dirty="0">
                <a:solidFill>
                  <a:srgbClr val="70AD47"/>
                </a:solidFill>
              </a:rPr>
              <a:t>Ganancia</a:t>
            </a:r>
            <a:r>
              <a:rPr lang="es-MX" sz="2900" dirty="0"/>
              <a:t> en la enajenación de bonos, valores y otros títulos de crédito, siempre que sean de los que se colocan entre el </a:t>
            </a:r>
            <a:r>
              <a:rPr lang="es-MX" sz="2900" dirty="0">
                <a:solidFill>
                  <a:schemeClr val="accent6"/>
                </a:solidFill>
              </a:rPr>
              <a:t>gran público inversionista</a:t>
            </a:r>
            <a:r>
              <a:rPr lang="es-MX" sz="2900" dirty="0"/>
              <a:t>, conforme a las reglas generales que al efecto expida el Servicio de Administración Tributaria. </a:t>
            </a:r>
          </a:p>
        </p:txBody>
      </p:sp>
      <p:sp>
        <p:nvSpPr>
          <p:cNvPr id="4" name="Content Placeholder 3"/>
          <p:cNvSpPr>
            <a:spLocks noGrp="1"/>
          </p:cNvSpPr>
          <p:nvPr>
            <p:ph sz="half" idx="2"/>
          </p:nvPr>
        </p:nvSpPr>
        <p:spPr/>
        <p:txBody>
          <a:bodyPr>
            <a:normAutofit fontScale="47500" lnSpcReduction="20000"/>
          </a:bodyPr>
          <a:lstStyle/>
          <a:p>
            <a:r>
              <a:rPr lang="es-MX" dirty="0"/>
              <a:t>RLISR 11:  En los casos de enajenación, amortización o redención, de bonos, obligaciones o cualquier título valor, siempre que sean de los que se colocan entre el </a:t>
            </a:r>
            <a:r>
              <a:rPr lang="es-MX" dirty="0">
                <a:solidFill>
                  <a:schemeClr val="accent6"/>
                </a:solidFill>
              </a:rPr>
              <a:t>gran público inversionista </a:t>
            </a:r>
            <a:r>
              <a:rPr lang="es-MX" dirty="0"/>
              <a:t>o constituyan deuda pública, la pérdida que sufra el contribuyente y que se considerará interés devengado a cargo, en los términos del artículo 25, fracción VII de la Ley, será la diferencia entre el costo de adquisición y el monto de la enajenación, amortización o redención, cuando el primero sea mayor.</a:t>
            </a:r>
          </a:p>
          <a:p>
            <a:r>
              <a:rPr lang="es-MX" dirty="0"/>
              <a:t>En los casos de enajenación, amortización o redención, de bonos, obligaciones o cualquier título valor, siempre que sean de los que se colocan entre el </a:t>
            </a:r>
            <a:r>
              <a:rPr lang="es-MX" dirty="0">
                <a:solidFill>
                  <a:srgbClr val="70AD47"/>
                </a:solidFill>
              </a:rPr>
              <a:t>gran público inversionista </a:t>
            </a:r>
            <a:r>
              <a:rPr lang="es-MX" dirty="0"/>
              <a:t>o constituyan deuda pública, en los que el total o parte de los intereses se conocen </a:t>
            </a:r>
            <a:r>
              <a:rPr lang="es-MX" dirty="0">
                <a:solidFill>
                  <a:schemeClr val="accent6"/>
                </a:solidFill>
              </a:rPr>
              <a:t>hasta que se enajena</a:t>
            </a:r>
            <a:r>
              <a:rPr lang="es-MX" dirty="0"/>
              <a:t>, se amortiza o se redima el título valor, la ganancia que en los términos del artículo 8 de la Ley se considera interés, será la que resulte de restar al monto de la enajenación, amortización o redención, el costo de adquisición adicionado de los intereses </a:t>
            </a:r>
            <a:r>
              <a:rPr lang="es-MX" dirty="0">
                <a:solidFill>
                  <a:schemeClr val="accent6"/>
                </a:solidFill>
              </a:rPr>
              <a:t>devengados, ya acumulados y no cobrados</a:t>
            </a:r>
            <a:r>
              <a:rPr lang="es-MX" dirty="0"/>
              <a:t>, provenientes del bono, obligación o título valor de que se trate. </a:t>
            </a:r>
          </a:p>
          <a:p>
            <a:r>
              <a:rPr lang="es-MX" dirty="0"/>
              <a:t>Cuando el costo de adquisición a que se refiere el párrafo anterior, adicionado de los </a:t>
            </a:r>
            <a:r>
              <a:rPr lang="es-MX" dirty="0">
                <a:solidFill>
                  <a:schemeClr val="accent6"/>
                </a:solidFill>
              </a:rPr>
              <a:t>intereses devengados, ya acumulados </a:t>
            </a:r>
            <a:r>
              <a:rPr lang="es-MX" dirty="0"/>
              <a:t>y no cobrados, sea mayor que el monto de la enajenación, amortización o redención del bono, obligación o título valor, la diferencia será la pérdida que sufra el contribuyente y que se considerará interés devengado a cargo, en los términos del artículo 25, fracción VII de la Ley. </a:t>
            </a:r>
          </a:p>
        </p:txBody>
      </p:sp>
    </p:spTree>
    <p:extLst>
      <p:ext uri="{BB962C8B-B14F-4D97-AF65-F5344CB8AC3E}">
        <p14:creationId xmlns:p14="http://schemas.microsoft.com/office/powerpoint/2010/main" val="1951087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Hay títulos cuyo rendimiento se conoce hasta que se enajena, amortiza o redime</a:t>
            </a:r>
          </a:p>
        </p:txBody>
      </p:sp>
      <p:graphicFrame>
        <p:nvGraphicFramePr>
          <p:cNvPr id="3" name="Chart 2"/>
          <p:cNvGraphicFramePr>
            <a:graphicFrameLocks/>
          </p:cNvGraphicFramePr>
          <p:nvPr/>
        </p:nvGraphicFramePr>
        <p:xfrm>
          <a:off x="838200" y="2057400"/>
          <a:ext cx="10515600" cy="40866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97511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dirty="0"/>
              <a:t>El costo se adiciona con los intereses devengados, ya acumulados, que no se han cobrado </a:t>
            </a:r>
            <a:r>
              <a:rPr lang="es-MX" sz="1800" dirty="0"/>
              <a:t>(RLISR 11-Segundo párrafo)</a:t>
            </a:r>
            <a:endParaRPr lang="es-MX" dirty="0"/>
          </a:p>
        </p:txBody>
      </p:sp>
      <p:graphicFrame>
        <p:nvGraphicFramePr>
          <p:cNvPr id="5" name="Content Placeholder 4"/>
          <p:cNvGraphicFramePr>
            <a:graphicFrameLocks noGrp="1"/>
          </p:cNvGraphicFramePr>
          <p:nvPr>
            <p:ph idx="1"/>
          </p:nvPr>
        </p:nvGraphicFramePr>
        <p:xfrm>
          <a:off x="3011466" y="1925833"/>
          <a:ext cx="6401844" cy="2123440"/>
        </p:xfrm>
        <a:graphic>
          <a:graphicData uri="http://schemas.openxmlformats.org/drawingml/2006/table">
            <a:tbl>
              <a:tblPr firstRow="1" bandRow="1">
                <a:tableStyleId>{5C22544A-7EE6-4342-B048-85BDC9FD1C3A}</a:tableStyleId>
              </a:tblPr>
              <a:tblGrid>
                <a:gridCol w="4610622">
                  <a:extLst>
                    <a:ext uri="{9D8B030D-6E8A-4147-A177-3AD203B41FA5}">
                      <a16:colId xmlns:a16="http://schemas.microsoft.com/office/drawing/2014/main" val="20000"/>
                    </a:ext>
                  </a:extLst>
                </a:gridCol>
                <a:gridCol w="1791222">
                  <a:extLst>
                    <a:ext uri="{9D8B030D-6E8A-4147-A177-3AD203B41FA5}">
                      <a16:colId xmlns:a16="http://schemas.microsoft.com/office/drawing/2014/main" val="20001"/>
                    </a:ext>
                  </a:extLst>
                </a:gridCol>
              </a:tblGrid>
              <a:tr h="370840">
                <a:tc>
                  <a:txBody>
                    <a:bodyPr/>
                    <a:lstStyle/>
                    <a:p>
                      <a:pPr algn="ctr"/>
                      <a:r>
                        <a:rPr lang="es-MX" dirty="0"/>
                        <a:t>Concepto</a:t>
                      </a:r>
                    </a:p>
                  </a:txBody>
                  <a:tcPr/>
                </a:tc>
                <a:tc>
                  <a:txBody>
                    <a:bodyPr/>
                    <a:lstStyle/>
                    <a:p>
                      <a:pPr algn="ctr"/>
                      <a:r>
                        <a:rPr lang="es-MX" dirty="0"/>
                        <a:t>Importe</a:t>
                      </a:r>
                    </a:p>
                  </a:txBody>
                  <a:tcPr/>
                </a:tc>
                <a:extLst>
                  <a:ext uri="{0D108BD9-81ED-4DB2-BD59-A6C34878D82A}">
                    <a16:rowId xmlns:a16="http://schemas.microsoft.com/office/drawing/2014/main" val="10000"/>
                  </a:ext>
                </a:extLst>
              </a:tr>
              <a:tr h="370840">
                <a:tc>
                  <a:txBody>
                    <a:bodyPr/>
                    <a:lstStyle/>
                    <a:p>
                      <a:r>
                        <a:rPr lang="es-MX" dirty="0"/>
                        <a:t>Monto</a:t>
                      </a:r>
                      <a:r>
                        <a:rPr lang="es-MX" baseline="0" dirty="0"/>
                        <a:t> de la Enajenación</a:t>
                      </a:r>
                      <a:endParaRPr lang="es-MX" dirty="0"/>
                    </a:p>
                  </a:txBody>
                  <a:tcPr/>
                </a:tc>
                <a:tc>
                  <a:txBody>
                    <a:bodyPr/>
                    <a:lstStyle/>
                    <a:p>
                      <a:pPr algn="r"/>
                      <a:r>
                        <a:rPr lang="es-MX" dirty="0"/>
                        <a:t>$95</a:t>
                      </a:r>
                    </a:p>
                  </a:txBody>
                  <a:tcPr/>
                </a:tc>
                <a:extLst>
                  <a:ext uri="{0D108BD9-81ED-4DB2-BD59-A6C34878D82A}">
                    <a16:rowId xmlns:a16="http://schemas.microsoft.com/office/drawing/2014/main" val="10001"/>
                  </a:ext>
                </a:extLst>
              </a:tr>
              <a:tr h="370840">
                <a:tc>
                  <a:txBody>
                    <a:bodyPr/>
                    <a:lstStyle/>
                    <a:p>
                      <a:r>
                        <a:rPr lang="es-MX" dirty="0"/>
                        <a:t>Costo de Adquisición</a:t>
                      </a:r>
                    </a:p>
                  </a:txBody>
                  <a:tcPr/>
                </a:tc>
                <a:tc>
                  <a:txBody>
                    <a:bodyPr/>
                    <a:lstStyle/>
                    <a:p>
                      <a:pPr algn="r"/>
                      <a:r>
                        <a:rPr lang="es-MX" dirty="0"/>
                        <a:t>(80)</a:t>
                      </a:r>
                    </a:p>
                  </a:txBody>
                  <a:tcPr/>
                </a:tc>
                <a:extLst>
                  <a:ext uri="{0D108BD9-81ED-4DB2-BD59-A6C34878D82A}">
                    <a16:rowId xmlns:a16="http://schemas.microsoft.com/office/drawing/2014/main" val="10002"/>
                  </a:ext>
                </a:extLst>
              </a:tr>
              <a:tr h="640080">
                <a:tc>
                  <a:txBody>
                    <a:bodyPr/>
                    <a:lstStyle/>
                    <a:p>
                      <a:r>
                        <a:rPr lang="es-MX" dirty="0"/>
                        <a:t>Intereses devengados, acumulados, no cobrados</a:t>
                      </a:r>
                    </a:p>
                  </a:txBody>
                  <a:tcPr/>
                </a:tc>
                <a:tc>
                  <a:txBody>
                    <a:bodyPr/>
                    <a:lstStyle/>
                    <a:p>
                      <a:pPr algn="r"/>
                      <a:r>
                        <a:rPr lang="es-MX" dirty="0"/>
                        <a:t>(10)</a:t>
                      </a:r>
                    </a:p>
                  </a:txBody>
                  <a:tcPr/>
                </a:tc>
                <a:extLst>
                  <a:ext uri="{0D108BD9-81ED-4DB2-BD59-A6C34878D82A}">
                    <a16:rowId xmlns:a16="http://schemas.microsoft.com/office/drawing/2014/main" val="10003"/>
                  </a:ext>
                </a:extLst>
              </a:tr>
              <a:tr h="370840">
                <a:tc>
                  <a:txBody>
                    <a:bodyPr/>
                    <a:lstStyle/>
                    <a:p>
                      <a:r>
                        <a:rPr lang="es-MX" dirty="0"/>
                        <a:t>Ganancia que se considera interés</a:t>
                      </a:r>
                    </a:p>
                  </a:txBody>
                  <a:tcPr/>
                </a:tc>
                <a:tc>
                  <a:txBody>
                    <a:bodyPr/>
                    <a:lstStyle/>
                    <a:p>
                      <a:pPr algn="r"/>
                      <a:r>
                        <a:rPr lang="es-MX" dirty="0"/>
                        <a:t>$5</a:t>
                      </a:r>
                    </a:p>
                  </a:txBody>
                  <a:tcPr/>
                </a:tc>
                <a:extLst>
                  <a:ext uri="{0D108BD9-81ED-4DB2-BD59-A6C34878D82A}">
                    <a16:rowId xmlns:a16="http://schemas.microsoft.com/office/drawing/2014/main" val="10004"/>
                  </a:ext>
                </a:extLst>
              </a:tr>
            </a:tbl>
          </a:graphicData>
        </a:graphic>
      </p:graphicFrame>
      <p:sp>
        <p:nvSpPr>
          <p:cNvPr id="7" name="Explosion 1 6"/>
          <p:cNvSpPr/>
          <p:nvPr/>
        </p:nvSpPr>
        <p:spPr>
          <a:xfrm>
            <a:off x="8123128" y="3795191"/>
            <a:ext cx="3789123" cy="2868460"/>
          </a:xfrm>
          <a:prstGeom prst="irregularSeal1">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¿Porqué no se adicionan al costo los intereses cobrados?</a:t>
            </a:r>
          </a:p>
        </p:txBody>
      </p:sp>
    </p:spTree>
    <p:extLst>
      <p:ext uri="{BB962C8B-B14F-4D97-AF65-F5344CB8AC3E}">
        <p14:creationId xmlns:p14="http://schemas.microsoft.com/office/powerpoint/2010/main" val="2948181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normAutofit/>
          </a:bodyPr>
          <a:lstStyle/>
          <a:p>
            <a:r>
              <a:rPr lang="es-MX" dirty="0"/>
              <a:t>El premio en reporto se considera interés y se acumula conforme se devenga </a:t>
            </a:r>
            <a:r>
              <a:rPr lang="es-MX" sz="2000" dirty="0"/>
              <a:t>(LISR 8-Primer párrafo) </a:t>
            </a:r>
          </a:p>
        </p:txBody>
      </p:sp>
      <p:sp>
        <p:nvSpPr>
          <p:cNvPr id="4" name="Rounded Rectangle 3"/>
          <p:cNvSpPr/>
          <p:nvPr/>
        </p:nvSpPr>
        <p:spPr>
          <a:xfrm>
            <a:off x="3230088" y="3705101"/>
            <a:ext cx="1413164" cy="914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Reportador</a:t>
            </a:r>
          </a:p>
        </p:txBody>
      </p:sp>
      <p:sp>
        <p:nvSpPr>
          <p:cNvPr id="5" name="Rounded Rectangle 4"/>
          <p:cNvSpPr/>
          <p:nvPr/>
        </p:nvSpPr>
        <p:spPr>
          <a:xfrm>
            <a:off x="7422078" y="3705101"/>
            <a:ext cx="141316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Reportado</a:t>
            </a:r>
          </a:p>
        </p:txBody>
      </p:sp>
      <p:sp>
        <p:nvSpPr>
          <p:cNvPr id="6" name="Curved Down Arrow 5"/>
          <p:cNvSpPr/>
          <p:nvPr/>
        </p:nvSpPr>
        <p:spPr>
          <a:xfrm>
            <a:off x="3740729" y="2906113"/>
            <a:ext cx="4512622" cy="731520"/>
          </a:xfrm>
          <a:prstGeom prst="curved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7" name="Curved Left Arrow 6"/>
          <p:cNvSpPr/>
          <p:nvPr/>
        </p:nvSpPr>
        <p:spPr>
          <a:xfrm rot="5400000">
            <a:off x="5631280" y="2827570"/>
            <a:ext cx="731520" cy="4512622"/>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8" name="Curved Right Arrow 7"/>
          <p:cNvSpPr/>
          <p:nvPr/>
        </p:nvSpPr>
        <p:spPr>
          <a:xfrm rot="5400000">
            <a:off x="5148466" y="69611"/>
            <a:ext cx="1400262" cy="5735782"/>
          </a:xfrm>
          <a:prstGeom prst="curvedRightArrow">
            <a:avLst>
              <a:gd name="adj1" fmla="val 25000"/>
              <a:gd name="adj2" fmla="val 53273"/>
              <a:gd name="adj3" fmla="val 2500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1" name="Curved Up Arrow 10"/>
          <p:cNvSpPr/>
          <p:nvPr/>
        </p:nvSpPr>
        <p:spPr>
          <a:xfrm>
            <a:off x="3230088" y="4652860"/>
            <a:ext cx="5735782" cy="1391680"/>
          </a:xfrm>
          <a:prstGeom prst="curvedUp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3" name="TextBox 12"/>
          <p:cNvSpPr txBox="1"/>
          <p:nvPr/>
        </p:nvSpPr>
        <p:spPr>
          <a:xfrm>
            <a:off x="5590518" y="5740469"/>
            <a:ext cx="813043" cy="369332"/>
          </a:xfrm>
          <a:prstGeom prst="rect">
            <a:avLst/>
          </a:prstGeom>
          <a:noFill/>
        </p:spPr>
        <p:txBody>
          <a:bodyPr wrap="none" rtlCol="0">
            <a:spAutoFit/>
          </a:bodyPr>
          <a:lstStyle/>
          <a:p>
            <a:r>
              <a:rPr lang="es-MX" dirty="0"/>
              <a:t>Títulos</a:t>
            </a:r>
          </a:p>
        </p:txBody>
      </p:sp>
      <p:sp>
        <p:nvSpPr>
          <p:cNvPr id="15" name="TextBox 14"/>
          <p:cNvSpPr txBox="1"/>
          <p:nvPr/>
        </p:nvSpPr>
        <p:spPr>
          <a:xfrm>
            <a:off x="5590517" y="1923477"/>
            <a:ext cx="813043" cy="369332"/>
          </a:xfrm>
          <a:prstGeom prst="rect">
            <a:avLst/>
          </a:prstGeom>
          <a:noFill/>
        </p:spPr>
        <p:txBody>
          <a:bodyPr wrap="none" rtlCol="0">
            <a:spAutoFit/>
          </a:bodyPr>
          <a:lstStyle/>
          <a:p>
            <a:r>
              <a:rPr lang="es-MX" dirty="0"/>
              <a:t>Títulos</a:t>
            </a:r>
          </a:p>
        </p:txBody>
      </p:sp>
      <p:sp>
        <p:nvSpPr>
          <p:cNvPr id="16" name="TextBox 15"/>
          <p:cNvSpPr txBox="1"/>
          <p:nvPr/>
        </p:nvSpPr>
        <p:spPr>
          <a:xfrm>
            <a:off x="5846195" y="2575603"/>
            <a:ext cx="301686" cy="369332"/>
          </a:xfrm>
          <a:prstGeom prst="rect">
            <a:avLst/>
          </a:prstGeom>
          <a:noFill/>
        </p:spPr>
        <p:txBody>
          <a:bodyPr wrap="none" rtlCol="0">
            <a:spAutoFit/>
          </a:bodyPr>
          <a:lstStyle/>
          <a:p>
            <a:r>
              <a:rPr lang="es-MX" dirty="0"/>
              <a:t>$</a:t>
            </a:r>
          </a:p>
        </p:txBody>
      </p:sp>
      <p:sp>
        <p:nvSpPr>
          <p:cNvPr id="17" name="TextBox 16"/>
          <p:cNvSpPr txBox="1"/>
          <p:nvPr/>
        </p:nvSpPr>
        <p:spPr>
          <a:xfrm>
            <a:off x="5846195" y="5113668"/>
            <a:ext cx="301686" cy="369332"/>
          </a:xfrm>
          <a:prstGeom prst="rect">
            <a:avLst/>
          </a:prstGeom>
          <a:noFill/>
        </p:spPr>
        <p:txBody>
          <a:bodyPr wrap="none" rtlCol="0">
            <a:spAutoFit/>
          </a:bodyPr>
          <a:lstStyle/>
          <a:p>
            <a:r>
              <a:rPr lang="es-MX" dirty="0"/>
              <a:t>$</a:t>
            </a:r>
          </a:p>
        </p:txBody>
      </p:sp>
      <p:sp>
        <p:nvSpPr>
          <p:cNvPr id="18" name="Oval Callout 17"/>
          <p:cNvSpPr/>
          <p:nvPr/>
        </p:nvSpPr>
        <p:spPr>
          <a:xfrm>
            <a:off x="9476511" y="2164178"/>
            <a:ext cx="2161310" cy="1224287"/>
          </a:xfrm>
          <a:prstGeom prst="wedgeEllipseCallout">
            <a:avLst>
              <a:gd name="adj1" fmla="val -85170"/>
              <a:gd name="adj2" fmla="val 108967"/>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Generalmente el Intermediario</a:t>
            </a:r>
          </a:p>
        </p:txBody>
      </p:sp>
      <p:sp>
        <p:nvSpPr>
          <p:cNvPr id="19" name="Oval Callout 18"/>
          <p:cNvSpPr/>
          <p:nvPr/>
        </p:nvSpPr>
        <p:spPr>
          <a:xfrm>
            <a:off x="771895" y="4889233"/>
            <a:ext cx="2208811" cy="1187533"/>
          </a:xfrm>
          <a:prstGeom prst="wedgeEllipseCallout">
            <a:avLst>
              <a:gd name="adj1" fmla="val 68414"/>
              <a:gd name="adj2" fmla="val -10150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Generalmente el Cliente</a:t>
            </a:r>
          </a:p>
        </p:txBody>
      </p:sp>
      <p:sp>
        <p:nvSpPr>
          <p:cNvPr id="20" name="Left Arrow 19"/>
          <p:cNvSpPr/>
          <p:nvPr/>
        </p:nvSpPr>
        <p:spPr>
          <a:xfrm>
            <a:off x="4643252" y="3909233"/>
            <a:ext cx="2778826" cy="484632"/>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bg1"/>
                </a:solidFill>
              </a:rPr>
              <a:t>Premio $</a:t>
            </a:r>
          </a:p>
        </p:txBody>
      </p:sp>
      <p:sp>
        <p:nvSpPr>
          <p:cNvPr id="21" name="Left Brace 20"/>
          <p:cNvSpPr/>
          <p:nvPr/>
        </p:nvSpPr>
        <p:spPr>
          <a:xfrm>
            <a:off x="2434442" y="2078181"/>
            <a:ext cx="83124" cy="1460665"/>
          </a:xfrm>
          <a:prstGeom prst="leftBrace">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2" name="Right Brace 21"/>
          <p:cNvSpPr/>
          <p:nvPr/>
        </p:nvSpPr>
        <p:spPr>
          <a:xfrm>
            <a:off x="9476511" y="3909233"/>
            <a:ext cx="297950" cy="2200568"/>
          </a:xfrm>
          <a:prstGeom prst="rightBrace">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3" name="TextBox 22"/>
          <p:cNvSpPr txBox="1"/>
          <p:nvPr/>
        </p:nvSpPr>
        <p:spPr>
          <a:xfrm>
            <a:off x="1714717" y="2615294"/>
            <a:ext cx="689612" cy="369332"/>
          </a:xfrm>
          <a:prstGeom prst="rect">
            <a:avLst/>
          </a:prstGeom>
          <a:noFill/>
        </p:spPr>
        <p:txBody>
          <a:bodyPr wrap="none" rtlCol="0">
            <a:spAutoFit/>
          </a:bodyPr>
          <a:lstStyle/>
          <a:p>
            <a:r>
              <a:rPr lang="es-MX" dirty="0"/>
              <a:t>Inicio</a:t>
            </a:r>
          </a:p>
        </p:txBody>
      </p:sp>
      <p:sp>
        <p:nvSpPr>
          <p:cNvPr id="24" name="TextBox 23"/>
          <p:cNvSpPr txBox="1"/>
          <p:nvPr/>
        </p:nvSpPr>
        <p:spPr>
          <a:xfrm>
            <a:off x="9801746" y="4824851"/>
            <a:ext cx="1361463" cy="369332"/>
          </a:xfrm>
          <a:prstGeom prst="rect">
            <a:avLst/>
          </a:prstGeom>
          <a:noFill/>
        </p:spPr>
        <p:txBody>
          <a:bodyPr wrap="none" rtlCol="0">
            <a:spAutoFit/>
          </a:bodyPr>
          <a:lstStyle/>
          <a:p>
            <a:r>
              <a:rPr lang="es-MX" dirty="0"/>
              <a:t>Vencimiento</a:t>
            </a:r>
          </a:p>
        </p:txBody>
      </p:sp>
    </p:spTree>
    <p:extLst>
      <p:ext uri="{BB962C8B-B14F-4D97-AF65-F5344CB8AC3E}">
        <p14:creationId xmlns:p14="http://schemas.microsoft.com/office/powerpoint/2010/main" val="2800070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s-MX" sz="3600" dirty="0"/>
              <a:t>Si el precio del título varía en el mercado, se acumula hasta que se enajena, amortiza o redime </a:t>
            </a:r>
            <a:r>
              <a:rPr lang="es-MX" sz="1600" dirty="0"/>
              <a:t>(RLISR 11-Primer párrafo)</a:t>
            </a:r>
          </a:p>
        </p:txBody>
      </p:sp>
      <p:sp>
        <p:nvSpPr>
          <p:cNvPr id="5" name="Rectangle 4"/>
          <p:cNvSpPr/>
          <p:nvPr/>
        </p:nvSpPr>
        <p:spPr>
          <a:xfrm>
            <a:off x="838200" y="2446317"/>
            <a:ext cx="2458192" cy="36576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Título de Crédito</a:t>
            </a:r>
          </a:p>
          <a:p>
            <a:pPr algn="ctr"/>
            <a:r>
              <a:rPr lang="es-MX" dirty="0"/>
              <a:t>(Incluye Intereses)</a:t>
            </a:r>
          </a:p>
        </p:txBody>
      </p:sp>
      <p:sp>
        <p:nvSpPr>
          <p:cNvPr id="6" name="Rectangle 5"/>
          <p:cNvSpPr/>
          <p:nvPr/>
        </p:nvSpPr>
        <p:spPr>
          <a:xfrm>
            <a:off x="8717478" y="2446317"/>
            <a:ext cx="914400" cy="914400"/>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Cupón 1</a:t>
            </a:r>
          </a:p>
        </p:txBody>
      </p:sp>
      <p:sp>
        <p:nvSpPr>
          <p:cNvPr id="7" name="Rectangle 6"/>
          <p:cNvSpPr/>
          <p:nvPr/>
        </p:nvSpPr>
        <p:spPr>
          <a:xfrm>
            <a:off x="8717478" y="3360717"/>
            <a:ext cx="914400" cy="914400"/>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Cupón 2</a:t>
            </a:r>
          </a:p>
        </p:txBody>
      </p:sp>
      <p:sp>
        <p:nvSpPr>
          <p:cNvPr id="8" name="Rectangle 7"/>
          <p:cNvSpPr/>
          <p:nvPr/>
        </p:nvSpPr>
        <p:spPr>
          <a:xfrm>
            <a:off x="8717478" y="4275117"/>
            <a:ext cx="914400" cy="914400"/>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Cupón 3</a:t>
            </a:r>
          </a:p>
        </p:txBody>
      </p:sp>
      <p:sp>
        <p:nvSpPr>
          <p:cNvPr id="9" name="Rectangle 8"/>
          <p:cNvSpPr/>
          <p:nvPr/>
        </p:nvSpPr>
        <p:spPr>
          <a:xfrm>
            <a:off x="8717478" y="5189517"/>
            <a:ext cx="914400" cy="914400"/>
          </a:xfrm>
          <a:prstGeom prst="rect">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Cupón 4</a:t>
            </a:r>
          </a:p>
        </p:txBody>
      </p:sp>
      <p:sp>
        <p:nvSpPr>
          <p:cNvPr id="10" name="Rectangle 9"/>
          <p:cNvSpPr/>
          <p:nvPr/>
        </p:nvSpPr>
        <p:spPr>
          <a:xfrm>
            <a:off x="6259286" y="2446317"/>
            <a:ext cx="2458192" cy="3657600"/>
          </a:xfrm>
          <a:prstGeom prst="rect">
            <a:avLst/>
          </a:prstGeom>
          <a:solidFill>
            <a:srgbClr val="00B0F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Título de Crédito</a:t>
            </a:r>
          </a:p>
          <a:p>
            <a:pPr algn="ctr"/>
            <a:r>
              <a:rPr lang="es-MX" dirty="0"/>
              <a:t>(Devenga Intereses)</a:t>
            </a:r>
          </a:p>
        </p:txBody>
      </p:sp>
      <p:sp>
        <p:nvSpPr>
          <p:cNvPr id="11" name="Right Brace 10"/>
          <p:cNvSpPr/>
          <p:nvPr/>
        </p:nvSpPr>
        <p:spPr>
          <a:xfrm>
            <a:off x="9797141" y="2446317"/>
            <a:ext cx="415637" cy="3657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ln>
                <a:solidFill>
                  <a:srgbClr val="0070C0"/>
                </a:solidFill>
              </a:ln>
            </a:endParaRPr>
          </a:p>
        </p:txBody>
      </p:sp>
      <p:sp>
        <p:nvSpPr>
          <p:cNvPr id="12" name="TextBox 11"/>
          <p:cNvSpPr txBox="1"/>
          <p:nvPr/>
        </p:nvSpPr>
        <p:spPr>
          <a:xfrm>
            <a:off x="10378041" y="3259453"/>
            <a:ext cx="1211283" cy="2031325"/>
          </a:xfrm>
          <a:prstGeom prst="rect">
            <a:avLst/>
          </a:prstGeom>
          <a:noFill/>
        </p:spPr>
        <p:txBody>
          <a:bodyPr wrap="square" rtlCol="0">
            <a:spAutoFit/>
          </a:bodyPr>
          <a:lstStyle/>
          <a:p>
            <a:pPr algn="ctr"/>
            <a:r>
              <a:rPr lang="es-MX" dirty="0"/>
              <a:t>Los cupones se acumulan conforme se devengan </a:t>
            </a:r>
          </a:p>
        </p:txBody>
      </p:sp>
      <p:sp>
        <p:nvSpPr>
          <p:cNvPr id="13" name="Right Brace 12"/>
          <p:cNvSpPr/>
          <p:nvPr/>
        </p:nvSpPr>
        <p:spPr>
          <a:xfrm>
            <a:off x="3461655" y="2446317"/>
            <a:ext cx="415637" cy="3657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ln>
                <a:solidFill>
                  <a:srgbClr val="002060"/>
                </a:solidFill>
              </a:ln>
            </a:endParaRPr>
          </a:p>
        </p:txBody>
      </p:sp>
      <p:sp>
        <p:nvSpPr>
          <p:cNvPr id="14" name="Left Brace 13"/>
          <p:cNvSpPr/>
          <p:nvPr/>
        </p:nvSpPr>
        <p:spPr>
          <a:xfrm>
            <a:off x="5897959" y="2446317"/>
            <a:ext cx="196064" cy="3657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ln>
                <a:solidFill>
                  <a:srgbClr val="002060"/>
                </a:solidFill>
              </a:ln>
            </a:endParaRPr>
          </a:p>
        </p:txBody>
      </p:sp>
      <p:sp>
        <p:nvSpPr>
          <p:cNvPr id="15" name="TextBox 14"/>
          <p:cNvSpPr txBox="1"/>
          <p:nvPr/>
        </p:nvSpPr>
        <p:spPr>
          <a:xfrm>
            <a:off x="4208009" y="3120954"/>
            <a:ext cx="1342780" cy="2308324"/>
          </a:xfrm>
          <a:prstGeom prst="rect">
            <a:avLst/>
          </a:prstGeom>
          <a:noFill/>
        </p:spPr>
        <p:txBody>
          <a:bodyPr wrap="square" rtlCol="0">
            <a:spAutoFit/>
          </a:bodyPr>
          <a:lstStyle/>
          <a:p>
            <a:pPr algn="ctr"/>
            <a:r>
              <a:rPr lang="es-MX" dirty="0"/>
              <a:t>La ganancia se considera interés y se acumula hasta que se enajena, amortiza o redime</a:t>
            </a:r>
          </a:p>
        </p:txBody>
      </p:sp>
    </p:spTree>
    <p:extLst>
      <p:ext uri="{BB962C8B-B14F-4D97-AF65-F5344CB8AC3E}">
        <p14:creationId xmlns:p14="http://schemas.microsoft.com/office/powerpoint/2010/main" val="2456652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Factoraje Financiero </a:t>
            </a:r>
            <a:r>
              <a:rPr lang="es-MX" sz="1800" dirty="0"/>
              <a:t>(LISR 8-Segundo párrafo)</a:t>
            </a:r>
          </a:p>
        </p:txBody>
      </p:sp>
      <p:sp>
        <p:nvSpPr>
          <p:cNvPr id="3" name="Content Placeholder 2"/>
          <p:cNvSpPr>
            <a:spLocks noGrp="1"/>
          </p:cNvSpPr>
          <p:nvPr>
            <p:ph sz="half" idx="1"/>
          </p:nvPr>
        </p:nvSpPr>
        <p:spPr/>
        <p:txBody>
          <a:bodyPr>
            <a:normAutofit/>
          </a:bodyPr>
          <a:lstStyle/>
          <a:p>
            <a:r>
              <a:rPr lang="es-MX" dirty="0"/>
              <a:t>En las operaciones de </a:t>
            </a:r>
            <a:r>
              <a:rPr lang="es-MX" dirty="0">
                <a:solidFill>
                  <a:schemeClr val="accent6"/>
                </a:solidFill>
              </a:rPr>
              <a:t>factoraje financiero</a:t>
            </a:r>
            <a:r>
              <a:rPr lang="es-MX" dirty="0"/>
              <a:t>, se considerará interés la ganancia derivada de los derechos de crédito adquiridos por </a:t>
            </a:r>
            <a:r>
              <a:rPr lang="es-MX" dirty="0">
                <a:solidFill>
                  <a:srgbClr val="92D050"/>
                </a:solidFill>
              </a:rPr>
              <a:t>empresas de factoraje financiero y sociedades financieras de objeto múltiple</a:t>
            </a:r>
            <a:r>
              <a:rPr lang="es-MX" dirty="0"/>
              <a:t>. </a:t>
            </a:r>
          </a:p>
        </p:txBody>
      </p:sp>
      <p:sp>
        <p:nvSpPr>
          <p:cNvPr id="4" name="Content Placeholder 3"/>
          <p:cNvSpPr>
            <a:spLocks noGrp="1"/>
          </p:cNvSpPr>
          <p:nvPr>
            <p:ph sz="half" idx="2"/>
          </p:nvPr>
        </p:nvSpPr>
        <p:spPr/>
        <p:txBody>
          <a:bodyPr>
            <a:normAutofit/>
          </a:bodyPr>
          <a:lstStyle/>
          <a:p>
            <a:pPr marL="228600" lvl="1">
              <a:spcBef>
                <a:spcPts val="1000"/>
              </a:spcBef>
            </a:pPr>
            <a:r>
              <a:rPr lang="es-MX" dirty="0"/>
              <a:t>No hay tratamiento definido para las operaciones que realizan empresas distintas a las de factoraje financiero y sociedades financieras de objeto múltiple.</a:t>
            </a:r>
          </a:p>
          <a:p>
            <a:pPr marL="228600" lvl="1">
              <a:spcBef>
                <a:spcPts val="1000"/>
              </a:spcBef>
            </a:pPr>
            <a:endParaRPr lang="es-MX" dirty="0"/>
          </a:p>
          <a:p>
            <a:pPr marL="228600" lvl="1">
              <a:spcBef>
                <a:spcPts val="1000"/>
              </a:spcBef>
            </a:pPr>
            <a:r>
              <a:rPr lang="es-MX" dirty="0"/>
              <a:t>Al no existir tratamiento específico, podría considerarse que no se trata de un interés, sino de una pérdida en enajenación de derechos de cobro.</a:t>
            </a:r>
          </a:p>
          <a:p>
            <a:endParaRPr lang="es-MX" dirty="0"/>
          </a:p>
        </p:txBody>
      </p:sp>
    </p:spTree>
    <p:extLst>
      <p:ext uri="{BB962C8B-B14F-4D97-AF65-F5344CB8AC3E}">
        <p14:creationId xmlns:p14="http://schemas.microsoft.com/office/powerpoint/2010/main" val="3024088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La ganancia en factoraje se considera interés y se acumula conforme se devenga</a:t>
            </a:r>
          </a:p>
        </p:txBody>
      </p:sp>
      <p:sp>
        <p:nvSpPr>
          <p:cNvPr id="6" name="Rounded Rectangle 5"/>
          <p:cNvSpPr/>
          <p:nvPr/>
        </p:nvSpPr>
        <p:spPr>
          <a:xfrm>
            <a:off x="2600696" y="3740727"/>
            <a:ext cx="1306286"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err="1"/>
              <a:t>Factorado</a:t>
            </a:r>
            <a:endParaRPr lang="es-MX" dirty="0"/>
          </a:p>
        </p:txBody>
      </p:sp>
      <p:sp>
        <p:nvSpPr>
          <p:cNvPr id="7" name="Rounded Rectangle 6"/>
          <p:cNvSpPr/>
          <p:nvPr/>
        </p:nvSpPr>
        <p:spPr>
          <a:xfrm>
            <a:off x="7754587" y="3740727"/>
            <a:ext cx="1306286" cy="914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err="1"/>
              <a:t>Factorante</a:t>
            </a:r>
            <a:endParaRPr lang="es-MX" dirty="0"/>
          </a:p>
        </p:txBody>
      </p:sp>
      <p:sp>
        <p:nvSpPr>
          <p:cNvPr id="8" name="Curved Down Arrow 7"/>
          <p:cNvSpPr/>
          <p:nvPr/>
        </p:nvSpPr>
        <p:spPr>
          <a:xfrm>
            <a:off x="3123210" y="3009207"/>
            <a:ext cx="5486400" cy="731520"/>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0" name="Curved Left Arrow 9"/>
          <p:cNvSpPr/>
          <p:nvPr/>
        </p:nvSpPr>
        <p:spPr>
          <a:xfrm rot="5400000">
            <a:off x="5500650" y="2316046"/>
            <a:ext cx="731520" cy="5486400"/>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1" name="TextBox 10"/>
          <p:cNvSpPr txBox="1"/>
          <p:nvPr/>
        </p:nvSpPr>
        <p:spPr>
          <a:xfrm>
            <a:off x="4618472" y="2639875"/>
            <a:ext cx="2495876" cy="369332"/>
          </a:xfrm>
          <a:prstGeom prst="rect">
            <a:avLst/>
          </a:prstGeom>
          <a:noFill/>
        </p:spPr>
        <p:txBody>
          <a:bodyPr wrap="none" rtlCol="0">
            <a:spAutoFit/>
          </a:bodyPr>
          <a:lstStyle/>
          <a:p>
            <a:r>
              <a:rPr lang="es-MX" dirty="0"/>
              <a:t>Derechos de Cobro $100</a:t>
            </a:r>
          </a:p>
        </p:txBody>
      </p:sp>
      <p:sp>
        <p:nvSpPr>
          <p:cNvPr id="12" name="TextBox 11"/>
          <p:cNvSpPr txBox="1"/>
          <p:nvPr/>
        </p:nvSpPr>
        <p:spPr>
          <a:xfrm>
            <a:off x="5598548" y="5425007"/>
            <a:ext cx="535724" cy="369332"/>
          </a:xfrm>
          <a:prstGeom prst="rect">
            <a:avLst/>
          </a:prstGeom>
          <a:noFill/>
        </p:spPr>
        <p:txBody>
          <a:bodyPr wrap="none" rtlCol="0">
            <a:spAutoFit/>
          </a:bodyPr>
          <a:lstStyle/>
          <a:p>
            <a:r>
              <a:rPr lang="es-MX" dirty="0"/>
              <a:t>$80</a:t>
            </a:r>
          </a:p>
        </p:txBody>
      </p:sp>
      <p:sp>
        <p:nvSpPr>
          <p:cNvPr id="13" name="TextBox 12"/>
          <p:cNvSpPr txBox="1"/>
          <p:nvPr/>
        </p:nvSpPr>
        <p:spPr>
          <a:xfrm>
            <a:off x="5136082" y="4032440"/>
            <a:ext cx="1460656" cy="369332"/>
          </a:xfrm>
          <a:prstGeom prst="rect">
            <a:avLst/>
          </a:prstGeom>
          <a:noFill/>
        </p:spPr>
        <p:txBody>
          <a:bodyPr wrap="none" rtlCol="0">
            <a:spAutoFit/>
          </a:bodyPr>
          <a:lstStyle/>
          <a:p>
            <a:r>
              <a:rPr lang="es-MX" dirty="0"/>
              <a:t>Ganancia $20</a:t>
            </a:r>
          </a:p>
        </p:txBody>
      </p:sp>
      <p:sp>
        <p:nvSpPr>
          <p:cNvPr id="14" name="Oval Callout 13"/>
          <p:cNvSpPr/>
          <p:nvPr/>
        </p:nvSpPr>
        <p:spPr>
          <a:xfrm>
            <a:off x="463138" y="5059247"/>
            <a:ext cx="2351314" cy="1100852"/>
          </a:xfrm>
          <a:prstGeom prst="wedgeEllipseCallout">
            <a:avLst>
              <a:gd name="adj1" fmla="val 54420"/>
              <a:gd name="adj2" fmla="val -112256"/>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Deducción conforme se devenga</a:t>
            </a:r>
          </a:p>
        </p:txBody>
      </p:sp>
      <p:sp>
        <p:nvSpPr>
          <p:cNvPr id="15" name="Oval Callout 14"/>
          <p:cNvSpPr/>
          <p:nvPr/>
        </p:nvSpPr>
        <p:spPr>
          <a:xfrm>
            <a:off x="9215252" y="2315687"/>
            <a:ext cx="2054431" cy="1318161"/>
          </a:xfrm>
          <a:prstGeom prst="wedgeEllipseCallout">
            <a:avLst>
              <a:gd name="adj1" fmla="val -67076"/>
              <a:gd name="adj2" fmla="val 79617"/>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Acumulación conforme se devenga</a:t>
            </a:r>
          </a:p>
        </p:txBody>
      </p:sp>
      <p:sp>
        <p:nvSpPr>
          <p:cNvPr id="16" name="Explosion 1 15"/>
          <p:cNvSpPr/>
          <p:nvPr/>
        </p:nvSpPr>
        <p:spPr>
          <a:xfrm>
            <a:off x="9215252" y="4258847"/>
            <a:ext cx="2660072" cy="2296332"/>
          </a:xfrm>
          <a:prstGeom prst="irregularSeal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Empresa de Factoraje o SOFOM</a:t>
            </a:r>
          </a:p>
        </p:txBody>
      </p:sp>
    </p:spTree>
    <p:extLst>
      <p:ext uri="{BB962C8B-B14F-4D97-AF65-F5344CB8AC3E}">
        <p14:creationId xmlns:p14="http://schemas.microsoft.com/office/powerpoint/2010/main" val="2536136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Arrendamiento Financiero </a:t>
            </a:r>
            <a:r>
              <a:rPr lang="es-MX" sz="1800" dirty="0"/>
              <a:t>(LISR 8-Tercer párrafo)</a:t>
            </a:r>
          </a:p>
        </p:txBody>
      </p:sp>
      <p:sp>
        <p:nvSpPr>
          <p:cNvPr id="3" name="Content Placeholder 2"/>
          <p:cNvSpPr>
            <a:spLocks noGrp="1"/>
          </p:cNvSpPr>
          <p:nvPr>
            <p:ph sz="half" idx="1"/>
          </p:nvPr>
        </p:nvSpPr>
        <p:spPr/>
        <p:txBody>
          <a:bodyPr>
            <a:normAutofit/>
          </a:bodyPr>
          <a:lstStyle/>
          <a:p>
            <a:r>
              <a:rPr lang="es-MX" dirty="0"/>
              <a:t>En los contratos de </a:t>
            </a:r>
            <a:r>
              <a:rPr lang="es-MX" dirty="0">
                <a:solidFill>
                  <a:schemeClr val="accent6"/>
                </a:solidFill>
              </a:rPr>
              <a:t>arrendamiento financiero</a:t>
            </a:r>
            <a:r>
              <a:rPr lang="es-MX" dirty="0"/>
              <a:t>, se considera interés la diferencia entre el total de pagos y el </a:t>
            </a:r>
            <a:r>
              <a:rPr lang="es-MX" dirty="0">
                <a:solidFill>
                  <a:schemeClr val="accent6"/>
                </a:solidFill>
              </a:rPr>
              <a:t>monto original de la inversión</a:t>
            </a:r>
            <a:r>
              <a:rPr lang="es-MX" dirty="0"/>
              <a:t>. </a:t>
            </a:r>
          </a:p>
          <a:p>
            <a:endParaRPr lang="es-MX" dirty="0"/>
          </a:p>
        </p:txBody>
      </p:sp>
      <p:sp>
        <p:nvSpPr>
          <p:cNvPr id="4" name="Content Placeholder 3"/>
          <p:cNvSpPr>
            <a:spLocks noGrp="1"/>
          </p:cNvSpPr>
          <p:nvPr>
            <p:ph sz="half" idx="2"/>
          </p:nvPr>
        </p:nvSpPr>
        <p:spPr/>
        <p:txBody>
          <a:bodyPr>
            <a:normAutofit fontScale="70000" lnSpcReduction="20000"/>
          </a:bodyPr>
          <a:lstStyle/>
          <a:p>
            <a:r>
              <a:rPr lang="es-MX" dirty="0"/>
              <a:t>CFF 15: Para efectos fiscales, arrendamiento financiero es el contrato por el cual una persona se obliga a otorgar a otra el uso o goce temporal de bienes tangibles a </a:t>
            </a:r>
            <a:r>
              <a:rPr lang="es-MX" dirty="0">
                <a:solidFill>
                  <a:schemeClr val="accent6"/>
                </a:solidFill>
              </a:rPr>
              <a:t>plazo forzoso</a:t>
            </a:r>
            <a:r>
              <a:rPr lang="es-MX" dirty="0"/>
              <a:t>, obligándose esta última a liquidar, en pagos parciales como contraprestación, una cantidad en dinero determinada o determinable que cubra el </a:t>
            </a:r>
            <a:r>
              <a:rPr lang="es-MX" dirty="0">
                <a:solidFill>
                  <a:schemeClr val="accent6"/>
                </a:solidFill>
              </a:rPr>
              <a:t>valor de adquisición</a:t>
            </a:r>
            <a:r>
              <a:rPr lang="es-MX" dirty="0"/>
              <a:t> de los bienes, las </a:t>
            </a:r>
            <a:r>
              <a:rPr lang="es-MX" dirty="0">
                <a:solidFill>
                  <a:schemeClr val="accent6"/>
                </a:solidFill>
              </a:rPr>
              <a:t>cargas financieras</a:t>
            </a:r>
            <a:r>
              <a:rPr lang="es-MX" dirty="0"/>
              <a:t> y los demás </a:t>
            </a:r>
            <a:r>
              <a:rPr lang="es-MX" dirty="0">
                <a:solidFill>
                  <a:schemeClr val="accent6"/>
                </a:solidFill>
              </a:rPr>
              <a:t>accesorios</a:t>
            </a:r>
            <a:r>
              <a:rPr lang="es-MX" dirty="0"/>
              <a:t> y a adoptar al vencimiento del contrato alguna de las </a:t>
            </a:r>
            <a:r>
              <a:rPr lang="es-MX" dirty="0">
                <a:solidFill>
                  <a:schemeClr val="accent6"/>
                </a:solidFill>
              </a:rPr>
              <a:t>opciones terminales</a:t>
            </a:r>
            <a:r>
              <a:rPr lang="es-MX" dirty="0"/>
              <a:t> que establece la Ley de la materia. </a:t>
            </a:r>
          </a:p>
          <a:p>
            <a:r>
              <a:rPr lang="es-MX" dirty="0"/>
              <a:t>En las operaciones de arrendamiento financiero, el contrato respectivo deberá celebrarse por escrito y consignar expresamente el </a:t>
            </a:r>
            <a:r>
              <a:rPr lang="es-MX" dirty="0">
                <a:solidFill>
                  <a:schemeClr val="accent6"/>
                </a:solidFill>
              </a:rPr>
              <a:t>valor del bien</a:t>
            </a:r>
            <a:r>
              <a:rPr lang="es-MX" dirty="0"/>
              <a:t> objeto de la operación y la </a:t>
            </a:r>
            <a:r>
              <a:rPr lang="es-MX" dirty="0">
                <a:solidFill>
                  <a:schemeClr val="accent6"/>
                </a:solidFill>
              </a:rPr>
              <a:t>tasa de interés</a:t>
            </a:r>
            <a:r>
              <a:rPr lang="es-MX" dirty="0"/>
              <a:t> pactada o la mecánica para determinarla.</a:t>
            </a:r>
          </a:p>
        </p:txBody>
      </p:sp>
    </p:spTree>
    <p:extLst>
      <p:ext uri="{BB962C8B-B14F-4D97-AF65-F5344CB8AC3E}">
        <p14:creationId xmlns:p14="http://schemas.microsoft.com/office/powerpoint/2010/main" val="2000131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s-MX" dirty="0"/>
              <a:t>La diferencia entre el MOI y el total de pagos se considera interés y se tiene sus efectos conforme se devenga</a:t>
            </a:r>
          </a:p>
        </p:txBody>
      </p:sp>
      <p:sp>
        <p:nvSpPr>
          <p:cNvPr id="6" name="Rounded Rectangle 5"/>
          <p:cNvSpPr/>
          <p:nvPr/>
        </p:nvSpPr>
        <p:spPr>
          <a:xfrm>
            <a:off x="2766950" y="3633849"/>
            <a:ext cx="1626919"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Arrendadora</a:t>
            </a:r>
          </a:p>
        </p:txBody>
      </p:sp>
      <p:sp>
        <p:nvSpPr>
          <p:cNvPr id="7" name="Rounded Rectangle 6"/>
          <p:cNvSpPr/>
          <p:nvPr/>
        </p:nvSpPr>
        <p:spPr>
          <a:xfrm>
            <a:off x="7623957" y="3633849"/>
            <a:ext cx="1626919" cy="914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Arrendatario</a:t>
            </a:r>
          </a:p>
        </p:txBody>
      </p:sp>
      <p:sp>
        <p:nvSpPr>
          <p:cNvPr id="8" name="Curved Down Arrow 7"/>
          <p:cNvSpPr/>
          <p:nvPr/>
        </p:nvSpPr>
        <p:spPr>
          <a:xfrm>
            <a:off x="3384468" y="2902329"/>
            <a:ext cx="5237018" cy="731520"/>
          </a:xfrm>
          <a:prstGeom prst="curved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9" name="Curved Left Arrow 8"/>
          <p:cNvSpPr/>
          <p:nvPr/>
        </p:nvSpPr>
        <p:spPr>
          <a:xfrm rot="5400000">
            <a:off x="5650309" y="2698044"/>
            <a:ext cx="731520" cy="4431929"/>
          </a:xfrm>
          <a:prstGeom prst="curvedLef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0" name="Curved Left Arrow 9"/>
          <p:cNvSpPr/>
          <p:nvPr/>
        </p:nvSpPr>
        <p:spPr>
          <a:xfrm rot="5400000">
            <a:off x="5047112" y="2517667"/>
            <a:ext cx="1804851" cy="5961413"/>
          </a:xfrm>
          <a:prstGeom prst="curvedLef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1" name="TextBox 10"/>
          <p:cNvSpPr txBox="1"/>
          <p:nvPr/>
        </p:nvSpPr>
        <p:spPr>
          <a:xfrm>
            <a:off x="5187861" y="2532997"/>
            <a:ext cx="1656415" cy="369332"/>
          </a:xfrm>
          <a:prstGeom prst="rect">
            <a:avLst/>
          </a:prstGeom>
          <a:noFill/>
        </p:spPr>
        <p:txBody>
          <a:bodyPr wrap="none" rtlCol="0">
            <a:spAutoFit/>
          </a:bodyPr>
          <a:lstStyle/>
          <a:p>
            <a:r>
              <a:rPr lang="es-MX" dirty="0"/>
              <a:t>Bien Arrendado</a:t>
            </a:r>
          </a:p>
        </p:txBody>
      </p:sp>
      <p:sp>
        <p:nvSpPr>
          <p:cNvPr id="12" name="TextBox 11"/>
          <p:cNvSpPr txBox="1"/>
          <p:nvPr/>
        </p:nvSpPr>
        <p:spPr>
          <a:xfrm>
            <a:off x="5576273" y="5310133"/>
            <a:ext cx="1039452" cy="369332"/>
          </a:xfrm>
          <a:prstGeom prst="rect">
            <a:avLst/>
          </a:prstGeom>
          <a:noFill/>
        </p:spPr>
        <p:txBody>
          <a:bodyPr wrap="none" rtlCol="0">
            <a:spAutoFit/>
          </a:bodyPr>
          <a:lstStyle/>
          <a:p>
            <a:r>
              <a:rPr lang="es-MX" dirty="0"/>
              <a:t>Intereses</a:t>
            </a:r>
          </a:p>
        </p:txBody>
      </p:sp>
      <p:sp>
        <p:nvSpPr>
          <p:cNvPr id="13" name="TextBox 12"/>
          <p:cNvSpPr txBox="1"/>
          <p:nvPr/>
        </p:nvSpPr>
        <p:spPr>
          <a:xfrm>
            <a:off x="5183538" y="5793963"/>
            <a:ext cx="1432187" cy="369332"/>
          </a:xfrm>
          <a:prstGeom prst="rect">
            <a:avLst/>
          </a:prstGeom>
          <a:noFill/>
        </p:spPr>
        <p:txBody>
          <a:bodyPr wrap="none" rtlCol="0">
            <a:spAutoFit/>
          </a:bodyPr>
          <a:lstStyle/>
          <a:p>
            <a:r>
              <a:rPr lang="es-MX" dirty="0"/>
              <a:t>Capital (MOI)</a:t>
            </a:r>
          </a:p>
        </p:txBody>
      </p:sp>
      <p:sp>
        <p:nvSpPr>
          <p:cNvPr id="15" name="TextBox 14"/>
          <p:cNvSpPr txBox="1"/>
          <p:nvPr/>
        </p:nvSpPr>
        <p:spPr>
          <a:xfrm>
            <a:off x="6712711" y="5530444"/>
            <a:ext cx="725520" cy="369332"/>
          </a:xfrm>
          <a:prstGeom prst="rect">
            <a:avLst/>
          </a:prstGeom>
          <a:noFill/>
        </p:spPr>
        <p:txBody>
          <a:bodyPr wrap="none" rtlCol="0">
            <a:spAutoFit/>
          </a:bodyPr>
          <a:lstStyle/>
          <a:p>
            <a:r>
              <a:rPr lang="es-MX" dirty="0"/>
              <a:t>Renta</a:t>
            </a:r>
          </a:p>
        </p:txBody>
      </p:sp>
      <p:sp>
        <p:nvSpPr>
          <p:cNvPr id="16" name="Oval Callout 15"/>
          <p:cNvSpPr/>
          <p:nvPr/>
        </p:nvSpPr>
        <p:spPr>
          <a:xfrm>
            <a:off x="914400" y="2391690"/>
            <a:ext cx="2161309" cy="1021278"/>
          </a:xfrm>
          <a:prstGeom prst="wedgeEllipseCallout">
            <a:avLst>
              <a:gd name="adj1" fmla="val 46749"/>
              <a:gd name="adj2" fmla="val 10203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El bien se considera enajenado</a:t>
            </a:r>
          </a:p>
        </p:txBody>
      </p:sp>
      <p:sp>
        <p:nvSpPr>
          <p:cNvPr id="17" name="Oval Callout 16"/>
          <p:cNvSpPr/>
          <p:nvPr/>
        </p:nvSpPr>
        <p:spPr>
          <a:xfrm>
            <a:off x="9462977" y="2408315"/>
            <a:ext cx="1923803" cy="1242159"/>
          </a:xfrm>
          <a:prstGeom prst="wedgeEllipseCallout">
            <a:avLst>
              <a:gd name="adj1" fmla="val -72068"/>
              <a:gd name="adj2" fmla="val 7397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El bien se considera adquirido</a:t>
            </a:r>
          </a:p>
        </p:txBody>
      </p:sp>
      <p:sp>
        <p:nvSpPr>
          <p:cNvPr id="19" name="Oval Callout 18"/>
          <p:cNvSpPr/>
          <p:nvPr/>
        </p:nvSpPr>
        <p:spPr>
          <a:xfrm>
            <a:off x="9851136" y="4883321"/>
            <a:ext cx="2178568" cy="1351224"/>
          </a:xfrm>
          <a:prstGeom prst="wedgeEllipseCallout">
            <a:avLst>
              <a:gd name="adj1" fmla="val -19221"/>
              <a:gd name="adj2" fmla="val -155739"/>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Deduce vía depreciación</a:t>
            </a:r>
          </a:p>
        </p:txBody>
      </p:sp>
      <p:sp>
        <p:nvSpPr>
          <p:cNvPr id="20" name="Oval Callout 19"/>
          <p:cNvSpPr/>
          <p:nvPr/>
        </p:nvSpPr>
        <p:spPr>
          <a:xfrm>
            <a:off x="619170" y="4153746"/>
            <a:ext cx="2006930" cy="1178410"/>
          </a:xfrm>
          <a:prstGeom prst="wedgeEllipseCallout">
            <a:avLst>
              <a:gd name="adj1" fmla="val 15261"/>
              <a:gd name="adj2" fmla="val -123932"/>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Acumula conforme a la opción elegida</a:t>
            </a:r>
          </a:p>
        </p:txBody>
      </p:sp>
      <p:sp>
        <p:nvSpPr>
          <p:cNvPr id="21" name="Oval Callout 20"/>
          <p:cNvSpPr/>
          <p:nvPr/>
        </p:nvSpPr>
        <p:spPr>
          <a:xfrm>
            <a:off x="1371597" y="5876026"/>
            <a:ext cx="2161310" cy="881748"/>
          </a:xfrm>
          <a:prstGeom prst="wedgeEllipseCallout">
            <a:avLst>
              <a:gd name="adj1" fmla="val -18086"/>
              <a:gd name="adj2" fmla="val -140866"/>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Precio total o parte exigible</a:t>
            </a:r>
          </a:p>
        </p:txBody>
      </p:sp>
      <p:sp>
        <p:nvSpPr>
          <p:cNvPr id="2" name="Right Brace 1"/>
          <p:cNvSpPr/>
          <p:nvPr/>
        </p:nvSpPr>
        <p:spPr>
          <a:xfrm>
            <a:off x="6561062" y="5347457"/>
            <a:ext cx="171678" cy="793955"/>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3" name="TextBox 2"/>
          <p:cNvSpPr txBox="1"/>
          <p:nvPr/>
        </p:nvSpPr>
        <p:spPr>
          <a:xfrm>
            <a:off x="5911268" y="5560502"/>
            <a:ext cx="300082" cy="369332"/>
          </a:xfrm>
          <a:prstGeom prst="rect">
            <a:avLst/>
          </a:prstGeom>
          <a:noFill/>
        </p:spPr>
        <p:txBody>
          <a:bodyPr wrap="none" rtlCol="0">
            <a:spAutoFit/>
          </a:bodyPr>
          <a:lstStyle/>
          <a:p>
            <a:r>
              <a:rPr lang="es-MX" dirty="0"/>
              <a:t>+</a:t>
            </a:r>
          </a:p>
        </p:txBody>
      </p:sp>
    </p:spTree>
    <p:extLst>
      <p:ext uri="{BB962C8B-B14F-4D97-AF65-F5344CB8AC3E}">
        <p14:creationId xmlns:p14="http://schemas.microsoft.com/office/powerpoint/2010/main" val="4231202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Cesión de Derechos </a:t>
            </a:r>
            <a:r>
              <a:rPr lang="es-MX" sz="1800" dirty="0"/>
              <a:t>(LISR 8-Cuarto párrafo)</a:t>
            </a:r>
          </a:p>
        </p:txBody>
      </p:sp>
      <p:sp>
        <p:nvSpPr>
          <p:cNvPr id="3" name="Content Placeholder 2"/>
          <p:cNvSpPr>
            <a:spLocks noGrp="1"/>
          </p:cNvSpPr>
          <p:nvPr>
            <p:ph sz="half" idx="1"/>
          </p:nvPr>
        </p:nvSpPr>
        <p:spPr/>
        <p:txBody>
          <a:bodyPr>
            <a:normAutofit fontScale="62500" lnSpcReduction="20000"/>
          </a:bodyPr>
          <a:lstStyle/>
          <a:p>
            <a:r>
              <a:rPr lang="es-MX" dirty="0"/>
              <a:t>La cesión de derechos sobre los ingresos por otorgar el uso o goce temporal de inmuebles, </a:t>
            </a:r>
            <a:r>
              <a:rPr lang="es-MX" dirty="0">
                <a:solidFill>
                  <a:srgbClr val="92D050"/>
                </a:solidFill>
              </a:rPr>
              <a:t>se considerará como una operación de financiamiento</a:t>
            </a:r>
            <a:r>
              <a:rPr lang="es-MX" dirty="0"/>
              <a:t>; la cantidad que se obtenga por la cesión se tratará como </a:t>
            </a:r>
            <a:r>
              <a:rPr lang="es-MX" dirty="0">
                <a:solidFill>
                  <a:schemeClr val="accent6"/>
                </a:solidFill>
              </a:rPr>
              <a:t>préstamo</a:t>
            </a:r>
            <a:r>
              <a:rPr lang="es-MX" dirty="0"/>
              <a:t>, debiendo acumularse las rentas devengadas conforme al contrato, aun cuando éstas se cobren por el adquirente de los derechos. La contraprestación pagada por la cesión se tratará como </a:t>
            </a:r>
            <a:r>
              <a:rPr lang="es-MX" dirty="0">
                <a:solidFill>
                  <a:schemeClr val="accent6"/>
                </a:solidFill>
              </a:rPr>
              <a:t>crédito</a:t>
            </a:r>
            <a:r>
              <a:rPr lang="es-MX" dirty="0"/>
              <a:t> o deuda, según sea el caso, y la diferencia con las rentas tendrá el tratamiento de </a:t>
            </a:r>
            <a:r>
              <a:rPr lang="es-MX" dirty="0">
                <a:solidFill>
                  <a:schemeClr val="accent6"/>
                </a:solidFill>
              </a:rPr>
              <a:t>interés</a:t>
            </a:r>
            <a:r>
              <a:rPr lang="es-MX" dirty="0"/>
              <a:t>. El importe del crédito o deuda generará el ajuste anual por inflación en los términos del Capítulo III del Título II de esta Ley, el que será acumulable o deducible, según sea el caso, considerando para su cuantificación, la tasa de descuento que se haya tomado para la cesión del derecho, el total de las rentas que abarca la cesión, el valor que se pague por dichas rentas y el plazo que se hubiera determinado en el contrato, en los términos que establezca el Reglamento de esta Ley.</a:t>
            </a:r>
          </a:p>
        </p:txBody>
      </p:sp>
      <p:sp>
        <p:nvSpPr>
          <p:cNvPr id="4" name="Content Placeholder 3"/>
          <p:cNvSpPr>
            <a:spLocks noGrp="1"/>
          </p:cNvSpPr>
          <p:nvPr>
            <p:ph sz="half" idx="2"/>
          </p:nvPr>
        </p:nvSpPr>
        <p:spPr/>
        <p:txBody>
          <a:bodyPr>
            <a:normAutofit/>
          </a:bodyPr>
          <a:lstStyle/>
          <a:p>
            <a:r>
              <a:rPr lang="es-MX" dirty="0"/>
              <a:t>CC 2029: Habrá cesión de derechos cuando el acreedor transfiere a otro los que tenga contra su deudor.</a:t>
            </a:r>
          </a:p>
          <a:p>
            <a:endParaRPr lang="es-MX" dirty="0"/>
          </a:p>
          <a:p>
            <a:r>
              <a:rPr lang="es-MX" dirty="0"/>
              <a:t>Sin esta excepción sería incosteable la “bursatilización de contratos de arrendamiento”</a:t>
            </a:r>
          </a:p>
        </p:txBody>
      </p:sp>
    </p:spTree>
    <p:extLst>
      <p:ext uri="{BB962C8B-B14F-4D97-AF65-F5344CB8AC3E}">
        <p14:creationId xmlns:p14="http://schemas.microsoft.com/office/powerpoint/2010/main" val="1112746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707572" y="4956819"/>
            <a:ext cx="1520042"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Arrendatario</a:t>
            </a:r>
          </a:p>
        </p:txBody>
      </p:sp>
      <p:sp>
        <p:nvSpPr>
          <p:cNvPr id="3" name="Rounded Rectangle 2"/>
          <p:cNvSpPr/>
          <p:nvPr/>
        </p:nvSpPr>
        <p:spPr>
          <a:xfrm>
            <a:off x="7886698" y="4956819"/>
            <a:ext cx="1520042" cy="9144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Arrendadora</a:t>
            </a:r>
          </a:p>
        </p:txBody>
      </p:sp>
      <p:sp>
        <p:nvSpPr>
          <p:cNvPr id="4" name="Oval 3"/>
          <p:cNvSpPr/>
          <p:nvPr/>
        </p:nvSpPr>
        <p:spPr>
          <a:xfrm>
            <a:off x="8051469" y="2092462"/>
            <a:ext cx="1217221" cy="1080654"/>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Bolsa</a:t>
            </a:r>
          </a:p>
        </p:txBody>
      </p:sp>
      <p:sp>
        <p:nvSpPr>
          <p:cNvPr id="5" name="Left-Right Arrow 4"/>
          <p:cNvSpPr/>
          <p:nvPr/>
        </p:nvSpPr>
        <p:spPr>
          <a:xfrm>
            <a:off x="4227615" y="5171703"/>
            <a:ext cx="3672444" cy="484632"/>
          </a:xfrm>
          <a:prstGeom prst="lef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Contrato de Arrendamiento</a:t>
            </a:r>
          </a:p>
        </p:txBody>
      </p:sp>
      <p:sp>
        <p:nvSpPr>
          <p:cNvPr id="6" name="Curved Down Arrow 5"/>
          <p:cNvSpPr/>
          <p:nvPr/>
        </p:nvSpPr>
        <p:spPr>
          <a:xfrm rot="16200000">
            <a:off x="6124996" y="3455125"/>
            <a:ext cx="2701636" cy="731520"/>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7" name="Curved Left Arrow 6"/>
          <p:cNvSpPr/>
          <p:nvPr/>
        </p:nvSpPr>
        <p:spPr>
          <a:xfrm>
            <a:off x="9449192" y="2470066"/>
            <a:ext cx="731520" cy="3186269"/>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8" name="Title 7"/>
          <p:cNvSpPr>
            <a:spLocks noGrp="1"/>
          </p:cNvSpPr>
          <p:nvPr>
            <p:ph type="title" idx="4294967295"/>
          </p:nvPr>
        </p:nvSpPr>
        <p:spPr>
          <a:xfrm>
            <a:off x="806037" y="308759"/>
            <a:ext cx="10515600" cy="1325563"/>
          </a:xfrm>
        </p:spPr>
        <p:txBody>
          <a:bodyPr/>
          <a:lstStyle/>
          <a:p>
            <a:r>
              <a:rPr lang="es-MX" dirty="0"/>
              <a:t>La Bursatilización de Rentas se considera una operación de financiamiento</a:t>
            </a:r>
          </a:p>
        </p:txBody>
      </p:sp>
      <p:sp>
        <p:nvSpPr>
          <p:cNvPr id="10" name="TextBox 9"/>
          <p:cNvSpPr txBox="1"/>
          <p:nvPr/>
        </p:nvSpPr>
        <p:spPr>
          <a:xfrm>
            <a:off x="4680364" y="3740034"/>
            <a:ext cx="2339439" cy="646331"/>
          </a:xfrm>
          <a:prstGeom prst="rect">
            <a:avLst/>
          </a:prstGeom>
          <a:noFill/>
        </p:spPr>
        <p:txBody>
          <a:bodyPr wrap="square" rtlCol="0">
            <a:spAutoFit/>
          </a:bodyPr>
          <a:lstStyle/>
          <a:p>
            <a:pPr algn="ctr"/>
            <a:r>
              <a:rPr lang="es-MX" dirty="0"/>
              <a:t>Derechos sobre rentas</a:t>
            </a:r>
          </a:p>
          <a:p>
            <a:pPr algn="ctr"/>
            <a:r>
              <a:rPr lang="es-MX" dirty="0"/>
              <a:t>$100</a:t>
            </a:r>
          </a:p>
        </p:txBody>
      </p:sp>
      <p:sp>
        <p:nvSpPr>
          <p:cNvPr id="11" name="TextBox 10"/>
          <p:cNvSpPr txBox="1"/>
          <p:nvPr/>
        </p:nvSpPr>
        <p:spPr>
          <a:xfrm>
            <a:off x="10361214" y="3878533"/>
            <a:ext cx="535724" cy="369332"/>
          </a:xfrm>
          <a:prstGeom prst="rect">
            <a:avLst/>
          </a:prstGeom>
          <a:noFill/>
        </p:spPr>
        <p:txBody>
          <a:bodyPr wrap="none" rtlCol="0">
            <a:spAutoFit/>
          </a:bodyPr>
          <a:lstStyle/>
          <a:p>
            <a:r>
              <a:rPr lang="es-MX" dirty="0"/>
              <a:t>$80</a:t>
            </a:r>
          </a:p>
        </p:txBody>
      </p:sp>
      <p:sp>
        <p:nvSpPr>
          <p:cNvPr id="12" name="Oval Callout 11"/>
          <p:cNvSpPr/>
          <p:nvPr/>
        </p:nvSpPr>
        <p:spPr>
          <a:xfrm>
            <a:off x="9406739" y="5656335"/>
            <a:ext cx="2397333" cy="970096"/>
          </a:xfrm>
          <a:prstGeom prst="wedgeEllipseCallout">
            <a:avLst>
              <a:gd name="adj1" fmla="val -31731"/>
              <a:gd name="adj2" fmla="val -91742"/>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La Arrendadora lo considera como préstamo</a:t>
            </a:r>
          </a:p>
        </p:txBody>
      </p:sp>
      <p:sp>
        <p:nvSpPr>
          <p:cNvPr id="13" name="Oval Callout 12"/>
          <p:cNvSpPr/>
          <p:nvPr/>
        </p:nvSpPr>
        <p:spPr>
          <a:xfrm>
            <a:off x="3669476" y="6080166"/>
            <a:ext cx="3954482" cy="612648"/>
          </a:xfrm>
          <a:prstGeom prst="wedgeEllipseCallout">
            <a:avLst>
              <a:gd name="adj1" fmla="val 63852"/>
              <a:gd name="adj2" fmla="val -110014"/>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Acumula la rentas conforme se devengan</a:t>
            </a:r>
          </a:p>
        </p:txBody>
      </p:sp>
      <p:sp>
        <p:nvSpPr>
          <p:cNvPr id="14" name="Oval Callout 13"/>
          <p:cNvSpPr/>
          <p:nvPr/>
        </p:nvSpPr>
        <p:spPr>
          <a:xfrm>
            <a:off x="9019302" y="1061596"/>
            <a:ext cx="2683824" cy="895748"/>
          </a:xfrm>
          <a:prstGeom prst="wedgeEllipseCallout">
            <a:avLst>
              <a:gd name="adj1" fmla="val -25700"/>
              <a:gd name="adj2" fmla="val 123774"/>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El adquirente lo considera como crédito</a:t>
            </a:r>
          </a:p>
        </p:txBody>
      </p:sp>
      <p:sp>
        <p:nvSpPr>
          <p:cNvPr id="15" name="Oval Callout 14"/>
          <p:cNvSpPr/>
          <p:nvPr/>
        </p:nvSpPr>
        <p:spPr>
          <a:xfrm>
            <a:off x="1270660" y="3420093"/>
            <a:ext cx="1436912" cy="966271"/>
          </a:xfrm>
          <a:prstGeom prst="wedgeEllipseCallout">
            <a:avLst>
              <a:gd name="adj1" fmla="val 75861"/>
              <a:gd name="adj2" fmla="val 138697"/>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Deduce las rentas</a:t>
            </a:r>
          </a:p>
        </p:txBody>
      </p:sp>
      <p:cxnSp>
        <p:nvCxnSpPr>
          <p:cNvPr id="20" name="Curved Connector 19"/>
          <p:cNvCxnSpPr>
            <a:stCxn id="10" idx="2"/>
            <a:endCxn id="11" idx="2"/>
          </p:cNvCxnSpPr>
          <p:nvPr/>
        </p:nvCxnSpPr>
        <p:spPr>
          <a:xfrm rot="5400000" flipH="1" flipV="1">
            <a:off x="8170330" y="1927619"/>
            <a:ext cx="138500" cy="4778992"/>
          </a:xfrm>
          <a:prstGeom prst="curvedConnector3">
            <a:avLst>
              <a:gd name="adj1" fmla="val -165054"/>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8142755" y="4247865"/>
            <a:ext cx="1039452" cy="369332"/>
          </a:xfrm>
          <a:prstGeom prst="rect">
            <a:avLst/>
          </a:prstGeom>
          <a:noFill/>
        </p:spPr>
        <p:txBody>
          <a:bodyPr wrap="none" rtlCol="0">
            <a:spAutoFit/>
          </a:bodyPr>
          <a:lstStyle/>
          <a:p>
            <a:r>
              <a:rPr lang="es-MX" dirty="0"/>
              <a:t>Intereses</a:t>
            </a:r>
          </a:p>
        </p:txBody>
      </p:sp>
    </p:spTree>
    <p:extLst>
      <p:ext uri="{BB962C8B-B14F-4D97-AF65-F5344CB8AC3E}">
        <p14:creationId xmlns:p14="http://schemas.microsoft.com/office/powerpoint/2010/main" val="49960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996843" y="719666"/>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65378386"/>
                    </a:ext>
                  </a:extLst>
                </a:gridCol>
                <a:gridCol w="2032000">
                  <a:extLst>
                    <a:ext uri="{9D8B030D-6E8A-4147-A177-3AD203B41FA5}">
                      <a16:colId xmlns:a16="http://schemas.microsoft.com/office/drawing/2014/main" val="3973374069"/>
                    </a:ext>
                  </a:extLst>
                </a:gridCol>
                <a:gridCol w="2032000">
                  <a:extLst>
                    <a:ext uri="{9D8B030D-6E8A-4147-A177-3AD203B41FA5}">
                      <a16:colId xmlns:a16="http://schemas.microsoft.com/office/drawing/2014/main" val="2378207477"/>
                    </a:ext>
                  </a:extLst>
                </a:gridCol>
                <a:gridCol w="2032000">
                  <a:extLst>
                    <a:ext uri="{9D8B030D-6E8A-4147-A177-3AD203B41FA5}">
                      <a16:colId xmlns:a16="http://schemas.microsoft.com/office/drawing/2014/main" val="982603866"/>
                    </a:ext>
                  </a:extLst>
                </a:gridCol>
              </a:tblGrid>
              <a:tr h="370840">
                <a:tc gridSpan="2">
                  <a:txBody>
                    <a:bodyPr/>
                    <a:lstStyle/>
                    <a:p>
                      <a:pPr algn="ctr"/>
                      <a:r>
                        <a:rPr lang="es-MX" dirty="0"/>
                        <a:t>Activo</a:t>
                      </a:r>
                    </a:p>
                  </a:txBody>
                  <a:tcPr/>
                </a:tc>
                <a:tc hMerge="1">
                  <a:txBody>
                    <a:bodyPr/>
                    <a:lstStyle/>
                    <a:p>
                      <a:endParaRPr lang="es-MX" dirty="0"/>
                    </a:p>
                  </a:txBody>
                  <a:tcPr/>
                </a:tc>
                <a:tc gridSpan="2">
                  <a:txBody>
                    <a:bodyPr/>
                    <a:lstStyle/>
                    <a:p>
                      <a:pPr algn="ctr"/>
                      <a:r>
                        <a:rPr lang="es-MX" dirty="0"/>
                        <a:t>Pasivo</a:t>
                      </a:r>
                    </a:p>
                  </a:txBody>
                  <a:tcPr/>
                </a:tc>
                <a:tc hMerge="1">
                  <a:txBody>
                    <a:bodyPr/>
                    <a:lstStyle/>
                    <a:p>
                      <a:endParaRPr lang="es-MX" dirty="0"/>
                    </a:p>
                  </a:txBody>
                  <a:tcPr/>
                </a:tc>
                <a:extLst>
                  <a:ext uri="{0D108BD9-81ED-4DB2-BD59-A6C34878D82A}">
                    <a16:rowId xmlns:a16="http://schemas.microsoft.com/office/drawing/2014/main" val="119529629"/>
                  </a:ext>
                </a:extLst>
              </a:tr>
              <a:tr h="370840">
                <a:tc>
                  <a:txBody>
                    <a:bodyPr/>
                    <a:lstStyle/>
                    <a:p>
                      <a:r>
                        <a:rPr lang="es-MX" dirty="0"/>
                        <a:t>Bancos</a:t>
                      </a:r>
                    </a:p>
                  </a:txBody>
                  <a:tcPr/>
                </a:tc>
                <a:tc>
                  <a:txBody>
                    <a:bodyPr/>
                    <a:lstStyle/>
                    <a:p>
                      <a:pPr algn="r"/>
                      <a:r>
                        <a:rPr lang="es-MX" dirty="0"/>
                        <a:t>$1</a:t>
                      </a:r>
                    </a:p>
                  </a:txBody>
                  <a:tcPr/>
                </a:tc>
                <a:tc>
                  <a:txBody>
                    <a:bodyPr/>
                    <a:lstStyle/>
                    <a:p>
                      <a:r>
                        <a:rPr lang="es-MX" dirty="0"/>
                        <a:t>Cuentas por pagar</a:t>
                      </a:r>
                    </a:p>
                  </a:txBody>
                  <a:tcPr/>
                </a:tc>
                <a:tc>
                  <a:txBody>
                    <a:bodyPr/>
                    <a:lstStyle/>
                    <a:p>
                      <a:pPr algn="r"/>
                      <a:r>
                        <a:rPr lang="es-MX" dirty="0"/>
                        <a:t>$0</a:t>
                      </a:r>
                    </a:p>
                  </a:txBody>
                  <a:tcPr/>
                </a:tc>
                <a:extLst>
                  <a:ext uri="{0D108BD9-81ED-4DB2-BD59-A6C34878D82A}">
                    <a16:rowId xmlns:a16="http://schemas.microsoft.com/office/drawing/2014/main" val="1136468145"/>
                  </a:ext>
                </a:extLst>
              </a:tr>
              <a:tr h="370840">
                <a:tc>
                  <a:txBody>
                    <a:bodyPr/>
                    <a:lstStyle/>
                    <a:p>
                      <a:r>
                        <a:rPr lang="es-MX" dirty="0"/>
                        <a:t>Rentas por cobrar</a:t>
                      </a:r>
                    </a:p>
                  </a:txBody>
                  <a:tcPr/>
                </a:tc>
                <a:tc>
                  <a:txBody>
                    <a:bodyPr/>
                    <a:lstStyle/>
                    <a:p>
                      <a:pPr algn="r"/>
                      <a:r>
                        <a:rPr lang="es-MX" dirty="0"/>
                        <a:t>0</a:t>
                      </a:r>
                    </a:p>
                  </a:txBody>
                  <a:tcPr/>
                </a:tc>
                <a:tc gridSpan="2">
                  <a:txBody>
                    <a:bodyPr/>
                    <a:lstStyle/>
                    <a:p>
                      <a:pPr algn="ctr"/>
                      <a:r>
                        <a:rPr lang="es-MX" dirty="0">
                          <a:solidFill>
                            <a:schemeClr val="bg1"/>
                          </a:solidFill>
                        </a:rPr>
                        <a:t>Capital</a:t>
                      </a:r>
                    </a:p>
                  </a:txBody>
                  <a:tcPr>
                    <a:solidFill>
                      <a:srgbClr val="5B9BD5"/>
                    </a:solidFill>
                  </a:tcPr>
                </a:tc>
                <a:tc hMerge="1">
                  <a:txBody>
                    <a:bodyPr/>
                    <a:lstStyle/>
                    <a:p>
                      <a:pPr algn="ctr"/>
                      <a:endParaRPr lang="es-MX" dirty="0"/>
                    </a:p>
                  </a:txBody>
                  <a:tcPr>
                    <a:solidFill>
                      <a:srgbClr val="5B9BD5"/>
                    </a:solidFill>
                  </a:tcPr>
                </a:tc>
                <a:extLst>
                  <a:ext uri="{0D108BD9-81ED-4DB2-BD59-A6C34878D82A}">
                    <a16:rowId xmlns:a16="http://schemas.microsoft.com/office/drawing/2014/main" val="3536499717"/>
                  </a:ext>
                </a:extLst>
              </a:tr>
              <a:tr h="370840">
                <a:tc>
                  <a:txBody>
                    <a:bodyPr/>
                    <a:lstStyle/>
                    <a:p>
                      <a:endParaRPr lang="es-MX"/>
                    </a:p>
                  </a:txBody>
                  <a:tcPr/>
                </a:tc>
                <a:tc>
                  <a:txBody>
                    <a:bodyPr/>
                    <a:lstStyle/>
                    <a:p>
                      <a:endParaRPr lang="es-MX"/>
                    </a:p>
                  </a:txBody>
                  <a:tcPr/>
                </a:tc>
                <a:tc>
                  <a:txBody>
                    <a:bodyPr/>
                    <a:lstStyle/>
                    <a:p>
                      <a:r>
                        <a:rPr lang="es-MX" dirty="0"/>
                        <a:t>Capital Social</a:t>
                      </a:r>
                    </a:p>
                  </a:txBody>
                  <a:tcPr/>
                </a:tc>
                <a:tc>
                  <a:txBody>
                    <a:bodyPr/>
                    <a:lstStyle/>
                    <a:p>
                      <a:pPr algn="r"/>
                      <a:r>
                        <a:rPr lang="es-MX" dirty="0"/>
                        <a:t>$1</a:t>
                      </a:r>
                    </a:p>
                  </a:txBody>
                  <a:tcPr/>
                </a:tc>
                <a:extLst>
                  <a:ext uri="{0D108BD9-81ED-4DB2-BD59-A6C34878D82A}">
                    <a16:rowId xmlns:a16="http://schemas.microsoft.com/office/drawing/2014/main" val="4185927716"/>
                  </a:ext>
                </a:extLst>
              </a:tr>
            </a:tbl>
          </a:graphicData>
        </a:graphic>
      </p:graphicFrame>
      <p:graphicFrame>
        <p:nvGraphicFramePr>
          <p:cNvPr id="3" name="Table 2"/>
          <p:cNvGraphicFramePr>
            <a:graphicFrameLocks noGrp="1"/>
          </p:cNvGraphicFramePr>
          <p:nvPr/>
        </p:nvGraphicFramePr>
        <p:xfrm>
          <a:off x="1996843" y="2380631"/>
          <a:ext cx="8128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65378386"/>
                    </a:ext>
                  </a:extLst>
                </a:gridCol>
                <a:gridCol w="2032000">
                  <a:extLst>
                    <a:ext uri="{9D8B030D-6E8A-4147-A177-3AD203B41FA5}">
                      <a16:colId xmlns:a16="http://schemas.microsoft.com/office/drawing/2014/main" val="3973374069"/>
                    </a:ext>
                  </a:extLst>
                </a:gridCol>
                <a:gridCol w="2032000">
                  <a:extLst>
                    <a:ext uri="{9D8B030D-6E8A-4147-A177-3AD203B41FA5}">
                      <a16:colId xmlns:a16="http://schemas.microsoft.com/office/drawing/2014/main" val="2378207477"/>
                    </a:ext>
                  </a:extLst>
                </a:gridCol>
                <a:gridCol w="2032000">
                  <a:extLst>
                    <a:ext uri="{9D8B030D-6E8A-4147-A177-3AD203B41FA5}">
                      <a16:colId xmlns:a16="http://schemas.microsoft.com/office/drawing/2014/main" val="982603866"/>
                    </a:ext>
                  </a:extLst>
                </a:gridCol>
              </a:tblGrid>
              <a:tr h="370840">
                <a:tc gridSpan="2">
                  <a:txBody>
                    <a:bodyPr/>
                    <a:lstStyle/>
                    <a:p>
                      <a:pPr algn="ctr"/>
                      <a:r>
                        <a:rPr lang="es-MX" dirty="0"/>
                        <a:t>Activo</a:t>
                      </a:r>
                    </a:p>
                  </a:txBody>
                  <a:tcPr/>
                </a:tc>
                <a:tc hMerge="1">
                  <a:txBody>
                    <a:bodyPr/>
                    <a:lstStyle/>
                    <a:p>
                      <a:endParaRPr lang="es-MX" dirty="0"/>
                    </a:p>
                  </a:txBody>
                  <a:tcPr/>
                </a:tc>
                <a:tc gridSpan="2">
                  <a:txBody>
                    <a:bodyPr/>
                    <a:lstStyle/>
                    <a:p>
                      <a:pPr algn="ctr"/>
                      <a:r>
                        <a:rPr lang="es-MX" dirty="0"/>
                        <a:t>Pasivo</a:t>
                      </a:r>
                    </a:p>
                  </a:txBody>
                  <a:tcPr/>
                </a:tc>
                <a:tc hMerge="1">
                  <a:txBody>
                    <a:bodyPr/>
                    <a:lstStyle/>
                    <a:p>
                      <a:endParaRPr lang="es-MX" dirty="0"/>
                    </a:p>
                  </a:txBody>
                  <a:tcPr/>
                </a:tc>
                <a:extLst>
                  <a:ext uri="{0D108BD9-81ED-4DB2-BD59-A6C34878D82A}">
                    <a16:rowId xmlns:a16="http://schemas.microsoft.com/office/drawing/2014/main" val="119529629"/>
                  </a:ext>
                </a:extLst>
              </a:tr>
              <a:tr h="370840">
                <a:tc>
                  <a:txBody>
                    <a:bodyPr/>
                    <a:lstStyle/>
                    <a:p>
                      <a:r>
                        <a:rPr lang="es-MX" dirty="0"/>
                        <a:t>Bancos</a:t>
                      </a:r>
                    </a:p>
                  </a:txBody>
                  <a:tcPr/>
                </a:tc>
                <a:tc>
                  <a:txBody>
                    <a:bodyPr/>
                    <a:lstStyle/>
                    <a:p>
                      <a:pPr algn="r"/>
                      <a:r>
                        <a:rPr lang="es-MX" dirty="0"/>
                        <a:t>$81</a:t>
                      </a:r>
                    </a:p>
                  </a:txBody>
                  <a:tcPr/>
                </a:tc>
                <a:tc>
                  <a:txBody>
                    <a:bodyPr/>
                    <a:lstStyle/>
                    <a:p>
                      <a:r>
                        <a:rPr lang="es-MX" dirty="0"/>
                        <a:t>Cuentas por pagar</a:t>
                      </a:r>
                    </a:p>
                  </a:txBody>
                  <a:tcPr/>
                </a:tc>
                <a:tc>
                  <a:txBody>
                    <a:bodyPr/>
                    <a:lstStyle/>
                    <a:p>
                      <a:pPr algn="r"/>
                      <a:r>
                        <a:rPr lang="es-MX" dirty="0"/>
                        <a:t>$100</a:t>
                      </a:r>
                    </a:p>
                  </a:txBody>
                  <a:tcPr/>
                </a:tc>
                <a:extLst>
                  <a:ext uri="{0D108BD9-81ED-4DB2-BD59-A6C34878D82A}">
                    <a16:rowId xmlns:a16="http://schemas.microsoft.com/office/drawing/2014/main" val="1136468145"/>
                  </a:ext>
                </a:extLst>
              </a:tr>
              <a:tr h="370840">
                <a:tc>
                  <a:txBody>
                    <a:bodyPr/>
                    <a:lstStyle/>
                    <a:p>
                      <a:r>
                        <a:rPr lang="es-MX" dirty="0"/>
                        <a:t>Rentas por cobrar</a:t>
                      </a:r>
                    </a:p>
                  </a:txBody>
                  <a:tcPr/>
                </a:tc>
                <a:tc>
                  <a:txBody>
                    <a:bodyPr/>
                    <a:lstStyle/>
                    <a:p>
                      <a:pPr algn="r"/>
                      <a:r>
                        <a:rPr lang="es-MX" dirty="0"/>
                        <a:t>0</a:t>
                      </a:r>
                    </a:p>
                  </a:txBody>
                  <a:tcPr/>
                </a:tc>
                <a:tc>
                  <a:txBody>
                    <a:bodyPr/>
                    <a:lstStyle/>
                    <a:p>
                      <a:r>
                        <a:rPr lang="es-MX" dirty="0" err="1"/>
                        <a:t>Ints</a:t>
                      </a:r>
                      <a:r>
                        <a:rPr lang="es-MX" dirty="0"/>
                        <a:t>. adelantados</a:t>
                      </a:r>
                    </a:p>
                  </a:txBody>
                  <a:tcPr/>
                </a:tc>
                <a:tc>
                  <a:txBody>
                    <a:bodyPr/>
                    <a:lstStyle/>
                    <a:p>
                      <a:pPr algn="r"/>
                      <a:r>
                        <a:rPr lang="es-MX" dirty="0"/>
                        <a:t>(20)</a:t>
                      </a:r>
                    </a:p>
                  </a:txBody>
                  <a:tcPr/>
                </a:tc>
                <a:extLst>
                  <a:ext uri="{0D108BD9-81ED-4DB2-BD59-A6C34878D82A}">
                    <a16:rowId xmlns:a16="http://schemas.microsoft.com/office/drawing/2014/main" val="1228823272"/>
                  </a:ext>
                </a:extLst>
              </a:tr>
              <a:tr h="370840">
                <a:tc>
                  <a:txBody>
                    <a:bodyPr/>
                    <a:lstStyle/>
                    <a:p>
                      <a:endParaRPr lang="es-MX" dirty="0"/>
                    </a:p>
                  </a:txBody>
                  <a:tcPr/>
                </a:tc>
                <a:tc>
                  <a:txBody>
                    <a:bodyPr/>
                    <a:lstStyle/>
                    <a:p>
                      <a:pPr algn="r"/>
                      <a:endParaRPr lang="es-MX" dirty="0"/>
                    </a:p>
                  </a:txBody>
                  <a:tcPr/>
                </a:tc>
                <a:tc gridSpan="2">
                  <a:txBody>
                    <a:bodyPr/>
                    <a:lstStyle/>
                    <a:p>
                      <a:pPr algn="ctr"/>
                      <a:r>
                        <a:rPr lang="es-MX" dirty="0">
                          <a:solidFill>
                            <a:schemeClr val="bg1"/>
                          </a:solidFill>
                        </a:rPr>
                        <a:t>Capital</a:t>
                      </a:r>
                    </a:p>
                  </a:txBody>
                  <a:tcPr>
                    <a:solidFill>
                      <a:srgbClr val="5B9BD5"/>
                    </a:solidFill>
                  </a:tcPr>
                </a:tc>
                <a:tc hMerge="1">
                  <a:txBody>
                    <a:bodyPr/>
                    <a:lstStyle/>
                    <a:p>
                      <a:pPr algn="ctr"/>
                      <a:endParaRPr lang="es-MX" dirty="0"/>
                    </a:p>
                  </a:txBody>
                  <a:tcPr>
                    <a:solidFill>
                      <a:srgbClr val="5B9BD5"/>
                    </a:solidFill>
                  </a:tcPr>
                </a:tc>
                <a:extLst>
                  <a:ext uri="{0D108BD9-81ED-4DB2-BD59-A6C34878D82A}">
                    <a16:rowId xmlns:a16="http://schemas.microsoft.com/office/drawing/2014/main" val="3536499717"/>
                  </a:ext>
                </a:extLst>
              </a:tr>
              <a:tr h="370840">
                <a:tc>
                  <a:txBody>
                    <a:bodyPr/>
                    <a:lstStyle/>
                    <a:p>
                      <a:endParaRPr lang="es-MX"/>
                    </a:p>
                  </a:txBody>
                  <a:tcPr/>
                </a:tc>
                <a:tc>
                  <a:txBody>
                    <a:bodyPr/>
                    <a:lstStyle/>
                    <a:p>
                      <a:endParaRPr lang="es-MX"/>
                    </a:p>
                  </a:txBody>
                  <a:tcPr/>
                </a:tc>
                <a:tc>
                  <a:txBody>
                    <a:bodyPr/>
                    <a:lstStyle/>
                    <a:p>
                      <a:r>
                        <a:rPr lang="es-MX" dirty="0"/>
                        <a:t>Capital Social</a:t>
                      </a:r>
                    </a:p>
                  </a:txBody>
                  <a:tcPr/>
                </a:tc>
                <a:tc>
                  <a:txBody>
                    <a:bodyPr/>
                    <a:lstStyle/>
                    <a:p>
                      <a:pPr algn="r"/>
                      <a:r>
                        <a:rPr lang="es-MX" dirty="0"/>
                        <a:t>$1</a:t>
                      </a:r>
                    </a:p>
                  </a:txBody>
                  <a:tcPr/>
                </a:tc>
                <a:extLst>
                  <a:ext uri="{0D108BD9-81ED-4DB2-BD59-A6C34878D82A}">
                    <a16:rowId xmlns:a16="http://schemas.microsoft.com/office/drawing/2014/main" val="4185927716"/>
                  </a:ext>
                </a:extLst>
              </a:tr>
            </a:tbl>
          </a:graphicData>
        </a:graphic>
      </p:graphicFrame>
      <p:graphicFrame>
        <p:nvGraphicFramePr>
          <p:cNvPr id="4" name="Table 3"/>
          <p:cNvGraphicFramePr>
            <a:graphicFrameLocks noGrp="1"/>
          </p:cNvGraphicFramePr>
          <p:nvPr/>
        </p:nvGraphicFramePr>
        <p:xfrm>
          <a:off x="1996843" y="4412436"/>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65378386"/>
                    </a:ext>
                  </a:extLst>
                </a:gridCol>
                <a:gridCol w="2032000">
                  <a:extLst>
                    <a:ext uri="{9D8B030D-6E8A-4147-A177-3AD203B41FA5}">
                      <a16:colId xmlns:a16="http://schemas.microsoft.com/office/drawing/2014/main" val="3973374069"/>
                    </a:ext>
                  </a:extLst>
                </a:gridCol>
                <a:gridCol w="2032000">
                  <a:extLst>
                    <a:ext uri="{9D8B030D-6E8A-4147-A177-3AD203B41FA5}">
                      <a16:colId xmlns:a16="http://schemas.microsoft.com/office/drawing/2014/main" val="2378207477"/>
                    </a:ext>
                  </a:extLst>
                </a:gridCol>
                <a:gridCol w="2032000">
                  <a:extLst>
                    <a:ext uri="{9D8B030D-6E8A-4147-A177-3AD203B41FA5}">
                      <a16:colId xmlns:a16="http://schemas.microsoft.com/office/drawing/2014/main" val="982603866"/>
                    </a:ext>
                  </a:extLst>
                </a:gridCol>
              </a:tblGrid>
              <a:tr h="370840">
                <a:tc gridSpan="2">
                  <a:txBody>
                    <a:bodyPr/>
                    <a:lstStyle/>
                    <a:p>
                      <a:pPr algn="ctr"/>
                      <a:r>
                        <a:rPr lang="es-MX" dirty="0"/>
                        <a:t>Activo</a:t>
                      </a:r>
                    </a:p>
                  </a:txBody>
                  <a:tcPr/>
                </a:tc>
                <a:tc hMerge="1">
                  <a:txBody>
                    <a:bodyPr/>
                    <a:lstStyle/>
                    <a:p>
                      <a:endParaRPr lang="es-MX" dirty="0"/>
                    </a:p>
                  </a:txBody>
                  <a:tcPr/>
                </a:tc>
                <a:tc gridSpan="2">
                  <a:txBody>
                    <a:bodyPr/>
                    <a:lstStyle/>
                    <a:p>
                      <a:pPr algn="ctr"/>
                      <a:r>
                        <a:rPr lang="es-MX" dirty="0"/>
                        <a:t>Pasivo</a:t>
                      </a:r>
                    </a:p>
                  </a:txBody>
                  <a:tcPr/>
                </a:tc>
                <a:tc hMerge="1">
                  <a:txBody>
                    <a:bodyPr/>
                    <a:lstStyle/>
                    <a:p>
                      <a:endParaRPr lang="es-MX" dirty="0"/>
                    </a:p>
                  </a:txBody>
                  <a:tcPr/>
                </a:tc>
                <a:extLst>
                  <a:ext uri="{0D108BD9-81ED-4DB2-BD59-A6C34878D82A}">
                    <a16:rowId xmlns:a16="http://schemas.microsoft.com/office/drawing/2014/main" val="119529629"/>
                  </a:ext>
                </a:extLst>
              </a:tr>
              <a:tr h="370840">
                <a:tc>
                  <a:txBody>
                    <a:bodyPr/>
                    <a:lstStyle/>
                    <a:p>
                      <a:r>
                        <a:rPr lang="es-MX" dirty="0"/>
                        <a:t>Bancos</a:t>
                      </a:r>
                    </a:p>
                  </a:txBody>
                  <a:tcPr/>
                </a:tc>
                <a:tc>
                  <a:txBody>
                    <a:bodyPr/>
                    <a:lstStyle/>
                    <a:p>
                      <a:pPr algn="r"/>
                      <a:r>
                        <a:rPr lang="es-MX" dirty="0"/>
                        <a:t>$81</a:t>
                      </a:r>
                    </a:p>
                  </a:txBody>
                  <a:tcPr/>
                </a:tc>
                <a:tc>
                  <a:txBody>
                    <a:bodyPr/>
                    <a:lstStyle/>
                    <a:p>
                      <a:r>
                        <a:rPr lang="es-MX" dirty="0"/>
                        <a:t>Cuentas por pagar</a:t>
                      </a:r>
                    </a:p>
                  </a:txBody>
                  <a:tcPr/>
                </a:tc>
                <a:tc>
                  <a:txBody>
                    <a:bodyPr/>
                    <a:lstStyle/>
                    <a:p>
                      <a:pPr algn="r"/>
                      <a:r>
                        <a:rPr lang="es-MX" dirty="0"/>
                        <a:t>$100</a:t>
                      </a:r>
                    </a:p>
                  </a:txBody>
                  <a:tcPr/>
                </a:tc>
                <a:extLst>
                  <a:ext uri="{0D108BD9-81ED-4DB2-BD59-A6C34878D82A}">
                    <a16:rowId xmlns:a16="http://schemas.microsoft.com/office/drawing/2014/main" val="1136468145"/>
                  </a:ext>
                </a:extLst>
              </a:tr>
              <a:tr h="370840">
                <a:tc>
                  <a:txBody>
                    <a:bodyPr/>
                    <a:lstStyle/>
                    <a:p>
                      <a:r>
                        <a:rPr lang="es-MX" dirty="0"/>
                        <a:t>Rentas por cobrar</a:t>
                      </a:r>
                    </a:p>
                  </a:txBody>
                  <a:tcPr/>
                </a:tc>
                <a:tc>
                  <a:txBody>
                    <a:bodyPr/>
                    <a:lstStyle/>
                    <a:p>
                      <a:pPr algn="r"/>
                      <a:r>
                        <a:rPr lang="es-MX" dirty="0"/>
                        <a:t>100</a:t>
                      </a:r>
                    </a:p>
                  </a:txBody>
                  <a:tcPr/>
                </a:tc>
                <a:tc>
                  <a:txBody>
                    <a:bodyPr/>
                    <a:lstStyle/>
                    <a:p>
                      <a:r>
                        <a:rPr lang="es-MX" dirty="0" err="1"/>
                        <a:t>Ints</a:t>
                      </a:r>
                      <a:r>
                        <a:rPr lang="es-MX" dirty="0"/>
                        <a:t>. adelantados</a:t>
                      </a:r>
                    </a:p>
                  </a:txBody>
                  <a:tcPr/>
                </a:tc>
                <a:tc>
                  <a:txBody>
                    <a:bodyPr/>
                    <a:lstStyle/>
                    <a:p>
                      <a:pPr algn="r"/>
                      <a:r>
                        <a:rPr lang="es-MX" dirty="0"/>
                        <a:t>(20)</a:t>
                      </a:r>
                    </a:p>
                  </a:txBody>
                  <a:tcPr/>
                </a:tc>
                <a:extLst>
                  <a:ext uri="{0D108BD9-81ED-4DB2-BD59-A6C34878D82A}">
                    <a16:rowId xmlns:a16="http://schemas.microsoft.com/office/drawing/2014/main" val="1228823272"/>
                  </a:ext>
                </a:extLst>
              </a:tr>
              <a:tr h="370840">
                <a:tc>
                  <a:txBody>
                    <a:bodyPr/>
                    <a:lstStyle/>
                    <a:p>
                      <a:endParaRPr lang="es-MX" dirty="0"/>
                    </a:p>
                  </a:txBody>
                  <a:tcPr/>
                </a:tc>
                <a:tc>
                  <a:txBody>
                    <a:bodyPr/>
                    <a:lstStyle/>
                    <a:p>
                      <a:pPr algn="r"/>
                      <a:endParaRPr lang="es-MX" dirty="0"/>
                    </a:p>
                  </a:txBody>
                  <a:tcPr/>
                </a:tc>
                <a:tc gridSpan="2">
                  <a:txBody>
                    <a:bodyPr/>
                    <a:lstStyle/>
                    <a:p>
                      <a:pPr algn="ctr"/>
                      <a:r>
                        <a:rPr lang="es-MX" dirty="0">
                          <a:solidFill>
                            <a:schemeClr val="bg1"/>
                          </a:solidFill>
                        </a:rPr>
                        <a:t>Capital</a:t>
                      </a:r>
                    </a:p>
                  </a:txBody>
                  <a:tcPr>
                    <a:solidFill>
                      <a:srgbClr val="5B9BD5"/>
                    </a:solidFill>
                  </a:tcPr>
                </a:tc>
                <a:tc hMerge="1">
                  <a:txBody>
                    <a:bodyPr/>
                    <a:lstStyle/>
                    <a:p>
                      <a:pPr algn="ctr"/>
                      <a:endParaRPr lang="es-MX" dirty="0"/>
                    </a:p>
                  </a:txBody>
                  <a:tcPr>
                    <a:solidFill>
                      <a:srgbClr val="5B9BD5"/>
                    </a:solidFill>
                  </a:tcPr>
                </a:tc>
                <a:extLst>
                  <a:ext uri="{0D108BD9-81ED-4DB2-BD59-A6C34878D82A}">
                    <a16:rowId xmlns:a16="http://schemas.microsoft.com/office/drawing/2014/main" val="3536499717"/>
                  </a:ext>
                </a:extLst>
              </a:tr>
              <a:tr h="370840">
                <a:tc>
                  <a:txBody>
                    <a:bodyPr/>
                    <a:lstStyle/>
                    <a:p>
                      <a:endParaRPr lang="es-MX" dirty="0"/>
                    </a:p>
                  </a:txBody>
                  <a:tcPr/>
                </a:tc>
                <a:tc>
                  <a:txBody>
                    <a:bodyPr/>
                    <a:lstStyle/>
                    <a:p>
                      <a:pPr algn="r"/>
                      <a:endParaRPr lang="es-MX" dirty="0"/>
                    </a:p>
                  </a:txBody>
                  <a:tcPr/>
                </a:tc>
                <a:tc>
                  <a:txBody>
                    <a:bodyPr/>
                    <a:lstStyle/>
                    <a:p>
                      <a:pPr algn="l"/>
                      <a:r>
                        <a:rPr lang="es-MX" dirty="0">
                          <a:solidFill>
                            <a:schemeClr val="tx1"/>
                          </a:solidFill>
                        </a:rPr>
                        <a:t>Capital Social</a:t>
                      </a:r>
                    </a:p>
                  </a:txBody>
                  <a:tcPr>
                    <a:solidFill>
                      <a:srgbClr val="EAEFF7"/>
                    </a:solidFill>
                  </a:tcPr>
                </a:tc>
                <a:tc>
                  <a:txBody>
                    <a:bodyPr/>
                    <a:lstStyle/>
                    <a:p>
                      <a:pPr algn="r"/>
                      <a:r>
                        <a:rPr lang="es-MX" dirty="0">
                          <a:solidFill>
                            <a:schemeClr val="tx1"/>
                          </a:solidFill>
                        </a:rPr>
                        <a:t>$1</a:t>
                      </a:r>
                    </a:p>
                  </a:txBody>
                  <a:tcPr>
                    <a:solidFill>
                      <a:srgbClr val="EAEFF7"/>
                    </a:solidFill>
                  </a:tcPr>
                </a:tc>
                <a:extLst>
                  <a:ext uri="{0D108BD9-81ED-4DB2-BD59-A6C34878D82A}">
                    <a16:rowId xmlns:a16="http://schemas.microsoft.com/office/drawing/2014/main" val="3286960188"/>
                  </a:ext>
                </a:extLst>
              </a:tr>
              <a:tr h="370840">
                <a:tc>
                  <a:txBody>
                    <a:bodyPr/>
                    <a:lstStyle/>
                    <a:p>
                      <a:endParaRPr lang="es-MX" dirty="0"/>
                    </a:p>
                  </a:txBody>
                  <a:tcPr/>
                </a:tc>
                <a:tc>
                  <a:txBody>
                    <a:bodyPr/>
                    <a:lstStyle/>
                    <a:p>
                      <a:endParaRPr lang="es-MX"/>
                    </a:p>
                  </a:txBody>
                  <a:tcPr/>
                </a:tc>
                <a:tc>
                  <a:txBody>
                    <a:bodyPr/>
                    <a:lstStyle/>
                    <a:p>
                      <a:r>
                        <a:rPr lang="es-MX" dirty="0"/>
                        <a:t>Ingresos por rentas</a:t>
                      </a:r>
                    </a:p>
                  </a:txBody>
                  <a:tcPr/>
                </a:tc>
                <a:tc>
                  <a:txBody>
                    <a:bodyPr/>
                    <a:lstStyle/>
                    <a:p>
                      <a:pPr algn="r"/>
                      <a:r>
                        <a:rPr lang="es-MX" dirty="0"/>
                        <a:t>$100</a:t>
                      </a:r>
                    </a:p>
                  </a:txBody>
                  <a:tcPr/>
                </a:tc>
                <a:extLst>
                  <a:ext uri="{0D108BD9-81ED-4DB2-BD59-A6C34878D82A}">
                    <a16:rowId xmlns:a16="http://schemas.microsoft.com/office/drawing/2014/main" val="4185927716"/>
                  </a:ext>
                </a:extLst>
              </a:tr>
            </a:tbl>
          </a:graphicData>
        </a:graphic>
      </p:graphicFrame>
      <p:sp>
        <p:nvSpPr>
          <p:cNvPr id="5" name="Speech Bubble: Oval 4"/>
          <p:cNvSpPr/>
          <p:nvPr/>
        </p:nvSpPr>
        <p:spPr>
          <a:xfrm>
            <a:off x="10236200" y="1439462"/>
            <a:ext cx="1826846" cy="1527127"/>
          </a:xfrm>
          <a:prstGeom prst="wedgeEllipseCallout">
            <a:avLst>
              <a:gd name="adj1" fmla="val -61902"/>
              <a:gd name="adj2" fmla="val 6058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Ingreso Acumulable</a:t>
            </a:r>
          </a:p>
          <a:p>
            <a:pPr algn="ctr"/>
            <a:r>
              <a:rPr lang="es-MX" dirty="0"/>
              <a:t>$80</a:t>
            </a:r>
          </a:p>
          <a:p>
            <a:pPr algn="ctr"/>
            <a:r>
              <a:rPr lang="es-MX" dirty="0"/>
              <a:t>(sin regla)</a:t>
            </a:r>
          </a:p>
        </p:txBody>
      </p:sp>
      <p:sp>
        <p:nvSpPr>
          <p:cNvPr id="6" name="Speech Bubble: Oval 5"/>
          <p:cNvSpPr/>
          <p:nvPr/>
        </p:nvSpPr>
        <p:spPr>
          <a:xfrm>
            <a:off x="169997" y="5257344"/>
            <a:ext cx="1826846" cy="1527127"/>
          </a:xfrm>
          <a:prstGeom prst="wedgeEllipseCallout">
            <a:avLst>
              <a:gd name="adj1" fmla="val 243552"/>
              <a:gd name="adj2" fmla="val -37679"/>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Costo Deducible $100</a:t>
            </a:r>
          </a:p>
          <a:p>
            <a:pPr algn="ctr"/>
            <a:r>
              <a:rPr lang="es-MX" dirty="0"/>
              <a:t>(sin regla)</a:t>
            </a:r>
          </a:p>
        </p:txBody>
      </p:sp>
      <p:sp>
        <p:nvSpPr>
          <p:cNvPr id="7" name="Callout: Right Arrow 6"/>
          <p:cNvSpPr/>
          <p:nvPr/>
        </p:nvSpPr>
        <p:spPr>
          <a:xfrm>
            <a:off x="644769" y="719666"/>
            <a:ext cx="914400" cy="1483360"/>
          </a:xfrm>
          <a:prstGeom prst="right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MX" dirty="0"/>
              <a:t>Saldos Iniciales</a:t>
            </a:r>
          </a:p>
        </p:txBody>
      </p:sp>
      <p:sp>
        <p:nvSpPr>
          <p:cNvPr id="8" name="Callout: Right Arrow 7"/>
          <p:cNvSpPr/>
          <p:nvPr/>
        </p:nvSpPr>
        <p:spPr>
          <a:xfrm>
            <a:off x="644769" y="2380631"/>
            <a:ext cx="914400" cy="1854200"/>
          </a:xfrm>
          <a:prstGeom prst="right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MX" dirty="0"/>
              <a:t>Cesión de derechos</a:t>
            </a:r>
          </a:p>
        </p:txBody>
      </p:sp>
      <p:sp>
        <p:nvSpPr>
          <p:cNvPr id="9" name="Callout: Left Arrow 8"/>
          <p:cNvSpPr/>
          <p:nvPr/>
        </p:nvSpPr>
        <p:spPr>
          <a:xfrm>
            <a:off x="10692423" y="4412436"/>
            <a:ext cx="914400" cy="2225040"/>
          </a:xfrm>
          <a:prstGeom prst="left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s-MX" dirty="0"/>
              <a:t>Ingresos por rentas</a:t>
            </a:r>
          </a:p>
        </p:txBody>
      </p:sp>
    </p:spTree>
    <p:extLst>
      <p:ext uri="{BB962C8B-B14F-4D97-AF65-F5344CB8AC3E}">
        <p14:creationId xmlns:p14="http://schemas.microsoft.com/office/powerpoint/2010/main" val="1829367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785815" y="790005"/>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65378386"/>
                    </a:ext>
                  </a:extLst>
                </a:gridCol>
                <a:gridCol w="2032000">
                  <a:extLst>
                    <a:ext uri="{9D8B030D-6E8A-4147-A177-3AD203B41FA5}">
                      <a16:colId xmlns:a16="http://schemas.microsoft.com/office/drawing/2014/main" val="3973374069"/>
                    </a:ext>
                  </a:extLst>
                </a:gridCol>
                <a:gridCol w="2032000">
                  <a:extLst>
                    <a:ext uri="{9D8B030D-6E8A-4147-A177-3AD203B41FA5}">
                      <a16:colId xmlns:a16="http://schemas.microsoft.com/office/drawing/2014/main" val="2378207477"/>
                    </a:ext>
                  </a:extLst>
                </a:gridCol>
                <a:gridCol w="2032000">
                  <a:extLst>
                    <a:ext uri="{9D8B030D-6E8A-4147-A177-3AD203B41FA5}">
                      <a16:colId xmlns:a16="http://schemas.microsoft.com/office/drawing/2014/main" val="982603866"/>
                    </a:ext>
                  </a:extLst>
                </a:gridCol>
              </a:tblGrid>
              <a:tr h="370840">
                <a:tc gridSpan="2">
                  <a:txBody>
                    <a:bodyPr/>
                    <a:lstStyle/>
                    <a:p>
                      <a:pPr algn="ctr"/>
                      <a:r>
                        <a:rPr lang="es-MX" dirty="0"/>
                        <a:t>Activo</a:t>
                      </a:r>
                    </a:p>
                  </a:txBody>
                  <a:tcPr/>
                </a:tc>
                <a:tc hMerge="1">
                  <a:txBody>
                    <a:bodyPr/>
                    <a:lstStyle/>
                    <a:p>
                      <a:endParaRPr lang="es-MX" dirty="0"/>
                    </a:p>
                  </a:txBody>
                  <a:tcPr/>
                </a:tc>
                <a:tc gridSpan="2">
                  <a:txBody>
                    <a:bodyPr/>
                    <a:lstStyle/>
                    <a:p>
                      <a:pPr algn="ctr"/>
                      <a:r>
                        <a:rPr lang="es-MX" dirty="0"/>
                        <a:t>Pasivo</a:t>
                      </a:r>
                    </a:p>
                  </a:txBody>
                  <a:tcPr/>
                </a:tc>
                <a:tc hMerge="1">
                  <a:txBody>
                    <a:bodyPr/>
                    <a:lstStyle/>
                    <a:p>
                      <a:endParaRPr lang="es-MX" dirty="0"/>
                    </a:p>
                  </a:txBody>
                  <a:tcPr/>
                </a:tc>
                <a:extLst>
                  <a:ext uri="{0D108BD9-81ED-4DB2-BD59-A6C34878D82A}">
                    <a16:rowId xmlns:a16="http://schemas.microsoft.com/office/drawing/2014/main" val="119529629"/>
                  </a:ext>
                </a:extLst>
              </a:tr>
              <a:tr h="370840">
                <a:tc>
                  <a:txBody>
                    <a:bodyPr/>
                    <a:lstStyle/>
                    <a:p>
                      <a:r>
                        <a:rPr lang="es-MX" dirty="0"/>
                        <a:t>Bancos</a:t>
                      </a:r>
                    </a:p>
                  </a:txBody>
                  <a:tcPr/>
                </a:tc>
                <a:tc>
                  <a:txBody>
                    <a:bodyPr/>
                    <a:lstStyle/>
                    <a:p>
                      <a:pPr algn="r"/>
                      <a:r>
                        <a:rPr lang="es-MX" dirty="0"/>
                        <a:t>$181</a:t>
                      </a:r>
                    </a:p>
                  </a:txBody>
                  <a:tcPr/>
                </a:tc>
                <a:tc>
                  <a:txBody>
                    <a:bodyPr/>
                    <a:lstStyle/>
                    <a:p>
                      <a:r>
                        <a:rPr lang="es-MX" dirty="0"/>
                        <a:t>Cuentas por pagar</a:t>
                      </a:r>
                    </a:p>
                  </a:txBody>
                  <a:tcPr/>
                </a:tc>
                <a:tc>
                  <a:txBody>
                    <a:bodyPr/>
                    <a:lstStyle/>
                    <a:p>
                      <a:pPr algn="r"/>
                      <a:r>
                        <a:rPr lang="es-MX" dirty="0"/>
                        <a:t>$100</a:t>
                      </a:r>
                    </a:p>
                  </a:txBody>
                  <a:tcPr/>
                </a:tc>
                <a:extLst>
                  <a:ext uri="{0D108BD9-81ED-4DB2-BD59-A6C34878D82A}">
                    <a16:rowId xmlns:a16="http://schemas.microsoft.com/office/drawing/2014/main" val="1136468145"/>
                  </a:ext>
                </a:extLst>
              </a:tr>
              <a:tr h="370840">
                <a:tc>
                  <a:txBody>
                    <a:bodyPr/>
                    <a:lstStyle/>
                    <a:p>
                      <a:r>
                        <a:rPr lang="es-MX" dirty="0"/>
                        <a:t>Rentas por cobrar</a:t>
                      </a:r>
                    </a:p>
                  </a:txBody>
                  <a:tcPr/>
                </a:tc>
                <a:tc>
                  <a:txBody>
                    <a:bodyPr/>
                    <a:lstStyle/>
                    <a:p>
                      <a:pPr algn="r"/>
                      <a:r>
                        <a:rPr lang="es-MX" dirty="0"/>
                        <a:t>0</a:t>
                      </a:r>
                    </a:p>
                  </a:txBody>
                  <a:tcPr/>
                </a:tc>
                <a:tc>
                  <a:txBody>
                    <a:bodyPr/>
                    <a:lstStyle/>
                    <a:p>
                      <a:r>
                        <a:rPr lang="es-MX" dirty="0" err="1"/>
                        <a:t>Ints</a:t>
                      </a:r>
                      <a:r>
                        <a:rPr lang="es-MX" dirty="0"/>
                        <a:t>. adelantados</a:t>
                      </a:r>
                    </a:p>
                  </a:txBody>
                  <a:tcPr/>
                </a:tc>
                <a:tc>
                  <a:txBody>
                    <a:bodyPr/>
                    <a:lstStyle/>
                    <a:p>
                      <a:pPr algn="r"/>
                      <a:r>
                        <a:rPr lang="es-MX" dirty="0"/>
                        <a:t>(20)</a:t>
                      </a:r>
                    </a:p>
                  </a:txBody>
                  <a:tcPr/>
                </a:tc>
                <a:extLst>
                  <a:ext uri="{0D108BD9-81ED-4DB2-BD59-A6C34878D82A}">
                    <a16:rowId xmlns:a16="http://schemas.microsoft.com/office/drawing/2014/main" val="1228823272"/>
                  </a:ext>
                </a:extLst>
              </a:tr>
              <a:tr h="370840">
                <a:tc>
                  <a:txBody>
                    <a:bodyPr/>
                    <a:lstStyle/>
                    <a:p>
                      <a:endParaRPr lang="es-MX" dirty="0"/>
                    </a:p>
                  </a:txBody>
                  <a:tcPr/>
                </a:tc>
                <a:tc>
                  <a:txBody>
                    <a:bodyPr/>
                    <a:lstStyle/>
                    <a:p>
                      <a:pPr algn="r"/>
                      <a:endParaRPr lang="es-MX" dirty="0"/>
                    </a:p>
                  </a:txBody>
                  <a:tcPr/>
                </a:tc>
                <a:tc gridSpan="2">
                  <a:txBody>
                    <a:bodyPr/>
                    <a:lstStyle/>
                    <a:p>
                      <a:pPr algn="ctr"/>
                      <a:r>
                        <a:rPr lang="es-MX" dirty="0">
                          <a:solidFill>
                            <a:schemeClr val="bg1"/>
                          </a:solidFill>
                        </a:rPr>
                        <a:t>Capital</a:t>
                      </a:r>
                    </a:p>
                  </a:txBody>
                  <a:tcPr>
                    <a:solidFill>
                      <a:srgbClr val="5B9BD5"/>
                    </a:solidFill>
                  </a:tcPr>
                </a:tc>
                <a:tc hMerge="1">
                  <a:txBody>
                    <a:bodyPr/>
                    <a:lstStyle/>
                    <a:p>
                      <a:pPr algn="ctr"/>
                      <a:endParaRPr lang="es-MX" dirty="0"/>
                    </a:p>
                  </a:txBody>
                  <a:tcPr>
                    <a:solidFill>
                      <a:srgbClr val="5B9BD5"/>
                    </a:solidFill>
                  </a:tcPr>
                </a:tc>
                <a:extLst>
                  <a:ext uri="{0D108BD9-81ED-4DB2-BD59-A6C34878D82A}">
                    <a16:rowId xmlns:a16="http://schemas.microsoft.com/office/drawing/2014/main" val="3536499717"/>
                  </a:ext>
                </a:extLst>
              </a:tr>
              <a:tr h="370840">
                <a:tc>
                  <a:txBody>
                    <a:bodyPr/>
                    <a:lstStyle/>
                    <a:p>
                      <a:endParaRPr lang="es-MX" dirty="0"/>
                    </a:p>
                  </a:txBody>
                  <a:tcPr/>
                </a:tc>
                <a:tc>
                  <a:txBody>
                    <a:bodyPr/>
                    <a:lstStyle/>
                    <a:p>
                      <a:pPr algn="r"/>
                      <a:endParaRPr lang="es-MX" dirty="0"/>
                    </a:p>
                  </a:txBody>
                  <a:tcPr/>
                </a:tc>
                <a:tc>
                  <a:txBody>
                    <a:bodyPr/>
                    <a:lstStyle/>
                    <a:p>
                      <a:pPr algn="l"/>
                      <a:r>
                        <a:rPr lang="es-MX" dirty="0">
                          <a:solidFill>
                            <a:schemeClr val="tx1"/>
                          </a:solidFill>
                        </a:rPr>
                        <a:t>Capital Social</a:t>
                      </a:r>
                    </a:p>
                  </a:txBody>
                  <a:tcPr>
                    <a:solidFill>
                      <a:srgbClr val="EAEFF7"/>
                    </a:solidFill>
                  </a:tcPr>
                </a:tc>
                <a:tc>
                  <a:txBody>
                    <a:bodyPr/>
                    <a:lstStyle/>
                    <a:p>
                      <a:pPr algn="r"/>
                      <a:r>
                        <a:rPr lang="es-MX" dirty="0">
                          <a:solidFill>
                            <a:schemeClr val="tx1"/>
                          </a:solidFill>
                        </a:rPr>
                        <a:t>$1</a:t>
                      </a:r>
                    </a:p>
                  </a:txBody>
                  <a:tcPr>
                    <a:solidFill>
                      <a:srgbClr val="EAEFF7"/>
                    </a:solidFill>
                  </a:tcPr>
                </a:tc>
                <a:extLst>
                  <a:ext uri="{0D108BD9-81ED-4DB2-BD59-A6C34878D82A}">
                    <a16:rowId xmlns:a16="http://schemas.microsoft.com/office/drawing/2014/main" val="3286960188"/>
                  </a:ext>
                </a:extLst>
              </a:tr>
              <a:tr h="370840">
                <a:tc>
                  <a:txBody>
                    <a:bodyPr/>
                    <a:lstStyle/>
                    <a:p>
                      <a:endParaRPr lang="es-MX" dirty="0"/>
                    </a:p>
                  </a:txBody>
                  <a:tcPr/>
                </a:tc>
                <a:tc>
                  <a:txBody>
                    <a:bodyPr/>
                    <a:lstStyle/>
                    <a:p>
                      <a:endParaRPr lang="es-MX"/>
                    </a:p>
                  </a:txBody>
                  <a:tcPr/>
                </a:tc>
                <a:tc>
                  <a:txBody>
                    <a:bodyPr/>
                    <a:lstStyle/>
                    <a:p>
                      <a:r>
                        <a:rPr lang="es-MX" dirty="0"/>
                        <a:t>Ingresos por rentas</a:t>
                      </a:r>
                    </a:p>
                  </a:txBody>
                  <a:tcPr/>
                </a:tc>
                <a:tc>
                  <a:txBody>
                    <a:bodyPr/>
                    <a:lstStyle/>
                    <a:p>
                      <a:pPr algn="r"/>
                      <a:r>
                        <a:rPr lang="es-MX" dirty="0"/>
                        <a:t>$100</a:t>
                      </a:r>
                    </a:p>
                  </a:txBody>
                  <a:tcPr/>
                </a:tc>
                <a:extLst>
                  <a:ext uri="{0D108BD9-81ED-4DB2-BD59-A6C34878D82A}">
                    <a16:rowId xmlns:a16="http://schemas.microsoft.com/office/drawing/2014/main" val="4185927716"/>
                  </a:ext>
                </a:extLst>
              </a:tr>
            </a:tbl>
          </a:graphicData>
        </a:graphic>
      </p:graphicFrame>
      <p:graphicFrame>
        <p:nvGraphicFramePr>
          <p:cNvPr id="3" name="Table 2"/>
          <p:cNvGraphicFramePr>
            <a:graphicFrameLocks noGrp="1"/>
          </p:cNvGraphicFramePr>
          <p:nvPr/>
        </p:nvGraphicFramePr>
        <p:xfrm>
          <a:off x="1785815" y="3439420"/>
          <a:ext cx="8128000" cy="2595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65378386"/>
                    </a:ext>
                  </a:extLst>
                </a:gridCol>
                <a:gridCol w="2032000">
                  <a:extLst>
                    <a:ext uri="{9D8B030D-6E8A-4147-A177-3AD203B41FA5}">
                      <a16:colId xmlns:a16="http://schemas.microsoft.com/office/drawing/2014/main" val="3973374069"/>
                    </a:ext>
                  </a:extLst>
                </a:gridCol>
                <a:gridCol w="2032000">
                  <a:extLst>
                    <a:ext uri="{9D8B030D-6E8A-4147-A177-3AD203B41FA5}">
                      <a16:colId xmlns:a16="http://schemas.microsoft.com/office/drawing/2014/main" val="2378207477"/>
                    </a:ext>
                  </a:extLst>
                </a:gridCol>
                <a:gridCol w="2032000">
                  <a:extLst>
                    <a:ext uri="{9D8B030D-6E8A-4147-A177-3AD203B41FA5}">
                      <a16:colId xmlns:a16="http://schemas.microsoft.com/office/drawing/2014/main" val="982603866"/>
                    </a:ext>
                  </a:extLst>
                </a:gridCol>
              </a:tblGrid>
              <a:tr h="370840">
                <a:tc gridSpan="2">
                  <a:txBody>
                    <a:bodyPr/>
                    <a:lstStyle/>
                    <a:p>
                      <a:pPr algn="ctr"/>
                      <a:r>
                        <a:rPr lang="es-MX" dirty="0"/>
                        <a:t>Activo</a:t>
                      </a:r>
                    </a:p>
                  </a:txBody>
                  <a:tcPr/>
                </a:tc>
                <a:tc hMerge="1">
                  <a:txBody>
                    <a:bodyPr/>
                    <a:lstStyle/>
                    <a:p>
                      <a:endParaRPr lang="es-MX" dirty="0"/>
                    </a:p>
                  </a:txBody>
                  <a:tcPr/>
                </a:tc>
                <a:tc gridSpan="2">
                  <a:txBody>
                    <a:bodyPr/>
                    <a:lstStyle/>
                    <a:p>
                      <a:pPr algn="ctr"/>
                      <a:r>
                        <a:rPr lang="es-MX" dirty="0"/>
                        <a:t>Pasivo</a:t>
                      </a:r>
                    </a:p>
                  </a:txBody>
                  <a:tcPr/>
                </a:tc>
                <a:tc hMerge="1">
                  <a:txBody>
                    <a:bodyPr/>
                    <a:lstStyle/>
                    <a:p>
                      <a:endParaRPr lang="es-MX" dirty="0"/>
                    </a:p>
                  </a:txBody>
                  <a:tcPr/>
                </a:tc>
                <a:extLst>
                  <a:ext uri="{0D108BD9-81ED-4DB2-BD59-A6C34878D82A}">
                    <a16:rowId xmlns:a16="http://schemas.microsoft.com/office/drawing/2014/main" val="119529629"/>
                  </a:ext>
                </a:extLst>
              </a:tr>
              <a:tr h="370840">
                <a:tc>
                  <a:txBody>
                    <a:bodyPr/>
                    <a:lstStyle/>
                    <a:p>
                      <a:r>
                        <a:rPr lang="es-MX" dirty="0"/>
                        <a:t>Bancos</a:t>
                      </a:r>
                    </a:p>
                  </a:txBody>
                  <a:tcPr/>
                </a:tc>
                <a:tc>
                  <a:txBody>
                    <a:bodyPr/>
                    <a:lstStyle/>
                    <a:p>
                      <a:pPr algn="r"/>
                      <a:r>
                        <a:rPr lang="es-MX" dirty="0"/>
                        <a:t>$181</a:t>
                      </a:r>
                    </a:p>
                  </a:txBody>
                  <a:tcPr/>
                </a:tc>
                <a:tc>
                  <a:txBody>
                    <a:bodyPr/>
                    <a:lstStyle/>
                    <a:p>
                      <a:r>
                        <a:rPr lang="es-MX" dirty="0"/>
                        <a:t>Cuentas por pagar</a:t>
                      </a:r>
                    </a:p>
                  </a:txBody>
                  <a:tcPr/>
                </a:tc>
                <a:tc>
                  <a:txBody>
                    <a:bodyPr/>
                    <a:lstStyle/>
                    <a:p>
                      <a:pPr algn="r"/>
                      <a:r>
                        <a:rPr lang="es-MX" dirty="0"/>
                        <a:t>$100</a:t>
                      </a:r>
                    </a:p>
                  </a:txBody>
                  <a:tcPr/>
                </a:tc>
                <a:extLst>
                  <a:ext uri="{0D108BD9-81ED-4DB2-BD59-A6C34878D82A}">
                    <a16:rowId xmlns:a16="http://schemas.microsoft.com/office/drawing/2014/main" val="1136468145"/>
                  </a:ext>
                </a:extLst>
              </a:tr>
              <a:tr h="370840">
                <a:tc>
                  <a:txBody>
                    <a:bodyPr/>
                    <a:lstStyle/>
                    <a:p>
                      <a:r>
                        <a:rPr lang="es-MX" dirty="0"/>
                        <a:t>Rentas por cobrar</a:t>
                      </a:r>
                    </a:p>
                  </a:txBody>
                  <a:tcPr/>
                </a:tc>
                <a:tc>
                  <a:txBody>
                    <a:bodyPr/>
                    <a:lstStyle/>
                    <a:p>
                      <a:pPr algn="r"/>
                      <a:r>
                        <a:rPr lang="es-MX" dirty="0"/>
                        <a:t>0</a:t>
                      </a:r>
                    </a:p>
                  </a:txBody>
                  <a:tcPr/>
                </a:tc>
                <a:tc>
                  <a:txBody>
                    <a:bodyPr/>
                    <a:lstStyle/>
                    <a:p>
                      <a:r>
                        <a:rPr lang="es-MX" dirty="0" err="1"/>
                        <a:t>Ints</a:t>
                      </a:r>
                      <a:r>
                        <a:rPr lang="es-MX" dirty="0"/>
                        <a:t>. adelantados</a:t>
                      </a:r>
                    </a:p>
                  </a:txBody>
                  <a:tcPr/>
                </a:tc>
                <a:tc>
                  <a:txBody>
                    <a:bodyPr/>
                    <a:lstStyle/>
                    <a:p>
                      <a:pPr algn="r"/>
                      <a:r>
                        <a:rPr lang="es-MX" dirty="0"/>
                        <a:t>0</a:t>
                      </a:r>
                    </a:p>
                  </a:txBody>
                  <a:tcPr/>
                </a:tc>
                <a:extLst>
                  <a:ext uri="{0D108BD9-81ED-4DB2-BD59-A6C34878D82A}">
                    <a16:rowId xmlns:a16="http://schemas.microsoft.com/office/drawing/2014/main" val="1228823272"/>
                  </a:ext>
                </a:extLst>
              </a:tr>
              <a:tr h="370840">
                <a:tc>
                  <a:txBody>
                    <a:bodyPr/>
                    <a:lstStyle/>
                    <a:p>
                      <a:endParaRPr lang="es-MX" dirty="0"/>
                    </a:p>
                  </a:txBody>
                  <a:tcPr/>
                </a:tc>
                <a:tc>
                  <a:txBody>
                    <a:bodyPr/>
                    <a:lstStyle/>
                    <a:p>
                      <a:pPr algn="r"/>
                      <a:endParaRPr lang="es-MX" dirty="0"/>
                    </a:p>
                  </a:txBody>
                  <a:tcPr/>
                </a:tc>
                <a:tc gridSpan="2">
                  <a:txBody>
                    <a:bodyPr/>
                    <a:lstStyle/>
                    <a:p>
                      <a:pPr algn="ctr"/>
                      <a:r>
                        <a:rPr lang="es-MX" dirty="0">
                          <a:solidFill>
                            <a:schemeClr val="bg1"/>
                          </a:solidFill>
                        </a:rPr>
                        <a:t>Capital</a:t>
                      </a:r>
                    </a:p>
                  </a:txBody>
                  <a:tcPr>
                    <a:solidFill>
                      <a:srgbClr val="5B9BD5"/>
                    </a:solidFill>
                  </a:tcPr>
                </a:tc>
                <a:tc hMerge="1">
                  <a:txBody>
                    <a:bodyPr/>
                    <a:lstStyle/>
                    <a:p>
                      <a:pPr algn="ctr"/>
                      <a:endParaRPr lang="es-MX" dirty="0"/>
                    </a:p>
                  </a:txBody>
                  <a:tcPr>
                    <a:solidFill>
                      <a:srgbClr val="5B9BD5"/>
                    </a:solidFill>
                  </a:tcPr>
                </a:tc>
                <a:extLst>
                  <a:ext uri="{0D108BD9-81ED-4DB2-BD59-A6C34878D82A}">
                    <a16:rowId xmlns:a16="http://schemas.microsoft.com/office/drawing/2014/main" val="3536499717"/>
                  </a:ext>
                </a:extLst>
              </a:tr>
              <a:tr h="370840">
                <a:tc>
                  <a:txBody>
                    <a:bodyPr/>
                    <a:lstStyle/>
                    <a:p>
                      <a:endParaRPr lang="es-MX" dirty="0"/>
                    </a:p>
                  </a:txBody>
                  <a:tcPr/>
                </a:tc>
                <a:tc>
                  <a:txBody>
                    <a:bodyPr/>
                    <a:lstStyle/>
                    <a:p>
                      <a:pPr algn="r"/>
                      <a:endParaRPr lang="es-MX" dirty="0"/>
                    </a:p>
                  </a:txBody>
                  <a:tcPr/>
                </a:tc>
                <a:tc>
                  <a:txBody>
                    <a:bodyPr/>
                    <a:lstStyle/>
                    <a:p>
                      <a:pPr algn="l"/>
                      <a:r>
                        <a:rPr lang="es-MX" dirty="0">
                          <a:solidFill>
                            <a:schemeClr val="tx1"/>
                          </a:solidFill>
                        </a:rPr>
                        <a:t>Capital Social</a:t>
                      </a:r>
                    </a:p>
                  </a:txBody>
                  <a:tcPr>
                    <a:solidFill>
                      <a:srgbClr val="EAEFF7"/>
                    </a:solidFill>
                  </a:tcPr>
                </a:tc>
                <a:tc>
                  <a:txBody>
                    <a:bodyPr/>
                    <a:lstStyle/>
                    <a:p>
                      <a:pPr algn="r"/>
                      <a:r>
                        <a:rPr lang="es-MX" dirty="0">
                          <a:solidFill>
                            <a:schemeClr val="tx1"/>
                          </a:solidFill>
                        </a:rPr>
                        <a:t>$1</a:t>
                      </a:r>
                    </a:p>
                  </a:txBody>
                  <a:tcPr>
                    <a:solidFill>
                      <a:srgbClr val="EAEFF7"/>
                    </a:solidFill>
                  </a:tcPr>
                </a:tc>
                <a:extLst>
                  <a:ext uri="{0D108BD9-81ED-4DB2-BD59-A6C34878D82A}">
                    <a16:rowId xmlns:a16="http://schemas.microsoft.com/office/drawing/2014/main" val="3286960188"/>
                  </a:ext>
                </a:extLst>
              </a:tr>
              <a:tr h="370840">
                <a:tc>
                  <a:txBody>
                    <a:bodyPr/>
                    <a:lstStyle/>
                    <a:p>
                      <a:endParaRPr lang="es-MX" dirty="0"/>
                    </a:p>
                  </a:txBody>
                  <a:tcPr/>
                </a:tc>
                <a:tc>
                  <a:txBody>
                    <a:bodyPr/>
                    <a:lstStyle/>
                    <a:p>
                      <a:endParaRPr lang="es-MX" dirty="0"/>
                    </a:p>
                  </a:txBody>
                  <a:tcPr/>
                </a:tc>
                <a:tc>
                  <a:txBody>
                    <a:bodyPr/>
                    <a:lstStyle/>
                    <a:p>
                      <a:r>
                        <a:rPr lang="es-MX" dirty="0"/>
                        <a:t>Ingresos por rentas</a:t>
                      </a:r>
                    </a:p>
                  </a:txBody>
                  <a:tcPr/>
                </a:tc>
                <a:tc>
                  <a:txBody>
                    <a:bodyPr/>
                    <a:lstStyle/>
                    <a:p>
                      <a:pPr algn="r"/>
                      <a:r>
                        <a:rPr lang="es-MX" dirty="0"/>
                        <a:t>100</a:t>
                      </a:r>
                    </a:p>
                  </a:txBody>
                  <a:tcPr/>
                </a:tc>
                <a:extLst>
                  <a:ext uri="{0D108BD9-81ED-4DB2-BD59-A6C34878D82A}">
                    <a16:rowId xmlns:a16="http://schemas.microsoft.com/office/drawing/2014/main" val="4185927716"/>
                  </a:ext>
                </a:extLst>
              </a:tr>
              <a:tr h="370840">
                <a:tc>
                  <a:txBody>
                    <a:bodyPr/>
                    <a:lstStyle/>
                    <a:p>
                      <a:endParaRPr lang="es-MX" dirty="0"/>
                    </a:p>
                  </a:txBody>
                  <a:tcPr/>
                </a:tc>
                <a:tc>
                  <a:txBody>
                    <a:bodyPr/>
                    <a:lstStyle/>
                    <a:p>
                      <a:endParaRPr lang="es-MX"/>
                    </a:p>
                  </a:txBody>
                  <a:tcPr/>
                </a:tc>
                <a:tc>
                  <a:txBody>
                    <a:bodyPr/>
                    <a:lstStyle/>
                    <a:p>
                      <a:r>
                        <a:rPr lang="es-MX" dirty="0"/>
                        <a:t>Gasto por intereses</a:t>
                      </a:r>
                    </a:p>
                  </a:txBody>
                  <a:tcPr/>
                </a:tc>
                <a:tc>
                  <a:txBody>
                    <a:bodyPr/>
                    <a:lstStyle/>
                    <a:p>
                      <a:pPr algn="r"/>
                      <a:r>
                        <a:rPr lang="es-MX" dirty="0"/>
                        <a:t>(20)</a:t>
                      </a:r>
                    </a:p>
                  </a:txBody>
                  <a:tcPr/>
                </a:tc>
                <a:extLst>
                  <a:ext uri="{0D108BD9-81ED-4DB2-BD59-A6C34878D82A}">
                    <a16:rowId xmlns:a16="http://schemas.microsoft.com/office/drawing/2014/main" val="4058856579"/>
                  </a:ext>
                </a:extLst>
              </a:tr>
            </a:tbl>
          </a:graphicData>
        </a:graphic>
      </p:graphicFrame>
      <p:sp>
        <p:nvSpPr>
          <p:cNvPr id="4" name="Callout: Left Arrow 3"/>
          <p:cNvSpPr/>
          <p:nvPr/>
        </p:nvSpPr>
        <p:spPr>
          <a:xfrm>
            <a:off x="10422792" y="790005"/>
            <a:ext cx="914400" cy="2225040"/>
          </a:xfrm>
          <a:prstGeom prst="left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s-MX" dirty="0"/>
              <a:t>Cobro de rentas</a:t>
            </a:r>
          </a:p>
        </p:txBody>
      </p:sp>
      <p:sp>
        <p:nvSpPr>
          <p:cNvPr id="5" name="Callout: Left Arrow 4"/>
          <p:cNvSpPr/>
          <p:nvPr/>
        </p:nvSpPr>
        <p:spPr>
          <a:xfrm>
            <a:off x="10422792" y="3492174"/>
            <a:ext cx="914400" cy="2543126"/>
          </a:xfrm>
          <a:prstGeom prst="left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s-MX" dirty="0"/>
              <a:t>Gasto por Intereses</a:t>
            </a:r>
          </a:p>
        </p:txBody>
      </p:sp>
    </p:spTree>
    <p:extLst>
      <p:ext uri="{BB962C8B-B14F-4D97-AF65-F5344CB8AC3E}">
        <p14:creationId xmlns:p14="http://schemas.microsoft.com/office/powerpoint/2010/main" val="3985089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184400" y="1962313"/>
          <a:ext cx="8128000" cy="2595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765378386"/>
                    </a:ext>
                  </a:extLst>
                </a:gridCol>
                <a:gridCol w="2032000">
                  <a:extLst>
                    <a:ext uri="{9D8B030D-6E8A-4147-A177-3AD203B41FA5}">
                      <a16:colId xmlns:a16="http://schemas.microsoft.com/office/drawing/2014/main" val="3973374069"/>
                    </a:ext>
                  </a:extLst>
                </a:gridCol>
                <a:gridCol w="2032000">
                  <a:extLst>
                    <a:ext uri="{9D8B030D-6E8A-4147-A177-3AD203B41FA5}">
                      <a16:colId xmlns:a16="http://schemas.microsoft.com/office/drawing/2014/main" val="2378207477"/>
                    </a:ext>
                  </a:extLst>
                </a:gridCol>
                <a:gridCol w="2032000">
                  <a:extLst>
                    <a:ext uri="{9D8B030D-6E8A-4147-A177-3AD203B41FA5}">
                      <a16:colId xmlns:a16="http://schemas.microsoft.com/office/drawing/2014/main" val="982603866"/>
                    </a:ext>
                  </a:extLst>
                </a:gridCol>
              </a:tblGrid>
              <a:tr h="370840">
                <a:tc gridSpan="2">
                  <a:txBody>
                    <a:bodyPr/>
                    <a:lstStyle/>
                    <a:p>
                      <a:pPr algn="ctr"/>
                      <a:r>
                        <a:rPr lang="es-MX" dirty="0"/>
                        <a:t>Activo</a:t>
                      </a:r>
                    </a:p>
                  </a:txBody>
                  <a:tcPr/>
                </a:tc>
                <a:tc hMerge="1">
                  <a:txBody>
                    <a:bodyPr/>
                    <a:lstStyle/>
                    <a:p>
                      <a:endParaRPr lang="es-MX" dirty="0"/>
                    </a:p>
                  </a:txBody>
                  <a:tcPr/>
                </a:tc>
                <a:tc gridSpan="2">
                  <a:txBody>
                    <a:bodyPr/>
                    <a:lstStyle/>
                    <a:p>
                      <a:pPr algn="ctr"/>
                      <a:r>
                        <a:rPr lang="es-MX" dirty="0"/>
                        <a:t>Pasivo</a:t>
                      </a:r>
                    </a:p>
                  </a:txBody>
                  <a:tcPr/>
                </a:tc>
                <a:tc hMerge="1">
                  <a:txBody>
                    <a:bodyPr/>
                    <a:lstStyle/>
                    <a:p>
                      <a:endParaRPr lang="es-MX" dirty="0"/>
                    </a:p>
                  </a:txBody>
                  <a:tcPr/>
                </a:tc>
                <a:extLst>
                  <a:ext uri="{0D108BD9-81ED-4DB2-BD59-A6C34878D82A}">
                    <a16:rowId xmlns:a16="http://schemas.microsoft.com/office/drawing/2014/main" val="119529629"/>
                  </a:ext>
                </a:extLst>
              </a:tr>
              <a:tr h="370840">
                <a:tc>
                  <a:txBody>
                    <a:bodyPr/>
                    <a:lstStyle/>
                    <a:p>
                      <a:r>
                        <a:rPr lang="es-MX" dirty="0"/>
                        <a:t>Bancos</a:t>
                      </a:r>
                    </a:p>
                  </a:txBody>
                  <a:tcPr/>
                </a:tc>
                <a:tc>
                  <a:txBody>
                    <a:bodyPr/>
                    <a:lstStyle/>
                    <a:p>
                      <a:pPr algn="r"/>
                      <a:r>
                        <a:rPr lang="es-MX" dirty="0"/>
                        <a:t>$81</a:t>
                      </a:r>
                    </a:p>
                  </a:txBody>
                  <a:tcPr/>
                </a:tc>
                <a:tc>
                  <a:txBody>
                    <a:bodyPr/>
                    <a:lstStyle/>
                    <a:p>
                      <a:r>
                        <a:rPr lang="es-MX" dirty="0"/>
                        <a:t>Cuentas por pagar</a:t>
                      </a:r>
                    </a:p>
                  </a:txBody>
                  <a:tcPr/>
                </a:tc>
                <a:tc>
                  <a:txBody>
                    <a:bodyPr/>
                    <a:lstStyle/>
                    <a:p>
                      <a:pPr algn="r"/>
                      <a:r>
                        <a:rPr lang="es-MX" dirty="0"/>
                        <a:t>$0</a:t>
                      </a:r>
                    </a:p>
                  </a:txBody>
                  <a:tcPr/>
                </a:tc>
                <a:extLst>
                  <a:ext uri="{0D108BD9-81ED-4DB2-BD59-A6C34878D82A}">
                    <a16:rowId xmlns:a16="http://schemas.microsoft.com/office/drawing/2014/main" val="1136468145"/>
                  </a:ext>
                </a:extLst>
              </a:tr>
              <a:tr h="370840">
                <a:tc>
                  <a:txBody>
                    <a:bodyPr/>
                    <a:lstStyle/>
                    <a:p>
                      <a:r>
                        <a:rPr lang="es-MX" dirty="0"/>
                        <a:t>Rentas por cobrar</a:t>
                      </a:r>
                    </a:p>
                  </a:txBody>
                  <a:tcPr/>
                </a:tc>
                <a:tc>
                  <a:txBody>
                    <a:bodyPr/>
                    <a:lstStyle/>
                    <a:p>
                      <a:pPr algn="r"/>
                      <a:r>
                        <a:rPr lang="es-MX" dirty="0"/>
                        <a:t>0</a:t>
                      </a:r>
                    </a:p>
                  </a:txBody>
                  <a:tcPr/>
                </a:tc>
                <a:tc>
                  <a:txBody>
                    <a:bodyPr/>
                    <a:lstStyle/>
                    <a:p>
                      <a:r>
                        <a:rPr lang="es-MX" dirty="0" err="1"/>
                        <a:t>Ints</a:t>
                      </a:r>
                      <a:r>
                        <a:rPr lang="es-MX" dirty="0"/>
                        <a:t>. adelantados</a:t>
                      </a:r>
                    </a:p>
                  </a:txBody>
                  <a:tcPr/>
                </a:tc>
                <a:tc>
                  <a:txBody>
                    <a:bodyPr/>
                    <a:lstStyle/>
                    <a:p>
                      <a:pPr algn="r"/>
                      <a:r>
                        <a:rPr lang="es-MX" dirty="0"/>
                        <a:t>0</a:t>
                      </a:r>
                    </a:p>
                  </a:txBody>
                  <a:tcPr/>
                </a:tc>
                <a:extLst>
                  <a:ext uri="{0D108BD9-81ED-4DB2-BD59-A6C34878D82A}">
                    <a16:rowId xmlns:a16="http://schemas.microsoft.com/office/drawing/2014/main" val="1228823272"/>
                  </a:ext>
                </a:extLst>
              </a:tr>
              <a:tr h="370840">
                <a:tc>
                  <a:txBody>
                    <a:bodyPr/>
                    <a:lstStyle/>
                    <a:p>
                      <a:endParaRPr lang="es-MX" dirty="0"/>
                    </a:p>
                  </a:txBody>
                  <a:tcPr/>
                </a:tc>
                <a:tc>
                  <a:txBody>
                    <a:bodyPr/>
                    <a:lstStyle/>
                    <a:p>
                      <a:pPr algn="r"/>
                      <a:endParaRPr lang="es-MX" dirty="0"/>
                    </a:p>
                  </a:txBody>
                  <a:tcPr/>
                </a:tc>
                <a:tc gridSpan="2">
                  <a:txBody>
                    <a:bodyPr/>
                    <a:lstStyle/>
                    <a:p>
                      <a:pPr algn="ctr"/>
                      <a:r>
                        <a:rPr lang="es-MX" dirty="0">
                          <a:solidFill>
                            <a:schemeClr val="bg1"/>
                          </a:solidFill>
                        </a:rPr>
                        <a:t>Capital</a:t>
                      </a:r>
                    </a:p>
                  </a:txBody>
                  <a:tcPr>
                    <a:solidFill>
                      <a:srgbClr val="5B9BD5"/>
                    </a:solidFill>
                  </a:tcPr>
                </a:tc>
                <a:tc hMerge="1">
                  <a:txBody>
                    <a:bodyPr/>
                    <a:lstStyle/>
                    <a:p>
                      <a:pPr algn="ctr"/>
                      <a:endParaRPr lang="es-MX" dirty="0"/>
                    </a:p>
                  </a:txBody>
                  <a:tcPr>
                    <a:solidFill>
                      <a:srgbClr val="5B9BD5"/>
                    </a:solidFill>
                  </a:tcPr>
                </a:tc>
                <a:extLst>
                  <a:ext uri="{0D108BD9-81ED-4DB2-BD59-A6C34878D82A}">
                    <a16:rowId xmlns:a16="http://schemas.microsoft.com/office/drawing/2014/main" val="3536499717"/>
                  </a:ext>
                </a:extLst>
              </a:tr>
              <a:tr h="370840">
                <a:tc>
                  <a:txBody>
                    <a:bodyPr/>
                    <a:lstStyle/>
                    <a:p>
                      <a:endParaRPr lang="es-MX" dirty="0"/>
                    </a:p>
                  </a:txBody>
                  <a:tcPr/>
                </a:tc>
                <a:tc>
                  <a:txBody>
                    <a:bodyPr/>
                    <a:lstStyle/>
                    <a:p>
                      <a:pPr algn="r"/>
                      <a:endParaRPr lang="es-MX" dirty="0"/>
                    </a:p>
                  </a:txBody>
                  <a:tcPr/>
                </a:tc>
                <a:tc>
                  <a:txBody>
                    <a:bodyPr/>
                    <a:lstStyle/>
                    <a:p>
                      <a:pPr algn="l"/>
                      <a:r>
                        <a:rPr lang="es-MX" dirty="0">
                          <a:solidFill>
                            <a:schemeClr val="tx1"/>
                          </a:solidFill>
                        </a:rPr>
                        <a:t>Capital Social</a:t>
                      </a:r>
                    </a:p>
                  </a:txBody>
                  <a:tcPr>
                    <a:solidFill>
                      <a:srgbClr val="EAEFF7"/>
                    </a:solidFill>
                  </a:tcPr>
                </a:tc>
                <a:tc>
                  <a:txBody>
                    <a:bodyPr/>
                    <a:lstStyle/>
                    <a:p>
                      <a:pPr algn="r"/>
                      <a:r>
                        <a:rPr lang="es-MX" dirty="0">
                          <a:solidFill>
                            <a:schemeClr val="tx1"/>
                          </a:solidFill>
                        </a:rPr>
                        <a:t>$1</a:t>
                      </a:r>
                    </a:p>
                  </a:txBody>
                  <a:tcPr>
                    <a:solidFill>
                      <a:srgbClr val="EAEFF7"/>
                    </a:solidFill>
                  </a:tcPr>
                </a:tc>
                <a:extLst>
                  <a:ext uri="{0D108BD9-81ED-4DB2-BD59-A6C34878D82A}">
                    <a16:rowId xmlns:a16="http://schemas.microsoft.com/office/drawing/2014/main" val="3286960188"/>
                  </a:ext>
                </a:extLst>
              </a:tr>
              <a:tr h="370840">
                <a:tc>
                  <a:txBody>
                    <a:bodyPr/>
                    <a:lstStyle/>
                    <a:p>
                      <a:endParaRPr lang="es-MX" dirty="0"/>
                    </a:p>
                  </a:txBody>
                  <a:tcPr/>
                </a:tc>
                <a:tc>
                  <a:txBody>
                    <a:bodyPr/>
                    <a:lstStyle/>
                    <a:p>
                      <a:endParaRPr lang="es-MX" dirty="0"/>
                    </a:p>
                  </a:txBody>
                  <a:tcPr/>
                </a:tc>
                <a:tc>
                  <a:txBody>
                    <a:bodyPr/>
                    <a:lstStyle/>
                    <a:p>
                      <a:r>
                        <a:rPr lang="es-MX" dirty="0"/>
                        <a:t>Ingresos por rentas</a:t>
                      </a:r>
                    </a:p>
                  </a:txBody>
                  <a:tcPr/>
                </a:tc>
                <a:tc>
                  <a:txBody>
                    <a:bodyPr/>
                    <a:lstStyle/>
                    <a:p>
                      <a:pPr algn="r"/>
                      <a:r>
                        <a:rPr lang="es-MX" dirty="0"/>
                        <a:t>100</a:t>
                      </a:r>
                    </a:p>
                  </a:txBody>
                  <a:tcPr/>
                </a:tc>
                <a:extLst>
                  <a:ext uri="{0D108BD9-81ED-4DB2-BD59-A6C34878D82A}">
                    <a16:rowId xmlns:a16="http://schemas.microsoft.com/office/drawing/2014/main" val="4185927716"/>
                  </a:ext>
                </a:extLst>
              </a:tr>
              <a:tr h="370840">
                <a:tc>
                  <a:txBody>
                    <a:bodyPr/>
                    <a:lstStyle/>
                    <a:p>
                      <a:endParaRPr lang="es-MX" dirty="0"/>
                    </a:p>
                  </a:txBody>
                  <a:tcPr/>
                </a:tc>
                <a:tc>
                  <a:txBody>
                    <a:bodyPr/>
                    <a:lstStyle/>
                    <a:p>
                      <a:endParaRPr lang="es-MX"/>
                    </a:p>
                  </a:txBody>
                  <a:tcPr/>
                </a:tc>
                <a:tc>
                  <a:txBody>
                    <a:bodyPr/>
                    <a:lstStyle/>
                    <a:p>
                      <a:r>
                        <a:rPr lang="es-MX" dirty="0"/>
                        <a:t>Gasto por intereses</a:t>
                      </a:r>
                    </a:p>
                  </a:txBody>
                  <a:tcPr/>
                </a:tc>
                <a:tc>
                  <a:txBody>
                    <a:bodyPr/>
                    <a:lstStyle/>
                    <a:p>
                      <a:pPr algn="r"/>
                      <a:r>
                        <a:rPr lang="es-MX" dirty="0"/>
                        <a:t>(20)</a:t>
                      </a:r>
                    </a:p>
                  </a:txBody>
                  <a:tcPr/>
                </a:tc>
                <a:extLst>
                  <a:ext uri="{0D108BD9-81ED-4DB2-BD59-A6C34878D82A}">
                    <a16:rowId xmlns:a16="http://schemas.microsoft.com/office/drawing/2014/main" val="4058856579"/>
                  </a:ext>
                </a:extLst>
              </a:tr>
            </a:tbl>
          </a:graphicData>
        </a:graphic>
      </p:graphicFrame>
      <p:sp>
        <p:nvSpPr>
          <p:cNvPr id="3" name="Callout: Left Arrow 2"/>
          <p:cNvSpPr/>
          <p:nvPr/>
        </p:nvSpPr>
        <p:spPr>
          <a:xfrm>
            <a:off x="10598639" y="1962313"/>
            <a:ext cx="914400" cy="2595880"/>
          </a:xfrm>
          <a:prstGeom prst="left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s-MX" dirty="0"/>
              <a:t>Entrega de los flujos</a:t>
            </a:r>
          </a:p>
        </p:txBody>
      </p:sp>
    </p:spTree>
    <p:extLst>
      <p:ext uri="{BB962C8B-B14F-4D97-AF65-F5344CB8AC3E}">
        <p14:creationId xmlns:p14="http://schemas.microsoft.com/office/powerpoint/2010/main" val="2947988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Ajustes por Índices y Otros </a:t>
            </a:r>
            <a:r>
              <a:rPr lang="es-MX" sz="1800" dirty="0"/>
              <a:t>(LISR 8-Quinto párrafo)</a:t>
            </a:r>
          </a:p>
        </p:txBody>
      </p:sp>
      <p:sp>
        <p:nvSpPr>
          <p:cNvPr id="3" name="Content Placeholder 2"/>
          <p:cNvSpPr>
            <a:spLocks noGrp="1"/>
          </p:cNvSpPr>
          <p:nvPr>
            <p:ph sz="half" idx="1"/>
          </p:nvPr>
        </p:nvSpPr>
        <p:spPr/>
        <p:txBody>
          <a:bodyPr>
            <a:normAutofit/>
          </a:bodyPr>
          <a:lstStyle/>
          <a:p>
            <a:r>
              <a:rPr lang="es-MX" dirty="0"/>
              <a:t>Cuando los créditos, deudas, operaciones o el importe de los pagos de los contratos de arrendamiento financiero, se ajusten mediante la aplicación de </a:t>
            </a:r>
            <a:r>
              <a:rPr lang="es-MX" dirty="0">
                <a:solidFill>
                  <a:schemeClr val="accent6"/>
                </a:solidFill>
              </a:rPr>
              <a:t>índices, factores o de cualquier otra forma</a:t>
            </a:r>
            <a:r>
              <a:rPr lang="es-MX" dirty="0"/>
              <a:t>, inclusive mediante el uso de unidades de inversión, se considerará el ajuste como parte del interés.</a:t>
            </a:r>
          </a:p>
        </p:txBody>
      </p:sp>
      <p:sp>
        <p:nvSpPr>
          <p:cNvPr id="4" name="Content Placeholder 3"/>
          <p:cNvSpPr>
            <a:spLocks noGrp="1"/>
          </p:cNvSpPr>
          <p:nvPr>
            <p:ph sz="half" idx="2"/>
          </p:nvPr>
        </p:nvSpPr>
        <p:spPr/>
        <p:txBody>
          <a:bodyPr>
            <a:normAutofit fontScale="62500" lnSpcReduction="20000"/>
          </a:bodyPr>
          <a:lstStyle/>
          <a:p>
            <a:r>
              <a:rPr lang="es-MX" b="1" dirty="0"/>
              <a:t>DECRETO POR EL QUE SE ESTABLECEN LAS OBLIGACIONES QUE PODRÁN DENOMINARSE EN UNIDADES DE INVERSIÓN Y REFORMA Y ADICIONA DIVERSAS DISPOSICIONES DEL CODIGO FISCAL DE LA FEDERACION Y DE LA LEY DEL IMPUESTO SOBRE LA RENTA. (D.O.F. 1/04/95)</a:t>
            </a:r>
            <a:endParaRPr lang="es-MX" dirty="0"/>
          </a:p>
          <a:p>
            <a:r>
              <a:rPr lang="es-MX" b="1" dirty="0"/>
              <a:t>ARTICULO PRIMERO</a:t>
            </a:r>
            <a:r>
              <a:rPr lang="es-MX" dirty="0"/>
              <a:t>.- Las obligaciones de pago de sumas en moneda nacional convenidas en las operaciones financieras que celebren los correspondientes intermediarios, las contenidas en títulos de crédito, salvo en cheques y, en general, las pactadas en contratos mercantiles o en otros actos de comercio, </a:t>
            </a:r>
            <a:r>
              <a:rPr lang="es-MX" dirty="0">
                <a:solidFill>
                  <a:schemeClr val="accent6"/>
                </a:solidFill>
              </a:rPr>
              <a:t>podrán denominarse en una unidad de cuenta, llamada Unidad de Inversión</a:t>
            </a:r>
            <a:r>
              <a:rPr lang="es-MX" dirty="0"/>
              <a:t>, cuyo valor en pesos para cada día publicará periódicamente el Banco de México en el Diario Oficial de la Federación. </a:t>
            </a:r>
          </a:p>
          <a:p>
            <a:r>
              <a:rPr lang="es-MX" dirty="0"/>
              <a:t>Las obligaciones denominadas en unidades inversión se considerarán de monto determinado. </a:t>
            </a:r>
          </a:p>
        </p:txBody>
      </p:sp>
    </p:spTree>
    <p:extLst>
      <p:ext uri="{BB962C8B-B14F-4D97-AF65-F5344CB8AC3E}">
        <p14:creationId xmlns:p14="http://schemas.microsoft.com/office/powerpoint/2010/main" val="53805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Fluctuación Cambiaria </a:t>
            </a:r>
            <a:r>
              <a:rPr lang="es-MX" sz="1800" dirty="0"/>
              <a:t>(LISR 8-Sexto párrafo)</a:t>
            </a:r>
          </a:p>
        </p:txBody>
      </p:sp>
      <p:sp>
        <p:nvSpPr>
          <p:cNvPr id="3" name="Content Placeholder 2"/>
          <p:cNvSpPr>
            <a:spLocks noGrp="1"/>
          </p:cNvSpPr>
          <p:nvPr>
            <p:ph sz="half" idx="1"/>
          </p:nvPr>
        </p:nvSpPr>
        <p:spPr/>
        <p:txBody>
          <a:bodyPr>
            <a:normAutofit fontScale="85000" lnSpcReduction="20000"/>
          </a:bodyPr>
          <a:lstStyle/>
          <a:p>
            <a:r>
              <a:rPr lang="es-MX" dirty="0">
                <a:solidFill>
                  <a:srgbClr val="92D050"/>
                </a:solidFill>
              </a:rPr>
              <a:t>Se dará el tratamiento </a:t>
            </a:r>
            <a:r>
              <a:rPr lang="es-MX" dirty="0"/>
              <a:t>que esta Ley establece para los intereses, a las ganancias o pérdidas cambiarias, </a:t>
            </a:r>
            <a:r>
              <a:rPr lang="es-MX" dirty="0">
                <a:solidFill>
                  <a:srgbClr val="92D050"/>
                </a:solidFill>
              </a:rPr>
              <a:t>devengadas</a:t>
            </a:r>
            <a:r>
              <a:rPr lang="es-MX" dirty="0"/>
              <a:t> por la fluctuación de la moneda extranjera, incluyendo las correspondientes al principal y al interés mismo</a:t>
            </a:r>
          </a:p>
          <a:p>
            <a:pPr lvl="1"/>
            <a:r>
              <a:rPr lang="es-MX" dirty="0"/>
              <a:t>La pérdida cambiaria no podrá exceder de la que resultaría de considerar el tipo de cambio </a:t>
            </a:r>
            <a:r>
              <a:rPr lang="es-MX" dirty="0">
                <a:solidFill>
                  <a:srgbClr val="00B0F0"/>
                </a:solidFill>
              </a:rPr>
              <a:t>para solventar obligaciones denominadas en moneda extranjera </a:t>
            </a:r>
            <a:r>
              <a:rPr lang="es-MX" dirty="0"/>
              <a:t>pagaderas en la República Mexicana establecido por el Banco de México, que al efecto se publique en el Diario Oficial de la Federación, </a:t>
            </a:r>
            <a:r>
              <a:rPr lang="es-MX" u="sng" dirty="0">
                <a:solidFill>
                  <a:srgbClr val="92D050"/>
                </a:solidFill>
              </a:rPr>
              <a:t>correspondiente</a:t>
            </a:r>
            <a:r>
              <a:rPr lang="es-MX" dirty="0">
                <a:solidFill>
                  <a:srgbClr val="92D050"/>
                </a:solidFill>
              </a:rPr>
              <a:t> al día en que se sufra la pérdida. </a:t>
            </a:r>
          </a:p>
          <a:p>
            <a:endParaRPr lang="es-MX" dirty="0"/>
          </a:p>
        </p:txBody>
      </p:sp>
      <p:sp>
        <p:nvSpPr>
          <p:cNvPr id="4" name="Content Placeholder 3"/>
          <p:cNvSpPr>
            <a:spLocks noGrp="1"/>
          </p:cNvSpPr>
          <p:nvPr>
            <p:ph sz="half" idx="2"/>
          </p:nvPr>
        </p:nvSpPr>
        <p:spPr/>
        <p:txBody>
          <a:bodyPr>
            <a:normAutofit fontScale="85000" lnSpcReduction="10000"/>
          </a:bodyPr>
          <a:lstStyle/>
          <a:p>
            <a:r>
              <a:rPr lang="es-MX" dirty="0"/>
              <a:t>CFF 20-Tercer Párrafo: Para determinar las contribuciones y sus accesorios se considerará el tipo de cambio a que se haya </a:t>
            </a:r>
            <a:r>
              <a:rPr lang="es-MX" dirty="0">
                <a:solidFill>
                  <a:srgbClr val="92D050"/>
                </a:solidFill>
              </a:rPr>
              <a:t>adquirido</a:t>
            </a:r>
            <a:r>
              <a:rPr lang="es-MX" dirty="0"/>
              <a:t> la moneda extranjera de que se trate y </a:t>
            </a:r>
            <a:r>
              <a:rPr lang="es-MX" dirty="0">
                <a:solidFill>
                  <a:srgbClr val="92D050"/>
                </a:solidFill>
              </a:rPr>
              <a:t>no habiendo adquisición</a:t>
            </a:r>
            <a:r>
              <a:rPr lang="es-MX" dirty="0"/>
              <a:t>, se estará al tipo de cambio que el Banco de México </a:t>
            </a:r>
            <a:r>
              <a:rPr lang="es-MX" dirty="0">
                <a:solidFill>
                  <a:srgbClr val="92D050"/>
                </a:solidFill>
              </a:rPr>
              <a:t>publique en el Diario Oficial de la Federación el </a:t>
            </a:r>
            <a:r>
              <a:rPr lang="es-MX" u="sng" dirty="0">
                <a:solidFill>
                  <a:srgbClr val="92D050"/>
                </a:solidFill>
              </a:rPr>
              <a:t>día anterior</a:t>
            </a:r>
            <a:r>
              <a:rPr lang="es-MX" dirty="0"/>
              <a:t> a aquel en que se causen las contribuciones.</a:t>
            </a:r>
          </a:p>
          <a:p>
            <a:pPr lvl="1"/>
            <a:r>
              <a:rPr lang="es-MX" dirty="0"/>
              <a:t>Los días en que el Banco de México no publique dicho tipo de cambio se aplicará el </a:t>
            </a:r>
            <a:r>
              <a:rPr lang="es-MX" dirty="0">
                <a:solidFill>
                  <a:schemeClr val="accent6"/>
                </a:solidFill>
              </a:rPr>
              <a:t>último</a:t>
            </a:r>
            <a:r>
              <a:rPr lang="es-MX" dirty="0"/>
              <a:t> tipo de cambio publicado con anterioridad al día en que se causen las contribuciones. </a:t>
            </a:r>
          </a:p>
        </p:txBody>
      </p:sp>
      <p:cxnSp>
        <p:nvCxnSpPr>
          <p:cNvPr id="11" name="Straight Arrow Connector 10">
            <a:extLst>
              <a:ext uri="{FF2B5EF4-FFF2-40B4-BE49-F238E27FC236}">
                <a16:creationId xmlns:a16="http://schemas.microsoft.com/office/drawing/2014/main" id="{68427E0D-44D2-4278-AAA6-7B653D0407D3}"/>
              </a:ext>
            </a:extLst>
          </p:cNvPr>
          <p:cNvCxnSpPr>
            <a:cxnSpLocks/>
          </p:cNvCxnSpPr>
          <p:nvPr/>
        </p:nvCxnSpPr>
        <p:spPr>
          <a:xfrm flipV="1">
            <a:off x="5129213" y="4371975"/>
            <a:ext cx="3400425" cy="9572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2731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Los intereses en operaciones financieras dependen del tipo de operación</a:t>
            </a:r>
          </a:p>
        </p:txBody>
      </p:sp>
      <p:graphicFrame>
        <p:nvGraphicFramePr>
          <p:cNvPr id="7" name="Content Placeholder 6"/>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1828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4294967295"/>
            <p:extLst>
              <p:ext uri="{D42A27DB-BD31-4B8C-83A1-F6EECF244321}">
                <p14:modId xmlns:p14="http://schemas.microsoft.com/office/powerpoint/2010/main" val="717754313"/>
              </p:ext>
            </p:extLst>
          </p:nvPr>
        </p:nvGraphicFramePr>
        <p:xfrm>
          <a:off x="797169" y="504092"/>
          <a:ext cx="10515600" cy="6024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5331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La Capitalización Insuficiente limita la deducción de los intereses </a:t>
            </a:r>
            <a:r>
              <a:rPr lang="es-MX" sz="1800" dirty="0"/>
              <a:t>LISR 28-XXVII</a:t>
            </a:r>
            <a:endParaRPr lang="es-MX" dirty="0"/>
          </a:p>
        </p:txBody>
      </p:sp>
      <p:graphicFrame>
        <p:nvGraphicFramePr>
          <p:cNvPr id="4" name="3 Marcador de contenido"/>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5120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Caso A</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Arrow Connector 5"/>
          <p:cNvCxnSpPr/>
          <p:nvPr/>
        </p:nvCxnSpPr>
        <p:spPr>
          <a:xfrm>
            <a:off x="3966358" y="2731325"/>
            <a:ext cx="2541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297134" y="2361993"/>
            <a:ext cx="1763240" cy="369332"/>
          </a:xfrm>
          <a:prstGeom prst="rect">
            <a:avLst/>
          </a:prstGeom>
          <a:noFill/>
        </p:spPr>
        <p:txBody>
          <a:bodyPr wrap="none" rtlCol="0">
            <a:spAutoFit/>
          </a:bodyPr>
          <a:lstStyle/>
          <a:p>
            <a:r>
              <a:rPr lang="es-MX" dirty="0"/>
              <a:t>Préstamo = $800</a:t>
            </a:r>
          </a:p>
        </p:txBody>
      </p:sp>
    </p:spTree>
    <p:extLst>
      <p:ext uri="{BB962C8B-B14F-4D97-AF65-F5344CB8AC3E}">
        <p14:creationId xmlns:p14="http://schemas.microsoft.com/office/powerpoint/2010/main" val="3875255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Caso A</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Arrow Connector 5"/>
          <p:cNvCxnSpPr/>
          <p:nvPr/>
        </p:nvCxnSpPr>
        <p:spPr>
          <a:xfrm>
            <a:off x="3966358" y="2731325"/>
            <a:ext cx="2541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297134" y="2361993"/>
            <a:ext cx="1763240" cy="369332"/>
          </a:xfrm>
          <a:prstGeom prst="rect">
            <a:avLst/>
          </a:prstGeom>
          <a:noFill/>
        </p:spPr>
        <p:txBody>
          <a:bodyPr wrap="none" rtlCol="0">
            <a:spAutoFit/>
          </a:bodyPr>
          <a:lstStyle/>
          <a:p>
            <a:r>
              <a:rPr lang="es-MX" dirty="0"/>
              <a:t>Préstamo = $800</a:t>
            </a:r>
          </a:p>
        </p:txBody>
      </p:sp>
      <p:sp>
        <p:nvSpPr>
          <p:cNvPr id="3" name="Oval Callout 2"/>
          <p:cNvSpPr/>
          <p:nvPr/>
        </p:nvSpPr>
        <p:spPr>
          <a:xfrm>
            <a:off x="1638795" y="5379522"/>
            <a:ext cx="2101932" cy="932378"/>
          </a:xfrm>
          <a:prstGeom prst="wedgeEllipseCallout">
            <a:avLst>
              <a:gd name="adj1" fmla="val 211370"/>
              <a:gd name="adj2" fmla="val -24445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Capitalización Insuficiente</a:t>
            </a:r>
          </a:p>
        </p:txBody>
      </p:sp>
    </p:spTree>
    <p:extLst>
      <p:ext uri="{BB962C8B-B14F-4D97-AF65-F5344CB8AC3E}">
        <p14:creationId xmlns:p14="http://schemas.microsoft.com/office/powerpoint/2010/main" val="2509020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Caso B</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Arrow Connector 5"/>
          <p:cNvCxnSpPr/>
          <p:nvPr/>
        </p:nvCxnSpPr>
        <p:spPr>
          <a:xfrm>
            <a:off x="3966358" y="2731325"/>
            <a:ext cx="2541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297134" y="2361993"/>
            <a:ext cx="1763240" cy="369332"/>
          </a:xfrm>
          <a:prstGeom prst="rect">
            <a:avLst/>
          </a:prstGeom>
          <a:noFill/>
        </p:spPr>
        <p:txBody>
          <a:bodyPr wrap="none" rtlCol="0">
            <a:spAutoFit/>
          </a:bodyPr>
          <a:lstStyle/>
          <a:p>
            <a:r>
              <a:rPr lang="es-MX" dirty="0"/>
              <a:t>Préstamo = $800</a:t>
            </a:r>
          </a:p>
        </p:txBody>
      </p:sp>
      <p:sp>
        <p:nvSpPr>
          <p:cNvPr id="3" name="Curved Left Arrow 2"/>
          <p:cNvSpPr/>
          <p:nvPr/>
        </p:nvSpPr>
        <p:spPr>
          <a:xfrm>
            <a:off x="9635836" y="2731324"/>
            <a:ext cx="731520" cy="2434441"/>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7" name="TextBox 6"/>
          <p:cNvSpPr txBox="1"/>
          <p:nvPr/>
        </p:nvSpPr>
        <p:spPr>
          <a:xfrm>
            <a:off x="10367356" y="3763878"/>
            <a:ext cx="1763240" cy="369332"/>
          </a:xfrm>
          <a:prstGeom prst="rect">
            <a:avLst/>
          </a:prstGeom>
          <a:noFill/>
        </p:spPr>
        <p:txBody>
          <a:bodyPr wrap="none" rtlCol="0">
            <a:spAutoFit/>
          </a:bodyPr>
          <a:lstStyle/>
          <a:p>
            <a:r>
              <a:rPr lang="es-MX" dirty="0"/>
              <a:t>Préstamo = $800</a:t>
            </a:r>
          </a:p>
        </p:txBody>
      </p:sp>
    </p:spTree>
    <p:extLst>
      <p:ext uri="{BB962C8B-B14F-4D97-AF65-F5344CB8AC3E}">
        <p14:creationId xmlns:p14="http://schemas.microsoft.com/office/powerpoint/2010/main" val="2961314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Caso B</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Arrow Connector 5"/>
          <p:cNvCxnSpPr/>
          <p:nvPr/>
        </p:nvCxnSpPr>
        <p:spPr>
          <a:xfrm>
            <a:off x="3966358" y="2731325"/>
            <a:ext cx="2541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297134" y="2361993"/>
            <a:ext cx="1763240" cy="369332"/>
          </a:xfrm>
          <a:prstGeom prst="rect">
            <a:avLst/>
          </a:prstGeom>
          <a:noFill/>
        </p:spPr>
        <p:txBody>
          <a:bodyPr wrap="none" rtlCol="0">
            <a:spAutoFit/>
          </a:bodyPr>
          <a:lstStyle/>
          <a:p>
            <a:r>
              <a:rPr lang="es-MX" dirty="0"/>
              <a:t>Préstamo = $800</a:t>
            </a:r>
          </a:p>
        </p:txBody>
      </p:sp>
      <p:sp>
        <p:nvSpPr>
          <p:cNvPr id="3" name="Curved Left Arrow 2"/>
          <p:cNvSpPr/>
          <p:nvPr/>
        </p:nvSpPr>
        <p:spPr>
          <a:xfrm>
            <a:off x="9635836" y="2731324"/>
            <a:ext cx="731520" cy="2434441"/>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7" name="TextBox 6"/>
          <p:cNvSpPr txBox="1"/>
          <p:nvPr/>
        </p:nvSpPr>
        <p:spPr>
          <a:xfrm>
            <a:off x="10367356" y="3763878"/>
            <a:ext cx="1763240" cy="369332"/>
          </a:xfrm>
          <a:prstGeom prst="rect">
            <a:avLst/>
          </a:prstGeom>
          <a:noFill/>
        </p:spPr>
        <p:txBody>
          <a:bodyPr wrap="none" rtlCol="0">
            <a:spAutoFit/>
          </a:bodyPr>
          <a:lstStyle/>
          <a:p>
            <a:r>
              <a:rPr lang="es-MX" dirty="0"/>
              <a:t>Préstamo = $800</a:t>
            </a:r>
          </a:p>
        </p:txBody>
      </p:sp>
      <p:sp>
        <p:nvSpPr>
          <p:cNvPr id="8" name="Oval Callout 7"/>
          <p:cNvSpPr/>
          <p:nvPr/>
        </p:nvSpPr>
        <p:spPr>
          <a:xfrm>
            <a:off x="1638795" y="5379522"/>
            <a:ext cx="2101932" cy="932378"/>
          </a:xfrm>
          <a:prstGeom prst="wedgeEllipseCallout">
            <a:avLst>
              <a:gd name="adj1" fmla="val 211370"/>
              <a:gd name="adj2" fmla="val -24445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Capitalización Insuficiente</a:t>
            </a:r>
          </a:p>
        </p:txBody>
      </p:sp>
      <p:sp>
        <p:nvSpPr>
          <p:cNvPr id="5" name="Oval Callout 4"/>
          <p:cNvSpPr/>
          <p:nvPr/>
        </p:nvSpPr>
        <p:spPr>
          <a:xfrm>
            <a:off x="9635836" y="463138"/>
            <a:ext cx="2085109" cy="612648"/>
          </a:xfrm>
          <a:prstGeom prst="wedgeEllipseCallout">
            <a:avLst>
              <a:gd name="adj1" fmla="val -17144"/>
              <a:gd name="adj2" fmla="val 43660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Back-to-Back</a:t>
            </a:r>
          </a:p>
        </p:txBody>
      </p:sp>
    </p:spTree>
    <p:extLst>
      <p:ext uri="{BB962C8B-B14F-4D97-AF65-F5344CB8AC3E}">
        <p14:creationId xmlns:p14="http://schemas.microsoft.com/office/powerpoint/2010/main" val="3088825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Caso C</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Arrow Connector 5"/>
          <p:cNvCxnSpPr/>
          <p:nvPr/>
        </p:nvCxnSpPr>
        <p:spPr>
          <a:xfrm>
            <a:off x="3966358" y="2731325"/>
            <a:ext cx="254132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297134" y="2361993"/>
            <a:ext cx="1763240" cy="369332"/>
          </a:xfrm>
          <a:prstGeom prst="rect">
            <a:avLst/>
          </a:prstGeom>
          <a:noFill/>
        </p:spPr>
        <p:txBody>
          <a:bodyPr wrap="none" rtlCol="0">
            <a:spAutoFit/>
          </a:bodyPr>
          <a:lstStyle/>
          <a:p>
            <a:r>
              <a:rPr lang="es-MX" dirty="0"/>
              <a:t>Préstamo = $200</a:t>
            </a:r>
          </a:p>
        </p:txBody>
      </p:sp>
      <p:cxnSp>
        <p:nvCxnSpPr>
          <p:cNvPr id="5" name="Elbow Connector 4"/>
          <p:cNvCxnSpPr/>
          <p:nvPr/>
        </p:nvCxnSpPr>
        <p:spPr>
          <a:xfrm>
            <a:off x="2363190" y="3633849"/>
            <a:ext cx="4144488" cy="1603169"/>
          </a:xfrm>
          <a:prstGeom prst="bentConnector3">
            <a:avLst>
              <a:gd name="adj1" fmla="val -14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553814" y="4867686"/>
            <a:ext cx="1763240" cy="369332"/>
          </a:xfrm>
          <a:prstGeom prst="rect">
            <a:avLst/>
          </a:prstGeom>
          <a:noFill/>
        </p:spPr>
        <p:txBody>
          <a:bodyPr wrap="none" rtlCol="0">
            <a:spAutoFit/>
          </a:bodyPr>
          <a:lstStyle/>
          <a:p>
            <a:r>
              <a:rPr lang="es-MX" dirty="0"/>
              <a:t>Préstamo = $600</a:t>
            </a:r>
          </a:p>
        </p:txBody>
      </p:sp>
      <p:sp>
        <p:nvSpPr>
          <p:cNvPr id="12" name="Curved Left Arrow 11"/>
          <p:cNvSpPr/>
          <p:nvPr/>
        </p:nvSpPr>
        <p:spPr>
          <a:xfrm>
            <a:off x="9635836" y="2731324"/>
            <a:ext cx="731520" cy="2434441"/>
          </a:xfrm>
          <a:prstGeom prst="curvedLef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3" name="TextBox 12"/>
          <p:cNvSpPr txBox="1"/>
          <p:nvPr/>
        </p:nvSpPr>
        <p:spPr>
          <a:xfrm>
            <a:off x="10367356" y="3763878"/>
            <a:ext cx="1520353" cy="369332"/>
          </a:xfrm>
          <a:prstGeom prst="rect">
            <a:avLst/>
          </a:prstGeom>
          <a:noFill/>
        </p:spPr>
        <p:txBody>
          <a:bodyPr wrap="none" rtlCol="0">
            <a:spAutoFit/>
          </a:bodyPr>
          <a:lstStyle/>
          <a:p>
            <a:r>
              <a:rPr lang="es-MX" dirty="0"/>
              <a:t>Capital = $200</a:t>
            </a:r>
          </a:p>
        </p:txBody>
      </p:sp>
    </p:spTree>
    <p:extLst>
      <p:ext uri="{BB962C8B-B14F-4D97-AF65-F5344CB8AC3E}">
        <p14:creationId xmlns:p14="http://schemas.microsoft.com/office/powerpoint/2010/main" val="2076383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Limitante 30% UFIA </a:t>
            </a:r>
            <a:r>
              <a:rPr lang="es-MX" sz="1800" dirty="0"/>
              <a:t>LISR 28-XXXII</a:t>
            </a:r>
            <a:endParaRPr lang="es-MX"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407380316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Callout 7">
            <a:extLst>
              <a:ext uri="{FF2B5EF4-FFF2-40B4-BE49-F238E27FC236}">
                <a16:creationId xmlns:a16="http://schemas.microsoft.com/office/drawing/2014/main" id="{932573CF-E22F-378A-A082-0DE683B6AF19}"/>
              </a:ext>
            </a:extLst>
          </p:cNvPr>
          <p:cNvSpPr/>
          <p:nvPr/>
        </p:nvSpPr>
        <p:spPr>
          <a:xfrm>
            <a:off x="4286993" y="5560497"/>
            <a:ext cx="2101932" cy="932378"/>
          </a:xfrm>
          <a:prstGeom prst="wedgeEllipseCallout">
            <a:avLst>
              <a:gd name="adj1" fmla="val 106286"/>
              <a:gd name="adj2" fmla="val -122181"/>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Sujeto al límite de 30% UFIA</a:t>
            </a:r>
          </a:p>
        </p:txBody>
      </p:sp>
      <p:sp>
        <p:nvSpPr>
          <p:cNvPr id="7" name="Oval Callout 7">
            <a:extLst>
              <a:ext uri="{FF2B5EF4-FFF2-40B4-BE49-F238E27FC236}">
                <a16:creationId xmlns:a16="http://schemas.microsoft.com/office/drawing/2014/main" id="{4535C6F8-15BB-3E45-7D9A-FC10F3484FB1}"/>
              </a:ext>
            </a:extLst>
          </p:cNvPr>
          <p:cNvSpPr/>
          <p:nvPr/>
        </p:nvSpPr>
        <p:spPr>
          <a:xfrm>
            <a:off x="6968836" y="681037"/>
            <a:ext cx="2101932" cy="932378"/>
          </a:xfrm>
          <a:prstGeom prst="wedgeEllipseCallout">
            <a:avLst>
              <a:gd name="adj1" fmla="val -110099"/>
              <a:gd name="adj2" fmla="val 23062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Intereses Netos - Límite</a:t>
            </a:r>
          </a:p>
        </p:txBody>
      </p:sp>
      <p:sp>
        <p:nvSpPr>
          <p:cNvPr id="8" name="Oval Callout 7">
            <a:extLst>
              <a:ext uri="{FF2B5EF4-FFF2-40B4-BE49-F238E27FC236}">
                <a16:creationId xmlns:a16="http://schemas.microsoft.com/office/drawing/2014/main" id="{7FBEE1FF-E210-41DA-C84F-63BA3E041D86}"/>
              </a:ext>
            </a:extLst>
          </p:cNvPr>
          <p:cNvSpPr/>
          <p:nvPr/>
        </p:nvSpPr>
        <p:spPr>
          <a:xfrm>
            <a:off x="8653154" y="1359436"/>
            <a:ext cx="2101932" cy="932378"/>
          </a:xfrm>
          <a:prstGeom prst="wedgeEllipseCallout">
            <a:avLst>
              <a:gd name="adj1" fmla="val -157557"/>
              <a:gd name="adj2" fmla="val 165666"/>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Si es “0” o negativo se deduce todo</a:t>
            </a:r>
          </a:p>
        </p:txBody>
      </p:sp>
    </p:spTree>
    <p:extLst>
      <p:ext uri="{BB962C8B-B14F-4D97-AF65-F5344CB8AC3E}">
        <p14:creationId xmlns:p14="http://schemas.microsoft.com/office/powerpoint/2010/main" val="22816345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Limitante 30% UFIA </a:t>
            </a:r>
            <a:r>
              <a:rPr lang="es-MX" sz="1800" dirty="0"/>
              <a:t>LISR 28-XXXII</a:t>
            </a:r>
            <a:endParaRPr lang="es-MX"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67765144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Callout 7">
            <a:extLst>
              <a:ext uri="{FF2B5EF4-FFF2-40B4-BE49-F238E27FC236}">
                <a16:creationId xmlns:a16="http://schemas.microsoft.com/office/drawing/2014/main" id="{F807B212-745D-AA58-5219-237C226E9DEA}"/>
              </a:ext>
            </a:extLst>
          </p:cNvPr>
          <p:cNvSpPr/>
          <p:nvPr/>
        </p:nvSpPr>
        <p:spPr>
          <a:xfrm>
            <a:off x="2230583" y="5925622"/>
            <a:ext cx="2101932" cy="932378"/>
          </a:xfrm>
          <a:prstGeom prst="wedgeEllipseCallout">
            <a:avLst>
              <a:gd name="adj1" fmla="val -52471"/>
              <a:gd name="adj2" fmla="val -4703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solidFill>
                  <a:schemeClr val="tx1"/>
                </a:solidFill>
              </a:rPr>
              <a:t>Compartido por empresas de mismo Grupo (asignado por proporción ingresos)</a:t>
            </a:r>
            <a:endParaRPr lang="es-MX" sz="1100" dirty="0">
              <a:solidFill>
                <a:schemeClr val="tx1"/>
              </a:solidFill>
            </a:endParaRPr>
          </a:p>
        </p:txBody>
      </p:sp>
      <p:sp>
        <p:nvSpPr>
          <p:cNvPr id="4" name="Oval Callout 7">
            <a:extLst>
              <a:ext uri="{FF2B5EF4-FFF2-40B4-BE49-F238E27FC236}">
                <a16:creationId xmlns:a16="http://schemas.microsoft.com/office/drawing/2014/main" id="{77DA5C98-3610-0D6C-5A62-83AAA7837099}"/>
              </a:ext>
            </a:extLst>
          </p:cNvPr>
          <p:cNvSpPr/>
          <p:nvPr/>
        </p:nvSpPr>
        <p:spPr>
          <a:xfrm>
            <a:off x="2076204" y="1181390"/>
            <a:ext cx="2101932" cy="932378"/>
          </a:xfrm>
          <a:prstGeom prst="wedgeEllipseCallout">
            <a:avLst>
              <a:gd name="adj1" fmla="val -54731"/>
              <a:gd name="adj2" fmla="val 3575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Si Intereses Netos son negativos NO APLICA LIMITANTE</a:t>
            </a:r>
            <a:endParaRPr lang="es-MX" sz="1200" dirty="0">
              <a:solidFill>
                <a:schemeClr val="tx1"/>
              </a:solidFill>
            </a:endParaRPr>
          </a:p>
        </p:txBody>
      </p:sp>
      <p:sp>
        <p:nvSpPr>
          <p:cNvPr id="6" name="Oval Callout 7">
            <a:extLst>
              <a:ext uri="{FF2B5EF4-FFF2-40B4-BE49-F238E27FC236}">
                <a16:creationId xmlns:a16="http://schemas.microsoft.com/office/drawing/2014/main" id="{300B923E-023B-21B3-8656-9B69E0BC5A0F}"/>
              </a:ext>
            </a:extLst>
          </p:cNvPr>
          <p:cNvSpPr/>
          <p:nvPr/>
        </p:nvSpPr>
        <p:spPr>
          <a:xfrm>
            <a:off x="5045034" y="1181390"/>
            <a:ext cx="2101932" cy="932378"/>
          </a:xfrm>
          <a:prstGeom prst="wedgeEllipseCallout">
            <a:avLst>
              <a:gd name="adj1" fmla="val 636"/>
              <a:gd name="adj2" fmla="val 72689"/>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Si UFIA &lt; 0 sólo se pueden deducir hasta $20,000,000 (proporcional)</a:t>
            </a:r>
            <a:endParaRPr lang="es-MX" sz="1200" dirty="0">
              <a:solidFill>
                <a:schemeClr val="tx1"/>
              </a:solidFill>
            </a:endParaRPr>
          </a:p>
        </p:txBody>
      </p:sp>
    </p:spTree>
    <p:extLst>
      <p:ext uri="{BB962C8B-B14F-4D97-AF65-F5344CB8AC3E}">
        <p14:creationId xmlns:p14="http://schemas.microsoft.com/office/powerpoint/2010/main" val="2008791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Limitante 30% UFIA </a:t>
            </a:r>
            <a:r>
              <a:rPr lang="es-MX" sz="1800" dirty="0"/>
              <a:t>LISR 28-XXXII</a:t>
            </a:r>
            <a:endParaRPr lang="es-MX"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80869871"/>
              </p:ext>
            </p:extLst>
          </p:nvPr>
        </p:nvGraphicFramePr>
        <p:xfrm>
          <a:off x="1348839" y="1690688"/>
          <a:ext cx="610886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Oval Callout 7">
            <a:extLst>
              <a:ext uri="{FF2B5EF4-FFF2-40B4-BE49-F238E27FC236}">
                <a16:creationId xmlns:a16="http://schemas.microsoft.com/office/drawing/2014/main" id="{EED470A5-EF2D-EE58-328E-2C0A784F7213}"/>
              </a:ext>
            </a:extLst>
          </p:cNvPr>
          <p:cNvSpPr/>
          <p:nvPr/>
        </p:nvSpPr>
        <p:spPr>
          <a:xfrm>
            <a:off x="8741228" y="1519877"/>
            <a:ext cx="2730335" cy="1484580"/>
          </a:xfrm>
          <a:prstGeom prst="wedgeEllipseCallout">
            <a:avLst>
              <a:gd name="adj1" fmla="val -145749"/>
              <a:gd name="adj2" fmla="val -782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dirty="0">
                <a:solidFill>
                  <a:schemeClr val="tx1"/>
                </a:solidFill>
              </a:rPr>
              <a:t>Ingresos</a:t>
            </a:r>
            <a:r>
              <a:rPr lang="es-ES" sz="1600" dirty="0">
                <a:solidFill>
                  <a:schemeClr val="tx1"/>
                </a:solidFill>
              </a:rPr>
              <a:t> de estas actividades se deben disminuir de UFIA – </a:t>
            </a:r>
            <a:r>
              <a:rPr lang="es-ES" sz="1600" b="1" dirty="0">
                <a:solidFill>
                  <a:schemeClr val="tx1"/>
                </a:solidFill>
              </a:rPr>
              <a:t>DISTORSIÓN RELEVANTE</a:t>
            </a:r>
            <a:endParaRPr lang="es-MX" sz="1600" b="1" dirty="0">
              <a:solidFill>
                <a:schemeClr val="tx1"/>
              </a:solidFill>
            </a:endParaRPr>
          </a:p>
        </p:txBody>
      </p:sp>
    </p:spTree>
    <p:extLst>
      <p:ext uri="{BB962C8B-B14F-4D97-AF65-F5344CB8AC3E}">
        <p14:creationId xmlns:p14="http://schemas.microsoft.com/office/powerpoint/2010/main" val="22676286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TotalTime>
  <Words>2914</Words>
  <Application>Microsoft Office PowerPoint</Application>
  <PresentationFormat>Panorámica</PresentationFormat>
  <Paragraphs>422</Paragraphs>
  <Slides>34</Slides>
  <Notes>30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34</vt:i4>
      </vt:variant>
    </vt:vector>
  </HeadingPairs>
  <TitlesOfParts>
    <vt:vector size="38" baseType="lpstr">
      <vt:lpstr>Arial</vt:lpstr>
      <vt:lpstr>Calibri</vt:lpstr>
      <vt:lpstr>Calibri Light</vt:lpstr>
      <vt:lpstr>Tema de Office</vt:lpstr>
      <vt:lpstr>Intereses</vt:lpstr>
      <vt:lpstr>Intereses (LISR 18)</vt:lpstr>
      <vt:lpstr>Los intereses se acumulan conforme se devengan, excepto algunos moratorios</vt:lpstr>
      <vt:lpstr>El concepto de “interés” es amplio</vt:lpstr>
      <vt:lpstr>Los intereses se definen como los rendimientos de créditos de cualquier clase (LISR 8-Primer párrafo)</vt:lpstr>
      <vt:lpstr>Conceptos considerados como intereses (LISR 8-Segundo, Tercero, Cuarto y Quinto párrafos)</vt:lpstr>
      <vt:lpstr>Conceptos tratados como intereses (LISR 8-Sexto y Séptimo párrafos; LISR 20-Cuarto Párrafo)</vt:lpstr>
      <vt:lpstr>Concepto de Intereses (LISR 8-Primer párrafo)</vt:lpstr>
      <vt:lpstr>Hay títulos cuyo rendimiento se conoce hasta que se enajena, amortiza o redime</vt:lpstr>
      <vt:lpstr>El costo se adiciona con los intereses devengados, ya acumulados, que no se han cobrado (RLISR 11-Segundo párrafo)</vt:lpstr>
      <vt:lpstr>El premio en reporto se considera interés y se acumula conforme se devenga (LISR 8-Primer párrafo) </vt:lpstr>
      <vt:lpstr>Si el precio del título varía en el mercado, se acumula hasta que se enajena, amortiza o redime (RLISR 11-Primer párrafo)</vt:lpstr>
      <vt:lpstr>Factoraje Financiero (LISR 8-Segundo párrafo)</vt:lpstr>
      <vt:lpstr>La ganancia en factoraje se considera interés y se acumula conforme se devenga</vt:lpstr>
      <vt:lpstr>Arrendamiento Financiero (LISR 8-Tercer párrafo)</vt:lpstr>
      <vt:lpstr>La diferencia entre el MOI y el total de pagos se considera interés y se tiene sus efectos conforme se devenga</vt:lpstr>
      <vt:lpstr>Cesión de Derechos (LISR 8-Cuarto párrafo)</vt:lpstr>
      <vt:lpstr>La Bursatilización de Rentas se considera una operación de financiamiento</vt:lpstr>
      <vt:lpstr>Presentación de PowerPoint</vt:lpstr>
      <vt:lpstr>Presentación de PowerPoint</vt:lpstr>
      <vt:lpstr>Presentación de PowerPoint</vt:lpstr>
      <vt:lpstr>Ajustes por Índices y Otros (LISR 8-Quinto párrafo)</vt:lpstr>
      <vt:lpstr>Fluctuación Cambiaria (LISR 8-Sexto párrafo)</vt:lpstr>
      <vt:lpstr>Los intereses en operaciones financieras dependen del tipo de operación</vt:lpstr>
      <vt:lpstr>Presentación de PowerPoint</vt:lpstr>
      <vt:lpstr>La Capitalización Insuficiente limita la deducción de los intereses LISR 28-XXVII</vt:lpstr>
      <vt:lpstr>Caso A</vt:lpstr>
      <vt:lpstr>Caso A</vt:lpstr>
      <vt:lpstr>Caso B</vt:lpstr>
      <vt:lpstr>Caso B</vt:lpstr>
      <vt:lpstr>Caso C</vt:lpstr>
      <vt:lpstr>Limitante 30% UFIA LISR 28-XXXII</vt:lpstr>
      <vt:lpstr>Limitante 30% UFIA LISR 28-XXXII</vt:lpstr>
      <vt:lpstr>Limitante 30% UFIA LISR 28-XXXII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Área de Oportunidad</dc:title>
  <dc:creator>Jaime De Leon R.</dc:creator>
  <cp:lastModifiedBy>Jaime De León R.</cp:lastModifiedBy>
  <cp:revision>4</cp:revision>
  <dcterms:created xsi:type="dcterms:W3CDTF">2022-06-10T16:01:17Z</dcterms:created>
  <dcterms:modified xsi:type="dcterms:W3CDTF">2025-03-12T07:38:50Z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37ea1f-2c5d-459d-abec-9c12fc11b92c_Enabled">
    <vt:lpwstr>true</vt:lpwstr>
  </property>
  <property fmtid="{D5CDD505-2E9C-101B-9397-08002B2CF9AE}" pid="3" name="MSIP_Label_d537ea1f-2c5d-459d-abec-9c12fc11b92c_SetDate">
    <vt:lpwstr>2024-09-11T19:48:15Z</vt:lpwstr>
  </property>
  <property fmtid="{D5CDD505-2E9C-101B-9397-08002B2CF9AE}" pid="4" name="MSIP_Label_d537ea1f-2c5d-459d-abec-9c12fc11b92c_Method">
    <vt:lpwstr>Privileged</vt:lpwstr>
  </property>
  <property fmtid="{D5CDD505-2E9C-101B-9397-08002B2CF9AE}" pid="5" name="MSIP_Label_d537ea1f-2c5d-459d-abec-9c12fc11b92c_Name">
    <vt:lpwstr>General</vt:lpwstr>
  </property>
  <property fmtid="{D5CDD505-2E9C-101B-9397-08002B2CF9AE}" pid="6" name="MSIP_Label_d537ea1f-2c5d-459d-abec-9c12fc11b92c_SiteId">
    <vt:lpwstr>5a3c2a26-df13-4524-9df2-07d9a4d4a7d0</vt:lpwstr>
  </property>
  <property fmtid="{D5CDD505-2E9C-101B-9397-08002B2CF9AE}" pid="7" name="MSIP_Label_d537ea1f-2c5d-459d-abec-9c12fc11b92c_ActionId">
    <vt:lpwstr>8dbc8b15-e698-448c-8ae4-ce6e05993e9a</vt:lpwstr>
  </property>
  <property fmtid="{D5CDD505-2E9C-101B-9397-08002B2CF9AE}" pid="8" name="MSIP_Label_d537ea1f-2c5d-459d-abec-9c12fc11b92c_ContentBits">
    <vt:lpwstr>0</vt:lpwstr>
  </property>
</Properties>
</file>