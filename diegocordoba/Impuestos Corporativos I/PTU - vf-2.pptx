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xml" ContentType="application/vnd.openxmlformats-officedocument.presentationml.tags+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5.xml" ContentType="application/vnd.openxmlformats-officedocument.presentationml.tags+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6.xml" ContentType="application/vnd.openxmlformats-officedocument.presentationml.tags+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7.xml" ContentType="application/vnd.openxmlformats-officedocument.presentationml.tag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96" r:id="rId2"/>
    <p:sldId id="1114" r:id="rId3"/>
    <p:sldId id="1115" r:id="rId4"/>
    <p:sldId id="624" r:id="rId5"/>
    <p:sldId id="639" r:id="rId6"/>
    <p:sldId id="640" r:id="rId7"/>
    <p:sldId id="1157" r:id="rId8"/>
    <p:sldId id="641" r:id="rId9"/>
    <p:sldId id="1116" r:id="rId10"/>
    <p:sldId id="1072" r:id="rId11"/>
    <p:sldId id="1156" r:id="rId12"/>
  </p:sldIdLst>
  <p:sldSz cx="12192000" cy="6858000"/>
  <p:notesSz cx="7010400" cy="92964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vier Goyeneche" initials="JG" lastIdx="2" clrIdx="0">
    <p:extLst>
      <p:ext uri="{19B8F6BF-5375-455C-9EA6-DF929625EA0E}">
        <p15:presenceInfo xmlns:p15="http://schemas.microsoft.com/office/powerpoint/2012/main" userId="2e1c121113a56a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5B9BD5"/>
    <a:srgbClr val="EAEFF7"/>
    <a:srgbClr val="FFFF00"/>
    <a:srgbClr val="D2DE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3605" autoAdjust="0"/>
  </p:normalViewPr>
  <p:slideViewPr>
    <p:cSldViewPr snapToGrid="0">
      <p:cViewPr varScale="1">
        <p:scale>
          <a:sx n="86" d="100"/>
          <a:sy n="86" d="100"/>
        </p:scale>
        <p:origin x="562"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De León R." userId="6107559c-c399-4371-a23a-d124d3599f82" providerId="ADAL" clId="{34C6BE2A-836A-104D-8CDB-88119F3C5F01}"/>
    <pc:docChg chg="delSld modSection">
      <pc:chgData name="Jaime De León R." userId="6107559c-c399-4371-a23a-d124d3599f82" providerId="ADAL" clId="{34C6BE2A-836A-104D-8CDB-88119F3C5F01}" dt="2025-04-02T13:54:54.120" v="0" actId="2696"/>
      <pc:docMkLst>
        <pc:docMk/>
      </pc:docMkLst>
      <pc:sldChg chg="del">
        <pc:chgData name="Jaime De León R." userId="6107559c-c399-4371-a23a-d124d3599f82" providerId="ADAL" clId="{34C6BE2A-836A-104D-8CDB-88119F3C5F01}" dt="2025-04-02T13:54:54.120" v="0" actId="2696"/>
        <pc:sldMkLst>
          <pc:docMk/>
          <pc:sldMk cId="3163667235" sldId="48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00B97F-4E40-4DE4-92F9-489EE4BE3234}"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3EAEEBE0-666D-47DA-8C8D-3B6194DC2EB7}">
      <dgm:prSet phldrT="[Text]"/>
      <dgm:spPr/>
      <dgm:t>
        <a:bodyPr/>
        <a:lstStyle/>
        <a:p>
          <a:r>
            <a:rPr lang="es-MX" dirty="0"/>
            <a:t>CONS 123-IX</a:t>
          </a:r>
        </a:p>
      </dgm:t>
    </dgm:pt>
    <dgm:pt modelId="{D501307D-61E0-4F20-B990-4AF11F37492A}" type="parTrans" cxnId="{35818F88-69BF-4076-86DD-0CD3BEC7950A}">
      <dgm:prSet/>
      <dgm:spPr/>
      <dgm:t>
        <a:bodyPr/>
        <a:lstStyle/>
        <a:p>
          <a:endParaRPr lang="es-MX"/>
        </a:p>
      </dgm:t>
    </dgm:pt>
    <dgm:pt modelId="{EF994F4F-455D-4869-8B17-E2CEBDE16063}" type="sibTrans" cxnId="{35818F88-69BF-4076-86DD-0CD3BEC7950A}">
      <dgm:prSet/>
      <dgm:spPr>
        <a:solidFill>
          <a:srgbClr val="92D050"/>
        </a:solidFill>
      </dgm:spPr>
      <dgm:t>
        <a:bodyPr/>
        <a:lstStyle/>
        <a:p>
          <a:endParaRPr lang="es-MX"/>
        </a:p>
      </dgm:t>
    </dgm:pt>
    <dgm:pt modelId="{EDE52FA3-E77F-444D-A453-68DD99A2DB30}">
      <dgm:prSet phldrT="[Text]"/>
      <dgm:spPr/>
      <dgm:t>
        <a:bodyPr/>
        <a:lstStyle/>
        <a:p>
          <a:pPr>
            <a:buFontTx/>
            <a:buNone/>
          </a:pPr>
          <a:r>
            <a:rPr lang="es-MX" dirty="0"/>
            <a:t>Los trabajadores tendrán derecho a una participación en las utilidades de las empresas, regulada de conformidad con las siguientes normas:</a:t>
          </a:r>
        </a:p>
      </dgm:t>
    </dgm:pt>
    <dgm:pt modelId="{382A1991-C6ED-4E8C-B13B-27700752EF88}" type="parTrans" cxnId="{295D84AC-C7A1-4534-B0A8-2A7EB29E7C7A}">
      <dgm:prSet/>
      <dgm:spPr/>
      <dgm:t>
        <a:bodyPr/>
        <a:lstStyle/>
        <a:p>
          <a:endParaRPr lang="es-MX"/>
        </a:p>
      </dgm:t>
    </dgm:pt>
    <dgm:pt modelId="{5A80D1E0-542A-452A-AE64-307F9E933ACE}" type="sibTrans" cxnId="{295D84AC-C7A1-4534-B0A8-2A7EB29E7C7A}">
      <dgm:prSet/>
      <dgm:spPr/>
      <dgm:t>
        <a:bodyPr/>
        <a:lstStyle/>
        <a:p>
          <a:endParaRPr lang="es-MX"/>
        </a:p>
      </dgm:t>
    </dgm:pt>
    <dgm:pt modelId="{A3F74A6B-4F9E-4149-BE63-EA64F5EE8DD4}">
      <dgm:prSet phldrT="[Text]"/>
      <dgm:spPr/>
      <dgm:t>
        <a:bodyPr/>
        <a:lstStyle/>
        <a:p>
          <a:r>
            <a:rPr lang="es-MX" dirty="0"/>
            <a:t>LISR 9</a:t>
          </a:r>
        </a:p>
      </dgm:t>
    </dgm:pt>
    <dgm:pt modelId="{72387AF8-2E7F-4344-AE70-BD37BD9BC528}" type="parTrans" cxnId="{C4E97D6D-C50C-45DF-812C-44C859D9D17F}">
      <dgm:prSet/>
      <dgm:spPr/>
      <dgm:t>
        <a:bodyPr/>
        <a:lstStyle/>
        <a:p>
          <a:endParaRPr lang="es-MX"/>
        </a:p>
      </dgm:t>
    </dgm:pt>
    <dgm:pt modelId="{FF933EF3-B74A-480E-8F8B-2C92C01CB8B5}" type="sibTrans" cxnId="{C4E97D6D-C50C-45DF-812C-44C859D9D17F}">
      <dgm:prSet/>
      <dgm:spPr>
        <a:solidFill>
          <a:srgbClr val="92D050"/>
        </a:solidFill>
      </dgm:spPr>
      <dgm:t>
        <a:bodyPr/>
        <a:lstStyle/>
        <a:p>
          <a:endParaRPr lang="es-MX"/>
        </a:p>
      </dgm:t>
    </dgm:pt>
    <dgm:pt modelId="{0F1DDA95-B0BD-47DB-84A9-CCA932133217}">
      <dgm:prSet phldrT="[Text]"/>
      <dgm:spPr/>
      <dgm:t>
        <a:bodyPr/>
        <a:lstStyle/>
        <a:p>
          <a:pPr>
            <a:buNone/>
          </a:pPr>
          <a:r>
            <a:rPr lang="es-MX" dirty="0"/>
            <a:t>Para la determinación de la </a:t>
          </a:r>
          <a:r>
            <a:rPr lang="es-MX" dirty="0">
              <a:solidFill>
                <a:srgbClr val="92D050"/>
              </a:solidFill>
            </a:rPr>
            <a:t>renta gravable </a:t>
          </a:r>
          <a:r>
            <a:rPr lang="es-MX" dirty="0"/>
            <a:t>en materia de participación de los trabajadores en las utilidades de las empresas, los contribuyentes </a:t>
          </a:r>
          <a:r>
            <a:rPr lang="es-MX" dirty="0">
              <a:solidFill>
                <a:srgbClr val="92D050"/>
              </a:solidFill>
            </a:rPr>
            <a:t>deberán disminuir de los ingresos acumulables las cantidades que no hubiesen sido deducibles en los términos de la fracción XXX del artículo 28 de esta Ley. (Pagos no acumulables para el trabajador 53% ó 47%)</a:t>
          </a:r>
        </a:p>
      </dgm:t>
    </dgm:pt>
    <dgm:pt modelId="{FA3EBFA9-8775-43D1-9BDA-B02825C15BCE}" type="parTrans" cxnId="{F39AAE27-1CA7-45A4-A5E1-7AD7F51E6134}">
      <dgm:prSet/>
      <dgm:spPr/>
      <dgm:t>
        <a:bodyPr/>
        <a:lstStyle/>
        <a:p>
          <a:endParaRPr lang="es-MX"/>
        </a:p>
      </dgm:t>
    </dgm:pt>
    <dgm:pt modelId="{FDF69A34-376A-4188-AB4A-FB4163493233}" type="sibTrans" cxnId="{F39AAE27-1CA7-45A4-A5E1-7AD7F51E6134}">
      <dgm:prSet/>
      <dgm:spPr/>
      <dgm:t>
        <a:bodyPr/>
        <a:lstStyle/>
        <a:p>
          <a:endParaRPr lang="es-MX"/>
        </a:p>
      </dgm:t>
    </dgm:pt>
    <dgm:pt modelId="{2C26D353-1E14-450B-8EEA-2A0FAA17F54D}">
      <dgm:prSet phldrT="[Text]"/>
      <dgm:spPr/>
      <dgm:t>
        <a:bodyPr/>
        <a:lstStyle/>
        <a:p>
          <a:r>
            <a:rPr lang="es-MX" dirty="0"/>
            <a:t>LISR 9</a:t>
          </a:r>
        </a:p>
      </dgm:t>
    </dgm:pt>
    <dgm:pt modelId="{05B4DA57-67D4-4BA8-81F7-44CE1C35F3F1}" type="parTrans" cxnId="{63248579-BDF9-4A98-BF07-122C0FA0C163}">
      <dgm:prSet/>
      <dgm:spPr/>
      <dgm:t>
        <a:bodyPr/>
        <a:lstStyle/>
        <a:p>
          <a:endParaRPr lang="es-MX"/>
        </a:p>
      </dgm:t>
    </dgm:pt>
    <dgm:pt modelId="{9D534178-3E6B-4962-9581-B690E31DBE5A}" type="sibTrans" cxnId="{63248579-BDF9-4A98-BF07-122C0FA0C163}">
      <dgm:prSet/>
      <dgm:spPr/>
      <dgm:t>
        <a:bodyPr/>
        <a:lstStyle/>
        <a:p>
          <a:endParaRPr lang="es-MX"/>
        </a:p>
      </dgm:t>
    </dgm:pt>
    <dgm:pt modelId="{A6B50D1F-2052-4B08-BB65-CE85ADD0CD7E}">
      <dgm:prSet phldrT="[Text]"/>
      <dgm:spPr/>
      <dgm:t>
        <a:bodyPr/>
        <a:lstStyle/>
        <a:p>
          <a:pPr>
            <a:buFontTx/>
            <a:buNone/>
          </a:pPr>
          <a:r>
            <a:rPr lang="es-MX" dirty="0">
              <a:solidFill>
                <a:schemeClr val="tx1"/>
              </a:solidFill>
            </a:rPr>
            <a:t>Para determinar la </a:t>
          </a:r>
          <a:r>
            <a:rPr lang="es-MX" dirty="0">
              <a:solidFill>
                <a:srgbClr val="92D050"/>
              </a:solidFill>
            </a:rPr>
            <a:t>renta gravable </a:t>
          </a:r>
          <a:r>
            <a:rPr lang="es-MX" dirty="0">
              <a:solidFill>
                <a:schemeClr val="tx1"/>
              </a:solidFill>
            </a:rPr>
            <a:t>a que se refiere el inciso e) de la fracción IX del artículo 123, apartado A de la Constitución Política de los Estados Unidos Mexicanos</a:t>
          </a:r>
          <a:r>
            <a:rPr lang="es-MX" dirty="0"/>
            <a:t>, </a:t>
          </a:r>
          <a:r>
            <a:rPr lang="es-MX" dirty="0">
              <a:solidFill>
                <a:srgbClr val="92D050"/>
              </a:solidFill>
            </a:rPr>
            <a:t>no se disminuirá la participación de los trabajadores en las utilidades de las empresas pagada en el ejercicio ni las pérdidas fiscales pendientes de aplicar de ejercicios anteriores.</a:t>
          </a:r>
        </a:p>
      </dgm:t>
    </dgm:pt>
    <dgm:pt modelId="{DBCEA185-B349-4DC1-A008-29A2C4AA4190}" type="parTrans" cxnId="{A3AEFEEF-81C9-412F-86E0-BCA01F94F3DB}">
      <dgm:prSet/>
      <dgm:spPr/>
      <dgm:t>
        <a:bodyPr/>
        <a:lstStyle/>
        <a:p>
          <a:endParaRPr lang="es-MX"/>
        </a:p>
      </dgm:t>
    </dgm:pt>
    <dgm:pt modelId="{DC804F3E-7429-4608-A3E4-EA51892688E2}" type="sibTrans" cxnId="{A3AEFEEF-81C9-412F-86E0-BCA01F94F3DB}">
      <dgm:prSet/>
      <dgm:spPr/>
      <dgm:t>
        <a:bodyPr/>
        <a:lstStyle/>
        <a:p>
          <a:endParaRPr lang="es-MX"/>
        </a:p>
      </dgm:t>
    </dgm:pt>
    <dgm:pt modelId="{99AA3220-C2A7-4724-95BD-30D376609144}">
      <dgm:prSet phldrT="[Text]"/>
      <dgm:spPr/>
      <dgm:t>
        <a:bodyPr/>
        <a:lstStyle/>
        <a:p>
          <a:pPr>
            <a:buNone/>
          </a:pPr>
          <a:r>
            <a:rPr lang="es-MX" dirty="0"/>
            <a:t>a) …</a:t>
          </a:r>
        </a:p>
      </dgm:t>
    </dgm:pt>
    <dgm:pt modelId="{EEFB678B-4A49-4E2C-840E-CAB3474D60C7}" type="parTrans" cxnId="{A5D591DC-7BFE-435C-960B-4F904037DCB8}">
      <dgm:prSet/>
      <dgm:spPr/>
      <dgm:t>
        <a:bodyPr/>
        <a:lstStyle/>
        <a:p>
          <a:endParaRPr lang="es-MX"/>
        </a:p>
      </dgm:t>
    </dgm:pt>
    <dgm:pt modelId="{ED7C7D8B-B6B6-4356-9DF8-E8F19D896AF7}" type="sibTrans" cxnId="{A5D591DC-7BFE-435C-960B-4F904037DCB8}">
      <dgm:prSet/>
      <dgm:spPr/>
      <dgm:t>
        <a:bodyPr/>
        <a:lstStyle/>
        <a:p>
          <a:endParaRPr lang="es-MX"/>
        </a:p>
      </dgm:t>
    </dgm:pt>
    <dgm:pt modelId="{94115721-F968-4B86-A133-4684C6399FEB}">
      <dgm:prSet phldrT="[Text]"/>
      <dgm:spPr/>
      <dgm:t>
        <a:bodyPr/>
        <a:lstStyle/>
        <a:p>
          <a:pPr>
            <a:buNone/>
          </a:pPr>
          <a:r>
            <a:rPr lang="es-MX" dirty="0">
              <a:solidFill>
                <a:schemeClr val="tx1"/>
              </a:solidFill>
            </a:rPr>
            <a:t>e) Para determinar el monto de las utilidades de cada empresa se tomará como base la </a:t>
          </a:r>
          <a:r>
            <a:rPr lang="es-MX" dirty="0">
              <a:solidFill>
                <a:srgbClr val="92D050"/>
              </a:solidFill>
            </a:rPr>
            <a:t>renta gravable </a:t>
          </a:r>
          <a:r>
            <a:rPr lang="es-MX" dirty="0">
              <a:solidFill>
                <a:schemeClr val="tx1"/>
              </a:solidFill>
            </a:rPr>
            <a:t>de conformidad con las disposiciones de la </a:t>
          </a:r>
          <a:r>
            <a:rPr lang="es-MX" dirty="0">
              <a:solidFill>
                <a:srgbClr val="92D050"/>
              </a:solidFill>
            </a:rPr>
            <a:t>Ley del Impuesto sobre la Renta</a:t>
          </a:r>
          <a:r>
            <a:rPr lang="es-MX" dirty="0">
              <a:solidFill>
                <a:schemeClr val="tx1"/>
              </a:solidFill>
            </a:rPr>
            <a:t>. …</a:t>
          </a:r>
        </a:p>
      </dgm:t>
    </dgm:pt>
    <dgm:pt modelId="{1C98E2F4-BFBA-412F-A31A-9186D2CB39FE}" type="parTrans" cxnId="{7CDA25AC-64F6-41AD-894C-39A2F46433AC}">
      <dgm:prSet/>
      <dgm:spPr/>
      <dgm:t>
        <a:bodyPr/>
        <a:lstStyle/>
        <a:p>
          <a:endParaRPr lang="es-MX"/>
        </a:p>
      </dgm:t>
    </dgm:pt>
    <dgm:pt modelId="{080B2B77-A459-4A04-9719-D69557C43E3C}" type="sibTrans" cxnId="{7CDA25AC-64F6-41AD-894C-39A2F46433AC}">
      <dgm:prSet/>
      <dgm:spPr/>
      <dgm:t>
        <a:bodyPr/>
        <a:lstStyle/>
        <a:p>
          <a:endParaRPr lang="es-MX"/>
        </a:p>
      </dgm:t>
    </dgm:pt>
    <dgm:pt modelId="{86E15B41-27F1-4F54-B2F3-EE0BBD47765F}">
      <dgm:prSet phldrT="[Text]"/>
      <dgm:spPr/>
      <dgm:t>
        <a:bodyPr/>
        <a:lstStyle/>
        <a:p>
          <a:pPr>
            <a:buNone/>
          </a:pPr>
          <a:endParaRPr lang="es-MX" dirty="0"/>
        </a:p>
      </dgm:t>
    </dgm:pt>
    <dgm:pt modelId="{42767267-99B4-40DF-89CF-A56F89C1DA08}" type="parTrans" cxnId="{51DDCC58-03A2-4595-BB76-16D57A1651E6}">
      <dgm:prSet/>
      <dgm:spPr/>
      <dgm:t>
        <a:bodyPr/>
        <a:lstStyle/>
        <a:p>
          <a:endParaRPr lang="es-MX"/>
        </a:p>
      </dgm:t>
    </dgm:pt>
    <dgm:pt modelId="{9447B7BE-8BDA-4ECC-BB35-82875B13612B}" type="sibTrans" cxnId="{51DDCC58-03A2-4595-BB76-16D57A1651E6}">
      <dgm:prSet/>
      <dgm:spPr/>
      <dgm:t>
        <a:bodyPr/>
        <a:lstStyle/>
        <a:p>
          <a:endParaRPr lang="es-MX"/>
        </a:p>
      </dgm:t>
    </dgm:pt>
    <dgm:pt modelId="{A577CE98-C2C3-4E04-AD58-FCB3D3516C5E}">
      <dgm:prSet/>
      <dgm:spPr/>
      <dgm:t>
        <a:bodyPr/>
        <a:lstStyle/>
        <a:p>
          <a:r>
            <a:rPr lang="es-MX" dirty="0"/>
            <a:t>LFT 120</a:t>
          </a:r>
        </a:p>
      </dgm:t>
    </dgm:pt>
    <dgm:pt modelId="{F3A8872E-AE58-4145-ACE1-80E544FACD64}" type="parTrans" cxnId="{39319AC6-67B3-4141-97D1-E8BEB003FCDC}">
      <dgm:prSet/>
      <dgm:spPr/>
      <dgm:t>
        <a:bodyPr/>
        <a:lstStyle/>
        <a:p>
          <a:endParaRPr lang="es-MX"/>
        </a:p>
      </dgm:t>
    </dgm:pt>
    <dgm:pt modelId="{B31CBDB0-5D2F-4610-9811-13AB58681EB2}" type="sibTrans" cxnId="{39319AC6-67B3-4141-97D1-E8BEB003FCDC}">
      <dgm:prSet/>
      <dgm:spPr>
        <a:solidFill>
          <a:srgbClr val="92D050"/>
        </a:solidFill>
      </dgm:spPr>
      <dgm:t>
        <a:bodyPr/>
        <a:lstStyle/>
        <a:p>
          <a:endParaRPr lang="es-MX"/>
        </a:p>
      </dgm:t>
    </dgm:pt>
    <dgm:pt modelId="{CE2FDEDD-2CCA-40DC-90AF-92F1BEE04A92}">
      <dgm:prSet/>
      <dgm:spPr/>
      <dgm:t>
        <a:bodyPr/>
        <a:lstStyle/>
        <a:p>
          <a:pPr>
            <a:buNone/>
          </a:pPr>
          <a:r>
            <a:rPr lang="es-MX" dirty="0"/>
            <a:t>El porcentaje fijado por la Comisión Nacional para la Participación de los Trabajadores en las Utilidades de las Empresas constituye la participación que corresponderá a los trabajadores en las utilidades de cada empresa. </a:t>
          </a:r>
        </a:p>
      </dgm:t>
    </dgm:pt>
    <dgm:pt modelId="{D05AF8BC-21FD-4747-A071-744A821C4980}" type="parTrans" cxnId="{553A72F6-805C-4F6C-935B-ED5732AD517A}">
      <dgm:prSet/>
      <dgm:spPr/>
      <dgm:t>
        <a:bodyPr/>
        <a:lstStyle/>
        <a:p>
          <a:endParaRPr lang="es-MX"/>
        </a:p>
      </dgm:t>
    </dgm:pt>
    <dgm:pt modelId="{683FB92F-A9B2-49DB-9C79-FBEA1BC0757B}" type="sibTrans" cxnId="{553A72F6-805C-4F6C-935B-ED5732AD517A}">
      <dgm:prSet/>
      <dgm:spPr/>
      <dgm:t>
        <a:bodyPr/>
        <a:lstStyle/>
        <a:p>
          <a:endParaRPr lang="es-MX"/>
        </a:p>
      </dgm:t>
    </dgm:pt>
    <dgm:pt modelId="{EF2CC6B5-CC01-4D1A-A594-E80E02C60267}">
      <dgm:prSet/>
      <dgm:spPr/>
      <dgm:t>
        <a:bodyPr/>
        <a:lstStyle/>
        <a:p>
          <a:pPr>
            <a:buNone/>
          </a:pPr>
          <a:r>
            <a:rPr lang="es-MX" dirty="0">
              <a:solidFill>
                <a:schemeClr val="tx1"/>
              </a:solidFill>
            </a:rPr>
            <a:t>Para los efectos de esta ley, se considera utilidad en cada empresa la </a:t>
          </a:r>
          <a:r>
            <a:rPr lang="es-MX" dirty="0">
              <a:solidFill>
                <a:srgbClr val="92D050"/>
              </a:solidFill>
            </a:rPr>
            <a:t>renta gravable</a:t>
          </a:r>
          <a:r>
            <a:rPr lang="es-MX" dirty="0">
              <a:solidFill>
                <a:schemeClr val="tx1"/>
              </a:solidFill>
            </a:rPr>
            <a:t>, de conformidad con las normas de la </a:t>
          </a:r>
          <a:r>
            <a:rPr lang="es-MX" dirty="0">
              <a:solidFill>
                <a:srgbClr val="92D050"/>
              </a:solidFill>
            </a:rPr>
            <a:t>Ley del Impuesto sobre la Renta</a:t>
          </a:r>
          <a:r>
            <a:rPr lang="es-MX" dirty="0">
              <a:solidFill>
                <a:schemeClr val="tx1"/>
              </a:solidFill>
            </a:rPr>
            <a:t>. </a:t>
          </a:r>
        </a:p>
      </dgm:t>
    </dgm:pt>
    <dgm:pt modelId="{A22F8C59-87D8-4954-9FD6-EA53D61169F2}" type="parTrans" cxnId="{CC528B0D-0E2B-4D1C-AE86-184DD08E6CBE}">
      <dgm:prSet/>
      <dgm:spPr/>
      <dgm:t>
        <a:bodyPr/>
        <a:lstStyle/>
        <a:p>
          <a:endParaRPr lang="es-MX"/>
        </a:p>
      </dgm:t>
    </dgm:pt>
    <dgm:pt modelId="{9B299C4C-CDD2-486F-BD45-17DD403D76F8}" type="sibTrans" cxnId="{CC528B0D-0E2B-4D1C-AE86-184DD08E6CBE}">
      <dgm:prSet/>
      <dgm:spPr/>
      <dgm:t>
        <a:bodyPr/>
        <a:lstStyle/>
        <a:p>
          <a:endParaRPr lang="es-MX"/>
        </a:p>
      </dgm:t>
    </dgm:pt>
    <dgm:pt modelId="{20551A03-4FA5-4150-BFCF-9C7051AD35F1}">
      <dgm:prSet/>
      <dgm:spPr/>
      <dgm:t>
        <a:bodyPr/>
        <a:lstStyle/>
        <a:p>
          <a:pPr>
            <a:buNone/>
          </a:pPr>
          <a:endParaRPr lang="es-MX" dirty="0"/>
        </a:p>
      </dgm:t>
    </dgm:pt>
    <dgm:pt modelId="{EAFEC626-AD7C-434E-A5E4-D47A0E42E9CF}" type="parTrans" cxnId="{A74FFE1A-3BE1-4814-B9E9-4462808886CC}">
      <dgm:prSet/>
      <dgm:spPr/>
      <dgm:t>
        <a:bodyPr/>
        <a:lstStyle/>
        <a:p>
          <a:endParaRPr lang="es-MX"/>
        </a:p>
      </dgm:t>
    </dgm:pt>
    <dgm:pt modelId="{C6D210F4-C96B-47E8-AD75-07FA769829E6}" type="sibTrans" cxnId="{A74FFE1A-3BE1-4814-B9E9-4462808886CC}">
      <dgm:prSet/>
      <dgm:spPr/>
      <dgm:t>
        <a:bodyPr/>
        <a:lstStyle/>
        <a:p>
          <a:endParaRPr lang="es-MX"/>
        </a:p>
      </dgm:t>
    </dgm:pt>
    <dgm:pt modelId="{87C633BB-28D0-4BDE-80B7-4C1068090683}" type="pres">
      <dgm:prSet presAssocID="{3900B97F-4E40-4DE4-92F9-489EE4BE3234}" presName="linearFlow" presStyleCnt="0">
        <dgm:presLayoutVars>
          <dgm:dir/>
          <dgm:animLvl val="lvl"/>
          <dgm:resizeHandles val="exact"/>
        </dgm:presLayoutVars>
      </dgm:prSet>
      <dgm:spPr/>
    </dgm:pt>
    <dgm:pt modelId="{549B6A93-4683-4C24-8859-CE5957420418}" type="pres">
      <dgm:prSet presAssocID="{3EAEEBE0-666D-47DA-8C8D-3B6194DC2EB7}" presName="composite" presStyleCnt="0"/>
      <dgm:spPr/>
    </dgm:pt>
    <dgm:pt modelId="{E6D8952A-619F-417A-935F-B8DBF5FF81F7}" type="pres">
      <dgm:prSet presAssocID="{3EAEEBE0-666D-47DA-8C8D-3B6194DC2EB7}" presName="parTx" presStyleLbl="node1" presStyleIdx="0" presStyleCnt="4">
        <dgm:presLayoutVars>
          <dgm:chMax val="0"/>
          <dgm:chPref val="0"/>
          <dgm:bulletEnabled val="1"/>
        </dgm:presLayoutVars>
      </dgm:prSet>
      <dgm:spPr/>
    </dgm:pt>
    <dgm:pt modelId="{32780763-B15C-41B6-9269-D408C5C5ECCA}" type="pres">
      <dgm:prSet presAssocID="{3EAEEBE0-666D-47DA-8C8D-3B6194DC2EB7}" presName="parSh" presStyleLbl="node1" presStyleIdx="0" presStyleCnt="4"/>
      <dgm:spPr/>
    </dgm:pt>
    <dgm:pt modelId="{97024B4F-C090-4D80-B253-955278E8893D}" type="pres">
      <dgm:prSet presAssocID="{3EAEEBE0-666D-47DA-8C8D-3B6194DC2EB7}" presName="desTx" presStyleLbl="fgAcc1" presStyleIdx="0" presStyleCnt="4">
        <dgm:presLayoutVars>
          <dgm:bulletEnabled val="1"/>
        </dgm:presLayoutVars>
      </dgm:prSet>
      <dgm:spPr/>
    </dgm:pt>
    <dgm:pt modelId="{5D23BC22-59D4-40C8-B2EB-E56A03A1AB42}" type="pres">
      <dgm:prSet presAssocID="{EF994F4F-455D-4869-8B17-E2CEBDE16063}" presName="sibTrans" presStyleLbl="sibTrans2D1" presStyleIdx="0" presStyleCnt="3"/>
      <dgm:spPr/>
    </dgm:pt>
    <dgm:pt modelId="{F06EC3DD-E205-49D0-A855-43E8672D3D95}" type="pres">
      <dgm:prSet presAssocID="{EF994F4F-455D-4869-8B17-E2CEBDE16063}" presName="connTx" presStyleLbl="sibTrans2D1" presStyleIdx="0" presStyleCnt="3"/>
      <dgm:spPr/>
    </dgm:pt>
    <dgm:pt modelId="{6D806CB7-0204-4F17-BE37-697883081FA8}" type="pres">
      <dgm:prSet presAssocID="{A577CE98-C2C3-4E04-AD58-FCB3D3516C5E}" presName="composite" presStyleCnt="0"/>
      <dgm:spPr/>
    </dgm:pt>
    <dgm:pt modelId="{0FE756A7-6E52-4727-B71F-B6AB499C4D40}" type="pres">
      <dgm:prSet presAssocID="{A577CE98-C2C3-4E04-AD58-FCB3D3516C5E}" presName="parTx" presStyleLbl="node1" presStyleIdx="0" presStyleCnt="4">
        <dgm:presLayoutVars>
          <dgm:chMax val="0"/>
          <dgm:chPref val="0"/>
          <dgm:bulletEnabled val="1"/>
        </dgm:presLayoutVars>
      </dgm:prSet>
      <dgm:spPr/>
    </dgm:pt>
    <dgm:pt modelId="{109664EB-9386-4E8A-A5FB-D50F6CB08F52}" type="pres">
      <dgm:prSet presAssocID="{A577CE98-C2C3-4E04-AD58-FCB3D3516C5E}" presName="parSh" presStyleLbl="node1" presStyleIdx="1" presStyleCnt="4"/>
      <dgm:spPr/>
    </dgm:pt>
    <dgm:pt modelId="{878A1336-9B76-4289-8B52-7E76B5E76747}" type="pres">
      <dgm:prSet presAssocID="{A577CE98-C2C3-4E04-AD58-FCB3D3516C5E}" presName="desTx" presStyleLbl="fgAcc1" presStyleIdx="1" presStyleCnt="4">
        <dgm:presLayoutVars>
          <dgm:bulletEnabled val="1"/>
        </dgm:presLayoutVars>
      </dgm:prSet>
      <dgm:spPr/>
    </dgm:pt>
    <dgm:pt modelId="{274D2F95-5A5B-4E62-8034-332D7E4BDADC}" type="pres">
      <dgm:prSet presAssocID="{B31CBDB0-5D2F-4610-9811-13AB58681EB2}" presName="sibTrans" presStyleLbl="sibTrans2D1" presStyleIdx="1" presStyleCnt="3"/>
      <dgm:spPr/>
    </dgm:pt>
    <dgm:pt modelId="{FBB7ED70-1F04-4D45-89E9-74C7BDDEBB95}" type="pres">
      <dgm:prSet presAssocID="{B31CBDB0-5D2F-4610-9811-13AB58681EB2}" presName="connTx" presStyleLbl="sibTrans2D1" presStyleIdx="1" presStyleCnt="3"/>
      <dgm:spPr/>
    </dgm:pt>
    <dgm:pt modelId="{F51D173B-5D12-411E-A19D-85D7CE7893E6}" type="pres">
      <dgm:prSet presAssocID="{A3F74A6B-4F9E-4149-BE63-EA64F5EE8DD4}" presName="composite" presStyleCnt="0"/>
      <dgm:spPr/>
    </dgm:pt>
    <dgm:pt modelId="{126094C8-A294-4CC8-962C-F7D1DD70EE2E}" type="pres">
      <dgm:prSet presAssocID="{A3F74A6B-4F9E-4149-BE63-EA64F5EE8DD4}" presName="parTx" presStyleLbl="node1" presStyleIdx="1" presStyleCnt="4">
        <dgm:presLayoutVars>
          <dgm:chMax val="0"/>
          <dgm:chPref val="0"/>
          <dgm:bulletEnabled val="1"/>
        </dgm:presLayoutVars>
      </dgm:prSet>
      <dgm:spPr/>
    </dgm:pt>
    <dgm:pt modelId="{6BAEE6AD-B453-413C-9009-F1B61FFBAC4B}" type="pres">
      <dgm:prSet presAssocID="{A3F74A6B-4F9E-4149-BE63-EA64F5EE8DD4}" presName="parSh" presStyleLbl="node1" presStyleIdx="2" presStyleCnt="4"/>
      <dgm:spPr/>
    </dgm:pt>
    <dgm:pt modelId="{85D9C025-F0F8-4C8E-9BDB-9C95C22EBB38}" type="pres">
      <dgm:prSet presAssocID="{A3F74A6B-4F9E-4149-BE63-EA64F5EE8DD4}" presName="desTx" presStyleLbl="fgAcc1" presStyleIdx="2" presStyleCnt="4">
        <dgm:presLayoutVars>
          <dgm:bulletEnabled val="1"/>
        </dgm:presLayoutVars>
      </dgm:prSet>
      <dgm:spPr/>
    </dgm:pt>
    <dgm:pt modelId="{AD4C9C1D-677D-47C6-A71B-98295E1754FF}" type="pres">
      <dgm:prSet presAssocID="{FF933EF3-B74A-480E-8F8B-2C92C01CB8B5}" presName="sibTrans" presStyleLbl="sibTrans2D1" presStyleIdx="2" presStyleCnt="3"/>
      <dgm:spPr/>
    </dgm:pt>
    <dgm:pt modelId="{7962FA0E-2C24-4800-8219-D735B171D48B}" type="pres">
      <dgm:prSet presAssocID="{FF933EF3-B74A-480E-8F8B-2C92C01CB8B5}" presName="connTx" presStyleLbl="sibTrans2D1" presStyleIdx="2" presStyleCnt="3"/>
      <dgm:spPr/>
    </dgm:pt>
    <dgm:pt modelId="{895F8DDE-457B-4FAE-AF1D-F9DDE50B2C90}" type="pres">
      <dgm:prSet presAssocID="{2C26D353-1E14-450B-8EEA-2A0FAA17F54D}" presName="composite" presStyleCnt="0"/>
      <dgm:spPr/>
    </dgm:pt>
    <dgm:pt modelId="{9C5ED81E-BDCD-4C62-B0F8-9CF722F1D8F2}" type="pres">
      <dgm:prSet presAssocID="{2C26D353-1E14-450B-8EEA-2A0FAA17F54D}" presName="parTx" presStyleLbl="node1" presStyleIdx="2" presStyleCnt="4">
        <dgm:presLayoutVars>
          <dgm:chMax val="0"/>
          <dgm:chPref val="0"/>
          <dgm:bulletEnabled val="1"/>
        </dgm:presLayoutVars>
      </dgm:prSet>
      <dgm:spPr/>
    </dgm:pt>
    <dgm:pt modelId="{E1A8E298-EC3D-4957-A103-3B8DDC29F5CB}" type="pres">
      <dgm:prSet presAssocID="{2C26D353-1E14-450B-8EEA-2A0FAA17F54D}" presName="parSh" presStyleLbl="node1" presStyleIdx="3" presStyleCnt="4"/>
      <dgm:spPr/>
    </dgm:pt>
    <dgm:pt modelId="{88863F19-3BD9-4EA5-8BB2-4C40C6BBB0CB}" type="pres">
      <dgm:prSet presAssocID="{2C26D353-1E14-450B-8EEA-2A0FAA17F54D}" presName="desTx" presStyleLbl="fgAcc1" presStyleIdx="3" presStyleCnt="4">
        <dgm:presLayoutVars>
          <dgm:bulletEnabled val="1"/>
        </dgm:presLayoutVars>
      </dgm:prSet>
      <dgm:spPr/>
    </dgm:pt>
  </dgm:ptLst>
  <dgm:cxnLst>
    <dgm:cxn modelId="{FE24AC02-BF3E-4708-AB3B-A11253421AC3}" type="presOf" srcId="{B31CBDB0-5D2F-4610-9811-13AB58681EB2}" destId="{FBB7ED70-1F04-4D45-89E9-74C7BDDEBB95}" srcOrd="1" destOrd="0" presId="urn:microsoft.com/office/officeart/2005/8/layout/process3"/>
    <dgm:cxn modelId="{C3A7A205-91BB-4DF6-A6EE-F11DA595FFA1}" type="presOf" srcId="{EF994F4F-455D-4869-8B17-E2CEBDE16063}" destId="{F06EC3DD-E205-49D0-A855-43E8672D3D95}" srcOrd="1" destOrd="0" presId="urn:microsoft.com/office/officeart/2005/8/layout/process3"/>
    <dgm:cxn modelId="{CC528B0D-0E2B-4D1C-AE86-184DD08E6CBE}" srcId="{A577CE98-C2C3-4E04-AD58-FCB3D3516C5E}" destId="{EF2CC6B5-CC01-4D1A-A594-E80E02C60267}" srcOrd="2" destOrd="0" parTransId="{A22F8C59-87D8-4954-9FD6-EA53D61169F2}" sibTransId="{9B299C4C-CDD2-486F-BD45-17DD403D76F8}"/>
    <dgm:cxn modelId="{DCC46F11-6C0A-4CF4-9670-AD3C0AE77802}" type="presOf" srcId="{99AA3220-C2A7-4724-95BD-30D376609144}" destId="{97024B4F-C090-4D80-B253-955278E8893D}" srcOrd="0" destOrd="1" presId="urn:microsoft.com/office/officeart/2005/8/layout/process3"/>
    <dgm:cxn modelId="{BC8A2012-FC1F-4A18-859F-F8AE33A3A7B0}" type="presOf" srcId="{EF994F4F-455D-4869-8B17-E2CEBDE16063}" destId="{5D23BC22-59D4-40C8-B2EB-E56A03A1AB42}" srcOrd="0" destOrd="0" presId="urn:microsoft.com/office/officeart/2005/8/layout/process3"/>
    <dgm:cxn modelId="{3F38AB12-5D93-4733-828E-41AFAC6C9F1A}" type="presOf" srcId="{CE2FDEDD-2CCA-40DC-90AF-92F1BEE04A92}" destId="{878A1336-9B76-4289-8B52-7E76B5E76747}" srcOrd="0" destOrd="0" presId="urn:microsoft.com/office/officeart/2005/8/layout/process3"/>
    <dgm:cxn modelId="{A74FFE1A-3BE1-4814-B9E9-4462808886CC}" srcId="{A577CE98-C2C3-4E04-AD58-FCB3D3516C5E}" destId="{20551A03-4FA5-4150-BFCF-9C7051AD35F1}" srcOrd="1" destOrd="0" parTransId="{EAFEC626-AD7C-434E-A5E4-D47A0E42E9CF}" sibTransId="{C6D210F4-C96B-47E8-AD75-07FA769829E6}"/>
    <dgm:cxn modelId="{20A8CC1C-F055-49D7-A626-CB6061E506B4}" type="presOf" srcId="{20551A03-4FA5-4150-BFCF-9C7051AD35F1}" destId="{878A1336-9B76-4289-8B52-7E76B5E76747}" srcOrd="0" destOrd="1" presId="urn:microsoft.com/office/officeart/2005/8/layout/process3"/>
    <dgm:cxn modelId="{F8978121-D02F-44F9-B227-3B53229A64F5}" type="presOf" srcId="{2C26D353-1E14-450B-8EEA-2A0FAA17F54D}" destId="{9C5ED81E-BDCD-4C62-B0F8-9CF722F1D8F2}" srcOrd="0" destOrd="0" presId="urn:microsoft.com/office/officeart/2005/8/layout/process3"/>
    <dgm:cxn modelId="{F7B78223-627F-4E15-808F-36CA50EA0ABB}" type="presOf" srcId="{EF2CC6B5-CC01-4D1A-A594-E80E02C60267}" destId="{878A1336-9B76-4289-8B52-7E76B5E76747}" srcOrd="0" destOrd="2" presId="urn:microsoft.com/office/officeart/2005/8/layout/process3"/>
    <dgm:cxn modelId="{1C13D425-A75A-4453-85E0-E42380401CDD}" type="presOf" srcId="{2C26D353-1E14-450B-8EEA-2A0FAA17F54D}" destId="{E1A8E298-EC3D-4957-A103-3B8DDC29F5CB}" srcOrd="1" destOrd="0" presId="urn:microsoft.com/office/officeart/2005/8/layout/process3"/>
    <dgm:cxn modelId="{F39AAE27-1CA7-45A4-A5E1-7AD7F51E6134}" srcId="{A3F74A6B-4F9E-4149-BE63-EA64F5EE8DD4}" destId="{0F1DDA95-B0BD-47DB-84A9-CCA932133217}" srcOrd="0" destOrd="0" parTransId="{FA3EBFA9-8775-43D1-9BDA-B02825C15BCE}" sibTransId="{FDF69A34-376A-4188-AB4A-FB4163493233}"/>
    <dgm:cxn modelId="{6511812C-222C-47CC-A5B9-4BD264FC9F3C}" type="presOf" srcId="{86E15B41-27F1-4F54-B2F3-EE0BBD47765F}" destId="{85D9C025-F0F8-4C8E-9BDB-9C95C22EBB38}" srcOrd="0" destOrd="1" presId="urn:microsoft.com/office/officeart/2005/8/layout/process3"/>
    <dgm:cxn modelId="{FBFB3834-A843-461A-836C-117C89C8A582}" type="presOf" srcId="{A6B50D1F-2052-4B08-BB65-CE85ADD0CD7E}" destId="{88863F19-3BD9-4EA5-8BB2-4C40C6BBB0CB}" srcOrd="0" destOrd="0" presId="urn:microsoft.com/office/officeart/2005/8/layout/process3"/>
    <dgm:cxn modelId="{24E8913C-4A51-4578-8657-BC7C5E8714D3}" type="presOf" srcId="{3900B97F-4E40-4DE4-92F9-489EE4BE3234}" destId="{87C633BB-28D0-4BDE-80B7-4C1068090683}" srcOrd="0" destOrd="0" presId="urn:microsoft.com/office/officeart/2005/8/layout/process3"/>
    <dgm:cxn modelId="{A1166E68-6471-4C8A-98D5-20F790731975}" type="presOf" srcId="{B31CBDB0-5D2F-4610-9811-13AB58681EB2}" destId="{274D2F95-5A5B-4E62-8034-332D7E4BDADC}" srcOrd="0" destOrd="0" presId="urn:microsoft.com/office/officeart/2005/8/layout/process3"/>
    <dgm:cxn modelId="{C4E97D6D-C50C-45DF-812C-44C859D9D17F}" srcId="{3900B97F-4E40-4DE4-92F9-489EE4BE3234}" destId="{A3F74A6B-4F9E-4149-BE63-EA64F5EE8DD4}" srcOrd="2" destOrd="0" parTransId="{72387AF8-2E7F-4344-AE70-BD37BD9BC528}" sibTransId="{FF933EF3-B74A-480E-8F8B-2C92C01CB8B5}"/>
    <dgm:cxn modelId="{DC83314E-D4EC-46BF-89D3-7F0BFA0ADE75}" type="presOf" srcId="{A577CE98-C2C3-4E04-AD58-FCB3D3516C5E}" destId="{0FE756A7-6E52-4727-B71F-B6AB499C4D40}" srcOrd="0" destOrd="0" presId="urn:microsoft.com/office/officeart/2005/8/layout/process3"/>
    <dgm:cxn modelId="{6B3B9450-9AFF-41CA-839E-3DB4E48EC74B}" type="presOf" srcId="{3EAEEBE0-666D-47DA-8C8D-3B6194DC2EB7}" destId="{32780763-B15C-41B6-9269-D408C5C5ECCA}" srcOrd="1" destOrd="0" presId="urn:microsoft.com/office/officeart/2005/8/layout/process3"/>
    <dgm:cxn modelId="{1D5BEC75-6661-4584-8FC0-B46B8CDCFF7E}" type="presOf" srcId="{EDE52FA3-E77F-444D-A453-68DD99A2DB30}" destId="{97024B4F-C090-4D80-B253-955278E8893D}" srcOrd="0" destOrd="0" presId="urn:microsoft.com/office/officeart/2005/8/layout/process3"/>
    <dgm:cxn modelId="{51DDCC58-03A2-4595-BB76-16D57A1651E6}" srcId="{A3F74A6B-4F9E-4149-BE63-EA64F5EE8DD4}" destId="{86E15B41-27F1-4F54-B2F3-EE0BBD47765F}" srcOrd="1" destOrd="0" parTransId="{42767267-99B4-40DF-89CF-A56F89C1DA08}" sibTransId="{9447B7BE-8BDA-4ECC-BB35-82875B13612B}"/>
    <dgm:cxn modelId="{63248579-BDF9-4A98-BF07-122C0FA0C163}" srcId="{3900B97F-4E40-4DE4-92F9-489EE4BE3234}" destId="{2C26D353-1E14-450B-8EEA-2A0FAA17F54D}" srcOrd="3" destOrd="0" parTransId="{05B4DA57-67D4-4BA8-81F7-44CE1C35F3F1}" sibTransId="{9D534178-3E6B-4962-9581-B690E31DBE5A}"/>
    <dgm:cxn modelId="{6C5FF359-DC48-48A8-ADD7-5E0C8F0C7DE3}" type="presOf" srcId="{A3F74A6B-4F9E-4149-BE63-EA64F5EE8DD4}" destId="{126094C8-A294-4CC8-962C-F7D1DD70EE2E}" srcOrd="0" destOrd="0" presId="urn:microsoft.com/office/officeart/2005/8/layout/process3"/>
    <dgm:cxn modelId="{5B2DF37E-0886-4708-8EA7-912D9D951960}" type="presOf" srcId="{0F1DDA95-B0BD-47DB-84A9-CCA932133217}" destId="{85D9C025-F0F8-4C8E-9BDB-9C95C22EBB38}" srcOrd="0" destOrd="0" presId="urn:microsoft.com/office/officeart/2005/8/layout/process3"/>
    <dgm:cxn modelId="{35818F88-69BF-4076-86DD-0CD3BEC7950A}" srcId="{3900B97F-4E40-4DE4-92F9-489EE4BE3234}" destId="{3EAEEBE0-666D-47DA-8C8D-3B6194DC2EB7}" srcOrd="0" destOrd="0" parTransId="{D501307D-61E0-4F20-B990-4AF11F37492A}" sibTransId="{EF994F4F-455D-4869-8B17-E2CEBDE16063}"/>
    <dgm:cxn modelId="{A990628A-4EA1-43EC-B4FB-48DD32796C05}" type="presOf" srcId="{FF933EF3-B74A-480E-8F8B-2C92C01CB8B5}" destId="{AD4C9C1D-677D-47C6-A71B-98295E1754FF}" srcOrd="0" destOrd="0" presId="urn:microsoft.com/office/officeart/2005/8/layout/process3"/>
    <dgm:cxn modelId="{A768CAA4-5D4D-4B10-8DA6-637D89DA5404}" type="presOf" srcId="{3EAEEBE0-666D-47DA-8C8D-3B6194DC2EB7}" destId="{E6D8952A-619F-417A-935F-B8DBF5FF81F7}" srcOrd="0" destOrd="0" presId="urn:microsoft.com/office/officeart/2005/8/layout/process3"/>
    <dgm:cxn modelId="{7CDA25AC-64F6-41AD-894C-39A2F46433AC}" srcId="{3EAEEBE0-666D-47DA-8C8D-3B6194DC2EB7}" destId="{94115721-F968-4B86-A133-4684C6399FEB}" srcOrd="2" destOrd="0" parTransId="{1C98E2F4-BFBA-412F-A31A-9186D2CB39FE}" sibTransId="{080B2B77-A459-4A04-9719-D69557C43E3C}"/>
    <dgm:cxn modelId="{295D84AC-C7A1-4534-B0A8-2A7EB29E7C7A}" srcId="{3EAEEBE0-666D-47DA-8C8D-3B6194DC2EB7}" destId="{EDE52FA3-E77F-444D-A453-68DD99A2DB30}" srcOrd="0" destOrd="0" parTransId="{382A1991-C6ED-4E8C-B13B-27700752EF88}" sibTransId="{5A80D1E0-542A-452A-AE64-307F9E933ACE}"/>
    <dgm:cxn modelId="{A9463AB3-74A3-452B-8DB3-42D832414367}" type="presOf" srcId="{FF933EF3-B74A-480E-8F8B-2C92C01CB8B5}" destId="{7962FA0E-2C24-4800-8219-D735B171D48B}" srcOrd="1" destOrd="0" presId="urn:microsoft.com/office/officeart/2005/8/layout/process3"/>
    <dgm:cxn modelId="{39319AC6-67B3-4141-97D1-E8BEB003FCDC}" srcId="{3900B97F-4E40-4DE4-92F9-489EE4BE3234}" destId="{A577CE98-C2C3-4E04-AD58-FCB3D3516C5E}" srcOrd="1" destOrd="0" parTransId="{F3A8872E-AE58-4145-ACE1-80E544FACD64}" sibTransId="{B31CBDB0-5D2F-4610-9811-13AB58681EB2}"/>
    <dgm:cxn modelId="{A5218CC8-70B6-4353-8EF4-959B5F1491DE}" type="presOf" srcId="{A3F74A6B-4F9E-4149-BE63-EA64F5EE8DD4}" destId="{6BAEE6AD-B453-413C-9009-F1B61FFBAC4B}" srcOrd="1" destOrd="0" presId="urn:microsoft.com/office/officeart/2005/8/layout/process3"/>
    <dgm:cxn modelId="{60373BD3-34C7-4E80-A2EF-1A96B8EA0725}" type="presOf" srcId="{A577CE98-C2C3-4E04-AD58-FCB3D3516C5E}" destId="{109664EB-9386-4E8A-A5FB-D50F6CB08F52}" srcOrd="1" destOrd="0" presId="urn:microsoft.com/office/officeart/2005/8/layout/process3"/>
    <dgm:cxn modelId="{A5D591DC-7BFE-435C-960B-4F904037DCB8}" srcId="{3EAEEBE0-666D-47DA-8C8D-3B6194DC2EB7}" destId="{99AA3220-C2A7-4724-95BD-30D376609144}" srcOrd="1" destOrd="0" parTransId="{EEFB678B-4A49-4E2C-840E-CAB3474D60C7}" sibTransId="{ED7C7D8B-B6B6-4356-9DF8-E8F19D896AF7}"/>
    <dgm:cxn modelId="{A3AEFEEF-81C9-412F-86E0-BCA01F94F3DB}" srcId="{2C26D353-1E14-450B-8EEA-2A0FAA17F54D}" destId="{A6B50D1F-2052-4B08-BB65-CE85ADD0CD7E}" srcOrd="0" destOrd="0" parTransId="{DBCEA185-B349-4DC1-A008-29A2C4AA4190}" sibTransId="{DC804F3E-7429-4608-A3E4-EA51892688E2}"/>
    <dgm:cxn modelId="{8CD595F5-44D4-47BC-B087-92104EAFF885}" type="presOf" srcId="{94115721-F968-4B86-A133-4684C6399FEB}" destId="{97024B4F-C090-4D80-B253-955278E8893D}" srcOrd="0" destOrd="2" presId="urn:microsoft.com/office/officeart/2005/8/layout/process3"/>
    <dgm:cxn modelId="{553A72F6-805C-4F6C-935B-ED5732AD517A}" srcId="{A577CE98-C2C3-4E04-AD58-FCB3D3516C5E}" destId="{CE2FDEDD-2CCA-40DC-90AF-92F1BEE04A92}" srcOrd="0" destOrd="0" parTransId="{D05AF8BC-21FD-4747-A071-744A821C4980}" sibTransId="{683FB92F-A9B2-49DB-9C79-FBEA1BC0757B}"/>
    <dgm:cxn modelId="{26B6EBA7-4B2B-4399-9D49-2CB6408E7952}" type="presParOf" srcId="{87C633BB-28D0-4BDE-80B7-4C1068090683}" destId="{549B6A93-4683-4C24-8859-CE5957420418}" srcOrd="0" destOrd="0" presId="urn:microsoft.com/office/officeart/2005/8/layout/process3"/>
    <dgm:cxn modelId="{B1B0D234-14BC-4EB8-9645-D20609EACC37}" type="presParOf" srcId="{549B6A93-4683-4C24-8859-CE5957420418}" destId="{E6D8952A-619F-417A-935F-B8DBF5FF81F7}" srcOrd="0" destOrd="0" presId="urn:microsoft.com/office/officeart/2005/8/layout/process3"/>
    <dgm:cxn modelId="{20051295-F912-453E-BAFD-4E0A8C07D7E8}" type="presParOf" srcId="{549B6A93-4683-4C24-8859-CE5957420418}" destId="{32780763-B15C-41B6-9269-D408C5C5ECCA}" srcOrd="1" destOrd="0" presId="urn:microsoft.com/office/officeart/2005/8/layout/process3"/>
    <dgm:cxn modelId="{7C80EBD9-8F1A-4167-91CE-FB65D75B290C}" type="presParOf" srcId="{549B6A93-4683-4C24-8859-CE5957420418}" destId="{97024B4F-C090-4D80-B253-955278E8893D}" srcOrd="2" destOrd="0" presId="urn:microsoft.com/office/officeart/2005/8/layout/process3"/>
    <dgm:cxn modelId="{E75DF5CA-EBF8-4332-8A4B-35499EF7D37E}" type="presParOf" srcId="{87C633BB-28D0-4BDE-80B7-4C1068090683}" destId="{5D23BC22-59D4-40C8-B2EB-E56A03A1AB42}" srcOrd="1" destOrd="0" presId="urn:microsoft.com/office/officeart/2005/8/layout/process3"/>
    <dgm:cxn modelId="{93662698-5CE0-4961-AE16-6A31AFD4D90A}" type="presParOf" srcId="{5D23BC22-59D4-40C8-B2EB-E56A03A1AB42}" destId="{F06EC3DD-E205-49D0-A855-43E8672D3D95}" srcOrd="0" destOrd="0" presId="urn:microsoft.com/office/officeart/2005/8/layout/process3"/>
    <dgm:cxn modelId="{06BFD13D-4A06-4EBF-BBE5-4ABCC97B908F}" type="presParOf" srcId="{87C633BB-28D0-4BDE-80B7-4C1068090683}" destId="{6D806CB7-0204-4F17-BE37-697883081FA8}" srcOrd="2" destOrd="0" presId="urn:microsoft.com/office/officeart/2005/8/layout/process3"/>
    <dgm:cxn modelId="{E2364BEC-9690-45BE-A9F8-D85EB1979C8F}" type="presParOf" srcId="{6D806CB7-0204-4F17-BE37-697883081FA8}" destId="{0FE756A7-6E52-4727-B71F-B6AB499C4D40}" srcOrd="0" destOrd="0" presId="urn:microsoft.com/office/officeart/2005/8/layout/process3"/>
    <dgm:cxn modelId="{A0E2B688-3A58-4355-BC94-9DA4621D5DED}" type="presParOf" srcId="{6D806CB7-0204-4F17-BE37-697883081FA8}" destId="{109664EB-9386-4E8A-A5FB-D50F6CB08F52}" srcOrd="1" destOrd="0" presId="urn:microsoft.com/office/officeart/2005/8/layout/process3"/>
    <dgm:cxn modelId="{5A686545-CF6B-4E2C-A617-79B54806DAFB}" type="presParOf" srcId="{6D806CB7-0204-4F17-BE37-697883081FA8}" destId="{878A1336-9B76-4289-8B52-7E76B5E76747}" srcOrd="2" destOrd="0" presId="urn:microsoft.com/office/officeart/2005/8/layout/process3"/>
    <dgm:cxn modelId="{8593E42E-164D-4EA8-BE92-DDEA7F19C2AB}" type="presParOf" srcId="{87C633BB-28D0-4BDE-80B7-4C1068090683}" destId="{274D2F95-5A5B-4E62-8034-332D7E4BDADC}" srcOrd="3" destOrd="0" presId="urn:microsoft.com/office/officeart/2005/8/layout/process3"/>
    <dgm:cxn modelId="{2A414BDF-B962-4CB4-81B9-CC231011C529}" type="presParOf" srcId="{274D2F95-5A5B-4E62-8034-332D7E4BDADC}" destId="{FBB7ED70-1F04-4D45-89E9-74C7BDDEBB95}" srcOrd="0" destOrd="0" presId="urn:microsoft.com/office/officeart/2005/8/layout/process3"/>
    <dgm:cxn modelId="{C66B457B-2660-4412-B43E-F0F529EAA950}" type="presParOf" srcId="{87C633BB-28D0-4BDE-80B7-4C1068090683}" destId="{F51D173B-5D12-411E-A19D-85D7CE7893E6}" srcOrd="4" destOrd="0" presId="urn:microsoft.com/office/officeart/2005/8/layout/process3"/>
    <dgm:cxn modelId="{5CCD9446-318D-4B8F-86C1-0F0F23A1150B}" type="presParOf" srcId="{F51D173B-5D12-411E-A19D-85D7CE7893E6}" destId="{126094C8-A294-4CC8-962C-F7D1DD70EE2E}" srcOrd="0" destOrd="0" presId="urn:microsoft.com/office/officeart/2005/8/layout/process3"/>
    <dgm:cxn modelId="{465BD0AC-5A8D-4442-A1CE-886CCDCB2BDA}" type="presParOf" srcId="{F51D173B-5D12-411E-A19D-85D7CE7893E6}" destId="{6BAEE6AD-B453-413C-9009-F1B61FFBAC4B}" srcOrd="1" destOrd="0" presId="urn:microsoft.com/office/officeart/2005/8/layout/process3"/>
    <dgm:cxn modelId="{BA5F2BA7-858E-4CC6-92D1-159016CFCE8D}" type="presParOf" srcId="{F51D173B-5D12-411E-A19D-85D7CE7893E6}" destId="{85D9C025-F0F8-4C8E-9BDB-9C95C22EBB38}" srcOrd="2" destOrd="0" presId="urn:microsoft.com/office/officeart/2005/8/layout/process3"/>
    <dgm:cxn modelId="{7A35F928-2BE9-4E4F-94A8-3E89D11F45D6}" type="presParOf" srcId="{87C633BB-28D0-4BDE-80B7-4C1068090683}" destId="{AD4C9C1D-677D-47C6-A71B-98295E1754FF}" srcOrd="5" destOrd="0" presId="urn:microsoft.com/office/officeart/2005/8/layout/process3"/>
    <dgm:cxn modelId="{25C8BD19-1B3D-4C18-A37D-FC11F0639FB7}" type="presParOf" srcId="{AD4C9C1D-677D-47C6-A71B-98295E1754FF}" destId="{7962FA0E-2C24-4800-8219-D735B171D48B}" srcOrd="0" destOrd="0" presId="urn:microsoft.com/office/officeart/2005/8/layout/process3"/>
    <dgm:cxn modelId="{7AE9DAB9-A8A9-4A37-A2BF-C81606401CC1}" type="presParOf" srcId="{87C633BB-28D0-4BDE-80B7-4C1068090683}" destId="{895F8DDE-457B-4FAE-AF1D-F9DDE50B2C90}" srcOrd="6" destOrd="0" presId="urn:microsoft.com/office/officeart/2005/8/layout/process3"/>
    <dgm:cxn modelId="{835BFFC8-87D4-4621-AA5D-AC1EE61BCC8B}" type="presParOf" srcId="{895F8DDE-457B-4FAE-AF1D-F9DDE50B2C90}" destId="{9C5ED81E-BDCD-4C62-B0F8-9CF722F1D8F2}" srcOrd="0" destOrd="0" presId="urn:microsoft.com/office/officeart/2005/8/layout/process3"/>
    <dgm:cxn modelId="{E4DD57D4-C4B0-488E-B2BC-80B03CF53019}" type="presParOf" srcId="{895F8DDE-457B-4FAE-AF1D-F9DDE50B2C90}" destId="{E1A8E298-EC3D-4957-A103-3B8DDC29F5CB}" srcOrd="1" destOrd="0" presId="urn:microsoft.com/office/officeart/2005/8/layout/process3"/>
    <dgm:cxn modelId="{F627EE93-BF1F-4F1B-B910-B30EEA2C38EE}" type="presParOf" srcId="{895F8DDE-457B-4FAE-AF1D-F9DDE50B2C90}" destId="{88863F19-3BD9-4EA5-8BB2-4C40C6BBB0CB}"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4814A1-02CE-4128-9FAE-4F9BED493BE8}"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1EB88580-6209-4CBC-BD9C-703F6C41BAA8}">
      <dgm:prSet phldrT="[Text]"/>
      <dgm:spPr/>
      <dgm:t>
        <a:bodyPr/>
        <a:lstStyle/>
        <a:p>
          <a:r>
            <a:rPr lang="es-MX" dirty="0"/>
            <a:t>PTU</a:t>
          </a:r>
        </a:p>
      </dgm:t>
    </dgm:pt>
    <dgm:pt modelId="{96174C37-578B-48CB-8C18-2635DD61CE53}" type="parTrans" cxnId="{3654C520-5811-4B04-A19D-1C108293B8CE}">
      <dgm:prSet/>
      <dgm:spPr/>
      <dgm:t>
        <a:bodyPr/>
        <a:lstStyle/>
        <a:p>
          <a:endParaRPr lang="es-MX"/>
        </a:p>
      </dgm:t>
    </dgm:pt>
    <dgm:pt modelId="{A13EBD08-992F-4169-8D0C-CC71D9438B55}" type="sibTrans" cxnId="{3654C520-5811-4B04-A19D-1C108293B8CE}">
      <dgm:prSet/>
      <dgm:spPr/>
      <dgm:t>
        <a:bodyPr/>
        <a:lstStyle/>
        <a:p>
          <a:pPr algn="ctr"/>
          <a:r>
            <a:rPr lang="es-MX" dirty="0"/>
            <a:t>Base X 10%</a:t>
          </a:r>
        </a:p>
      </dgm:t>
    </dgm:pt>
    <dgm:pt modelId="{CA9D40D7-0F89-4582-B287-6882B824AD93}">
      <dgm:prSet phldrT="[Text]"/>
      <dgm:spPr>
        <a:solidFill>
          <a:srgbClr val="92D050"/>
        </a:solidFill>
      </dgm:spPr>
      <dgm:t>
        <a:bodyPr/>
        <a:lstStyle/>
        <a:p>
          <a:r>
            <a:rPr lang="es-MX" dirty="0"/>
            <a:t>Días Trabajados</a:t>
          </a:r>
        </a:p>
      </dgm:t>
    </dgm:pt>
    <dgm:pt modelId="{848C8B96-56C7-4AF5-9E8F-4214DE14011B}" type="parTrans" cxnId="{20F3D234-AA8A-420B-A30F-F3B388B18C96}">
      <dgm:prSet/>
      <dgm:spPr/>
      <dgm:t>
        <a:bodyPr/>
        <a:lstStyle/>
        <a:p>
          <a:endParaRPr lang="es-MX"/>
        </a:p>
      </dgm:t>
    </dgm:pt>
    <dgm:pt modelId="{932C790E-25D4-4938-9D50-E48007F5456A}" type="sibTrans" cxnId="{20F3D234-AA8A-420B-A30F-F3B388B18C96}">
      <dgm:prSet/>
      <dgm:spPr/>
      <dgm:t>
        <a:bodyPr/>
        <a:lstStyle/>
        <a:p>
          <a:pPr algn="ctr"/>
          <a:r>
            <a:rPr lang="es-MX" dirty="0"/>
            <a:t>50%</a:t>
          </a:r>
        </a:p>
      </dgm:t>
    </dgm:pt>
    <dgm:pt modelId="{0A07C86A-4205-45E5-BDF9-477BDED466F0}">
      <dgm:prSet phldrT="[Text]"/>
      <dgm:spPr>
        <a:solidFill>
          <a:srgbClr val="00B0F0"/>
        </a:solidFill>
      </dgm:spPr>
      <dgm:t>
        <a:bodyPr/>
        <a:lstStyle/>
        <a:p>
          <a:r>
            <a:rPr lang="es-MX" dirty="0"/>
            <a:t>Salarios Devengados</a:t>
          </a:r>
        </a:p>
      </dgm:t>
    </dgm:pt>
    <dgm:pt modelId="{DEB80481-91CE-40B2-8699-CE19ACF819FB}" type="parTrans" cxnId="{ADDFD714-1DBF-49D3-BADE-82A91E6FD8E1}">
      <dgm:prSet/>
      <dgm:spPr/>
      <dgm:t>
        <a:bodyPr/>
        <a:lstStyle/>
        <a:p>
          <a:endParaRPr lang="es-MX"/>
        </a:p>
      </dgm:t>
    </dgm:pt>
    <dgm:pt modelId="{1E4AC365-29A0-4246-8BE8-DAC3823B7B8D}" type="sibTrans" cxnId="{ADDFD714-1DBF-49D3-BADE-82A91E6FD8E1}">
      <dgm:prSet/>
      <dgm:spPr/>
      <dgm:t>
        <a:bodyPr/>
        <a:lstStyle/>
        <a:p>
          <a:pPr algn="ctr"/>
          <a:r>
            <a:rPr lang="es-MX" dirty="0"/>
            <a:t>50%</a:t>
          </a:r>
        </a:p>
      </dgm:t>
    </dgm:pt>
    <dgm:pt modelId="{61E1F2E4-67F8-40EE-A6B4-C34AD6BB67C7}" type="pres">
      <dgm:prSet presAssocID="{264814A1-02CE-4128-9FAE-4F9BED493BE8}" presName="hierChild1" presStyleCnt="0">
        <dgm:presLayoutVars>
          <dgm:orgChart val="1"/>
          <dgm:chPref val="1"/>
          <dgm:dir/>
          <dgm:animOne val="branch"/>
          <dgm:animLvl val="lvl"/>
          <dgm:resizeHandles/>
        </dgm:presLayoutVars>
      </dgm:prSet>
      <dgm:spPr/>
    </dgm:pt>
    <dgm:pt modelId="{9B234E58-03E0-4427-BEA4-D8FC20D48AD8}" type="pres">
      <dgm:prSet presAssocID="{1EB88580-6209-4CBC-BD9C-703F6C41BAA8}" presName="hierRoot1" presStyleCnt="0">
        <dgm:presLayoutVars>
          <dgm:hierBranch val="init"/>
        </dgm:presLayoutVars>
      </dgm:prSet>
      <dgm:spPr/>
    </dgm:pt>
    <dgm:pt modelId="{F82F449A-905C-45CB-8087-78AD09278E7A}" type="pres">
      <dgm:prSet presAssocID="{1EB88580-6209-4CBC-BD9C-703F6C41BAA8}" presName="rootComposite1" presStyleCnt="0"/>
      <dgm:spPr/>
    </dgm:pt>
    <dgm:pt modelId="{5F0BD7FC-711A-4C6B-8FD1-D587B59ADF2D}" type="pres">
      <dgm:prSet presAssocID="{1EB88580-6209-4CBC-BD9C-703F6C41BAA8}" presName="rootText1" presStyleLbl="node0" presStyleIdx="0" presStyleCnt="1">
        <dgm:presLayoutVars>
          <dgm:chMax/>
          <dgm:chPref val="3"/>
        </dgm:presLayoutVars>
      </dgm:prSet>
      <dgm:spPr/>
    </dgm:pt>
    <dgm:pt modelId="{E0209770-89BA-443F-A0DE-C6A6AD4934AE}" type="pres">
      <dgm:prSet presAssocID="{1EB88580-6209-4CBC-BD9C-703F6C41BAA8}" presName="titleText1" presStyleLbl="fgAcc0" presStyleIdx="0" presStyleCnt="1">
        <dgm:presLayoutVars>
          <dgm:chMax val="0"/>
          <dgm:chPref val="0"/>
        </dgm:presLayoutVars>
      </dgm:prSet>
      <dgm:spPr/>
    </dgm:pt>
    <dgm:pt modelId="{EEADEBE8-C2F0-43E7-96D9-787AAA6E8EFE}" type="pres">
      <dgm:prSet presAssocID="{1EB88580-6209-4CBC-BD9C-703F6C41BAA8}" presName="rootConnector1" presStyleLbl="node1" presStyleIdx="0" presStyleCnt="2"/>
      <dgm:spPr/>
    </dgm:pt>
    <dgm:pt modelId="{7CEC5775-E8E5-4C8F-8243-7D42F38932A7}" type="pres">
      <dgm:prSet presAssocID="{1EB88580-6209-4CBC-BD9C-703F6C41BAA8}" presName="hierChild2" presStyleCnt="0"/>
      <dgm:spPr/>
    </dgm:pt>
    <dgm:pt modelId="{146272B4-9C6B-45A2-A907-26963A7C4A25}" type="pres">
      <dgm:prSet presAssocID="{848C8B96-56C7-4AF5-9E8F-4214DE14011B}" presName="Name37" presStyleLbl="parChTrans1D2" presStyleIdx="0" presStyleCnt="2"/>
      <dgm:spPr/>
    </dgm:pt>
    <dgm:pt modelId="{8A8FE539-5253-49C3-84B7-698F13D2C4C0}" type="pres">
      <dgm:prSet presAssocID="{CA9D40D7-0F89-4582-B287-6882B824AD93}" presName="hierRoot2" presStyleCnt="0">
        <dgm:presLayoutVars>
          <dgm:hierBranch val="init"/>
        </dgm:presLayoutVars>
      </dgm:prSet>
      <dgm:spPr/>
    </dgm:pt>
    <dgm:pt modelId="{C809A574-2B31-496E-9538-00FF07117B77}" type="pres">
      <dgm:prSet presAssocID="{CA9D40D7-0F89-4582-B287-6882B824AD93}" presName="rootComposite" presStyleCnt="0"/>
      <dgm:spPr/>
    </dgm:pt>
    <dgm:pt modelId="{58B0A6EF-C513-46CB-B784-AA5A2C5BDDAC}" type="pres">
      <dgm:prSet presAssocID="{CA9D40D7-0F89-4582-B287-6882B824AD93}" presName="rootText" presStyleLbl="node1" presStyleIdx="0" presStyleCnt="2">
        <dgm:presLayoutVars>
          <dgm:chMax/>
          <dgm:chPref val="3"/>
        </dgm:presLayoutVars>
      </dgm:prSet>
      <dgm:spPr/>
    </dgm:pt>
    <dgm:pt modelId="{97E76932-85D4-4804-A098-D84CBC88EFBC}" type="pres">
      <dgm:prSet presAssocID="{CA9D40D7-0F89-4582-B287-6882B824AD93}" presName="titleText2" presStyleLbl="fgAcc1" presStyleIdx="0" presStyleCnt="2">
        <dgm:presLayoutVars>
          <dgm:chMax val="0"/>
          <dgm:chPref val="0"/>
        </dgm:presLayoutVars>
      </dgm:prSet>
      <dgm:spPr/>
    </dgm:pt>
    <dgm:pt modelId="{6D318B5D-F800-4B5C-B521-2153A1D0CD21}" type="pres">
      <dgm:prSet presAssocID="{CA9D40D7-0F89-4582-B287-6882B824AD93}" presName="rootConnector" presStyleLbl="node2" presStyleIdx="0" presStyleCnt="0"/>
      <dgm:spPr/>
    </dgm:pt>
    <dgm:pt modelId="{450FF1C7-04CD-4FBE-A9A6-EE706B03EF03}" type="pres">
      <dgm:prSet presAssocID="{CA9D40D7-0F89-4582-B287-6882B824AD93}" presName="hierChild4" presStyleCnt="0"/>
      <dgm:spPr/>
    </dgm:pt>
    <dgm:pt modelId="{EECA7ADE-3EB6-440F-8346-2F2067E9CE1A}" type="pres">
      <dgm:prSet presAssocID="{CA9D40D7-0F89-4582-B287-6882B824AD93}" presName="hierChild5" presStyleCnt="0"/>
      <dgm:spPr/>
    </dgm:pt>
    <dgm:pt modelId="{57D66F4A-B68D-4982-AA07-099B804E0DB0}" type="pres">
      <dgm:prSet presAssocID="{DEB80481-91CE-40B2-8699-CE19ACF819FB}" presName="Name37" presStyleLbl="parChTrans1D2" presStyleIdx="1" presStyleCnt="2"/>
      <dgm:spPr/>
    </dgm:pt>
    <dgm:pt modelId="{F9F731D7-8F25-4E53-8260-6E5D267C8DB2}" type="pres">
      <dgm:prSet presAssocID="{0A07C86A-4205-45E5-BDF9-477BDED466F0}" presName="hierRoot2" presStyleCnt="0">
        <dgm:presLayoutVars>
          <dgm:hierBranch val="init"/>
        </dgm:presLayoutVars>
      </dgm:prSet>
      <dgm:spPr/>
    </dgm:pt>
    <dgm:pt modelId="{EC4FA590-D3B3-4283-AF7D-3BB93109B795}" type="pres">
      <dgm:prSet presAssocID="{0A07C86A-4205-45E5-BDF9-477BDED466F0}" presName="rootComposite" presStyleCnt="0"/>
      <dgm:spPr/>
    </dgm:pt>
    <dgm:pt modelId="{2433EF61-27F2-4CDE-B68B-EDA35CE30362}" type="pres">
      <dgm:prSet presAssocID="{0A07C86A-4205-45E5-BDF9-477BDED466F0}" presName="rootText" presStyleLbl="node1" presStyleIdx="1" presStyleCnt="2">
        <dgm:presLayoutVars>
          <dgm:chMax/>
          <dgm:chPref val="3"/>
        </dgm:presLayoutVars>
      </dgm:prSet>
      <dgm:spPr/>
    </dgm:pt>
    <dgm:pt modelId="{AE8418FD-0A7E-49E9-A680-1A80F823643C}" type="pres">
      <dgm:prSet presAssocID="{0A07C86A-4205-45E5-BDF9-477BDED466F0}" presName="titleText2" presStyleLbl="fgAcc1" presStyleIdx="1" presStyleCnt="2">
        <dgm:presLayoutVars>
          <dgm:chMax val="0"/>
          <dgm:chPref val="0"/>
        </dgm:presLayoutVars>
      </dgm:prSet>
      <dgm:spPr/>
    </dgm:pt>
    <dgm:pt modelId="{D57BE781-6364-41AC-9BC0-F3DAF07D2FEC}" type="pres">
      <dgm:prSet presAssocID="{0A07C86A-4205-45E5-BDF9-477BDED466F0}" presName="rootConnector" presStyleLbl="node2" presStyleIdx="0" presStyleCnt="0"/>
      <dgm:spPr/>
    </dgm:pt>
    <dgm:pt modelId="{7A256256-2405-4ABF-AC05-29827814C225}" type="pres">
      <dgm:prSet presAssocID="{0A07C86A-4205-45E5-BDF9-477BDED466F0}" presName="hierChild4" presStyleCnt="0"/>
      <dgm:spPr/>
    </dgm:pt>
    <dgm:pt modelId="{6E03FCBA-AE2F-4C61-8039-5AC76D9BD7F7}" type="pres">
      <dgm:prSet presAssocID="{0A07C86A-4205-45E5-BDF9-477BDED466F0}" presName="hierChild5" presStyleCnt="0"/>
      <dgm:spPr/>
    </dgm:pt>
    <dgm:pt modelId="{091491DE-724A-46F0-942D-A83A20CAF483}" type="pres">
      <dgm:prSet presAssocID="{1EB88580-6209-4CBC-BD9C-703F6C41BAA8}" presName="hierChild3" presStyleCnt="0"/>
      <dgm:spPr/>
    </dgm:pt>
  </dgm:ptLst>
  <dgm:cxnLst>
    <dgm:cxn modelId="{D869D001-51A8-444E-A058-197AA6885AB2}" type="presOf" srcId="{1EB88580-6209-4CBC-BD9C-703F6C41BAA8}" destId="{EEADEBE8-C2F0-43E7-96D9-787AAA6E8EFE}" srcOrd="1" destOrd="0" presId="urn:microsoft.com/office/officeart/2008/layout/NameandTitleOrganizationalChart"/>
    <dgm:cxn modelId="{71BA6413-E068-3941-AA7F-0E57A66E126F}" type="presOf" srcId="{A13EBD08-992F-4169-8D0C-CC71D9438B55}" destId="{E0209770-89BA-443F-A0DE-C6A6AD4934AE}" srcOrd="0" destOrd="0" presId="urn:microsoft.com/office/officeart/2008/layout/NameandTitleOrganizationalChart"/>
    <dgm:cxn modelId="{ADDFD714-1DBF-49D3-BADE-82A91E6FD8E1}" srcId="{1EB88580-6209-4CBC-BD9C-703F6C41BAA8}" destId="{0A07C86A-4205-45E5-BDF9-477BDED466F0}" srcOrd="1" destOrd="0" parTransId="{DEB80481-91CE-40B2-8699-CE19ACF819FB}" sibTransId="{1E4AC365-29A0-4246-8BE8-DAC3823B7B8D}"/>
    <dgm:cxn modelId="{3654C520-5811-4B04-A19D-1C108293B8CE}" srcId="{264814A1-02CE-4128-9FAE-4F9BED493BE8}" destId="{1EB88580-6209-4CBC-BD9C-703F6C41BAA8}" srcOrd="0" destOrd="0" parTransId="{96174C37-578B-48CB-8C18-2635DD61CE53}" sibTransId="{A13EBD08-992F-4169-8D0C-CC71D9438B55}"/>
    <dgm:cxn modelId="{8A98D531-06C1-A74B-BA44-B62D24A1AD38}" type="presOf" srcId="{264814A1-02CE-4128-9FAE-4F9BED493BE8}" destId="{61E1F2E4-67F8-40EE-A6B4-C34AD6BB67C7}" srcOrd="0" destOrd="0" presId="urn:microsoft.com/office/officeart/2008/layout/NameandTitleOrganizationalChart"/>
    <dgm:cxn modelId="{20F3D234-AA8A-420B-A30F-F3B388B18C96}" srcId="{1EB88580-6209-4CBC-BD9C-703F6C41BAA8}" destId="{CA9D40D7-0F89-4582-B287-6882B824AD93}" srcOrd="0" destOrd="0" parTransId="{848C8B96-56C7-4AF5-9E8F-4214DE14011B}" sibTransId="{932C790E-25D4-4938-9D50-E48007F5456A}"/>
    <dgm:cxn modelId="{3093CE43-AD1F-684F-88DF-4E26587424A0}" type="presOf" srcId="{CA9D40D7-0F89-4582-B287-6882B824AD93}" destId="{58B0A6EF-C513-46CB-B784-AA5A2C5BDDAC}" srcOrd="0" destOrd="0" presId="urn:microsoft.com/office/officeart/2008/layout/NameandTitleOrganizationalChart"/>
    <dgm:cxn modelId="{4CBBDC45-0B1E-3446-9F37-F2614945DDA1}" type="presOf" srcId="{932C790E-25D4-4938-9D50-E48007F5456A}" destId="{97E76932-85D4-4804-A098-D84CBC88EFBC}" srcOrd="0" destOrd="0" presId="urn:microsoft.com/office/officeart/2008/layout/NameandTitleOrganizationalChart"/>
    <dgm:cxn modelId="{6E073746-2333-894A-9239-F246E323164A}" type="presOf" srcId="{CA9D40D7-0F89-4582-B287-6882B824AD93}" destId="{6D318B5D-F800-4B5C-B521-2153A1D0CD21}" srcOrd="1" destOrd="0" presId="urn:microsoft.com/office/officeart/2008/layout/NameandTitleOrganizationalChart"/>
    <dgm:cxn modelId="{A0C06867-E0DC-F243-9572-307DB9BC65DC}" type="presOf" srcId="{0A07C86A-4205-45E5-BDF9-477BDED466F0}" destId="{2433EF61-27F2-4CDE-B68B-EDA35CE30362}" srcOrd="0" destOrd="0" presId="urn:microsoft.com/office/officeart/2008/layout/NameandTitleOrganizationalChart"/>
    <dgm:cxn modelId="{EA926758-6BDD-D44A-83A6-E1AE0E1F9BD7}" type="presOf" srcId="{848C8B96-56C7-4AF5-9E8F-4214DE14011B}" destId="{146272B4-9C6B-45A2-A907-26963A7C4A25}" srcOrd="0" destOrd="0" presId="urn:microsoft.com/office/officeart/2008/layout/NameandTitleOrganizationalChart"/>
    <dgm:cxn modelId="{839DFB86-4AD8-214B-8EF8-E8CF65D9F98F}" type="presOf" srcId="{1E4AC365-29A0-4246-8BE8-DAC3823B7B8D}" destId="{AE8418FD-0A7E-49E9-A680-1A80F823643C}" srcOrd="0" destOrd="0" presId="urn:microsoft.com/office/officeart/2008/layout/NameandTitleOrganizationalChart"/>
    <dgm:cxn modelId="{FBAE5CBE-BEF2-BF47-BB21-08AD43FEFE41}" type="presOf" srcId="{0A07C86A-4205-45E5-BDF9-477BDED466F0}" destId="{D57BE781-6364-41AC-9BC0-F3DAF07D2FEC}" srcOrd="1" destOrd="0" presId="urn:microsoft.com/office/officeart/2008/layout/NameandTitleOrganizationalChart"/>
    <dgm:cxn modelId="{62F2AADD-F695-7D4E-807A-78D2F409CFBD}" type="presOf" srcId="{1EB88580-6209-4CBC-BD9C-703F6C41BAA8}" destId="{5F0BD7FC-711A-4C6B-8FD1-D587B59ADF2D}" srcOrd="0" destOrd="0" presId="urn:microsoft.com/office/officeart/2008/layout/NameandTitleOrganizationalChart"/>
    <dgm:cxn modelId="{4E9CEBFB-90C2-E94A-BB9E-A59A278F8B9A}" type="presOf" srcId="{DEB80481-91CE-40B2-8699-CE19ACF819FB}" destId="{57D66F4A-B68D-4982-AA07-099B804E0DB0}" srcOrd="0" destOrd="0" presId="urn:microsoft.com/office/officeart/2008/layout/NameandTitleOrganizationalChart"/>
    <dgm:cxn modelId="{8739C402-2F9F-2D45-943A-AF6AF4311030}" type="presParOf" srcId="{61E1F2E4-67F8-40EE-A6B4-C34AD6BB67C7}" destId="{9B234E58-03E0-4427-BEA4-D8FC20D48AD8}" srcOrd="0" destOrd="0" presId="urn:microsoft.com/office/officeart/2008/layout/NameandTitleOrganizationalChart"/>
    <dgm:cxn modelId="{D1A63444-6CEE-0E4D-AA4E-F1741ACDC5CA}" type="presParOf" srcId="{9B234E58-03E0-4427-BEA4-D8FC20D48AD8}" destId="{F82F449A-905C-45CB-8087-78AD09278E7A}" srcOrd="0" destOrd="0" presId="urn:microsoft.com/office/officeart/2008/layout/NameandTitleOrganizationalChart"/>
    <dgm:cxn modelId="{CFB1783B-81EF-BA49-B8A8-1B34CAD805F7}" type="presParOf" srcId="{F82F449A-905C-45CB-8087-78AD09278E7A}" destId="{5F0BD7FC-711A-4C6B-8FD1-D587B59ADF2D}" srcOrd="0" destOrd="0" presId="urn:microsoft.com/office/officeart/2008/layout/NameandTitleOrganizationalChart"/>
    <dgm:cxn modelId="{B1910C85-27D2-A04C-B5F4-C689AEF1DDBE}" type="presParOf" srcId="{F82F449A-905C-45CB-8087-78AD09278E7A}" destId="{E0209770-89BA-443F-A0DE-C6A6AD4934AE}" srcOrd="1" destOrd="0" presId="urn:microsoft.com/office/officeart/2008/layout/NameandTitleOrganizationalChart"/>
    <dgm:cxn modelId="{4BEF0DF8-3D0F-2B4F-91A5-1AAB259DD15B}" type="presParOf" srcId="{F82F449A-905C-45CB-8087-78AD09278E7A}" destId="{EEADEBE8-C2F0-43E7-96D9-787AAA6E8EFE}" srcOrd="2" destOrd="0" presId="urn:microsoft.com/office/officeart/2008/layout/NameandTitleOrganizationalChart"/>
    <dgm:cxn modelId="{7556F122-7393-1E46-AA71-BE2A9D697397}" type="presParOf" srcId="{9B234E58-03E0-4427-BEA4-D8FC20D48AD8}" destId="{7CEC5775-E8E5-4C8F-8243-7D42F38932A7}" srcOrd="1" destOrd="0" presId="urn:microsoft.com/office/officeart/2008/layout/NameandTitleOrganizationalChart"/>
    <dgm:cxn modelId="{66409C63-E921-EA49-9CB0-9420EFA22690}" type="presParOf" srcId="{7CEC5775-E8E5-4C8F-8243-7D42F38932A7}" destId="{146272B4-9C6B-45A2-A907-26963A7C4A25}" srcOrd="0" destOrd="0" presId="urn:microsoft.com/office/officeart/2008/layout/NameandTitleOrganizationalChart"/>
    <dgm:cxn modelId="{E81D0E2E-4428-E04F-B42B-8F5D6D584E10}" type="presParOf" srcId="{7CEC5775-E8E5-4C8F-8243-7D42F38932A7}" destId="{8A8FE539-5253-49C3-84B7-698F13D2C4C0}" srcOrd="1" destOrd="0" presId="urn:microsoft.com/office/officeart/2008/layout/NameandTitleOrganizationalChart"/>
    <dgm:cxn modelId="{12361BF3-630F-0948-9FD8-437FE759BBD7}" type="presParOf" srcId="{8A8FE539-5253-49C3-84B7-698F13D2C4C0}" destId="{C809A574-2B31-496E-9538-00FF07117B77}" srcOrd="0" destOrd="0" presId="urn:microsoft.com/office/officeart/2008/layout/NameandTitleOrganizationalChart"/>
    <dgm:cxn modelId="{6B394286-9C43-564D-BF8B-511C607DDA10}" type="presParOf" srcId="{C809A574-2B31-496E-9538-00FF07117B77}" destId="{58B0A6EF-C513-46CB-B784-AA5A2C5BDDAC}" srcOrd="0" destOrd="0" presId="urn:microsoft.com/office/officeart/2008/layout/NameandTitleOrganizationalChart"/>
    <dgm:cxn modelId="{910EF0E3-2CF3-674A-BE36-FAE0C0615C17}" type="presParOf" srcId="{C809A574-2B31-496E-9538-00FF07117B77}" destId="{97E76932-85D4-4804-A098-D84CBC88EFBC}" srcOrd="1" destOrd="0" presId="urn:microsoft.com/office/officeart/2008/layout/NameandTitleOrganizationalChart"/>
    <dgm:cxn modelId="{C00BA707-64C4-F643-BEB6-2496F26BA890}" type="presParOf" srcId="{C809A574-2B31-496E-9538-00FF07117B77}" destId="{6D318B5D-F800-4B5C-B521-2153A1D0CD21}" srcOrd="2" destOrd="0" presId="urn:microsoft.com/office/officeart/2008/layout/NameandTitleOrganizationalChart"/>
    <dgm:cxn modelId="{15B90208-47A3-3A4F-BACD-EAE822229F87}" type="presParOf" srcId="{8A8FE539-5253-49C3-84B7-698F13D2C4C0}" destId="{450FF1C7-04CD-4FBE-A9A6-EE706B03EF03}" srcOrd="1" destOrd="0" presId="urn:microsoft.com/office/officeart/2008/layout/NameandTitleOrganizationalChart"/>
    <dgm:cxn modelId="{778DBCC2-CA51-FF45-88E2-80A33EA63521}" type="presParOf" srcId="{8A8FE539-5253-49C3-84B7-698F13D2C4C0}" destId="{EECA7ADE-3EB6-440F-8346-2F2067E9CE1A}" srcOrd="2" destOrd="0" presId="urn:microsoft.com/office/officeart/2008/layout/NameandTitleOrganizationalChart"/>
    <dgm:cxn modelId="{06CB3BE8-B77B-EA47-B48F-59E7115D2ACE}" type="presParOf" srcId="{7CEC5775-E8E5-4C8F-8243-7D42F38932A7}" destId="{57D66F4A-B68D-4982-AA07-099B804E0DB0}" srcOrd="2" destOrd="0" presId="urn:microsoft.com/office/officeart/2008/layout/NameandTitleOrganizationalChart"/>
    <dgm:cxn modelId="{F7382B71-DB54-6444-A548-1649A7AE2721}" type="presParOf" srcId="{7CEC5775-E8E5-4C8F-8243-7D42F38932A7}" destId="{F9F731D7-8F25-4E53-8260-6E5D267C8DB2}" srcOrd="3" destOrd="0" presId="urn:microsoft.com/office/officeart/2008/layout/NameandTitleOrganizationalChart"/>
    <dgm:cxn modelId="{45258484-E3EF-D14D-B49D-19A3B5AFF808}" type="presParOf" srcId="{F9F731D7-8F25-4E53-8260-6E5D267C8DB2}" destId="{EC4FA590-D3B3-4283-AF7D-3BB93109B795}" srcOrd="0" destOrd="0" presId="urn:microsoft.com/office/officeart/2008/layout/NameandTitleOrganizationalChart"/>
    <dgm:cxn modelId="{1915DB70-600D-D445-A3E0-2C1F56AF7FF6}" type="presParOf" srcId="{EC4FA590-D3B3-4283-AF7D-3BB93109B795}" destId="{2433EF61-27F2-4CDE-B68B-EDA35CE30362}" srcOrd="0" destOrd="0" presId="urn:microsoft.com/office/officeart/2008/layout/NameandTitleOrganizationalChart"/>
    <dgm:cxn modelId="{B616983C-E1B9-A344-814C-76DAF28AE208}" type="presParOf" srcId="{EC4FA590-D3B3-4283-AF7D-3BB93109B795}" destId="{AE8418FD-0A7E-49E9-A680-1A80F823643C}" srcOrd="1" destOrd="0" presId="urn:microsoft.com/office/officeart/2008/layout/NameandTitleOrganizationalChart"/>
    <dgm:cxn modelId="{3FD06FB9-2EAD-3443-ABEB-05045E092F32}" type="presParOf" srcId="{EC4FA590-D3B3-4283-AF7D-3BB93109B795}" destId="{D57BE781-6364-41AC-9BC0-F3DAF07D2FEC}" srcOrd="2" destOrd="0" presId="urn:microsoft.com/office/officeart/2008/layout/NameandTitleOrganizationalChart"/>
    <dgm:cxn modelId="{C0D25A8B-7FAC-A44A-8118-D2C0C85FA3B6}" type="presParOf" srcId="{F9F731D7-8F25-4E53-8260-6E5D267C8DB2}" destId="{7A256256-2405-4ABF-AC05-29827814C225}" srcOrd="1" destOrd="0" presId="urn:microsoft.com/office/officeart/2008/layout/NameandTitleOrganizationalChart"/>
    <dgm:cxn modelId="{5887CB23-0DF4-D748-819A-83D15072030D}" type="presParOf" srcId="{F9F731D7-8F25-4E53-8260-6E5D267C8DB2}" destId="{6E03FCBA-AE2F-4C61-8039-5AC76D9BD7F7}" srcOrd="2" destOrd="0" presId="urn:microsoft.com/office/officeart/2008/layout/NameandTitleOrganizationalChart"/>
    <dgm:cxn modelId="{126C15AD-44ED-EC40-9D5B-5D1F58E181E7}" type="presParOf" srcId="{9B234E58-03E0-4427-BEA4-D8FC20D48AD8}" destId="{091491DE-724A-46F0-942D-A83A20CAF483}"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0F2CDA3-2018-4ECC-8FDF-45FFC5830B2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86594A16-E0D1-4643-9174-E13972E6B90F}">
      <dgm:prSet phldrT="[Text]"/>
      <dgm:spPr/>
      <dgm:t>
        <a:bodyPr/>
        <a:lstStyle/>
        <a:p>
          <a:r>
            <a:rPr lang="es-MX" dirty="0"/>
            <a:t>Trabajadores</a:t>
          </a:r>
        </a:p>
      </dgm:t>
    </dgm:pt>
    <dgm:pt modelId="{E7F1337D-B919-468A-B9C0-155D38D2CB00}" type="parTrans" cxnId="{13BDB556-481E-484F-B3DD-6631587DCB2A}">
      <dgm:prSet/>
      <dgm:spPr/>
      <dgm:t>
        <a:bodyPr/>
        <a:lstStyle/>
        <a:p>
          <a:endParaRPr lang="es-MX"/>
        </a:p>
      </dgm:t>
    </dgm:pt>
    <dgm:pt modelId="{93DD08CF-EB2B-4537-8F70-925FAD3AC408}" type="sibTrans" cxnId="{13BDB556-481E-484F-B3DD-6631587DCB2A}">
      <dgm:prSet/>
      <dgm:spPr/>
      <dgm:t>
        <a:bodyPr/>
        <a:lstStyle/>
        <a:p>
          <a:endParaRPr lang="es-MX"/>
        </a:p>
      </dgm:t>
    </dgm:pt>
    <dgm:pt modelId="{359219BC-B1F8-4F64-B424-CFF8A3EAC1CD}">
      <dgm:prSet phldrT="[Text]" custT="1"/>
      <dgm:spPr/>
      <dgm:t>
        <a:bodyPr/>
        <a:lstStyle/>
        <a:p>
          <a:r>
            <a:rPr lang="es-MX" sz="2200" dirty="0"/>
            <a:t>Excluidos los Directores, Administradores y </a:t>
          </a:r>
          <a:r>
            <a:rPr lang="es-MX" sz="2200"/>
            <a:t>Gerentes Generales </a:t>
          </a:r>
          <a:r>
            <a:rPr lang="es-MX" sz="1000"/>
            <a:t>(LFT 127)</a:t>
          </a:r>
          <a:endParaRPr lang="es-MX" sz="2200" dirty="0"/>
        </a:p>
      </dgm:t>
    </dgm:pt>
    <dgm:pt modelId="{FA55DD8F-D489-4DB4-82AE-1ABEAF7C8F92}" type="parTrans" cxnId="{0828789F-FE43-4319-902E-434E2860C4DF}">
      <dgm:prSet/>
      <dgm:spPr/>
      <dgm:t>
        <a:bodyPr/>
        <a:lstStyle/>
        <a:p>
          <a:endParaRPr lang="es-MX"/>
        </a:p>
      </dgm:t>
    </dgm:pt>
    <dgm:pt modelId="{F8AECFB9-64D0-4C66-82EF-C1A019CA0D33}" type="sibTrans" cxnId="{0828789F-FE43-4319-902E-434E2860C4DF}">
      <dgm:prSet/>
      <dgm:spPr/>
      <dgm:t>
        <a:bodyPr/>
        <a:lstStyle/>
        <a:p>
          <a:endParaRPr lang="es-MX"/>
        </a:p>
      </dgm:t>
    </dgm:pt>
    <dgm:pt modelId="{008889A8-59AE-474D-9A54-9439F9C50F7B}">
      <dgm:prSet phldrT="[Text]" custT="1"/>
      <dgm:spPr/>
      <dgm:t>
        <a:bodyPr/>
        <a:lstStyle/>
        <a:p>
          <a:r>
            <a:rPr lang="es-MX" sz="2200" dirty="0"/>
            <a:t>Salario </a:t>
          </a:r>
          <a:r>
            <a:rPr lang="es-MX" sz="1000" dirty="0"/>
            <a:t>(LFT 124)</a:t>
          </a:r>
          <a:endParaRPr lang="es-MX" sz="2200" dirty="0"/>
        </a:p>
      </dgm:t>
    </dgm:pt>
    <dgm:pt modelId="{EE356E77-0A48-402E-9479-6135713EEA27}" type="parTrans" cxnId="{2D385930-8578-4E41-8C76-C604510411AC}">
      <dgm:prSet/>
      <dgm:spPr/>
      <dgm:t>
        <a:bodyPr/>
        <a:lstStyle/>
        <a:p>
          <a:endParaRPr lang="es-MX"/>
        </a:p>
      </dgm:t>
    </dgm:pt>
    <dgm:pt modelId="{B3949E86-533D-4A4C-838D-15B1CAFC703E}" type="sibTrans" cxnId="{2D385930-8578-4E41-8C76-C604510411AC}">
      <dgm:prSet/>
      <dgm:spPr/>
      <dgm:t>
        <a:bodyPr/>
        <a:lstStyle/>
        <a:p>
          <a:endParaRPr lang="es-MX"/>
        </a:p>
      </dgm:t>
    </dgm:pt>
    <dgm:pt modelId="{66676C0E-2E40-48B8-8DD2-0E2649EA6372}">
      <dgm:prSet phldrT="[Text]"/>
      <dgm:spPr/>
      <dgm:t>
        <a:bodyPr/>
        <a:lstStyle/>
        <a:p>
          <a:r>
            <a:rPr lang="es-MX" dirty="0"/>
            <a:t>Cuota Diaria</a:t>
          </a:r>
        </a:p>
      </dgm:t>
    </dgm:pt>
    <dgm:pt modelId="{7E57C20A-0E2F-4BA4-9A36-722B9487B139}" type="parTrans" cxnId="{C88650AF-6D25-40E1-93BF-1C50F9EAE3F0}">
      <dgm:prSet/>
      <dgm:spPr/>
      <dgm:t>
        <a:bodyPr/>
        <a:lstStyle/>
        <a:p>
          <a:endParaRPr lang="es-MX"/>
        </a:p>
      </dgm:t>
    </dgm:pt>
    <dgm:pt modelId="{E45337F4-8F32-4589-9E46-ABD244DE746D}" type="sibTrans" cxnId="{C88650AF-6D25-40E1-93BF-1C50F9EAE3F0}">
      <dgm:prSet/>
      <dgm:spPr/>
      <dgm:t>
        <a:bodyPr/>
        <a:lstStyle/>
        <a:p>
          <a:endParaRPr lang="es-MX"/>
        </a:p>
      </dgm:t>
    </dgm:pt>
    <dgm:pt modelId="{6F096AE6-4D83-41D1-9AF1-B485ECDA73E2}">
      <dgm:prSet phldrT="[Text]"/>
      <dgm:spPr/>
      <dgm:t>
        <a:bodyPr/>
        <a:lstStyle/>
        <a:p>
          <a:r>
            <a:rPr lang="es-MX" dirty="0"/>
            <a:t>No incluye gratificaciones, tiempo extra ni otras percepciones</a:t>
          </a:r>
        </a:p>
      </dgm:t>
    </dgm:pt>
    <dgm:pt modelId="{E57A6DBA-2071-4B52-ADCD-4A9230A849C3}" type="parTrans" cxnId="{5F6375E0-98DA-4A70-AB49-9961DB98BEF6}">
      <dgm:prSet/>
      <dgm:spPr/>
      <dgm:t>
        <a:bodyPr/>
        <a:lstStyle/>
        <a:p>
          <a:endParaRPr lang="es-MX"/>
        </a:p>
      </dgm:t>
    </dgm:pt>
    <dgm:pt modelId="{BF3D39C2-819A-4F2D-8518-049EAA599339}" type="sibTrans" cxnId="{5F6375E0-98DA-4A70-AB49-9961DB98BEF6}">
      <dgm:prSet/>
      <dgm:spPr/>
      <dgm:t>
        <a:bodyPr/>
        <a:lstStyle/>
        <a:p>
          <a:endParaRPr lang="es-MX"/>
        </a:p>
      </dgm:t>
    </dgm:pt>
    <dgm:pt modelId="{A10D9DF1-1FA5-43BC-A609-83B3A38103C0}">
      <dgm:prSet phldrT="[Text]"/>
      <dgm:spPr/>
      <dgm:t>
        <a:bodyPr/>
        <a:lstStyle/>
        <a:p>
          <a:r>
            <a:rPr lang="es-MX" dirty="0"/>
            <a:t>Salario de los trabajadores de confianza limitado</a:t>
          </a:r>
        </a:p>
      </dgm:t>
    </dgm:pt>
    <dgm:pt modelId="{7DFBEF18-49B7-4151-B747-A71CB954AE35}" type="parTrans" cxnId="{29F098A9-3901-4B95-92C8-427C8C5282A2}">
      <dgm:prSet/>
      <dgm:spPr/>
      <dgm:t>
        <a:bodyPr/>
        <a:lstStyle/>
        <a:p>
          <a:endParaRPr lang="es-MX"/>
        </a:p>
      </dgm:t>
    </dgm:pt>
    <dgm:pt modelId="{818D6786-FA17-45FB-8143-DEE8370744E0}" type="sibTrans" cxnId="{29F098A9-3901-4B95-92C8-427C8C5282A2}">
      <dgm:prSet/>
      <dgm:spPr/>
      <dgm:t>
        <a:bodyPr/>
        <a:lstStyle/>
        <a:p>
          <a:endParaRPr lang="es-MX"/>
        </a:p>
      </dgm:t>
    </dgm:pt>
    <dgm:pt modelId="{AB7FEC3A-2196-4F27-B9A4-B8E4E5CF2DE8}">
      <dgm:prSet custT="1"/>
      <dgm:spPr/>
      <dgm:t>
        <a:bodyPr/>
        <a:lstStyle/>
        <a:p>
          <a:r>
            <a:rPr lang="es-MX" sz="1900" dirty="0"/>
            <a:t>Características </a:t>
          </a:r>
          <a:r>
            <a:rPr lang="es-MX" sz="1000" dirty="0"/>
            <a:t>(LFT 122)</a:t>
          </a:r>
          <a:endParaRPr lang="es-MX" sz="1900" dirty="0"/>
        </a:p>
      </dgm:t>
    </dgm:pt>
    <dgm:pt modelId="{8E5D88F9-E9C1-463D-AD00-D0711970953D}" type="parTrans" cxnId="{A417235E-4B50-4EEE-80E5-71A8E65A673C}">
      <dgm:prSet/>
      <dgm:spPr/>
      <dgm:t>
        <a:bodyPr/>
        <a:lstStyle/>
        <a:p>
          <a:endParaRPr lang="es-MX"/>
        </a:p>
      </dgm:t>
    </dgm:pt>
    <dgm:pt modelId="{3779CF13-14C0-4D06-8238-26D65A86BE45}" type="sibTrans" cxnId="{A417235E-4B50-4EEE-80E5-71A8E65A673C}">
      <dgm:prSet/>
      <dgm:spPr/>
      <dgm:t>
        <a:bodyPr/>
        <a:lstStyle/>
        <a:p>
          <a:endParaRPr lang="es-MX"/>
        </a:p>
      </dgm:t>
    </dgm:pt>
    <dgm:pt modelId="{52997314-8C5C-4F85-AD37-55753F1F50FA}">
      <dgm:prSet custT="1"/>
      <dgm:spPr/>
      <dgm:t>
        <a:bodyPr/>
        <a:lstStyle/>
        <a:p>
          <a:r>
            <a:rPr lang="es-MX" sz="2000" dirty="0"/>
            <a:t>Disminuye para fines del ISR al pagarse </a:t>
          </a:r>
          <a:r>
            <a:rPr lang="es-MX" sz="1000" dirty="0"/>
            <a:t>(LISR 9)</a:t>
          </a:r>
          <a:endParaRPr lang="es-MX" sz="2000" dirty="0"/>
        </a:p>
      </dgm:t>
    </dgm:pt>
    <dgm:pt modelId="{FA537ACD-D409-4427-B46F-2D61BF79A149}" type="parTrans" cxnId="{2DCF8BFD-B685-445E-9BD2-EF016AAE66F6}">
      <dgm:prSet/>
      <dgm:spPr/>
      <dgm:t>
        <a:bodyPr/>
        <a:lstStyle/>
        <a:p>
          <a:endParaRPr lang="es-MX"/>
        </a:p>
      </dgm:t>
    </dgm:pt>
    <dgm:pt modelId="{793C0746-CCEA-4FD7-BD7D-8A2F8B3AF5F1}" type="sibTrans" cxnId="{2DCF8BFD-B685-445E-9BD2-EF016AAE66F6}">
      <dgm:prSet/>
      <dgm:spPr/>
      <dgm:t>
        <a:bodyPr/>
        <a:lstStyle/>
        <a:p>
          <a:endParaRPr lang="es-MX"/>
        </a:p>
      </dgm:t>
    </dgm:pt>
    <dgm:pt modelId="{F16F15AE-D59E-4DE7-BCB2-A59C24F7E761}">
      <dgm:prSet custT="1"/>
      <dgm:spPr/>
      <dgm:t>
        <a:bodyPr/>
        <a:lstStyle/>
        <a:p>
          <a:r>
            <a:rPr lang="es-MX" sz="2000" dirty="0"/>
            <a:t>No deducible para la PTU </a:t>
          </a:r>
          <a:r>
            <a:rPr lang="es-MX" sz="1000" dirty="0"/>
            <a:t>(LISR 9)</a:t>
          </a:r>
          <a:endParaRPr lang="es-MX" sz="2000" dirty="0"/>
        </a:p>
      </dgm:t>
    </dgm:pt>
    <dgm:pt modelId="{D189A9D8-DB0B-4AFA-B7CB-7061F346F5AB}" type="parTrans" cxnId="{33C42AD5-F482-4FDA-AE40-2949D2D5FDF9}">
      <dgm:prSet/>
      <dgm:spPr/>
      <dgm:t>
        <a:bodyPr/>
        <a:lstStyle/>
        <a:p>
          <a:endParaRPr lang="es-MX"/>
        </a:p>
      </dgm:t>
    </dgm:pt>
    <dgm:pt modelId="{AC926581-3753-4D48-8DB2-00F5F659C830}" type="sibTrans" cxnId="{33C42AD5-F482-4FDA-AE40-2949D2D5FDF9}">
      <dgm:prSet/>
      <dgm:spPr/>
      <dgm:t>
        <a:bodyPr/>
        <a:lstStyle/>
        <a:p>
          <a:endParaRPr lang="es-MX"/>
        </a:p>
      </dgm:t>
    </dgm:pt>
    <dgm:pt modelId="{7335BA89-BEE5-40E3-8EDA-44766113B313}">
      <dgm:prSet custT="1"/>
      <dgm:spPr/>
      <dgm:t>
        <a:bodyPr/>
        <a:lstStyle/>
        <a:p>
          <a:r>
            <a:rPr lang="es-MX" sz="2000" dirty="0"/>
            <a:t>La PTU no pagada se agrega al siguiente año</a:t>
          </a:r>
        </a:p>
      </dgm:t>
    </dgm:pt>
    <dgm:pt modelId="{0356E751-10D5-4BF5-A97E-461AE2A93A0C}" type="parTrans" cxnId="{B1F039D0-50E1-4741-ABC2-A10C671DEDB4}">
      <dgm:prSet/>
      <dgm:spPr/>
      <dgm:t>
        <a:bodyPr/>
        <a:lstStyle/>
        <a:p>
          <a:endParaRPr lang="es-MX"/>
        </a:p>
      </dgm:t>
    </dgm:pt>
    <dgm:pt modelId="{A90D5D99-4411-4A83-8965-0E23172069BD}" type="sibTrans" cxnId="{B1F039D0-50E1-4741-ABC2-A10C671DEDB4}">
      <dgm:prSet/>
      <dgm:spPr/>
      <dgm:t>
        <a:bodyPr/>
        <a:lstStyle/>
        <a:p>
          <a:endParaRPr lang="es-MX"/>
        </a:p>
      </dgm:t>
    </dgm:pt>
    <dgm:pt modelId="{CB54BB9E-E532-41AD-B683-4AFE7905DA4D}">
      <dgm:prSet custT="1"/>
      <dgm:spPr/>
      <dgm:t>
        <a:bodyPr/>
        <a:lstStyle/>
        <a:p>
          <a:r>
            <a:rPr lang="es-MX" sz="2000" dirty="0"/>
            <a:t>Pago a los 60 días de la fecha en que deba pagarse el ISR</a:t>
          </a:r>
        </a:p>
      </dgm:t>
    </dgm:pt>
    <dgm:pt modelId="{52926736-E2B8-4C9E-B40F-C6852ED6E46D}" type="parTrans" cxnId="{092C10F8-7EE6-4F31-928B-37AE086757EF}">
      <dgm:prSet/>
      <dgm:spPr/>
      <dgm:t>
        <a:bodyPr/>
        <a:lstStyle/>
        <a:p>
          <a:endParaRPr lang="es-MX"/>
        </a:p>
      </dgm:t>
    </dgm:pt>
    <dgm:pt modelId="{1BD87CB2-DDA9-4761-9BB0-F9653D278B26}" type="sibTrans" cxnId="{092C10F8-7EE6-4F31-928B-37AE086757EF}">
      <dgm:prSet/>
      <dgm:spPr/>
      <dgm:t>
        <a:bodyPr/>
        <a:lstStyle/>
        <a:p>
          <a:endParaRPr lang="es-MX"/>
        </a:p>
      </dgm:t>
    </dgm:pt>
    <dgm:pt modelId="{BD9892A3-AB73-49B7-A172-41B0F2660E7F}">
      <dgm:prSet phldrT="[Text]"/>
      <dgm:spPr/>
      <dgm:t>
        <a:bodyPr/>
        <a:lstStyle/>
        <a:p>
          <a:r>
            <a:rPr lang="es-MX" sz="2200" dirty="0">
              <a:solidFill>
                <a:srgbClr val="FF0000"/>
              </a:solidFill>
            </a:rPr>
            <a:t>Un solo trabajador podría cobrar, por un solo día, el 100% de la PTU.</a:t>
          </a:r>
        </a:p>
      </dgm:t>
    </dgm:pt>
    <dgm:pt modelId="{C086B79D-98FD-4F98-95ED-16FC68E4430C}" type="parTrans" cxnId="{689AD869-32E3-4197-BD38-EB570329B17A}">
      <dgm:prSet/>
      <dgm:spPr/>
      <dgm:t>
        <a:bodyPr/>
        <a:lstStyle/>
        <a:p>
          <a:endParaRPr lang="es-MX"/>
        </a:p>
      </dgm:t>
    </dgm:pt>
    <dgm:pt modelId="{E1E4FF76-35BE-468D-8C33-3903B5F978FA}" type="sibTrans" cxnId="{689AD869-32E3-4197-BD38-EB570329B17A}">
      <dgm:prSet/>
      <dgm:spPr/>
      <dgm:t>
        <a:bodyPr/>
        <a:lstStyle/>
        <a:p>
          <a:endParaRPr lang="es-MX"/>
        </a:p>
      </dgm:t>
    </dgm:pt>
    <dgm:pt modelId="{440B3AA3-9652-4003-9B7C-6D8A959BD021}">
      <dgm:prSet phldrT="[Text]"/>
      <dgm:spPr/>
      <dgm:t>
        <a:bodyPr/>
        <a:lstStyle/>
        <a:p>
          <a:endParaRPr lang="es-MX" sz="2200" dirty="0"/>
        </a:p>
      </dgm:t>
    </dgm:pt>
    <dgm:pt modelId="{DFBF3F29-A224-459F-96C9-121225BCDAD9}" type="parTrans" cxnId="{17FE244B-9331-44F7-AC43-4C9DF77DAD39}">
      <dgm:prSet/>
      <dgm:spPr/>
      <dgm:t>
        <a:bodyPr/>
        <a:lstStyle/>
        <a:p>
          <a:endParaRPr lang="es-MX"/>
        </a:p>
      </dgm:t>
    </dgm:pt>
    <dgm:pt modelId="{B2C93008-DBEE-4B85-8A73-7C9A566A9D0B}" type="sibTrans" cxnId="{17FE244B-9331-44F7-AC43-4C9DF77DAD39}">
      <dgm:prSet/>
      <dgm:spPr/>
      <dgm:t>
        <a:bodyPr/>
        <a:lstStyle/>
        <a:p>
          <a:endParaRPr lang="es-MX"/>
        </a:p>
      </dgm:t>
    </dgm:pt>
    <dgm:pt modelId="{1ECA7C0A-E633-403A-B3E6-21D899676CCB}">
      <dgm:prSet phldrT="[Text]"/>
      <dgm:spPr/>
      <dgm:t>
        <a:bodyPr/>
        <a:lstStyle/>
        <a:p>
          <a:endParaRPr lang="es-MX" dirty="0"/>
        </a:p>
      </dgm:t>
    </dgm:pt>
    <dgm:pt modelId="{ABDFACBB-B85C-4710-9BA2-0AA6E3F746B2}" type="parTrans" cxnId="{7E008FAF-6138-438B-BE19-D62978E8F61F}">
      <dgm:prSet/>
      <dgm:spPr/>
      <dgm:t>
        <a:bodyPr/>
        <a:lstStyle/>
        <a:p>
          <a:endParaRPr lang="es-MX"/>
        </a:p>
      </dgm:t>
    </dgm:pt>
    <dgm:pt modelId="{913A4BC6-AEC5-4C11-9903-CF45F3C91CF9}" type="sibTrans" cxnId="{7E008FAF-6138-438B-BE19-D62978E8F61F}">
      <dgm:prSet/>
      <dgm:spPr/>
      <dgm:t>
        <a:bodyPr/>
        <a:lstStyle/>
        <a:p>
          <a:endParaRPr lang="es-MX"/>
        </a:p>
      </dgm:t>
    </dgm:pt>
    <dgm:pt modelId="{9EF78BD0-BFA7-433F-AE36-53CDB05CA04F}">
      <dgm:prSet phldrT="[Text]"/>
      <dgm:spPr/>
      <dgm:t>
        <a:bodyPr/>
        <a:lstStyle/>
        <a:p>
          <a:endParaRPr lang="es-MX" dirty="0"/>
        </a:p>
      </dgm:t>
    </dgm:pt>
    <dgm:pt modelId="{2A2A11B0-3949-48D7-B5B0-98CBE39FD783}" type="parTrans" cxnId="{5A87C530-DF7B-40CE-9050-F686119BD2C8}">
      <dgm:prSet/>
      <dgm:spPr/>
      <dgm:t>
        <a:bodyPr/>
        <a:lstStyle/>
        <a:p>
          <a:endParaRPr lang="es-MX"/>
        </a:p>
      </dgm:t>
    </dgm:pt>
    <dgm:pt modelId="{DDF6BC17-73B1-4725-9BC0-A47C36EED695}" type="sibTrans" cxnId="{5A87C530-DF7B-40CE-9050-F686119BD2C8}">
      <dgm:prSet/>
      <dgm:spPr/>
      <dgm:t>
        <a:bodyPr/>
        <a:lstStyle/>
        <a:p>
          <a:endParaRPr lang="es-MX"/>
        </a:p>
      </dgm:t>
    </dgm:pt>
    <dgm:pt modelId="{D9885865-72D3-4246-A1B6-9BA31B943BBB}">
      <dgm:prSet/>
      <dgm:spPr/>
      <dgm:t>
        <a:bodyPr/>
        <a:lstStyle/>
        <a:p>
          <a:endParaRPr lang="es-MX" sz="2000" dirty="0"/>
        </a:p>
      </dgm:t>
    </dgm:pt>
    <dgm:pt modelId="{505A07AC-03A7-4FCF-8F7D-533CE21318BF}" type="parTrans" cxnId="{9B5DF466-A483-4B0C-8214-B7F52A09B58E}">
      <dgm:prSet/>
      <dgm:spPr/>
      <dgm:t>
        <a:bodyPr/>
        <a:lstStyle/>
        <a:p>
          <a:endParaRPr lang="es-MX"/>
        </a:p>
      </dgm:t>
    </dgm:pt>
    <dgm:pt modelId="{18E2793C-66B5-4E1D-AC1D-225B8CB01A16}" type="sibTrans" cxnId="{9B5DF466-A483-4B0C-8214-B7F52A09B58E}">
      <dgm:prSet/>
      <dgm:spPr/>
      <dgm:t>
        <a:bodyPr/>
        <a:lstStyle/>
        <a:p>
          <a:endParaRPr lang="es-MX"/>
        </a:p>
      </dgm:t>
    </dgm:pt>
    <dgm:pt modelId="{98F4B408-A151-4055-9B94-AAE3B88DE57E}">
      <dgm:prSet/>
      <dgm:spPr/>
      <dgm:t>
        <a:bodyPr/>
        <a:lstStyle/>
        <a:p>
          <a:endParaRPr lang="es-MX" sz="2000" dirty="0"/>
        </a:p>
      </dgm:t>
    </dgm:pt>
    <dgm:pt modelId="{C23C1975-433C-493B-A532-3A25EB770597}" type="parTrans" cxnId="{6384B14D-45B0-4C26-B84F-A9ED31FFA41F}">
      <dgm:prSet/>
      <dgm:spPr/>
      <dgm:t>
        <a:bodyPr/>
        <a:lstStyle/>
        <a:p>
          <a:endParaRPr lang="es-MX"/>
        </a:p>
      </dgm:t>
    </dgm:pt>
    <dgm:pt modelId="{DAA99167-39E0-44DB-9611-A1EFBFEF6C3B}" type="sibTrans" cxnId="{6384B14D-45B0-4C26-B84F-A9ED31FFA41F}">
      <dgm:prSet/>
      <dgm:spPr/>
      <dgm:t>
        <a:bodyPr/>
        <a:lstStyle/>
        <a:p>
          <a:endParaRPr lang="es-MX"/>
        </a:p>
      </dgm:t>
    </dgm:pt>
    <dgm:pt modelId="{BB6B9547-32A5-4839-890F-5AD22ECB9B18}">
      <dgm:prSet/>
      <dgm:spPr/>
      <dgm:t>
        <a:bodyPr/>
        <a:lstStyle/>
        <a:p>
          <a:endParaRPr lang="es-MX" sz="2000" dirty="0"/>
        </a:p>
      </dgm:t>
    </dgm:pt>
    <dgm:pt modelId="{6E85E063-0A50-4797-8C6A-FDFE215AFA24}" type="parTrans" cxnId="{41910278-04A2-4A19-95E4-C1F97181A286}">
      <dgm:prSet/>
      <dgm:spPr/>
      <dgm:t>
        <a:bodyPr/>
        <a:lstStyle/>
        <a:p>
          <a:endParaRPr lang="es-MX"/>
        </a:p>
      </dgm:t>
    </dgm:pt>
    <dgm:pt modelId="{2BA26FF7-2226-408E-BEC7-30EE1F8928B6}" type="sibTrans" cxnId="{41910278-04A2-4A19-95E4-C1F97181A286}">
      <dgm:prSet/>
      <dgm:spPr/>
      <dgm:t>
        <a:bodyPr/>
        <a:lstStyle/>
        <a:p>
          <a:endParaRPr lang="es-MX"/>
        </a:p>
      </dgm:t>
    </dgm:pt>
    <dgm:pt modelId="{69B9C166-4223-4DFB-91B1-A323F2250306}" type="pres">
      <dgm:prSet presAssocID="{20F2CDA3-2018-4ECC-8FDF-45FFC5830B28}" presName="Name0" presStyleCnt="0">
        <dgm:presLayoutVars>
          <dgm:dir/>
          <dgm:animLvl val="lvl"/>
          <dgm:resizeHandles val="exact"/>
        </dgm:presLayoutVars>
      </dgm:prSet>
      <dgm:spPr/>
    </dgm:pt>
    <dgm:pt modelId="{69587B2C-0CF7-4862-AD49-353E4517613E}" type="pres">
      <dgm:prSet presAssocID="{86594A16-E0D1-4643-9174-E13972E6B90F}" presName="composite" presStyleCnt="0"/>
      <dgm:spPr/>
    </dgm:pt>
    <dgm:pt modelId="{827D638F-C8B1-4375-8557-6909BC109E67}" type="pres">
      <dgm:prSet presAssocID="{86594A16-E0D1-4643-9174-E13972E6B90F}" presName="parTx" presStyleLbl="alignNode1" presStyleIdx="0" presStyleCnt="3">
        <dgm:presLayoutVars>
          <dgm:chMax val="0"/>
          <dgm:chPref val="0"/>
          <dgm:bulletEnabled val="1"/>
        </dgm:presLayoutVars>
      </dgm:prSet>
      <dgm:spPr/>
    </dgm:pt>
    <dgm:pt modelId="{43B87ADF-A94F-45AB-BD68-81609F76C98B}" type="pres">
      <dgm:prSet presAssocID="{86594A16-E0D1-4643-9174-E13972E6B90F}" presName="desTx" presStyleLbl="alignAccFollowNode1" presStyleIdx="0" presStyleCnt="3">
        <dgm:presLayoutVars>
          <dgm:bulletEnabled val="1"/>
        </dgm:presLayoutVars>
      </dgm:prSet>
      <dgm:spPr/>
    </dgm:pt>
    <dgm:pt modelId="{D11E7BE3-CEAF-4114-9CE8-5B8B750DB9FB}" type="pres">
      <dgm:prSet presAssocID="{93DD08CF-EB2B-4537-8F70-925FAD3AC408}" presName="space" presStyleCnt="0"/>
      <dgm:spPr/>
    </dgm:pt>
    <dgm:pt modelId="{69A6C887-E046-4A62-AC98-73366DE5EC05}" type="pres">
      <dgm:prSet presAssocID="{008889A8-59AE-474D-9A54-9439F9C50F7B}" presName="composite" presStyleCnt="0"/>
      <dgm:spPr/>
    </dgm:pt>
    <dgm:pt modelId="{351F3895-2B46-4392-BE9E-619913A8C132}" type="pres">
      <dgm:prSet presAssocID="{008889A8-59AE-474D-9A54-9439F9C50F7B}" presName="parTx" presStyleLbl="alignNode1" presStyleIdx="1" presStyleCnt="3">
        <dgm:presLayoutVars>
          <dgm:chMax val="0"/>
          <dgm:chPref val="0"/>
          <dgm:bulletEnabled val="1"/>
        </dgm:presLayoutVars>
      </dgm:prSet>
      <dgm:spPr/>
    </dgm:pt>
    <dgm:pt modelId="{C2CE4784-63FF-4B92-8727-A169276736AC}" type="pres">
      <dgm:prSet presAssocID="{008889A8-59AE-474D-9A54-9439F9C50F7B}" presName="desTx" presStyleLbl="alignAccFollowNode1" presStyleIdx="1" presStyleCnt="3">
        <dgm:presLayoutVars>
          <dgm:bulletEnabled val="1"/>
        </dgm:presLayoutVars>
      </dgm:prSet>
      <dgm:spPr/>
    </dgm:pt>
    <dgm:pt modelId="{828A8735-6513-45B7-8F11-8297C5069E39}" type="pres">
      <dgm:prSet presAssocID="{B3949E86-533D-4A4C-838D-15B1CAFC703E}" presName="space" presStyleCnt="0"/>
      <dgm:spPr/>
    </dgm:pt>
    <dgm:pt modelId="{F9847443-12B2-46F3-A287-2A9AA05A845D}" type="pres">
      <dgm:prSet presAssocID="{AB7FEC3A-2196-4F27-B9A4-B8E4E5CF2DE8}" presName="composite" presStyleCnt="0"/>
      <dgm:spPr/>
    </dgm:pt>
    <dgm:pt modelId="{9F1C869F-8050-46A2-82AB-87578DD12082}" type="pres">
      <dgm:prSet presAssocID="{AB7FEC3A-2196-4F27-B9A4-B8E4E5CF2DE8}" presName="parTx" presStyleLbl="alignNode1" presStyleIdx="2" presStyleCnt="3">
        <dgm:presLayoutVars>
          <dgm:chMax val="0"/>
          <dgm:chPref val="0"/>
          <dgm:bulletEnabled val="1"/>
        </dgm:presLayoutVars>
      </dgm:prSet>
      <dgm:spPr/>
    </dgm:pt>
    <dgm:pt modelId="{32349A69-124A-4F58-9088-253A53D8AB71}" type="pres">
      <dgm:prSet presAssocID="{AB7FEC3A-2196-4F27-B9A4-B8E4E5CF2DE8}" presName="desTx" presStyleLbl="alignAccFollowNode1" presStyleIdx="2" presStyleCnt="3">
        <dgm:presLayoutVars>
          <dgm:bulletEnabled val="1"/>
        </dgm:presLayoutVars>
      </dgm:prSet>
      <dgm:spPr/>
    </dgm:pt>
  </dgm:ptLst>
  <dgm:cxnLst>
    <dgm:cxn modelId="{4AC81A02-5979-3041-9BBE-7480E3D8CE1F}" type="presOf" srcId="{66676C0E-2E40-48B8-8DD2-0E2649EA6372}" destId="{C2CE4784-63FF-4B92-8727-A169276736AC}" srcOrd="0" destOrd="0" presId="urn:microsoft.com/office/officeart/2005/8/layout/hList1"/>
    <dgm:cxn modelId="{84919303-7F04-5943-93D1-7390CE8A3456}" type="presOf" srcId="{86594A16-E0D1-4643-9174-E13972E6B90F}" destId="{827D638F-C8B1-4375-8557-6909BC109E67}" srcOrd="0" destOrd="0" presId="urn:microsoft.com/office/officeart/2005/8/layout/hList1"/>
    <dgm:cxn modelId="{0A80951A-9557-4A6C-9431-42D63F6654CB}" type="presOf" srcId="{D9885865-72D3-4246-A1B6-9BA31B943BBB}" destId="{32349A69-124A-4F58-9088-253A53D8AB71}" srcOrd="0" destOrd="1" presId="urn:microsoft.com/office/officeart/2005/8/layout/hList1"/>
    <dgm:cxn modelId="{A3092224-06F7-B040-BDF6-6F12A93CE306}" type="presOf" srcId="{008889A8-59AE-474D-9A54-9439F9C50F7B}" destId="{351F3895-2B46-4392-BE9E-619913A8C132}" srcOrd="0" destOrd="0" presId="urn:microsoft.com/office/officeart/2005/8/layout/hList1"/>
    <dgm:cxn modelId="{2D385930-8578-4E41-8C76-C604510411AC}" srcId="{20F2CDA3-2018-4ECC-8FDF-45FFC5830B28}" destId="{008889A8-59AE-474D-9A54-9439F9C50F7B}" srcOrd="1" destOrd="0" parTransId="{EE356E77-0A48-402E-9479-6135713EEA27}" sibTransId="{B3949E86-533D-4A4C-838D-15B1CAFC703E}"/>
    <dgm:cxn modelId="{5A87C530-DF7B-40CE-9050-F686119BD2C8}" srcId="{008889A8-59AE-474D-9A54-9439F9C50F7B}" destId="{9EF78BD0-BFA7-433F-AE36-53CDB05CA04F}" srcOrd="3" destOrd="0" parTransId="{2A2A11B0-3949-48D7-B5B0-98CBE39FD783}" sibTransId="{DDF6BC17-73B1-4725-9BC0-A47C36EED695}"/>
    <dgm:cxn modelId="{A417235E-4B50-4EEE-80E5-71A8E65A673C}" srcId="{20F2CDA3-2018-4ECC-8FDF-45FFC5830B28}" destId="{AB7FEC3A-2196-4F27-B9A4-B8E4E5CF2DE8}" srcOrd="2" destOrd="0" parTransId="{8E5D88F9-E9C1-463D-AD00-D0711970953D}" sibTransId="{3779CF13-14C0-4D06-8238-26D65A86BE45}"/>
    <dgm:cxn modelId="{72E23760-2211-8848-B0B5-D7F2F4AFC227}" type="presOf" srcId="{AB7FEC3A-2196-4F27-B9A4-B8E4E5CF2DE8}" destId="{9F1C869F-8050-46A2-82AB-87578DD12082}" srcOrd="0" destOrd="0" presId="urn:microsoft.com/office/officeart/2005/8/layout/hList1"/>
    <dgm:cxn modelId="{9B5DF466-A483-4B0C-8214-B7F52A09B58E}" srcId="{AB7FEC3A-2196-4F27-B9A4-B8E4E5CF2DE8}" destId="{D9885865-72D3-4246-A1B6-9BA31B943BBB}" srcOrd="1" destOrd="0" parTransId="{505A07AC-03A7-4FCF-8F7D-533CE21318BF}" sibTransId="{18E2793C-66B5-4E1D-AC1D-225B8CB01A16}"/>
    <dgm:cxn modelId="{E98A6348-C196-0B46-8A17-E766C6DA5A11}" type="presOf" srcId="{52997314-8C5C-4F85-AD37-55753F1F50FA}" destId="{32349A69-124A-4F58-9088-253A53D8AB71}" srcOrd="0" destOrd="2" presId="urn:microsoft.com/office/officeart/2005/8/layout/hList1"/>
    <dgm:cxn modelId="{689AD869-32E3-4197-BD38-EB570329B17A}" srcId="{86594A16-E0D1-4643-9174-E13972E6B90F}" destId="{BD9892A3-AB73-49B7-A172-41B0F2660E7F}" srcOrd="2" destOrd="0" parTransId="{C086B79D-98FD-4F98-95ED-16FC68E4430C}" sibTransId="{E1E4FF76-35BE-468D-8C33-3903B5F978FA}"/>
    <dgm:cxn modelId="{17FE244B-9331-44F7-AC43-4C9DF77DAD39}" srcId="{86594A16-E0D1-4643-9174-E13972E6B90F}" destId="{440B3AA3-9652-4003-9B7C-6D8A959BD021}" srcOrd="1" destOrd="0" parTransId="{DFBF3F29-A224-459F-96C9-121225BCDAD9}" sibTransId="{B2C93008-DBEE-4B85-8A73-7C9A566A9D0B}"/>
    <dgm:cxn modelId="{6384B14D-45B0-4C26-B84F-A9ED31FFA41F}" srcId="{AB7FEC3A-2196-4F27-B9A4-B8E4E5CF2DE8}" destId="{98F4B408-A151-4055-9B94-AAE3B88DE57E}" srcOrd="3" destOrd="0" parTransId="{C23C1975-433C-493B-A532-3A25EB770597}" sibTransId="{DAA99167-39E0-44DB-9611-A1EFBFEF6C3B}"/>
    <dgm:cxn modelId="{990DB46E-D6C8-2640-95D2-E839D1AC34A7}" type="presOf" srcId="{440B3AA3-9652-4003-9B7C-6D8A959BD021}" destId="{43B87ADF-A94F-45AB-BD68-81609F76C98B}" srcOrd="0" destOrd="1" presId="urn:microsoft.com/office/officeart/2005/8/layout/hList1"/>
    <dgm:cxn modelId="{AB599E71-E94B-4F49-B24B-D5B1E1F77CF4}" type="presOf" srcId="{BD9892A3-AB73-49B7-A172-41B0F2660E7F}" destId="{43B87ADF-A94F-45AB-BD68-81609F76C98B}" srcOrd="0" destOrd="2" presId="urn:microsoft.com/office/officeart/2005/8/layout/hList1"/>
    <dgm:cxn modelId="{656DFD54-5147-4A89-AAEE-E1135A2860A1}" type="presOf" srcId="{9EF78BD0-BFA7-433F-AE36-53CDB05CA04F}" destId="{C2CE4784-63FF-4B92-8727-A169276736AC}" srcOrd="0" destOrd="3" presId="urn:microsoft.com/office/officeart/2005/8/layout/hList1"/>
    <dgm:cxn modelId="{DF785756-0327-4EB3-A4EF-E731F0393A2B}" type="presOf" srcId="{1ECA7C0A-E633-403A-B3E6-21D899676CCB}" destId="{C2CE4784-63FF-4B92-8727-A169276736AC}" srcOrd="0" destOrd="1" presId="urn:microsoft.com/office/officeart/2005/8/layout/hList1"/>
    <dgm:cxn modelId="{13BDB556-481E-484F-B3DD-6631587DCB2A}" srcId="{20F2CDA3-2018-4ECC-8FDF-45FFC5830B28}" destId="{86594A16-E0D1-4643-9174-E13972E6B90F}" srcOrd="0" destOrd="0" parTransId="{E7F1337D-B919-468A-B9C0-155D38D2CB00}" sibTransId="{93DD08CF-EB2B-4537-8F70-925FAD3AC408}"/>
    <dgm:cxn modelId="{41910278-04A2-4A19-95E4-C1F97181A286}" srcId="{AB7FEC3A-2196-4F27-B9A4-B8E4E5CF2DE8}" destId="{BB6B9547-32A5-4839-890F-5AD22ECB9B18}" srcOrd="5" destOrd="0" parTransId="{6E85E063-0A50-4797-8C6A-FDFE215AFA24}" sibTransId="{2BA26FF7-2226-408E-BEC7-30EE1F8928B6}"/>
    <dgm:cxn modelId="{94A6B77E-9249-5D45-BED9-0B79B6FC09A9}" type="presOf" srcId="{20F2CDA3-2018-4ECC-8FDF-45FFC5830B28}" destId="{69B9C166-4223-4DFB-91B1-A323F2250306}" srcOrd="0" destOrd="0" presId="urn:microsoft.com/office/officeart/2005/8/layout/hList1"/>
    <dgm:cxn modelId="{0828789F-FE43-4319-902E-434E2860C4DF}" srcId="{86594A16-E0D1-4643-9174-E13972E6B90F}" destId="{359219BC-B1F8-4F64-B424-CFF8A3EAC1CD}" srcOrd="0" destOrd="0" parTransId="{FA55DD8F-D489-4DB4-82AE-1ABEAF7C8F92}" sibTransId="{F8AECFB9-64D0-4C66-82EF-C1A019CA0D33}"/>
    <dgm:cxn modelId="{DCC6B1A2-7ED4-A84D-8B80-6C1EC7F5096C}" type="presOf" srcId="{359219BC-B1F8-4F64-B424-CFF8A3EAC1CD}" destId="{43B87ADF-A94F-45AB-BD68-81609F76C98B}" srcOrd="0" destOrd="0" presId="urn:microsoft.com/office/officeart/2005/8/layout/hList1"/>
    <dgm:cxn modelId="{29F098A9-3901-4B95-92C8-427C8C5282A2}" srcId="{008889A8-59AE-474D-9A54-9439F9C50F7B}" destId="{A10D9DF1-1FA5-43BC-A609-83B3A38103C0}" srcOrd="4" destOrd="0" parTransId="{7DFBEF18-49B7-4151-B747-A71CB954AE35}" sibTransId="{818D6786-FA17-45FB-8143-DEE8370744E0}"/>
    <dgm:cxn modelId="{DE4A2EAB-AA84-724A-939A-5CDCAF0B8825}" type="presOf" srcId="{A10D9DF1-1FA5-43BC-A609-83B3A38103C0}" destId="{C2CE4784-63FF-4B92-8727-A169276736AC}" srcOrd="0" destOrd="4" presId="urn:microsoft.com/office/officeart/2005/8/layout/hList1"/>
    <dgm:cxn modelId="{C88650AF-6D25-40E1-93BF-1C50F9EAE3F0}" srcId="{008889A8-59AE-474D-9A54-9439F9C50F7B}" destId="{66676C0E-2E40-48B8-8DD2-0E2649EA6372}" srcOrd="0" destOrd="0" parTransId="{7E57C20A-0E2F-4BA4-9A36-722B9487B139}" sibTransId="{E45337F4-8F32-4589-9E46-ABD244DE746D}"/>
    <dgm:cxn modelId="{7E008FAF-6138-438B-BE19-D62978E8F61F}" srcId="{008889A8-59AE-474D-9A54-9439F9C50F7B}" destId="{1ECA7C0A-E633-403A-B3E6-21D899676CCB}" srcOrd="1" destOrd="0" parTransId="{ABDFACBB-B85C-4710-9BA2-0AA6E3F746B2}" sibTransId="{913A4BC6-AEC5-4C11-9903-CF45F3C91CF9}"/>
    <dgm:cxn modelId="{B1F039D0-50E1-4741-ABC2-A10C671DEDB4}" srcId="{AB7FEC3A-2196-4F27-B9A4-B8E4E5CF2DE8}" destId="{7335BA89-BEE5-40E3-8EDA-44766113B313}" srcOrd="6" destOrd="0" parTransId="{0356E751-10D5-4BF5-A97E-461AE2A93A0C}" sibTransId="{A90D5D99-4411-4A83-8965-0E23172069BD}"/>
    <dgm:cxn modelId="{33C42AD5-F482-4FDA-AE40-2949D2D5FDF9}" srcId="{AB7FEC3A-2196-4F27-B9A4-B8E4E5CF2DE8}" destId="{F16F15AE-D59E-4DE7-BCB2-A59C24F7E761}" srcOrd="4" destOrd="0" parTransId="{D189A9D8-DB0B-4AFA-B7CB-7061F346F5AB}" sibTransId="{AC926581-3753-4D48-8DB2-00F5F659C830}"/>
    <dgm:cxn modelId="{D966D8DE-AA0F-214C-9681-F5E300EFEC0C}" type="presOf" srcId="{7335BA89-BEE5-40E3-8EDA-44766113B313}" destId="{32349A69-124A-4F58-9088-253A53D8AB71}" srcOrd="0" destOrd="6" presId="urn:microsoft.com/office/officeart/2005/8/layout/hList1"/>
    <dgm:cxn modelId="{5F6375E0-98DA-4A70-AB49-9961DB98BEF6}" srcId="{008889A8-59AE-474D-9A54-9439F9C50F7B}" destId="{6F096AE6-4D83-41D1-9AF1-B485ECDA73E2}" srcOrd="2" destOrd="0" parTransId="{E57A6DBA-2071-4B52-ADCD-4A9230A849C3}" sibTransId="{BF3D39C2-819A-4F2D-8518-049EAA599339}"/>
    <dgm:cxn modelId="{44B03CE2-2E94-4C74-A080-F863E464027A}" type="presOf" srcId="{BB6B9547-32A5-4839-890F-5AD22ECB9B18}" destId="{32349A69-124A-4F58-9088-253A53D8AB71}" srcOrd="0" destOrd="5" presId="urn:microsoft.com/office/officeart/2005/8/layout/hList1"/>
    <dgm:cxn modelId="{FB87BFE7-711D-2A46-A978-1F49445F12A5}" type="presOf" srcId="{F16F15AE-D59E-4DE7-BCB2-A59C24F7E761}" destId="{32349A69-124A-4F58-9088-253A53D8AB71}" srcOrd="0" destOrd="4" presId="urn:microsoft.com/office/officeart/2005/8/layout/hList1"/>
    <dgm:cxn modelId="{A5B021F2-3316-409D-B632-BE2C57124A27}" type="presOf" srcId="{98F4B408-A151-4055-9B94-AAE3B88DE57E}" destId="{32349A69-124A-4F58-9088-253A53D8AB71}" srcOrd="0" destOrd="3" presId="urn:microsoft.com/office/officeart/2005/8/layout/hList1"/>
    <dgm:cxn modelId="{092C10F8-7EE6-4F31-928B-37AE086757EF}" srcId="{AB7FEC3A-2196-4F27-B9A4-B8E4E5CF2DE8}" destId="{CB54BB9E-E532-41AD-B683-4AFE7905DA4D}" srcOrd="0" destOrd="0" parTransId="{52926736-E2B8-4C9E-B40F-C6852ED6E46D}" sibTransId="{1BD87CB2-DDA9-4761-9BB0-F9653D278B26}"/>
    <dgm:cxn modelId="{598D63F9-EC19-924D-AD5E-804E754C8E56}" type="presOf" srcId="{CB54BB9E-E532-41AD-B683-4AFE7905DA4D}" destId="{32349A69-124A-4F58-9088-253A53D8AB71}" srcOrd="0" destOrd="0" presId="urn:microsoft.com/office/officeart/2005/8/layout/hList1"/>
    <dgm:cxn modelId="{A29DFBFA-0029-3A49-B67B-0006115330BE}" type="presOf" srcId="{6F096AE6-4D83-41D1-9AF1-B485ECDA73E2}" destId="{C2CE4784-63FF-4B92-8727-A169276736AC}" srcOrd="0" destOrd="2" presId="urn:microsoft.com/office/officeart/2005/8/layout/hList1"/>
    <dgm:cxn modelId="{2DCF8BFD-B685-445E-9BD2-EF016AAE66F6}" srcId="{AB7FEC3A-2196-4F27-B9A4-B8E4E5CF2DE8}" destId="{52997314-8C5C-4F85-AD37-55753F1F50FA}" srcOrd="2" destOrd="0" parTransId="{FA537ACD-D409-4427-B46F-2D61BF79A149}" sibTransId="{793C0746-CCEA-4FD7-BD7D-8A2F8B3AF5F1}"/>
    <dgm:cxn modelId="{18B44F49-5AB1-8349-AB7F-608D2B667EBF}" type="presParOf" srcId="{69B9C166-4223-4DFB-91B1-A323F2250306}" destId="{69587B2C-0CF7-4862-AD49-353E4517613E}" srcOrd="0" destOrd="0" presId="urn:microsoft.com/office/officeart/2005/8/layout/hList1"/>
    <dgm:cxn modelId="{5D800510-2D0A-8544-AD3D-8ACD0353F43A}" type="presParOf" srcId="{69587B2C-0CF7-4862-AD49-353E4517613E}" destId="{827D638F-C8B1-4375-8557-6909BC109E67}" srcOrd="0" destOrd="0" presId="urn:microsoft.com/office/officeart/2005/8/layout/hList1"/>
    <dgm:cxn modelId="{4A1EEB7A-5538-654A-AFA3-F998D2D09D15}" type="presParOf" srcId="{69587B2C-0CF7-4862-AD49-353E4517613E}" destId="{43B87ADF-A94F-45AB-BD68-81609F76C98B}" srcOrd="1" destOrd="0" presId="urn:microsoft.com/office/officeart/2005/8/layout/hList1"/>
    <dgm:cxn modelId="{9B37154A-A9A6-474F-B0E8-4D5ABBD86F10}" type="presParOf" srcId="{69B9C166-4223-4DFB-91B1-A323F2250306}" destId="{D11E7BE3-CEAF-4114-9CE8-5B8B750DB9FB}" srcOrd="1" destOrd="0" presId="urn:microsoft.com/office/officeart/2005/8/layout/hList1"/>
    <dgm:cxn modelId="{C76C6FE4-AC21-DA4F-B987-7874BCF89FE3}" type="presParOf" srcId="{69B9C166-4223-4DFB-91B1-A323F2250306}" destId="{69A6C887-E046-4A62-AC98-73366DE5EC05}" srcOrd="2" destOrd="0" presId="urn:microsoft.com/office/officeart/2005/8/layout/hList1"/>
    <dgm:cxn modelId="{044773EC-5BD4-8544-B035-7902B96047FC}" type="presParOf" srcId="{69A6C887-E046-4A62-AC98-73366DE5EC05}" destId="{351F3895-2B46-4392-BE9E-619913A8C132}" srcOrd="0" destOrd="0" presId="urn:microsoft.com/office/officeart/2005/8/layout/hList1"/>
    <dgm:cxn modelId="{6903D6F7-3652-4E43-A641-8B8CD7A71968}" type="presParOf" srcId="{69A6C887-E046-4A62-AC98-73366DE5EC05}" destId="{C2CE4784-63FF-4B92-8727-A169276736AC}" srcOrd="1" destOrd="0" presId="urn:microsoft.com/office/officeart/2005/8/layout/hList1"/>
    <dgm:cxn modelId="{D5DA3771-80AA-D945-A291-37C48634F160}" type="presParOf" srcId="{69B9C166-4223-4DFB-91B1-A323F2250306}" destId="{828A8735-6513-45B7-8F11-8297C5069E39}" srcOrd="3" destOrd="0" presId="urn:microsoft.com/office/officeart/2005/8/layout/hList1"/>
    <dgm:cxn modelId="{041BE810-0F76-234D-BD45-0ECE2FB857AE}" type="presParOf" srcId="{69B9C166-4223-4DFB-91B1-A323F2250306}" destId="{F9847443-12B2-46F3-A287-2A9AA05A845D}" srcOrd="4" destOrd="0" presId="urn:microsoft.com/office/officeart/2005/8/layout/hList1"/>
    <dgm:cxn modelId="{EAC960FB-87D0-924F-9D64-E2A83F684C7C}" type="presParOf" srcId="{F9847443-12B2-46F3-A287-2A9AA05A845D}" destId="{9F1C869F-8050-46A2-82AB-87578DD12082}" srcOrd="0" destOrd="0" presId="urn:microsoft.com/office/officeart/2005/8/layout/hList1"/>
    <dgm:cxn modelId="{25A8F62C-1B7C-E740-8BDF-436EBC35AB02}" type="presParOf" srcId="{F9847443-12B2-46F3-A287-2A9AA05A845D}" destId="{32349A69-124A-4F58-9088-253A53D8AB7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F2CDA3-2018-4ECC-8FDF-45FFC5830B2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s-MX"/>
        </a:p>
      </dgm:t>
    </dgm:pt>
    <dgm:pt modelId="{86594A16-E0D1-4643-9174-E13972E6B90F}">
      <dgm:prSet phldrT="[Text]"/>
      <dgm:spPr/>
      <dgm:t>
        <a:bodyPr/>
        <a:lstStyle/>
        <a:p>
          <a:r>
            <a:rPr lang="es-MX" dirty="0"/>
            <a:t>Limitantes</a:t>
          </a:r>
        </a:p>
      </dgm:t>
    </dgm:pt>
    <dgm:pt modelId="{E7F1337D-B919-468A-B9C0-155D38D2CB00}" type="parTrans" cxnId="{13BDB556-481E-484F-B3DD-6631587DCB2A}">
      <dgm:prSet/>
      <dgm:spPr/>
      <dgm:t>
        <a:bodyPr/>
        <a:lstStyle/>
        <a:p>
          <a:endParaRPr lang="es-MX"/>
        </a:p>
      </dgm:t>
    </dgm:pt>
    <dgm:pt modelId="{93DD08CF-EB2B-4537-8F70-925FAD3AC408}" type="sibTrans" cxnId="{13BDB556-481E-484F-B3DD-6631587DCB2A}">
      <dgm:prSet/>
      <dgm:spPr/>
      <dgm:t>
        <a:bodyPr/>
        <a:lstStyle/>
        <a:p>
          <a:endParaRPr lang="es-MX"/>
        </a:p>
      </dgm:t>
    </dgm:pt>
    <dgm:pt modelId="{359219BC-B1F8-4F64-B424-CFF8A3EAC1CD}">
      <dgm:prSet phldrT="[Text]" custT="1"/>
      <dgm:spPr/>
      <dgm:t>
        <a:bodyPr/>
        <a:lstStyle/>
        <a:p>
          <a:r>
            <a:rPr lang="es-MX" sz="2200" dirty="0"/>
            <a:t>Trabajadores confianza – Salario máximo el del sindicalizado más alto o el de planta +20%</a:t>
          </a:r>
        </a:p>
      </dgm:t>
    </dgm:pt>
    <dgm:pt modelId="{FA55DD8F-D489-4DB4-82AE-1ABEAF7C8F92}" type="parTrans" cxnId="{0828789F-FE43-4319-902E-434E2860C4DF}">
      <dgm:prSet/>
      <dgm:spPr/>
      <dgm:t>
        <a:bodyPr/>
        <a:lstStyle/>
        <a:p>
          <a:endParaRPr lang="es-MX"/>
        </a:p>
      </dgm:t>
    </dgm:pt>
    <dgm:pt modelId="{F8AECFB9-64D0-4C66-82EF-C1A019CA0D33}" type="sibTrans" cxnId="{0828789F-FE43-4319-902E-434E2860C4DF}">
      <dgm:prSet/>
      <dgm:spPr/>
      <dgm:t>
        <a:bodyPr/>
        <a:lstStyle/>
        <a:p>
          <a:endParaRPr lang="es-MX"/>
        </a:p>
      </dgm:t>
    </dgm:pt>
    <dgm:pt modelId="{BD9892A3-AB73-49B7-A172-41B0F2660E7F}">
      <dgm:prSet phldrT="[Text]"/>
      <dgm:spPr/>
      <dgm:t>
        <a:bodyPr/>
        <a:lstStyle/>
        <a:p>
          <a:r>
            <a:rPr lang="es-MX" sz="2200" dirty="0">
              <a:solidFill>
                <a:schemeClr val="tx1"/>
              </a:solidFill>
            </a:rPr>
            <a:t>Si ingresos derivan exclusivamente del trabajo del personal o se dediquen al cuidado de bienes que produzcan rentas o créditos – límite de un mes de salario</a:t>
          </a:r>
        </a:p>
      </dgm:t>
    </dgm:pt>
    <dgm:pt modelId="{C086B79D-98FD-4F98-95ED-16FC68E4430C}" type="parTrans" cxnId="{689AD869-32E3-4197-BD38-EB570329B17A}">
      <dgm:prSet/>
      <dgm:spPr/>
      <dgm:t>
        <a:bodyPr/>
        <a:lstStyle/>
        <a:p>
          <a:endParaRPr lang="es-MX"/>
        </a:p>
      </dgm:t>
    </dgm:pt>
    <dgm:pt modelId="{E1E4FF76-35BE-468D-8C33-3903B5F978FA}" type="sibTrans" cxnId="{689AD869-32E3-4197-BD38-EB570329B17A}">
      <dgm:prSet/>
      <dgm:spPr/>
      <dgm:t>
        <a:bodyPr/>
        <a:lstStyle/>
        <a:p>
          <a:endParaRPr lang="es-MX"/>
        </a:p>
      </dgm:t>
    </dgm:pt>
    <dgm:pt modelId="{440B3AA3-9652-4003-9B7C-6D8A959BD021}">
      <dgm:prSet phldrT="[Text]"/>
      <dgm:spPr/>
      <dgm:t>
        <a:bodyPr/>
        <a:lstStyle/>
        <a:p>
          <a:endParaRPr lang="es-MX" sz="2200" dirty="0"/>
        </a:p>
      </dgm:t>
    </dgm:pt>
    <dgm:pt modelId="{DFBF3F29-A224-459F-96C9-121225BCDAD9}" type="parTrans" cxnId="{17FE244B-9331-44F7-AC43-4C9DF77DAD39}">
      <dgm:prSet/>
      <dgm:spPr/>
      <dgm:t>
        <a:bodyPr/>
        <a:lstStyle/>
        <a:p>
          <a:endParaRPr lang="es-MX"/>
        </a:p>
      </dgm:t>
    </dgm:pt>
    <dgm:pt modelId="{B2C93008-DBEE-4B85-8A73-7C9A566A9D0B}" type="sibTrans" cxnId="{17FE244B-9331-44F7-AC43-4C9DF77DAD39}">
      <dgm:prSet/>
      <dgm:spPr/>
      <dgm:t>
        <a:bodyPr/>
        <a:lstStyle/>
        <a:p>
          <a:endParaRPr lang="es-MX"/>
        </a:p>
      </dgm:t>
    </dgm:pt>
    <dgm:pt modelId="{39405DF6-D645-4D02-911D-0585EC1E4D8C}">
      <dgm:prSet phldrT="[Text]"/>
      <dgm:spPr/>
      <dgm:t>
        <a:bodyPr/>
        <a:lstStyle/>
        <a:p>
          <a:r>
            <a:rPr lang="es-MX" sz="2200" dirty="0">
              <a:solidFill>
                <a:schemeClr val="tx1"/>
              </a:solidFill>
            </a:rPr>
            <a:t>Límite general de 3 meses del salario del trabajador o del promedio de la PTU de los últimos 3 años</a:t>
          </a:r>
        </a:p>
      </dgm:t>
    </dgm:pt>
    <dgm:pt modelId="{7C27CC01-125F-4FA4-9270-28DE3C6AE761}" type="parTrans" cxnId="{0C4616ED-DA6E-47EC-928F-1EAC78DA2B90}">
      <dgm:prSet/>
      <dgm:spPr/>
      <dgm:t>
        <a:bodyPr/>
        <a:lstStyle/>
        <a:p>
          <a:endParaRPr lang="es-MX"/>
        </a:p>
      </dgm:t>
    </dgm:pt>
    <dgm:pt modelId="{73194012-9A55-40B4-8334-ABFEBA5F3A30}" type="sibTrans" cxnId="{0C4616ED-DA6E-47EC-928F-1EAC78DA2B90}">
      <dgm:prSet/>
      <dgm:spPr/>
      <dgm:t>
        <a:bodyPr/>
        <a:lstStyle/>
        <a:p>
          <a:endParaRPr lang="es-MX"/>
        </a:p>
      </dgm:t>
    </dgm:pt>
    <dgm:pt modelId="{4FFC8067-2D62-4828-B04D-94E3CB25CD6B}">
      <dgm:prSet phldrT="[Text]"/>
      <dgm:spPr/>
      <dgm:t>
        <a:bodyPr/>
        <a:lstStyle/>
        <a:p>
          <a:endParaRPr lang="es-MX" sz="2200" dirty="0">
            <a:solidFill>
              <a:schemeClr val="tx1"/>
            </a:solidFill>
          </a:endParaRPr>
        </a:p>
      </dgm:t>
    </dgm:pt>
    <dgm:pt modelId="{E8EAC042-1D27-4E7C-833A-0051C109FDDD}" type="parTrans" cxnId="{17EA739C-C2B3-4FC1-BB6F-019BEE34C897}">
      <dgm:prSet/>
      <dgm:spPr/>
      <dgm:t>
        <a:bodyPr/>
        <a:lstStyle/>
        <a:p>
          <a:endParaRPr lang="es-MX"/>
        </a:p>
      </dgm:t>
    </dgm:pt>
    <dgm:pt modelId="{74448572-6E70-47EA-8725-D180E53DFE68}" type="sibTrans" cxnId="{17EA739C-C2B3-4FC1-BB6F-019BEE34C897}">
      <dgm:prSet/>
      <dgm:spPr/>
      <dgm:t>
        <a:bodyPr/>
        <a:lstStyle/>
        <a:p>
          <a:endParaRPr lang="es-MX"/>
        </a:p>
      </dgm:t>
    </dgm:pt>
    <dgm:pt modelId="{69B9C166-4223-4DFB-91B1-A323F2250306}" type="pres">
      <dgm:prSet presAssocID="{20F2CDA3-2018-4ECC-8FDF-45FFC5830B28}" presName="Name0" presStyleCnt="0">
        <dgm:presLayoutVars>
          <dgm:dir/>
          <dgm:animLvl val="lvl"/>
          <dgm:resizeHandles val="exact"/>
        </dgm:presLayoutVars>
      </dgm:prSet>
      <dgm:spPr/>
    </dgm:pt>
    <dgm:pt modelId="{69587B2C-0CF7-4862-AD49-353E4517613E}" type="pres">
      <dgm:prSet presAssocID="{86594A16-E0D1-4643-9174-E13972E6B90F}" presName="composite" presStyleCnt="0"/>
      <dgm:spPr/>
    </dgm:pt>
    <dgm:pt modelId="{827D638F-C8B1-4375-8557-6909BC109E67}" type="pres">
      <dgm:prSet presAssocID="{86594A16-E0D1-4643-9174-E13972E6B90F}" presName="parTx" presStyleLbl="alignNode1" presStyleIdx="0" presStyleCnt="1">
        <dgm:presLayoutVars>
          <dgm:chMax val="0"/>
          <dgm:chPref val="0"/>
          <dgm:bulletEnabled val="1"/>
        </dgm:presLayoutVars>
      </dgm:prSet>
      <dgm:spPr/>
    </dgm:pt>
    <dgm:pt modelId="{43B87ADF-A94F-45AB-BD68-81609F76C98B}" type="pres">
      <dgm:prSet presAssocID="{86594A16-E0D1-4643-9174-E13972E6B90F}" presName="desTx" presStyleLbl="alignAccFollowNode1" presStyleIdx="0" presStyleCnt="1">
        <dgm:presLayoutVars>
          <dgm:bulletEnabled val="1"/>
        </dgm:presLayoutVars>
      </dgm:prSet>
      <dgm:spPr/>
    </dgm:pt>
  </dgm:ptLst>
  <dgm:cxnLst>
    <dgm:cxn modelId="{84919303-7F04-5943-93D1-7390CE8A3456}" type="presOf" srcId="{86594A16-E0D1-4643-9174-E13972E6B90F}" destId="{827D638F-C8B1-4375-8557-6909BC109E67}" srcOrd="0" destOrd="0" presId="urn:microsoft.com/office/officeart/2005/8/layout/hList1"/>
    <dgm:cxn modelId="{21A7BA34-F7DC-418B-B5E4-DBF74F5AD435}" type="presOf" srcId="{4FFC8067-2D62-4828-B04D-94E3CB25CD6B}" destId="{43B87ADF-A94F-45AB-BD68-81609F76C98B}" srcOrd="0" destOrd="3" presId="urn:microsoft.com/office/officeart/2005/8/layout/hList1"/>
    <dgm:cxn modelId="{689AD869-32E3-4197-BD38-EB570329B17A}" srcId="{86594A16-E0D1-4643-9174-E13972E6B90F}" destId="{BD9892A3-AB73-49B7-A172-41B0F2660E7F}" srcOrd="2" destOrd="0" parTransId="{C086B79D-98FD-4F98-95ED-16FC68E4430C}" sibTransId="{E1E4FF76-35BE-468D-8C33-3903B5F978FA}"/>
    <dgm:cxn modelId="{17FE244B-9331-44F7-AC43-4C9DF77DAD39}" srcId="{86594A16-E0D1-4643-9174-E13972E6B90F}" destId="{440B3AA3-9652-4003-9B7C-6D8A959BD021}" srcOrd="1" destOrd="0" parTransId="{DFBF3F29-A224-459F-96C9-121225BCDAD9}" sibTransId="{B2C93008-DBEE-4B85-8A73-7C9A566A9D0B}"/>
    <dgm:cxn modelId="{990DB46E-D6C8-2640-95D2-E839D1AC34A7}" type="presOf" srcId="{440B3AA3-9652-4003-9B7C-6D8A959BD021}" destId="{43B87ADF-A94F-45AB-BD68-81609F76C98B}" srcOrd="0" destOrd="1" presId="urn:microsoft.com/office/officeart/2005/8/layout/hList1"/>
    <dgm:cxn modelId="{AB599E71-E94B-4F49-B24B-D5B1E1F77CF4}" type="presOf" srcId="{BD9892A3-AB73-49B7-A172-41B0F2660E7F}" destId="{43B87ADF-A94F-45AB-BD68-81609F76C98B}" srcOrd="0" destOrd="2" presId="urn:microsoft.com/office/officeart/2005/8/layout/hList1"/>
    <dgm:cxn modelId="{13BDB556-481E-484F-B3DD-6631587DCB2A}" srcId="{20F2CDA3-2018-4ECC-8FDF-45FFC5830B28}" destId="{86594A16-E0D1-4643-9174-E13972E6B90F}" srcOrd="0" destOrd="0" parTransId="{E7F1337D-B919-468A-B9C0-155D38D2CB00}" sibTransId="{93DD08CF-EB2B-4537-8F70-925FAD3AC408}"/>
    <dgm:cxn modelId="{29865F7C-9171-4C17-92C1-2638CF2E599F}" type="presOf" srcId="{39405DF6-D645-4D02-911D-0585EC1E4D8C}" destId="{43B87ADF-A94F-45AB-BD68-81609F76C98B}" srcOrd="0" destOrd="4" presId="urn:microsoft.com/office/officeart/2005/8/layout/hList1"/>
    <dgm:cxn modelId="{94A6B77E-9249-5D45-BED9-0B79B6FC09A9}" type="presOf" srcId="{20F2CDA3-2018-4ECC-8FDF-45FFC5830B28}" destId="{69B9C166-4223-4DFB-91B1-A323F2250306}" srcOrd="0" destOrd="0" presId="urn:microsoft.com/office/officeart/2005/8/layout/hList1"/>
    <dgm:cxn modelId="{17EA739C-C2B3-4FC1-BB6F-019BEE34C897}" srcId="{86594A16-E0D1-4643-9174-E13972E6B90F}" destId="{4FFC8067-2D62-4828-B04D-94E3CB25CD6B}" srcOrd="3" destOrd="0" parTransId="{E8EAC042-1D27-4E7C-833A-0051C109FDDD}" sibTransId="{74448572-6E70-47EA-8725-D180E53DFE68}"/>
    <dgm:cxn modelId="{0828789F-FE43-4319-902E-434E2860C4DF}" srcId="{86594A16-E0D1-4643-9174-E13972E6B90F}" destId="{359219BC-B1F8-4F64-B424-CFF8A3EAC1CD}" srcOrd="0" destOrd="0" parTransId="{FA55DD8F-D489-4DB4-82AE-1ABEAF7C8F92}" sibTransId="{F8AECFB9-64D0-4C66-82EF-C1A019CA0D33}"/>
    <dgm:cxn modelId="{DCC6B1A2-7ED4-A84D-8B80-6C1EC7F5096C}" type="presOf" srcId="{359219BC-B1F8-4F64-B424-CFF8A3EAC1CD}" destId="{43B87ADF-A94F-45AB-BD68-81609F76C98B}" srcOrd="0" destOrd="0" presId="urn:microsoft.com/office/officeart/2005/8/layout/hList1"/>
    <dgm:cxn modelId="{0C4616ED-DA6E-47EC-928F-1EAC78DA2B90}" srcId="{86594A16-E0D1-4643-9174-E13972E6B90F}" destId="{39405DF6-D645-4D02-911D-0585EC1E4D8C}" srcOrd="4" destOrd="0" parTransId="{7C27CC01-125F-4FA4-9270-28DE3C6AE761}" sibTransId="{73194012-9A55-40B4-8334-ABFEBA5F3A30}"/>
    <dgm:cxn modelId="{18B44F49-5AB1-8349-AB7F-608D2B667EBF}" type="presParOf" srcId="{69B9C166-4223-4DFB-91B1-A323F2250306}" destId="{69587B2C-0CF7-4862-AD49-353E4517613E}" srcOrd="0" destOrd="0" presId="urn:microsoft.com/office/officeart/2005/8/layout/hList1"/>
    <dgm:cxn modelId="{5D800510-2D0A-8544-AD3D-8ACD0353F43A}" type="presParOf" srcId="{69587B2C-0CF7-4862-AD49-353E4517613E}" destId="{827D638F-C8B1-4375-8557-6909BC109E67}" srcOrd="0" destOrd="0" presId="urn:microsoft.com/office/officeart/2005/8/layout/hList1"/>
    <dgm:cxn modelId="{4A1EEB7A-5538-654A-AFA3-F998D2D09D15}" type="presParOf" srcId="{69587B2C-0CF7-4862-AD49-353E4517613E}" destId="{43B87ADF-A94F-45AB-BD68-81609F76C98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6281E0-EF63-4B30-B9A5-10CDD9260D2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5DFAC2C1-1041-4BF8-A808-969CCFF2442E}">
      <dgm:prSet phldrT="[Text]"/>
      <dgm:spPr/>
      <dgm:t>
        <a:bodyPr/>
        <a:lstStyle/>
        <a:p>
          <a:r>
            <a:rPr lang="es-MX" dirty="0"/>
            <a:t>Holding</a:t>
          </a:r>
        </a:p>
      </dgm:t>
    </dgm:pt>
    <dgm:pt modelId="{B342E6FE-47B8-4B31-946F-13C9955A979E}" type="parTrans" cxnId="{67B94DBD-7039-451F-91DE-6BC9A739B523}">
      <dgm:prSet/>
      <dgm:spPr/>
      <dgm:t>
        <a:bodyPr/>
        <a:lstStyle/>
        <a:p>
          <a:endParaRPr lang="es-MX"/>
        </a:p>
      </dgm:t>
    </dgm:pt>
    <dgm:pt modelId="{31CF7A62-1E80-4FCD-84BD-EC602B1BA02E}" type="sibTrans" cxnId="{67B94DBD-7039-451F-91DE-6BC9A739B523}">
      <dgm:prSet/>
      <dgm:spPr/>
      <dgm:t>
        <a:bodyPr/>
        <a:lstStyle/>
        <a:p>
          <a:r>
            <a:rPr lang="es-MX" dirty="0"/>
            <a:t>Sin Empleados</a:t>
          </a:r>
        </a:p>
      </dgm:t>
    </dgm:pt>
    <dgm:pt modelId="{659F0D30-7ABF-4AF8-BA24-0FF6FD57D359}">
      <dgm:prSet phldrT="[Text]"/>
      <dgm:spPr/>
      <dgm:t>
        <a:bodyPr/>
        <a:lstStyle/>
        <a:p>
          <a:r>
            <a:rPr lang="es-MX" dirty="0"/>
            <a:t>Compras</a:t>
          </a:r>
        </a:p>
      </dgm:t>
    </dgm:pt>
    <dgm:pt modelId="{5653503A-1A6D-4E04-B030-5D0CB9B0EAA1}" type="parTrans" cxnId="{1509D9F9-11B2-4EDC-8CB3-2DD655B57CFB}">
      <dgm:prSet/>
      <dgm:spPr/>
      <dgm:t>
        <a:bodyPr/>
        <a:lstStyle/>
        <a:p>
          <a:endParaRPr lang="es-MX"/>
        </a:p>
      </dgm:t>
    </dgm:pt>
    <dgm:pt modelId="{52363372-0648-4A32-9297-6F58AFBC8242}" type="sibTrans" cxnId="{1509D9F9-11B2-4EDC-8CB3-2DD655B57CFB}">
      <dgm:prSet/>
      <dgm:spPr/>
      <dgm:t>
        <a:bodyPr/>
        <a:lstStyle/>
        <a:p>
          <a:r>
            <a:rPr lang="es-MX" dirty="0"/>
            <a:t>Sin Empleados</a:t>
          </a:r>
        </a:p>
      </dgm:t>
    </dgm:pt>
    <dgm:pt modelId="{240D5FD8-674C-4535-9530-84F27CA11EFF}">
      <dgm:prSet/>
      <dgm:spPr/>
      <dgm:t>
        <a:bodyPr/>
        <a:lstStyle/>
        <a:p>
          <a:r>
            <a:rPr lang="es-MX" dirty="0"/>
            <a:t>Producción</a:t>
          </a:r>
        </a:p>
      </dgm:t>
    </dgm:pt>
    <dgm:pt modelId="{AC954CC3-31FB-44E8-A283-51B9AD097388}" type="parTrans" cxnId="{D46B789C-FF38-462C-941A-B3268AFD508F}">
      <dgm:prSet/>
      <dgm:spPr/>
      <dgm:t>
        <a:bodyPr/>
        <a:lstStyle/>
        <a:p>
          <a:endParaRPr lang="es-MX"/>
        </a:p>
      </dgm:t>
    </dgm:pt>
    <dgm:pt modelId="{45F929BD-D09C-47E8-843B-01A3F5705D78}" type="sibTrans" cxnId="{D46B789C-FF38-462C-941A-B3268AFD508F}">
      <dgm:prSet/>
      <dgm:spPr/>
      <dgm:t>
        <a:bodyPr/>
        <a:lstStyle/>
        <a:p>
          <a:r>
            <a:rPr lang="es-MX" dirty="0"/>
            <a:t> Sin Empleados</a:t>
          </a:r>
        </a:p>
      </dgm:t>
    </dgm:pt>
    <dgm:pt modelId="{00F94F61-DAFF-4C2C-8268-85FD83C331CD}">
      <dgm:prSet/>
      <dgm:spPr/>
      <dgm:t>
        <a:bodyPr/>
        <a:lstStyle/>
        <a:p>
          <a:r>
            <a:rPr lang="es-MX" dirty="0"/>
            <a:t>Comercialización</a:t>
          </a:r>
        </a:p>
      </dgm:t>
    </dgm:pt>
    <dgm:pt modelId="{D128D99B-D19D-4486-A57F-BFDDDA4557FA}" type="parTrans" cxnId="{A09E9F7E-6BDD-4976-875B-F3794F4BD458}">
      <dgm:prSet/>
      <dgm:spPr/>
      <dgm:t>
        <a:bodyPr/>
        <a:lstStyle/>
        <a:p>
          <a:endParaRPr lang="es-MX"/>
        </a:p>
      </dgm:t>
    </dgm:pt>
    <dgm:pt modelId="{782176BC-FA81-47A9-A96A-7E2349ED2B13}" type="sibTrans" cxnId="{A09E9F7E-6BDD-4976-875B-F3794F4BD458}">
      <dgm:prSet/>
      <dgm:spPr/>
      <dgm:t>
        <a:bodyPr/>
        <a:lstStyle/>
        <a:p>
          <a:r>
            <a:rPr lang="es-MX" dirty="0"/>
            <a:t>Sin Empleados</a:t>
          </a:r>
        </a:p>
      </dgm:t>
    </dgm:pt>
    <dgm:pt modelId="{B385AAFB-AD98-4068-A689-CD11E0D74E22}">
      <dgm:prSet/>
      <dgm:spPr/>
      <dgm:t>
        <a:bodyPr/>
        <a:lstStyle/>
        <a:p>
          <a:r>
            <a:rPr lang="es-MX" dirty="0"/>
            <a:t>Tesorería</a:t>
          </a:r>
        </a:p>
      </dgm:t>
    </dgm:pt>
    <dgm:pt modelId="{9E001AF7-24B9-431D-B5AB-43333BB27403}" type="parTrans" cxnId="{8796593D-1692-4AA3-8C7B-0C0CE0C821F0}">
      <dgm:prSet/>
      <dgm:spPr/>
      <dgm:t>
        <a:bodyPr/>
        <a:lstStyle/>
        <a:p>
          <a:endParaRPr lang="es-MX"/>
        </a:p>
      </dgm:t>
    </dgm:pt>
    <dgm:pt modelId="{E6C49440-0658-4C79-AD6B-7B5C84E6C168}" type="sibTrans" cxnId="{8796593D-1692-4AA3-8C7B-0C0CE0C821F0}">
      <dgm:prSet/>
      <dgm:spPr/>
      <dgm:t>
        <a:bodyPr/>
        <a:lstStyle/>
        <a:p>
          <a:r>
            <a:rPr lang="es-MX" dirty="0"/>
            <a:t>Sin Empleados</a:t>
          </a:r>
        </a:p>
      </dgm:t>
    </dgm:pt>
    <dgm:pt modelId="{8B6ACC40-9134-4475-A4BB-0DC515826C64}">
      <dgm:prSet/>
      <dgm:spPr/>
      <dgm:t>
        <a:bodyPr/>
        <a:lstStyle/>
        <a:p>
          <a:r>
            <a:rPr lang="es-MX" dirty="0"/>
            <a:t>Prestadora de Servicios</a:t>
          </a:r>
        </a:p>
      </dgm:t>
    </dgm:pt>
    <dgm:pt modelId="{6C1E1352-95C6-449B-A4BB-DD2DD8851F1C}" type="parTrans" cxnId="{EDCD7EC8-229B-4CF0-8335-9AC58A14C40D}">
      <dgm:prSet/>
      <dgm:spPr/>
      <dgm:t>
        <a:bodyPr/>
        <a:lstStyle/>
        <a:p>
          <a:endParaRPr lang="es-MX"/>
        </a:p>
      </dgm:t>
    </dgm:pt>
    <dgm:pt modelId="{1DBF1376-1063-4276-9055-A6C06BA26AF5}" type="sibTrans" cxnId="{EDCD7EC8-229B-4CF0-8335-9AC58A14C40D}">
      <dgm:prSet/>
      <dgm:spPr/>
      <dgm:t>
        <a:bodyPr/>
        <a:lstStyle/>
        <a:p>
          <a:r>
            <a:rPr lang="es-MX" dirty="0"/>
            <a:t>Empleados</a:t>
          </a:r>
        </a:p>
      </dgm:t>
    </dgm:pt>
    <dgm:pt modelId="{69804A70-8BB0-46F7-A972-BF08734F4274}" type="pres">
      <dgm:prSet presAssocID="{C06281E0-EF63-4B30-B9A5-10CDD9260D2A}" presName="hierChild1" presStyleCnt="0">
        <dgm:presLayoutVars>
          <dgm:orgChart val="1"/>
          <dgm:chPref val="1"/>
          <dgm:dir/>
          <dgm:animOne val="branch"/>
          <dgm:animLvl val="lvl"/>
          <dgm:resizeHandles/>
        </dgm:presLayoutVars>
      </dgm:prSet>
      <dgm:spPr/>
    </dgm:pt>
    <dgm:pt modelId="{07FA09A2-C107-4D30-94BF-15FDFBD9D5B7}" type="pres">
      <dgm:prSet presAssocID="{5DFAC2C1-1041-4BF8-A808-969CCFF2442E}" presName="hierRoot1" presStyleCnt="0">
        <dgm:presLayoutVars>
          <dgm:hierBranch val="init"/>
        </dgm:presLayoutVars>
      </dgm:prSet>
      <dgm:spPr/>
    </dgm:pt>
    <dgm:pt modelId="{DCDA3BC4-4ED5-4F96-883D-937A253D7AC4}" type="pres">
      <dgm:prSet presAssocID="{5DFAC2C1-1041-4BF8-A808-969CCFF2442E}" presName="rootComposite1" presStyleCnt="0"/>
      <dgm:spPr/>
    </dgm:pt>
    <dgm:pt modelId="{4D93ED2A-282F-483B-8A31-6667D0183300}" type="pres">
      <dgm:prSet presAssocID="{5DFAC2C1-1041-4BF8-A808-969CCFF2442E}" presName="rootText1" presStyleLbl="node0" presStyleIdx="0" presStyleCnt="1">
        <dgm:presLayoutVars>
          <dgm:chMax/>
          <dgm:chPref val="3"/>
        </dgm:presLayoutVars>
      </dgm:prSet>
      <dgm:spPr/>
    </dgm:pt>
    <dgm:pt modelId="{DB51E32A-163B-413B-AF45-9EF2D7C724D1}" type="pres">
      <dgm:prSet presAssocID="{5DFAC2C1-1041-4BF8-A808-969CCFF2442E}" presName="titleText1" presStyleLbl="fgAcc0" presStyleIdx="0" presStyleCnt="1">
        <dgm:presLayoutVars>
          <dgm:chMax val="0"/>
          <dgm:chPref val="0"/>
        </dgm:presLayoutVars>
      </dgm:prSet>
      <dgm:spPr/>
    </dgm:pt>
    <dgm:pt modelId="{19FECA4F-0F66-475D-AC2E-50D6081D7BFE}" type="pres">
      <dgm:prSet presAssocID="{5DFAC2C1-1041-4BF8-A808-969CCFF2442E}" presName="rootConnector1" presStyleLbl="node1" presStyleIdx="0" presStyleCnt="5"/>
      <dgm:spPr/>
    </dgm:pt>
    <dgm:pt modelId="{AEE18A62-50CF-4BA2-85AF-D0B0824238A0}" type="pres">
      <dgm:prSet presAssocID="{5DFAC2C1-1041-4BF8-A808-969CCFF2442E}" presName="hierChild2" presStyleCnt="0"/>
      <dgm:spPr/>
    </dgm:pt>
    <dgm:pt modelId="{AFD2666D-F796-4388-A562-CC42C0749D21}" type="pres">
      <dgm:prSet presAssocID="{5653503A-1A6D-4E04-B030-5D0CB9B0EAA1}" presName="Name37" presStyleLbl="parChTrans1D2" presStyleIdx="0" presStyleCnt="5"/>
      <dgm:spPr/>
    </dgm:pt>
    <dgm:pt modelId="{636DFBD3-DAAC-40B3-BDA9-B5F69296AF27}" type="pres">
      <dgm:prSet presAssocID="{659F0D30-7ABF-4AF8-BA24-0FF6FD57D359}" presName="hierRoot2" presStyleCnt="0">
        <dgm:presLayoutVars>
          <dgm:hierBranch val="init"/>
        </dgm:presLayoutVars>
      </dgm:prSet>
      <dgm:spPr/>
    </dgm:pt>
    <dgm:pt modelId="{568F2127-115B-4657-A3F6-DFA4C6FC0B3A}" type="pres">
      <dgm:prSet presAssocID="{659F0D30-7ABF-4AF8-BA24-0FF6FD57D359}" presName="rootComposite" presStyleCnt="0"/>
      <dgm:spPr/>
    </dgm:pt>
    <dgm:pt modelId="{080086B1-AD48-401B-A597-DCD50E74F505}" type="pres">
      <dgm:prSet presAssocID="{659F0D30-7ABF-4AF8-BA24-0FF6FD57D359}" presName="rootText" presStyleLbl="node1" presStyleIdx="0" presStyleCnt="5">
        <dgm:presLayoutVars>
          <dgm:chMax/>
          <dgm:chPref val="3"/>
        </dgm:presLayoutVars>
      </dgm:prSet>
      <dgm:spPr/>
    </dgm:pt>
    <dgm:pt modelId="{DD24DE7C-A978-4FE0-B019-FC58501A9EFE}" type="pres">
      <dgm:prSet presAssocID="{659F0D30-7ABF-4AF8-BA24-0FF6FD57D359}" presName="titleText2" presStyleLbl="fgAcc1" presStyleIdx="0" presStyleCnt="5">
        <dgm:presLayoutVars>
          <dgm:chMax val="0"/>
          <dgm:chPref val="0"/>
        </dgm:presLayoutVars>
      </dgm:prSet>
      <dgm:spPr/>
    </dgm:pt>
    <dgm:pt modelId="{EC0383FE-9003-4209-A2DB-F71FF14DACA4}" type="pres">
      <dgm:prSet presAssocID="{659F0D30-7ABF-4AF8-BA24-0FF6FD57D359}" presName="rootConnector" presStyleLbl="node2" presStyleIdx="0" presStyleCnt="0"/>
      <dgm:spPr/>
    </dgm:pt>
    <dgm:pt modelId="{5F2D2B0A-0338-4EC3-85D1-3B995AAA6276}" type="pres">
      <dgm:prSet presAssocID="{659F0D30-7ABF-4AF8-BA24-0FF6FD57D359}" presName="hierChild4" presStyleCnt="0"/>
      <dgm:spPr/>
    </dgm:pt>
    <dgm:pt modelId="{3947A30F-C833-4B09-9079-90395816A6C6}" type="pres">
      <dgm:prSet presAssocID="{659F0D30-7ABF-4AF8-BA24-0FF6FD57D359}" presName="hierChild5" presStyleCnt="0"/>
      <dgm:spPr/>
    </dgm:pt>
    <dgm:pt modelId="{D465DA25-E3A0-4D6E-B024-748648CD439D}" type="pres">
      <dgm:prSet presAssocID="{AC954CC3-31FB-44E8-A283-51B9AD097388}" presName="Name37" presStyleLbl="parChTrans1D2" presStyleIdx="1" presStyleCnt="5"/>
      <dgm:spPr/>
    </dgm:pt>
    <dgm:pt modelId="{79D92143-B2E3-4E28-9699-108C2D0ABFEE}" type="pres">
      <dgm:prSet presAssocID="{240D5FD8-674C-4535-9530-84F27CA11EFF}" presName="hierRoot2" presStyleCnt="0">
        <dgm:presLayoutVars>
          <dgm:hierBranch val="init"/>
        </dgm:presLayoutVars>
      </dgm:prSet>
      <dgm:spPr/>
    </dgm:pt>
    <dgm:pt modelId="{FAD45200-65A2-44AE-8301-EEEE01CA744B}" type="pres">
      <dgm:prSet presAssocID="{240D5FD8-674C-4535-9530-84F27CA11EFF}" presName="rootComposite" presStyleCnt="0"/>
      <dgm:spPr/>
    </dgm:pt>
    <dgm:pt modelId="{A191E44E-59B5-4E06-8FFE-575BBA637015}" type="pres">
      <dgm:prSet presAssocID="{240D5FD8-674C-4535-9530-84F27CA11EFF}" presName="rootText" presStyleLbl="node1" presStyleIdx="1" presStyleCnt="5">
        <dgm:presLayoutVars>
          <dgm:chMax/>
          <dgm:chPref val="3"/>
        </dgm:presLayoutVars>
      </dgm:prSet>
      <dgm:spPr/>
    </dgm:pt>
    <dgm:pt modelId="{F9003A8F-E718-4730-B469-66E601321958}" type="pres">
      <dgm:prSet presAssocID="{240D5FD8-674C-4535-9530-84F27CA11EFF}" presName="titleText2" presStyleLbl="fgAcc1" presStyleIdx="1" presStyleCnt="5">
        <dgm:presLayoutVars>
          <dgm:chMax val="0"/>
          <dgm:chPref val="0"/>
        </dgm:presLayoutVars>
      </dgm:prSet>
      <dgm:spPr/>
    </dgm:pt>
    <dgm:pt modelId="{9276C8B5-C382-4409-9B11-CBCF6E40BC28}" type="pres">
      <dgm:prSet presAssocID="{240D5FD8-674C-4535-9530-84F27CA11EFF}" presName="rootConnector" presStyleLbl="node2" presStyleIdx="0" presStyleCnt="0"/>
      <dgm:spPr/>
    </dgm:pt>
    <dgm:pt modelId="{1F3B3D2F-8F16-41DC-8F52-E62140B7464B}" type="pres">
      <dgm:prSet presAssocID="{240D5FD8-674C-4535-9530-84F27CA11EFF}" presName="hierChild4" presStyleCnt="0"/>
      <dgm:spPr/>
    </dgm:pt>
    <dgm:pt modelId="{D9188D4E-A252-40E7-A1E1-1280FC2A358E}" type="pres">
      <dgm:prSet presAssocID="{240D5FD8-674C-4535-9530-84F27CA11EFF}" presName="hierChild5" presStyleCnt="0"/>
      <dgm:spPr/>
    </dgm:pt>
    <dgm:pt modelId="{F9470460-D3EA-48A9-903B-D335070B7658}" type="pres">
      <dgm:prSet presAssocID="{D128D99B-D19D-4486-A57F-BFDDDA4557FA}" presName="Name37" presStyleLbl="parChTrans1D2" presStyleIdx="2" presStyleCnt="5"/>
      <dgm:spPr/>
    </dgm:pt>
    <dgm:pt modelId="{E863C57D-5980-4850-9B66-0C8BCAEB9321}" type="pres">
      <dgm:prSet presAssocID="{00F94F61-DAFF-4C2C-8268-85FD83C331CD}" presName="hierRoot2" presStyleCnt="0">
        <dgm:presLayoutVars>
          <dgm:hierBranch val="init"/>
        </dgm:presLayoutVars>
      </dgm:prSet>
      <dgm:spPr/>
    </dgm:pt>
    <dgm:pt modelId="{022D391B-C1E9-4503-BA7D-E057D4B8DCFD}" type="pres">
      <dgm:prSet presAssocID="{00F94F61-DAFF-4C2C-8268-85FD83C331CD}" presName="rootComposite" presStyleCnt="0"/>
      <dgm:spPr/>
    </dgm:pt>
    <dgm:pt modelId="{95DEC048-EF7D-46D3-9B44-A003F6066294}" type="pres">
      <dgm:prSet presAssocID="{00F94F61-DAFF-4C2C-8268-85FD83C331CD}" presName="rootText" presStyleLbl="node1" presStyleIdx="2" presStyleCnt="5">
        <dgm:presLayoutVars>
          <dgm:chMax/>
          <dgm:chPref val="3"/>
        </dgm:presLayoutVars>
      </dgm:prSet>
      <dgm:spPr/>
    </dgm:pt>
    <dgm:pt modelId="{18FBE546-C3AB-4A09-9B6F-97048D6FAFF2}" type="pres">
      <dgm:prSet presAssocID="{00F94F61-DAFF-4C2C-8268-85FD83C331CD}" presName="titleText2" presStyleLbl="fgAcc1" presStyleIdx="2" presStyleCnt="5">
        <dgm:presLayoutVars>
          <dgm:chMax val="0"/>
          <dgm:chPref val="0"/>
        </dgm:presLayoutVars>
      </dgm:prSet>
      <dgm:spPr/>
    </dgm:pt>
    <dgm:pt modelId="{7860D754-401D-47C4-8FDD-FC18488A719F}" type="pres">
      <dgm:prSet presAssocID="{00F94F61-DAFF-4C2C-8268-85FD83C331CD}" presName="rootConnector" presStyleLbl="node2" presStyleIdx="0" presStyleCnt="0"/>
      <dgm:spPr/>
    </dgm:pt>
    <dgm:pt modelId="{9B6B41B9-67D1-4E0C-BE4A-EAC066A68EDC}" type="pres">
      <dgm:prSet presAssocID="{00F94F61-DAFF-4C2C-8268-85FD83C331CD}" presName="hierChild4" presStyleCnt="0"/>
      <dgm:spPr/>
    </dgm:pt>
    <dgm:pt modelId="{7413C0F3-7968-4FBF-A1D6-311E49C4A843}" type="pres">
      <dgm:prSet presAssocID="{00F94F61-DAFF-4C2C-8268-85FD83C331CD}" presName="hierChild5" presStyleCnt="0"/>
      <dgm:spPr/>
    </dgm:pt>
    <dgm:pt modelId="{E3FEB6FF-11D1-41E1-A5B1-DB2CAD513C66}" type="pres">
      <dgm:prSet presAssocID="{9E001AF7-24B9-431D-B5AB-43333BB27403}" presName="Name37" presStyleLbl="parChTrans1D2" presStyleIdx="3" presStyleCnt="5"/>
      <dgm:spPr/>
    </dgm:pt>
    <dgm:pt modelId="{1E2DE9CE-0DF2-479D-8B03-3CA1FAD05473}" type="pres">
      <dgm:prSet presAssocID="{B385AAFB-AD98-4068-A689-CD11E0D74E22}" presName="hierRoot2" presStyleCnt="0">
        <dgm:presLayoutVars>
          <dgm:hierBranch val="init"/>
        </dgm:presLayoutVars>
      </dgm:prSet>
      <dgm:spPr/>
    </dgm:pt>
    <dgm:pt modelId="{49E776F4-76AB-4D55-B377-AA0CEFBAFF01}" type="pres">
      <dgm:prSet presAssocID="{B385AAFB-AD98-4068-A689-CD11E0D74E22}" presName="rootComposite" presStyleCnt="0"/>
      <dgm:spPr/>
    </dgm:pt>
    <dgm:pt modelId="{117A989C-4E7A-4935-8979-C621AB056F51}" type="pres">
      <dgm:prSet presAssocID="{B385AAFB-AD98-4068-A689-CD11E0D74E22}" presName="rootText" presStyleLbl="node1" presStyleIdx="3" presStyleCnt="5">
        <dgm:presLayoutVars>
          <dgm:chMax/>
          <dgm:chPref val="3"/>
        </dgm:presLayoutVars>
      </dgm:prSet>
      <dgm:spPr/>
    </dgm:pt>
    <dgm:pt modelId="{73201682-957B-47B3-8BC5-C39A52A2BCEC}" type="pres">
      <dgm:prSet presAssocID="{B385AAFB-AD98-4068-A689-CD11E0D74E22}" presName="titleText2" presStyleLbl="fgAcc1" presStyleIdx="3" presStyleCnt="5">
        <dgm:presLayoutVars>
          <dgm:chMax val="0"/>
          <dgm:chPref val="0"/>
        </dgm:presLayoutVars>
      </dgm:prSet>
      <dgm:spPr/>
    </dgm:pt>
    <dgm:pt modelId="{D6C4BBB2-B0AD-499B-B708-4F82BA574D5A}" type="pres">
      <dgm:prSet presAssocID="{B385AAFB-AD98-4068-A689-CD11E0D74E22}" presName="rootConnector" presStyleLbl="node2" presStyleIdx="0" presStyleCnt="0"/>
      <dgm:spPr/>
    </dgm:pt>
    <dgm:pt modelId="{369D0F47-1307-420C-A937-050AA87F637E}" type="pres">
      <dgm:prSet presAssocID="{B385AAFB-AD98-4068-A689-CD11E0D74E22}" presName="hierChild4" presStyleCnt="0"/>
      <dgm:spPr/>
    </dgm:pt>
    <dgm:pt modelId="{835F83A9-0C2A-4579-B679-A2BD56283B54}" type="pres">
      <dgm:prSet presAssocID="{B385AAFB-AD98-4068-A689-CD11E0D74E22}" presName="hierChild5" presStyleCnt="0"/>
      <dgm:spPr/>
    </dgm:pt>
    <dgm:pt modelId="{43707921-40B4-4FE9-9BE9-06727FF8F134}" type="pres">
      <dgm:prSet presAssocID="{6C1E1352-95C6-449B-A4BB-DD2DD8851F1C}" presName="Name37" presStyleLbl="parChTrans1D2" presStyleIdx="4" presStyleCnt="5"/>
      <dgm:spPr/>
    </dgm:pt>
    <dgm:pt modelId="{188CDB90-E36B-443B-95B2-E7A141FB9426}" type="pres">
      <dgm:prSet presAssocID="{8B6ACC40-9134-4475-A4BB-0DC515826C64}" presName="hierRoot2" presStyleCnt="0">
        <dgm:presLayoutVars>
          <dgm:hierBranch val="init"/>
        </dgm:presLayoutVars>
      </dgm:prSet>
      <dgm:spPr/>
    </dgm:pt>
    <dgm:pt modelId="{E7C19788-5DF7-4EA7-8DF1-12904E801703}" type="pres">
      <dgm:prSet presAssocID="{8B6ACC40-9134-4475-A4BB-0DC515826C64}" presName="rootComposite" presStyleCnt="0"/>
      <dgm:spPr/>
    </dgm:pt>
    <dgm:pt modelId="{759248FB-BE17-46C5-96E8-389EFA5F47C3}" type="pres">
      <dgm:prSet presAssocID="{8B6ACC40-9134-4475-A4BB-0DC515826C64}" presName="rootText" presStyleLbl="node1" presStyleIdx="4" presStyleCnt="5">
        <dgm:presLayoutVars>
          <dgm:chMax/>
          <dgm:chPref val="3"/>
        </dgm:presLayoutVars>
      </dgm:prSet>
      <dgm:spPr/>
    </dgm:pt>
    <dgm:pt modelId="{E36AC129-CCB7-48F2-90FE-2C69834C51A2}" type="pres">
      <dgm:prSet presAssocID="{8B6ACC40-9134-4475-A4BB-0DC515826C64}" presName="titleText2" presStyleLbl="fgAcc1" presStyleIdx="4" presStyleCnt="5">
        <dgm:presLayoutVars>
          <dgm:chMax val="0"/>
          <dgm:chPref val="0"/>
        </dgm:presLayoutVars>
      </dgm:prSet>
      <dgm:spPr/>
    </dgm:pt>
    <dgm:pt modelId="{52B40C85-6A48-408E-B825-D12CE724E112}" type="pres">
      <dgm:prSet presAssocID="{8B6ACC40-9134-4475-A4BB-0DC515826C64}" presName="rootConnector" presStyleLbl="node2" presStyleIdx="0" presStyleCnt="0"/>
      <dgm:spPr/>
    </dgm:pt>
    <dgm:pt modelId="{2E9A08CB-2A2E-485E-96E5-059EBE6CEB39}" type="pres">
      <dgm:prSet presAssocID="{8B6ACC40-9134-4475-A4BB-0DC515826C64}" presName="hierChild4" presStyleCnt="0"/>
      <dgm:spPr/>
    </dgm:pt>
    <dgm:pt modelId="{07E6E796-66B8-42C9-9BD8-C21596C054F9}" type="pres">
      <dgm:prSet presAssocID="{8B6ACC40-9134-4475-A4BB-0DC515826C64}" presName="hierChild5" presStyleCnt="0"/>
      <dgm:spPr/>
    </dgm:pt>
    <dgm:pt modelId="{AC1101FD-11E4-4281-AF10-8C0DC1892384}" type="pres">
      <dgm:prSet presAssocID="{5DFAC2C1-1041-4BF8-A808-969CCFF2442E}" presName="hierChild3" presStyleCnt="0"/>
      <dgm:spPr/>
    </dgm:pt>
  </dgm:ptLst>
  <dgm:cxnLst>
    <dgm:cxn modelId="{FC881307-0AAE-DF4B-AEEF-32EE020A30AF}" type="presOf" srcId="{782176BC-FA81-47A9-A96A-7E2349ED2B13}" destId="{18FBE546-C3AB-4A09-9B6F-97048D6FAFF2}" srcOrd="0" destOrd="0" presId="urn:microsoft.com/office/officeart/2008/layout/NameandTitleOrganizationalChart"/>
    <dgm:cxn modelId="{5BCD270A-7D7F-EE45-980F-169986371889}" type="presOf" srcId="{AC954CC3-31FB-44E8-A283-51B9AD097388}" destId="{D465DA25-E3A0-4D6E-B024-748648CD439D}" srcOrd="0" destOrd="0" presId="urn:microsoft.com/office/officeart/2008/layout/NameandTitleOrganizationalChart"/>
    <dgm:cxn modelId="{E0CE1111-7CDB-9144-A8C2-B4F1ECF61674}" type="presOf" srcId="{45F929BD-D09C-47E8-843B-01A3F5705D78}" destId="{F9003A8F-E718-4730-B469-66E601321958}" srcOrd="0" destOrd="0" presId="urn:microsoft.com/office/officeart/2008/layout/NameandTitleOrganizationalChart"/>
    <dgm:cxn modelId="{78F91724-D03A-5140-812A-246BCAB3D970}" type="presOf" srcId="{B385AAFB-AD98-4068-A689-CD11E0D74E22}" destId="{117A989C-4E7A-4935-8979-C621AB056F51}" srcOrd="0" destOrd="0" presId="urn:microsoft.com/office/officeart/2008/layout/NameandTitleOrganizationalChart"/>
    <dgm:cxn modelId="{F9F50626-C139-4C46-89F9-215DC423A5C3}" type="presOf" srcId="{6C1E1352-95C6-449B-A4BB-DD2DD8851F1C}" destId="{43707921-40B4-4FE9-9BE9-06727FF8F134}" srcOrd="0" destOrd="0" presId="urn:microsoft.com/office/officeart/2008/layout/NameandTitleOrganizationalChart"/>
    <dgm:cxn modelId="{8796593D-1692-4AA3-8C7B-0C0CE0C821F0}" srcId="{5DFAC2C1-1041-4BF8-A808-969CCFF2442E}" destId="{B385AAFB-AD98-4068-A689-CD11E0D74E22}" srcOrd="3" destOrd="0" parTransId="{9E001AF7-24B9-431D-B5AB-43333BB27403}" sibTransId="{E6C49440-0658-4C79-AD6B-7B5C84E6C168}"/>
    <dgm:cxn modelId="{201AC740-7118-204D-B27C-515F43317CCE}" type="presOf" srcId="{9E001AF7-24B9-431D-B5AB-43333BB27403}" destId="{E3FEB6FF-11D1-41E1-A5B1-DB2CAD513C66}" srcOrd="0" destOrd="0" presId="urn:microsoft.com/office/officeart/2008/layout/NameandTitleOrganizationalChart"/>
    <dgm:cxn modelId="{B3BEBC42-5AD7-0E4E-BB03-9D0D60433AC3}" type="presOf" srcId="{240D5FD8-674C-4535-9530-84F27CA11EFF}" destId="{A191E44E-59B5-4E06-8FFE-575BBA637015}" srcOrd="0" destOrd="0" presId="urn:microsoft.com/office/officeart/2008/layout/NameandTitleOrganizationalChart"/>
    <dgm:cxn modelId="{4775B049-892C-C84A-B3B2-2791641A0899}" type="presOf" srcId="{659F0D30-7ABF-4AF8-BA24-0FF6FD57D359}" destId="{080086B1-AD48-401B-A597-DCD50E74F505}" srcOrd="0" destOrd="0" presId="urn:microsoft.com/office/officeart/2008/layout/NameandTitleOrganizationalChart"/>
    <dgm:cxn modelId="{9A59134D-EAD5-9F49-9429-AAFF56D07A25}" type="presOf" srcId="{B385AAFB-AD98-4068-A689-CD11E0D74E22}" destId="{D6C4BBB2-B0AD-499B-B708-4F82BA574D5A}" srcOrd="1" destOrd="0" presId="urn:microsoft.com/office/officeart/2008/layout/NameandTitleOrganizationalChart"/>
    <dgm:cxn modelId="{6AFEEC75-AC1A-7E4B-AB32-28C3B57CF358}" type="presOf" srcId="{5DFAC2C1-1041-4BF8-A808-969CCFF2442E}" destId="{4D93ED2A-282F-483B-8A31-6667D0183300}" srcOrd="0" destOrd="0" presId="urn:microsoft.com/office/officeart/2008/layout/NameandTitleOrganizationalChart"/>
    <dgm:cxn modelId="{A09E9F7E-6BDD-4976-875B-F3794F4BD458}" srcId="{5DFAC2C1-1041-4BF8-A808-969CCFF2442E}" destId="{00F94F61-DAFF-4C2C-8268-85FD83C331CD}" srcOrd="2" destOrd="0" parTransId="{D128D99B-D19D-4486-A57F-BFDDDA4557FA}" sibTransId="{782176BC-FA81-47A9-A96A-7E2349ED2B13}"/>
    <dgm:cxn modelId="{16509082-FB47-1F46-9063-EE82683B7CBE}" type="presOf" srcId="{C06281E0-EF63-4B30-B9A5-10CDD9260D2A}" destId="{69804A70-8BB0-46F7-A972-BF08734F4274}" srcOrd="0" destOrd="0" presId="urn:microsoft.com/office/officeart/2008/layout/NameandTitleOrganizationalChart"/>
    <dgm:cxn modelId="{7D7B8785-0EA4-3240-A33C-7458765B65EB}" type="presOf" srcId="{659F0D30-7ABF-4AF8-BA24-0FF6FD57D359}" destId="{EC0383FE-9003-4209-A2DB-F71FF14DACA4}" srcOrd="1" destOrd="0" presId="urn:microsoft.com/office/officeart/2008/layout/NameandTitleOrganizationalChart"/>
    <dgm:cxn modelId="{43C5EC86-4DBD-C94C-9F66-398969B98384}" type="presOf" srcId="{8B6ACC40-9134-4475-A4BB-0DC515826C64}" destId="{52B40C85-6A48-408E-B825-D12CE724E112}" srcOrd="1" destOrd="0" presId="urn:microsoft.com/office/officeart/2008/layout/NameandTitleOrganizationalChart"/>
    <dgm:cxn modelId="{34BAE18B-B439-8A46-B3EE-8FBC43A19DE7}" type="presOf" srcId="{E6C49440-0658-4C79-AD6B-7B5C84E6C168}" destId="{73201682-957B-47B3-8BC5-C39A52A2BCEC}" srcOrd="0" destOrd="0" presId="urn:microsoft.com/office/officeart/2008/layout/NameandTitleOrganizationalChart"/>
    <dgm:cxn modelId="{D768CF90-99A2-8647-8B39-5BBE58B56ACC}" type="presOf" srcId="{1DBF1376-1063-4276-9055-A6C06BA26AF5}" destId="{E36AC129-CCB7-48F2-90FE-2C69834C51A2}" srcOrd="0" destOrd="0" presId="urn:microsoft.com/office/officeart/2008/layout/NameandTitleOrganizationalChart"/>
    <dgm:cxn modelId="{D46B789C-FF38-462C-941A-B3268AFD508F}" srcId="{5DFAC2C1-1041-4BF8-A808-969CCFF2442E}" destId="{240D5FD8-674C-4535-9530-84F27CA11EFF}" srcOrd="1" destOrd="0" parTransId="{AC954CC3-31FB-44E8-A283-51B9AD097388}" sibTransId="{45F929BD-D09C-47E8-843B-01A3F5705D78}"/>
    <dgm:cxn modelId="{482B8DA8-C392-2E44-8E3A-DD9C91F6D803}" type="presOf" srcId="{00F94F61-DAFF-4C2C-8268-85FD83C331CD}" destId="{95DEC048-EF7D-46D3-9B44-A003F6066294}" srcOrd="0" destOrd="0" presId="urn:microsoft.com/office/officeart/2008/layout/NameandTitleOrganizationalChart"/>
    <dgm:cxn modelId="{A26C3BAD-ED49-E441-9E25-D29C05FEE3FD}" type="presOf" srcId="{8B6ACC40-9134-4475-A4BB-0DC515826C64}" destId="{759248FB-BE17-46C5-96E8-389EFA5F47C3}" srcOrd="0" destOrd="0" presId="urn:microsoft.com/office/officeart/2008/layout/NameandTitleOrganizationalChart"/>
    <dgm:cxn modelId="{5833E5B0-E8A5-1748-B7FF-F772B4A7F52E}" type="presOf" srcId="{5653503A-1A6D-4E04-B030-5D0CB9B0EAA1}" destId="{AFD2666D-F796-4388-A562-CC42C0749D21}" srcOrd="0" destOrd="0" presId="urn:microsoft.com/office/officeart/2008/layout/NameandTitleOrganizationalChart"/>
    <dgm:cxn modelId="{136A1CB8-B965-3E4C-8849-5071CB649ED3}" type="presOf" srcId="{31CF7A62-1E80-4FCD-84BD-EC602B1BA02E}" destId="{DB51E32A-163B-413B-AF45-9EF2D7C724D1}" srcOrd="0" destOrd="0" presId="urn:microsoft.com/office/officeart/2008/layout/NameandTitleOrganizationalChart"/>
    <dgm:cxn modelId="{F3E1A4BB-C815-CF49-8735-89FF306A7F87}" type="presOf" srcId="{5DFAC2C1-1041-4BF8-A808-969CCFF2442E}" destId="{19FECA4F-0F66-475D-AC2E-50D6081D7BFE}" srcOrd="1" destOrd="0" presId="urn:microsoft.com/office/officeart/2008/layout/NameandTitleOrganizationalChart"/>
    <dgm:cxn modelId="{67B94DBD-7039-451F-91DE-6BC9A739B523}" srcId="{C06281E0-EF63-4B30-B9A5-10CDD9260D2A}" destId="{5DFAC2C1-1041-4BF8-A808-969CCFF2442E}" srcOrd="0" destOrd="0" parTransId="{B342E6FE-47B8-4B31-946F-13C9955A979E}" sibTransId="{31CF7A62-1E80-4FCD-84BD-EC602B1BA02E}"/>
    <dgm:cxn modelId="{5CE75FC7-89DF-F74E-9A3F-D712A5E79C78}" type="presOf" srcId="{00F94F61-DAFF-4C2C-8268-85FD83C331CD}" destId="{7860D754-401D-47C4-8FDD-FC18488A719F}" srcOrd="1" destOrd="0" presId="urn:microsoft.com/office/officeart/2008/layout/NameandTitleOrganizationalChart"/>
    <dgm:cxn modelId="{EDCD7EC8-229B-4CF0-8335-9AC58A14C40D}" srcId="{5DFAC2C1-1041-4BF8-A808-969CCFF2442E}" destId="{8B6ACC40-9134-4475-A4BB-0DC515826C64}" srcOrd="4" destOrd="0" parTransId="{6C1E1352-95C6-449B-A4BB-DD2DD8851F1C}" sibTransId="{1DBF1376-1063-4276-9055-A6C06BA26AF5}"/>
    <dgm:cxn modelId="{F8DA81DE-3EB2-F44E-BC0D-F011CE29A268}" type="presOf" srcId="{240D5FD8-674C-4535-9530-84F27CA11EFF}" destId="{9276C8B5-C382-4409-9B11-CBCF6E40BC28}" srcOrd="1" destOrd="0" presId="urn:microsoft.com/office/officeart/2008/layout/NameandTitleOrganizationalChart"/>
    <dgm:cxn modelId="{70093FDF-A620-8D4A-9E7E-C6D5A635DC68}" type="presOf" srcId="{52363372-0648-4A32-9297-6F58AFBC8242}" destId="{DD24DE7C-A978-4FE0-B019-FC58501A9EFE}" srcOrd="0" destOrd="0" presId="urn:microsoft.com/office/officeart/2008/layout/NameandTitleOrganizationalChart"/>
    <dgm:cxn modelId="{78C4B6E7-78AB-5546-8ED4-91A42F956B80}" type="presOf" srcId="{D128D99B-D19D-4486-A57F-BFDDDA4557FA}" destId="{F9470460-D3EA-48A9-903B-D335070B7658}" srcOrd="0" destOrd="0" presId="urn:microsoft.com/office/officeart/2008/layout/NameandTitleOrganizationalChart"/>
    <dgm:cxn modelId="{1509D9F9-11B2-4EDC-8CB3-2DD655B57CFB}" srcId="{5DFAC2C1-1041-4BF8-A808-969CCFF2442E}" destId="{659F0D30-7ABF-4AF8-BA24-0FF6FD57D359}" srcOrd="0" destOrd="0" parTransId="{5653503A-1A6D-4E04-B030-5D0CB9B0EAA1}" sibTransId="{52363372-0648-4A32-9297-6F58AFBC8242}"/>
    <dgm:cxn modelId="{CAEBD844-F93C-1A46-A602-2543969086EF}" type="presParOf" srcId="{69804A70-8BB0-46F7-A972-BF08734F4274}" destId="{07FA09A2-C107-4D30-94BF-15FDFBD9D5B7}" srcOrd="0" destOrd="0" presId="urn:microsoft.com/office/officeart/2008/layout/NameandTitleOrganizationalChart"/>
    <dgm:cxn modelId="{355FAE11-FC7A-BF4D-920B-AD4F2D2CEDF3}" type="presParOf" srcId="{07FA09A2-C107-4D30-94BF-15FDFBD9D5B7}" destId="{DCDA3BC4-4ED5-4F96-883D-937A253D7AC4}" srcOrd="0" destOrd="0" presId="urn:microsoft.com/office/officeart/2008/layout/NameandTitleOrganizationalChart"/>
    <dgm:cxn modelId="{04B11EEC-6386-034C-A924-FDB24CC16414}" type="presParOf" srcId="{DCDA3BC4-4ED5-4F96-883D-937A253D7AC4}" destId="{4D93ED2A-282F-483B-8A31-6667D0183300}" srcOrd="0" destOrd="0" presId="urn:microsoft.com/office/officeart/2008/layout/NameandTitleOrganizationalChart"/>
    <dgm:cxn modelId="{D328D808-DD79-7742-8911-ADDBF7FDEE22}" type="presParOf" srcId="{DCDA3BC4-4ED5-4F96-883D-937A253D7AC4}" destId="{DB51E32A-163B-413B-AF45-9EF2D7C724D1}" srcOrd="1" destOrd="0" presId="urn:microsoft.com/office/officeart/2008/layout/NameandTitleOrganizationalChart"/>
    <dgm:cxn modelId="{EE8707D7-F6D7-624B-A733-8A61F07F1E8E}" type="presParOf" srcId="{DCDA3BC4-4ED5-4F96-883D-937A253D7AC4}" destId="{19FECA4F-0F66-475D-AC2E-50D6081D7BFE}" srcOrd="2" destOrd="0" presId="urn:microsoft.com/office/officeart/2008/layout/NameandTitleOrganizationalChart"/>
    <dgm:cxn modelId="{6D7E30BF-E122-A647-957A-58EB91A8A395}" type="presParOf" srcId="{07FA09A2-C107-4D30-94BF-15FDFBD9D5B7}" destId="{AEE18A62-50CF-4BA2-85AF-D0B0824238A0}" srcOrd="1" destOrd="0" presId="urn:microsoft.com/office/officeart/2008/layout/NameandTitleOrganizationalChart"/>
    <dgm:cxn modelId="{AEC0ED8A-66C0-8943-8902-0C3A32B3D123}" type="presParOf" srcId="{AEE18A62-50CF-4BA2-85AF-D0B0824238A0}" destId="{AFD2666D-F796-4388-A562-CC42C0749D21}" srcOrd="0" destOrd="0" presId="urn:microsoft.com/office/officeart/2008/layout/NameandTitleOrganizationalChart"/>
    <dgm:cxn modelId="{AF65FE33-1859-8444-BAFF-77ADFAA5F65E}" type="presParOf" srcId="{AEE18A62-50CF-4BA2-85AF-D0B0824238A0}" destId="{636DFBD3-DAAC-40B3-BDA9-B5F69296AF27}" srcOrd="1" destOrd="0" presId="urn:microsoft.com/office/officeart/2008/layout/NameandTitleOrganizationalChart"/>
    <dgm:cxn modelId="{512A1C6C-1D6D-B345-A2AA-F97BB83E4FCD}" type="presParOf" srcId="{636DFBD3-DAAC-40B3-BDA9-B5F69296AF27}" destId="{568F2127-115B-4657-A3F6-DFA4C6FC0B3A}" srcOrd="0" destOrd="0" presId="urn:microsoft.com/office/officeart/2008/layout/NameandTitleOrganizationalChart"/>
    <dgm:cxn modelId="{DB13C3BF-9D5A-4B4A-A189-149FD06B9D5C}" type="presParOf" srcId="{568F2127-115B-4657-A3F6-DFA4C6FC0B3A}" destId="{080086B1-AD48-401B-A597-DCD50E74F505}" srcOrd="0" destOrd="0" presId="urn:microsoft.com/office/officeart/2008/layout/NameandTitleOrganizationalChart"/>
    <dgm:cxn modelId="{EBB77969-E247-FA42-B7F9-DF78E9267FBE}" type="presParOf" srcId="{568F2127-115B-4657-A3F6-DFA4C6FC0B3A}" destId="{DD24DE7C-A978-4FE0-B019-FC58501A9EFE}" srcOrd="1" destOrd="0" presId="urn:microsoft.com/office/officeart/2008/layout/NameandTitleOrganizationalChart"/>
    <dgm:cxn modelId="{798B30A0-03E1-5649-9EC8-D9E318C9B0C9}" type="presParOf" srcId="{568F2127-115B-4657-A3F6-DFA4C6FC0B3A}" destId="{EC0383FE-9003-4209-A2DB-F71FF14DACA4}" srcOrd="2" destOrd="0" presId="urn:microsoft.com/office/officeart/2008/layout/NameandTitleOrganizationalChart"/>
    <dgm:cxn modelId="{BA81B928-E293-7148-8199-74E523702C14}" type="presParOf" srcId="{636DFBD3-DAAC-40B3-BDA9-B5F69296AF27}" destId="{5F2D2B0A-0338-4EC3-85D1-3B995AAA6276}" srcOrd="1" destOrd="0" presId="urn:microsoft.com/office/officeart/2008/layout/NameandTitleOrganizationalChart"/>
    <dgm:cxn modelId="{1DB1E507-CE57-9E41-A0EE-AF62EFA106B5}" type="presParOf" srcId="{636DFBD3-DAAC-40B3-BDA9-B5F69296AF27}" destId="{3947A30F-C833-4B09-9079-90395816A6C6}" srcOrd="2" destOrd="0" presId="urn:microsoft.com/office/officeart/2008/layout/NameandTitleOrganizationalChart"/>
    <dgm:cxn modelId="{6C849E83-2255-DA41-8CEA-B7DAC926CAE8}" type="presParOf" srcId="{AEE18A62-50CF-4BA2-85AF-D0B0824238A0}" destId="{D465DA25-E3A0-4D6E-B024-748648CD439D}" srcOrd="2" destOrd="0" presId="urn:microsoft.com/office/officeart/2008/layout/NameandTitleOrganizationalChart"/>
    <dgm:cxn modelId="{496E9E41-8034-EC44-A008-5FF1FB1DE2D7}" type="presParOf" srcId="{AEE18A62-50CF-4BA2-85AF-D0B0824238A0}" destId="{79D92143-B2E3-4E28-9699-108C2D0ABFEE}" srcOrd="3" destOrd="0" presId="urn:microsoft.com/office/officeart/2008/layout/NameandTitleOrganizationalChart"/>
    <dgm:cxn modelId="{594B2440-9287-4E4C-9560-18F58D62C132}" type="presParOf" srcId="{79D92143-B2E3-4E28-9699-108C2D0ABFEE}" destId="{FAD45200-65A2-44AE-8301-EEEE01CA744B}" srcOrd="0" destOrd="0" presId="urn:microsoft.com/office/officeart/2008/layout/NameandTitleOrganizationalChart"/>
    <dgm:cxn modelId="{9A57659E-29D4-304D-9B4C-8509D65F5AD9}" type="presParOf" srcId="{FAD45200-65A2-44AE-8301-EEEE01CA744B}" destId="{A191E44E-59B5-4E06-8FFE-575BBA637015}" srcOrd="0" destOrd="0" presId="urn:microsoft.com/office/officeart/2008/layout/NameandTitleOrganizationalChart"/>
    <dgm:cxn modelId="{D653426F-D714-7546-95A2-AE76BFFA191C}" type="presParOf" srcId="{FAD45200-65A2-44AE-8301-EEEE01CA744B}" destId="{F9003A8F-E718-4730-B469-66E601321958}" srcOrd="1" destOrd="0" presId="urn:microsoft.com/office/officeart/2008/layout/NameandTitleOrganizationalChart"/>
    <dgm:cxn modelId="{25ADDF45-E87B-FC48-8D35-8CB54778D580}" type="presParOf" srcId="{FAD45200-65A2-44AE-8301-EEEE01CA744B}" destId="{9276C8B5-C382-4409-9B11-CBCF6E40BC28}" srcOrd="2" destOrd="0" presId="urn:microsoft.com/office/officeart/2008/layout/NameandTitleOrganizationalChart"/>
    <dgm:cxn modelId="{5C2FC2A0-4193-B64D-BEE1-D2B4F76C744E}" type="presParOf" srcId="{79D92143-B2E3-4E28-9699-108C2D0ABFEE}" destId="{1F3B3D2F-8F16-41DC-8F52-E62140B7464B}" srcOrd="1" destOrd="0" presId="urn:microsoft.com/office/officeart/2008/layout/NameandTitleOrganizationalChart"/>
    <dgm:cxn modelId="{E537D82D-4161-EE40-9B05-33FDBC3030C7}" type="presParOf" srcId="{79D92143-B2E3-4E28-9699-108C2D0ABFEE}" destId="{D9188D4E-A252-40E7-A1E1-1280FC2A358E}" srcOrd="2" destOrd="0" presId="urn:microsoft.com/office/officeart/2008/layout/NameandTitleOrganizationalChart"/>
    <dgm:cxn modelId="{9402A9C0-8D09-9A48-855F-6470DA15EC50}" type="presParOf" srcId="{AEE18A62-50CF-4BA2-85AF-D0B0824238A0}" destId="{F9470460-D3EA-48A9-903B-D335070B7658}" srcOrd="4" destOrd="0" presId="urn:microsoft.com/office/officeart/2008/layout/NameandTitleOrganizationalChart"/>
    <dgm:cxn modelId="{572CA81B-5AF0-BB4E-85A7-523829D843C4}" type="presParOf" srcId="{AEE18A62-50CF-4BA2-85AF-D0B0824238A0}" destId="{E863C57D-5980-4850-9B66-0C8BCAEB9321}" srcOrd="5" destOrd="0" presId="urn:microsoft.com/office/officeart/2008/layout/NameandTitleOrganizationalChart"/>
    <dgm:cxn modelId="{A8FCFB24-C5A8-EA4F-8A61-4CBA81C727CB}" type="presParOf" srcId="{E863C57D-5980-4850-9B66-0C8BCAEB9321}" destId="{022D391B-C1E9-4503-BA7D-E057D4B8DCFD}" srcOrd="0" destOrd="0" presId="urn:microsoft.com/office/officeart/2008/layout/NameandTitleOrganizationalChart"/>
    <dgm:cxn modelId="{D0431A93-A08E-E541-BE66-81000B5ED0D8}" type="presParOf" srcId="{022D391B-C1E9-4503-BA7D-E057D4B8DCFD}" destId="{95DEC048-EF7D-46D3-9B44-A003F6066294}" srcOrd="0" destOrd="0" presId="urn:microsoft.com/office/officeart/2008/layout/NameandTitleOrganizationalChart"/>
    <dgm:cxn modelId="{F5EDF2FC-C840-DB48-9720-84BCD2C4A06E}" type="presParOf" srcId="{022D391B-C1E9-4503-BA7D-E057D4B8DCFD}" destId="{18FBE546-C3AB-4A09-9B6F-97048D6FAFF2}" srcOrd="1" destOrd="0" presId="urn:microsoft.com/office/officeart/2008/layout/NameandTitleOrganizationalChart"/>
    <dgm:cxn modelId="{4DA37FCC-BC58-9C4E-95BD-3E615DA1463D}" type="presParOf" srcId="{022D391B-C1E9-4503-BA7D-E057D4B8DCFD}" destId="{7860D754-401D-47C4-8FDD-FC18488A719F}" srcOrd="2" destOrd="0" presId="urn:microsoft.com/office/officeart/2008/layout/NameandTitleOrganizationalChart"/>
    <dgm:cxn modelId="{5F1E3864-E62F-A14B-9998-F8A237BCE27A}" type="presParOf" srcId="{E863C57D-5980-4850-9B66-0C8BCAEB9321}" destId="{9B6B41B9-67D1-4E0C-BE4A-EAC066A68EDC}" srcOrd="1" destOrd="0" presId="urn:microsoft.com/office/officeart/2008/layout/NameandTitleOrganizationalChart"/>
    <dgm:cxn modelId="{B2D2FFF7-A5B3-2E4B-ADC6-3D4BA86E991A}" type="presParOf" srcId="{E863C57D-5980-4850-9B66-0C8BCAEB9321}" destId="{7413C0F3-7968-4FBF-A1D6-311E49C4A843}" srcOrd="2" destOrd="0" presId="urn:microsoft.com/office/officeart/2008/layout/NameandTitleOrganizationalChart"/>
    <dgm:cxn modelId="{AA5F0BBB-A200-374D-A1BE-3F282557D961}" type="presParOf" srcId="{AEE18A62-50CF-4BA2-85AF-D0B0824238A0}" destId="{E3FEB6FF-11D1-41E1-A5B1-DB2CAD513C66}" srcOrd="6" destOrd="0" presId="urn:microsoft.com/office/officeart/2008/layout/NameandTitleOrganizationalChart"/>
    <dgm:cxn modelId="{8C80F98A-8824-D243-A8F0-9170749D1B76}" type="presParOf" srcId="{AEE18A62-50CF-4BA2-85AF-D0B0824238A0}" destId="{1E2DE9CE-0DF2-479D-8B03-3CA1FAD05473}" srcOrd="7" destOrd="0" presId="urn:microsoft.com/office/officeart/2008/layout/NameandTitleOrganizationalChart"/>
    <dgm:cxn modelId="{7A704F57-671B-624F-B2A2-72EBD537A902}" type="presParOf" srcId="{1E2DE9CE-0DF2-479D-8B03-3CA1FAD05473}" destId="{49E776F4-76AB-4D55-B377-AA0CEFBAFF01}" srcOrd="0" destOrd="0" presId="urn:microsoft.com/office/officeart/2008/layout/NameandTitleOrganizationalChart"/>
    <dgm:cxn modelId="{C026672A-B2E0-F945-B8CD-B292BDF505F5}" type="presParOf" srcId="{49E776F4-76AB-4D55-B377-AA0CEFBAFF01}" destId="{117A989C-4E7A-4935-8979-C621AB056F51}" srcOrd="0" destOrd="0" presId="urn:microsoft.com/office/officeart/2008/layout/NameandTitleOrganizationalChart"/>
    <dgm:cxn modelId="{05CCB185-183C-144A-93B5-37D4C554B633}" type="presParOf" srcId="{49E776F4-76AB-4D55-B377-AA0CEFBAFF01}" destId="{73201682-957B-47B3-8BC5-C39A52A2BCEC}" srcOrd="1" destOrd="0" presId="urn:microsoft.com/office/officeart/2008/layout/NameandTitleOrganizationalChart"/>
    <dgm:cxn modelId="{28D6D68F-B34F-0549-AB3B-32830FD23F67}" type="presParOf" srcId="{49E776F4-76AB-4D55-B377-AA0CEFBAFF01}" destId="{D6C4BBB2-B0AD-499B-B708-4F82BA574D5A}" srcOrd="2" destOrd="0" presId="urn:microsoft.com/office/officeart/2008/layout/NameandTitleOrganizationalChart"/>
    <dgm:cxn modelId="{E7415297-8DFF-BE42-993A-47F75EBD28F1}" type="presParOf" srcId="{1E2DE9CE-0DF2-479D-8B03-3CA1FAD05473}" destId="{369D0F47-1307-420C-A937-050AA87F637E}" srcOrd="1" destOrd="0" presId="urn:microsoft.com/office/officeart/2008/layout/NameandTitleOrganizationalChart"/>
    <dgm:cxn modelId="{6DACBDDB-7E48-0642-BD84-259BDAB0C71B}" type="presParOf" srcId="{1E2DE9CE-0DF2-479D-8B03-3CA1FAD05473}" destId="{835F83A9-0C2A-4579-B679-A2BD56283B54}" srcOrd="2" destOrd="0" presId="urn:microsoft.com/office/officeart/2008/layout/NameandTitleOrganizationalChart"/>
    <dgm:cxn modelId="{E40CD450-9394-F043-8498-C74EC44319FA}" type="presParOf" srcId="{AEE18A62-50CF-4BA2-85AF-D0B0824238A0}" destId="{43707921-40B4-4FE9-9BE9-06727FF8F134}" srcOrd="8" destOrd="0" presId="urn:microsoft.com/office/officeart/2008/layout/NameandTitleOrganizationalChart"/>
    <dgm:cxn modelId="{EA19CAC5-CC4D-D94E-92C0-DCEDB7C4C730}" type="presParOf" srcId="{AEE18A62-50CF-4BA2-85AF-D0B0824238A0}" destId="{188CDB90-E36B-443B-95B2-E7A141FB9426}" srcOrd="9" destOrd="0" presId="urn:microsoft.com/office/officeart/2008/layout/NameandTitleOrganizationalChart"/>
    <dgm:cxn modelId="{126B7D0F-D68A-A34E-B3CE-A4AFC8EB1140}" type="presParOf" srcId="{188CDB90-E36B-443B-95B2-E7A141FB9426}" destId="{E7C19788-5DF7-4EA7-8DF1-12904E801703}" srcOrd="0" destOrd="0" presId="urn:microsoft.com/office/officeart/2008/layout/NameandTitleOrganizationalChart"/>
    <dgm:cxn modelId="{41AECBF7-A5C0-CA4A-90B5-925E2B139403}" type="presParOf" srcId="{E7C19788-5DF7-4EA7-8DF1-12904E801703}" destId="{759248FB-BE17-46C5-96E8-389EFA5F47C3}" srcOrd="0" destOrd="0" presId="urn:microsoft.com/office/officeart/2008/layout/NameandTitleOrganizationalChart"/>
    <dgm:cxn modelId="{610969B6-8E8E-1D40-A171-12518F569FE9}" type="presParOf" srcId="{E7C19788-5DF7-4EA7-8DF1-12904E801703}" destId="{E36AC129-CCB7-48F2-90FE-2C69834C51A2}" srcOrd="1" destOrd="0" presId="urn:microsoft.com/office/officeart/2008/layout/NameandTitleOrganizationalChart"/>
    <dgm:cxn modelId="{275E4B87-2BBC-ED4F-A8BA-E16EF0F4ABC7}" type="presParOf" srcId="{E7C19788-5DF7-4EA7-8DF1-12904E801703}" destId="{52B40C85-6A48-408E-B825-D12CE724E112}" srcOrd="2" destOrd="0" presId="urn:microsoft.com/office/officeart/2008/layout/NameandTitleOrganizationalChart"/>
    <dgm:cxn modelId="{AF34E744-059A-834C-AA50-5A310620B36A}" type="presParOf" srcId="{188CDB90-E36B-443B-95B2-E7A141FB9426}" destId="{2E9A08CB-2A2E-485E-96E5-059EBE6CEB39}" srcOrd="1" destOrd="0" presId="urn:microsoft.com/office/officeart/2008/layout/NameandTitleOrganizationalChart"/>
    <dgm:cxn modelId="{53DF24EB-F0DA-C444-BCC4-1C593EC0AB75}" type="presParOf" srcId="{188CDB90-E36B-443B-95B2-E7A141FB9426}" destId="{07E6E796-66B8-42C9-9BD8-C21596C054F9}" srcOrd="2" destOrd="0" presId="urn:microsoft.com/office/officeart/2008/layout/NameandTitleOrganizationalChart"/>
    <dgm:cxn modelId="{7B8635EE-E3A8-374D-8A56-7ECF631F382E}" type="presParOf" srcId="{07FA09A2-C107-4D30-94BF-15FDFBD9D5B7}" destId="{AC1101FD-11E4-4281-AF10-8C0DC1892384}" srcOrd="2" destOrd="0" presId="urn:microsoft.com/office/officeart/2008/layout/NameandTitleOrganizational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31A538-5F73-4920-B87C-EA547E7434A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s-MX"/>
        </a:p>
      </dgm:t>
    </dgm:pt>
    <dgm:pt modelId="{855A1A0B-DD16-409B-80B4-D7B0083BCB36}">
      <dgm:prSet phldrT="[Text]" custT="1"/>
      <dgm:spPr/>
      <dgm:t>
        <a:bodyPr/>
        <a:lstStyle/>
        <a:p>
          <a:r>
            <a:rPr lang="es-MX" sz="1600" dirty="0"/>
            <a:t>Empresa </a:t>
          </a:r>
          <a:r>
            <a:rPr lang="es-MX" sz="1100" dirty="0"/>
            <a:t>(LFT 117)</a:t>
          </a:r>
          <a:r>
            <a:rPr lang="es-MX" sz="1600" dirty="0"/>
            <a:t> </a:t>
          </a:r>
        </a:p>
      </dgm:t>
    </dgm:pt>
    <dgm:pt modelId="{B01479EE-0E70-4561-AA30-0ED9B13EC8B2}" type="parTrans" cxnId="{A2356C26-DE34-4028-A730-BE86092C8838}">
      <dgm:prSet/>
      <dgm:spPr/>
      <dgm:t>
        <a:bodyPr/>
        <a:lstStyle/>
        <a:p>
          <a:endParaRPr lang="es-MX"/>
        </a:p>
      </dgm:t>
    </dgm:pt>
    <dgm:pt modelId="{CD983E8F-B08B-4636-BFC1-BAE7676069F6}" type="sibTrans" cxnId="{A2356C26-DE34-4028-A730-BE86092C8838}">
      <dgm:prSet/>
      <dgm:spPr>
        <a:solidFill>
          <a:srgbClr val="92D050"/>
        </a:solidFill>
      </dgm:spPr>
      <dgm:t>
        <a:bodyPr/>
        <a:lstStyle/>
        <a:p>
          <a:endParaRPr lang="es-MX" dirty="0"/>
        </a:p>
      </dgm:t>
    </dgm:pt>
    <dgm:pt modelId="{A6693230-7C50-46E6-8CC1-E9DDAB0216A7}">
      <dgm:prSet phldrT="[Text]"/>
      <dgm:spPr/>
      <dgm:t>
        <a:bodyPr/>
        <a:lstStyle/>
        <a:p>
          <a:r>
            <a:rPr lang="es-MX" dirty="0"/>
            <a:t>Los trabajadores participarán en las utilidades de las </a:t>
          </a:r>
          <a:r>
            <a:rPr lang="es-MX" dirty="0">
              <a:solidFill>
                <a:schemeClr val="accent6"/>
              </a:solidFill>
            </a:rPr>
            <a:t>empresas</a:t>
          </a:r>
          <a:r>
            <a:rPr lang="es-MX" dirty="0"/>
            <a:t>, de conformidad con el porcentaje que determine la Comisión Nacional para la Participación de los Trabajadores en las Utilidades de las Empresas.</a:t>
          </a:r>
        </a:p>
      </dgm:t>
    </dgm:pt>
    <dgm:pt modelId="{41BA93DA-356C-4DEB-A27A-9CF535F0B27E}" type="parTrans" cxnId="{B05BE3DB-45BF-4864-A8B0-7372D54EF128}">
      <dgm:prSet/>
      <dgm:spPr/>
      <dgm:t>
        <a:bodyPr/>
        <a:lstStyle/>
        <a:p>
          <a:endParaRPr lang="es-MX"/>
        </a:p>
      </dgm:t>
    </dgm:pt>
    <dgm:pt modelId="{FD6557EA-C3EE-40BE-8526-CB97FC980DB3}" type="sibTrans" cxnId="{B05BE3DB-45BF-4864-A8B0-7372D54EF128}">
      <dgm:prSet/>
      <dgm:spPr/>
      <dgm:t>
        <a:bodyPr/>
        <a:lstStyle/>
        <a:p>
          <a:endParaRPr lang="es-MX"/>
        </a:p>
      </dgm:t>
    </dgm:pt>
    <dgm:pt modelId="{62EA2EE8-3DB2-4997-9F2A-239943735E56}">
      <dgm:prSet phldrT="[Text]" custT="1"/>
      <dgm:spPr/>
      <dgm:t>
        <a:bodyPr/>
        <a:lstStyle/>
        <a:p>
          <a:r>
            <a:rPr lang="es-MX" sz="1600" dirty="0"/>
            <a:t>Unidad Económica </a:t>
          </a:r>
          <a:r>
            <a:rPr lang="es-MX" sz="1100" dirty="0"/>
            <a:t>(LFT 16)</a:t>
          </a:r>
          <a:endParaRPr lang="es-MX" sz="1600" dirty="0"/>
        </a:p>
      </dgm:t>
    </dgm:pt>
    <dgm:pt modelId="{510D1381-9F6F-4239-9F1F-D8C6B6DBA544}" type="parTrans" cxnId="{378F7CE3-A861-44D3-9F97-D69D848BDEEA}">
      <dgm:prSet/>
      <dgm:spPr/>
      <dgm:t>
        <a:bodyPr/>
        <a:lstStyle/>
        <a:p>
          <a:endParaRPr lang="es-MX"/>
        </a:p>
      </dgm:t>
    </dgm:pt>
    <dgm:pt modelId="{CA61EB34-39ED-4321-A448-3216B2F07D1F}" type="sibTrans" cxnId="{378F7CE3-A861-44D3-9F97-D69D848BDEEA}">
      <dgm:prSet/>
      <dgm:spPr>
        <a:solidFill>
          <a:srgbClr val="92D050"/>
        </a:solidFill>
      </dgm:spPr>
      <dgm:t>
        <a:bodyPr/>
        <a:lstStyle/>
        <a:p>
          <a:endParaRPr lang="es-MX"/>
        </a:p>
      </dgm:t>
    </dgm:pt>
    <dgm:pt modelId="{4FCDB2F9-5F3D-4BD9-A60F-3ED92E05EE24}">
      <dgm:prSet phldrT="[Text]"/>
      <dgm:spPr/>
      <dgm:t>
        <a:bodyPr/>
        <a:lstStyle/>
        <a:p>
          <a:pPr>
            <a:buFontTx/>
            <a:buNone/>
          </a:pPr>
          <a:r>
            <a:rPr lang="es-MX" dirty="0"/>
            <a:t>Para los efectos de las normas de trabajo, </a:t>
          </a:r>
          <a:r>
            <a:rPr lang="es-MX" dirty="0">
              <a:solidFill>
                <a:schemeClr val="accent6"/>
              </a:solidFill>
            </a:rPr>
            <a:t>se entiende por empresa la unidad económica</a:t>
          </a:r>
          <a:r>
            <a:rPr lang="es-MX" dirty="0"/>
            <a:t> de producción o distribución de bienes o servicios y por establecimiento la unidad técnica que como sucursal, agencia u otra forma semejante, sea parte integrante y contribuya a la realización de los fines de la empresa</a:t>
          </a:r>
        </a:p>
      </dgm:t>
    </dgm:pt>
    <dgm:pt modelId="{A808D9C3-FA9D-4CDA-B309-E81B15FCA14B}" type="parTrans" cxnId="{8D8BF734-E182-40D1-A64F-D5EB18198C65}">
      <dgm:prSet/>
      <dgm:spPr/>
      <dgm:t>
        <a:bodyPr/>
        <a:lstStyle/>
        <a:p>
          <a:endParaRPr lang="es-MX"/>
        </a:p>
      </dgm:t>
    </dgm:pt>
    <dgm:pt modelId="{44883BD2-E117-4F3C-90CA-EAB784A4C7D6}" type="sibTrans" cxnId="{8D8BF734-E182-40D1-A64F-D5EB18198C65}">
      <dgm:prSet/>
      <dgm:spPr/>
      <dgm:t>
        <a:bodyPr/>
        <a:lstStyle/>
        <a:p>
          <a:endParaRPr lang="es-MX"/>
        </a:p>
      </dgm:t>
    </dgm:pt>
    <dgm:pt modelId="{6BDF7C49-8025-4D52-9786-F313BF05F254}">
      <dgm:prSet phldrT="[Text]" custT="1"/>
      <dgm:spPr/>
      <dgm:t>
        <a:bodyPr/>
        <a:lstStyle/>
        <a:p>
          <a:r>
            <a:rPr lang="es-MX" sz="1600" dirty="0"/>
            <a:t>Patrón Real </a:t>
          </a:r>
          <a:r>
            <a:rPr lang="es-MX" sz="1100" dirty="0"/>
            <a:t>(Tesis)</a:t>
          </a:r>
          <a:endParaRPr lang="es-MX" sz="1600" dirty="0"/>
        </a:p>
      </dgm:t>
    </dgm:pt>
    <dgm:pt modelId="{FA702F0D-A81D-4490-B812-DAF86AB11682}" type="parTrans" cxnId="{A1D595C0-0C05-4EDC-B367-0F6B72BC4D53}">
      <dgm:prSet/>
      <dgm:spPr/>
      <dgm:t>
        <a:bodyPr/>
        <a:lstStyle/>
        <a:p>
          <a:endParaRPr lang="es-MX"/>
        </a:p>
      </dgm:t>
    </dgm:pt>
    <dgm:pt modelId="{49724DBE-4F73-452F-A3E5-BD567718A0FF}" type="sibTrans" cxnId="{A1D595C0-0C05-4EDC-B367-0F6B72BC4D53}">
      <dgm:prSet/>
      <dgm:spPr/>
      <dgm:t>
        <a:bodyPr/>
        <a:lstStyle/>
        <a:p>
          <a:endParaRPr lang="es-MX"/>
        </a:p>
      </dgm:t>
    </dgm:pt>
    <dgm:pt modelId="{C039CA18-942B-47C6-BDB7-F4BA0F1F85E9}">
      <dgm:prSet phldrT="[Text]" custT="1"/>
      <dgm:spPr/>
      <dgm:t>
        <a:bodyPr/>
        <a:lstStyle/>
        <a:p>
          <a:pPr>
            <a:buFontTx/>
            <a:buNone/>
          </a:pPr>
          <a:r>
            <a:rPr lang="es-MX" sz="1400" b="1" i="1" dirty="0"/>
            <a:t>CONTRATO CIVIL DE PRESTACIÓN DE SERVICIOS PROFESIONALES. SI A TRAVÉS DE ÉL UN TERCERO SE OBLIGA A SUMINISTRAR PERSONAL A UN </a:t>
          </a:r>
          <a:r>
            <a:rPr lang="es-MX" sz="1400" b="1" i="1" dirty="0">
              <a:solidFill>
                <a:srgbClr val="92D050"/>
              </a:solidFill>
            </a:rPr>
            <a:t>PATRÓN REAL </a:t>
          </a:r>
          <a:r>
            <a:rPr lang="es-MX" sz="1400" b="1" i="1" dirty="0"/>
            <a:t>CON EL COMPROMISO DE RELEVARLO DE CUALQUIER OBLIGACIÓN LABORAL, </a:t>
          </a:r>
          <a:r>
            <a:rPr lang="es-MX" sz="1400" b="1" i="1" dirty="0">
              <a:solidFill>
                <a:srgbClr val="92D050"/>
              </a:solidFill>
            </a:rPr>
            <a:t>AMBAS EMPRESAS CONSTITUYEN LA UNIDAD ECONÓMICA </a:t>
          </a:r>
          <a:r>
            <a:rPr lang="es-MX" sz="1400" b="1" i="1" dirty="0"/>
            <a:t>A QUE SE REFIERE EL ARTÍCULO 16 DE LA LEY FEDERAL DEL TRABAJO Y, POR ENDE, LAS DOS SON RESPONSABLES DE LA RELACIÓN LABORAL PARA CON EL TRABAJADOR.</a:t>
          </a:r>
          <a:endParaRPr lang="es-MX" sz="1400" dirty="0"/>
        </a:p>
      </dgm:t>
    </dgm:pt>
    <dgm:pt modelId="{1D78F07F-FFF7-4DB2-BD13-86A0DA60AD0A}" type="parTrans" cxnId="{8F75875E-00FE-423A-A62D-7DAF503BD4D6}">
      <dgm:prSet/>
      <dgm:spPr/>
      <dgm:t>
        <a:bodyPr/>
        <a:lstStyle/>
        <a:p>
          <a:endParaRPr lang="es-MX"/>
        </a:p>
      </dgm:t>
    </dgm:pt>
    <dgm:pt modelId="{30B4A06E-3204-4DAC-8B68-721B1177C4F4}" type="sibTrans" cxnId="{8F75875E-00FE-423A-A62D-7DAF503BD4D6}">
      <dgm:prSet/>
      <dgm:spPr/>
      <dgm:t>
        <a:bodyPr/>
        <a:lstStyle/>
        <a:p>
          <a:endParaRPr lang="es-MX"/>
        </a:p>
      </dgm:t>
    </dgm:pt>
    <dgm:pt modelId="{5F5001DD-D148-4F1F-A54C-6829783D2E74}">
      <dgm:prSet custT="1"/>
      <dgm:spPr/>
      <dgm:t>
        <a:bodyPr/>
        <a:lstStyle/>
        <a:p>
          <a:pPr>
            <a:buFontTx/>
            <a:buNone/>
          </a:pPr>
          <a:r>
            <a:rPr lang="es-MX" sz="1400" b="1" i="1" dirty="0"/>
            <a:t>…</a:t>
          </a:r>
        </a:p>
      </dgm:t>
    </dgm:pt>
    <dgm:pt modelId="{92365FA1-553C-43CF-B0EB-BC607E89141E}" type="parTrans" cxnId="{62D289DF-044F-4F9A-8FE4-7E3DCD0EED48}">
      <dgm:prSet/>
      <dgm:spPr/>
      <dgm:t>
        <a:bodyPr/>
        <a:lstStyle/>
        <a:p>
          <a:endParaRPr lang="es-MX"/>
        </a:p>
      </dgm:t>
    </dgm:pt>
    <dgm:pt modelId="{BC25A615-0E87-4230-871B-4DD6CEAD5535}" type="sibTrans" cxnId="{62D289DF-044F-4F9A-8FE4-7E3DCD0EED48}">
      <dgm:prSet/>
      <dgm:spPr/>
      <dgm:t>
        <a:bodyPr/>
        <a:lstStyle/>
        <a:p>
          <a:endParaRPr lang="es-MX"/>
        </a:p>
      </dgm:t>
    </dgm:pt>
    <dgm:pt modelId="{08391589-A485-4443-915E-6E83DCCD909C}">
      <dgm:prSet/>
      <dgm:spPr/>
      <dgm:t>
        <a:bodyPr/>
        <a:lstStyle/>
        <a:p>
          <a:endParaRPr lang="es-MX" sz="1200" b="1" i="1" dirty="0"/>
        </a:p>
      </dgm:t>
    </dgm:pt>
    <dgm:pt modelId="{5D5E609A-FDF3-41EF-BCF7-97A86944ADE4}" type="parTrans" cxnId="{C4760764-17B9-4E99-88C0-D6EBD6EB8285}">
      <dgm:prSet/>
      <dgm:spPr/>
      <dgm:t>
        <a:bodyPr/>
        <a:lstStyle/>
        <a:p>
          <a:endParaRPr lang="es-MX"/>
        </a:p>
      </dgm:t>
    </dgm:pt>
    <dgm:pt modelId="{C1E8F590-01F4-46B3-9DC2-D34FC42EA9C2}" type="sibTrans" cxnId="{C4760764-17B9-4E99-88C0-D6EBD6EB8285}">
      <dgm:prSet/>
      <dgm:spPr/>
      <dgm:t>
        <a:bodyPr/>
        <a:lstStyle/>
        <a:p>
          <a:endParaRPr lang="es-MX"/>
        </a:p>
      </dgm:t>
    </dgm:pt>
    <dgm:pt modelId="{8688F385-9063-4A2B-A579-AD368842BC53}">
      <dgm:prSet custT="1"/>
      <dgm:spPr/>
      <dgm:t>
        <a:bodyPr/>
        <a:lstStyle/>
        <a:p>
          <a:pPr>
            <a:buFontTx/>
            <a:buNone/>
          </a:pPr>
          <a:r>
            <a:rPr lang="es-MX" sz="800" i="1" dirty="0"/>
            <a:t>TERCER TRIBUNAL COLEGIADO EN MATERIA DE TRABAJO DEL PRIMER CIRCUITO.</a:t>
          </a:r>
        </a:p>
      </dgm:t>
    </dgm:pt>
    <dgm:pt modelId="{0CEEED86-F001-451C-96CB-692C9AD91749}" type="parTrans" cxnId="{5F81F9F3-412C-4CD6-A2D0-AF44CEC47AA5}">
      <dgm:prSet/>
      <dgm:spPr/>
      <dgm:t>
        <a:bodyPr/>
        <a:lstStyle/>
        <a:p>
          <a:endParaRPr lang="es-MX"/>
        </a:p>
      </dgm:t>
    </dgm:pt>
    <dgm:pt modelId="{246C9B3F-15DE-445A-A385-C203E7F3306E}" type="sibTrans" cxnId="{5F81F9F3-412C-4CD6-A2D0-AF44CEC47AA5}">
      <dgm:prSet/>
      <dgm:spPr/>
      <dgm:t>
        <a:bodyPr/>
        <a:lstStyle/>
        <a:p>
          <a:endParaRPr lang="es-MX"/>
        </a:p>
      </dgm:t>
    </dgm:pt>
    <dgm:pt modelId="{ADC8A833-56B1-4E3C-8DD8-5901DBEB97B0}">
      <dgm:prSet custT="1"/>
      <dgm:spPr/>
      <dgm:t>
        <a:bodyPr/>
        <a:lstStyle/>
        <a:p>
          <a:pPr>
            <a:buFontTx/>
            <a:buNone/>
          </a:pPr>
          <a:r>
            <a:rPr lang="es-MX" sz="800" i="1" dirty="0"/>
            <a:t>Semanario Judicial de la Federación y su Gaceta.</a:t>
          </a:r>
        </a:p>
      </dgm:t>
    </dgm:pt>
    <dgm:pt modelId="{48BC3C9E-D5F9-49EE-8EC4-C812B0B21CA2}" type="parTrans" cxnId="{3CC463D0-6635-4FDD-8988-CCCA767242D9}">
      <dgm:prSet/>
      <dgm:spPr/>
      <dgm:t>
        <a:bodyPr/>
        <a:lstStyle/>
        <a:p>
          <a:endParaRPr lang="es-MX"/>
        </a:p>
      </dgm:t>
    </dgm:pt>
    <dgm:pt modelId="{3C041208-A0AF-4FAB-9B28-578056C8B45A}" type="sibTrans" cxnId="{3CC463D0-6635-4FDD-8988-CCCA767242D9}">
      <dgm:prSet/>
      <dgm:spPr/>
      <dgm:t>
        <a:bodyPr/>
        <a:lstStyle/>
        <a:p>
          <a:endParaRPr lang="es-MX"/>
        </a:p>
      </dgm:t>
    </dgm:pt>
    <dgm:pt modelId="{C8177703-AD40-4274-A2F8-6B14D297BF7C}">
      <dgm:prSet custT="1"/>
      <dgm:spPr/>
      <dgm:t>
        <a:bodyPr/>
        <a:lstStyle/>
        <a:p>
          <a:pPr>
            <a:buFontTx/>
            <a:buNone/>
          </a:pPr>
          <a:r>
            <a:rPr lang="pt-BR" sz="800" i="1" dirty="0"/>
            <a:t>Décima Época. Libro V. Tomo 3. Tesis I.3o.T.</a:t>
          </a:r>
        </a:p>
      </dgm:t>
    </dgm:pt>
    <dgm:pt modelId="{5A9ECC20-13E3-4DE1-AAD4-CDFB0685B755}" type="parTrans" cxnId="{58B17F1A-374D-47EB-A55B-35034A63E5B1}">
      <dgm:prSet/>
      <dgm:spPr/>
      <dgm:t>
        <a:bodyPr/>
        <a:lstStyle/>
        <a:p>
          <a:endParaRPr lang="es-MX"/>
        </a:p>
      </dgm:t>
    </dgm:pt>
    <dgm:pt modelId="{B6D11240-F120-4F1F-9BB8-839B014E009D}" type="sibTrans" cxnId="{58B17F1A-374D-47EB-A55B-35034A63E5B1}">
      <dgm:prSet/>
      <dgm:spPr/>
      <dgm:t>
        <a:bodyPr/>
        <a:lstStyle/>
        <a:p>
          <a:endParaRPr lang="es-MX"/>
        </a:p>
      </dgm:t>
    </dgm:pt>
    <dgm:pt modelId="{F82662AB-178B-417F-8997-92F4CD42E358}">
      <dgm:prSet custT="1"/>
      <dgm:spPr/>
      <dgm:t>
        <a:bodyPr/>
        <a:lstStyle/>
        <a:p>
          <a:pPr>
            <a:buFontTx/>
            <a:buNone/>
          </a:pPr>
          <a:r>
            <a:rPr lang="es-MX" sz="800" i="1" dirty="0"/>
            <a:t>J/28 (9a.). Febrero, 2012. Pág. 1991.</a:t>
          </a:r>
          <a:endParaRPr lang="es-MX" sz="800" dirty="0"/>
        </a:p>
      </dgm:t>
    </dgm:pt>
    <dgm:pt modelId="{C209A0CD-13D7-4AF1-83B1-09BE68EA6D8D}" type="parTrans" cxnId="{3FD5C72C-C85A-4938-A9B8-BF08F5BE21DB}">
      <dgm:prSet/>
      <dgm:spPr/>
      <dgm:t>
        <a:bodyPr/>
        <a:lstStyle/>
        <a:p>
          <a:endParaRPr lang="es-MX"/>
        </a:p>
      </dgm:t>
    </dgm:pt>
    <dgm:pt modelId="{86A02150-C04B-4486-95B0-1B1847D3EEB1}" type="sibTrans" cxnId="{3FD5C72C-C85A-4938-A9B8-BF08F5BE21DB}">
      <dgm:prSet/>
      <dgm:spPr/>
      <dgm:t>
        <a:bodyPr/>
        <a:lstStyle/>
        <a:p>
          <a:endParaRPr lang="es-MX"/>
        </a:p>
      </dgm:t>
    </dgm:pt>
    <dgm:pt modelId="{096118D1-15C6-47F4-8BF2-E19FF117331A}" type="pres">
      <dgm:prSet presAssocID="{7131A538-5F73-4920-B87C-EA547E7434AA}" presName="linearFlow" presStyleCnt="0">
        <dgm:presLayoutVars>
          <dgm:dir/>
          <dgm:animLvl val="lvl"/>
          <dgm:resizeHandles val="exact"/>
        </dgm:presLayoutVars>
      </dgm:prSet>
      <dgm:spPr/>
    </dgm:pt>
    <dgm:pt modelId="{36C30E67-D7CF-4FE5-AF15-DCA27479B78D}" type="pres">
      <dgm:prSet presAssocID="{855A1A0B-DD16-409B-80B4-D7B0083BCB36}" presName="composite" presStyleCnt="0"/>
      <dgm:spPr/>
    </dgm:pt>
    <dgm:pt modelId="{BB056415-F450-4C0C-9762-0C89F52BA080}" type="pres">
      <dgm:prSet presAssocID="{855A1A0B-DD16-409B-80B4-D7B0083BCB36}" presName="parTx" presStyleLbl="node1" presStyleIdx="0" presStyleCnt="3">
        <dgm:presLayoutVars>
          <dgm:chMax val="0"/>
          <dgm:chPref val="0"/>
          <dgm:bulletEnabled val="1"/>
        </dgm:presLayoutVars>
      </dgm:prSet>
      <dgm:spPr/>
    </dgm:pt>
    <dgm:pt modelId="{5630556C-D67C-40E4-8142-EAD303A351AB}" type="pres">
      <dgm:prSet presAssocID="{855A1A0B-DD16-409B-80B4-D7B0083BCB36}" presName="parSh" presStyleLbl="node1" presStyleIdx="0" presStyleCnt="3"/>
      <dgm:spPr/>
    </dgm:pt>
    <dgm:pt modelId="{B022450B-4BEF-4E4F-BCE1-D14D86F40045}" type="pres">
      <dgm:prSet presAssocID="{855A1A0B-DD16-409B-80B4-D7B0083BCB36}" presName="desTx" presStyleLbl="fgAcc1" presStyleIdx="0" presStyleCnt="3">
        <dgm:presLayoutVars>
          <dgm:bulletEnabled val="1"/>
        </dgm:presLayoutVars>
      </dgm:prSet>
      <dgm:spPr/>
    </dgm:pt>
    <dgm:pt modelId="{C50E83B3-9203-4B7F-8938-B0C8515DED00}" type="pres">
      <dgm:prSet presAssocID="{CD983E8F-B08B-4636-BFC1-BAE7676069F6}" presName="sibTrans" presStyleLbl="sibTrans2D1" presStyleIdx="0" presStyleCnt="2"/>
      <dgm:spPr/>
    </dgm:pt>
    <dgm:pt modelId="{15BC0A84-4DFF-464E-A171-757D6DBA47FB}" type="pres">
      <dgm:prSet presAssocID="{CD983E8F-B08B-4636-BFC1-BAE7676069F6}" presName="connTx" presStyleLbl="sibTrans2D1" presStyleIdx="0" presStyleCnt="2"/>
      <dgm:spPr/>
    </dgm:pt>
    <dgm:pt modelId="{FEC6A703-19E3-43B5-A611-C5466B9C9315}" type="pres">
      <dgm:prSet presAssocID="{62EA2EE8-3DB2-4997-9F2A-239943735E56}" presName="composite" presStyleCnt="0"/>
      <dgm:spPr/>
    </dgm:pt>
    <dgm:pt modelId="{EB147563-6AF2-4160-A9EF-B749AF0F04A6}" type="pres">
      <dgm:prSet presAssocID="{62EA2EE8-3DB2-4997-9F2A-239943735E56}" presName="parTx" presStyleLbl="node1" presStyleIdx="0" presStyleCnt="3">
        <dgm:presLayoutVars>
          <dgm:chMax val="0"/>
          <dgm:chPref val="0"/>
          <dgm:bulletEnabled val="1"/>
        </dgm:presLayoutVars>
      </dgm:prSet>
      <dgm:spPr/>
    </dgm:pt>
    <dgm:pt modelId="{64C0978C-E45D-4940-A6A7-274E5D37C9AD}" type="pres">
      <dgm:prSet presAssocID="{62EA2EE8-3DB2-4997-9F2A-239943735E56}" presName="parSh" presStyleLbl="node1" presStyleIdx="1" presStyleCnt="3"/>
      <dgm:spPr/>
    </dgm:pt>
    <dgm:pt modelId="{2EE1A205-FEA1-4CC6-AAAC-BF82B2EEE03E}" type="pres">
      <dgm:prSet presAssocID="{62EA2EE8-3DB2-4997-9F2A-239943735E56}" presName="desTx" presStyleLbl="fgAcc1" presStyleIdx="1" presStyleCnt="3">
        <dgm:presLayoutVars>
          <dgm:bulletEnabled val="1"/>
        </dgm:presLayoutVars>
      </dgm:prSet>
      <dgm:spPr/>
    </dgm:pt>
    <dgm:pt modelId="{2C6C2300-A893-49E1-9887-434F5A4446BC}" type="pres">
      <dgm:prSet presAssocID="{CA61EB34-39ED-4321-A448-3216B2F07D1F}" presName="sibTrans" presStyleLbl="sibTrans2D1" presStyleIdx="1" presStyleCnt="2"/>
      <dgm:spPr/>
    </dgm:pt>
    <dgm:pt modelId="{AAF87DA5-5186-4F7B-960A-BAA6B6CD089F}" type="pres">
      <dgm:prSet presAssocID="{CA61EB34-39ED-4321-A448-3216B2F07D1F}" presName="connTx" presStyleLbl="sibTrans2D1" presStyleIdx="1" presStyleCnt="2"/>
      <dgm:spPr/>
    </dgm:pt>
    <dgm:pt modelId="{DEE51295-A253-480A-8B56-67871F3F8FED}" type="pres">
      <dgm:prSet presAssocID="{6BDF7C49-8025-4D52-9786-F313BF05F254}" presName="composite" presStyleCnt="0"/>
      <dgm:spPr/>
    </dgm:pt>
    <dgm:pt modelId="{62B62DCC-E8A5-4E82-B869-064CA7FBC9B1}" type="pres">
      <dgm:prSet presAssocID="{6BDF7C49-8025-4D52-9786-F313BF05F254}" presName="parTx" presStyleLbl="node1" presStyleIdx="1" presStyleCnt="3">
        <dgm:presLayoutVars>
          <dgm:chMax val="0"/>
          <dgm:chPref val="0"/>
          <dgm:bulletEnabled val="1"/>
        </dgm:presLayoutVars>
      </dgm:prSet>
      <dgm:spPr/>
    </dgm:pt>
    <dgm:pt modelId="{C3E215AC-E710-4780-9D12-A2C87307EF32}" type="pres">
      <dgm:prSet presAssocID="{6BDF7C49-8025-4D52-9786-F313BF05F254}" presName="parSh" presStyleLbl="node1" presStyleIdx="2" presStyleCnt="3"/>
      <dgm:spPr/>
    </dgm:pt>
    <dgm:pt modelId="{2B87E828-7B06-45FE-A3D8-BFD0F50D938D}" type="pres">
      <dgm:prSet presAssocID="{6BDF7C49-8025-4D52-9786-F313BF05F254}" presName="desTx" presStyleLbl="fgAcc1" presStyleIdx="2" presStyleCnt="3">
        <dgm:presLayoutVars>
          <dgm:bulletEnabled val="1"/>
        </dgm:presLayoutVars>
      </dgm:prSet>
      <dgm:spPr/>
    </dgm:pt>
  </dgm:ptLst>
  <dgm:cxnLst>
    <dgm:cxn modelId="{3A3F2306-2582-442B-AA74-92F0F448A21A}" type="presOf" srcId="{8688F385-9063-4A2B-A579-AD368842BC53}" destId="{2B87E828-7B06-45FE-A3D8-BFD0F50D938D}" srcOrd="0" destOrd="3" presId="urn:microsoft.com/office/officeart/2005/8/layout/process3"/>
    <dgm:cxn modelId="{2E358409-191A-4D69-8023-68DFDD5A7047}" type="presOf" srcId="{CD983E8F-B08B-4636-BFC1-BAE7676069F6}" destId="{15BC0A84-4DFF-464E-A171-757D6DBA47FB}" srcOrd="1" destOrd="0" presId="urn:microsoft.com/office/officeart/2005/8/layout/process3"/>
    <dgm:cxn modelId="{58B17F1A-374D-47EB-A55B-35034A63E5B1}" srcId="{6BDF7C49-8025-4D52-9786-F313BF05F254}" destId="{C8177703-AD40-4274-A2F8-6B14D297BF7C}" srcOrd="5" destOrd="0" parTransId="{5A9ECC20-13E3-4DE1-AAD4-CDFB0685B755}" sibTransId="{B6D11240-F120-4F1F-9BB8-839B014E009D}"/>
    <dgm:cxn modelId="{FF72C41E-9B6C-492D-956A-E7199AB602AE}" type="presOf" srcId="{62EA2EE8-3DB2-4997-9F2A-239943735E56}" destId="{EB147563-6AF2-4160-A9EF-B749AF0F04A6}" srcOrd="0" destOrd="0" presId="urn:microsoft.com/office/officeart/2005/8/layout/process3"/>
    <dgm:cxn modelId="{A2356C26-DE34-4028-A730-BE86092C8838}" srcId="{7131A538-5F73-4920-B87C-EA547E7434AA}" destId="{855A1A0B-DD16-409B-80B4-D7B0083BCB36}" srcOrd="0" destOrd="0" parTransId="{B01479EE-0E70-4561-AA30-0ED9B13EC8B2}" sibTransId="{CD983E8F-B08B-4636-BFC1-BAE7676069F6}"/>
    <dgm:cxn modelId="{8E76812B-69AC-4145-ABD8-1E3FCDE183B1}" type="presOf" srcId="{08391589-A485-4443-915E-6E83DCCD909C}" destId="{2B87E828-7B06-45FE-A3D8-BFD0F50D938D}" srcOrd="0" destOrd="2" presId="urn:microsoft.com/office/officeart/2005/8/layout/process3"/>
    <dgm:cxn modelId="{3FD5C72C-C85A-4938-A9B8-BF08F5BE21DB}" srcId="{6BDF7C49-8025-4D52-9786-F313BF05F254}" destId="{F82662AB-178B-417F-8997-92F4CD42E358}" srcOrd="6" destOrd="0" parTransId="{C209A0CD-13D7-4AF1-83B1-09BE68EA6D8D}" sibTransId="{86A02150-C04B-4486-95B0-1B1847D3EEB1}"/>
    <dgm:cxn modelId="{8D8BF734-E182-40D1-A64F-D5EB18198C65}" srcId="{62EA2EE8-3DB2-4997-9F2A-239943735E56}" destId="{4FCDB2F9-5F3D-4BD9-A60F-3ED92E05EE24}" srcOrd="0" destOrd="0" parTransId="{A808D9C3-FA9D-4CDA-B309-E81B15FCA14B}" sibTransId="{44883BD2-E117-4F3C-90CA-EAB784A4C7D6}"/>
    <dgm:cxn modelId="{8F75875E-00FE-423A-A62D-7DAF503BD4D6}" srcId="{6BDF7C49-8025-4D52-9786-F313BF05F254}" destId="{C039CA18-942B-47C6-BDB7-F4BA0F1F85E9}" srcOrd="0" destOrd="0" parTransId="{1D78F07F-FFF7-4DB2-BD13-86A0DA60AD0A}" sibTransId="{30B4A06E-3204-4DAC-8B68-721B1177C4F4}"/>
    <dgm:cxn modelId="{C4760764-17B9-4E99-88C0-D6EBD6EB8285}" srcId="{6BDF7C49-8025-4D52-9786-F313BF05F254}" destId="{08391589-A485-4443-915E-6E83DCCD909C}" srcOrd="2" destOrd="0" parTransId="{5D5E609A-FDF3-41EF-BCF7-97A86944ADE4}" sibTransId="{C1E8F590-01F4-46B3-9DC2-D34FC42EA9C2}"/>
    <dgm:cxn modelId="{A6C01B72-6552-4588-8B40-E2AC6135645F}" type="presOf" srcId="{C039CA18-942B-47C6-BDB7-F4BA0F1F85E9}" destId="{2B87E828-7B06-45FE-A3D8-BFD0F50D938D}" srcOrd="0" destOrd="0" presId="urn:microsoft.com/office/officeart/2005/8/layout/process3"/>
    <dgm:cxn modelId="{3BB4A977-5123-4E97-B714-884EA04E004E}" type="presOf" srcId="{4FCDB2F9-5F3D-4BD9-A60F-3ED92E05EE24}" destId="{2EE1A205-FEA1-4CC6-AAAC-BF82B2EEE03E}" srcOrd="0" destOrd="0" presId="urn:microsoft.com/office/officeart/2005/8/layout/process3"/>
    <dgm:cxn modelId="{D737BB8D-0414-434D-A434-D46174A15BD8}" type="presOf" srcId="{5F5001DD-D148-4F1F-A54C-6829783D2E74}" destId="{2B87E828-7B06-45FE-A3D8-BFD0F50D938D}" srcOrd="0" destOrd="1" presId="urn:microsoft.com/office/officeart/2005/8/layout/process3"/>
    <dgm:cxn modelId="{711B8697-DBFA-4776-8037-1256D7F6C276}" type="presOf" srcId="{CA61EB34-39ED-4321-A448-3216B2F07D1F}" destId="{AAF87DA5-5186-4F7B-960A-BAA6B6CD089F}" srcOrd="1" destOrd="0" presId="urn:microsoft.com/office/officeart/2005/8/layout/process3"/>
    <dgm:cxn modelId="{020AAB9F-30FC-48AB-A480-E302FF19ACB2}" type="presOf" srcId="{CD983E8F-B08B-4636-BFC1-BAE7676069F6}" destId="{C50E83B3-9203-4B7F-8938-B0C8515DED00}" srcOrd="0" destOrd="0" presId="urn:microsoft.com/office/officeart/2005/8/layout/process3"/>
    <dgm:cxn modelId="{211DDFA0-94E5-4F7D-8320-C030F7EA0BB7}" type="presOf" srcId="{62EA2EE8-3DB2-4997-9F2A-239943735E56}" destId="{64C0978C-E45D-4940-A6A7-274E5D37C9AD}" srcOrd="1" destOrd="0" presId="urn:microsoft.com/office/officeart/2005/8/layout/process3"/>
    <dgm:cxn modelId="{EE499AAC-FB99-4E72-AA78-880BCEB8F2FE}" type="presOf" srcId="{F82662AB-178B-417F-8997-92F4CD42E358}" destId="{2B87E828-7B06-45FE-A3D8-BFD0F50D938D}" srcOrd="0" destOrd="6" presId="urn:microsoft.com/office/officeart/2005/8/layout/process3"/>
    <dgm:cxn modelId="{A1D595C0-0C05-4EDC-B367-0F6B72BC4D53}" srcId="{7131A538-5F73-4920-B87C-EA547E7434AA}" destId="{6BDF7C49-8025-4D52-9786-F313BF05F254}" srcOrd="2" destOrd="0" parTransId="{FA702F0D-A81D-4490-B812-DAF86AB11682}" sibTransId="{49724DBE-4F73-452F-A3E5-BD567718A0FF}"/>
    <dgm:cxn modelId="{3CC463D0-6635-4FDD-8988-CCCA767242D9}" srcId="{6BDF7C49-8025-4D52-9786-F313BF05F254}" destId="{ADC8A833-56B1-4E3C-8DD8-5901DBEB97B0}" srcOrd="4" destOrd="0" parTransId="{48BC3C9E-D5F9-49EE-8EC4-C812B0B21CA2}" sibTransId="{3C041208-A0AF-4FAB-9B28-578056C8B45A}"/>
    <dgm:cxn modelId="{9D1D65D5-B91D-496F-BA76-57182EDB9812}" type="presOf" srcId="{ADC8A833-56B1-4E3C-8DD8-5901DBEB97B0}" destId="{2B87E828-7B06-45FE-A3D8-BFD0F50D938D}" srcOrd="0" destOrd="4" presId="urn:microsoft.com/office/officeart/2005/8/layout/process3"/>
    <dgm:cxn modelId="{F836A4D5-572A-4A61-960C-FA0C0A77CFEB}" type="presOf" srcId="{6BDF7C49-8025-4D52-9786-F313BF05F254}" destId="{C3E215AC-E710-4780-9D12-A2C87307EF32}" srcOrd="1" destOrd="0" presId="urn:microsoft.com/office/officeart/2005/8/layout/process3"/>
    <dgm:cxn modelId="{7EA27AD9-17AC-44A4-9EF3-A3E746A8321F}" type="presOf" srcId="{CA61EB34-39ED-4321-A448-3216B2F07D1F}" destId="{2C6C2300-A893-49E1-9887-434F5A4446BC}" srcOrd="0" destOrd="0" presId="urn:microsoft.com/office/officeart/2005/8/layout/process3"/>
    <dgm:cxn modelId="{0EB1CCDA-6BAF-4F38-B8FD-6DD1776BB301}" type="presOf" srcId="{7131A538-5F73-4920-B87C-EA547E7434AA}" destId="{096118D1-15C6-47F4-8BF2-E19FF117331A}" srcOrd="0" destOrd="0" presId="urn:microsoft.com/office/officeart/2005/8/layout/process3"/>
    <dgm:cxn modelId="{9173EBDA-7D33-43AC-A757-14338448D39C}" type="presOf" srcId="{855A1A0B-DD16-409B-80B4-D7B0083BCB36}" destId="{5630556C-D67C-40E4-8142-EAD303A351AB}" srcOrd="1" destOrd="0" presId="urn:microsoft.com/office/officeart/2005/8/layout/process3"/>
    <dgm:cxn modelId="{B05BE3DB-45BF-4864-A8B0-7372D54EF128}" srcId="{855A1A0B-DD16-409B-80B4-D7B0083BCB36}" destId="{A6693230-7C50-46E6-8CC1-E9DDAB0216A7}" srcOrd="0" destOrd="0" parTransId="{41BA93DA-356C-4DEB-A27A-9CF535F0B27E}" sibTransId="{FD6557EA-C3EE-40BE-8526-CB97FC980DB3}"/>
    <dgm:cxn modelId="{044952DD-9A15-481D-8BE3-E44BC86EB392}" type="presOf" srcId="{A6693230-7C50-46E6-8CC1-E9DDAB0216A7}" destId="{B022450B-4BEF-4E4F-BCE1-D14D86F40045}" srcOrd="0" destOrd="0" presId="urn:microsoft.com/office/officeart/2005/8/layout/process3"/>
    <dgm:cxn modelId="{62D289DF-044F-4F9A-8FE4-7E3DCD0EED48}" srcId="{6BDF7C49-8025-4D52-9786-F313BF05F254}" destId="{5F5001DD-D148-4F1F-A54C-6829783D2E74}" srcOrd="1" destOrd="0" parTransId="{92365FA1-553C-43CF-B0EB-BC607E89141E}" sibTransId="{BC25A615-0E87-4230-871B-4DD6CEAD5535}"/>
    <dgm:cxn modelId="{588802E0-AAEC-4086-874C-BD89A81F8588}" type="presOf" srcId="{6BDF7C49-8025-4D52-9786-F313BF05F254}" destId="{62B62DCC-E8A5-4E82-B869-064CA7FBC9B1}" srcOrd="0" destOrd="0" presId="urn:microsoft.com/office/officeart/2005/8/layout/process3"/>
    <dgm:cxn modelId="{0CA960E2-2628-4C78-A330-42473D17E8C3}" type="presOf" srcId="{C8177703-AD40-4274-A2F8-6B14D297BF7C}" destId="{2B87E828-7B06-45FE-A3D8-BFD0F50D938D}" srcOrd="0" destOrd="5" presId="urn:microsoft.com/office/officeart/2005/8/layout/process3"/>
    <dgm:cxn modelId="{378F7CE3-A861-44D3-9F97-D69D848BDEEA}" srcId="{7131A538-5F73-4920-B87C-EA547E7434AA}" destId="{62EA2EE8-3DB2-4997-9F2A-239943735E56}" srcOrd="1" destOrd="0" parTransId="{510D1381-9F6F-4239-9F1F-D8C6B6DBA544}" sibTransId="{CA61EB34-39ED-4321-A448-3216B2F07D1F}"/>
    <dgm:cxn modelId="{5F81F9F3-412C-4CD6-A2D0-AF44CEC47AA5}" srcId="{6BDF7C49-8025-4D52-9786-F313BF05F254}" destId="{8688F385-9063-4A2B-A579-AD368842BC53}" srcOrd="3" destOrd="0" parTransId="{0CEEED86-F001-451C-96CB-692C9AD91749}" sibTransId="{246C9B3F-15DE-445A-A385-C203E7F3306E}"/>
    <dgm:cxn modelId="{FA00AFF7-B966-43A5-A7B1-59FA1C95561D}" type="presOf" srcId="{855A1A0B-DD16-409B-80B4-D7B0083BCB36}" destId="{BB056415-F450-4C0C-9762-0C89F52BA080}" srcOrd="0" destOrd="0" presId="urn:microsoft.com/office/officeart/2005/8/layout/process3"/>
    <dgm:cxn modelId="{F869089A-4739-4914-B86D-B5A759D02FD9}" type="presParOf" srcId="{096118D1-15C6-47F4-8BF2-E19FF117331A}" destId="{36C30E67-D7CF-4FE5-AF15-DCA27479B78D}" srcOrd="0" destOrd="0" presId="urn:microsoft.com/office/officeart/2005/8/layout/process3"/>
    <dgm:cxn modelId="{76F9AB74-6CD6-4E7F-85D9-4559FAA0E918}" type="presParOf" srcId="{36C30E67-D7CF-4FE5-AF15-DCA27479B78D}" destId="{BB056415-F450-4C0C-9762-0C89F52BA080}" srcOrd="0" destOrd="0" presId="urn:microsoft.com/office/officeart/2005/8/layout/process3"/>
    <dgm:cxn modelId="{971F50AE-9228-4D12-B39D-1B7292DD5BC5}" type="presParOf" srcId="{36C30E67-D7CF-4FE5-AF15-DCA27479B78D}" destId="{5630556C-D67C-40E4-8142-EAD303A351AB}" srcOrd="1" destOrd="0" presId="urn:microsoft.com/office/officeart/2005/8/layout/process3"/>
    <dgm:cxn modelId="{C0686C4C-FFCB-48B0-9613-C6B2347F1180}" type="presParOf" srcId="{36C30E67-D7CF-4FE5-AF15-DCA27479B78D}" destId="{B022450B-4BEF-4E4F-BCE1-D14D86F40045}" srcOrd="2" destOrd="0" presId="urn:microsoft.com/office/officeart/2005/8/layout/process3"/>
    <dgm:cxn modelId="{7DCA6C3C-26FB-464D-897F-7D28D8EB3DB1}" type="presParOf" srcId="{096118D1-15C6-47F4-8BF2-E19FF117331A}" destId="{C50E83B3-9203-4B7F-8938-B0C8515DED00}" srcOrd="1" destOrd="0" presId="urn:microsoft.com/office/officeart/2005/8/layout/process3"/>
    <dgm:cxn modelId="{009F63B8-900C-4F7A-BC80-58AAB80B5D10}" type="presParOf" srcId="{C50E83B3-9203-4B7F-8938-B0C8515DED00}" destId="{15BC0A84-4DFF-464E-A171-757D6DBA47FB}" srcOrd="0" destOrd="0" presId="urn:microsoft.com/office/officeart/2005/8/layout/process3"/>
    <dgm:cxn modelId="{EB65DAB8-0604-4C21-81F1-DC128174A9A8}" type="presParOf" srcId="{096118D1-15C6-47F4-8BF2-E19FF117331A}" destId="{FEC6A703-19E3-43B5-A611-C5466B9C9315}" srcOrd="2" destOrd="0" presId="urn:microsoft.com/office/officeart/2005/8/layout/process3"/>
    <dgm:cxn modelId="{927682EF-4420-4ABA-B6D7-5C434D30FEF6}" type="presParOf" srcId="{FEC6A703-19E3-43B5-A611-C5466B9C9315}" destId="{EB147563-6AF2-4160-A9EF-B749AF0F04A6}" srcOrd="0" destOrd="0" presId="urn:microsoft.com/office/officeart/2005/8/layout/process3"/>
    <dgm:cxn modelId="{23CE5718-5464-4AB2-B14B-98CD80B263EA}" type="presParOf" srcId="{FEC6A703-19E3-43B5-A611-C5466B9C9315}" destId="{64C0978C-E45D-4940-A6A7-274E5D37C9AD}" srcOrd="1" destOrd="0" presId="urn:microsoft.com/office/officeart/2005/8/layout/process3"/>
    <dgm:cxn modelId="{A613D1AA-329B-43AD-8746-666E0DAAD878}" type="presParOf" srcId="{FEC6A703-19E3-43B5-A611-C5466B9C9315}" destId="{2EE1A205-FEA1-4CC6-AAAC-BF82B2EEE03E}" srcOrd="2" destOrd="0" presId="urn:microsoft.com/office/officeart/2005/8/layout/process3"/>
    <dgm:cxn modelId="{049A3A5B-504C-4FF3-86AE-E961ECFA239D}" type="presParOf" srcId="{096118D1-15C6-47F4-8BF2-E19FF117331A}" destId="{2C6C2300-A893-49E1-9887-434F5A4446BC}" srcOrd="3" destOrd="0" presId="urn:microsoft.com/office/officeart/2005/8/layout/process3"/>
    <dgm:cxn modelId="{777275DE-E58B-4AC4-97A8-119016B37617}" type="presParOf" srcId="{2C6C2300-A893-49E1-9887-434F5A4446BC}" destId="{AAF87DA5-5186-4F7B-960A-BAA6B6CD089F}" srcOrd="0" destOrd="0" presId="urn:microsoft.com/office/officeart/2005/8/layout/process3"/>
    <dgm:cxn modelId="{2A6ADE0E-FBC5-408C-AA13-8EBBF137AC2D}" type="presParOf" srcId="{096118D1-15C6-47F4-8BF2-E19FF117331A}" destId="{DEE51295-A253-480A-8B56-67871F3F8FED}" srcOrd="4" destOrd="0" presId="urn:microsoft.com/office/officeart/2005/8/layout/process3"/>
    <dgm:cxn modelId="{848B9DB5-A515-4BC8-8FBF-A6E97274E9DC}" type="presParOf" srcId="{DEE51295-A253-480A-8B56-67871F3F8FED}" destId="{62B62DCC-E8A5-4E82-B869-064CA7FBC9B1}" srcOrd="0" destOrd="0" presId="urn:microsoft.com/office/officeart/2005/8/layout/process3"/>
    <dgm:cxn modelId="{DF760D14-E2F4-4BF9-99F4-4BC840A285EA}" type="presParOf" srcId="{DEE51295-A253-480A-8B56-67871F3F8FED}" destId="{C3E215AC-E710-4780-9D12-A2C87307EF32}" srcOrd="1" destOrd="0" presId="urn:microsoft.com/office/officeart/2005/8/layout/process3"/>
    <dgm:cxn modelId="{265A2506-ED04-4DE9-915A-1AB7FCFBE177}" type="presParOf" srcId="{DEE51295-A253-480A-8B56-67871F3F8FED}" destId="{2B87E828-7B06-45FE-A3D8-BFD0F50D938D}"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06281E0-EF63-4B30-B9A5-10CDD9260D2A}"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MX"/>
        </a:p>
      </dgm:t>
    </dgm:pt>
    <dgm:pt modelId="{5DFAC2C1-1041-4BF8-A808-969CCFF2442E}">
      <dgm:prSet phldrT="[Text]"/>
      <dgm:spPr/>
      <dgm:t>
        <a:bodyPr/>
        <a:lstStyle/>
        <a:p>
          <a:r>
            <a:rPr lang="es-MX" dirty="0"/>
            <a:t>Holding</a:t>
          </a:r>
        </a:p>
      </dgm:t>
    </dgm:pt>
    <dgm:pt modelId="{B342E6FE-47B8-4B31-946F-13C9955A979E}" type="parTrans" cxnId="{67B94DBD-7039-451F-91DE-6BC9A739B523}">
      <dgm:prSet/>
      <dgm:spPr/>
      <dgm:t>
        <a:bodyPr/>
        <a:lstStyle/>
        <a:p>
          <a:endParaRPr lang="es-MX"/>
        </a:p>
      </dgm:t>
    </dgm:pt>
    <dgm:pt modelId="{31CF7A62-1E80-4FCD-84BD-EC602B1BA02E}" type="sibTrans" cxnId="{67B94DBD-7039-451F-91DE-6BC9A739B523}">
      <dgm:prSet/>
      <dgm:spPr/>
      <dgm:t>
        <a:bodyPr/>
        <a:lstStyle/>
        <a:p>
          <a:r>
            <a:rPr lang="es-MX" dirty="0"/>
            <a:t>Sin Empleados</a:t>
          </a:r>
        </a:p>
      </dgm:t>
    </dgm:pt>
    <dgm:pt modelId="{659F0D30-7ABF-4AF8-BA24-0FF6FD57D359}">
      <dgm:prSet phldrT="[Text]"/>
      <dgm:spPr/>
      <dgm:t>
        <a:bodyPr/>
        <a:lstStyle/>
        <a:p>
          <a:r>
            <a:rPr lang="es-MX" dirty="0"/>
            <a:t>Compras</a:t>
          </a:r>
        </a:p>
      </dgm:t>
    </dgm:pt>
    <dgm:pt modelId="{5653503A-1A6D-4E04-B030-5D0CB9B0EAA1}" type="parTrans" cxnId="{1509D9F9-11B2-4EDC-8CB3-2DD655B57CFB}">
      <dgm:prSet/>
      <dgm:spPr/>
      <dgm:t>
        <a:bodyPr/>
        <a:lstStyle/>
        <a:p>
          <a:endParaRPr lang="es-MX"/>
        </a:p>
      </dgm:t>
    </dgm:pt>
    <dgm:pt modelId="{52363372-0648-4A32-9297-6F58AFBC8242}" type="sibTrans" cxnId="{1509D9F9-11B2-4EDC-8CB3-2DD655B57CFB}">
      <dgm:prSet/>
      <dgm:spPr/>
      <dgm:t>
        <a:bodyPr/>
        <a:lstStyle/>
        <a:p>
          <a:r>
            <a:rPr lang="es-MX" dirty="0"/>
            <a:t>Sin Empleados</a:t>
          </a:r>
        </a:p>
      </dgm:t>
    </dgm:pt>
    <dgm:pt modelId="{240D5FD8-674C-4535-9530-84F27CA11EFF}">
      <dgm:prSet/>
      <dgm:spPr/>
      <dgm:t>
        <a:bodyPr/>
        <a:lstStyle/>
        <a:p>
          <a:r>
            <a:rPr lang="es-MX" dirty="0"/>
            <a:t>Producción</a:t>
          </a:r>
        </a:p>
      </dgm:t>
    </dgm:pt>
    <dgm:pt modelId="{AC954CC3-31FB-44E8-A283-51B9AD097388}" type="parTrans" cxnId="{D46B789C-FF38-462C-941A-B3268AFD508F}">
      <dgm:prSet/>
      <dgm:spPr/>
      <dgm:t>
        <a:bodyPr/>
        <a:lstStyle/>
        <a:p>
          <a:endParaRPr lang="es-MX"/>
        </a:p>
      </dgm:t>
    </dgm:pt>
    <dgm:pt modelId="{45F929BD-D09C-47E8-843B-01A3F5705D78}" type="sibTrans" cxnId="{D46B789C-FF38-462C-941A-B3268AFD508F}">
      <dgm:prSet/>
      <dgm:spPr/>
      <dgm:t>
        <a:bodyPr/>
        <a:lstStyle/>
        <a:p>
          <a:r>
            <a:rPr lang="es-MX" dirty="0"/>
            <a:t> Sin Empleados</a:t>
          </a:r>
        </a:p>
      </dgm:t>
    </dgm:pt>
    <dgm:pt modelId="{00F94F61-DAFF-4C2C-8268-85FD83C331CD}">
      <dgm:prSet/>
      <dgm:spPr/>
      <dgm:t>
        <a:bodyPr/>
        <a:lstStyle/>
        <a:p>
          <a:r>
            <a:rPr lang="es-MX" dirty="0"/>
            <a:t>Comercialización</a:t>
          </a:r>
        </a:p>
      </dgm:t>
    </dgm:pt>
    <dgm:pt modelId="{D128D99B-D19D-4486-A57F-BFDDDA4557FA}" type="parTrans" cxnId="{A09E9F7E-6BDD-4976-875B-F3794F4BD458}">
      <dgm:prSet/>
      <dgm:spPr/>
      <dgm:t>
        <a:bodyPr/>
        <a:lstStyle/>
        <a:p>
          <a:endParaRPr lang="es-MX"/>
        </a:p>
      </dgm:t>
    </dgm:pt>
    <dgm:pt modelId="{782176BC-FA81-47A9-A96A-7E2349ED2B13}" type="sibTrans" cxnId="{A09E9F7E-6BDD-4976-875B-F3794F4BD458}">
      <dgm:prSet/>
      <dgm:spPr/>
      <dgm:t>
        <a:bodyPr/>
        <a:lstStyle/>
        <a:p>
          <a:r>
            <a:rPr lang="es-MX" dirty="0"/>
            <a:t>Sin Empleados</a:t>
          </a:r>
        </a:p>
      </dgm:t>
    </dgm:pt>
    <dgm:pt modelId="{B385AAFB-AD98-4068-A689-CD11E0D74E22}">
      <dgm:prSet/>
      <dgm:spPr/>
      <dgm:t>
        <a:bodyPr/>
        <a:lstStyle/>
        <a:p>
          <a:r>
            <a:rPr lang="es-MX" dirty="0"/>
            <a:t>Tesorería</a:t>
          </a:r>
        </a:p>
      </dgm:t>
    </dgm:pt>
    <dgm:pt modelId="{9E001AF7-24B9-431D-B5AB-43333BB27403}" type="parTrans" cxnId="{8796593D-1692-4AA3-8C7B-0C0CE0C821F0}">
      <dgm:prSet/>
      <dgm:spPr/>
      <dgm:t>
        <a:bodyPr/>
        <a:lstStyle/>
        <a:p>
          <a:endParaRPr lang="es-MX"/>
        </a:p>
      </dgm:t>
    </dgm:pt>
    <dgm:pt modelId="{E6C49440-0658-4C79-AD6B-7B5C84E6C168}" type="sibTrans" cxnId="{8796593D-1692-4AA3-8C7B-0C0CE0C821F0}">
      <dgm:prSet/>
      <dgm:spPr/>
      <dgm:t>
        <a:bodyPr/>
        <a:lstStyle/>
        <a:p>
          <a:r>
            <a:rPr lang="es-MX" dirty="0"/>
            <a:t>Sin Empleados</a:t>
          </a:r>
        </a:p>
      </dgm:t>
    </dgm:pt>
    <dgm:pt modelId="{8B6ACC40-9134-4475-A4BB-0DC515826C64}">
      <dgm:prSet/>
      <dgm:spPr/>
      <dgm:t>
        <a:bodyPr/>
        <a:lstStyle/>
        <a:p>
          <a:r>
            <a:rPr lang="es-MX" dirty="0"/>
            <a:t>Prestadora de Servicios</a:t>
          </a:r>
        </a:p>
      </dgm:t>
    </dgm:pt>
    <dgm:pt modelId="{6C1E1352-95C6-449B-A4BB-DD2DD8851F1C}" type="parTrans" cxnId="{EDCD7EC8-229B-4CF0-8335-9AC58A14C40D}">
      <dgm:prSet/>
      <dgm:spPr/>
      <dgm:t>
        <a:bodyPr/>
        <a:lstStyle/>
        <a:p>
          <a:endParaRPr lang="es-MX"/>
        </a:p>
      </dgm:t>
    </dgm:pt>
    <dgm:pt modelId="{1DBF1376-1063-4276-9055-A6C06BA26AF5}" type="sibTrans" cxnId="{EDCD7EC8-229B-4CF0-8335-9AC58A14C40D}">
      <dgm:prSet/>
      <dgm:spPr/>
      <dgm:t>
        <a:bodyPr/>
        <a:lstStyle/>
        <a:p>
          <a:r>
            <a:rPr lang="es-MX" dirty="0"/>
            <a:t>Empleados</a:t>
          </a:r>
        </a:p>
      </dgm:t>
    </dgm:pt>
    <dgm:pt modelId="{69804A70-8BB0-46F7-A972-BF08734F4274}" type="pres">
      <dgm:prSet presAssocID="{C06281E0-EF63-4B30-B9A5-10CDD9260D2A}" presName="hierChild1" presStyleCnt="0">
        <dgm:presLayoutVars>
          <dgm:orgChart val="1"/>
          <dgm:chPref val="1"/>
          <dgm:dir/>
          <dgm:animOne val="branch"/>
          <dgm:animLvl val="lvl"/>
          <dgm:resizeHandles/>
        </dgm:presLayoutVars>
      </dgm:prSet>
      <dgm:spPr/>
    </dgm:pt>
    <dgm:pt modelId="{07FA09A2-C107-4D30-94BF-15FDFBD9D5B7}" type="pres">
      <dgm:prSet presAssocID="{5DFAC2C1-1041-4BF8-A808-969CCFF2442E}" presName="hierRoot1" presStyleCnt="0">
        <dgm:presLayoutVars>
          <dgm:hierBranch val="init"/>
        </dgm:presLayoutVars>
      </dgm:prSet>
      <dgm:spPr/>
    </dgm:pt>
    <dgm:pt modelId="{DCDA3BC4-4ED5-4F96-883D-937A253D7AC4}" type="pres">
      <dgm:prSet presAssocID="{5DFAC2C1-1041-4BF8-A808-969CCFF2442E}" presName="rootComposite1" presStyleCnt="0"/>
      <dgm:spPr/>
    </dgm:pt>
    <dgm:pt modelId="{4D93ED2A-282F-483B-8A31-6667D0183300}" type="pres">
      <dgm:prSet presAssocID="{5DFAC2C1-1041-4BF8-A808-969CCFF2442E}" presName="rootText1" presStyleLbl="node0" presStyleIdx="0" presStyleCnt="1">
        <dgm:presLayoutVars>
          <dgm:chMax/>
          <dgm:chPref val="3"/>
        </dgm:presLayoutVars>
      </dgm:prSet>
      <dgm:spPr/>
    </dgm:pt>
    <dgm:pt modelId="{DB51E32A-163B-413B-AF45-9EF2D7C724D1}" type="pres">
      <dgm:prSet presAssocID="{5DFAC2C1-1041-4BF8-A808-969CCFF2442E}" presName="titleText1" presStyleLbl="fgAcc0" presStyleIdx="0" presStyleCnt="1">
        <dgm:presLayoutVars>
          <dgm:chMax val="0"/>
          <dgm:chPref val="0"/>
        </dgm:presLayoutVars>
      </dgm:prSet>
      <dgm:spPr/>
    </dgm:pt>
    <dgm:pt modelId="{19FECA4F-0F66-475D-AC2E-50D6081D7BFE}" type="pres">
      <dgm:prSet presAssocID="{5DFAC2C1-1041-4BF8-A808-969CCFF2442E}" presName="rootConnector1" presStyleLbl="node1" presStyleIdx="0" presStyleCnt="5"/>
      <dgm:spPr/>
    </dgm:pt>
    <dgm:pt modelId="{AEE18A62-50CF-4BA2-85AF-D0B0824238A0}" type="pres">
      <dgm:prSet presAssocID="{5DFAC2C1-1041-4BF8-A808-969CCFF2442E}" presName="hierChild2" presStyleCnt="0"/>
      <dgm:spPr/>
    </dgm:pt>
    <dgm:pt modelId="{AFD2666D-F796-4388-A562-CC42C0749D21}" type="pres">
      <dgm:prSet presAssocID="{5653503A-1A6D-4E04-B030-5D0CB9B0EAA1}" presName="Name37" presStyleLbl="parChTrans1D2" presStyleIdx="0" presStyleCnt="5"/>
      <dgm:spPr/>
    </dgm:pt>
    <dgm:pt modelId="{636DFBD3-DAAC-40B3-BDA9-B5F69296AF27}" type="pres">
      <dgm:prSet presAssocID="{659F0D30-7ABF-4AF8-BA24-0FF6FD57D359}" presName="hierRoot2" presStyleCnt="0">
        <dgm:presLayoutVars>
          <dgm:hierBranch val="init"/>
        </dgm:presLayoutVars>
      </dgm:prSet>
      <dgm:spPr/>
    </dgm:pt>
    <dgm:pt modelId="{568F2127-115B-4657-A3F6-DFA4C6FC0B3A}" type="pres">
      <dgm:prSet presAssocID="{659F0D30-7ABF-4AF8-BA24-0FF6FD57D359}" presName="rootComposite" presStyleCnt="0"/>
      <dgm:spPr/>
    </dgm:pt>
    <dgm:pt modelId="{080086B1-AD48-401B-A597-DCD50E74F505}" type="pres">
      <dgm:prSet presAssocID="{659F0D30-7ABF-4AF8-BA24-0FF6FD57D359}" presName="rootText" presStyleLbl="node1" presStyleIdx="0" presStyleCnt="5">
        <dgm:presLayoutVars>
          <dgm:chMax/>
          <dgm:chPref val="3"/>
        </dgm:presLayoutVars>
      </dgm:prSet>
      <dgm:spPr/>
    </dgm:pt>
    <dgm:pt modelId="{DD24DE7C-A978-4FE0-B019-FC58501A9EFE}" type="pres">
      <dgm:prSet presAssocID="{659F0D30-7ABF-4AF8-BA24-0FF6FD57D359}" presName="titleText2" presStyleLbl="fgAcc1" presStyleIdx="0" presStyleCnt="5">
        <dgm:presLayoutVars>
          <dgm:chMax val="0"/>
          <dgm:chPref val="0"/>
        </dgm:presLayoutVars>
      </dgm:prSet>
      <dgm:spPr/>
    </dgm:pt>
    <dgm:pt modelId="{EC0383FE-9003-4209-A2DB-F71FF14DACA4}" type="pres">
      <dgm:prSet presAssocID="{659F0D30-7ABF-4AF8-BA24-0FF6FD57D359}" presName="rootConnector" presStyleLbl="node2" presStyleIdx="0" presStyleCnt="0"/>
      <dgm:spPr/>
    </dgm:pt>
    <dgm:pt modelId="{5F2D2B0A-0338-4EC3-85D1-3B995AAA6276}" type="pres">
      <dgm:prSet presAssocID="{659F0D30-7ABF-4AF8-BA24-0FF6FD57D359}" presName="hierChild4" presStyleCnt="0"/>
      <dgm:spPr/>
    </dgm:pt>
    <dgm:pt modelId="{3947A30F-C833-4B09-9079-90395816A6C6}" type="pres">
      <dgm:prSet presAssocID="{659F0D30-7ABF-4AF8-BA24-0FF6FD57D359}" presName="hierChild5" presStyleCnt="0"/>
      <dgm:spPr/>
    </dgm:pt>
    <dgm:pt modelId="{D465DA25-E3A0-4D6E-B024-748648CD439D}" type="pres">
      <dgm:prSet presAssocID="{AC954CC3-31FB-44E8-A283-51B9AD097388}" presName="Name37" presStyleLbl="parChTrans1D2" presStyleIdx="1" presStyleCnt="5"/>
      <dgm:spPr/>
    </dgm:pt>
    <dgm:pt modelId="{79D92143-B2E3-4E28-9699-108C2D0ABFEE}" type="pres">
      <dgm:prSet presAssocID="{240D5FD8-674C-4535-9530-84F27CA11EFF}" presName="hierRoot2" presStyleCnt="0">
        <dgm:presLayoutVars>
          <dgm:hierBranch val="init"/>
        </dgm:presLayoutVars>
      </dgm:prSet>
      <dgm:spPr/>
    </dgm:pt>
    <dgm:pt modelId="{FAD45200-65A2-44AE-8301-EEEE01CA744B}" type="pres">
      <dgm:prSet presAssocID="{240D5FD8-674C-4535-9530-84F27CA11EFF}" presName="rootComposite" presStyleCnt="0"/>
      <dgm:spPr/>
    </dgm:pt>
    <dgm:pt modelId="{A191E44E-59B5-4E06-8FFE-575BBA637015}" type="pres">
      <dgm:prSet presAssocID="{240D5FD8-674C-4535-9530-84F27CA11EFF}" presName="rootText" presStyleLbl="node1" presStyleIdx="1" presStyleCnt="5">
        <dgm:presLayoutVars>
          <dgm:chMax/>
          <dgm:chPref val="3"/>
        </dgm:presLayoutVars>
      </dgm:prSet>
      <dgm:spPr/>
    </dgm:pt>
    <dgm:pt modelId="{F9003A8F-E718-4730-B469-66E601321958}" type="pres">
      <dgm:prSet presAssocID="{240D5FD8-674C-4535-9530-84F27CA11EFF}" presName="titleText2" presStyleLbl="fgAcc1" presStyleIdx="1" presStyleCnt="5">
        <dgm:presLayoutVars>
          <dgm:chMax val="0"/>
          <dgm:chPref val="0"/>
        </dgm:presLayoutVars>
      </dgm:prSet>
      <dgm:spPr/>
    </dgm:pt>
    <dgm:pt modelId="{9276C8B5-C382-4409-9B11-CBCF6E40BC28}" type="pres">
      <dgm:prSet presAssocID="{240D5FD8-674C-4535-9530-84F27CA11EFF}" presName="rootConnector" presStyleLbl="node2" presStyleIdx="0" presStyleCnt="0"/>
      <dgm:spPr/>
    </dgm:pt>
    <dgm:pt modelId="{1F3B3D2F-8F16-41DC-8F52-E62140B7464B}" type="pres">
      <dgm:prSet presAssocID="{240D5FD8-674C-4535-9530-84F27CA11EFF}" presName="hierChild4" presStyleCnt="0"/>
      <dgm:spPr/>
    </dgm:pt>
    <dgm:pt modelId="{D9188D4E-A252-40E7-A1E1-1280FC2A358E}" type="pres">
      <dgm:prSet presAssocID="{240D5FD8-674C-4535-9530-84F27CA11EFF}" presName="hierChild5" presStyleCnt="0"/>
      <dgm:spPr/>
    </dgm:pt>
    <dgm:pt modelId="{F9470460-D3EA-48A9-903B-D335070B7658}" type="pres">
      <dgm:prSet presAssocID="{D128D99B-D19D-4486-A57F-BFDDDA4557FA}" presName="Name37" presStyleLbl="parChTrans1D2" presStyleIdx="2" presStyleCnt="5"/>
      <dgm:spPr/>
    </dgm:pt>
    <dgm:pt modelId="{E863C57D-5980-4850-9B66-0C8BCAEB9321}" type="pres">
      <dgm:prSet presAssocID="{00F94F61-DAFF-4C2C-8268-85FD83C331CD}" presName="hierRoot2" presStyleCnt="0">
        <dgm:presLayoutVars>
          <dgm:hierBranch val="init"/>
        </dgm:presLayoutVars>
      </dgm:prSet>
      <dgm:spPr/>
    </dgm:pt>
    <dgm:pt modelId="{022D391B-C1E9-4503-BA7D-E057D4B8DCFD}" type="pres">
      <dgm:prSet presAssocID="{00F94F61-DAFF-4C2C-8268-85FD83C331CD}" presName="rootComposite" presStyleCnt="0"/>
      <dgm:spPr/>
    </dgm:pt>
    <dgm:pt modelId="{95DEC048-EF7D-46D3-9B44-A003F6066294}" type="pres">
      <dgm:prSet presAssocID="{00F94F61-DAFF-4C2C-8268-85FD83C331CD}" presName="rootText" presStyleLbl="node1" presStyleIdx="2" presStyleCnt="5">
        <dgm:presLayoutVars>
          <dgm:chMax/>
          <dgm:chPref val="3"/>
        </dgm:presLayoutVars>
      </dgm:prSet>
      <dgm:spPr/>
    </dgm:pt>
    <dgm:pt modelId="{18FBE546-C3AB-4A09-9B6F-97048D6FAFF2}" type="pres">
      <dgm:prSet presAssocID="{00F94F61-DAFF-4C2C-8268-85FD83C331CD}" presName="titleText2" presStyleLbl="fgAcc1" presStyleIdx="2" presStyleCnt="5">
        <dgm:presLayoutVars>
          <dgm:chMax val="0"/>
          <dgm:chPref val="0"/>
        </dgm:presLayoutVars>
      </dgm:prSet>
      <dgm:spPr/>
    </dgm:pt>
    <dgm:pt modelId="{7860D754-401D-47C4-8FDD-FC18488A719F}" type="pres">
      <dgm:prSet presAssocID="{00F94F61-DAFF-4C2C-8268-85FD83C331CD}" presName="rootConnector" presStyleLbl="node2" presStyleIdx="0" presStyleCnt="0"/>
      <dgm:spPr/>
    </dgm:pt>
    <dgm:pt modelId="{9B6B41B9-67D1-4E0C-BE4A-EAC066A68EDC}" type="pres">
      <dgm:prSet presAssocID="{00F94F61-DAFF-4C2C-8268-85FD83C331CD}" presName="hierChild4" presStyleCnt="0"/>
      <dgm:spPr/>
    </dgm:pt>
    <dgm:pt modelId="{7413C0F3-7968-4FBF-A1D6-311E49C4A843}" type="pres">
      <dgm:prSet presAssocID="{00F94F61-DAFF-4C2C-8268-85FD83C331CD}" presName="hierChild5" presStyleCnt="0"/>
      <dgm:spPr/>
    </dgm:pt>
    <dgm:pt modelId="{E3FEB6FF-11D1-41E1-A5B1-DB2CAD513C66}" type="pres">
      <dgm:prSet presAssocID="{9E001AF7-24B9-431D-B5AB-43333BB27403}" presName="Name37" presStyleLbl="parChTrans1D2" presStyleIdx="3" presStyleCnt="5"/>
      <dgm:spPr/>
    </dgm:pt>
    <dgm:pt modelId="{1E2DE9CE-0DF2-479D-8B03-3CA1FAD05473}" type="pres">
      <dgm:prSet presAssocID="{B385AAFB-AD98-4068-A689-CD11E0D74E22}" presName="hierRoot2" presStyleCnt="0">
        <dgm:presLayoutVars>
          <dgm:hierBranch val="init"/>
        </dgm:presLayoutVars>
      </dgm:prSet>
      <dgm:spPr/>
    </dgm:pt>
    <dgm:pt modelId="{49E776F4-76AB-4D55-B377-AA0CEFBAFF01}" type="pres">
      <dgm:prSet presAssocID="{B385AAFB-AD98-4068-A689-CD11E0D74E22}" presName="rootComposite" presStyleCnt="0"/>
      <dgm:spPr/>
    </dgm:pt>
    <dgm:pt modelId="{117A989C-4E7A-4935-8979-C621AB056F51}" type="pres">
      <dgm:prSet presAssocID="{B385AAFB-AD98-4068-A689-CD11E0D74E22}" presName="rootText" presStyleLbl="node1" presStyleIdx="3" presStyleCnt="5">
        <dgm:presLayoutVars>
          <dgm:chMax/>
          <dgm:chPref val="3"/>
        </dgm:presLayoutVars>
      </dgm:prSet>
      <dgm:spPr/>
    </dgm:pt>
    <dgm:pt modelId="{73201682-957B-47B3-8BC5-C39A52A2BCEC}" type="pres">
      <dgm:prSet presAssocID="{B385AAFB-AD98-4068-A689-CD11E0D74E22}" presName="titleText2" presStyleLbl="fgAcc1" presStyleIdx="3" presStyleCnt="5">
        <dgm:presLayoutVars>
          <dgm:chMax val="0"/>
          <dgm:chPref val="0"/>
        </dgm:presLayoutVars>
      </dgm:prSet>
      <dgm:spPr/>
    </dgm:pt>
    <dgm:pt modelId="{D6C4BBB2-B0AD-499B-B708-4F82BA574D5A}" type="pres">
      <dgm:prSet presAssocID="{B385AAFB-AD98-4068-A689-CD11E0D74E22}" presName="rootConnector" presStyleLbl="node2" presStyleIdx="0" presStyleCnt="0"/>
      <dgm:spPr/>
    </dgm:pt>
    <dgm:pt modelId="{369D0F47-1307-420C-A937-050AA87F637E}" type="pres">
      <dgm:prSet presAssocID="{B385AAFB-AD98-4068-A689-CD11E0D74E22}" presName="hierChild4" presStyleCnt="0"/>
      <dgm:spPr/>
    </dgm:pt>
    <dgm:pt modelId="{835F83A9-0C2A-4579-B679-A2BD56283B54}" type="pres">
      <dgm:prSet presAssocID="{B385AAFB-AD98-4068-A689-CD11E0D74E22}" presName="hierChild5" presStyleCnt="0"/>
      <dgm:spPr/>
    </dgm:pt>
    <dgm:pt modelId="{43707921-40B4-4FE9-9BE9-06727FF8F134}" type="pres">
      <dgm:prSet presAssocID="{6C1E1352-95C6-449B-A4BB-DD2DD8851F1C}" presName="Name37" presStyleLbl="parChTrans1D2" presStyleIdx="4" presStyleCnt="5"/>
      <dgm:spPr/>
    </dgm:pt>
    <dgm:pt modelId="{188CDB90-E36B-443B-95B2-E7A141FB9426}" type="pres">
      <dgm:prSet presAssocID="{8B6ACC40-9134-4475-A4BB-0DC515826C64}" presName="hierRoot2" presStyleCnt="0">
        <dgm:presLayoutVars>
          <dgm:hierBranch val="init"/>
        </dgm:presLayoutVars>
      </dgm:prSet>
      <dgm:spPr/>
    </dgm:pt>
    <dgm:pt modelId="{E7C19788-5DF7-4EA7-8DF1-12904E801703}" type="pres">
      <dgm:prSet presAssocID="{8B6ACC40-9134-4475-A4BB-0DC515826C64}" presName="rootComposite" presStyleCnt="0"/>
      <dgm:spPr/>
    </dgm:pt>
    <dgm:pt modelId="{759248FB-BE17-46C5-96E8-389EFA5F47C3}" type="pres">
      <dgm:prSet presAssocID="{8B6ACC40-9134-4475-A4BB-0DC515826C64}" presName="rootText" presStyleLbl="node1" presStyleIdx="4" presStyleCnt="5">
        <dgm:presLayoutVars>
          <dgm:chMax/>
          <dgm:chPref val="3"/>
        </dgm:presLayoutVars>
      </dgm:prSet>
      <dgm:spPr/>
    </dgm:pt>
    <dgm:pt modelId="{E36AC129-CCB7-48F2-90FE-2C69834C51A2}" type="pres">
      <dgm:prSet presAssocID="{8B6ACC40-9134-4475-A4BB-0DC515826C64}" presName="titleText2" presStyleLbl="fgAcc1" presStyleIdx="4" presStyleCnt="5">
        <dgm:presLayoutVars>
          <dgm:chMax val="0"/>
          <dgm:chPref val="0"/>
        </dgm:presLayoutVars>
      </dgm:prSet>
      <dgm:spPr/>
    </dgm:pt>
    <dgm:pt modelId="{52B40C85-6A48-408E-B825-D12CE724E112}" type="pres">
      <dgm:prSet presAssocID="{8B6ACC40-9134-4475-A4BB-0DC515826C64}" presName="rootConnector" presStyleLbl="node2" presStyleIdx="0" presStyleCnt="0"/>
      <dgm:spPr/>
    </dgm:pt>
    <dgm:pt modelId="{2E9A08CB-2A2E-485E-96E5-059EBE6CEB39}" type="pres">
      <dgm:prSet presAssocID="{8B6ACC40-9134-4475-A4BB-0DC515826C64}" presName="hierChild4" presStyleCnt="0"/>
      <dgm:spPr/>
    </dgm:pt>
    <dgm:pt modelId="{07E6E796-66B8-42C9-9BD8-C21596C054F9}" type="pres">
      <dgm:prSet presAssocID="{8B6ACC40-9134-4475-A4BB-0DC515826C64}" presName="hierChild5" presStyleCnt="0"/>
      <dgm:spPr/>
    </dgm:pt>
    <dgm:pt modelId="{AC1101FD-11E4-4281-AF10-8C0DC1892384}" type="pres">
      <dgm:prSet presAssocID="{5DFAC2C1-1041-4BF8-A808-969CCFF2442E}" presName="hierChild3" presStyleCnt="0"/>
      <dgm:spPr/>
    </dgm:pt>
  </dgm:ptLst>
  <dgm:cxnLst>
    <dgm:cxn modelId="{6E2D2310-DF27-486C-8A74-930928EBB274}" type="presOf" srcId="{6C1E1352-95C6-449B-A4BB-DD2DD8851F1C}" destId="{43707921-40B4-4FE9-9BE9-06727FF8F134}" srcOrd="0" destOrd="0" presId="urn:microsoft.com/office/officeart/2008/layout/NameandTitleOrganizationalChart"/>
    <dgm:cxn modelId="{B3DBD71E-46E3-45C5-9B4D-9D0DFC0E6C98}" type="presOf" srcId="{659F0D30-7ABF-4AF8-BA24-0FF6FD57D359}" destId="{EC0383FE-9003-4209-A2DB-F71FF14DACA4}" srcOrd="1" destOrd="0" presId="urn:microsoft.com/office/officeart/2008/layout/NameandTitleOrganizationalChart"/>
    <dgm:cxn modelId="{BE511822-D6AC-4121-812B-65763C802331}" type="presOf" srcId="{E6C49440-0658-4C79-AD6B-7B5C84E6C168}" destId="{73201682-957B-47B3-8BC5-C39A52A2BCEC}" srcOrd="0" destOrd="0" presId="urn:microsoft.com/office/officeart/2008/layout/NameandTitleOrganizationalChart"/>
    <dgm:cxn modelId="{AB490E24-8562-4EB9-88C0-45389910ADD7}" type="presOf" srcId="{782176BC-FA81-47A9-A96A-7E2349ED2B13}" destId="{18FBE546-C3AB-4A09-9B6F-97048D6FAFF2}" srcOrd="0" destOrd="0" presId="urn:microsoft.com/office/officeart/2008/layout/NameandTitleOrganizationalChart"/>
    <dgm:cxn modelId="{63CC0329-89DA-4C77-B4C0-CA46C63AE36E}" type="presOf" srcId="{8B6ACC40-9134-4475-A4BB-0DC515826C64}" destId="{52B40C85-6A48-408E-B825-D12CE724E112}" srcOrd="1" destOrd="0" presId="urn:microsoft.com/office/officeart/2008/layout/NameandTitleOrganizationalChart"/>
    <dgm:cxn modelId="{F42B763B-88B2-433C-B7FD-C9BF5D361515}" type="presOf" srcId="{00F94F61-DAFF-4C2C-8268-85FD83C331CD}" destId="{7860D754-401D-47C4-8FDD-FC18488A719F}" srcOrd="1" destOrd="0" presId="urn:microsoft.com/office/officeart/2008/layout/NameandTitleOrganizationalChart"/>
    <dgm:cxn modelId="{8796593D-1692-4AA3-8C7B-0C0CE0C821F0}" srcId="{5DFAC2C1-1041-4BF8-A808-969CCFF2442E}" destId="{B385AAFB-AD98-4068-A689-CD11E0D74E22}" srcOrd="3" destOrd="0" parTransId="{9E001AF7-24B9-431D-B5AB-43333BB27403}" sibTransId="{E6C49440-0658-4C79-AD6B-7B5C84E6C168}"/>
    <dgm:cxn modelId="{0CF9BC5C-EE2A-4D7F-8D6D-B59EF78FE025}" type="presOf" srcId="{240D5FD8-674C-4535-9530-84F27CA11EFF}" destId="{9276C8B5-C382-4409-9B11-CBCF6E40BC28}" srcOrd="1" destOrd="0" presId="urn:microsoft.com/office/officeart/2008/layout/NameandTitleOrganizationalChart"/>
    <dgm:cxn modelId="{D4FFEA61-0DB1-4839-8C07-888877116D7D}" type="presOf" srcId="{5DFAC2C1-1041-4BF8-A808-969CCFF2442E}" destId="{19FECA4F-0F66-475D-AC2E-50D6081D7BFE}" srcOrd="1" destOrd="0" presId="urn:microsoft.com/office/officeart/2008/layout/NameandTitleOrganizationalChart"/>
    <dgm:cxn modelId="{E7E12452-9D09-438C-9B13-C21C74CB3402}" type="presOf" srcId="{45F929BD-D09C-47E8-843B-01A3F5705D78}" destId="{F9003A8F-E718-4730-B469-66E601321958}" srcOrd="0" destOrd="0" presId="urn:microsoft.com/office/officeart/2008/layout/NameandTitleOrganizationalChart"/>
    <dgm:cxn modelId="{96902E7D-72A4-4BF5-8693-2DC903903C9C}" type="presOf" srcId="{00F94F61-DAFF-4C2C-8268-85FD83C331CD}" destId="{95DEC048-EF7D-46D3-9B44-A003F6066294}" srcOrd="0" destOrd="0" presId="urn:microsoft.com/office/officeart/2008/layout/NameandTitleOrganizationalChart"/>
    <dgm:cxn modelId="{A09E9F7E-6BDD-4976-875B-F3794F4BD458}" srcId="{5DFAC2C1-1041-4BF8-A808-969CCFF2442E}" destId="{00F94F61-DAFF-4C2C-8268-85FD83C331CD}" srcOrd="2" destOrd="0" parTransId="{D128D99B-D19D-4486-A57F-BFDDDA4557FA}" sibTransId="{782176BC-FA81-47A9-A96A-7E2349ED2B13}"/>
    <dgm:cxn modelId="{D2199A80-F8AF-4059-B09B-9413B3914871}" type="presOf" srcId="{C06281E0-EF63-4B30-B9A5-10CDD9260D2A}" destId="{69804A70-8BB0-46F7-A972-BF08734F4274}" srcOrd="0" destOrd="0" presId="urn:microsoft.com/office/officeart/2008/layout/NameandTitleOrganizationalChart"/>
    <dgm:cxn modelId="{A78C1183-8497-4130-8E63-4BE65524CDD2}" type="presOf" srcId="{1DBF1376-1063-4276-9055-A6C06BA26AF5}" destId="{E36AC129-CCB7-48F2-90FE-2C69834C51A2}" srcOrd="0" destOrd="0" presId="urn:microsoft.com/office/officeart/2008/layout/NameandTitleOrganizationalChart"/>
    <dgm:cxn modelId="{E4CB9093-3942-46C0-85F9-C570EFB35121}" type="presOf" srcId="{52363372-0648-4A32-9297-6F58AFBC8242}" destId="{DD24DE7C-A978-4FE0-B019-FC58501A9EFE}" srcOrd="0" destOrd="0" presId="urn:microsoft.com/office/officeart/2008/layout/NameandTitleOrganizationalChart"/>
    <dgm:cxn modelId="{D46B789C-FF38-462C-941A-B3268AFD508F}" srcId="{5DFAC2C1-1041-4BF8-A808-969CCFF2442E}" destId="{240D5FD8-674C-4535-9530-84F27CA11EFF}" srcOrd="1" destOrd="0" parTransId="{AC954CC3-31FB-44E8-A283-51B9AD097388}" sibTransId="{45F929BD-D09C-47E8-843B-01A3F5705D78}"/>
    <dgm:cxn modelId="{F735519F-E48E-4C50-9AF4-3D10D0A3D62E}" type="presOf" srcId="{B385AAFB-AD98-4068-A689-CD11E0D74E22}" destId="{D6C4BBB2-B0AD-499B-B708-4F82BA574D5A}" srcOrd="1" destOrd="0" presId="urn:microsoft.com/office/officeart/2008/layout/NameandTitleOrganizationalChart"/>
    <dgm:cxn modelId="{912FEDA3-0347-4539-BAE1-9E0EA1C85327}" type="presOf" srcId="{240D5FD8-674C-4535-9530-84F27CA11EFF}" destId="{A191E44E-59B5-4E06-8FFE-575BBA637015}" srcOrd="0" destOrd="0" presId="urn:microsoft.com/office/officeart/2008/layout/NameandTitleOrganizationalChart"/>
    <dgm:cxn modelId="{0203B8A8-4AF7-4F08-A198-C405EF70D726}" type="presOf" srcId="{D128D99B-D19D-4486-A57F-BFDDDA4557FA}" destId="{F9470460-D3EA-48A9-903B-D335070B7658}" srcOrd="0" destOrd="0" presId="urn:microsoft.com/office/officeart/2008/layout/NameandTitleOrganizationalChart"/>
    <dgm:cxn modelId="{C04992B2-9D77-4406-BD3B-774A0AE554EF}" type="presOf" srcId="{5653503A-1A6D-4E04-B030-5D0CB9B0EAA1}" destId="{AFD2666D-F796-4388-A562-CC42C0749D21}" srcOrd="0" destOrd="0" presId="urn:microsoft.com/office/officeart/2008/layout/NameandTitleOrganizationalChart"/>
    <dgm:cxn modelId="{B02A91B3-10F8-4411-8581-5151B2FB2E4C}" type="presOf" srcId="{9E001AF7-24B9-431D-B5AB-43333BB27403}" destId="{E3FEB6FF-11D1-41E1-A5B1-DB2CAD513C66}" srcOrd="0" destOrd="0" presId="urn:microsoft.com/office/officeart/2008/layout/NameandTitleOrganizationalChart"/>
    <dgm:cxn modelId="{67B94DBD-7039-451F-91DE-6BC9A739B523}" srcId="{C06281E0-EF63-4B30-B9A5-10CDD9260D2A}" destId="{5DFAC2C1-1041-4BF8-A808-969CCFF2442E}" srcOrd="0" destOrd="0" parTransId="{B342E6FE-47B8-4B31-946F-13C9955A979E}" sibTransId="{31CF7A62-1E80-4FCD-84BD-EC602B1BA02E}"/>
    <dgm:cxn modelId="{51D8A4BF-A040-40E3-982A-4C32309EE014}" type="presOf" srcId="{8B6ACC40-9134-4475-A4BB-0DC515826C64}" destId="{759248FB-BE17-46C5-96E8-389EFA5F47C3}" srcOrd="0" destOrd="0" presId="urn:microsoft.com/office/officeart/2008/layout/NameandTitleOrganizationalChart"/>
    <dgm:cxn modelId="{A435AAC5-BE05-4524-8A3C-2F5F76CB9DD7}" type="presOf" srcId="{AC954CC3-31FB-44E8-A283-51B9AD097388}" destId="{D465DA25-E3A0-4D6E-B024-748648CD439D}" srcOrd="0" destOrd="0" presId="urn:microsoft.com/office/officeart/2008/layout/NameandTitleOrganizationalChart"/>
    <dgm:cxn modelId="{EDCD7EC8-229B-4CF0-8335-9AC58A14C40D}" srcId="{5DFAC2C1-1041-4BF8-A808-969CCFF2442E}" destId="{8B6ACC40-9134-4475-A4BB-0DC515826C64}" srcOrd="4" destOrd="0" parTransId="{6C1E1352-95C6-449B-A4BB-DD2DD8851F1C}" sibTransId="{1DBF1376-1063-4276-9055-A6C06BA26AF5}"/>
    <dgm:cxn modelId="{C23D9BC9-9CFF-46DA-A124-27DEDADC0148}" type="presOf" srcId="{B385AAFB-AD98-4068-A689-CD11E0D74E22}" destId="{117A989C-4E7A-4935-8979-C621AB056F51}" srcOrd="0" destOrd="0" presId="urn:microsoft.com/office/officeart/2008/layout/NameandTitleOrganizationalChart"/>
    <dgm:cxn modelId="{8C0FC9C9-3638-4DEA-908B-82844AF38064}" type="presOf" srcId="{659F0D30-7ABF-4AF8-BA24-0FF6FD57D359}" destId="{080086B1-AD48-401B-A597-DCD50E74F505}" srcOrd="0" destOrd="0" presId="urn:microsoft.com/office/officeart/2008/layout/NameandTitleOrganizationalChart"/>
    <dgm:cxn modelId="{7DC9F7E4-F689-4162-9C42-8E8A420BF2B4}" type="presOf" srcId="{31CF7A62-1E80-4FCD-84BD-EC602B1BA02E}" destId="{DB51E32A-163B-413B-AF45-9EF2D7C724D1}" srcOrd="0" destOrd="0" presId="urn:microsoft.com/office/officeart/2008/layout/NameandTitleOrganizationalChart"/>
    <dgm:cxn modelId="{A8D640F1-A624-41C7-A7AC-181B28FCC304}" type="presOf" srcId="{5DFAC2C1-1041-4BF8-A808-969CCFF2442E}" destId="{4D93ED2A-282F-483B-8A31-6667D0183300}" srcOrd="0" destOrd="0" presId="urn:microsoft.com/office/officeart/2008/layout/NameandTitleOrganizationalChart"/>
    <dgm:cxn modelId="{1509D9F9-11B2-4EDC-8CB3-2DD655B57CFB}" srcId="{5DFAC2C1-1041-4BF8-A808-969CCFF2442E}" destId="{659F0D30-7ABF-4AF8-BA24-0FF6FD57D359}" srcOrd="0" destOrd="0" parTransId="{5653503A-1A6D-4E04-B030-5D0CB9B0EAA1}" sibTransId="{52363372-0648-4A32-9297-6F58AFBC8242}"/>
    <dgm:cxn modelId="{EF5DA970-89E8-4D9F-8396-DA725C38B186}" type="presParOf" srcId="{69804A70-8BB0-46F7-A972-BF08734F4274}" destId="{07FA09A2-C107-4D30-94BF-15FDFBD9D5B7}" srcOrd="0" destOrd="0" presId="urn:microsoft.com/office/officeart/2008/layout/NameandTitleOrganizationalChart"/>
    <dgm:cxn modelId="{5BAF3E56-86EE-42E3-B249-3E5411495F47}" type="presParOf" srcId="{07FA09A2-C107-4D30-94BF-15FDFBD9D5B7}" destId="{DCDA3BC4-4ED5-4F96-883D-937A253D7AC4}" srcOrd="0" destOrd="0" presId="urn:microsoft.com/office/officeart/2008/layout/NameandTitleOrganizationalChart"/>
    <dgm:cxn modelId="{4B6D221A-6EDA-4062-9EB0-AEB77F77D1D6}" type="presParOf" srcId="{DCDA3BC4-4ED5-4F96-883D-937A253D7AC4}" destId="{4D93ED2A-282F-483B-8A31-6667D0183300}" srcOrd="0" destOrd="0" presId="urn:microsoft.com/office/officeart/2008/layout/NameandTitleOrganizationalChart"/>
    <dgm:cxn modelId="{16AA1550-9ADF-4F8A-8E45-5D098B69EFF3}" type="presParOf" srcId="{DCDA3BC4-4ED5-4F96-883D-937A253D7AC4}" destId="{DB51E32A-163B-413B-AF45-9EF2D7C724D1}" srcOrd="1" destOrd="0" presId="urn:microsoft.com/office/officeart/2008/layout/NameandTitleOrganizationalChart"/>
    <dgm:cxn modelId="{836C09DA-6B7F-417B-84FC-E4CE71501AC0}" type="presParOf" srcId="{DCDA3BC4-4ED5-4F96-883D-937A253D7AC4}" destId="{19FECA4F-0F66-475D-AC2E-50D6081D7BFE}" srcOrd="2" destOrd="0" presId="urn:microsoft.com/office/officeart/2008/layout/NameandTitleOrganizationalChart"/>
    <dgm:cxn modelId="{AFB2BBAE-90AF-4ADF-99CC-93C71ED486CC}" type="presParOf" srcId="{07FA09A2-C107-4D30-94BF-15FDFBD9D5B7}" destId="{AEE18A62-50CF-4BA2-85AF-D0B0824238A0}" srcOrd="1" destOrd="0" presId="urn:microsoft.com/office/officeart/2008/layout/NameandTitleOrganizationalChart"/>
    <dgm:cxn modelId="{32A48FD8-19A6-4CE4-89A1-E2DC097C7826}" type="presParOf" srcId="{AEE18A62-50CF-4BA2-85AF-D0B0824238A0}" destId="{AFD2666D-F796-4388-A562-CC42C0749D21}" srcOrd="0" destOrd="0" presId="urn:microsoft.com/office/officeart/2008/layout/NameandTitleOrganizationalChart"/>
    <dgm:cxn modelId="{AFA8D765-4D9D-44D2-BF14-16D9AFBEDC4E}" type="presParOf" srcId="{AEE18A62-50CF-4BA2-85AF-D0B0824238A0}" destId="{636DFBD3-DAAC-40B3-BDA9-B5F69296AF27}" srcOrd="1" destOrd="0" presId="urn:microsoft.com/office/officeart/2008/layout/NameandTitleOrganizationalChart"/>
    <dgm:cxn modelId="{A76DB99F-D4BD-47AE-8C67-3D72B6C72BA1}" type="presParOf" srcId="{636DFBD3-DAAC-40B3-BDA9-B5F69296AF27}" destId="{568F2127-115B-4657-A3F6-DFA4C6FC0B3A}" srcOrd="0" destOrd="0" presId="urn:microsoft.com/office/officeart/2008/layout/NameandTitleOrganizationalChart"/>
    <dgm:cxn modelId="{0CB51DD1-48FD-4F23-B11C-F87D176624F9}" type="presParOf" srcId="{568F2127-115B-4657-A3F6-DFA4C6FC0B3A}" destId="{080086B1-AD48-401B-A597-DCD50E74F505}" srcOrd="0" destOrd="0" presId="urn:microsoft.com/office/officeart/2008/layout/NameandTitleOrganizationalChart"/>
    <dgm:cxn modelId="{821E4E97-58F0-407E-9CDE-5ABA3203C623}" type="presParOf" srcId="{568F2127-115B-4657-A3F6-DFA4C6FC0B3A}" destId="{DD24DE7C-A978-4FE0-B019-FC58501A9EFE}" srcOrd="1" destOrd="0" presId="urn:microsoft.com/office/officeart/2008/layout/NameandTitleOrganizationalChart"/>
    <dgm:cxn modelId="{B31D0181-CDD1-49AD-A585-E447FF055AAC}" type="presParOf" srcId="{568F2127-115B-4657-A3F6-DFA4C6FC0B3A}" destId="{EC0383FE-9003-4209-A2DB-F71FF14DACA4}" srcOrd="2" destOrd="0" presId="urn:microsoft.com/office/officeart/2008/layout/NameandTitleOrganizationalChart"/>
    <dgm:cxn modelId="{379BC221-EF80-4904-9FE9-04D1936DD926}" type="presParOf" srcId="{636DFBD3-DAAC-40B3-BDA9-B5F69296AF27}" destId="{5F2D2B0A-0338-4EC3-85D1-3B995AAA6276}" srcOrd="1" destOrd="0" presId="urn:microsoft.com/office/officeart/2008/layout/NameandTitleOrganizationalChart"/>
    <dgm:cxn modelId="{9819F875-FCF2-446C-85F9-0B1C10F84CA0}" type="presParOf" srcId="{636DFBD3-DAAC-40B3-BDA9-B5F69296AF27}" destId="{3947A30F-C833-4B09-9079-90395816A6C6}" srcOrd="2" destOrd="0" presId="urn:microsoft.com/office/officeart/2008/layout/NameandTitleOrganizationalChart"/>
    <dgm:cxn modelId="{C4F576E7-4A0E-4A75-AD74-6B12AAD1C766}" type="presParOf" srcId="{AEE18A62-50CF-4BA2-85AF-D0B0824238A0}" destId="{D465DA25-E3A0-4D6E-B024-748648CD439D}" srcOrd="2" destOrd="0" presId="urn:microsoft.com/office/officeart/2008/layout/NameandTitleOrganizationalChart"/>
    <dgm:cxn modelId="{86048D8B-049B-46B0-9939-6B6619579327}" type="presParOf" srcId="{AEE18A62-50CF-4BA2-85AF-D0B0824238A0}" destId="{79D92143-B2E3-4E28-9699-108C2D0ABFEE}" srcOrd="3" destOrd="0" presId="urn:microsoft.com/office/officeart/2008/layout/NameandTitleOrganizationalChart"/>
    <dgm:cxn modelId="{47BF31CC-1234-4D3C-AF3A-696AC6990189}" type="presParOf" srcId="{79D92143-B2E3-4E28-9699-108C2D0ABFEE}" destId="{FAD45200-65A2-44AE-8301-EEEE01CA744B}" srcOrd="0" destOrd="0" presId="urn:microsoft.com/office/officeart/2008/layout/NameandTitleOrganizationalChart"/>
    <dgm:cxn modelId="{48F55286-8857-4BF5-B3A3-A8CAE7368D41}" type="presParOf" srcId="{FAD45200-65A2-44AE-8301-EEEE01CA744B}" destId="{A191E44E-59B5-4E06-8FFE-575BBA637015}" srcOrd="0" destOrd="0" presId="urn:microsoft.com/office/officeart/2008/layout/NameandTitleOrganizationalChart"/>
    <dgm:cxn modelId="{46C8FD21-7465-4BBF-AC6C-93697198F1BC}" type="presParOf" srcId="{FAD45200-65A2-44AE-8301-EEEE01CA744B}" destId="{F9003A8F-E718-4730-B469-66E601321958}" srcOrd="1" destOrd="0" presId="urn:microsoft.com/office/officeart/2008/layout/NameandTitleOrganizationalChart"/>
    <dgm:cxn modelId="{244EB456-23D2-44E9-91D0-9F1F6678C2D2}" type="presParOf" srcId="{FAD45200-65A2-44AE-8301-EEEE01CA744B}" destId="{9276C8B5-C382-4409-9B11-CBCF6E40BC28}" srcOrd="2" destOrd="0" presId="urn:microsoft.com/office/officeart/2008/layout/NameandTitleOrganizationalChart"/>
    <dgm:cxn modelId="{CB329E54-BB22-4D1A-B6F0-52BEDD3EE647}" type="presParOf" srcId="{79D92143-B2E3-4E28-9699-108C2D0ABFEE}" destId="{1F3B3D2F-8F16-41DC-8F52-E62140B7464B}" srcOrd="1" destOrd="0" presId="urn:microsoft.com/office/officeart/2008/layout/NameandTitleOrganizationalChart"/>
    <dgm:cxn modelId="{53A9F4F4-A3A4-4FE8-A657-EE09742844D7}" type="presParOf" srcId="{79D92143-B2E3-4E28-9699-108C2D0ABFEE}" destId="{D9188D4E-A252-40E7-A1E1-1280FC2A358E}" srcOrd="2" destOrd="0" presId="urn:microsoft.com/office/officeart/2008/layout/NameandTitleOrganizationalChart"/>
    <dgm:cxn modelId="{FE4009FA-B99F-4456-9D25-9E78AC03C7E8}" type="presParOf" srcId="{AEE18A62-50CF-4BA2-85AF-D0B0824238A0}" destId="{F9470460-D3EA-48A9-903B-D335070B7658}" srcOrd="4" destOrd="0" presId="urn:microsoft.com/office/officeart/2008/layout/NameandTitleOrganizationalChart"/>
    <dgm:cxn modelId="{B52C1718-481A-41A1-AAA0-23BFAF0F33C0}" type="presParOf" srcId="{AEE18A62-50CF-4BA2-85AF-D0B0824238A0}" destId="{E863C57D-5980-4850-9B66-0C8BCAEB9321}" srcOrd="5" destOrd="0" presId="urn:microsoft.com/office/officeart/2008/layout/NameandTitleOrganizationalChart"/>
    <dgm:cxn modelId="{CFD4B856-18C7-4295-AA8B-D12F7D0EDBAF}" type="presParOf" srcId="{E863C57D-5980-4850-9B66-0C8BCAEB9321}" destId="{022D391B-C1E9-4503-BA7D-E057D4B8DCFD}" srcOrd="0" destOrd="0" presId="urn:microsoft.com/office/officeart/2008/layout/NameandTitleOrganizationalChart"/>
    <dgm:cxn modelId="{B6452B58-E7F6-44C8-825D-DC83B48D38DF}" type="presParOf" srcId="{022D391B-C1E9-4503-BA7D-E057D4B8DCFD}" destId="{95DEC048-EF7D-46D3-9B44-A003F6066294}" srcOrd="0" destOrd="0" presId="urn:microsoft.com/office/officeart/2008/layout/NameandTitleOrganizationalChart"/>
    <dgm:cxn modelId="{346CCD0B-3F7C-4510-A78A-B39C70B9232C}" type="presParOf" srcId="{022D391B-C1E9-4503-BA7D-E057D4B8DCFD}" destId="{18FBE546-C3AB-4A09-9B6F-97048D6FAFF2}" srcOrd="1" destOrd="0" presId="urn:microsoft.com/office/officeart/2008/layout/NameandTitleOrganizationalChart"/>
    <dgm:cxn modelId="{0D4C0D52-35F7-40E5-A8E2-D8C0BA0B4DA1}" type="presParOf" srcId="{022D391B-C1E9-4503-BA7D-E057D4B8DCFD}" destId="{7860D754-401D-47C4-8FDD-FC18488A719F}" srcOrd="2" destOrd="0" presId="urn:microsoft.com/office/officeart/2008/layout/NameandTitleOrganizationalChart"/>
    <dgm:cxn modelId="{1770F473-BD01-4DA2-9301-7F2B5324E38F}" type="presParOf" srcId="{E863C57D-5980-4850-9B66-0C8BCAEB9321}" destId="{9B6B41B9-67D1-4E0C-BE4A-EAC066A68EDC}" srcOrd="1" destOrd="0" presId="urn:microsoft.com/office/officeart/2008/layout/NameandTitleOrganizationalChart"/>
    <dgm:cxn modelId="{21A5D99F-88B1-4A9F-BD23-90F09F217F9A}" type="presParOf" srcId="{E863C57D-5980-4850-9B66-0C8BCAEB9321}" destId="{7413C0F3-7968-4FBF-A1D6-311E49C4A843}" srcOrd="2" destOrd="0" presId="urn:microsoft.com/office/officeart/2008/layout/NameandTitleOrganizationalChart"/>
    <dgm:cxn modelId="{FAC156A8-AA04-4B49-84D5-A54BE5EEB356}" type="presParOf" srcId="{AEE18A62-50CF-4BA2-85AF-D0B0824238A0}" destId="{E3FEB6FF-11D1-41E1-A5B1-DB2CAD513C66}" srcOrd="6" destOrd="0" presId="urn:microsoft.com/office/officeart/2008/layout/NameandTitleOrganizationalChart"/>
    <dgm:cxn modelId="{DF421490-9A44-4DFD-B496-1AAB0C10C92C}" type="presParOf" srcId="{AEE18A62-50CF-4BA2-85AF-D0B0824238A0}" destId="{1E2DE9CE-0DF2-479D-8B03-3CA1FAD05473}" srcOrd="7" destOrd="0" presId="urn:microsoft.com/office/officeart/2008/layout/NameandTitleOrganizationalChart"/>
    <dgm:cxn modelId="{D8EAB3D0-0CD7-4904-8961-B08C8EF01C73}" type="presParOf" srcId="{1E2DE9CE-0DF2-479D-8B03-3CA1FAD05473}" destId="{49E776F4-76AB-4D55-B377-AA0CEFBAFF01}" srcOrd="0" destOrd="0" presId="urn:microsoft.com/office/officeart/2008/layout/NameandTitleOrganizationalChart"/>
    <dgm:cxn modelId="{FAA68BE6-F0E8-4CA5-A709-37D6BFF7F280}" type="presParOf" srcId="{49E776F4-76AB-4D55-B377-AA0CEFBAFF01}" destId="{117A989C-4E7A-4935-8979-C621AB056F51}" srcOrd="0" destOrd="0" presId="urn:microsoft.com/office/officeart/2008/layout/NameandTitleOrganizationalChart"/>
    <dgm:cxn modelId="{738255F6-5471-4499-8C0C-6AE02D7BEC48}" type="presParOf" srcId="{49E776F4-76AB-4D55-B377-AA0CEFBAFF01}" destId="{73201682-957B-47B3-8BC5-C39A52A2BCEC}" srcOrd="1" destOrd="0" presId="urn:microsoft.com/office/officeart/2008/layout/NameandTitleOrganizationalChart"/>
    <dgm:cxn modelId="{5D6E04BE-C1B0-459F-BB02-56BF4EF289E3}" type="presParOf" srcId="{49E776F4-76AB-4D55-B377-AA0CEFBAFF01}" destId="{D6C4BBB2-B0AD-499B-B708-4F82BA574D5A}" srcOrd="2" destOrd="0" presId="urn:microsoft.com/office/officeart/2008/layout/NameandTitleOrganizationalChart"/>
    <dgm:cxn modelId="{936966ED-6CB1-49FB-91BB-532D9C505D2D}" type="presParOf" srcId="{1E2DE9CE-0DF2-479D-8B03-3CA1FAD05473}" destId="{369D0F47-1307-420C-A937-050AA87F637E}" srcOrd="1" destOrd="0" presId="urn:microsoft.com/office/officeart/2008/layout/NameandTitleOrganizationalChart"/>
    <dgm:cxn modelId="{8DB485EA-EBD0-4DCF-B790-5C91F540ED83}" type="presParOf" srcId="{1E2DE9CE-0DF2-479D-8B03-3CA1FAD05473}" destId="{835F83A9-0C2A-4579-B679-A2BD56283B54}" srcOrd="2" destOrd="0" presId="urn:microsoft.com/office/officeart/2008/layout/NameandTitleOrganizationalChart"/>
    <dgm:cxn modelId="{C3B2AF1A-07D0-4EE6-8B0A-C82579188251}" type="presParOf" srcId="{AEE18A62-50CF-4BA2-85AF-D0B0824238A0}" destId="{43707921-40B4-4FE9-9BE9-06727FF8F134}" srcOrd="8" destOrd="0" presId="urn:microsoft.com/office/officeart/2008/layout/NameandTitleOrganizationalChart"/>
    <dgm:cxn modelId="{4D99E15C-446C-40B9-826C-749C1659E53F}" type="presParOf" srcId="{AEE18A62-50CF-4BA2-85AF-D0B0824238A0}" destId="{188CDB90-E36B-443B-95B2-E7A141FB9426}" srcOrd="9" destOrd="0" presId="urn:microsoft.com/office/officeart/2008/layout/NameandTitleOrganizationalChart"/>
    <dgm:cxn modelId="{BCC3930C-EF56-410F-AA82-19BC3FB14A15}" type="presParOf" srcId="{188CDB90-E36B-443B-95B2-E7A141FB9426}" destId="{E7C19788-5DF7-4EA7-8DF1-12904E801703}" srcOrd="0" destOrd="0" presId="urn:microsoft.com/office/officeart/2008/layout/NameandTitleOrganizationalChart"/>
    <dgm:cxn modelId="{E98CC535-6D57-409F-993A-A00DB0CDE8E1}" type="presParOf" srcId="{E7C19788-5DF7-4EA7-8DF1-12904E801703}" destId="{759248FB-BE17-46C5-96E8-389EFA5F47C3}" srcOrd="0" destOrd="0" presId="urn:microsoft.com/office/officeart/2008/layout/NameandTitleOrganizationalChart"/>
    <dgm:cxn modelId="{6AF7507C-B033-4B71-AC24-763986962474}" type="presParOf" srcId="{E7C19788-5DF7-4EA7-8DF1-12904E801703}" destId="{E36AC129-CCB7-48F2-90FE-2C69834C51A2}" srcOrd="1" destOrd="0" presId="urn:microsoft.com/office/officeart/2008/layout/NameandTitleOrganizationalChart"/>
    <dgm:cxn modelId="{BBAC285D-95A3-47A5-A52D-065398C8A995}" type="presParOf" srcId="{E7C19788-5DF7-4EA7-8DF1-12904E801703}" destId="{52B40C85-6A48-408E-B825-D12CE724E112}" srcOrd="2" destOrd="0" presId="urn:microsoft.com/office/officeart/2008/layout/NameandTitleOrganizationalChart"/>
    <dgm:cxn modelId="{765B3958-4271-4E21-9911-F1E0F95DC546}" type="presParOf" srcId="{188CDB90-E36B-443B-95B2-E7A141FB9426}" destId="{2E9A08CB-2A2E-485E-96E5-059EBE6CEB39}" srcOrd="1" destOrd="0" presId="urn:microsoft.com/office/officeart/2008/layout/NameandTitleOrganizationalChart"/>
    <dgm:cxn modelId="{871DDEEF-504A-41A3-9A3A-6DA6C0E06EB9}" type="presParOf" srcId="{188CDB90-E36B-443B-95B2-E7A141FB9426}" destId="{07E6E796-66B8-42C9-9BD8-C21596C054F9}" srcOrd="2" destOrd="0" presId="urn:microsoft.com/office/officeart/2008/layout/NameandTitleOrganizationalChart"/>
    <dgm:cxn modelId="{6EC3D937-39F8-467F-B035-12A52B843C3A}" type="presParOf" srcId="{07FA09A2-C107-4D30-94BF-15FDFBD9D5B7}" destId="{AC1101FD-11E4-4281-AF10-8C0DC1892384}"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780763-B15C-41B6-9269-D408C5C5ECCA}">
      <dsp:nvSpPr>
        <dsp:cNvPr id="0" name=""/>
        <dsp:cNvSpPr/>
      </dsp:nvSpPr>
      <dsp:spPr>
        <a:xfrm>
          <a:off x="1431" y="327724"/>
          <a:ext cx="1798666" cy="604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s-MX" sz="1400" kern="1200" dirty="0"/>
            <a:t>CONS 123-IX</a:t>
          </a:r>
        </a:p>
      </dsp:txBody>
      <dsp:txXfrm>
        <a:off x="1431" y="327724"/>
        <a:ext cx="1798666" cy="403200"/>
      </dsp:txXfrm>
    </dsp:sp>
    <dsp:sp modelId="{97024B4F-C090-4D80-B253-955278E8893D}">
      <dsp:nvSpPr>
        <dsp:cNvPr id="0" name=""/>
        <dsp:cNvSpPr/>
      </dsp:nvSpPr>
      <dsp:spPr>
        <a:xfrm>
          <a:off x="369832" y="730925"/>
          <a:ext cx="1798666" cy="5103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Tx/>
            <a:buNone/>
          </a:pPr>
          <a:r>
            <a:rPr lang="es-MX" sz="1400" kern="1200" dirty="0"/>
            <a:t>Los trabajadores tendrán derecho a una participación en las utilidades de las empresas, regulada de conformidad con las siguientes normas:</a:t>
          </a:r>
        </a:p>
        <a:p>
          <a:pPr marL="114300" lvl="1" indent="-114300" algn="l" defTabSz="622300">
            <a:lnSpc>
              <a:spcPct val="90000"/>
            </a:lnSpc>
            <a:spcBef>
              <a:spcPct val="0"/>
            </a:spcBef>
            <a:spcAft>
              <a:spcPct val="15000"/>
            </a:spcAft>
            <a:buNone/>
          </a:pPr>
          <a:r>
            <a:rPr lang="es-MX" sz="1400" kern="1200" dirty="0"/>
            <a:t>a) …</a:t>
          </a:r>
        </a:p>
        <a:p>
          <a:pPr marL="114300" lvl="1" indent="-114300" algn="l" defTabSz="622300">
            <a:lnSpc>
              <a:spcPct val="90000"/>
            </a:lnSpc>
            <a:spcBef>
              <a:spcPct val="0"/>
            </a:spcBef>
            <a:spcAft>
              <a:spcPct val="15000"/>
            </a:spcAft>
            <a:buNone/>
          </a:pPr>
          <a:r>
            <a:rPr lang="es-MX" sz="1400" kern="1200" dirty="0">
              <a:solidFill>
                <a:schemeClr val="tx1"/>
              </a:solidFill>
            </a:rPr>
            <a:t>e) Para determinar el monto de las utilidades de cada empresa se tomará como base la </a:t>
          </a:r>
          <a:r>
            <a:rPr lang="es-MX" sz="1400" kern="1200" dirty="0">
              <a:solidFill>
                <a:srgbClr val="92D050"/>
              </a:solidFill>
            </a:rPr>
            <a:t>renta gravable </a:t>
          </a:r>
          <a:r>
            <a:rPr lang="es-MX" sz="1400" kern="1200" dirty="0">
              <a:solidFill>
                <a:schemeClr val="tx1"/>
              </a:solidFill>
            </a:rPr>
            <a:t>de conformidad con las disposiciones de la </a:t>
          </a:r>
          <a:r>
            <a:rPr lang="es-MX" sz="1400" kern="1200" dirty="0">
              <a:solidFill>
                <a:srgbClr val="92D050"/>
              </a:solidFill>
            </a:rPr>
            <a:t>Ley del Impuesto sobre la Renta</a:t>
          </a:r>
          <a:r>
            <a:rPr lang="es-MX" sz="1400" kern="1200" dirty="0">
              <a:solidFill>
                <a:schemeClr val="tx1"/>
              </a:solidFill>
            </a:rPr>
            <a:t>. …</a:t>
          </a:r>
        </a:p>
      </dsp:txBody>
      <dsp:txXfrm>
        <a:off x="422513" y="783606"/>
        <a:ext cx="1693304" cy="4997638"/>
      </dsp:txXfrm>
    </dsp:sp>
    <dsp:sp modelId="{5D23BC22-59D4-40C8-B2EB-E56A03A1AB42}">
      <dsp:nvSpPr>
        <dsp:cNvPr id="0" name=""/>
        <dsp:cNvSpPr/>
      </dsp:nvSpPr>
      <dsp:spPr>
        <a:xfrm>
          <a:off x="2072768" y="305417"/>
          <a:ext cx="578063" cy="447815"/>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s-MX" sz="1100" kern="1200"/>
        </a:p>
      </dsp:txBody>
      <dsp:txXfrm>
        <a:off x="2072768" y="394980"/>
        <a:ext cx="443719" cy="268689"/>
      </dsp:txXfrm>
    </dsp:sp>
    <dsp:sp modelId="{109664EB-9386-4E8A-A5FB-D50F6CB08F52}">
      <dsp:nvSpPr>
        <dsp:cNvPr id="0" name=""/>
        <dsp:cNvSpPr/>
      </dsp:nvSpPr>
      <dsp:spPr>
        <a:xfrm>
          <a:off x="2890782" y="327724"/>
          <a:ext cx="1798666" cy="604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s-MX" sz="1400" kern="1200" dirty="0"/>
            <a:t>LFT 120</a:t>
          </a:r>
        </a:p>
      </dsp:txBody>
      <dsp:txXfrm>
        <a:off x="2890782" y="327724"/>
        <a:ext cx="1798666" cy="403200"/>
      </dsp:txXfrm>
    </dsp:sp>
    <dsp:sp modelId="{878A1336-9B76-4289-8B52-7E76B5E76747}">
      <dsp:nvSpPr>
        <dsp:cNvPr id="0" name=""/>
        <dsp:cNvSpPr/>
      </dsp:nvSpPr>
      <dsp:spPr>
        <a:xfrm>
          <a:off x="3259184" y="730925"/>
          <a:ext cx="1798666" cy="5103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None/>
          </a:pPr>
          <a:r>
            <a:rPr lang="es-MX" sz="1400" kern="1200" dirty="0"/>
            <a:t>El porcentaje fijado por la Comisión Nacional para la Participación de los Trabajadores en las Utilidades de las Empresas constituye la participación que corresponderá a los trabajadores en las utilidades de cada empresa. </a:t>
          </a:r>
        </a:p>
        <a:p>
          <a:pPr marL="114300" lvl="1" indent="-114300" algn="l" defTabSz="622300">
            <a:lnSpc>
              <a:spcPct val="90000"/>
            </a:lnSpc>
            <a:spcBef>
              <a:spcPct val="0"/>
            </a:spcBef>
            <a:spcAft>
              <a:spcPct val="15000"/>
            </a:spcAft>
            <a:buNone/>
          </a:pPr>
          <a:endParaRPr lang="es-MX" sz="1400" kern="1200" dirty="0"/>
        </a:p>
        <a:p>
          <a:pPr marL="114300" lvl="1" indent="-114300" algn="l" defTabSz="622300">
            <a:lnSpc>
              <a:spcPct val="90000"/>
            </a:lnSpc>
            <a:spcBef>
              <a:spcPct val="0"/>
            </a:spcBef>
            <a:spcAft>
              <a:spcPct val="15000"/>
            </a:spcAft>
            <a:buNone/>
          </a:pPr>
          <a:r>
            <a:rPr lang="es-MX" sz="1400" kern="1200" dirty="0">
              <a:solidFill>
                <a:schemeClr val="tx1"/>
              </a:solidFill>
            </a:rPr>
            <a:t>Para los efectos de esta ley, se considera utilidad en cada empresa la </a:t>
          </a:r>
          <a:r>
            <a:rPr lang="es-MX" sz="1400" kern="1200" dirty="0">
              <a:solidFill>
                <a:srgbClr val="92D050"/>
              </a:solidFill>
            </a:rPr>
            <a:t>renta gravable</a:t>
          </a:r>
          <a:r>
            <a:rPr lang="es-MX" sz="1400" kern="1200" dirty="0">
              <a:solidFill>
                <a:schemeClr val="tx1"/>
              </a:solidFill>
            </a:rPr>
            <a:t>, de conformidad con las normas de la </a:t>
          </a:r>
          <a:r>
            <a:rPr lang="es-MX" sz="1400" kern="1200" dirty="0">
              <a:solidFill>
                <a:srgbClr val="92D050"/>
              </a:solidFill>
            </a:rPr>
            <a:t>Ley del Impuesto sobre la Renta</a:t>
          </a:r>
          <a:r>
            <a:rPr lang="es-MX" sz="1400" kern="1200" dirty="0">
              <a:solidFill>
                <a:schemeClr val="tx1"/>
              </a:solidFill>
            </a:rPr>
            <a:t>. </a:t>
          </a:r>
        </a:p>
      </dsp:txBody>
      <dsp:txXfrm>
        <a:off x="3311865" y="783606"/>
        <a:ext cx="1693304" cy="4997638"/>
      </dsp:txXfrm>
    </dsp:sp>
    <dsp:sp modelId="{274D2F95-5A5B-4E62-8034-332D7E4BDADC}">
      <dsp:nvSpPr>
        <dsp:cNvPr id="0" name=""/>
        <dsp:cNvSpPr/>
      </dsp:nvSpPr>
      <dsp:spPr>
        <a:xfrm>
          <a:off x="4962120" y="305417"/>
          <a:ext cx="578063" cy="447815"/>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s-MX" sz="1100" kern="1200"/>
        </a:p>
      </dsp:txBody>
      <dsp:txXfrm>
        <a:off x="4962120" y="394980"/>
        <a:ext cx="443719" cy="268689"/>
      </dsp:txXfrm>
    </dsp:sp>
    <dsp:sp modelId="{6BAEE6AD-B453-413C-9009-F1B61FFBAC4B}">
      <dsp:nvSpPr>
        <dsp:cNvPr id="0" name=""/>
        <dsp:cNvSpPr/>
      </dsp:nvSpPr>
      <dsp:spPr>
        <a:xfrm>
          <a:off x="5780134" y="327724"/>
          <a:ext cx="1798666" cy="604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s-MX" sz="1400" kern="1200" dirty="0"/>
            <a:t>LISR 9</a:t>
          </a:r>
        </a:p>
      </dsp:txBody>
      <dsp:txXfrm>
        <a:off x="5780134" y="327724"/>
        <a:ext cx="1798666" cy="403200"/>
      </dsp:txXfrm>
    </dsp:sp>
    <dsp:sp modelId="{85D9C025-F0F8-4C8E-9BDB-9C95C22EBB38}">
      <dsp:nvSpPr>
        <dsp:cNvPr id="0" name=""/>
        <dsp:cNvSpPr/>
      </dsp:nvSpPr>
      <dsp:spPr>
        <a:xfrm>
          <a:off x="6148535" y="730925"/>
          <a:ext cx="1798666" cy="5103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None/>
          </a:pPr>
          <a:r>
            <a:rPr lang="es-MX" sz="1400" kern="1200" dirty="0"/>
            <a:t>Para la determinación de la </a:t>
          </a:r>
          <a:r>
            <a:rPr lang="es-MX" sz="1400" kern="1200" dirty="0">
              <a:solidFill>
                <a:srgbClr val="92D050"/>
              </a:solidFill>
            </a:rPr>
            <a:t>renta gravable </a:t>
          </a:r>
          <a:r>
            <a:rPr lang="es-MX" sz="1400" kern="1200" dirty="0"/>
            <a:t>en materia de participación de los trabajadores en las utilidades de las empresas, los contribuyentes </a:t>
          </a:r>
          <a:r>
            <a:rPr lang="es-MX" sz="1400" kern="1200" dirty="0">
              <a:solidFill>
                <a:srgbClr val="92D050"/>
              </a:solidFill>
            </a:rPr>
            <a:t>deberán disminuir de los ingresos acumulables las cantidades que no hubiesen sido deducibles en los términos de la fracción XXX del artículo 28 de esta Ley. (Pagos no acumulables para el trabajador 53% ó 47%)</a:t>
          </a:r>
        </a:p>
        <a:p>
          <a:pPr marL="114300" lvl="1" indent="-114300" algn="l" defTabSz="622300">
            <a:lnSpc>
              <a:spcPct val="90000"/>
            </a:lnSpc>
            <a:spcBef>
              <a:spcPct val="0"/>
            </a:spcBef>
            <a:spcAft>
              <a:spcPct val="15000"/>
            </a:spcAft>
            <a:buNone/>
          </a:pPr>
          <a:endParaRPr lang="es-MX" sz="1400" kern="1200" dirty="0"/>
        </a:p>
      </dsp:txBody>
      <dsp:txXfrm>
        <a:off x="6201216" y="783606"/>
        <a:ext cx="1693304" cy="4997638"/>
      </dsp:txXfrm>
    </dsp:sp>
    <dsp:sp modelId="{AD4C9C1D-677D-47C6-A71B-98295E1754FF}">
      <dsp:nvSpPr>
        <dsp:cNvPr id="0" name=""/>
        <dsp:cNvSpPr/>
      </dsp:nvSpPr>
      <dsp:spPr>
        <a:xfrm>
          <a:off x="7851471" y="305417"/>
          <a:ext cx="578063" cy="447815"/>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s-MX" sz="1100" kern="1200"/>
        </a:p>
      </dsp:txBody>
      <dsp:txXfrm>
        <a:off x="7851471" y="394980"/>
        <a:ext cx="443719" cy="268689"/>
      </dsp:txXfrm>
    </dsp:sp>
    <dsp:sp modelId="{E1A8E298-EC3D-4957-A103-3B8DDC29F5CB}">
      <dsp:nvSpPr>
        <dsp:cNvPr id="0" name=""/>
        <dsp:cNvSpPr/>
      </dsp:nvSpPr>
      <dsp:spPr>
        <a:xfrm>
          <a:off x="8669485" y="327724"/>
          <a:ext cx="1798666" cy="604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s-MX" sz="1400" kern="1200" dirty="0"/>
            <a:t>LISR 9</a:t>
          </a:r>
        </a:p>
      </dsp:txBody>
      <dsp:txXfrm>
        <a:off x="8669485" y="327724"/>
        <a:ext cx="1798666" cy="403200"/>
      </dsp:txXfrm>
    </dsp:sp>
    <dsp:sp modelId="{88863F19-3BD9-4EA5-8BB2-4C40C6BBB0CB}">
      <dsp:nvSpPr>
        <dsp:cNvPr id="0" name=""/>
        <dsp:cNvSpPr/>
      </dsp:nvSpPr>
      <dsp:spPr>
        <a:xfrm>
          <a:off x="9037887" y="730925"/>
          <a:ext cx="1798666" cy="5103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Tx/>
            <a:buNone/>
          </a:pPr>
          <a:r>
            <a:rPr lang="es-MX" sz="1400" kern="1200" dirty="0">
              <a:solidFill>
                <a:schemeClr val="tx1"/>
              </a:solidFill>
            </a:rPr>
            <a:t>Para determinar la </a:t>
          </a:r>
          <a:r>
            <a:rPr lang="es-MX" sz="1400" kern="1200" dirty="0">
              <a:solidFill>
                <a:srgbClr val="92D050"/>
              </a:solidFill>
            </a:rPr>
            <a:t>renta gravable </a:t>
          </a:r>
          <a:r>
            <a:rPr lang="es-MX" sz="1400" kern="1200" dirty="0">
              <a:solidFill>
                <a:schemeClr val="tx1"/>
              </a:solidFill>
            </a:rPr>
            <a:t>a que se refiere el inciso e) de la fracción IX del artículo 123, apartado A de la Constitución Política de los Estados Unidos Mexicanos</a:t>
          </a:r>
          <a:r>
            <a:rPr lang="es-MX" sz="1400" kern="1200" dirty="0"/>
            <a:t>, </a:t>
          </a:r>
          <a:r>
            <a:rPr lang="es-MX" sz="1400" kern="1200" dirty="0">
              <a:solidFill>
                <a:srgbClr val="92D050"/>
              </a:solidFill>
            </a:rPr>
            <a:t>no se disminuirá la participación de los trabajadores en las utilidades de las empresas pagada en el ejercicio ni las pérdidas fiscales pendientes de aplicar de ejercicios anteriores.</a:t>
          </a:r>
        </a:p>
      </dsp:txBody>
      <dsp:txXfrm>
        <a:off x="9090568" y="783606"/>
        <a:ext cx="1693304" cy="49976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D66F4A-B68D-4982-AA07-099B804E0DB0}">
      <dsp:nvSpPr>
        <dsp:cNvPr id="0" name=""/>
        <dsp:cNvSpPr/>
      </dsp:nvSpPr>
      <dsp:spPr>
        <a:xfrm>
          <a:off x="5101607" y="1618568"/>
          <a:ext cx="2095506" cy="934491"/>
        </a:xfrm>
        <a:custGeom>
          <a:avLst/>
          <a:gdLst/>
          <a:ahLst/>
          <a:cxnLst/>
          <a:rect l="0" t="0" r="0" b="0"/>
          <a:pathLst>
            <a:path>
              <a:moveTo>
                <a:pt x="0" y="0"/>
              </a:moveTo>
              <a:lnTo>
                <a:pt x="0" y="557100"/>
              </a:lnTo>
              <a:lnTo>
                <a:pt x="2095506" y="557100"/>
              </a:lnTo>
              <a:lnTo>
                <a:pt x="2095506"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6272B4-9C6B-45A2-A907-26963A7C4A25}">
      <dsp:nvSpPr>
        <dsp:cNvPr id="0" name=""/>
        <dsp:cNvSpPr/>
      </dsp:nvSpPr>
      <dsp:spPr>
        <a:xfrm>
          <a:off x="3006100" y="1618568"/>
          <a:ext cx="2095506" cy="934491"/>
        </a:xfrm>
        <a:custGeom>
          <a:avLst/>
          <a:gdLst/>
          <a:ahLst/>
          <a:cxnLst/>
          <a:rect l="0" t="0" r="0" b="0"/>
          <a:pathLst>
            <a:path>
              <a:moveTo>
                <a:pt x="2095506" y="0"/>
              </a:moveTo>
              <a:lnTo>
                <a:pt x="2095506" y="557100"/>
              </a:lnTo>
              <a:lnTo>
                <a:pt x="0" y="557100"/>
              </a:lnTo>
              <a:lnTo>
                <a:pt x="0" y="9344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0BD7FC-711A-4C6B-8FD1-D587B59ADF2D}">
      <dsp:nvSpPr>
        <dsp:cNvPr id="0" name=""/>
        <dsp:cNvSpPr/>
      </dsp:nvSpPr>
      <dsp:spPr>
        <a:xfrm>
          <a:off x="3539684" y="1178"/>
          <a:ext cx="3123847" cy="16173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228232" numCol="1" spcCol="1270" anchor="ctr" anchorCtr="0">
          <a:noAutofit/>
        </a:bodyPr>
        <a:lstStyle/>
        <a:p>
          <a:pPr marL="0" lvl="0" indent="0" algn="ctr" defTabSz="2133600">
            <a:lnSpc>
              <a:spcPct val="90000"/>
            </a:lnSpc>
            <a:spcBef>
              <a:spcPct val="0"/>
            </a:spcBef>
            <a:spcAft>
              <a:spcPct val="35000"/>
            </a:spcAft>
            <a:buNone/>
          </a:pPr>
          <a:r>
            <a:rPr lang="es-MX" sz="4800" kern="1200" dirty="0"/>
            <a:t>PTU</a:t>
          </a:r>
        </a:p>
      </dsp:txBody>
      <dsp:txXfrm>
        <a:off x="3539684" y="1178"/>
        <a:ext cx="3123847" cy="1617389"/>
      </dsp:txXfrm>
    </dsp:sp>
    <dsp:sp modelId="{E0209770-89BA-443F-A0DE-C6A6AD4934AE}">
      <dsp:nvSpPr>
        <dsp:cNvPr id="0" name=""/>
        <dsp:cNvSpPr/>
      </dsp:nvSpPr>
      <dsp:spPr>
        <a:xfrm>
          <a:off x="4164453" y="1259148"/>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ctr" defTabSz="1555750">
            <a:lnSpc>
              <a:spcPct val="90000"/>
            </a:lnSpc>
            <a:spcBef>
              <a:spcPct val="0"/>
            </a:spcBef>
            <a:spcAft>
              <a:spcPct val="35000"/>
            </a:spcAft>
            <a:buNone/>
          </a:pPr>
          <a:r>
            <a:rPr lang="es-MX" sz="3500" kern="1200" dirty="0"/>
            <a:t>Base X 10%</a:t>
          </a:r>
        </a:p>
      </dsp:txBody>
      <dsp:txXfrm>
        <a:off x="4164453" y="1259148"/>
        <a:ext cx="2811462" cy="539129"/>
      </dsp:txXfrm>
    </dsp:sp>
    <dsp:sp modelId="{58B0A6EF-C513-46CB-B784-AA5A2C5BDDAC}">
      <dsp:nvSpPr>
        <dsp:cNvPr id="0" name=""/>
        <dsp:cNvSpPr/>
      </dsp:nvSpPr>
      <dsp:spPr>
        <a:xfrm>
          <a:off x="1444177" y="2553059"/>
          <a:ext cx="3123847" cy="1617389"/>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228232" numCol="1" spcCol="1270" anchor="ctr" anchorCtr="0">
          <a:noAutofit/>
        </a:bodyPr>
        <a:lstStyle/>
        <a:p>
          <a:pPr marL="0" lvl="0" indent="0" algn="ctr" defTabSz="2133600">
            <a:lnSpc>
              <a:spcPct val="90000"/>
            </a:lnSpc>
            <a:spcBef>
              <a:spcPct val="0"/>
            </a:spcBef>
            <a:spcAft>
              <a:spcPct val="35000"/>
            </a:spcAft>
            <a:buNone/>
          </a:pPr>
          <a:r>
            <a:rPr lang="es-MX" sz="4800" kern="1200" dirty="0"/>
            <a:t>Días Trabajados</a:t>
          </a:r>
        </a:p>
      </dsp:txBody>
      <dsp:txXfrm>
        <a:off x="1444177" y="2553059"/>
        <a:ext cx="3123847" cy="1617389"/>
      </dsp:txXfrm>
    </dsp:sp>
    <dsp:sp modelId="{97E76932-85D4-4804-A098-D84CBC88EFBC}">
      <dsp:nvSpPr>
        <dsp:cNvPr id="0" name=""/>
        <dsp:cNvSpPr/>
      </dsp:nvSpPr>
      <dsp:spPr>
        <a:xfrm>
          <a:off x="2068946"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ctr" defTabSz="1555750">
            <a:lnSpc>
              <a:spcPct val="90000"/>
            </a:lnSpc>
            <a:spcBef>
              <a:spcPct val="0"/>
            </a:spcBef>
            <a:spcAft>
              <a:spcPct val="35000"/>
            </a:spcAft>
            <a:buNone/>
          </a:pPr>
          <a:r>
            <a:rPr lang="es-MX" sz="3500" kern="1200" dirty="0"/>
            <a:t>50%</a:t>
          </a:r>
        </a:p>
      </dsp:txBody>
      <dsp:txXfrm>
        <a:off x="2068946" y="3811029"/>
        <a:ext cx="2811462" cy="539129"/>
      </dsp:txXfrm>
    </dsp:sp>
    <dsp:sp modelId="{2433EF61-27F2-4CDE-B68B-EDA35CE30362}">
      <dsp:nvSpPr>
        <dsp:cNvPr id="0" name=""/>
        <dsp:cNvSpPr/>
      </dsp:nvSpPr>
      <dsp:spPr>
        <a:xfrm>
          <a:off x="5635190" y="2553059"/>
          <a:ext cx="3123847" cy="1617389"/>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228232" numCol="1" spcCol="1270" anchor="ctr" anchorCtr="0">
          <a:noAutofit/>
        </a:bodyPr>
        <a:lstStyle/>
        <a:p>
          <a:pPr marL="0" lvl="0" indent="0" algn="ctr" defTabSz="2133600">
            <a:lnSpc>
              <a:spcPct val="90000"/>
            </a:lnSpc>
            <a:spcBef>
              <a:spcPct val="0"/>
            </a:spcBef>
            <a:spcAft>
              <a:spcPct val="35000"/>
            </a:spcAft>
            <a:buNone/>
          </a:pPr>
          <a:r>
            <a:rPr lang="es-MX" sz="4800" kern="1200" dirty="0"/>
            <a:t>Salarios Devengados</a:t>
          </a:r>
        </a:p>
      </dsp:txBody>
      <dsp:txXfrm>
        <a:off x="5635190" y="2553059"/>
        <a:ext cx="3123847" cy="1617389"/>
      </dsp:txXfrm>
    </dsp:sp>
    <dsp:sp modelId="{AE8418FD-0A7E-49E9-A680-1A80F823643C}">
      <dsp:nvSpPr>
        <dsp:cNvPr id="0" name=""/>
        <dsp:cNvSpPr/>
      </dsp:nvSpPr>
      <dsp:spPr>
        <a:xfrm>
          <a:off x="6259960" y="3811029"/>
          <a:ext cx="2811462" cy="53912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0" tIns="22225" rIns="88900" bIns="22225" numCol="1" spcCol="1270" anchor="ctr" anchorCtr="0">
          <a:noAutofit/>
        </a:bodyPr>
        <a:lstStyle/>
        <a:p>
          <a:pPr marL="0" lvl="0" indent="0" algn="ctr" defTabSz="1555750">
            <a:lnSpc>
              <a:spcPct val="90000"/>
            </a:lnSpc>
            <a:spcBef>
              <a:spcPct val="0"/>
            </a:spcBef>
            <a:spcAft>
              <a:spcPct val="35000"/>
            </a:spcAft>
            <a:buNone/>
          </a:pPr>
          <a:r>
            <a:rPr lang="es-MX" sz="3500" kern="1200" dirty="0"/>
            <a:t>50%</a:t>
          </a:r>
        </a:p>
      </dsp:txBody>
      <dsp:txXfrm>
        <a:off x="6259960" y="3811029"/>
        <a:ext cx="2811462" cy="5391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D638F-C8B1-4375-8557-6909BC109E67}">
      <dsp:nvSpPr>
        <dsp:cNvPr id="0" name=""/>
        <dsp:cNvSpPr/>
      </dsp:nvSpPr>
      <dsp:spPr>
        <a:xfrm>
          <a:off x="3286" y="2486"/>
          <a:ext cx="3203971"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s-MX" sz="1900" kern="1200" dirty="0"/>
            <a:t>Trabajadores</a:t>
          </a:r>
        </a:p>
      </dsp:txBody>
      <dsp:txXfrm>
        <a:off x="3286" y="2486"/>
        <a:ext cx="3203971" cy="547200"/>
      </dsp:txXfrm>
    </dsp:sp>
    <dsp:sp modelId="{43B87ADF-A94F-45AB-BD68-81609F76C98B}">
      <dsp:nvSpPr>
        <dsp:cNvPr id="0" name=""/>
        <dsp:cNvSpPr/>
      </dsp:nvSpPr>
      <dsp:spPr>
        <a:xfrm>
          <a:off x="3286" y="549686"/>
          <a:ext cx="3203971" cy="3799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s-MX" sz="2200" kern="1200" dirty="0"/>
            <a:t>Excluidos los Directores, Administradores y </a:t>
          </a:r>
          <a:r>
            <a:rPr lang="es-MX" sz="2200" kern="1200"/>
            <a:t>Gerentes Generales </a:t>
          </a:r>
          <a:r>
            <a:rPr lang="es-MX" sz="1000" kern="1200"/>
            <a:t>(LFT 127)</a:t>
          </a:r>
          <a:endParaRPr lang="es-MX" sz="2200" kern="1200" dirty="0"/>
        </a:p>
        <a:p>
          <a:pPr marL="228600" lvl="1" indent="-228600" algn="l" defTabSz="977900">
            <a:lnSpc>
              <a:spcPct val="90000"/>
            </a:lnSpc>
            <a:spcBef>
              <a:spcPct val="0"/>
            </a:spcBef>
            <a:spcAft>
              <a:spcPct val="15000"/>
            </a:spcAft>
            <a:buChar char="•"/>
          </a:pPr>
          <a:endParaRPr lang="es-MX" sz="2200" kern="1200" dirty="0"/>
        </a:p>
        <a:p>
          <a:pPr marL="228600" lvl="1" indent="-228600" algn="l" defTabSz="977900">
            <a:lnSpc>
              <a:spcPct val="90000"/>
            </a:lnSpc>
            <a:spcBef>
              <a:spcPct val="0"/>
            </a:spcBef>
            <a:spcAft>
              <a:spcPct val="15000"/>
            </a:spcAft>
            <a:buChar char="•"/>
          </a:pPr>
          <a:r>
            <a:rPr lang="es-MX" sz="2200" kern="1200" dirty="0">
              <a:solidFill>
                <a:srgbClr val="FF0000"/>
              </a:solidFill>
            </a:rPr>
            <a:t>Un solo trabajador podría cobrar, por un solo día, el 100% de la PTU.</a:t>
          </a:r>
        </a:p>
      </dsp:txBody>
      <dsp:txXfrm>
        <a:off x="3286" y="549686"/>
        <a:ext cx="3203971" cy="3799165"/>
      </dsp:txXfrm>
    </dsp:sp>
    <dsp:sp modelId="{351F3895-2B46-4392-BE9E-619913A8C132}">
      <dsp:nvSpPr>
        <dsp:cNvPr id="0" name=""/>
        <dsp:cNvSpPr/>
      </dsp:nvSpPr>
      <dsp:spPr>
        <a:xfrm>
          <a:off x="3655814" y="2486"/>
          <a:ext cx="3203971"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s-MX" sz="2200" kern="1200" dirty="0"/>
            <a:t>Salario </a:t>
          </a:r>
          <a:r>
            <a:rPr lang="es-MX" sz="1000" kern="1200" dirty="0"/>
            <a:t>(LFT 124)</a:t>
          </a:r>
          <a:endParaRPr lang="es-MX" sz="2200" kern="1200" dirty="0"/>
        </a:p>
      </dsp:txBody>
      <dsp:txXfrm>
        <a:off x="3655814" y="2486"/>
        <a:ext cx="3203971" cy="547200"/>
      </dsp:txXfrm>
    </dsp:sp>
    <dsp:sp modelId="{C2CE4784-63FF-4B92-8727-A169276736AC}">
      <dsp:nvSpPr>
        <dsp:cNvPr id="0" name=""/>
        <dsp:cNvSpPr/>
      </dsp:nvSpPr>
      <dsp:spPr>
        <a:xfrm>
          <a:off x="3655814" y="549686"/>
          <a:ext cx="3203971" cy="3799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s-MX" sz="1900" kern="1200" dirty="0"/>
            <a:t>Cuota Diaria</a:t>
          </a:r>
        </a:p>
        <a:p>
          <a:pPr marL="171450" lvl="1" indent="-171450" algn="l" defTabSz="844550">
            <a:lnSpc>
              <a:spcPct val="90000"/>
            </a:lnSpc>
            <a:spcBef>
              <a:spcPct val="0"/>
            </a:spcBef>
            <a:spcAft>
              <a:spcPct val="15000"/>
            </a:spcAft>
            <a:buChar char="•"/>
          </a:pPr>
          <a:endParaRPr lang="es-MX" sz="1900" kern="1200" dirty="0"/>
        </a:p>
        <a:p>
          <a:pPr marL="171450" lvl="1" indent="-171450" algn="l" defTabSz="844550">
            <a:lnSpc>
              <a:spcPct val="90000"/>
            </a:lnSpc>
            <a:spcBef>
              <a:spcPct val="0"/>
            </a:spcBef>
            <a:spcAft>
              <a:spcPct val="15000"/>
            </a:spcAft>
            <a:buChar char="•"/>
          </a:pPr>
          <a:r>
            <a:rPr lang="es-MX" sz="1900" kern="1200" dirty="0"/>
            <a:t>No incluye gratificaciones, tiempo extra ni otras percepciones</a:t>
          </a:r>
        </a:p>
        <a:p>
          <a:pPr marL="171450" lvl="1" indent="-171450" algn="l" defTabSz="844550">
            <a:lnSpc>
              <a:spcPct val="90000"/>
            </a:lnSpc>
            <a:spcBef>
              <a:spcPct val="0"/>
            </a:spcBef>
            <a:spcAft>
              <a:spcPct val="15000"/>
            </a:spcAft>
            <a:buChar char="•"/>
          </a:pPr>
          <a:endParaRPr lang="es-MX" sz="1900" kern="1200" dirty="0"/>
        </a:p>
        <a:p>
          <a:pPr marL="171450" lvl="1" indent="-171450" algn="l" defTabSz="844550">
            <a:lnSpc>
              <a:spcPct val="90000"/>
            </a:lnSpc>
            <a:spcBef>
              <a:spcPct val="0"/>
            </a:spcBef>
            <a:spcAft>
              <a:spcPct val="15000"/>
            </a:spcAft>
            <a:buChar char="•"/>
          </a:pPr>
          <a:r>
            <a:rPr lang="es-MX" sz="1900" kern="1200" dirty="0"/>
            <a:t>Salario de los trabajadores de confianza limitado</a:t>
          </a:r>
        </a:p>
      </dsp:txBody>
      <dsp:txXfrm>
        <a:off x="3655814" y="549686"/>
        <a:ext cx="3203971" cy="3799165"/>
      </dsp:txXfrm>
    </dsp:sp>
    <dsp:sp modelId="{9F1C869F-8050-46A2-82AB-87578DD12082}">
      <dsp:nvSpPr>
        <dsp:cNvPr id="0" name=""/>
        <dsp:cNvSpPr/>
      </dsp:nvSpPr>
      <dsp:spPr>
        <a:xfrm>
          <a:off x="7308342" y="2486"/>
          <a:ext cx="3203971"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s-MX" sz="1900" kern="1200" dirty="0"/>
            <a:t>Características </a:t>
          </a:r>
          <a:r>
            <a:rPr lang="es-MX" sz="1000" kern="1200" dirty="0"/>
            <a:t>(LFT 122)</a:t>
          </a:r>
          <a:endParaRPr lang="es-MX" sz="1900" kern="1200" dirty="0"/>
        </a:p>
      </dsp:txBody>
      <dsp:txXfrm>
        <a:off x="7308342" y="2486"/>
        <a:ext cx="3203971" cy="547200"/>
      </dsp:txXfrm>
    </dsp:sp>
    <dsp:sp modelId="{32349A69-124A-4F58-9088-253A53D8AB71}">
      <dsp:nvSpPr>
        <dsp:cNvPr id="0" name=""/>
        <dsp:cNvSpPr/>
      </dsp:nvSpPr>
      <dsp:spPr>
        <a:xfrm>
          <a:off x="7308342" y="549686"/>
          <a:ext cx="3203971" cy="379916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Pago a los 60 días de la fecha en que deba pagarse el ISR</a:t>
          </a:r>
        </a:p>
        <a:p>
          <a:pPr marL="228600" lvl="1" indent="-228600" algn="l" defTabSz="889000">
            <a:lnSpc>
              <a:spcPct val="90000"/>
            </a:lnSpc>
            <a:spcBef>
              <a:spcPct val="0"/>
            </a:spcBef>
            <a:spcAft>
              <a:spcPct val="15000"/>
            </a:spcAft>
            <a:buChar char="•"/>
          </a:pPr>
          <a:endParaRPr lang="es-MX" sz="2000" kern="1200" dirty="0"/>
        </a:p>
        <a:p>
          <a:pPr marL="228600" lvl="1" indent="-228600" algn="l" defTabSz="889000">
            <a:lnSpc>
              <a:spcPct val="90000"/>
            </a:lnSpc>
            <a:spcBef>
              <a:spcPct val="0"/>
            </a:spcBef>
            <a:spcAft>
              <a:spcPct val="15000"/>
            </a:spcAft>
            <a:buChar char="•"/>
          </a:pPr>
          <a:r>
            <a:rPr lang="es-MX" sz="2000" kern="1200" dirty="0"/>
            <a:t>Disminuye para fines del ISR al pagarse </a:t>
          </a:r>
          <a:r>
            <a:rPr lang="es-MX" sz="1000" kern="1200" dirty="0"/>
            <a:t>(LISR 9)</a:t>
          </a:r>
          <a:endParaRPr lang="es-MX" sz="2000" kern="1200" dirty="0"/>
        </a:p>
        <a:p>
          <a:pPr marL="228600" lvl="1" indent="-228600" algn="l" defTabSz="889000">
            <a:lnSpc>
              <a:spcPct val="90000"/>
            </a:lnSpc>
            <a:spcBef>
              <a:spcPct val="0"/>
            </a:spcBef>
            <a:spcAft>
              <a:spcPct val="15000"/>
            </a:spcAft>
            <a:buChar char="•"/>
          </a:pPr>
          <a:endParaRPr lang="es-MX" sz="2000" kern="1200" dirty="0"/>
        </a:p>
        <a:p>
          <a:pPr marL="228600" lvl="1" indent="-228600" algn="l" defTabSz="889000">
            <a:lnSpc>
              <a:spcPct val="90000"/>
            </a:lnSpc>
            <a:spcBef>
              <a:spcPct val="0"/>
            </a:spcBef>
            <a:spcAft>
              <a:spcPct val="15000"/>
            </a:spcAft>
            <a:buChar char="•"/>
          </a:pPr>
          <a:r>
            <a:rPr lang="es-MX" sz="2000" kern="1200" dirty="0"/>
            <a:t>No deducible para la PTU </a:t>
          </a:r>
          <a:r>
            <a:rPr lang="es-MX" sz="1000" kern="1200" dirty="0"/>
            <a:t>(LISR 9)</a:t>
          </a:r>
          <a:endParaRPr lang="es-MX" sz="2000" kern="1200" dirty="0"/>
        </a:p>
        <a:p>
          <a:pPr marL="228600" lvl="1" indent="-228600" algn="l" defTabSz="889000">
            <a:lnSpc>
              <a:spcPct val="90000"/>
            </a:lnSpc>
            <a:spcBef>
              <a:spcPct val="0"/>
            </a:spcBef>
            <a:spcAft>
              <a:spcPct val="15000"/>
            </a:spcAft>
            <a:buChar char="•"/>
          </a:pPr>
          <a:endParaRPr lang="es-MX" sz="2000" kern="1200" dirty="0"/>
        </a:p>
        <a:p>
          <a:pPr marL="228600" lvl="1" indent="-228600" algn="l" defTabSz="889000">
            <a:lnSpc>
              <a:spcPct val="90000"/>
            </a:lnSpc>
            <a:spcBef>
              <a:spcPct val="0"/>
            </a:spcBef>
            <a:spcAft>
              <a:spcPct val="15000"/>
            </a:spcAft>
            <a:buChar char="•"/>
          </a:pPr>
          <a:r>
            <a:rPr lang="es-MX" sz="2000" kern="1200" dirty="0"/>
            <a:t>La PTU no pagada se agrega al siguiente año</a:t>
          </a:r>
        </a:p>
      </dsp:txBody>
      <dsp:txXfrm>
        <a:off x="7308342" y="549686"/>
        <a:ext cx="3203971" cy="37991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7D638F-C8B1-4375-8557-6909BC109E67}">
      <dsp:nvSpPr>
        <dsp:cNvPr id="0" name=""/>
        <dsp:cNvSpPr/>
      </dsp:nvSpPr>
      <dsp:spPr>
        <a:xfrm>
          <a:off x="0" y="2168"/>
          <a:ext cx="10515600" cy="138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195072" rIns="341376" bIns="195072" numCol="1" spcCol="1270" anchor="ctr" anchorCtr="0">
          <a:noAutofit/>
        </a:bodyPr>
        <a:lstStyle/>
        <a:p>
          <a:pPr marL="0" lvl="0" indent="0" algn="ctr" defTabSz="2133600">
            <a:lnSpc>
              <a:spcPct val="90000"/>
            </a:lnSpc>
            <a:spcBef>
              <a:spcPct val="0"/>
            </a:spcBef>
            <a:spcAft>
              <a:spcPct val="35000"/>
            </a:spcAft>
            <a:buNone/>
          </a:pPr>
          <a:r>
            <a:rPr lang="es-MX" sz="4800" kern="1200" dirty="0"/>
            <a:t>Limitantes</a:t>
          </a:r>
        </a:p>
      </dsp:txBody>
      <dsp:txXfrm>
        <a:off x="0" y="2168"/>
        <a:ext cx="10515600" cy="1382400"/>
      </dsp:txXfrm>
    </dsp:sp>
    <dsp:sp modelId="{43B87ADF-A94F-45AB-BD68-81609F76C98B}">
      <dsp:nvSpPr>
        <dsp:cNvPr id="0" name=""/>
        <dsp:cNvSpPr/>
      </dsp:nvSpPr>
      <dsp:spPr>
        <a:xfrm>
          <a:off x="0" y="1384569"/>
          <a:ext cx="10515600" cy="2964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s-MX" sz="2200" kern="1200" dirty="0"/>
            <a:t>Trabajadores confianza – Salario máximo el del sindicalizado más alto o el de planta +20%</a:t>
          </a:r>
        </a:p>
        <a:p>
          <a:pPr marL="228600" lvl="1" indent="-228600" algn="l" defTabSz="977900">
            <a:lnSpc>
              <a:spcPct val="90000"/>
            </a:lnSpc>
            <a:spcBef>
              <a:spcPct val="0"/>
            </a:spcBef>
            <a:spcAft>
              <a:spcPct val="15000"/>
            </a:spcAft>
            <a:buChar char="•"/>
          </a:pPr>
          <a:endParaRPr lang="es-MX" sz="2200" kern="1200" dirty="0"/>
        </a:p>
        <a:p>
          <a:pPr marL="228600" lvl="1" indent="-228600" algn="l" defTabSz="977900">
            <a:lnSpc>
              <a:spcPct val="90000"/>
            </a:lnSpc>
            <a:spcBef>
              <a:spcPct val="0"/>
            </a:spcBef>
            <a:spcAft>
              <a:spcPct val="15000"/>
            </a:spcAft>
            <a:buChar char="•"/>
          </a:pPr>
          <a:r>
            <a:rPr lang="es-MX" sz="2200" kern="1200" dirty="0">
              <a:solidFill>
                <a:schemeClr val="tx1"/>
              </a:solidFill>
            </a:rPr>
            <a:t>Si ingresos derivan exclusivamente del trabajo del personal o se dediquen al cuidado de bienes que produzcan rentas o créditos – límite de un mes de salario</a:t>
          </a:r>
        </a:p>
        <a:p>
          <a:pPr marL="228600" lvl="1" indent="-228600" algn="l" defTabSz="977900">
            <a:lnSpc>
              <a:spcPct val="90000"/>
            </a:lnSpc>
            <a:spcBef>
              <a:spcPct val="0"/>
            </a:spcBef>
            <a:spcAft>
              <a:spcPct val="15000"/>
            </a:spcAft>
            <a:buChar char="•"/>
          </a:pPr>
          <a:endParaRPr lang="es-MX" sz="2200" kern="1200" dirty="0">
            <a:solidFill>
              <a:schemeClr val="tx1"/>
            </a:solidFill>
          </a:endParaRPr>
        </a:p>
        <a:p>
          <a:pPr marL="228600" lvl="1" indent="-228600" algn="l" defTabSz="977900">
            <a:lnSpc>
              <a:spcPct val="90000"/>
            </a:lnSpc>
            <a:spcBef>
              <a:spcPct val="0"/>
            </a:spcBef>
            <a:spcAft>
              <a:spcPct val="15000"/>
            </a:spcAft>
            <a:buChar char="•"/>
          </a:pPr>
          <a:r>
            <a:rPr lang="es-MX" sz="2200" kern="1200" dirty="0">
              <a:solidFill>
                <a:schemeClr val="tx1"/>
              </a:solidFill>
            </a:rPr>
            <a:t>Límite general de 3 meses del salario del trabajador o del promedio de la PTU de los últimos 3 años</a:t>
          </a:r>
        </a:p>
      </dsp:txBody>
      <dsp:txXfrm>
        <a:off x="0" y="1384569"/>
        <a:ext cx="10515600" cy="2964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707921-40B4-4FE9-9BE9-06727FF8F134}">
      <dsp:nvSpPr>
        <dsp:cNvPr id="0" name=""/>
        <dsp:cNvSpPr/>
      </dsp:nvSpPr>
      <dsp:spPr>
        <a:xfrm>
          <a:off x="5178169" y="1891647"/>
          <a:ext cx="4273337" cy="476423"/>
        </a:xfrm>
        <a:custGeom>
          <a:avLst/>
          <a:gdLst/>
          <a:ahLst/>
          <a:cxnLst/>
          <a:rect l="0" t="0" r="0" b="0"/>
          <a:pathLst>
            <a:path>
              <a:moveTo>
                <a:pt x="0" y="0"/>
              </a:moveTo>
              <a:lnTo>
                <a:pt x="0" y="284021"/>
              </a:lnTo>
              <a:lnTo>
                <a:pt x="4273337" y="284021"/>
              </a:lnTo>
              <a:lnTo>
                <a:pt x="4273337"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FEB6FF-11D1-41E1-A5B1-DB2CAD513C66}">
      <dsp:nvSpPr>
        <dsp:cNvPr id="0" name=""/>
        <dsp:cNvSpPr/>
      </dsp:nvSpPr>
      <dsp:spPr>
        <a:xfrm>
          <a:off x="5178169" y="1891647"/>
          <a:ext cx="2136668" cy="476423"/>
        </a:xfrm>
        <a:custGeom>
          <a:avLst/>
          <a:gdLst/>
          <a:ahLst/>
          <a:cxnLst/>
          <a:rect l="0" t="0" r="0" b="0"/>
          <a:pathLst>
            <a:path>
              <a:moveTo>
                <a:pt x="0" y="0"/>
              </a:moveTo>
              <a:lnTo>
                <a:pt x="0" y="284021"/>
              </a:lnTo>
              <a:lnTo>
                <a:pt x="2136668" y="284021"/>
              </a:lnTo>
              <a:lnTo>
                <a:pt x="2136668"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470460-D3EA-48A9-903B-D335070B7658}">
      <dsp:nvSpPr>
        <dsp:cNvPr id="0" name=""/>
        <dsp:cNvSpPr/>
      </dsp:nvSpPr>
      <dsp:spPr>
        <a:xfrm>
          <a:off x="5132449" y="1891647"/>
          <a:ext cx="91440" cy="476423"/>
        </a:xfrm>
        <a:custGeom>
          <a:avLst/>
          <a:gdLst/>
          <a:ahLst/>
          <a:cxnLst/>
          <a:rect l="0" t="0" r="0" b="0"/>
          <a:pathLst>
            <a:path>
              <a:moveTo>
                <a:pt x="45720" y="0"/>
              </a:moveTo>
              <a:lnTo>
                <a:pt x="45720"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65DA25-E3A0-4D6E-B024-748648CD439D}">
      <dsp:nvSpPr>
        <dsp:cNvPr id="0" name=""/>
        <dsp:cNvSpPr/>
      </dsp:nvSpPr>
      <dsp:spPr>
        <a:xfrm>
          <a:off x="3041501" y="1891647"/>
          <a:ext cx="2136668" cy="476423"/>
        </a:xfrm>
        <a:custGeom>
          <a:avLst/>
          <a:gdLst/>
          <a:ahLst/>
          <a:cxnLst/>
          <a:rect l="0" t="0" r="0" b="0"/>
          <a:pathLst>
            <a:path>
              <a:moveTo>
                <a:pt x="2136668" y="0"/>
              </a:moveTo>
              <a:lnTo>
                <a:pt x="2136668" y="284021"/>
              </a:lnTo>
              <a:lnTo>
                <a:pt x="0" y="284021"/>
              </a:lnTo>
              <a:lnTo>
                <a:pt x="0"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D2666D-F796-4388-A562-CC42C0749D21}">
      <dsp:nvSpPr>
        <dsp:cNvPr id="0" name=""/>
        <dsp:cNvSpPr/>
      </dsp:nvSpPr>
      <dsp:spPr>
        <a:xfrm>
          <a:off x="904832" y="1891647"/>
          <a:ext cx="4273337" cy="476423"/>
        </a:xfrm>
        <a:custGeom>
          <a:avLst/>
          <a:gdLst/>
          <a:ahLst/>
          <a:cxnLst/>
          <a:rect l="0" t="0" r="0" b="0"/>
          <a:pathLst>
            <a:path>
              <a:moveTo>
                <a:pt x="4273337" y="0"/>
              </a:moveTo>
              <a:lnTo>
                <a:pt x="4273337" y="284021"/>
              </a:lnTo>
              <a:lnTo>
                <a:pt x="0" y="284021"/>
              </a:lnTo>
              <a:lnTo>
                <a:pt x="0"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93ED2A-282F-483B-8A31-6667D0183300}">
      <dsp:nvSpPr>
        <dsp:cNvPr id="0" name=""/>
        <dsp:cNvSpPr/>
      </dsp:nvSpPr>
      <dsp:spPr>
        <a:xfrm>
          <a:off x="4381867" y="1067067"/>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Holding</a:t>
          </a:r>
        </a:p>
      </dsp:txBody>
      <dsp:txXfrm>
        <a:off x="4381867" y="1067067"/>
        <a:ext cx="1592604" cy="824579"/>
      </dsp:txXfrm>
    </dsp:sp>
    <dsp:sp modelId="{DB51E32A-163B-413B-AF45-9EF2D7C724D1}">
      <dsp:nvSpPr>
        <dsp:cNvPr id="0" name=""/>
        <dsp:cNvSpPr/>
      </dsp:nvSpPr>
      <dsp:spPr>
        <a:xfrm>
          <a:off x="4700388" y="1708407"/>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4700388" y="1708407"/>
        <a:ext cx="1433343" cy="274859"/>
      </dsp:txXfrm>
    </dsp:sp>
    <dsp:sp modelId="{080086B1-AD48-401B-A597-DCD50E74F505}">
      <dsp:nvSpPr>
        <dsp:cNvPr id="0" name=""/>
        <dsp:cNvSpPr/>
      </dsp:nvSpPr>
      <dsp:spPr>
        <a:xfrm>
          <a:off x="108530"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Compras</a:t>
          </a:r>
        </a:p>
      </dsp:txBody>
      <dsp:txXfrm>
        <a:off x="108530" y="2368070"/>
        <a:ext cx="1592604" cy="824579"/>
      </dsp:txXfrm>
    </dsp:sp>
    <dsp:sp modelId="{DD24DE7C-A978-4FE0-B019-FC58501A9EFE}">
      <dsp:nvSpPr>
        <dsp:cNvPr id="0" name=""/>
        <dsp:cNvSpPr/>
      </dsp:nvSpPr>
      <dsp:spPr>
        <a:xfrm>
          <a:off x="427051"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427051" y="3009410"/>
        <a:ext cx="1433343" cy="274859"/>
      </dsp:txXfrm>
    </dsp:sp>
    <dsp:sp modelId="{A191E44E-59B5-4E06-8FFE-575BBA637015}">
      <dsp:nvSpPr>
        <dsp:cNvPr id="0" name=""/>
        <dsp:cNvSpPr/>
      </dsp:nvSpPr>
      <dsp:spPr>
        <a:xfrm>
          <a:off x="2245199"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Producción</a:t>
          </a:r>
        </a:p>
      </dsp:txBody>
      <dsp:txXfrm>
        <a:off x="2245199" y="2368070"/>
        <a:ext cx="1592604" cy="824579"/>
      </dsp:txXfrm>
    </dsp:sp>
    <dsp:sp modelId="{F9003A8F-E718-4730-B469-66E601321958}">
      <dsp:nvSpPr>
        <dsp:cNvPr id="0" name=""/>
        <dsp:cNvSpPr/>
      </dsp:nvSpPr>
      <dsp:spPr>
        <a:xfrm>
          <a:off x="2563719"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 Sin Empleados</a:t>
          </a:r>
        </a:p>
      </dsp:txBody>
      <dsp:txXfrm>
        <a:off x="2563719" y="3009410"/>
        <a:ext cx="1433343" cy="274859"/>
      </dsp:txXfrm>
    </dsp:sp>
    <dsp:sp modelId="{95DEC048-EF7D-46D3-9B44-A003F6066294}">
      <dsp:nvSpPr>
        <dsp:cNvPr id="0" name=""/>
        <dsp:cNvSpPr/>
      </dsp:nvSpPr>
      <dsp:spPr>
        <a:xfrm>
          <a:off x="4381867"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Comercialización</a:t>
          </a:r>
        </a:p>
      </dsp:txBody>
      <dsp:txXfrm>
        <a:off x="4381867" y="2368070"/>
        <a:ext cx="1592604" cy="824579"/>
      </dsp:txXfrm>
    </dsp:sp>
    <dsp:sp modelId="{18FBE546-C3AB-4A09-9B6F-97048D6FAFF2}">
      <dsp:nvSpPr>
        <dsp:cNvPr id="0" name=""/>
        <dsp:cNvSpPr/>
      </dsp:nvSpPr>
      <dsp:spPr>
        <a:xfrm>
          <a:off x="4700388"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4700388" y="3009410"/>
        <a:ext cx="1433343" cy="274859"/>
      </dsp:txXfrm>
    </dsp:sp>
    <dsp:sp modelId="{117A989C-4E7A-4935-8979-C621AB056F51}">
      <dsp:nvSpPr>
        <dsp:cNvPr id="0" name=""/>
        <dsp:cNvSpPr/>
      </dsp:nvSpPr>
      <dsp:spPr>
        <a:xfrm>
          <a:off x="6518536"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Tesorería</a:t>
          </a:r>
        </a:p>
      </dsp:txBody>
      <dsp:txXfrm>
        <a:off x="6518536" y="2368070"/>
        <a:ext cx="1592604" cy="824579"/>
      </dsp:txXfrm>
    </dsp:sp>
    <dsp:sp modelId="{73201682-957B-47B3-8BC5-C39A52A2BCEC}">
      <dsp:nvSpPr>
        <dsp:cNvPr id="0" name=""/>
        <dsp:cNvSpPr/>
      </dsp:nvSpPr>
      <dsp:spPr>
        <a:xfrm>
          <a:off x="6837057"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6837057" y="3009410"/>
        <a:ext cx="1433343" cy="274859"/>
      </dsp:txXfrm>
    </dsp:sp>
    <dsp:sp modelId="{759248FB-BE17-46C5-96E8-389EFA5F47C3}">
      <dsp:nvSpPr>
        <dsp:cNvPr id="0" name=""/>
        <dsp:cNvSpPr/>
      </dsp:nvSpPr>
      <dsp:spPr>
        <a:xfrm>
          <a:off x="8655204"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Prestadora de Servicios</a:t>
          </a:r>
        </a:p>
      </dsp:txBody>
      <dsp:txXfrm>
        <a:off x="8655204" y="2368070"/>
        <a:ext cx="1592604" cy="824579"/>
      </dsp:txXfrm>
    </dsp:sp>
    <dsp:sp modelId="{E36AC129-CCB7-48F2-90FE-2C69834C51A2}">
      <dsp:nvSpPr>
        <dsp:cNvPr id="0" name=""/>
        <dsp:cNvSpPr/>
      </dsp:nvSpPr>
      <dsp:spPr>
        <a:xfrm>
          <a:off x="8973725"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r" defTabSz="800100">
            <a:lnSpc>
              <a:spcPct val="90000"/>
            </a:lnSpc>
            <a:spcBef>
              <a:spcPct val="0"/>
            </a:spcBef>
            <a:spcAft>
              <a:spcPct val="35000"/>
            </a:spcAft>
            <a:buNone/>
          </a:pPr>
          <a:r>
            <a:rPr lang="es-MX" sz="1800" kern="1200" dirty="0"/>
            <a:t>Empleados</a:t>
          </a:r>
        </a:p>
      </dsp:txBody>
      <dsp:txXfrm>
        <a:off x="8973725" y="3009410"/>
        <a:ext cx="1433343" cy="2748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0556C-D67C-40E4-8142-EAD303A351AB}">
      <dsp:nvSpPr>
        <dsp:cNvPr id="0" name=""/>
        <dsp:cNvSpPr/>
      </dsp:nvSpPr>
      <dsp:spPr>
        <a:xfrm>
          <a:off x="5230" y="165048"/>
          <a:ext cx="23780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s-MX" sz="1600" kern="1200" dirty="0"/>
            <a:t>Empresa </a:t>
          </a:r>
          <a:r>
            <a:rPr lang="es-MX" sz="1100" kern="1200" dirty="0"/>
            <a:t>(LFT 117)</a:t>
          </a:r>
          <a:r>
            <a:rPr lang="es-MX" sz="1600" kern="1200" dirty="0"/>
            <a:t> </a:t>
          </a:r>
        </a:p>
      </dsp:txBody>
      <dsp:txXfrm>
        <a:off x="5230" y="165048"/>
        <a:ext cx="2378024" cy="518400"/>
      </dsp:txXfrm>
    </dsp:sp>
    <dsp:sp modelId="{B022450B-4BEF-4E4F-BCE1-D14D86F40045}">
      <dsp:nvSpPr>
        <dsp:cNvPr id="0" name=""/>
        <dsp:cNvSpPr/>
      </dsp:nvSpPr>
      <dsp:spPr>
        <a:xfrm>
          <a:off x="492295" y="683448"/>
          <a:ext cx="2378024" cy="559450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s-MX" sz="1800" kern="1200" dirty="0"/>
            <a:t>Los trabajadores participarán en las utilidades de las </a:t>
          </a:r>
          <a:r>
            <a:rPr lang="es-MX" sz="1800" kern="1200" dirty="0">
              <a:solidFill>
                <a:schemeClr val="accent6"/>
              </a:solidFill>
            </a:rPr>
            <a:t>empresas</a:t>
          </a:r>
          <a:r>
            <a:rPr lang="es-MX" sz="1800" kern="1200" dirty="0"/>
            <a:t>, de conformidad con el porcentaje que determine la Comisión Nacional para la Participación de los Trabajadores en las Utilidades de las Empresas.</a:t>
          </a:r>
        </a:p>
      </dsp:txBody>
      <dsp:txXfrm>
        <a:off x="561945" y="753098"/>
        <a:ext cx="2238724" cy="5455205"/>
      </dsp:txXfrm>
    </dsp:sp>
    <dsp:sp modelId="{C50E83B3-9203-4B7F-8938-B0C8515DED00}">
      <dsp:nvSpPr>
        <dsp:cNvPr id="0" name=""/>
        <dsp:cNvSpPr/>
      </dsp:nvSpPr>
      <dsp:spPr>
        <a:xfrm>
          <a:off x="2743754" y="128219"/>
          <a:ext cx="764259" cy="592059"/>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dirty="0"/>
        </a:p>
      </dsp:txBody>
      <dsp:txXfrm>
        <a:off x="2743754" y="246631"/>
        <a:ext cx="586641" cy="355235"/>
      </dsp:txXfrm>
    </dsp:sp>
    <dsp:sp modelId="{64C0978C-E45D-4940-A6A7-274E5D37C9AD}">
      <dsp:nvSpPr>
        <dsp:cNvPr id="0" name=""/>
        <dsp:cNvSpPr/>
      </dsp:nvSpPr>
      <dsp:spPr>
        <a:xfrm>
          <a:off x="3825254" y="165048"/>
          <a:ext cx="23780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s-MX" sz="1600" kern="1200" dirty="0"/>
            <a:t>Unidad Económica </a:t>
          </a:r>
          <a:r>
            <a:rPr lang="es-MX" sz="1100" kern="1200" dirty="0"/>
            <a:t>(LFT 16)</a:t>
          </a:r>
          <a:endParaRPr lang="es-MX" sz="1600" kern="1200" dirty="0"/>
        </a:p>
      </dsp:txBody>
      <dsp:txXfrm>
        <a:off x="3825254" y="165048"/>
        <a:ext cx="2378024" cy="518400"/>
      </dsp:txXfrm>
    </dsp:sp>
    <dsp:sp modelId="{2EE1A205-FEA1-4CC6-AAAC-BF82B2EEE03E}">
      <dsp:nvSpPr>
        <dsp:cNvPr id="0" name=""/>
        <dsp:cNvSpPr/>
      </dsp:nvSpPr>
      <dsp:spPr>
        <a:xfrm>
          <a:off x="4312320" y="683448"/>
          <a:ext cx="2378024" cy="559450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FontTx/>
            <a:buNone/>
          </a:pPr>
          <a:r>
            <a:rPr lang="es-MX" sz="1800" kern="1200" dirty="0"/>
            <a:t>Para los efectos de las normas de trabajo, </a:t>
          </a:r>
          <a:r>
            <a:rPr lang="es-MX" sz="1800" kern="1200" dirty="0">
              <a:solidFill>
                <a:schemeClr val="accent6"/>
              </a:solidFill>
            </a:rPr>
            <a:t>se entiende por empresa la unidad económica</a:t>
          </a:r>
          <a:r>
            <a:rPr lang="es-MX" sz="1800" kern="1200" dirty="0"/>
            <a:t> de producción o distribución de bienes o servicios y por establecimiento la unidad técnica que como sucursal, agencia u otra forma semejante, sea parte integrante y contribuya a la realización de los fines de la empresa</a:t>
          </a:r>
        </a:p>
      </dsp:txBody>
      <dsp:txXfrm>
        <a:off x="4381970" y="753098"/>
        <a:ext cx="2238724" cy="5455205"/>
      </dsp:txXfrm>
    </dsp:sp>
    <dsp:sp modelId="{2C6C2300-A893-49E1-9887-434F5A4446BC}">
      <dsp:nvSpPr>
        <dsp:cNvPr id="0" name=""/>
        <dsp:cNvSpPr/>
      </dsp:nvSpPr>
      <dsp:spPr>
        <a:xfrm>
          <a:off x="6563779" y="128219"/>
          <a:ext cx="764259" cy="592059"/>
        </a:xfrm>
        <a:prstGeom prst="rightArrow">
          <a:avLst>
            <a:gd name="adj1" fmla="val 60000"/>
            <a:gd name="adj2" fmla="val 50000"/>
          </a:avLst>
        </a:prstGeom>
        <a:solidFill>
          <a:srgbClr val="92D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p>
      </dsp:txBody>
      <dsp:txXfrm>
        <a:off x="6563779" y="246631"/>
        <a:ext cx="586641" cy="355235"/>
      </dsp:txXfrm>
    </dsp:sp>
    <dsp:sp modelId="{C3E215AC-E710-4780-9D12-A2C87307EF32}">
      <dsp:nvSpPr>
        <dsp:cNvPr id="0" name=""/>
        <dsp:cNvSpPr/>
      </dsp:nvSpPr>
      <dsp:spPr>
        <a:xfrm>
          <a:off x="7645279" y="165048"/>
          <a:ext cx="23780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s-MX" sz="1600" kern="1200" dirty="0"/>
            <a:t>Patrón Real </a:t>
          </a:r>
          <a:r>
            <a:rPr lang="es-MX" sz="1100" kern="1200" dirty="0"/>
            <a:t>(Tesis)</a:t>
          </a:r>
          <a:endParaRPr lang="es-MX" sz="1600" kern="1200" dirty="0"/>
        </a:p>
      </dsp:txBody>
      <dsp:txXfrm>
        <a:off x="7645279" y="165048"/>
        <a:ext cx="2378024" cy="518400"/>
      </dsp:txXfrm>
    </dsp:sp>
    <dsp:sp modelId="{2B87E828-7B06-45FE-A3D8-BFD0F50D938D}">
      <dsp:nvSpPr>
        <dsp:cNvPr id="0" name=""/>
        <dsp:cNvSpPr/>
      </dsp:nvSpPr>
      <dsp:spPr>
        <a:xfrm>
          <a:off x="8132345" y="683448"/>
          <a:ext cx="2378024" cy="559450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Tx/>
            <a:buNone/>
          </a:pPr>
          <a:r>
            <a:rPr lang="es-MX" sz="1400" b="1" i="1" kern="1200" dirty="0"/>
            <a:t>CONTRATO CIVIL DE PRESTACIÓN DE SERVICIOS PROFESIONALES. SI A TRAVÉS DE ÉL UN TERCERO SE OBLIGA A SUMINISTRAR PERSONAL A UN </a:t>
          </a:r>
          <a:r>
            <a:rPr lang="es-MX" sz="1400" b="1" i="1" kern="1200" dirty="0">
              <a:solidFill>
                <a:srgbClr val="92D050"/>
              </a:solidFill>
            </a:rPr>
            <a:t>PATRÓN REAL </a:t>
          </a:r>
          <a:r>
            <a:rPr lang="es-MX" sz="1400" b="1" i="1" kern="1200" dirty="0"/>
            <a:t>CON EL COMPROMISO DE RELEVARLO DE CUALQUIER OBLIGACIÓN LABORAL, </a:t>
          </a:r>
          <a:r>
            <a:rPr lang="es-MX" sz="1400" b="1" i="1" kern="1200" dirty="0">
              <a:solidFill>
                <a:srgbClr val="92D050"/>
              </a:solidFill>
            </a:rPr>
            <a:t>AMBAS EMPRESAS CONSTITUYEN LA UNIDAD ECONÓMICA </a:t>
          </a:r>
          <a:r>
            <a:rPr lang="es-MX" sz="1400" b="1" i="1" kern="1200" dirty="0"/>
            <a:t>A QUE SE REFIERE EL ARTÍCULO 16 DE LA LEY FEDERAL DEL TRABAJO Y, POR ENDE, LAS DOS SON RESPONSABLES DE LA RELACIÓN LABORAL PARA CON EL TRABAJADOR.</a:t>
          </a:r>
          <a:endParaRPr lang="es-MX" sz="1400" kern="1200" dirty="0"/>
        </a:p>
        <a:p>
          <a:pPr marL="114300" lvl="1" indent="-114300" algn="l" defTabSz="622300">
            <a:lnSpc>
              <a:spcPct val="90000"/>
            </a:lnSpc>
            <a:spcBef>
              <a:spcPct val="0"/>
            </a:spcBef>
            <a:spcAft>
              <a:spcPct val="15000"/>
            </a:spcAft>
            <a:buFontTx/>
            <a:buNone/>
          </a:pPr>
          <a:r>
            <a:rPr lang="es-MX" sz="1400" b="1" i="1" kern="1200" dirty="0"/>
            <a:t>…</a:t>
          </a:r>
        </a:p>
        <a:p>
          <a:pPr marL="114300" lvl="1" indent="-114300" algn="l" defTabSz="533400">
            <a:lnSpc>
              <a:spcPct val="90000"/>
            </a:lnSpc>
            <a:spcBef>
              <a:spcPct val="0"/>
            </a:spcBef>
            <a:spcAft>
              <a:spcPct val="15000"/>
            </a:spcAft>
            <a:buChar char="•"/>
          </a:pPr>
          <a:endParaRPr lang="es-MX" sz="1200" b="1" i="1" kern="1200" dirty="0"/>
        </a:p>
        <a:p>
          <a:pPr marL="57150" lvl="1" indent="-57150" algn="l" defTabSz="355600">
            <a:lnSpc>
              <a:spcPct val="90000"/>
            </a:lnSpc>
            <a:spcBef>
              <a:spcPct val="0"/>
            </a:spcBef>
            <a:spcAft>
              <a:spcPct val="15000"/>
            </a:spcAft>
            <a:buFontTx/>
            <a:buNone/>
          </a:pPr>
          <a:r>
            <a:rPr lang="es-MX" sz="800" i="1" kern="1200" dirty="0"/>
            <a:t>TERCER TRIBUNAL COLEGIADO EN MATERIA DE TRABAJO DEL PRIMER CIRCUITO.</a:t>
          </a:r>
        </a:p>
        <a:p>
          <a:pPr marL="57150" lvl="1" indent="-57150" algn="l" defTabSz="355600">
            <a:lnSpc>
              <a:spcPct val="90000"/>
            </a:lnSpc>
            <a:spcBef>
              <a:spcPct val="0"/>
            </a:spcBef>
            <a:spcAft>
              <a:spcPct val="15000"/>
            </a:spcAft>
            <a:buFontTx/>
            <a:buNone/>
          </a:pPr>
          <a:r>
            <a:rPr lang="es-MX" sz="800" i="1" kern="1200" dirty="0"/>
            <a:t>Semanario Judicial de la Federación y su Gaceta.</a:t>
          </a:r>
        </a:p>
        <a:p>
          <a:pPr marL="57150" lvl="1" indent="-57150" algn="l" defTabSz="355600">
            <a:lnSpc>
              <a:spcPct val="90000"/>
            </a:lnSpc>
            <a:spcBef>
              <a:spcPct val="0"/>
            </a:spcBef>
            <a:spcAft>
              <a:spcPct val="15000"/>
            </a:spcAft>
            <a:buFontTx/>
            <a:buNone/>
          </a:pPr>
          <a:r>
            <a:rPr lang="pt-BR" sz="800" i="1" kern="1200" dirty="0"/>
            <a:t>Décima Época. Libro V. Tomo 3. Tesis I.3o.T.</a:t>
          </a:r>
        </a:p>
        <a:p>
          <a:pPr marL="57150" lvl="1" indent="-57150" algn="l" defTabSz="355600">
            <a:lnSpc>
              <a:spcPct val="90000"/>
            </a:lnSpc>
            <a:spcBef>
              <a:spcPct val="0"/>
            </a:spcBef>
            <a:spcAft>
              <a:spcPct val="15000"/>
            </a:spcAft>
            <a:buFontTx/>
            <a:buNone/>
          </a:pPr>
          <a:r>
            <a:rPr lang="es-MX" sz="800" i="1" kern="1200" dirty="0"/>
            <a:t>J/28 (9a.). Febrero, 2012. Pág. 1991.</a:t>
          </a:r>
          <a:endParaRPr lang="es-MX" sz="800" kern="1200" dirty="0"/>
        </a:p>
      </dsp:txBody>
      <dsp:txXfrm>
        <a:off x="8201995" y="753098"/>
        <a:ext cx="2238724" cy="54552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707921-40B4-4FE9-9BE9-06727FF8F134}">
      <dsp:nvSpPr>
        <dsp:cNvPr id="0" name=""/>
        <dsp:cNvSpPr/>
      </dsp:nvSpPr>
      <dsp:spPr>
        <a:xfrm>
          <a:off x="5178169" y="1891647"/>
          <a:ext cx="4273337" cy="476423"/>
        </a:xfrm>
        <a:custGeom>
          <a:avLst/>
          <a:gdLst/>
          <a:ahLst/>
          <a:cxnLst/>
          <a:rect l="0" t="0" r="0" b="0"/>
          <a:pathLst>
            <a:path>
              <a:moveTo>
                <a:pt x="0" y="0"/>
              </a:moveTo>
              <a:lnTo>
                <a:pt x="0" y="284021"/>
              </a:lnTo>
              <a:lnTo>
                <a:pt x="4273337" y="284021"/>
              </a:lnTo>
              <a:lnTo>
                <a:pt x="4273337"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FEB6FF-11D1-41E1-A5B1-DB2CAD513C66}">
      <dsp:nvSpPr>
        <dsp:cNvPr id="0" name=""/>
        <dsp:cNvSpPr/>
      </dsp:nvSpPr>
      <dsp:spPr>
        <a:xfrm>
          <a:off x="5178169" y="1891647"/>
          <a:ext cx="2136668" cy="476423"/>
        </a:xfrm>
        <a:custGeom>
          <a:avLst/>
          <a:gdLst/>
          <a:ahLst/>
          <a:cxnLst/>
          <a:rect l="0" t="0" r="0" b="0"/>
          <a:pathLst>
            <a:path>
              <a:moveTo>
                <a:pt x="0" y="0"/>
              </a:moveTo>
              <a:lnTo>
                <a:pt x="0" y="284021"/>
              </a:lnTo>
              <a:lnTo>
                <a:pt x="2136668" y="284021"/>
              </a:lnTo>
              <a:lnTo>
                <a:pt x="2136668"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470460-D3EA-48A9-903B-D335070B7658}">
      <dsp:nvSpPr>
        <dsp:cNvPr id="0" name=""/>
        <dsp:cNvSpPr/>
      </dsp:nvSpPr>
      <dsp:spPr>
        <a:xfrm>
          <a:off x="5132449" y="1891647"/>
          <a:ext cx="91440" cy="476423"/>
        </a:xfrm>
        <a:custGeom>
          <a:avLst/>
          <a:gdLst/>
          <a:ahLst/>
          <a:cxnLst/>
          <a:rect l="0" t="0" r="0" b="0"/>
          <a:pathLst>
            <a:path>
              <a:moveTo>
                <a:pt x="45720" y="0"/>
              </a:moveTo>
              <a:lnTo>
                <a:pt x="45720"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65DA25-E3A0-4D6E-B024-748648CD439D}">
      <dsp:nvSpPr>
        <dsp:cNvPr id="0" name=""/>
        <dsp:cNvSpPr/>
      </dsp:nvSpPr>
      <dsp:spPr>
        <a:xfrm>
          <a:off x="3041501" y="1891647"/>
          <a:ext cx="2136668" cy="476423"/>
        </a:xfrm>
        <a:custGeom>
          <a:avLst/>
          <a:gdLst/>
          <a:ahLst/>
          <a:cxnLst/>
          <a:rect l="0" t="0" r="0" b="0"/>
          <a:pathLst>
            <a:path>
              <a:moveTo>
                <a:pt x="2136668" y="0"/>
              </a:moveTo>
              <a:lnTo>
                <a:pt x="2136668" y="284021"/>
              </a:lnTo>
              <a:lnTo>
                <a:pt x="0" y="284021"/>
              </a:lnTo>
              <a:lnTo>
                <a:pt x="0"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D2666D-F796-4388-A562-CC42C0749D21}">
      <dsp:nvSpPr>
        <dsp:cNvPr id="0" name=""/>
        <dsp:cNvSpPr/>
      </dsp:nvSpPr>
      <dsp:spPr>
        <a:xfrm>
          <a:off x="904832" y="1891647"/>
          <a:ext cx="4273337" cy="476423"/>
        </a:xfrm>
        <a:custGeom>
          <a:avLst/>
          <a:gdLst/>
          <a:ahLst/>
          <a:cxnLst/>
          <a:rect l="0" t="0" r="0" b="0"/>
          <a:pathLst>
            <a:path>
              <a:moveTo>
                <a:pt x="4273337" y="0"/>
              </a:moveTo>
              <a:lnTo>
                <a:pt x="4273337" y="284021"/>
              </a:lnTo>
              <a:lnTo>
                <a:pt x="0" y="284021"/>
              </a:lnTo>
              <a:lnTo>
                <a:pt x="0" y="4764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93ED2A-282F-483B-8A31-6667D0183300}">
      <dsp:nvSpPr>
        <dsp:cNvPr id="0" name=""/>
        <dsp:cNvSpPr/>
      </dsp:nvSpPr>
      <dsp:spPr>
        <a:xfrm>
          <a:off x="4381867" y="1067067"/>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Holding</a:t>
          </a:r>
        </a:p>
      </dsp:txBody>
      <dsp:txXfrm>
        <a:off x="4381867" y="1067067"/>
        <a:ext cx="1592604" cy="824579"/>
      </dsp:txXfrm>
    </dsp:sp>
    <dsp:sp modelId="{DB51E32A-163B-413B-AF45-9EF2D7C724D1}">
      <dsp:nvSpPr>
        <dsp:cNvPr id="0" name=""/>
        <dsp:cNvSpPr/>
      </dsp:nvSpPr>
      <dsp:spPr>
        <a:xfrm>
          <a:off x="4700388" y="1708407"/>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4700388" y="1708407"/>
        <a:ext cx="1433343" cy="274859"/>
      </dsp:txXfrm>
    </dsp:sp>
    <dsp:sp modelId="{080086B1-AD48-401B-A597-DCD50E74F505}">
      <dsp:nvSpPr>
        <dsp:cNvPr id="0" name=""/>
        <dsp:cNvSpPr/>
      </dsp:nvSpPr>
      <dsp:spPr>
        <a:xfrm>
          <a:off x="108530"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Compras</a:t>
          </a:r>
        </a:p>
      </dsp:txBody>
      <dsp:txXfrm>
        <a:off x="108530" y="2368070"/>
        <a:ext cx="1592604" cy="824579"/>
      </dsp:txXfrm>
    </dsp:sp>
    <dsp:sp modelId="{DD24DE7C-A978-4FE0-B019-FC58501A9EFE}">
      <dsp:nvSpPr>
        <dsp:cNvPr id="0" name=""/>
        <dsp:cNvSpPr/>
      </dsp:nvSpPr>
      <dsp:spPr>
        <a:xfrm>
          <a:off x="427051"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427051" y="3009410"/>
        <a:ext cx="1433343" cy="274859"/>
      </dsp:txXfrm>
    </dsp:sp>
    <dsp:sp modelId="{A191E44E-59B5-4E06-8FFE-575BBA637015}">
      <dsp:nvSpPr>
        <dsp:cNvPr id="0" name=""/>
        <dsp:cNvSpPr/>
      </dsp:nvSpPr>
      <dsp:spPr>
        <a:xfrm>
          <a:off x="2245199"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Producción</a:t>
          </a:r>
        </a:p>
      </dsp:txBody>
      <dsp:txXfrm>
        <a:off x="2245199" y="2368070"/>
        <a:ext cx="1592604" cy="824579"/>
      </dsp:txXfrm>
    </dsp:sp>
    <dsp:sp modelId="{F9003A8F-E718-4730-B469-66E601321958}">
      <dsp:nvSpPr>
        <dsp:cNvPr id="0" name=""/>
        <dsp:cNvSpPr/>
      </dsp:nvSpPr>
      <dsp:spPr>
        <a:xfrm>
          <a:off x="2563719"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 Sin Empleados</a:t>
          </a:r>
        </a:p>
      </dsp:txBody>
      <dsp:txXfrm>
        <a:off x="2563719" y="3009410"/>
        <a:ext cx="1433343" cy="274859"/>
      </dsp:txXfrm>
    </dsp:sp>
    <dsp:sp modelId="{95DEC048-EF7D-46D3-9B44-A003F6066294}">
      <dsp:nvSpPr>
        <dsp:cNvPr id="0" name=""/>
        <dsp:cNvSpPr/>
      </dsp:nvSpPr>
      <dsp:spPr>
        <a:xfrm>
          <a:off x="4381867"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Comercialización</a:t>
          </a:r>
        </a:p>
      </dsp:txBody>
      <dsp:txXfrm>
        <a:off x="4381867" y="2368070"/>
        <a:ext cx="1592604" cy="824579"/>
      </dsp:txXfrm>
    </dsp:sp>
    <dsp:sp modelId="{18FBE546-C3AB-4A09-9B6F-97048D6FAFF2}">
      <dsp:nvSpPr>
        <dsp:cNvPr id="0" name=""/>
        <dsp:cNvSpPr/>
      </dsp:nvSpPr>
      <dsp:spPr>
        <a:xfrm>
          <a:off x="4700388"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4700388" y="3009410"/>
        <a:ext cx="1433343" cy="274859"/>
      </dsp:txXfrm>
    </dsp:sp>
    <dsp:sp modelId="{117A989C-4E7A-4935-8979-C621AB056F51}">
      <dsp:nvSpPr>
        <dsp:cNvPr id="0" name=""/>
        <dsp:cNvSpPr/>
      </dsp:nvSpPr>
      <dsp:spPr>
        <a:xfrm>
          <a:off x="6518536"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Tesorería</a:t>
          </a:r>
        </a:p>
      </dsp:txBody>
      <dsp:txXfrm>
        <a:off x="6518536" y="2368070"/>
        <a:ext cx="1592604" cy="824579"/>
      </dsp:txXfrm>
    </dsp:sp>
    <dsp:sp modelId="{73201682-957B-47B3-8BC5-C39A52A2BCEC}">
      <dsp:nvSpPr>
        <dsp:cNvPr id="0" name=""/>
        <dsp:cNvSpPr/>
      </dsp:nvSpPr>
      <dsp:spPr>
        <a:xfrm>
          <a:off x="6837057"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r>
            <a:rPr lang="es-MX" sz="1700" kern="1200" dirty="0"/>
            <a:t>Sin Empleados</a:t>
          </a:r>
        </a:p>
      </dsp:txBody>
      <dsp:txXfrm>
        <a:off x="6837057" y="3009410"/>
        <a:ext cx="1433343" cy="274859"/>
      </dsp:txXfrm>
    </dsp:sp>
    <dsp:sp modelId="{759248FB-BE17-46C5-96E8-389EFA5F47C3}">
      <dsp:nvSpPr>
        <dsp:cNvPr id="0" name=""/>
        <dsp:cNvSpPr/>
      </dsp:nvSpPr>
      <dsp:spPr>
        <a:xfrm>
          <a:off x="8655204" y="2368070"/>
          <a:ext cx="1592604" cy="8245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6357" numCol="1" spcCol="1270" anchor="ctr" anchorCtr="0">
          <a:noAutofit/>
        </a:bodyPr>
        <a:lstStyle/>
        <a:p>
          <a:pPr marL="0" lvl="0" indent="0" algn="ctr" defTabSz="800100">
            <a:lnSpc>
              <a:spcPct val="90000"/>
            </a:lnSpc>
            <a:spcBef>
              <a:spcPct val="0"/>
            </a:spcBef>
            <a:spcAft>
              <a:spcPct val="35000"/>
            </a:spcAft>
            <a:buNone/>
          </a:pPr>
          <a:r>
            <a:rPr lang="es-MX" sz="1800" kern="1200" dirty="0"/>
            <a:t>Prestadora de Servicios</a:t>
          </a:r>
        </a:p>
      </dsp:txBody>
      <dsp:txXfrm>
        <a:off x="8655204" y="2368070"/>
        <a:ext cx="1592604" cy="824579"/>
      </dsp:txXfrm>
    </dsp:sp>
    <dsp:sp modelId="{E36AC129-CCB7-48F2-90FE-2C69834C51A2}">
      <dsp:nvSpPr>
        <dsp:cNvPr id="0" name=""/>
        <dsp:cNvSpPr/>
      </dsp:nvSpPr>
      <dsp:spPr>
        <a:xfrm>
          <a:off x="8973725" y="3009410"/>
          <a:ext cx="1433343" cy="2748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11430" rIns="45720" bIns="11430" numCol="1" spcCol="1270" anchor="ctr" anchorCtr="0">
          <a:noAutofit/>
        </a:bodyPr>
        <a:lstStyle/>
        <a:p>
          <a:pPr marL="0" lvl="0" indent="0" algn="r" defTabSz="800100">
            <a:lnSpc>
              <a:spcPct val="90000"/>
            </a:lnSpc>
            <a:spcBef>
              <a:spcPct val="0"/>
            </a:spcBef>
            <a:spcAft>
              <a:spcPct val="35000"/>
            </a:spcAft>
            <a:buNone/>
          </a:pPr>
          <a:r>
            <a:rPr lang="es-MX" sz="1800" kern="1200" dirty="0"/>
            <a:t>Empleados</a:t>
          </a:r>
        </a:p>
      </dsp:txBody>
      <dsp:txXfrm>
        <a:off x="8973725" y="3009410"/>
        <a:ext cx="1433343" cy="274859"/>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915F6EE9-935D-ED40-B8EF-314D21E279DA}" type="datetimeFigureOut">
              <a:rPr lang="es-ES_tradnl" smtClean="0"/>
              <a:t>02/04/2025</a:t>
            </a:fld>
            <a:endParaRPr lang="es-ES_tradnl"/>
          </a:p>
        </p:txBody>
      </p:sp>
      <p:sp>
        <p:nvSpPr>
          <p:cNvPr id="4" name="Marcador de pie de página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s-ES_tradnl"/>
          </a:p>
        </p:txBody>
      </p:sp>
      <p:sp>
        <p:nvSpPr>
          <p:cNvPr id="5" name="Marcador de número de diapositiva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A7621158-D753-A74D-BBAD-9D751D620BCB}" type="slidenum">
              <a:rPr lang="es-ES_tradnl" smtClean="0"/>
              <a:t>‹Nº›</a:t>
            </a:fld>
            <a:endParaRPr lang="es-ES_tradnl"/>
          </a:p>
        </p:txBody>
      </p:sp>
    </p:spTree>
    <p:extLst>
      <p:ext uri="{BB962C8B-B14F-4D97-AF65-F5344CB8AC3E}">
        <p14:creationId xmlns:p14="http://schemas.microsoft.com/office/powerpoint/2010/main" val="875429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11114FEA-9014-423A-A22E-EF140AFAA1A3}" type="datetimeFigureOut">
              <a:rPr lang="es-MX" smtClean="0"/>
              <a:t>02/04/2025</a:t>
            </a:fld>
            <a:endParaRPr lang="es-MX"/>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1CCA9E69-4488-4520-A049-A6E38DF9C630}" type="slidenum">
              <a:rPr lang="es-MX" smtClean="0"/>
              <a:t>‹Nº›</a:t>
            </a:fld>
            <a:endParaRPr lang="es-MX"/>
          </a:p>
        </p:txBody>
      </p:sp>
    </p:spTree>
    <p:extLst>
      <p:ext uri="{BB962C8B-B14F-4D97-AF65-F5344CB8AC3E}">
        <p14:creationId xmlns:p14="http://schemas.microsoft.com/office/powerpoint/2010/main" val="4035875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a:t>
            </a:fld>
            <a:endParaRPr lang="es-MX"/>
          </a:p>
        </p:txBody>
      </p:sp>
    </p:spTree>
    <p:extLst>
      <p:ext uri="{BB962C8B-B14F-4D97-AF65-F5344CB8AC3E}">
        <p14:creationId xmlns:p14="http://schemas.microsoft.com/office/powerpoint/2010/main" val="3372548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a:t>
            </a:fld>
            <a:endParaRPr lang="es-MX"/>
          </a:p>
        </p:txBody>
      </p:sp>
    </p:spTree>
    <p:extLst>
      <p:ext uri="{BB962C8B-B14F-4D97-AF65-F5344CB8AC3E}">
        <p14:creationId xmlns:p14="http://schemas.microsoft.com/office/powerpoint/2010/main" val="2097857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a:t>
            </a:fld>
            <a:endParaRPr lang="es-MX"/>
          </a:p>
        </p:txBody>
      </p:sp>
    </p:spTree>
    <p:extLst>
      <p:ext uri="{BB962C8B-B14F-4D97-AF65-F5344CB8AC3E}">
        <p14:creationId xmlns:p14="http://schemas.microsoft.com/office/powerpoint/2010/main" val="1369187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5</a:t>
            </a:fld>
            <a:endParaRPr lang="es-MX"/>
          </a:p>
        </p:txBody>
      </p:sp>
    </p:spTree>
    <p:extLst>
      <p:ext uri="{BB962C8B-B14F-4D97-AF65-F5344CB8AC3E}">
        <p14:creationId xmlns:p14="http://schemas.microsoft.com/office/powerpoint/2010/main" val="1171908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6</a:t>
            </a:fld>
            <a:endParaRPr lang="es-MX"/>
          </a:p>
        </p:txBody>
      </p:sp>
    </p:spTree>
    <p:extLst>
      <p:ext uri="{BB962C8B-B14F-4D97-AF65-F5344CB8AC3E}">
        <p14:creationId xmlns:p14="http://schemas.microsoft.com/office/powerpoint/2010/main" val="920886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7</a:t>
            </a:fld>
            <a:endParaRPr lang="es-MX"/>
          </a:p>
        </p:txBody>
      </p:sp>
    </p:spTree>
    <p:extLst>
      <p:ext uri="{BB962C8B-B14F-4D97-AF65-F5344CB8AC3E}">
        <p14:creationId xmlns:p14="http://schemas.microsoft.com/office/powerpoint/2010/main" val="3986344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8</a:t>
            </a:fld>
            <a:endParaRPr lang="es-MX"/>
          </a:p>
        </p:txBody>
      </p:sp>
    </p:spTree>
    <p:extLst>
      <p:ext uri="{BB962C8B-B14F-4D97-AF65-F5344CB8AC3E}">
        <p14:creationId xmlns:p14="http://schemas.microsoft.com/office/powerpoint/2010/main" val="2144996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MX"/>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MX"/>
          </a:p>
        </p:txBody>
      </p:sp>
      <p:sp>
        <p:nvSpPr>
          <p:cNvPr id="4" name="Date Placeholder 3"/>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900445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439598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MX"/>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2150401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Date Placeholder 4"/>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595376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s-MX"/>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7" name="Date Placeholder 6"/>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8" name="Footer Placeholder 7"/>
          <p:cNvSpPr>
            <a:spLocks noGrp="1"/>
          </p:cNvSpPr>
          <p:nvPr>
            <p:ph type="ftr" sz="quarter" idx="11"/>
          </p:nvPr>
        </p:nvSpPr>
        <p:spPr/>
        <p:txBody>
          <a:bodyPr/>
          <a:lstStyle/>
          <a:p>
            <a:endParaRPr lang="es-MX" dirty="0"/>
          </a:p>
        </p:txBody>
      </p:sp>
      <p:sp>
        <p:nvSpPr>
          <p:cNvPr id="9" name="Slide Number Placeholder 8"/>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308110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Date Placeholder 2"/>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176568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3" name="Footer Placeholder 2"/>
          <p:cNvSpPr>
            <a:spLocks noGrp="1"/>
          </p:cNvSpPr>
          <p:nvPr>
            <p:ph type="ftr" sz="quarter" idx="11"/>
          </p:nvPr>
        </p:nvSpPr>
        <p:spPr/>
        <p:txBody>
          <a:bodyPr/>
          <a:lstStyle/>
          <a:p>
            <a:endParaRPr lang="es-MX" dirty="0"/>
          </a:p>
        </p:txBody>
      </p:sp>
      <p:sp>
        <p:nvSpPr>
          <p:cNvPr id="4" name="Slide Number Placeholder 3"/>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2263793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2017670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MX"/>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6" name="Footer Placeholder 5"/>
          <p:cNvSpPr>
            <a:spLocks noGrp="1"/>
          </p:cNvSpPr>
          <p:nvPr>
            <p:ph type="ftr" sz="quarter" idx="11"/>
          </p:nvPr>
        </p:nvSpPr>
        <p:spPr/>
        <p:txBody>
          <a:bodyPr/>
          <a:lstStyle/>
          <a:p>
            <a:endParaRPr lang="es-MX" dirty="0"/>
          </a:p>
        </p:txBody>
      </p:sp>
      <p:sp>
        <p:nvSpPr>
          <p:cNvPr id="7" name="Slide Number Placeholder 6"/>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4147310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2429385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s-MX"/>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3978656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MX"/>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p:cNvSpPr>
            <a:spLocks noGrp="1"/>
          </p:cNvSpPr>
          <p:nvPr>
            <p:ph type="dt" sz="half" idx="10"/>
          </p:nvPr>
        </p:nvSpPr>
        <p:spPr/>
        <p:txBody>
          <a:bodyPr/>
          <a:lstStyle/>
          <a:p>
            <a:fld id="{36798464-2D0C-4405-9DE5-D60CBE4FE90E}" type="datetimeFigureOut">
              <a:rPr lang="es-MX" smtClean="0"/>
              <a:t>02/04/2025</a:t>
            </a:fld>
            <a:endParaRPr lang="es-MX" dirty="0"/>
          </a:p>
        </p:txBody>
      </p:sp>
      <p:sp>
        <p:nvSpPr>
          <p:cNvPr id="5" name="Footer Placeholder 4"/>
          <p:cNvSpPr>
            <a:spLocks noGrp="1"/>
          </p:cNvSpPr>
          <p:nvPr>
            <p:ph type="ftr" sz="quarter" idx="11"/>
          </p:nvPr>
        </p:nvSpPr>
        <p:spPr/>
        <p:txBody>
          <a:bodyPr/>
          <a:lstStyle/>
          <a:p>
            <a:endParaRPr lang="es-MX" dirty="0"/>
          </a:p>
        </p:txBody>
      </p:sp>
      <p:sp>
        <p:nvSpPr>
          <p:cNvPr id="6" name="Slide Number Placeholder 5"/>
          <p:cNvSpPr>
            <a:spLocks noGrp="1"/>
          </p:cNvSpPr>
          <p:nvPr>
            <p:ph type="sldNum" sz="quarter" idx="12"/>
          </p:nvPr>
        </p:nvSpPr>
        <p:spPr/>
        <p:txBody>
          <a:bodyPr/>
          <a:lstStyle/>
          <a:p>
            <a:fld id="{9EB5EEC9-5547-4813-8888-10EC0C218847}" type="slidenum">
              <a:rPr lang="es-MX" smtClean="0"/>
              <a:t>‹Nº›</a:t>
            </a:fld>
            <a:endParaRPr lang="es-MX" dirty="0"/>
          </a:p>
        </p:txBody>
      </p:sp>
    </p:spTree>
    <p:extLst>
      <p:ext uri="{BB962C8B-B14F-4D97-AF65-F5344CB8AC3E}">
        <p14:creationId xmlns:p14="http://schemas.microsoft.com/office/powerpoint/2010/main" val="2051299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3" name="Date Placeholder 2"/>
          <p:cNvSpPr>
            <a:spLocks noGrp="1"/>
          </p:cNvSpPr>
          <p:nvPr>
            <p:ph type="dt" sz="half" idx="10"/>
          </p:nvPr>
        </p:nvSpPr>
        <p:spPr/>
        <p:txBody>
          <a:bodyPr/>
          <a:lstStyle/>
          <a:p>
            <a:fld id="{B6442282-76AD-4050-AF20-F06B8EB47127}" type="datetimeFigureOut">
              <a:rPr lang="es-MX" smtClean="0"/>
              <a:t>02/04/2025</a:t>
            </a:fld>
            <a:endParaRPr lang="es-MX" dirty="0"/>
          </a:p>
        </p:txBody>
      </p:sp>
      <p:sp>
        <p:nvSpPr>
          <p:cNvPr id="4" name="Footer Placeholder 3"/>
          <p:cNvSpPr>
            <a:spLocks noGrp="1"/>
          </p:cNvSpPr>
          <p:nvPr>
            <p:ph type="ftr" sz="quarter" idx="11"/>
          </p:nvPr>
        </p:nvSpPr>
        <p:spPr/>
        <p:txBody>
          <a:bodyPr/>
          <a:lstStyle/>
          <a:p>
            <a:endParaRPr lang="es-MX" dirty="0"/>
          </a:p>
        </p:txBody>
      </p:sp>
      <p:sp>
        <p:nvSpPr>
          <p:cNvPr id="5" name="Slide Number Placeholder 4"/>
          <p:cNvSpPr>
            <a:spLocks noGrp="1"/>
          </p:cNvSpPr>
          <p:nvPr>
            <p:ph type="sldNum" sz="quarter" idx="12"/>
          </p:nvPr>
        </p:nvSpPr>
        <p:spPr/>
        <p:txBody>
          <a:bodyPr/>
          <a:lstStyle/>
          <a:p>
            <a:fld id="{76CD3E9D-8763-47DE-8B50-9713E2AB819A}" type="slidenum">
              <a:rPr lang="es-MX" smtClean="0"/>
              <a:t>‹Nº›</a:t>
            </a:fld>
            <a:endParaRPr lang="es-MX" dirty="0"/>
          </a:p>
        </p:txBody>
      </p:sp>
    </p:spTree>
    <p:extLst>
      <p:ext uri="{BB962C8B-B14F-4D97-AF65-F5344CB8AC3E}">
        <p14:creationId xmlns:p14="http://schemas.microsoft.com/office/powerpoint/2010/main" val="60196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MX"/>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442282-76AD-4050-AF20-F06B8EB47127}" type="datetimeFigureOut">
              <a:rPr lang="es-MX" smtClean="0"/>
              <a:t>02/04/2025</a:t>
            </a:fld>
            <a:endParaRPr lang="es-MX"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CD3E9D-8763-47DE-8B50-9713E2AB819A}" type="slidenum">
              <a:rPr lang="es-MX" smtClean="0"/>
              <a:t>‹Nº›</a:t>
            </a:fld>
            <a:endParaRPr lang="es-MX" dirty="0"/>
          </a:p>
        </p:txBody>
      </p:sp>
    </p:spTree>
    <p:extLst>
      <p:ext uri="{BB962C8B-B14F-4D97-AF65-F5344CB8AC3E}">
        <p14:creationId xmlns:p14="http://schemas.microsoft.com/office/powerpoint/2010/main" val="2533230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Participación de los Trabajadores en las Utilidades de las Empresas (PTU)</a:t>
            </a:r>
          </a:p>
        </p:txBody>
      </p:sp>
      <p:sp>
        <p:nvSpPr>
          <p:cNvPr id="3" name="Content Placeholder 2"/>
          <p:cNvSpPr>
            <a:spLocks noGrp="1"/>
          </p:cNvSpPr>
          <p:nvPr>
            <p:ph idx="1"/>
          </p:nvPr>
        </p:nvSpPr>
        <p:spPr/>
        <p:txBody>
          <a:bodyPr/>
          <a:lstStyle/>
          <a:p>
            <a:pPr marL="514350" indent="-514350">
              <a:buFont typeface="+mj-lt"/>
              <a:buAutoNum type="arabicPeriod"/>
            </a:pPr>
            <a:endParaRPr lang="es-MX" dirty="0"/>
          </a:p>
          <a:p>
            <a:pPr marL="514350" indent="-514350">
              <a:buFont typeface="+mj-lt"/>
              <a:buAutoNum type="arabicPeriod"/>
            </a:pPr>
            <a:r>
              <a:rPr lang="es-MX" dirty="0"/>
              <a:t>La PTU como una Obligación Laboral</a:t>
            </a:r>
          </a:p>
          <a:p>
            <a:pPr marL="514350" indent="-514350">
              <a:buFont typeface="+mj-lt"/>
              <a:buAutoNum type="arabicPeriod"/>
            </a:pPr>
            <a:endParaRPr lang="es-MX" dirty="0"/>
          </a:p>
          <a:p>
            <a:pPr marL="514350" indent="-514350">
              <a:buFont typeface="+mj-lt"/>
              <a:buAutoNum type="arabicPeriod"/>
            </a:pPr>
            <a:r>
              <a:rPr lang="es-MX" dirty="0"/>
              <a:t>Relación entre el ISR y la PTU</a:t>
            </a:r>
          </a:p>
          <a:p>
            <a:pPr marL="514350" indent="-514350">
              <a:buFont typeface="+mj-lt"/>
              <a:buAutoNum type="arabicPeriod"/>
            </a:pPr>
            <a:endParaRPr lang="es-MX" dirty="0"/>
          </a:p>
          <a:p>
            <a:pPr marL="514350" indent="-514350">
              <a:buFont typeface="+mj-lt"/>
              <a:buAutoNum type="arabicPeriod"/>
            </a:pPr>
            <a:r>
              <a:rPr lang="es-MX" dirty="0"/>
              <a:t>Determinación de la Base de Reparto</a:t>
            </a:r>
          </a:p>
        </p:txBody>
      </p:sp>
    </p:spTree>
    <p:extLst>
      <p:ext uri="{BB962C8B-B14F-4D97-AF65-F5344CB8AC3E}">
        <p14:creationId xmlns:p14="http://schemas.microsoft.com/office/powerpoint/2010/main" val="159897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El Resultado Fiscal siempre debe ser positivo o “cero”, nunca negativo</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6223853"/>
              </p:ext>
            </p:extLst>
          </p:nvPr>
        </p:nvGraphicFramePr>
        <p:xfrm>
          <a:off x="3510378" y="2235668"/>
          <a:ext cx="4423117" cy="2865120"/>
        </p:xfrm>
        <a:graphic>
          <a:graphicData uri="http://schemas.openxmlformats.org/drawingml/2006/table">
            <a:tbl>
              <a:tblPr firstRow="1" bandRow="1">
                <a:tableStyleId>{5C22544A-7EE6-4342-B048-85BDC9FD1C3A}</a:tableStyleId>
              </a:tblPr>
              <a:tblGrid>
                <a:gridCol w="1200639">
                  <a:extLst>
                    <a:ext uri="{9D8B030D-6E8A-4147-A177-3AD203B41FA5}">
                      <a16:colId xmlns:a16="http://schemas.microsoft.com/office/drawing/2014/main" val="20000"/>
                    </a:ext>
                  </a:extLst>
                </a:gridCol>
                <a:gridCol w="3222478">
                  <a:extLst>
                    <a:ext uri="{9D8B030D-6E8A-4147-A177-3AD203B41FA5}">
                      <a16:colId xmlns:a16="http://schemas.microsoft.com/office/drawing/2014/main" val="20001"/>
                    </a:ext>
                  </a:extLst>
                </a:gridCol>
              </a:tblGrid>
              <a:tr h="370840">
                <a:tc>
                  <a:txBody>
                    <a:bodyPr/>
                    <a:lstStyle/>
                    <a:p>
                      <a:endParaRPr lang="es-MX" dirty="0"/>
                    </a:p>
                  </a:txBody>
                  <a:tcPr/>
                </a:tc>
                <a:tc>
                  <a:txBody>
                    <a:bodyPr/>
                    <a:lstStyle/>
                    <a:p>
                      <a:pPr algn="ctr"/>
                      <a:r>
                        <a:rPr lang="es-MX" dirty="0"/>
                        <a:t>Resultado Fiscal </a:t>
                      </a:r>
                      <a:r>
                        <a:rPr lang="es-MX" sz="1000" dirty="0"/>
                        <a:t>(LISR 9)</a:t>
                      </a:r>
                      <a:endParaRPr lang="es-MX" dirty="0"/>
                    </a:p>
                  </a:txBody>
                  <a:tcPr/>
                </a:tc>
                <a:extLst>
                  <a:ext uri="{0D108BD9-81ED-4DB2-BD59-A6C34878D82A}">
                    <a16:rowId xmlns:a16="http://schemas.microsoft.com/office/drawing/2014/main" val="10000"/>
                  </a:ext>
                </a:extLst>
              </a:tr>
              <a:tr h="370840">
                <a:tc>
                  <a:txBody>
                    <a:bodyPr/>
                    <a:lstStyle/>
                    <a:p>
                      <a:endParaRPr lang="es-MX" dirty="0"/>
                    </a:p>
                  </a:txBody>
                  <a:tcPr/>
                </a:tc>
                <a:tc>
                  <a:txBody>
                    <a:bodyPr/>
                    <a:lstStyle/>
                    <a:p>
                      <a:pPr algn="ctr"/>
                      <a:r>
                        <a:rPr lang="es-MX" dirty="0"/>
                        <a:t>Ingresos Acumulables</a:t>
                      </a:r>
                    </a:p>
                  </a:txBody>
                  <a:tcPr/>
                </a:tc>
                <a:extLst>
                  <a:ext uri="{0D108BD9-81ED-4DB2-BD59-A6C34878D82A}">
                    <a16:rowId xmlns:a16="http://schemas.microsoft.com/office/drawing/2014/main" val="10001"/>
                  </a:ext>
                </a:extLst>
              </a:tr>
              <a:tr h="370840">
                <a:tc>
                  <a:txBody>
                    <a:bodyPr/>
                    <a:lstStyle/>
                    <a:p>
                      <a:r>
                        <a:rPr lang="es-MX" dirty="0"/>
                        <a:t>Menos</a:t>
                      </a:r>
                    </a:p>
                  </a:txBody>
                  <a:tcPr/>
                </a:tc>
                <a:tc>
                  <a:txBody>
                    <a:bodyPr/>
                    <a:lstStyle/>
                    <a:p>
                      <a:pPr algn="ctr"/>
                      <a:r>
                        <a:rPr lang="es-MX" dirty="0"/>
                        <a:t>Deducciones Autorizadas</a:t>
                      </a:r>
                    </a:p>
                  </a:txBody>
                  <a:tcPr/>
                </a:tc>
                <a:extLst>
                  <a:ext uri="{0D108BD9-81ED-4DB2-BD59-A6C34878D82A}">
                    <a16:rowId xmlns:a16="http://schemas.microsoft.com/office/drawing/2014/main" val="10002"/>
                  </a:ext>
                </a:extLst>
              </a:tr>
              <a:tr h="370840">
                <a:tc>
                  <a:txBody>
                    <a:bodyPr/>
                    <a:lstStyle/>
                    <a:p>
                      <a:r>
                        <a:rPr lang="es-MX" dirty="0"/>
                        <a:t>Menos</a:t>
                      </a:r>
                    </a:p>
                  </a:txBody>
                  <a:tcPr/>
                </a:tc>
                <a:tc>
                  <a:txBody>
                    <a:bodyPr/>
                    <a:lstStyle/>
                    <a:p>
                      <a:pPr algn="ctr"/>
                      <a:r>
                        <a:rPr lang="es-MX" dirty="0"/>
                        <a:t>PTU Pagada en el Ejercicio</a:t>
                      </a:r>
                    </a:p>
                  </a:txBody>
                  <a:tcPr/>
                </a:tc>
                <a:extLst>
                  <a:ext uri="{0D108BD9-81ED-4DB2-BD59-A6C34878D82A}">
                    <a16:rowId xmlns:a16="http://schemas.microsoft.com/office/drawing/2014/main" val="10003"/>
                  </a:ext>
                </a:extLst>
              </a:tr>
              <a:tr h="370840">
                <a:tc>
                  <a:txBody>
                    <a:bodyPr/>
                    <a:lstStyle/>
                    <a:p>
                      <a:pPr algn="r"/>
                      <a:r>
                        <a:rPr lang="es-MX" dirty="0"/>
                        <a:t>Igual</a:t>
                      </a:r>
                    </a:p>
                  </a:txBody>
                  <a:tcPr/>
                </a:tc>
                <a:tc>
                  <a:txBody>
                    <a:bodyPr/>
                    <a:lstStyle/>
                    <a:p>
                      <a:pPr algn="ctr"/>
                      <a:r>
                        <a:rPr lang="es-MX" dirty="0"/>
                        <a:t>Utilidad</a:t>
                      </a:r>
                      <a:r>
                        <a:rPr lang="es-MX" baseline="0" dirty="0"/>
                        <a:t> Fiscal</a:t>
                      </a:r>
                      <a:endParaRPr lang="es-MX" dirty="0"/>
                    </a:p>
                  </a:txBody>
                  <a:tcPr/>
                </a:tc>
                <a:extLst>
                  <a:ext uri="{0D108BD9-81ED-4DB2-BD59-A6C34878D82A}">
                    <a16:rowId xmlns:a16="http://schemas.microsoft.com/office/drawing/2014/main" val="10004"/>
                  </a:ext>
                </a:extLst>
              </a:tr>
              <a:tr h="0">
                <a:tc>
                  <a:txBody>
                    <a:bodyPr/>
                    <a:lstStyle/>
                    <a:p>
                      <a:r>
                        <a:rPr lang="es-MX" dirty="0"/>
                        <a:t>Menos</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Pérdidas Fiscales</a:t>
                      </a:r>
                      <a:r>
                        <a:rPr lang="es-MX" baseline="0" dirty="0"/>
                        <a:t> Pendientes de Aplicar de Ejercicios Anteriores</a:t>
                      </a:r>
                      <a:endParaRPr lang="es-MX" dirty="0"/>
                    </a:p>
                  </a:txBody>
                  <a:tcPr/>
                </a:tc>
                <a:extLst>
                  <a:ext uri="{0D108BD9-81ED-4DB2-BD59-A6C34878D82A}">
                    <a16:rowId xmlns:a16="http://schemas.microsoft.com/office/drawing/2014/main" val="10005"/>
                  </a:ext>
                </a:extLst>
              </a:tr>
              <a:tr h="370840">
                <a:tc>
                  <a:txBody>
                    <a:bodyPr/>
                    <a:lstStyle/>
                    <a:p>
                      <a:pPr algn="r"/>
                      <a:r>
                        <a:rPr lang="es-MX" dirty="0"/>
                        <a:t>Igual</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MX" dirty="0"/>
                        <a:t>RESULTADO FISCAL</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97646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065FBAB-72B2-4653-A92E-678C84DABD8D}"/>
              </a:ext>
            </a:extLst>
          </p:cNvPr>
          <p:cNvGraphicFramePr>
            <a:graphicFrameLocks noGrp="1"/>
          </p:cNvGraphicFramePr>
          <p:nvPr>
            <p:ph idx="4294967295"/>
            <p:extLst>
              <p:ext uri="{D42A27DB-BD31-4B8C-83A1-F6EECF244321}">
                <p14:modId xmlns:p14="http://schemas.microsoft.com/office/powerpoint/2010/main" val="1349112804"/>
              </p:ext>
            </p:extLst>
          </p:nvPr>
        </p:nvGraphicFramePr>
        <p:xfrm>
          <a:off x="677007" y="348175"/>
          <a:ext cx="10837985" cy="616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526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Base para ISR y para PTU</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71441659"/>
              </p:ext>
            </p:extLst>
          </p:nvPr>
        </p:nvGraphicFramePr>
        <p:xfrm>
          <a:off x="828834" y="1825625"/>
          <a:ext cx="10534333" cy="3408680"/>
        </p:xfrm>
        <a:graphic>
          <a:graphicData uri="http://schemas.openxmlformats.org/drawingml/2006/table">
            <a:tbl>
              <a:tblPr firstRow="1" bandRow="1">
                <a:tableStyleId>{5C22544A-7EE6-4342-B048-85BDC9FD1C3A}</a:tableStyleId>
              </a:tblPr>
              <a:tblGrid>
                <a:gridCol w="875030">
                  <a:extLst>
                    <a:ext uri="{9D8B030D-6E8A-4147-A177-3AD203B41FA5}">
                      <a16:colId xmlns:a16="http://schemas.microsoft.com/office/drawing/2014/main" val="20000"/>
                    </a:ext>
                  </a:extLst>
                </a:gridCol>
                <a:gridCol w="6559487">
                  <a:extLst>
                    <a:ext uri="{9D8B030D-6E8A-4147-A177-3AD203B41FA5}">
                      <a16:colId xmlns:a16="http://schemas.microsoft.com/office/drawing/2014/main" val="20001"/>
                    </a:ext>
                  </a:extLst>
                </a:gridCol>
                <a:gridCol w="1622771">
                  <a:extLst>
                    <a:ext uri="{9D8B030D-6E8A-4147-A177-3AD203B41FA5}">
                      <a16:colId xmlns:a16="http://schemas.microsoft.com/office/drawing/2014/main" val="20002"/>
                    </a:ext>
                  </a:extLst>
                </a:gridCol>
                <a:gridCol w="1477045">
                  <a:extLst>
                    <a:ext uri="{9D8B030D-6E8A-4147-A177-3AD203B41FA5}">
                      <a16:colId xmlns:a16="http://schemas.microsoft.com/office/drawing/2014/main" val="20003"/>
                    </a:ext>
                  </a:extLst>
                </a:gridCol>
              </a:tblGrid>
              <a:tr h="370840">
                <a:tc>
                  <a:txBody>
                    <a:bodyPr/>
                    <a:lstStyle/>
                    <a:p>
                      <a:endParaRPr lang="es-MX" dirty="0"/>
                    </a:p>
                  </a:txBody>
                  <a:tcPr/>
                </a:tc>
                <a:tc>
                  <a:txBody>
                    <a:bodyPr/>
                    <a:lstStyle/>
                    <a:p>
                      <a:pPr algn="ctr"/>
                      <a:r>
                        <a:rPr lang="es-MX" dirty="0"/>
                        <a:t>Concepto</a:t>
                      </a:r>
                    </a:p>
                  </a:txBody>
                  <a:tcPr/>
                </a:tc>
                <a:tc>
                  <a:txBody>
                    <a:bodyPr/>
                    <a:lstStyle/>
                    <a:p>
                      <a:pPr algn="ctr"/>
                      <a:r>
                        <a:rPr lang="es-MX" dirty="0"/>
                        <a:t>Base para ISR</a:t>
                      </a:r>
                    </a:p>
                  </a:txBody>
                  <a:tcPr/>
                </a:tc>
                <a:tc>
                  <a:txBody>
                    <a:bodyPr/>
                    <a:lstStyle/>
                    <a:p>
                      <a:pPr algn="ctr"/>
                      <a:r>
                        <a:rPr lang="es-MX" dirty="0"/>
                        <a:t>Base para PTU</a:t>
                      </a:r>
                    </a:p>
                  </a:txBody>
                  <a:tcPr/>
                </a:tc>
                <a:extLst>
                  <a:ext uri="{0D108BD9-81ED-4DB2-BD59-A6C34878D82A}">
                    <a16:rowId xmlns:a16="http://schemas.microsoft.com/office/drawing/2014/main" val="10000"/>
                  </a:ext>
                </a:extLst>
              </a:tr>
              <a:tr h="370840">
                <a:tc>
                  <a:txBody>
                    <a:bodyPr/>
                    <a:lstStyle/>
                    <a:p>
                      <a:endParaRPr lang="es-MX" dirty="0"/>
                    </a:p>
                  </a:txBody>
                  <a:tcPr/>
                </a:tc>
                <a:tc>
                  <a:txBody>
                    <a:bodyPr/>
                    <a:lstStyle/>
                    <a:p>
                      <a:r>
                        <a:rPr lang="es-MX" dirty="0"/>
                        <a:t>Ingresos</a:t>
                      </a:r>
                      <a:r>
                        <a:rPr lang="es-MX" baseline="0" dirty="0"/>
                        <a:t> Acumulables</a:t>
                      </a:r>
                      <a:endParaRPr lang="es-MX" dirty="0"/>
                    </a:p>
                  </a:txBody>
                  <a:tcPr/>
                </a:tc>
                <a:tc>
                  <a:txBody>
                    <a:bodyPr/>
                    <a:lstStyle/>
                    <a:p>
                      <a:endParaRPr lang="es-MX"/>
                    </a:p>
                  </a:txBody>
                  <a:tcPr/>
                </a:tc>
                <a:tc>
                  <a:txBody>
                    <a:bodyPr/>
                    <a:lstStyle/>
                    <a:p>
                      <a:endParaRPr lang="es-MX"/>
                    </a:p>
                  </a:txBody>
                  <a:tcPr/>
                </a:tc>
                <a:extLst>
                  <a:ext uri="{0D108BD9-81ED-4DB2-BD59-A6C34878D82A}">
                    <a16:rowId xmlns:a16="http://schemas.microsoft.com/office/drawing/2014/main" val="10001"/>
                  </a:ext>
                </a:extLst>
              </a:tr>
              <a:tr h="370840">
                <a:tc>
                  <a:txBody>
                    <a:bodyPr/>
                    <a:lstStyle/>
                    <a:p>
                      <a:r>
                        <a:rPr lang="es-MX" dirty="0"/>
                        <a:t>Menos</a:t>
                      </a:r>
                    </a:p>
                  </a:txBody>
                  <a:tcPr/>
                </a:tc>
                <a:tc>
                  <a:txBody>
                    <a:bodyPr/>
                    <a:lstStyle/>
                    <a:p>
                      <a:r>
                        <a:rPr lang="es-MX" dirty="0"/>
                        <a:t>Deducciones Autorizadas</a:t>
                      </a:r>
                    </a:p>
                  </a:txBody>
                  <a:tcPr/>
                </a:tc>
                <a:tc>
                  <a:txBody>
                    <a:bodyPr/>
                    <a:lstStyle/>
                    <a:p>
                      <a:endParaRPr lang="es-MX"/>
                    </a:p>
                  </a:txBody>
                  <a:tcPr/>
                </a:tc>
                <a:tc>
                  <a:txBody>
                    <a:bodyPr/>
                    <a:lstStyle/>
                    <a:p>
                      <a:endParaRPr lang="es-MX"/>
                    </a:p>
                  </a:txBody>
                  <a:tcPr/>
                </a:tc>
                <a:extLst>
                  <a:ext uri="{0D108BD9-81ED-4DB2-BD59-A6C34878D82A}">
                    <a16:rowId xmlns:a16="http://schemas.microsoft.com/office/drawing/2014/main" val="10002"/>
                  </a:ext>
                </a:extLst>
              </a:tr>
              <a:tr h="370840">
                <a:tc>
                  <a:txBody>
                    <a:bodyPr/>
                    <a:lstStyle/>
                    <a:p>
                      <a:r>
                        <a:rPr lang="es-MX" dirty="0">
                          <a:solidFill>
                            <a:schemeClr val="accent6"/>
                          </a:solidFill>
                        </a:rPr>
                        <a:t>Menos</a:t>
                      </a:r>
                    </a:p>
                  </a:txBody>
                  <a:tcPr/>
                </a:tc>
                <a:tc>
                  <a:txBody>
                    <a:bodyPr/>
                    <a:lstStyle/>
                    <a:p>
                      <a:r>
                        <a:rPr lang="es-MX" dirty="0">
                          <a:solidFill>
                            <a:schemeClr val="accent6"/>
                          </a:solidFill>
                        </a:rPr>
                        <a:t>PTU pagada en el ejercicio</a:t>
                      </a:r>
                    </a:p>
                  </a:txBody>
                  <a:tcPr/>
                </a:tc>
                <a:tc>
                  <a:txBody>
                    <a:bodyPr/>
                    <a:lstStyle/>
                    <a:p>
                      <a:endParaRPr lang="es-MX" dirty="0">
                        <a:solidFill>
                          <a:schemeClr val="accent6"/>
                        </a:solidFill>
                      </a:endParaRPr>
                    </a:p>
                  </a:txBody>
                  <a:tcPr/>
                </a:tc>
                <a:tc>
                  <a:txBody>
                    <a:bodyPr/>
                    <a:lstStyle/>
                    <a:p>
                      <a:pPr algn="ctr"/>
                      <a:r>
                        <a:rPr lang="es-MX" dirty="0">
                          <a:solidFill>
                            <a:schemeClr val="accent6"/>
                          </a:solidFill>
                        </a:rPr>
                        <a:t>n/a</a:t>
                      </a:r>
                    </a:p>
                  </a:txBody>
                  <a:tcPr/>
                </a:tc>
                <a:extLst>
                  <a:ext uri="{0D108BD9-81ED-4DB2-BD59-A6C34878D82A}">
                    <a16:rowId xmlns:a16="http://schemas.microsoft.com/office/drawing/2014/main" val="10003"/>
                  </a:ext>
                </a:extLst>
              </a:tr>
              <a:tr h="370840">
                <a:tc>
                  <a:txBody>
                    <a:bodyPr/>
                    <a:lstStyle/>
                    <a:p>
                      <a:r>
                        <a:rPr lang="es-MX" dirty="0"/>
                        <a:t>Menos</a:t>
                      </a:r>
                    </a:p>
                  </a:txBody>
                  <a:tcPr/>
                </a:tc>
                <a:tc>
                  <a:txBody>
                    <a:bodyPr/>
                    <a:lstStyle/>
                    <a:p>
                      <a:r>
                        <a:rPr lang="es-MX" dirty="0"/>
                        <a:t>Monto no deducible por pagos exentos a trabajadores</a:t>
                      </a:r>
                      <a:r>
                        <a:rPr lang="es-MX" baseline="0" dirty="0"/>
                        <a:t> (LISR-28-XXX)</a:t>
                      </a:r>
                      <a:endParaRPr lang="es-MX" dirty="0"/>
                    </a:p>
                  </a:txBody>
                  <a:tcPr/>
                </a:tc>
                <a:tc>
                  <a:txBody>
                    <a:bodyPr/>
                    <a:lstStyle/>
                    <a:p>
                      <a:pPr algn="ctr"/>
                      <a:r>
                        <a:rPr lang="es-MX" dirty="0"/>
                        <a:t>n/a</a:t>
                      </a:r>
                    </a:p>
                  </a:txBody>
                  <a:tcPr/>
                </a:tc>
                <a:tc>
                  <a:txBody>
                    <a:bodyPr/>
                    <a:lstStyle/>
                    <a:p>
                      <a:endParaRPr lang="es-MX"/>
                    </a:p>
                  </a:txBody>
                  <a:tcPr/>
                </a:tc>
                <a:extLst>
                  <a:ext uri="{0D108BD9-81ED-4DB2-BD59-A6C34878D82A}">
                    <a16:rowId xmlns:a16="http://schemas.microsoft.com/office/drawing/2014/main" val="10004"/>
                  </a:ext>
                </a:extLst>
              </a:tr>
              <a:tr h="370840">
                <a:tc>
                  <a:txBody>
                    <a:bodyPr/>
                    <a:lstStyle/>
                    <a:p>
                      <a:r>
                        <a:rPr lang="es-MX" dirty="0"/>
                        <a:t>Menos</a:t>
                      </a:r>
                    </a:p>
                  </a:txBody>
                  <a:tcPr/>
                </a:tc>
                <a:tc>
                  <a:txBody>
                    <a:bodyPr/>
                    <a:lstStyle/>
                    <a:p>
                      <a:r>
                        <a:rPr lang="es-MX" dirty="0"/>
                        <a:t>Pérdidas de ejercicios anteriores</a:t>
                      </a:r>
                    </a:p>
                  </a:txBody>
                  <a:tcPr/>
                </a:tc>
                <a:tc>
                  <a:txBody>
                    <a:bodyPr/>
                    <a:lstStyle/>
                    <a:p>
                      <a:endParaRPr lang="es-MX" dirty="0"/>
                    </a:p>
                  </a:txBody>
                  <a:tcPr/>
                </a:tc>
                <a:tc>
                  <a:txBody>
                    <a:bodyPr/>
                    <a:lstStyle/>
                    <a:p>
                      <a:pPr algn="ctr"/>
                      <a:r>
                        <a:rPr lang="es-MX"/>
                        <a:t>n/a</a:t>
                      </a:r>
                      <a:endParaRPr lang="es-MX" dirty="0"/>
                    </a:p>
                  </a:txBody>
                  <a:tcPr/>
                </a:tc>
                <a:extLst>
                  <a:ext uri="{0D108BD9-81ED-4DB2-BD59-A6C34878D82A}">
                    <a16:rowId xmlns:a16="http://schemas.microsoft.com/office/drawing/2014/main" val="10005"/>
                  </a:ext>
                </a:extLst>
              </a:tr>
              <a:tr h="370840">
                <a:tc>
                  <a:txBody>
                    <a:bodyPr/>
                    <a:lstStyle/>
                    <a:p>
                      <a:endParaRPr lang="es-MX" dirty="0"/>
                    </a:p>
                  </a:txBody>
                  <a:tcPr/>
                </a:tc>
                <a:tc>
                  <a:txBody>
                    <a:bodyPr/>
                    <a:lstStyle/>
                    <a:p>
                      <a:pPr algn="r"/>
                      <a:r>
                        <a:rPr lang="es-MX" dirty="0"/>
                        <a:t>Base</a:t>
                      </a:r>
                    </a:p>
                  </a:txBody>
                  <a:tcPr anchor="ctr"/>
                </a:tc>
                <a:tc>
                  <a:txBody>
                    <a:bodyPr/>
                    <a:lstStyle/>
                    <a:p>
                      <a:pPr algn="ctr"/>
                      <a:r>
                        <a:rPr lang="es-MX" dirty="0"/>
                        <a:t>Resultado Fiscal</a:t>
                      </a:r>
                    </a:p>
                  </a:txBody>
                  <a:tcPr anchor="ctr"/>
                </a:tc>
                <a:tc>
                  <a:txBody>
                    <a:bodyPr/>
                    <a:lstStyle/>
                    <a:p>
                      <a:pPr algn="ctr"/>
                      <a:r>
                        <a:rPr lang="es-MX" dirty="0"/>
                        <a:t>Renta Gravable para PTU</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83104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PTU </a:t>
            </a:r>
            <a:r>
              <a:rPr lang="es-MX" sz="1800" dirty="0"/>
              <a:t>(LFT 123)</a:t>
            </a:r>
            <a:endParaRPr lang="es-MX"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5390905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1048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PTU – Algunas características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436172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4333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PTU – Algunas características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390046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7099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Estructuras Utilizadas Anteriormente </a:t>
            </a:r>
            <a:r>
              <a:rPr lang="es-MX" sz="2800" dirty="0"/>
              <a:t>(previo a reforma de subcontratación 2021)</a:t>
            </a:r>
            <a:endParaRPr lang="es-MX"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963964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Left Brace 2">
            <a:extLst>
              <a:ext uri="{FF2B5EF4-FFF2-40B4-BE49-F238E27FC236}">
                <a16:creationId xmlns:a16="http://schemas.microsoft.com/office/drawing/2014/main" id="{1641EBB8-DF38-4725-AAC0-27EB4684EBAF}"/>
              </a:ext>
            </a:extLst>
          </p:cNvPr>
          <p:cNvSpPr/>
          <p:nvPr/>
        </p:nvSpPr>
        <p:spPr>
          <a:xfrm rot="5400000">
            <a:off x="4737881" y="1389771"/>
            <a:ext cx="464235" cy="8263597"/>
          </a:xfrm>
          <a:prstGeom prst="leftBrace">
            <a:avLst/>
          </a:prstGeom>
          <a:ln>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5" name="TextBox 4">
            <a:extLst>
              <a:ext uri="{FF2B5EF4-FFF2-40B4-BE49-F238E27FC236}">
                <a16:creationId xmlns:a16="http://schemas.microsoft.com/office/drawing/2014/main" id="{599F0725-9897-4A68-91DE-991CF407CEBD}"/>
              </a:ext>
            </a:extLst>
          </p:cNvPr>
          <p:cNvSpPr txBox="1"/>
          <p:nvPr/>
        </p:nvSpPr>
        <p:spPr>
          <a:xfrm>
            <a:off x="3442336" y="5569022"/>
            <a:ext cx="3055324" cy="369332"/>
          </a:xfrm>
          <a:prstGeom prst="rect">
            <a:avLst/>
          </a:prstGeom>
          <a:noFill/>
        </p:spPr>
        <p:txBody>
          <a:bodyPr wrap="none" rtlCol="0">
            <a:spAutoFit/>
          </a:bodyPr>
          <a:lstStyle/>
          <a:p>
            <a:r>
              <a:rPr lang="es-MX" dirty="0"/>
              <a:t>Sin PTU al no tener empleados</a:t>
            </a:r>
          </a:p>
        </p:txBody>
      </p:sp>
      <p:sp>
        <p:nvSpPr>
          <p:cNvPr id="6" name="Left Brace 5">
            <a:extLst>
              <a:ext uri="{FF2B5EF4-FFF2-40B4-BE49-F238E27FC236}">
                <a16:creationId xmlns:a16="http://schemas.microsoft.com/office/drawing/2014/main" id="{10C18DAF-2695-4C95-B485-5E06FEB91FE8}"/>
              </a:ext>
            </a:extLst>
          </p:cNvPr>
          <p:cNvSpPr/>
          <p:nvPr/>
        </p:nvSpPr>
        <p:spPr>
          <a:xfrm rot="5400000">
            <a:off x="10199662" y="4618866"/>
            <a:ext cx="464235" cy="1844040"/>
          </a:xfrm>
          <a:prstGeom prst="leftBrace">
            <a:avLst/>
          </a:prstGeom>
          <a:ln>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7" name="TextBox 6">
            <a:extLst>
              <a:ext uri="{FF2B5EF4-FFF2-40B4-BE49-F238E27FC236}">
                <a16:creationId xmlns:a16="http://schemas.microsoft.com/office/drawing/2014/main" id="{2E88A978-0ACA-47C1-9691-434DE602C5E9}"/>
              </a:ext>
            </a:extLst>
          </p:cNvPr>
          <p:cNvSpPr txBox="1"/>
          <p:nvPr/>
        </p:nvSpPr>
        <p:spPr>
          <a:xfrm>
            <a:off x="9513681" y="5588338"/>
            <a:ext cx="1840119" cy="369332"/>
          </a:xfrm>
          <a:prstGeom prst="rect">
            <a:avLst/>
          </a:prstGeom>
          <a:noFill/>
        </p:spPr>
        <p:txBody>
          <a:bodyPr wrap="none" rtlCol="0">
            <a:spAutoFit/>
          </a:bodyPr>
          <a:lstStyle/>
          <a:p>
            <a:r>
              <a:rPr lang="es-MX" dirty="0"/>
              <a:t>PTU “Controlada”</a:t>
            </a:r>
          </a:p>
        </p:txBody>
      </p:sp>
    </p:spTree>
    <p:extLst>
      <p:ext uri="{BB962C8B-B14F-4D97-AF65-F5344CB8AC3E}">
        <p14:creationId xmlns:p14="http://schemas.microsoft.com/office/powerpoint/2010/main" val="3906791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40C46FA-9EBD-4CAC-8AAD-EED70B7FDB2E}"/>
              </a:ext>
            </a:extLst>
          </p:cNvPr>
          <p:cNvGraphicFramePr>
            <a:graphicFrameLocks noGrp="1"/>
          </p:cNvGraphicFramePr>
          <p:nvPr>
            <p:ph idx="4294967295"/>
            <p:extLst>
              <p:ext uri="{D42A27DB-BD31-4B8C-83A1-F6EECF244321}">
                <p14:modId xmlns:p14="http://schemas.microsoft.com/office/powerpoint/2010/main" val="3076606195"/>
              </p:ext>
            </p:extLst>
          </p:nvPr>
        </p:nvGraphicFramePr>
        <p:xfrm>
          <a:off x="838200" y="207498"/>
          <a:ext cx="10515600" cy="64430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8416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Unidad Económica</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1" name="TextBox 50"/>
          <p:cNvSpPr txBox="1"/>
          <p:nvPr/>
        </p:nvSpPr>
        <p:spPr>
          <a:xfrm>
            <a:off x="838200" y="1632833"/>
            <a:ext cx="4144489" cy="2031325"/>
          </a:xfrm>
          <a:prstGeom prst="rect">
            <a:avLst/>
          </a:prstGeom>
          <a:noFill/>
        </p:spPr>
        <p:txBody>
          <a:bodyPr wrap="square" rtlCol="0">
            <a:spAutoFit/>
          </a:bodyPr>
          <a:lstStyle/>
          <a:p>
            <a:pPr algn="ctr"/>
            <a:r>
              <a:rPr lang="es-MX" b="1" dirty="0"/>
              <a:t>¿Base de Reparto?</a:t>
            </a:r>
          </a:p>
          <a:p>
            <a:pPr marL="285750" indent="-285750">
              <a:buFont typeface="Arial" panose="020B0604020202020204" pitchFamily="34" charset="0"/>
              <a:buChar char="•"/>
            </a:pPr>
            <a:r>
              <a:rPr lang="es-MX" dirty="0"/>
              <a:t>Sin procedimiento definido</a:t>
            </a:r>
          </a:p>
          <a:p>
            <a:pPr marL="742950" lvl="1" indent="-285750">
              <a:buFont typeface="Arial" panose="020B0604020202020204" pitchFamily="34" charset="0"/>
              <a:buChar char="•"/>
            </a:pPr>
            <a:r>
              <a:rPr lang="es-MX" dirty="0"/>
              <a:t>Suma de Bases Individuales</a:t>
            </a:r>
          </a:p>
          <a:p>
            <a:pPr marL="742950" lvl="1" indent="-285750">
              <a:buFont typeface="Arial" panose="020B0604020202020204" pitchFamily="34" charset="0"/>
              <a:buChar char="•"/>
            </a:pPr>
            <a:r>
              <a:rPr lang="es-MX" dirty="0"/>
              <a:t>Base combinada</a:t>
            </a:r>
          </a:p>
          <a:p>
            <a:pPr marL="742950" lvl="1" indent="-285750">
              <a:buFont typeface="Arial" panose="020B0604020202020204" pitchFamily="34" charset="0"/>
              <a:buChar char="•"/>
            </a:pPr>
            <a:r>
              <a:rPr lang="es-MX" dirty="0"/>
              <a:t>Etc.</a:t>
            </a:r>
          </a:p>
          <a:p>
            <a:pPr marL="285750" indent="-285750">
              <a:buFont typeface="Arial" panose="020B0604020202020204" pitchFamily="34" charset="0"/>
              <a:buChar char="•"/>
            </a:pPr>
            <a:r>
              <a:rPr lang="es-MX" dirty="0"/>
              <a:t>Ilegalidad en opinión de algunos abogados</a:t>
            </a:r>
          </a:p>
        </p:txBody>
      </p:sp>
      <p:sp>
        <p:nvSpPr>
          <p:cNvPr id="3" name="Arrow: Curved Down 2">
            <a:extLst>
              <a:ext uri="{FF2B5EF4-FFF2-40B4-BE49-F238E27FC236}">
                <a16:creationId xmlns:a16="http://schemas.microsoft.com/office/drawing/2014/main" id="{022098B3-2447-4EE1-8E46-E60C919E04D8}"/>
              </a:ext>
            </a:extLst>
          </p:cNvPr>
          <p:cNvSpPr/>
          <p:nvPr/>
        </p:nvSpPr>
        <p:spPr>
          <a:xfrm rot="10800000">
            <a:off x="8150086" y="5177224"/>
            <a:ext cx="1523998" cy="335679"/>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6" name="Arrow: Curved Down 5">
            <a:extLst>
              <a:ext uri="{FF2B5EF4-FFF2-40B4-BE49-F238E27FC236}">
                <a16:creationId xmlns:a16="http://schemas.microsoft.com/office/drawing/2014/main" id="{9546532D-7F4B-451B-8D96-5AD8C4AEDC83}"/>
              </a:ext>
            </a:extLst>
          </p:cNvPr>
          <p:cNvSpPr/>
          <p:nvPr/>
        </p:nvSpPr>
        <p:spPr>
          <a:xfrm rot="10800000">
            <a:off x="6095997" y="5177226"/>
            <a:ext cx="3929269" cy="652868"/>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7" name="Arrow: Curved Down 6">
            <a:extLst>
              <a:ext uri="{FF2B5EF4-FFF2-40B4-BE49-F238E27FC236}">
                <a16:creationId xmlns:a16="http://schemas.microsoft.com/office/drawing/2014/main" id="{9A5D6264-FE30-438B-901D-3D5E684C6CC0}"/>
              </a:ext>
            </a:extLst>
          </p:cNvPr>
          <p:cNvSpPr/>
          <p:nvPr/>
        </p:nvSpPr>
        <p:spPr>
          <a:xfrm rot="10800000">
            <a:off x="3829879" y="5177222"/>
            <a:ext cx="6665840" cy="1033729"/>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8" name="Arrow: Curved Down 7">
            <a:extLst>
              <a:ext uri="{FF2B5EF4-FFF2-40B4-BE49-F238E27FC236}">
                <a16:creationId xmlns:a16="http://schemas.microsoft.com/office/drawing/2014/main" id="{01A4E913-C7B0-4571-AD6E-EC989F86F5BB}"/>
              </a:ext>
            </a:extLst>
          </p:cNvPr>
          <p:cNvSpPr/>
          <p:nvPr/>
        </p:nvSpPr>
        <p:spPr>
          <a:xfrm rot="10800000">
            <a:off x="1696281" y="5177223"/>
            <a:ext cx="9330987" cy="1315651"/>
          </a:xfrm>
          <a:prstGeom prst="curved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5" name="Arrow: Curved Right 4">
            <a:extLst>
              <a:ext uri="{FF2B5EF4-FFF2-40B4-BE49-F238E27FC236}">
                <a16:creationId xmlns:a16="http://schemas.microsoft.com/office/drawing/2014/main" id="{2D91F625-4807-4F72-A771-BC11F7CABE0D}"/>
              </a:ext>
            </a:extLst>
          </p:cNvPr>
          <p:cNvSpPr/>
          <p:nvPr/>
        </p:nvSpPr>
        <p:spPr>
          <a:xfrm rot="6397419">
            <a:off x="8491524" y="1457254"/>
            <a:ext cx="393393" cy="3865210"/>
          </a:xfrm>
          <a:prstGeom prst="curved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Tree>
    <p:extLst>
      <p:ext uri="{BB962C8B-B14F-4D97-AF65-F5344CB8AC3E}">
        <p14:creationId xmlns:p14="http://schemas.microsoft.com/office/powerpoint/2010/main" val="1304172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28261-E21F-4BE0-8C63-03DA728EC95A}"/>
              </a:ext>
            </a:extLst>
          </p:cNvPr>
          <p:cNvSpPr>
            <a:spLocks noGrp="1"/>
          </p:cNvSpPr>
          <p:nvPr>
            <p:ph idx="1"/>
          </p:nvPr>
        </p:nvSpPr>
        <p:spPr>
          <a:xfrm>
            <a:off x="838200" y="436098"/>
            <a:ext cx="10515600" cy="6133514"/>
          </a:xfrm>
        </p:spPr>
        <p:txBody>
          <a:bodyPr>
            <a:normAutofit fontScale="92500" lnSpcReduction="20000"/>
          </a:bodyPr>
          <a:lstStyle/>
          <a:p>
            <a:pPr marL="0" indent="0" algn="ctr">
              <a:buNone/>
            </a:pPr>
            <a:endParaRPr lang="es-MX" dirty="0"/>
          </a:p>
          <a:p>
            <a:pPr marL="0" indent="0" algn="ctr">
              <a:buNone/>
            </a:pPr>
            <a:r>
              <a:rPr lang="es-MX" dirty="0"/>
              <a:t>Ingresos Acumulables</a:t>
            </a:r>
            <a:endParaRPr lang="es-MX" sz="1600" dirty="0">
              <a:solidFill>
                <a:srgbClr val="92D050"/>
              </a:solidFill>
            </a:endParaRPr>
          </a:p>
          <a:p>
            <a:pPr marL="0" indent="0" algn="ctr">
              <a:buNone/>
            </a:pPr>
            <a:r>
              <a:rPr lang="es-MX" dirty="0"/>
              <a:t>(Deducciones Autorizadas)</a:t>
            </a:r>
          </a:p>
          <a:p>
            <a:pPr marL="0" indent="0" algn="ctr">
              <a:buNone/>
            </a:pPr>
            <a:r>
              <a:rPr lang="es-MX" dirty="0"/>
              <a:t>(PTU)</a:t>
            </a:r>
          </a:p>
          <a:p>
            <a:pPr marL="0" indent="0" algn="ctr">
              <a:buNone/>
            </a:pPr>
            <a:r>
              <a:rPr lang="es-MX" sz="2600" dirty="0"/>
              <a:t>______________________________</a:t>
            </a:r>
            <a:endParaRPr lang="es-MX" dirty="0"/>
          </a:p>
          <a:p>
            <a:pPr marL="0" indent="0" algn="ctr">
              <a:buNone/>
            </a:pPr>
            <a:r>
              <a:rPr lang="es-MX" dirty="0"/>
              <a:t>Utilidad o (Pérdida) Fiscal</a:t>
            </a:r>
          </a:p>
          <a:p>
            <a:pPr marL="0" indent="0" algn="ctr">
              <a:buNone/>
            </a:pPr>
            <a:r>
              <a:rPr lang="es-MX" dirty="0"/>
              <a:t>(Pérdidas de Ejercicios Anteriores)</a:t>
            </a:r>
          </a:p>
          <a:p>
            <a:pPr marL="0" indent="0" algn="ctr">
              <a:buNone/>
            </a:pPr>
            <a:r>
              <a:rPr lang="es-MX" dirty="0"/>
              <a:t>______________________________</a:t>
            </a:r>
          </a:p>
          <a:p>
            <a:pPr marL="0" indent="0" algn="ctr">
              <a:buNone/>
            </a:pPr>
            <a:r>
              <a:rPr lang="es-MX" dirty="0"/>
              <a:t>Resultado Fiscal</a:t>
            </a:r>
          </a:p>
          <a:p>
            <a:pPr marL="0" indent="0" algn="ctr">
              <a:buNone/>
            </a:pPr>
            <a:r>
              <a:rPr lang="es-MX" dirty="0"/>
              <a:t>Tasa</a:t>
            </a:r>
          </a:p>
          <a:p>
            <a:pPr marL="0" indent="0" algn="ctr">
              <a:buNone/>
            </a:pPr>
            <a:r>
              <a:rPr lang="es-MX" dirty="0"/>
              <a:t>______________________________</a:t>
            </a:r>
          </a:p>
          <a:p>
            <a:pPr marL="0" indent="0" algn="ctr">
              <a:buNone/>
            </a:pPr>
            <a:r>
              <a:rPr lang="es-MX" dirty="0"/>
              <a:t>ISR del Ejercicio</a:t>
            </a:r>
          </a:p>
          <a:p>
            <a:pPr marL="0" indent="0" algn="ctr">
              <a:buNone/>
            </a:pPr>
            <a:r>
              <a:rPr lang="es-MX" dirty="0"/>
              <a:t>(Pagos Provisionales)</a:t>
            </a:r>
          </a:p>
          <a:p>
            <a:pPr marL="0" indent="0" algn="ctr">
              <a:buNone/>
            </a:pPr>
            <a:r>
              <a:rPr lang="es-MX" dirty="0"/>
              <a:t>______________________________</a:t>
            </a:r>
          </a:p>
          <a:p>
            <a:pPr marL="0" indent="0" algn="ctr">
              <a:buNone/>
            </a:pPr>
            <a:r>
              <a:rPr lang="es-MX" dirty="0"/>
              <a:t>Saldo a Cargo a (Favor)</a:t>
            </a:r>
          </a:p>
        </p:txBody>
      </p:sp>
      <p:sp>
        <p:nvSpPr>
          <p:cNvPr id="4" name="Speech Bubble: Rectangle with Corners Rounded 3">
            <a:extLst>
              <a:ext uri="{FF2B5EF4-FFF2-40B4-BE49-F238E27FC236}">
                <a16:creationId xmlns:a16="http://schemas.microsoft.com/office/drawing/2014/main" id="{D71EB054-AC74-4F9D-9AEF-C3E19A7C5F61}"/>
              </a:ext>
            </a:extLst>
          </p:cNvPr>
          <p:cNvSpPr/>
          <p:nvPr/>
        </p:nvSpPr>
        <p:spPr>
          <a:xfrm>
            <a:off x="8627164" y="436098"/>
            <a:ext cx="2358887" cy="742122"/>
          </a:xfrm>
          <a:prstGeom prst="wedgeRoundRectCallout">
            <a:avLst>
              <a:gd name="adj1" fmla="val -91058"/>
              <a:gd name="adj2" fmla="val 267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Modificación Patrimonial Positiva</a:t>
            </a:r>
          </a:p>
        </p:txBody>
      </p:sp>
      <p:sp>
        <p:nvSpPr>
          <p:cNvPr id="5" name="Speech Bubble: Rectangle with Corners Rounded 4">
            <a:extLst>
              <a:ext uri="{FF2B5EF4-FFF2-40B4-BE49-F238E27FC236}">
                <a16:creationId xmlns:a16="http://schemas.microsoft.com/office/drawing/2014/main" id="{50292670-F7B9-43F1-ADB1-5561211828D9}"/>
              </a:ext>
            </a:extLst>
          </p:cNvPr>
          <p:cNvSpPr/>
          <p:nvPr/>
        </p:nvSpPr>
        <p:spPr>
          <a:xfrm>
            <a:off x="1020418" y="634881"/>
            <a:ext cx="1895062" cy="742122"/>
          </a:xfrm>
          <a:prstGeom prst="wedgeRoundRectCallout">
            <a:avLst>
              <a:gd name="adj1" fmla="val 121125"/>
              <a:gd name="adj2" fmla="val 517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Estrictamente Indispensables</a:t>
            </a:r>
          </a:p>
        </p:txBody>
      </p:sp>
      <p:sp>
        <p:nvSpPr>
          <p:cNvPr id="6" name="Speech Bubble: Rectangle with Corners Rounded 5">
            <a:extLst>
              <a:ext uri="{FF2B5EF4-FFF2-40B4-BE49-F238E27FC236}">
                <a16:creationId xmlns:a16="http://schemas.microsoft.com/office/drawing/2014/main" id="{54222DC6-0CE8-4620-BF3D-A3910CE70130}"/>
              </a:ext>
            </a:extLst>
          </p:cNvPr>
          <p:cNvSpPr/>
          <p:nvPr/>
        </p:nvSpPr>
        <p:spPr>
          <a:xfrm>
            <a:off x="8971721" y="1603513"/>
            <a:ext cx="2703443" cy="636104"/>
          </a:xfrm>
          <a:prstGeom prst="wedgeRoundRectCallout">
            <a:avLst>
              <a:gd name="adj1" fmla="val -136519"/>
              <a:gd name="adj2" fmla="val -18750"/>
              <a:gd name="adj3" fmla="val 16667"/>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Pagada en el Ejercicio</a:t>
            </a:r>
          </a:p>
        </p:txBody>
      </p:sp>
      <p:sp>
        <p:nvSpPr>
          <p:cNvPr id="7" name="Speech Bubble: Rectangle with Corners Rounded 6">
            <a:extLst>
              <a:ext uri="{FF2B5EF4-FFF2-40B4-BE49-F238E27FC236}">
                <a16:creationId xmlns:a16="http://schemas.microsoft.com/office/drawing/2014/main" id="{87317FD5-8A23-4953-A811-26D511CC214B}"/>
              </a:ext>
            </a:extLst>
          </p:cNvPr>
          <p:cNvSpPr/>
          <p:nvPr/>
        </p:nvSpPr>
        <p:spPr>
          <a:xfrm>
            <a:off x="410819" y="2054087"/>
            <a:ext cx="3114260" cy="742122"/>
          </a:xfrm>
          <a:prstGeom prst="wedgeRoundRectCallout">
            <a:avLst>
              <a:gd name="adj1" fmla="val 57890"/>
              <a:gd name="adj2" fmla="val 767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Plazo Máximo: 10 Ejercicios</a:t>
            </a:r>
          </a:p>
        </p:txBody>
      </p:sp>
      <p:sp>
        <p:nvSpPr>
          <p:cNvPr id="9" name="Speech Bubble: Rectangle with Corners Rounded 8">
            <a:extLst>
              <a:ext uri="{FF2B5EF4-FFF2-40B4-BE49-F238E27FC236}">
                <a16:creationId xmlns:a16="http://schemas.microsoft.com/office/drawing/2014/main" id="{9099F72F-E206-4F7C-A39B-BBD81C32C71F}"/>
              </a:ext>
            </a:extLst>
          </p:cNvPr>
          <p:cNvSpPr/>
          <p:nvPr/>
        </p:nvSpPr>
        <p:spPr>
          <a:xfrm>
            <a:off x="8971721" y="3624471"/>
            <a:ext cx="2170043" cy="636103"/>
          </a:xfrm>
          <a:prstGeom prst="wedgeRoundRectCallout">
            <a:avLst>
              <a:gd name="adj1" fmla="val -125871"/>
              <a:gd name="adj2" fmla="val -229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No puede ser Negativo</a:t>
            </a:r>
          </a:p>
        </p:txBody>
      </p:sp>
      <p:sp>
        <p:nvSpPr>
          <p:cNvPr id="13" name="Speech Bubble: Rectangle with Corners Rounded 12">
            <a:extLst>
              <a:ext uri="{FF2B5EF4-FFF2-40B4-BE49-F238E27FC236}">
                <a16:creationId xmlns:a16="http://schemas.microsoft.com/office/drawing/2014/main" id="{CC403F32-199C-488D-A107-E99C52C41E91}"/>
              </a:ext>
            </a:extLst>
          </p:cNvPr>
          <p:cNvSpPr/>
          <p:nvPr/>
        </p:nvSpPr>
        <p:spPr>
          <a:xfrm>
            <a:off x="2279374" y="3863009"/>
            <a:ext cx="914400" cy="397565"/>
          </a:xfrm>
          <a:prstGeom prst="wedgeRoundRectCallout">
            <a:avLst>
              <a:gd name="adj1" fmla="val 313949"/>
              <a:gd name="adj2" fmla="val 3916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30%</a:t>
            </a:r>
          </a:p>
        </p:txBody>
      </p:sp>
      <p:sp>
        <p:nvSpPr>
          <p:cNvPr id="14" name="Speech Bubble: Rectangle with Corners Rounded 13">
            <a:extLst>
              <a:ext uri="{FF2B5EF4-FFF2-40B4-BE49-F238E27FC236}">
                <a16:creationId xmlns:a16="http://schemas.microsoft.com/office/drawing/2014/main" id="{F9D8F480-924F-4AA9-8929-3CF027A2EECC}"/>
              </a:ext>
            </a:extLst>
          </p:cNvPr>
          <p:cNvSpPr/>
          <p:nvPr/>
        </p:nvSpPr>
        <p:spPr>
          <a:xfrm>
            <a:off x="505238" y="5368457"/>
            <a:ext cx="2584172" cy="1346319"/>
          </a:xfrm>
          <a:prstGeom prst="wedgeRoundRectCallout">
            <a:avLst>
              <a:gd name="adj1" fmla="val 104295"/>
              <a:gd name="adj2" fmla="val 10331"/>
              <a:gd name="adj3" fmla="val 16667"/>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La declaración se presenta 3 meses después de terminado el Ejercicio</a:t>
            </a:r>
          </a:p>
        </p:txBody>
      </p:sp>
    </p:spTree>
    <p:extLst>
      <p:ext uri="{BB962C8B-B14F-4D97-AF65-F5344CB8AC3E}">
        <p14:creationId xmlns:p14="http://schemas.microsoft.com/office/powerpoint/2010/main" val="42865931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13880</TotalTime>
  <Words>973</Words>
  <Application>Microsoft Office PowerPoint</Application>
  <PresentationFormat>Panorámica</PresentationFormat>
  <Paragraphs>149</Paragraphs>
  <Slides>11</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Office Theme</vt:lpstr>
      <vt:lpstr>Participación de los Trabajadores en las Utilidades de las Empresas (PTU)</vt:lpstr>
      <vt:lpstr>El Resultado Fiscal siempre debe ser positivo o “cero”, nunca negativo</vt:lpstr>
      <vt:lpstr>Presentación de PowerPoint</vt:lpstr>
      <vt:lpstr>Base para ISR y para PTU</vt:lpstr>
      <vt:lpstr>PTU (LFT 123)</vt:lpstr>
      <vt:lpstr>PTU – Algunas características</vt:lpstr>
      <vt:lpstr>PTU – Algunas características</vt:lpstr>
      <vt:lpstr>Estructuras Utilizadas Anteriormente (previo a reforma de subcontratación 2021)</vt:lpstr>
      <vt:lpstr>Presentación de PowerPoint</vt:lpstr>
      <vt:lpstr>Unidad Económica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Impuestos Corporativos I</dc:title>
  <dc:creator>Javier Goyeneche</dc:creator>
  <cp:lastModifiedBy>salones</cp:lastModifiedBy>
  <cp:revision>2260</cp:revision>
  <cp:lastPrinted>2015-08-25T16:30:23Z</cp:lastPrinted>
  <dcterms:created xsi:type="dcterms:W3CDTF">2014-08-11T16:22:10Z</dcterms:created>
  <dcterms:modified xsi:type="dcterms:W3CDTF">2025-04-02T14:53:54Z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2025-02-19T04:01:50Z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3b33feaa-44a8-4a0e-80c4-10459f105435</vt:lpwstr>
  </property>
  <property fmtid="{D5CDD505-2E9C-101B-9397-08002B2CF9AE}" pid="8" name="MSIP_Label_d537ea1f-2c5d-459d-abec-9c12fc11b92c_ContentBits">
    <vt:lpwstr>0</vt:lpwstr>
  </property>
  <property fmtid="{D5CDD505-2E9C-101B-9397-08002B2CF9AE}" pid="9" name="MSIP_Label_d537ea1f-2c5d-459d-abec-9c12fc11b92c_Tag">
    <vt:lpwstr>10, 0, 1, 1</vt:lpwstr>
  </property>
</Properties>
</file>