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tags/tag28.xml" ContentType="application/vnd.openxmlformats-officedocument.presentationml.tags+xml"/>
  <Override PartName="/ppt/notesSlides/notesSlide29.xml" ContentType="application/vnd.openxmlformats-officedocument.presentationml.notesSlide+xml"/>
  <Override PartName="/ppt/tags/tag29.xml" ContentType="application/vnd.openxmlformats-officedocument.presentationml.tags+xml"/>
  <Override PartName="/ppt/notesSlides/notesSlide30.xml" ContentType="application/vnd.openxmlformats-officedocument.presentationml.notesSlide+xml"/>
  <Override PartName="/ppt/tags/tag30.xml" ContentType="application/vnd.openxmlformats-officedocument.presentationml.tags+xml"/>
  <Override PartName="/ppt/notesSlides/notesSlide31.xml" ContentType="application/vnd.openxmlformats-officedocument.presentationml.notesSlide+xml"/>
  <Override PartName="/ppt/tags/tag31.xml" ContentType="application/vnd.openxmlformats-officedocument.presentationml.tags+xml"/>
  <Override PartName="/ppt/notesSlides/notesSlide32.xml" ContentType="application/vnd.openxmlformats-officedocument.presentationml.notesSlide+xml"/>
  <Override PartName="/ppt/tags/tag3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54" r:id="rId2"/>
    <p:sldId id="588" r:id="rId3"/>
    <p:sldId id="590" r:id="rId4"/>
    <p:sldId id="1148" r:id="rId5"/>
    <p:sldId id="583" r:id="rId6"/>
    <p:sldId id="592" r:id="rId7"/>
    <p:sldId id="1151" r:id="rId8"/>
    <p:sldId id="593" r:id="rId9"/>
    <p:sldId id="584" r:id="rId10"/>
    <p:sldId id="594" r:id="rId11"/>
    <p:sldId id="595" r:id="rId12"/>
    <p:sldId id="596" r:id="rId13"/>
    <p:sldId id="597" r:id="rId14"/>
    <p:sldId id="599" r:id="rId15"/>
    <p:sldId id="600" r:id="rId16"/>
    <p:sldId id="601" r:id="rId17"/>
    <p:sldId id="602" r:id="rId18"/>
    <p:sldId id="1022" r:id="rId19"/>
    <p:sldId id="1023" r:id="rId20"/>
    <p:sldId id="1024" r:id="rId21"/>
    <p:sldId id="603" r:id="rId22"/>
    <p:sldId id="586" r:id="rId23"/>
    <p:sldId id="1025" r:id="rId24"/>
    <p:sldId id="1150" r:id="rId25"/>
    <p:sldId id="608" r:id="rId26"/>
    <p:sldId id="609" r:id="rId27"/>
    <p:sldId id="610" r:id="rId28"/>
    <p:sldId id="611" r:id="rId29"/>
    <p:sldId id="585" r:id="rId30"/>
    <p:sldId id="1014" r:id="rId31"/>
    <p:sldId id="1015" r:id="rId32"/>
    <p:sldId id="1016" r:id="rId33"/>
    <p:sldId id="1017" r:id="rId34"/>
    <p:sldId id="1018" r:id="rId35"/>
    <p:sldId id="1021" r:id="rId3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48792F-D1C4-4C9B-A456-5E3A48E48F70}" v="9" dt="2025-02-19T04:07:55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De Leon R." userId="6107559c-c399-4371-a23a-d124d3599f82" providerId="ADAL" clId="{209CAA2E-15B9-4037-BE4A-C48DF030809B}"/>
    <pc:docChg chg="undo redo custSel addSld delSld modSld">
      <pc:chgData name="Jaime De Leon R." userId="6107559c-c399-4371-a23a-d124d3599f82" providerId="ADAL" clId="{209CAA2E-15B9-4037-BE4A-C48DF030809B}" dt="2022-06-18T13:58:43.391" v="2976" actId="20577"/>
      <pc:docMkLst>
        <pc:docMk/>
      </pc:docMkLst>
      <pc:sldChg chg="del">
        <pc:chgData name="Jaime De Leon R." userId="6107559c-c399-4371-a23a-d124d3599f82" providerId="ADAL" clId="{209CAA2E-15B9-4037-BE4A-C48DF030809B}" dt="2022-06-18T13:16:39.652" v="0" actId="47"/>
        <pc:sldMkLst>
          <pc:docMk/>
          <pc:sldMk cId="3632386445" sldId="344"/>
        </pc:sldMkLst>
      </pc:sldChg>
      <pc:sldChg chg="modSp mod">
        <pc:chgData name="Jaime De Leon R." userId="6107559c-c399-4371-a23a-d124d3599f82" providerId="ADAL" clId="{209CAA2E-15B9-4037-BE4A-C48DF030809B}" dt="2022-06-18T13:30:13.392" v="894"/>
        <pc:sldMkLst>
          <pc:docMk/>
          <pc:sldMk cId="2585019895" sldId="346"/>
        </pc:sldMkLst>
      </pc:sldChg>
      <pc:sldChg chg="del">
        <pc:chgData name="Jaime De Leon R." userId="6107559c-c399-4371-a23a-d124d3599f82" providerId="ADAL" clId="{209CAA2E-15B9-4037-BE4A-C48DF030809B}" dt="2022-06-18T13:16:39.652" v="0" actId="47"/>
        <pc:sldMkLst>
          <pc:docMk/>
          <pc:sldMk cId="2100704877" sldId="347"/>
        </pc:sldMkLst>
      </pc:sldChg>
      <pc:sldChg chg="modSp add mod">
        <pc:chgData name="Jaime De Leon R." userId="6107559c-c399-4371-a23a-d124d3599f82" providerId="ADAL" clId="{209CAA2E-15B9-4037-BE4A-C48DF030809B}" dt="2022-06-18T13:44:16.533" v="1705" actId="20577"/>
        <pc:sldMkLst>
          <pc:docMk/>
          <pc:sldMk cId="4222435848" sldId="347"/>
        </pc:sldMkLst>
      </pc:sldChg>
      <pc:sldChg chg="modSp add mod">
        <pc:chgData name="Jaime De Leon R." userId="6107559c-c399-4371-a23a-d124d3599f82" providerId="ADAL" clId="{209CAA2E-15B9-4037-BE4A-C48DF030809B}" dt="2022-06-18T13:48:20.015" v="2163" actId="20577"/>
        <pc:sldMkLst>
          <pc:docMk/>
          <pc:sldMk cId="3298429581" sldId="348"/>
        </pc:sldMkLst>
      </pc:sldChg>
      <pc:sldChg chg="modSp add mod">
        <pc:chgData name="Jaime De Leon R." userId="6107559c-c399-4371-a23a-d124d3599f82" providerId="ADAL" clId="{209CAA2E-15B9-4037-BE4A-C48DF030809B}" dt="2022-06-18T13:52:21.430" v="2204" actId="20577"/>
        <pc:sldMkLst>
          <pc:docMk/>
          <pc:sldMk cId="2351589384" sldId="349"/>
        </pc:sldMkLst>
      </pc:sldChg>
      <pc:sldChg chg="modSp add mod">
        <pc:chgData name="Jaime De Leon R." userId="6107559c-c399-4371-a23a-d124d3599f82" providerId="ADAL" clId="{209CAA2E-15B9-4037-BE4A-C48DF030809B}" dt="2022-06-18T13:58:43.391" v="2976" actId="20577"/>
        <pc:sldMkLst>
          <pc:docMk/>
          <pc:sldMk cId="3039340584" sldId="350"/>
        </pc:sldMkLst>
      </pc:sldChg>
      <pc:sldChg chg="modSp add mod">
        <pc:chgData name="Jaime De Leon R." userId="6107559c-c399-4371-a23a-d124d3599f82" providerId="ADAL" clId="{209CAA2E-15B9-4037-BE4A-C48DF030809B}" dt="2022-06-18T13:57:37.414" v="2920" actId="20577"/>
        <pc:sldMkLst>
          <pc:docMk/>
          <pc:sldMk cId="1753269166" sldId="351"/>
        </pc:sldMkLst>
      </pc:sldChg>
    </pc:docChg>
  </pc:docChgLst>
  <pc:docChgLst>
    <pc:chgData name="Jaime De León R." userId="6107559c-c399-4371-a23a-d124d3599f82" providerId="ADAL" clId="{F348792F-D1C4-4C9B-A456-5E3A48E48F70}"/>
    <pc:docChg chg="undo custSel addSld delSld modSld sldOrd delSection modSection">
      <pc:chgData name="Jaime De León R." userId="6107559c-c399-4371-a23a-d124d3599f82" providerId="ADAL" clId="{F348792F-D1C4-4C9B-A456-5E3A48E48F70}" dt="2025-02-19T04:07:55.510" v="153"/>
      <pc:docMkLst>
        <pc:docMk/>
      </pc:docMkLst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241727980" sldId="26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922173833" sldId="265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145090948" sldId="26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566961134" sldId="267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795566268" sldId="26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870438126" sldId="269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425818223" sldId="270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688606035" sldId="27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254463813" sldId="27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161700530" sldId="27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223697094" sldId="277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355870206" sldId="27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87824539" sldId="28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289937686" sldId="28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074402129" sldId="28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910813914" sldId="28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447105805" sldId="285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144196958" sldId="28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86966100" sldId="287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49950726" sldId="289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653561584" sldId="290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695483299" sldId="29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563003898" sldId="29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035005942" sldId="29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999959553" sldId="29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616470979" sldId="300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865739838" sldId="30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382471733" sldId="30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67535930" sldId="30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668757621" sldId="30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664877058" sldId="307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971763272" sldId="30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420987737" sldId="31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137667935" sldId="31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503203228" sldId="31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4590595" sldId="31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150554517" sldId="320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819095824" sldId="32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042867306" sldId="32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332888680" sldId="32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152731620" sldId="32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686665196" sldId="327"/>
        </pc:sldMkLst>
      </pc:sldChg>
      <pc:sldChg chg="del">
        <pc:chgData name="Jaime De León R." userId="6107559c-c399-4371-a23a-d124d3599f82" providerId="ADAL" clId="{F348792F-D1C4-4C9B-A456-5E3A48E48F70}" dt="2025-02-19T03:43:44.476" v="1" actId="47"/>
        <pc:sldMkLst>
          <pc:docMk/>
          <pc:sldMk cId="3546969528" sldId="347"/>
        </pc:sldMkLst>
      </pc:sldChg>
      <pc:sldChg chg="del">
        <pc:chgData name="Jaime De León R." userId="6107559c-c399-4371-a23a-d124d3599f82" providerId="ADAL" clId="{F348792F-D1C4-4C9B-A456-5E3A48E48F70}" dt="2025-02-19T03:43:44.476" v="1" actId="47"/>
        <pc:sldMkLst>
          <pc:docMk/>
          <pc:sldMk cId="3205869130" sldId="348"/>
        </pc:sldMkLst>
      </pc:sldChg>
      <pc:sldChg chg="del">
        <pc:chgData name="Jaime De León R." userId="6107559c-c399-4371-a23a-d124d3599f82" providerId="ADAL" clId="{F348792F-D1C4-4C9B-A456-5E3A48E48F70}" dt="2025-02-19T03:43:44.476" v="1" actId="47"/>
        <pc:sldMkLst>
          <pc:docMk/>
          <pc:sldMk cId="1735679493" sldId="351"/>
        </pc:sldMkLst>
      </pc:sldChg>
      <pc:sldChg chg="del">
        <pc:chgData name="Jaime De León R." userId="6107559c-c399-4371-a23a-d124d3599f82" providerId="ADAL" clId="{F348792F-D1C4-4C9B-A456-5E3A48E48F70}" dt="2025-02-19T03:43:44.476" v="1" actId="47"/>
        <pc:sldMkLst>
          <pc:docMk/>
          <pc:sldMk cId="1742807660" sldId="352"/>
        </pc:sldMkLst>
      </pc:sldChg>
      <pc:sldChg chg="modSp mod">
        <pc:chgData name="Jaime De León R." userId="6107559c-c399-4371-a23a-d124d3599f82" providerId="ADAL" clId="{F348792F-D1C4-4C9B-A456-5E3A48E48F70}" dt="2025-02-19T03:44:00.024" v="30" actId="20577"/>
        <pc:sldMkLst>
          <pc:docMk/>
          <pc:sldMk cId="123055893" sldId="354"/>
        </pc:sldMkLst>
        <pc:spChg chg="mod">
          <ac:chgData name="Jaime De León R." userId="6107559c-c399-4371-a23a-d124d3599f82" providerId="ADAL" clId="{F348792F-D1C4-4C9B-A456-5E3A48E48F70}" dt="2025-02-19T03:44:00.024" v="30" actId="20577"/>
          <ac:spMkLst>
            <pc:docMk/>
            <pc:sldMk cId="123055893" sldId="354"/>
            <ac:spMk id="2" creationId="{911D8192-F04F-7F3C-50FE-04DD99D8FEE1}"/>
          </ac:spMkLst>
        </pc:spChg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678257050" sldId="365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1277356105" sldId="37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497272868" sldId="38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386409064" sldId="38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599487150" sldId="387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593545731" sldId="38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244492029" sldId="39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261674931" sldId="400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021128866" sldId="40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895153731" sldId="410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57673805" sldId="41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947409020" sldId="41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161278979" sldId="41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433807191" sldId="415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04824926" sldId="41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694796887" sldId="417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474815436" sldId="41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374858202" sldId="419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180148278" sldId="420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718120447" sldId="42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44863327" sldId="42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145432329" sldId="47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663798520" sldId="479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462731453" sldId="48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189862585" sldId="48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951087899" sldId="48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416880312" sldId="49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517281974" sldId="49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937108243" sldId="49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548095864" sldId="49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777280832" sldId="495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409308896" sldId="49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728477071" sldId="497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000131124" sldId="50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532176277" sldId="50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53805024" sldId="50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179121111" sldId="505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334826352" sldId="50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941836137" sldId="509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845791806" sldId="51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106223292" sldId="51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159693743" sldId="514"/>
        </pc:sldMkLst>
      </pc:sldChg>
      <pc:sldChg chg="del">
        <pc:chgData name="Jaime De León R." userId="6107559c-c399-4371-a23a-d124d3599f82" providerId="ADAL" clId="{F348792F-D1C4-4C9B-A456-5E3A48E48F70}" dt="2025-02-19T03:46:07.856" v="31" actId="47"/>
        <pc:sldMkLst>
          <pc:docMk/>
          <pc:sldMk cId="152362892" sldId="591"/>
        </pc:sldMkLst>
      </pc:sldChg>
      <pc:sldChg chg="addSp delSp modSp mod">
        <pc:chgData name="Jaime De León R." userId="6107559c-c399-4371-a23a-d124d3599f82" providerId="ADAL" clId="{F348792F-D1C4-4C9B-A456-5E3A48E48F70}" dt="2025-02-19T04:03:14.151" v="150" actId="1076"/>
        <pc:sldMkLst>
          <pc:docMk/>
          <pc:sldMk cId="4145769165" sldId="592"/>
        </pc:sldMkLst>
        <pc:spChg chg="mod">
          <ac:chgData name="Jaime De León R." userId="6107559c-c399-4371-a23a-d124d3599f82" providerId="ADAL" clId="{F348792F-D1C4-4C9B-A456-5E3A48E48F70}" dt="2025-02-19T04:02:45.544" v="142" actId="20577"/>
          <ac:spMkLst>
            <pc:docMk/>
            <pc:sldMk cId="4145769165" sldId="592"/>
            <ac:spMk id="2" creationId="{00000000-0000-0000-0000-000000000000}"/>
          </ac:spMkLst>
        </pc:spChg>
        <pc:spChg chg="add del mod">
          <ac:chgData name="Jaime De León R." userId="6107559c-c399-4371-a23a-d124d3599f82" providerId="ADAL" clId="{F348792F-D1C4-4C9B-A456-5E3A48E48F70}" dt="2025-02-19T04:02:50.534" v="144" actId="478"/>
          <ac:spMkLst>
            <pc:docMk/>
            <pc:sldMk cId="4145769165" sldId="592"/>
            <ac:spMk id="5" creationId="{74BC88BD-B683-7A6C-9FCB-1C3C1D8283FD}"/>
          </ac:spMkLst>
        </pc:spChg>
        <pc:graphicFrameChg chg="del">
          <ac:chgData name="Jaime De León R." userId="6107559c-c399-4371-a23a-d124d3599f82" providerId="ADAL" clId="{F348792F-D1C4-4C9B-A456-5E3A48E48F70}" dt="2025-02-19T04:02:49.252" v="143" actId="478"/>
          <ac:graphicFrameMkLst>
            <pc:docMk/>
            <pc:sldMk cId="4145769165" sldId="592"/>
            <ac:graphicFrameMk id="4" creationId="{00000000-0000-0000-0000-000000000000}"/>
          </ac:graphicFrameMkLst>
        </pc:graphicFrameChg>
        <pc:graphicFrameChg chg="add mod modGraphic">
          <ac:chgData name="Jaime De León R." userId="6107559c-c399-4371-a23a-d124d3599f82" providerId="ADAL" clId="{F348792F-D1C4-4C9B-A456-5E3A48E48F70}" dt="2025-02-19T04:03:14.151" v="150" actId="1076"/>
          <ac:graphicFrameMkLst>
            <pc:docMk/>
            <pc:sldMk cId="4145769165" sldId="592"/>
            <ac:graphicFrameMk id="6" creationId="{4A933A2F-0380-F867-EC35-D73DBD591ED5}"/>
          </ac:graphicFrameMkLst>
        </pc:graphicFrameChg>
      </pc:sldChg>
      <pc:sldChg chg="modSp mod">
        <pc:chgData name="Jaime De León R." userId="6107559c-c399-4371-a23a-d124d3599f82" providerId="ADAL" clId="{F348792F-D1C4-4C9B-A456-5E3A48E48F70}" dt="2025-02-19T03:48:10.127" v="50" actId="20577"/>
        <pc:sldMkLst>
          <pc:docMk/>
          <pc:sldMk cId="472173274" sldId="599"/>
        </pc:sldMkLst>
        <pc:spChg chg="mod">
          <ac:chgData name="Jaime De León R." userId="6107559c-c399-4371-a23a-d124d3599f82" providerId="ADAL" clId="{F348792F-D1C4-4C9B-A456-5E3A48E48F70}" dt="2025-02-19T03:48:10.127" v="50" actId="20577"/>
          <ac:spMkLst>
            <pc:docMk/>
            <pc:sldMk cId="472173274" sldId="599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F348792F-D1C4-4C9B-A456-5E3A48E48F70}" dt="2025-02-19T03:48:02.948" v="46" actId="20577"/>
        <pc:sldMkLst>
          <pc:docMk/>
          <pc:sldMk cId="1190243216" sldId="600"/>
        </pc:sldMkLst>
        <pc:spChg chg="mod">
          <ac:chgData name="Jaime De León R." userId="6107559c-c399-4371-a23a-d124d3599f82" providerId="ADAL" clId="{F348792F-D1C4-4C9B-A456-5E3A48E48F70}" dt="2025-02-19T03:48:02.948" v="46" actId="20577"/>
          <ac:spMkLst>
            <pc:docMk/>
            <pc:sldMk cId="1190243216" sldId="600"/>
            <ac:spMk id="2" creationId="{00000000-0000-0000-0000-000000000000}"/>
          </ac:spMkLst>
        </pc:spChg>
        <pc:graphicFrameChg chg="mod modGraphic">
          <ac:chgData name="Jaime De León R." userId="6107559c-c399-4371-a23a-d124d3599f82" providerId="ADAL" clId="{F348792F-D1C4-4C9B-A456-5E3A48E48F70}" dt="2025-02-19T03:47:48.935" v="42"/>
          <ac:graphicFrameMkLst>
            <pc:docMk/>
            <pc:sldMk cId="1190243216" sldId="600"/>
            <ac:graphicFrameMk id="4" creationId="{00000000-0000-0000-0000-000000000000}"/>
          </ac:graphicFrameMkLst>
        </pc:graphicFrameChg>
      </pc:sldChg>
      <pc:sldChg chg="add">
        <pc:chgData name="Jaime De León R." userId="6107559c-c399-4371-a23a-d124d3599f82" providerId="ADAL" clId="{F348792F-D1C4-4C9B-A456-5E3A48E48F70}" dt="2025-02-19T04:03:56.454" v="151"/>
        <pc:sldMkLst>
          <pc:docMk/>
          <pc:sldMk cId="2058396246" sldId="601"/>
        </pc:sldMkLst>
      </pc:sldChg>
      <pc:sldChg chg="add">
        <pc:chgData name="Jaime De León R." userId="6107559c-c399-4371-a23a-d124d3599f82" providerId="ADAL" clId="{F348792F-D1C4-4C9B-A456-5E3A48E48F70}" dt="2025-02-19T04:03:56.454" v="151"/>
        <pc:sldMkLst>
          <pc:docMk/>
          <pc:sldMk cId="1925789401" sldId="602"/>
        </pc:sldMkLst>
      </pc:sldChg>
      <pc:sldChg chg="modSp mod ord">
        <pc:chgData name="Jaime De León R." userId="6107559c-c399-4371-a23a-d124d3599f82" providerId="ADAL" clId="{F348792F-D1C4-4C9B-A456-5E3A48E48F70}" dt="2025-02-19T03:51:21.397" v="108"/>
        <pc:sldMkLst>
          <pc:docMk/>
          <pc:sldMk cId="4048834710" sldId="603"/>
        </pc:sldMkLst>
        <pc:graphicFrameChg chg="modGraphic">
          <ac:chgData name="Jaime De León R." userId="6107559c-c399-4371-a23a-d124d3599f82" providerId="ADAL" clId="{F348792F-D1C4-4C9B-A456-5E3A48E48F70}" dt="2025-02-19T03:50:36.329" v="105" actId="20577"/>
          <ac:graphicFrameMkLst>
            <pc:docMk/>
            <pc:sldMk cId="4048834710" sldId="603"/>
            <ac:graphicFrameMk id="4" creationId="{00000000-0000-0000-0000-000000000000}"/>
          </ac:graphicFrameMkLst>
        </pc:graphicFrameChg>
      </pc:sldChg>
      <pc:sldChg chg="del">
        <pc:chgData name="Jaime De León R." userId="6107559c-c399-4371-a23a-d124d3599f82" providerId="ADAL" clId="{F348792F-D1C4-4C9B-A456-5E3A48E48F70}" dt="2025-02-19T03:50:47.559" v="106" actId="47"/>
        <pc:sldMkLst>
          <pc:docMk/>
          <pc:sldMk cId="2002411937" sldId="604"/>
        </pc:sldMkLst>
      </pc:sldChg>
      <pc:sldChg chg="add">
        <pc:chgData name="Jaime De León R." userId="6107559c-c399-4371-a23a-d124d3599f82" providerId="ADAL" clId="{F348792F-D1C4-4C9B-A456-5E3A48E48F70}" dt="2025-02-19T04:05:21.030" v="152"/>
        <pc:sldMkLst>
          <pc:docMk/>
          <pc:sldMk cId="2931456062" sldId="608"/>
        </pc:sldMkLst>
      </pc:sldChg>
      <pc:sldChg chg="add">
        <pc:chgData name="Jaime De León R." userId="6107559c-c399-4371-a23a-d124d3599f82" providerId="ADAL" clId="{F348792F-D1C4-4C9B-A456-5E3A48E48F70}" dt="2025-02-19T04:05:21.030" v="152"/>
        <pc:sldMkLst>
          <pc:docMk/>
          <pc:sldMk cId="974094546" sldId="609"/>
        </pc:sldMkLst>
      </pc:sldChg>
      <pc:sldChg chg="add">
        <pc:chgData name="Jaime De León R." userId="6107559c-c399-4371-a23a-d124d3599f82" providerId="ADAL" clId="{F348792F-D1C4-4C9B-A456-5E3A48E48F70}" dt="2025-02-19T04:05:21.030" v="152"/>
        <pc:sldMkLst>
          <pc:docMk/>
          <pc:sldMk cId="3309374142" sldId="610"/>
        </pc:sldMkLst>
      </pc:sldChg>
      <pc:sldChg chg="add">
        <pc:chgData name="Jaime De León R." userId="6107559c-c399-4371-a23a-d124d3599f82" providerId="ADAL" clId="{F348792F-D1C4-4C9B-A456-5E3A48E48F70}" dt="2025-02-19T04:05:21.030" v="152"/>
        <pc:sldMkLst>
          <pc:docMk/>
          <pc:sldMk cId="2066197317" sldId="611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1681670386" sldId="659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966110655" sldId="688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2457637234" sldId="689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305992654" sldId="69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808898665" sldId="69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492453517" sldId="69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79094115" sldId="697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078290383" sldId="70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060920276" sldId="70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207716749" sldId="705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021828446" sldId="707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1058466418" sldId="719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1926229604" sldId="728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3351641799" sldId="730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3108000985" sldId="741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1549180168" sldId="742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1567137301" sldId="753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1667395908" sldId="754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2524261736" sldId="75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09315005" sldId="79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047069567" sldId="795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571127477" sldId="79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186854291" sldId="79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284881780" sldId="80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032856674" sldId="81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822013254" sldId="815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017691966" sldId="82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89533421" sldId="827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198439349" sldId="82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253811788" sldId="83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303947411" sldId="84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667041698" sldId="84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888963773" sldId="849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424947504" sldId="85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756026630" sldId="85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946809093" sldId="85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191662605" sldId="85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045702994" sldId="857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562331271" sldId="85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1908099" sldId="859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13316238" sldId="860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065751802" sldId="86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270796015" sldId="86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780132303" sldId="86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098258464" sldId="86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600762728" sldId="865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770275454" sldId="86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29250640" sldId="867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999666196" sldId="869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111893151" sldId="870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180580418" sldId="87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566434747" sldId="87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381418898" sldId="87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534348967" sldId="87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804361030" sldId="87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621562576" sldId="879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242948947" sldId="880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406399862" sldId="88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242247307" sldId="88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023667642" sldId="88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585766251" sldId="88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925331773" sldId="885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955120288" sldId="88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087940803" sldId="887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871064877" sldId="889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024030594" sldId="890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65591615" sldId="89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790269909" sldId="89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938246996" sldId="89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841876529" sldId="89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518130490" sldId="895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905259575" sldId="89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856922535" sldId="897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406619845" sldId="89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875255785" sldId="90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509020533" sldId="90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961314543" sldId="905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088825310" sldId="90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076383956" sldId="907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522499914" sldId="90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771181928" sldId="101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844813317" sldId="1013"/>
        </pc:sldMkLst>
      </pc:sldChg>
      <pc:sldChg chg="add">
        <pc:chgData name="Jaime De León R." userId="6107559c-c399-4371-a23a-d124d3599f82" providerId="ADAL" clId="{F348792F-D1C4-4C9B-A456-5E3A48E48F70}" dt="2025-02-19T04:07:55.510" v="153"/>
        <pc:sldMkLst>
          <pc:docMk/>
          <pc:sldMk cId="26572101" sldId="1015"/>
        </pc:sldMkLst>
      </pc:sldChg>
      <pc:sldChg chg="add">
        <pc:chgData name="Jaime De León R." userId="6107559c-c399-4371-a23a-d124d3599f82" providerId="ADAL" clId="{F348792F-D1C4-4C9B-A456-5E3A48E48F70}" dt="2025-02-19T04:07:55.510" v="153"/>
        <pc:sldMkLst>
          <pc:docMk/>
          <pc:sldMk cId="2190756514" sldId="1016"/>
        </pc:sldMkLst>
      </pc:sldChg>
      <pc:sldChg chg="add">
        <pc:chgData name="Jaime De León R." userId="6107559c-c399-4371-a23a-d124d3599f82" providerId="ADAL" clId="{F348792F-D1C4-4C9B-A456-5E3A48E48F70}" dt="2025-02-19T04:07:55.510" v="153"/>
        <pc:sldMkLst>
          <pc:docMk/>
          <pc:sldMk cId="3215790978" sldId="1017"/>
        </pc:sldMkLst>
      </pc:sldChg>
      <pc:sldChg chg="add">
        <pc:chgData name="Jaime De León R." userId="6107559c-c399-4371-a23a-d124d3599f82" providerId="ADAL" clId="{F348792F-D1C4-4C9B-A456-5E3A48E48F70}" dt="2025-02-19T04:07:55.510" v="153"/>
        <pc:sldMkLst>
          <pc:docMk/>
          <pc:sldMk cId="3490403558" sldId="1018"/>
        </pc:sldMkLst>
      </pc:sldChg>
      <pc:sldChg chg="add">
        <pc:chgData name="Jaime De León R." userId="6107559c-c399-4371-a23a-d124d3599f82" providerId="ADAL" clId="{F348792F-D1C4-4C9B-A456-5E3A48E48F70}" dt="2025-02-19T04:07:55.510" v="153"/>
        <pc:sldMkLst>
          <pc:docMk/>
          <pc:sldMk cId="4159337826" sldId="1021"/>
        </pc:sldMkLst>
      </pc:sldChg>
      <pc:sldChg chg="modSp mod">
        <pc:chgData name="Jaime De León R." userId="6107559c-c399-4371-a23a-d124d3599f82" providerId="ADAL" clId="{F348792F-D1C4-4C9B-A456-5E3A48E48F70}" dt="2025-02-19T03:52:12.656" v="116" actId="20577"/>
        <pc:sldMkLst>
          <pc:docMk/>
          <pc:sldMk cId="1624870237" sldId="1025"/>
        </pc:sldMkLst>
        <pc:graphicFrameChg chg="modGraphic">
          <ac:chgData name="Jaime De León R." userId="6107559c-c399-4371-a23a-d124d3599f82" providerId="ADAL" clId="{F348792F-D1C4-4C9B-A456-5E3A48E48F70}" dt="2025-02-19T03:52:12.656" v="116" actId="20577"/>
          <ac:graphicFrameMkLst>
            <pc:docMk/>
            <pc:sldMk cId="1624870237" sldId="1025"/>
            <ac:graphicFrameMk id="4" creationId="{00000000-0000-0000-0000-000000000000}"/>
          </ac:graphicFrameMkLst>
        </pc:graphicFrameChg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221305419" sldId="1029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2709861828" sldId="103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4136633321" sldId="103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279114899" sldId="103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312508792" sldId="105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780116971" sldId="105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168541120" sldId="105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856274611" sldId="1059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091344353" sldId="1060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851168358" sldId="106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519421820" sldId="1079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625738218" sldId="108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193202996" sldId="108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297052082" sldId="1085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760366077" sldId="1086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556707947" sldId="1117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1559932029" sldId="1125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1798642139" sldId="1126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151215994" sldId="1127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2568955400" sldId="1128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909437640" sldId="1129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3417948627" sldId="1130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3742745074" sldId="1131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1221316993" sldId="1132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616309294" sldId="1133"/>
        </pc:sldMkLst>
      </pc:sldChg>
      <pc:sldChg chg="modSp">
        <pc:chgData name="Jaime De León R." userId="6107559c-c399-4371-a23a-d124d3599f82" providerId="ADAL" clId="{F348792F-D1C4-4C9B-A456-5E3A48E48F70}" dt="2025-02-19T03:52:25.994" v="117" actId="20577"/>
        <pc:sldMkLst>
          <pc:docMk/>
          <pc:sldMk cId="360022230" sldId="1150"/>
        </pc:sldMkLst>
        <pc:spChg chg="mod">
          <ac:chgData name="Jaime De León R." userId="6107559c-c399-4371-a23a-d124d3599f82" providerId="ADAL" clId="{F348792F-D1C4-4C9B-A456-5E3A48E48F70}" dt="2025-02-19T03:52:25.994" v="117" actId="20577"/>
          <ac:spMkLst>
            <pc:docMk/>
            <pc:sldMk cId="360022230" sldId="1150"/>
            <ac:spMk id="2" creationId="{15807C86-99D3-400F-9711-CCAF703B3BB2}"/>
          </ac:spMkLst>
        </pc:spChg>
      </pc:sldChg>
      <pc:sldChg chg="add">
        <pc:chgData name="Jaime De León R." userId="6107559c-c399-4371-a23a-d124d3599f82" providerId="ADAL" clId="{F348792F-D1C4-4C9B-A456-5E3A48E48F70}" dt="2025-02-19T04:02:38.313" v="119" actId="2890"/>
        <pc:sldMkLst>
          <pc:docMk/>
          <pc:sldMk cId="3814701627" sldId="115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83138292" sldId="115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750197738" sldId="1153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3985092860" sldId="1155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39359526" sldId="1159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588430726" sldId="1161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1703692973" sldId="116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90468811" sldId="1166"/>
        </pc:sldMkLst>
      </pc:sldChg>
      <pc:sldChg chg="del">
        <pc:chgData name="Jaime De León R." userId="6107559c-c399-4371-a23a-d124d3599f82" providerId="ADAL" clId="{F348792F-D1C4-4C9B-A456-5E3A48E48F70}" dt="2025-02-19T03:43:44.476" v="1" actId="47"/>
        <pc:sldMkLst>
          <pc:docMk/>
          <pc:sldMk cId="1709013837" sldId="1167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1434943166" sldId="1168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506140518" sldId="1169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180307651" sldId="1170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3045847813" sldId="1171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890212291" sldId="1172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281634523" sldId="1173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008791679" sldId="1174"/>
        </pc:sldMkLst>
      </pc:sldChg>
      <pc:sldChg chg="del">
        <pc:chgData name="Jaime De León R." userId="6107559c-c399-4371-a23a-d124d3599f82" providerId="ADAL" clId="{F348792F-D1C4-4C9B-A456-5E3A48E48F70}" dt="2025-02-19T03:43:36.917" v="0" actId="47"/>
        <pc:sldMkLst>
          <pc:docMk/>
          <pc:sldMk cId="2267628682" sldId="1175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1149699690" sldId="1176"/>
        </pc:sldMkLst>
      </pc:sldChg>
      <pc:sldChg chg="del">
        <pc:chgData name="Jaime De León R." userId="6107559c-c399-4371-a23a-d124d3599f82" providerId="ADAL" clId="{F348792F-D1C4-4C9B-A456-5E3A48E48F70}" dt="2025-02-19T03:54:17.005" v="118" actId="47"/>
        <pc:sldMkLst>
          <pc:docMk/>
          <pc:sldMk cId="2162640034" sldId="1177"/>
        </pc:sldMkLst>
      </pc:sldChg>
      <pc:sldMasterChg chg="delSldLayout">
        <pc:chgData name="Jaime De León R." userId="6107559c-c399-4371-a23a-d124d3599f82" providerId="ADAL" clId="{F348792F-D1C4-4C9B-A456-5E3A48E48F70}" dt="2025-02-19T03:43:44.476" v="1" actId="47"/>
        <pc:sldMasterMkLst>
          <pc:docMk/>
          <pc:sldMasterMk cId="3467965346" sldId="2147483648"/>
        </pc:sldMasterMkLst>
        <pc:sldLayoutChg chg="del">
          <pc:chgData name="Jaime De León R." userId="6107559c-c399-4371-a23a-d124d3599f82" providerId="ADAL" clId="{F348792F-D1C4-4C9B-A456-5E3A48E48F70}" dt="2025-02-19T03:43:44.476" v="1" actId="47"/>
          <pc:sldLayoutMkLst>
            <pc:docMk/>
            <pc:sldMasterMk cId="3467965346" sldId="2147483648"/>
            <pc:sldLayoutMk cId="12966980" sldId="2147483660"/>
          </pc:sldLayoutMkLst>
        </pc:sldLayoutChg>
        <pc:sldLayoutChg chg="del">
          <pc:chgData name="Jaime De León R." userId="6107559c-c399-4371-a23a-d124d3599f82" providerId="ADAL" clId="{F348792F-D1C4-4C9B-A456-5E3A48E48F70}" dt="2025-02-19T03:43:36.917" v="0" actId="47"/>
          <pc:sldLayoutMkLst>
            <pc:docMk/>
            <pc:sldMasterMk cId="3467965346" sldId="2147483648"/>
            <pc:sldLayoutMk cId="2625784832" sldId="2147483661"/>
          </pc:sldLayoutMkLst>
        </pc:sldLayoutChg>
      </pc:sldMasterChg>
    </pc:docChg>
  </pc:docChgLst>
  <pc:docChgLst>
    <pc:chgData name="Jaime De Leon R." userId="6107559c-c399-4371-a23a-d124d3599f82" providerId="ADAL" clId="{624DAD03-7EA8-480C-BE9E-52E579F4DA96}"/>
    <pc:docChg chg="undo redo custSel addSld delSld modSld sldOrd modMainMaster modSection">
      <pc:chgData name="Jaime De Leon R." userId="6107559c-c399-4371-a23a-d124d3599f82" providerId="ADAL" clId="{624DAD03-7EA8-480C-BE9E-52E579F4DA96}" dt="2023-01-09T01:36:45.921" v="7008" actId="20577"/>
      <pc:docMkLst>
        <pc:docMk/>
      </pc:docMkLst>
      <pc:sldChg chg="modSp add mod">
        <pc:chgData name="Jaime De Leon R." userId="6107559c-c399-4371-a23a-d124d3599f82" providerId="ADAL" clId="{624DAD03-7EA8-480C-BE9E-52E579F4DA96}" dt="2022-08-14T21:57:04.907" v="2184" actId="20577"/>
        <pc:sldMkLst>
          <pc:docMk/>
          <pc:sldMk cId="3241727980" sldId="262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2922173833" sldId="265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4145090948" sldId="266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1566961134" sldId="267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3795566268" sldId="268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870438126" sldId="269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3425818223" sldId="270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1688606035" sldId="271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1254463813" sldId="272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4161700530" sldId="273"/>
        </pc:sldMkLst>
      </pc:sldChg>
      <pc:sldChg chg="modSp add mod">
        <pc:chgData name="Jaime De Leon R." userId="6107559c-c399-4371-a23a-d124d3599f82" providerId="ADAL" clId="{624DAD03-7EA8-480C-BE9E-52E579F4DA96}" dt="2022-08-17T01:35:19.841" v="2745" actId="108"/>
        <pc:sldMkLst>
          <pc:docMk/>
          <pc:sldMk cId="4223697094" sldId="277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3355870206" sldId="278"/>
        </pc:sldMkLst>
      </pc:sldChg>
      <pc:sldChg chg="add del">
        <pc:chgData name="Jaime De Leon R." userId="6107559c-c399-4371-a23a-d124d3599f82" providerId="ADAL" clId="{624DAD03-7EA8-480C-BE9E-52E579F4DA96}" dt="2022-08-17T01:37:34.927" v="2751" actId="47"/>
        <pc:sldMkLst>
          <pc:docMk/>
          <pc:sldMk cId="65750298" sldId="279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287824539" sldId="281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1289937686" sldId="282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1074402129" sldId="283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3910813914" sldId="284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3447105805" sldId="285"/>
        </pc:sldMkLst>
      </pc:sldChg>
      <pc:sldChg chg="modSp add mod">
        <pc:chgData name="Jaime De Leon R." userId="6107559c-c399-4371-a23a-d124d3599f82" providerId="ADAL" clId="{624DAD03-7EA8-480C-BE9E-52E579F4DA96}" dt="2022-08-17T01:35:50.166" v="2748" actId="120"/>
        <pc:sldMkLst>
          <pc:docMk/>
          <pc:sldMk cId="2144196958" sldId="286"/>
        </pc:sldMkLst>
      </pc:sldChg>
      <pc:sldChg chg="modSp add mod">
        <pc:chgData name="Jaime De Leon R." userId="6107559c-c399-4371-a23a-d124d3599f82" providerId="ADAL" clId="{624DAD03-7EA8-480C-BE9E-52E579F4DA96}" dt="2022-08-17T01:37:17.082" v="2750" actId="108"/>
        <pc:sldMkLst>
          <pc:docMk/>
          <pc:sldMk cId="386966100" sldId="287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149950726" sldId="289"/>
        </pc:sldMkLst>
      </pc:sldChg>
      <pc:sldChg chg="modSp add mod">
        <pc:chgData name="Jaime De Leon R." userId="6107559c-c399-4371-a23a-d124d3599f82" providerId="ADAL" clId="{624DAD03-7EA8-480C-BE9E-52E579F4DA96}" dt="2022-08-17T01:39:28.011" v="2814" actId="6549"/>
        <pc:sldMkLst>
          <pc:docMk/>
          <pc:sldMk cId="3653561584" sldId="290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695483299" sldId="291"/>
        </pc:sldMkLst>
      </pc:sldChg>
      <pc:sldChg chg="modSp add mod">
        <pc:chgData name="Jaime De Leon R." userId="6107559c-c399-4371-a23a-d124d3599f82" providerId="ADAL" clId="{624DAD03-7EA8-480C-BE9E-52E579F4DA96}" dt="2022-08-31T02:58:43.352" v="4036" actId="20577"/>
        <pc:sldMkLst>
          <pc:docMk/>
          <pc:sldMk cId="2563003898" sldId="292"/>
        </pc:sldMkLst>
      </pc:sldChg>
      <pc:sldChg chg="delSp modSp add mod">
        <pc:chgData name="Jaime De Leon R." userId="6107559c-c399-4371-a23a-d124d3599f82" providerId="ADAL" clId="{624DAD03-7EA8-480C-BE9E-52E579F4DA96}" dt="2022-08-17T02:05:38.164" v="3773" actId="14100"/>
        <pc:sldMkLst>
          <pc:docMk/>
          <pc:sldMk cId="4035005942" sldId="293"/>
        </pc:sldMkLst>
      </pc:sldChg>
      <pc:sldChg chg="add">
        <pc:chgData name="Jaime De Leon R." userId="6107559c-c399-4371-a23a-d124d3599f82" providerId="ADAL" clId="{624DAD03-7EA8-480C-BE9E-52E579F4DA96}" dt="2022-09-03T23:33:17.659" v="4101"/>
        <pc:sldMkLst>
          <pc:docMk/>
          <pc:sldMk cId="999959553" sldId="294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616470979" sldId="300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2865739838" sldId="301"/>
        </pc:sldMkLst>
      </pc:sldChg>
      <pc:sldChg chg="add del">
        <pc:chgData name="Jaime De Leon R." userId="6107559c-c399-4371-a23a-d124d3599f82" providerId="ADAL" clId="{624DAD03-7EA8-480C-BE9E-52E579F4DA96}" dt="2022-08-17T01:42:14.297" v="2858" actId="47"/>
        <pc:sldMkLst>
          <pc:docMk/>
          <pc:sldMk cId="528645849" sldId="302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2382471733" sldId="303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367535930" sldId="304"/>
        </pc:sldMkLst>
      </pc:sldChg>
      <pc:sldChg chg="add del">
        <pc:chgData name="Jaime De Leon R." userId="6107559c-c399-4371-a23a-d124d3599f82" providerId="ADAL" clId="{624DAD03-7EA8-480C-BE9E-52E579F4DA96}" dt="2022-08-17T01:45:32.046" v="2880" actId="47"/>
        <pc:sldMkLst>
          <pc:docMk/>
          <pc:sldMk cId="296390295" sldId="305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2668757621" sldId="306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2664877058" sldId="307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1971763272" sldId="308"/>
        </pc:sldMkLst>
      </pc:sldChg>
      <pc:sldChg chg="add del">
        <pc:chgData name="Jaime De Leon R." userId="6107559c-c399-4371-a23a-d124d3599f82" providerId="ADAL" clId="{624DAD03-7EA8-480C-BE9E-52E579F4DA96}" dt="2022-08-17T01:51:41.978" v="2914" actId="47"/>
        <pc:sldMkLst>
          <pc:docMk/>
          <pc:sldMk cId="247191239" sldId="310"/>
        </pc:sldMkLst>
      </pc:sldChg>
      <pc:sldChg chg="modSp add mod">
        <pc:chgData name="Jaime De Leon R." userId="6107559c-c399-4371-a23a-d124d3599f82" providerId="ADAL" clId="{624DAD03-7EA8-480C-BE9E-52E579F4DA96}" dt="2022-08-17T02:02:10.528" v="3756" actId="20577"/>
        <pc:sldMkLst>
          <pc:docMk/>
          <pc:sldMk cId="3420987737" sldId="311"/>
        </pc:sldMkLst>
      </pc:sldChg>
      <pc:sldChg chg="add">
        <pc:chgData name="Jaime De Leon R." userId="6107559c-c399-4371-a23a-d124d3599f82" providerId="ADAL" clId="{624DAD03-7EA8-480C-BE9E-52E579F4DA96}" dt="2022-08-31T02:58:21.251" v="4015"/>
        <pc:sldMkLst>
          <pc:docMk/>
          <pc:sldMk cId="3137667935" sldId="314"/>
        </pc:sldMkLst>
      </pc:sldChg>
      <pc:sldChg chg="add">
        <pc:chgData name="Jaime De Leon R." userId="6107559c-c399-4371-a23a-d124d3599f82" providerId="ADAL" clId="{624DAD03-7EA8-480C-BE9E-52E579F4DA96}" dt="2022-08-31T02:58:21.251" v="4015"/>
        <pc:sldMkLst>
          <pc:docMk/>
          <pc:sldMk cId="1503203228" sldId="316"/>
        </pc:sldMkLst>
      </pc:sldChg>
      <pc:sldChg chg="add">
        <pc:chgData name="Jaime De Leon R." userId="6107559c-c399-4371-a23a-d124d3599f82" providerId="ADAL" clId="{624DAD03-7EA8-480C-BE9E-52E579F4DA96}" dt="2022-08-31T03:08:44.336" v="4096"/>
        <pc:sldMkLst>
          <pc:docMk/>
          <pc:sldMk cId="24590595" sldId="318"/>
        </pc:sldMkLst>
      </pc:sldChg>
      <pc:sldChg chg="add del">
        <pc:chgData name="Jaime De Leon R." userId="6107559c-c399-4371-a23a-d124d3599f82" providerId="ADAL" clId="{624DAD03-7EA8-480C-BE9E-52E579F4DA96}" dt="2022-08-17T02:03:25.290" v="3761" actId="47"/>
        <pc:sldMkLst>
          <pc:docMk/>
          <pc:sldMk cId="4059033221" sldId="319"/>
        </pc:sldMkLst>
      </pc:sldChg>
      <pc:sldChg chg="delSp add mod">
        <pc:chgData name="Jaime De Leon R." userId="6107559c-c399-4371-a23a-d124d3599f82" providerId="ADAL" clId="{624DAD03-7EA8-480C-BE9E-52E579F4DA96}" dt="2022-08-17T02:05:52.882" v="3774" actId="478"/>
        <pc:sldMkLst>
          <pc:docMk/>
          <pc:sldMk cId="2150554517" sldId="32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819095824" sldId="32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4042867306" sldId="322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332888680" sldId="323"/>
        </pc:sldMkLst>
      </pc:sldChg>
      <pc:sldChg chg="add del">
        <pc:chgData name="Jaime De Leon R." userId="6107559c-c399-4371-a23a-d124d3599f82" providerId="ADAL" clId="{624DAD03-7EA8-480C-BE9E-52E579F4DA96}" dt="2022-08-17T02:12:12.195" v="3815" actId="47"/>
        <pc:sldMkLst>
          <pc:docMk/>
          <pc:sldMk cId="3260147599" sldId="32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152731620" sldId="326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686665196" sldId="327"/>
        </pc:sldMkLst>
      </pc:sldChg>
      <pc:sldChg chg="addSp delSp modSp del mod setBg">
        <pc:chgData name="Jaime De Leon R." userId="6107559c-c399-4371-a23a-d124d3599f82" providerId="ADAL" clId="{624DAD03-7EA8-480C-BE9E-52E579F4DA96}" dt="2022-08-14T21:25:28.623" v="1717" actId="47"/>
        <pc:sldMkLst>
          <pc:docMk/>
          <pc:sldMk cId="2585019895" sldId="346"/>
        </pc:sldMkLst>
      </pc:sldChg>
      <pc:sldChg chg="modSp new mod ord">
        <pc:chgData name="Jaime De Leon R." userId="6107559c-c399-4371-a23a-d124d3599f82" providerId="ADAL" clId="{624DAD03-7EA8-480C-BE9E-52E579F4DA96}" dt="2023-01-09T01:36:04.039" v="7007" actId="20577"/>
        <pc:sldMkLst>
          <pc:docMk/>
          <pc:sldMk cId="3546969528" sldId="347"/>
        </pc:sldMkLst>
      </pc:sldChg>
      <pc:sldChg chg="del">
        <pc:chgData name="Jaime De Leon R." userId="6107559c-c399-4371-a23a-d124d3599f82" providerId="ADAL" clId="{624DAD03-7EA8-480C-BE9E-52E579F4DA96}" dt="2022-08-14T20:32:31.207" v="13" actId="47"/>
        <pc:sldMkLst>
          <pc:docMk/>
          <pc:sldMk cId="4222435848" sldId="347"/>
        </pc:sldMkLst>
      </pc:sldChg>
      <pc:sldChg chg="modSp add mod">
        <pc:chgData name="Jaime De Leon R." userId="6107559c-c399-4371-a23a-d124d3599f82" providerId="ADAL" clId="{624DAD03-7EA8-480C-BE9E-52E579F4DA96}" dt="2022-08-14T21:06:13.341" v="852" actId="255"/>
        <pc:sldMkLst>
          <pc:docMk/>
          <pc:sldMk cId="3205869130" sldId="348"/>
        </pc:sldMkLst>
      </pc:sldChg>
      <pc:sldChg chg="del">
        <pc:chgData name="Jaime De Leon R." userId="6107559c-c399-4371-a23a-d124d3599f82" providerId="ADAL" clId="{624DAD03-7EA8-480C-BE9E-52E579F4DA96}" dt="2022-08-14T20:32:31.207" v="13" actId="47"/>
        <pc:sldMkLst>
          <pc:docMk/>
          <pc:sldMk cId="3298429581" sldId="348"/>
        </pc:sldMkLst>
      </pc:sldChg>
      <pc:sldChg chg="modSp add mod">
        <pc:chgData name="Jaime De Leon R." userId="6107559c-c399-4371-a23a-d124d3599f82" providerId="ADAL" clId="{624DAD03-7EA8-480C-BE9E-52E579F4DA96}" dt="2022-08-14T21:10:05.707" v="1590" actId="20577"/>
        <pc:sldMkLst>
          <pc:docMk/>
          <pc:sldMk cId="802377326" sldId="349"/>
        </pc:sldMkLst>
      </pc:sldChg>
      <pc:sldChg chg="del">
        <pc:chgData name="Jaime De Leon R." userId="6107559c-c399-4371-a23a-d124d3599f82" providerId="ADAL" clId="{624DAD03-7EA8-480C-BE9E-52E579F4DA96}" dt="2022-08-14T20:32:31.207" v="13" actId="47"/>
        <pc:sldMkLst>
          <pc:docMk/>
          <pc:sldMk cId="2351589384" sldId="349"/>
        </pc:sldMkLst>
      </pc:sldChg>
      <pc:sldChg chg="del">
        <pc:chgData name="Jaime De Leon R." userId="6107559c-c399-4371-a23a-d124d3599f82" providerId="ADAL" clId="{624DAD03-7EA8-480C-BE9E-52E579F4DA96}" dt="2022-08-14T20:32:31.207" v="13" actId="47"/>
        <pc:sldMkLst>
          <pc:docMk/>
          <pc:sldMk cId="3039340584" sldId="350"/>
        </pc:sldMkLst>
      </pc:sldChg>
      <pc:sldChg chg="modSp add mod">
        <pc:chgData name="Jaime De Leon R." userId="6107559c-c399-4371-a23a-d124d3599f82" providerId="ADAL" clId="{624DAD03-7EA8-480C-BE9E-52E579F4DA96}" dt="2022-08-14T21:20:54.557" v="1613" actId="179"/>
        <pc:sldMkLst>
          <pc:docMk/>
          <pc:sldMk cId="4281176916" sldId="350"/>
        </pc:sldMkLst>
      </pc:sldChg>
      <pc:sldChg chg="addSp modSp add mod">
        <pc:chgData name="Jaime De Leon R." userId="6107559c-c399-4371-a23a-d124d3599f82" providerId="ADAL" clId="{624DAD03-7EA8-480C-BE9E-52E579F4DA96}" dt="2023-01-09T01:36:45.921" v="7008" actId="20577"/>
        <pc:sldMkLst>
          <pc:docMk/>
          <pc:sldMk cId="1735679493" sldId="351"/>
        </pc:sldMkLst>
      </pc:sldChg>
      <pc:sldChg chg="del">
        <pc:chgData name="Jaime De Leon R." userId="6107559c-c399-4371-a23a-d124d3599f82" providerId="ADAL" clId="{624DAD03-7EA8-480C-BE9E-52E579F4DA96}" dt="2022-08-14T20:32:31.207" v="13" actId="47"/>
        <pc:sldMkLst>
          <pc:docMk/>
          <pc:sldMk cId="1753269166" sldId="351"/>
        </pc:sldMkLst>
      </pc:sldChg>
      <pc:sldChg chg="modSp add mod">
        <pc:chgData name="Jaime De Leon R." userId="6107559c-c399-4371-a23a-d124d3599f82" providerId="ADAL" clId="{624DAD03-7EA8-480C-BE9E-52E579F4DA96}" dt="2022-08-14T21:28:05.333" v="1783" actId="6549"/>
        <pc:sldMkLst>
          <pc:docMk/>
          <pc:sldMk cId="1742807660" sldId="352"/>
        </pc:sldMkLst>
      </pc:sldChg>
      <pc:sldChg chg="modSp add del mod">
        <pc:chgData name="Jaime De Leon R." userId="6107559c-c399-4371-a23a-d124d3599f82" providerId="ADAL" clId="{624DAD03-7EA8-480C-BE9E-52E579F4DA96}" dt="2022-08-14T21:56:09.273" v="2178" actId="47"/>
        <pc:sldMkLst>
          <pc:docMk/>
          <pc:sldMk cId="645096300" sldId="353"/>
        </pc:sldMkLst>
      </pc:sldChg>
      <pc:sldChg chg="modSp new mod">
        <pc:chgData name="Jaime De Leon R." userId="6107559c-c399-4371-a23a-d124d3599f82" providerId="ADAL" clId="{624DAD03-7EA8-480C-BE9E-52E579F4DA96}" dt="2022-08-14T21:35:16.610" v="1798" actId="20577"/>
        <pc:sldMkLst>
          <pc:docMk/>
          <pc:sldMk cId="123055893" sldId="354"/>
        </pc:sldMkLst>
      </pc:sldChg>
      <pc:sldChg chg="modSp add mod ord">
        <pc:chgData name="Jaime De Leon R." userId="6107559c-c399-4371-a23a-d124d3599f82" providerId="ADAL" clId="{624DAD03-7EA8-480C-BE9E-52E579F4DA96}" dt="2022-08-31T02:57:47.044" v="3997" actId="20578"/>
        <pc:sldMkLst>
          <pc:docMk/>
          <pc:sldMk cId="2551534661" sldId="355"/>
        </pc:sldMkLst>
      </pc:sldChg>
      <pc:sldChg chg="modSp add mod ord">
        <pc:chgData name="Jaime De Leon R." userId="6107559c-c399-4371-a23a-d124d3599f82" providerId="ADAL" clId="{624DAD03-7EA8-480C-BE9E-52E579F4DA96}" dt="2022-08-14T21:59:30.498" v="2238" actId="20577"/>
        <pc:sldMkLst>
          <pc:docMk/>
          <pc:sldMk cId="1544517018" sldId="356"/>
        </pc:sldMkLst>
      </pc:sldChg>
      <pc:sldChg chg="add del">
        <pc:chgData name="Jaime De Leon R." userId="6107559c-c399-4371-a23a-d124d3599f82" providerId="ADAL" clId="{624DAD03-7EA8-480C-BE9E-52E579F4DA96}" dt="2022-08-14T21:56:53.147" v="2181" actId="47"/>
        <pc:sldMkLst>
          <pc:docMk/>
          <pc:sldMk cId="173376243" sldId="357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1678257050" sldId="365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1455260561" sldId="366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2510620607" sldId="367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704604378" sldId="368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1108517668" sldId="369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1641950639" sldId="370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3195788473" sldId="371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3371544764" sldId="372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277356105" sldId="374"/>
        </pc:sldMkLst>
      </pc:sldChg>
      <pc:sldChg chg="add del">
        <pc:chgData name="Jaime De Leon R." userId="6107559c-c399-4371-a23a-d124d3599f82" providerId="ADAL" clId="{624DAD03-7EA8-480C-BE9E-52E579F4DA96}" dt="2022-08-17T01:59:38.318" v="3555" actId="47"/>
        <pc:sldMkLst>
          <pc:docMk/>
          <pc:sldMk cId="2208257620" sldId="380"/>
        </pc:sldMkLst>
      </pc:sldChg>
      <pc:sldChg chg="delSp modSp add mod">
        <pc:chgData name="Jaime De Leon R." userId="6107559c-c399-4371-a23a-d124d3599f82" providerId="ADAL" clId="{624DAD03-7EA8-480C-BE9E-52E579F4DA96}" dt="2022-08-17T01:51:06.342" v="2913" actId="20577"/>
        <pc:sldMkLst>
          <pc:docMk/>
          <pc:sldMk cId="2497272868" sldId="381"/>
        </pc:sldMkLst>
      </pc:sldChg>
      <pc:sldChg chg="add del">
        <pc:chgData name="Jaime De Leon R." userId="6107559c-c399-4371-a23a-d124d3599f82" providerId="ADAL" clId="{624DAD03-7EA8-480C-BE9E-52E579F4DA96}" dt="2022-08-17T01:51:42.757" v="2915" actId="47"/>
        <pc:sldMkLst>
          <pc:docMk/>
          <pc:sldMk cId="2858126306" sldId="383"/>
        </pc:sldMkLst>
      </pc:sldChg>
      <pc:sldChg chg="add">
        <pc:chgData name="Jaime De Leon R." userId="6107559c-c399-4371-a23a-d124d3599f82" providerId="ADAL" clId="{624DAD03-7EA8-480C-BE9E-52E579F4DA96}" dt="2022-08-31T03:08:44.336" v="4096"/>
        <pc:sldMkLst>
          <pc:docMk/>
          <pc:sldMk cId="2386409064" sldId="386"/>
        </pc:sldMkLst>
      </pc:sldChg>
      <pc:sldChg chg="add">
        <pc:chgData name="Jaime De Leon R." userId="6107559c-c399-4371-a23a-d124d3599f82" providerId="ADAL" clId="{624DAD03-7EA8-480C-BE9E-52E579F4DA96}" dt="2022-08-31T03:10:39.174" v="4098"/>
        <pc:sldMkLst>
          <pc:docMk/>
          <pc:sldMk cId="2599487150" sldId="387"/>
        </pc:sldMkLst>
      </pc:sldChg>
      <pc:sldChg chg="add">
        <pc:chgData name="Jaime De Leon R." userId="6107559c-c399-4371-a23a-d124d3599f82" providerId="ADAL" clId="{624DAD03-7EA8-480C-BE9E-52E579F4DA96}" dt="2022-08-31T03:10:56.863" v="4099"/>
        <pc:sldMkLst>
          <pc:docMk/>
          <pc:sldMk cId="3593545731" sldId="388"/>
        </pc:sldMkLst>
      </pc:sldChg>
      <pc:sldChg chg="delSp modSp add mod">
        <pc:chgData name="Jaime De Leon R." userId="6107559c-c399-4371-a23a-d124d3599f82" providerId="ADAL" clId="{624DAD03-7EA8-480C-BE9E-52E579F4DA96}" dt="2022-08-31T03:04:38.542" v="4080" actId="1076"/>
        <pc:sldMkLst>
          <pc:docMk/>
          <pc:sldMk cId="2244492029" sldId="396"/>
        </pc:sldMkLst>
      </pc:sldChg>
      <pc:sldChg chg="modSp add mod">
        <pc:chgData name="Jaime De Leon R." userId="6107559c-c399-4371-a23a-d124d3599f82" providerId="ADAL" clId="{624DAD03-7EA8-480C-BE9E-52E579F4DA96}" dt="2022-08-31T03:08:19.214" v="4095" actId="20577"/>
        <pc:sldMkLst>
          <pc:docMk/>
          <pc:sldMk cId="4261674931" sldId="400"/>
        </pc:sldMkLst>
      </pc:sldChg>
      <pc:sldChg chg="modSp add mod">
        <pc:chgData name="Jaime De Leon R." userId="6107559c-c399-4371-a23a-d124d3599f82" providerId="ADAL" clId="{624DAD03-7EA8-480C-BE9E-52E579F4DA96}" dt="2022-08-31T03:08:16.282" v="4093" actId="20577"/>
        <pc:sldMkLst>
          <pc:docMk/>
          <pc:sldMk cId="1021128866" sldId="402"/>
        </pc:sldMkLst>
      </pc:sldChg>
      <pc:sldChg chg="add del">
        <pc:chgData name="Jaime De Leon R." userId="6107559c-c399-4371-a23a-d124d3599f82" providerId="ADAL" clId="{624DAD03-7EA8-480C-BE9E-52E579F4DA96}" dt="2022-08-17T02:12:12.803" v="3816" actId="47"/>
        <pc:sldMkLst>
          <pc:docMk/>
          <pc:sldMk cId="1450510178" sldId="409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895153731" sldId="41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57673805" sldId="41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947409020" sldId="413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161278979" sldId="414"/>
        </pc:sldMkLst>
      </pc:sldChg>
      <pc:sldChg chg="delSp add mod">
        <pc:chgData name="Jaime De Leon R." userId="6107559c-c399-4371-a23a-d124d3599f82" providerId="ADAL" clId="{624DAD03-7EA8-480C-BE9E-52E579F4DA96}" dt="2022-08-17T02:15:30.097" v="3822" actId="478"/>
        <pc:sldMkLst>
          <pc:docMk/>
          <pc:sldMk cId="3433807191" sldId="415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04824926" sldId="416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694796887" sldId="417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474815436" sldId="418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374858202" sldId="419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4180148278" sldId="42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718120447" sldId="421"/>
        </pc:sldMkLst>
      </pc:sldChg>
      <pc:sldChg chg="add del">
        <pc:chgData name="Jaime De Leon R." userId="6107559c-c399-4371-a23a-d124d3599f82" providerId="ADAL" clId="{624DAD03-7EA8-480C-BE9E-52E579F4DA96}" dt="2022-08-17T02:26:14.365" v="3868" actId="47"/>
        <pc:sldMkLst>
          <pc:docMk/>
          <pc:sldMk cId="344863327" sldId="422"/>
        </pc:sldMkLst>
      </pc:sldChg>
      <pc:sldChg chg="modSp add mod">
        <pc:chgData name="Jaime De Leon R." userId="6107559c-c399-4371-a23a-d124d3599f82" providerId="ADAL" clId="{624DAD03-7EA8-480C-BE9E-52E579F4DA96}" dt="2022-08-17T01:32:40.228" v="2739" actId="20577"/>
        <pc:sldMkLst>
          <pc:docMk/>
          <pc:sldMk cId="1145432329" sldId="478"/>
        </pc:sldMkLst>
      </pc:sldChg>
      <pc:sldChg chg="modSp add mod">
        <pc:chgData name="Jaime De Leon R." userId="6107559c-c399-4371-a23a-d124d3599f82" providerId="ADAL" clId="{624DAD03-7EA8-480C-BE9E-52E579F4DA96}" dt="2022-08-17T01:43:38.181" v="2861" actId="20577"/>
        <pc:sldMkLst>
          <pc:docMk/>
          <pc:sldMk cId="2663798520" sldId="479"/>
        </pc:sldMkLst>
      </pc:sldChg>
      <pc:sldChg chg="modSp add mod">
        <pc:chgData name="Jaime De Leon R." userId="6107559c-c399-4371-a23a-d124d3599f82" providerId="ADAL" clId="{624DAD03-7EA8-480C-BE9E-52E579F4DA96}" dt="2022-08-17T02:05:30.001" v="3770" actId="20577"/>
        <pc:sldMkLst>
          <pc:docMk/>
          <pc:sldMk cId="2462731453" sldId="481"/>
        </pc:sldMkLst>
      </pc:sldChg>
      <pc:sldChg chg="delSp modSp add mod">
        <pc:chgData name="Jaime De Leon R." userId="6107559c-c399-4371-a23a-d124d3599f82" providerId="ADAL" clId="{624DAD03-7EA8-480C-BE9E-52E579F4DA96}" dt="2022-09-03T23:33:25.846" v="4103" actId="478"/>
        <pc:sldMkLst>
          <pc:docMk/>
          <pc:sldMk cId="4189862585" sldId="482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951087899" sldId="488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416880312" sldId="49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517281974" sldId="492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937108243" sldId="493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548095864" sldId="49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777280832" sldId="495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409308896" sldId="496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728477071" sldId="497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1720932165" sldId="498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2399307883" sldId="499"/>
        </pc:sldMkLst>
      </pc:sldChg>
      <pc:sldChg chg="add del">
        <pc:chgData name="Jaime De Leon R." userId="6107559c-c399-4371-a23a-d124d3599f82" providerId="ADAL" clId="{624DAD03-7EA8-480C-BE9E-52E579F4DA96}" dt="2022-08-17T02:21:06.763" v="3835" actId="47"/>
        <pc:sldMkLst>
          <pc:docMk/>
          <pc:sldMk cId="3024088992" sldId="50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000131124" sldId="50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532176277" sldId="502"/>
        </pc:sldMkLst>
      </pc:sldChg>
      <pc:sldChg chg="add del">
        <pc:chgData name="Jaime De Leon R." userId="6107559c-c399-4371-a23a-d124d3599f82" providerId="ADAL" clId="{624DAD03-7EA8-480C-BE9E-52E579F4DA96}" dt="2022-08-17T02:21:27.446" v="3838" actId="47"/>
        <pc:sldMkLst>
          <pc:docMk/>
          <pc:sldMk cId="1112746602" sldId="503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53805024" sldId="50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179121111" sldId="505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334826352" sldId="508"/>
        </pc:sldMkLst>
      </pc:sldChg>
      <pc:sldChg chg="delSp add mod">
        <pc:chgData name="Jaime De Leon R." userId="6107559c-c399-4371-a23a-d124d3599f82" providerId="ADAL" clId="{624DAD03-7EA8-480C-BE9E-52E579F4DA96}" dt="2022-08-17T02:17:14.258" v="3824" actId="478"/>
        <pc:sldMkLst>
          <pc:docMk/>
          <pc:sldMk cId="3941836137" sldId="509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845791806" sldId="51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106223292" sldId="512"/>
        </pc:sldMkLst>
      </pc:sldChg>
      <pc:sldChg chg="modSp add mod">
        <pc:chgData name="Jaime De Leon R." userId="6107559c-c399-4371-a23a-d124d3599f82" providerId="ADAL" clId="{624DAD03-7EA8-480C-BE9E-52E579F4DA96}" dt="2022-08-17T02:32:37.167" v="3882" actId="20577"/>
        <pc:sldMkLst>
          <pc:docMk/>
          <pc:sldMk cId="3159693743" sldId="514"/>
        </pc:sldMkLst>
      </pc:sldChg>
      <pc:sldChg chg="add del">
        <pc:chgData name="Jaime De Leon R." userId="6107559c-c399-4371-a23a-d124d3599f82" providerId="ADAL" clId="{624DAD03-7EA8-480C-BE9E-52E579F4DA96}" dt="2022-09-03T23:54:55.973" v="4280" actId="47"/>
        <pc:sldMkLst>
          <pc:docMk/>
          <pc:sldMk cId="2935753278" sldId="535"/>
        </pc:sldMkLst>
      </pc:sldChg>
      <pc:sldChg chg="add del">
        <pc:chgData name="Jaime De Leon R." userId="6107559c-c399-4371-a23a-d124d3599f82" providerId="ADAL" clId="{624DAD03-7EA8-480C-BE9E-52E579F4DA96}" dt="2022-09-03T23:54:55.973" v="4280" actId="47"/>
        <pc:sldMkLst>
          <pc:docMk/>
          <pc:sldMk cId="1134128559" sldId="536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1804925177" sldId="538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503910773" sldId="539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1465730232" sldId="540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2937650025" sldId="541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2491228727" sldId="542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3455025015" sldId="543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905961480" sldId="544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137978739" sldId="545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1866134819" sldId="546"/>
        </pc:sldMkLst>
      </pc:sldChg>
      <pc:sldChg chg="add del">
        <pc:chgData name="Jaime De Leon R." userId="6107559c-c399-4371-a23a-d124d3599f82" providerId="ADAL" clId="{624DAD03-7EA8-480C-BE9E-52E579F4DA96}" dt="2022-09-03T23:54:55.973" v="4280" actId="47"/>
        <pc:sldMkLst>
          <pc:docMk/>
          <pc:sldMk cId="3346853158" sldId="552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3839550423" sldId="583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925147524" sldId="584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542142539" sldId="585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2568195192" sldId="586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294181688" sldId="588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3649188670" sldId="590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52362892" sldId="591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4145769165" sldId="592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999238543" sldId="593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4027041471" sldId="594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170472305" sldId="595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19994796" sldId="596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2310703351" sldId="597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472173274" sldId="599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190243216" sldId="600"/>
        </pc:sldMkLst>
      </pc:sldChg>
      <pc:sldChg chg="add del">
        <pc:chgData name="Jaime De Leon R." userId="6107559c-c399-4371-a23a-d124d3599f82" providerId="ADAL" clId="{624DAD03-7EA8-480C-BE9E-52E579F4DA96}" dt="2022-10-03T03:36:31.927" v="4286" actId="47"/>
        <pc:sldMkLst>
          <pc:docMk/>
          <pc:sldMk cId="2058396246" sldId="601"/>
        </pc:sldMkLst>
      </pc:sldChg>
      <pc:sldChg chg="add del">
        <pc:chgData name="Jaime De Leon R." userId="6107559c-c399-4371-a23a-d124d3599f82" providerId="ADAL" clId="{624DAD03-7EA8-480C-BE9E-52E579F4DA96}" dt="2022-10-03T03:36:31.927" v="4286" actId="47"/>
        <pc:sldMkLst>
          <pc:docMk/>
          <pc:sldMk cId="1925789401" sldId="602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4048834710" sldId="603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2002411937" sldId="604"/>
        </pc:sldMkLst>
      </pc:sldChg>
      <pc:sldChg chg="add del">
        <pc:chgData name="Jaime De Leon R." userId="6107559c-c399-4371-a23a-d124d3599f82" providerId="ADAL" clId="{624DAD03-7EA8-480C-BE9E-52E579F4DA96}" dt="2022-10-23T23:41:01.643" v="6944" actId="47"/>
        <pc:sldMkLst>
          <pc:docMk/>
          <pc:sldMk cId="4079971587" sldId="605"/>
        </pc:sldMkLst>
      </pc:sldChg>
      <pc:sldChg chg="add del">
        <pc:chgData name="Jaime De Leon R." userId="6107559c-c399-4371-a23a-d124d3599f82" providerId="ADAL" clId="{624DAD03-7EA8-480C-BE9E-52E579F4DA96}" dt="2022-10-03T03:36:31.927" v="4286" actId="47"/>
        <pc:sldMkLst>
          <pc:docMk/>
          <pc:sldMk cId="3045083773" sldId="606"/>
        </pc:sldMkLst>
      </pc:sldChg>
      <pc:sldChg chg="add del">
        <pc:chgData name="Jaime De Leon R." userId="6107559c-c399-4371-a23a-d124d3599f82" providerId="ADAL" clId="{624DAD03-7EA8-480C-BE9E-52E579F4DA96}" dt="2022-10-03T03:36:41.833" v="4287" actId="47"/>
        <pc:sldMkLst>
          <pc:docMk/>
          <pc:sldMk cId="388991424" sldId="607"/>
        </pc:sldMkLst>
      </pc:sldChg>
      <pc:sldChg chg="add del">
        <pc:chgData name="Jaime De Leon R." userId="6107559c-c399-4371-a23a-d124d3599f82" providerId="ADAL" clId="{624DAD03-7EA8-480C-BE9E-52E579F4DA96}" dt="2022-10-03T03:38:29.907" v="4289" actId="47"/>
        <pc:sldMkLst>
          <pc:docMk/>
          <pc:sldMk cId="2931456062" sldId="608"/>
        </pc:sldMkLst>
      </pc:sldChg>
      <pc:sldChg chg="add del">
        <pc:chgData name="Jaime De Leon R." userId="6107559c-c399-4371-a23a-d124d3599f82" providerId="ADAL" clId="{624DAD03-7EA8-480C-BE9E-52E579F4DA96}" dt="2022-10-03T03:38:29.907" v="4289" actId="47"/>
        <pc:sldMkLst>
          <pc:docMk/>
          <pc:sldMk cId="974094546" sldId="609"/>
        </pc:sldMkLst>
      </pc:sldChg>
      <pc:sldChg chg="add del">
        <pc:chgData name="Jaime De Leon R." userId="6107559c-c399-4371-a23a-d124d3599f82" providerId="ADAL" clId="{624DAD03-7EA8-480C-BE9E-52E579F4DA96}" dt="2022-10-03T03:38:29.907" v="4289" actId="47"/>
        <pc:sldMkLst>
          <pc:docMk/>
          <pc:sldMk cId="3309374142" sldId="610"/>
        </pc:sldMkLst>
      </pc:sldChg>
      <pc:sldChg chg="add del">
        <pc:chgData name="Jaime De Leon R." userId="6107559c-c399-4371-a23a-d124d3599f82" providerId="ADAL" clId="{624DAD03-7EA8-480C-BE9E-52E579F4DA96}" dt="2022-10-03T03:38:29.907" v="4289" actId="47"/>
        <pc:sldMkLst>
          <pc:docMk/>
          <pc:sldMk cId="2066197317" sldId="611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66774029" sldId="612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3400506744" sldId="613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2988240738" sldId="614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2358543994" sldId="615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240917171" sldId="617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2832797935" sldId="618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1798945309" sldId="619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681670386" sldId="659"/>
        </pc:sldMkLst>
      </pc:sldChg>
      <pc:sldChg chg="modSp add mod">
        <pc:chgData name="Jaime De Leon R." userId="6107559c-c399-4371-a23a-d124d3599f82" providerId="ADAL" clId="{624DAD03-7EA8-480C-BE9E-52E579F4DA96}" dt="2022-10-23T23:44:10.787" v="6946" actId="20577"/>
        <pc:sldMkLst>
          <pc:docMk/>
          <pc:sldMk cId="966110655" sldId="688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2457637234" sldId="689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3305992654" sldId="693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3808898665" sldId="69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492453517" sldId="696"/>
        </pc:sldMkLst>
      </pc:sldChg>
      <pc:sldChg chg="delSp modSp add mod">
        <pc:chgData name="Jaime De Leon R." userId="6107559c-c399-4371-a23a-d124d3599f82" providerId="ADAL" clId="{624DAD03-7EA8-480C-BE9E-52E579F4DA96}" dt="2022-08-17T02:11:23.597" v="3814" actId="400"/>
        <pc:sldMkLst>
          <pc:docMk/>
          <pc:sldMk cId="379094115" sldId="697"/>
        </pc:sldMkLst>
      </pc:sldChg>
      <pc:sldChg chg="add del">
        <pc:chgData name="Jaime De Leon R." userId="6107559c-c399-4371-a23a-d124d3599f82" providerId="ADAL" clId="{624DAD03-7EA8-480C-BE9E-52E579F4DA96}" dt="2022-08-17T02:14:17.618" v="3819" actId="47"/>
        <pc:sldMkLst>
          <pc:docMk/>
          <pc:sldMk cId="3012260487" sldId="699"/>
        </pc:sldMkLst>
      </pc:sldChg>
      <pc:sldChg chg="add del">
        <pc:chgData name="Jaime De Leon R." userId="6107559c-c399-4371-a23a-d124d3599f82" providerId="ADAL" clId="{624DAD03-7EA8-480C-BE9E-52E579F4DA96}" dt="2022-08-17T02:15:21.622" v="3821" actId="47"/>
        <pc:sldMkLst>
          <pc:docMk/>
          <pc:sldMk cId="763880295" sldId="70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078290383" sldId="701"/>
        </pc:sldMkLst>
      </pc:sldChg>
      <pc:sldChg chg="delSp add mod">
        <pc:chgData name="Jaime De Leon R." userId="6107559c-c399-4371-a23a-d124d3599f82" providerId="ADAL" clId="{624DAD03-7EA8-480C-BE9E-52E579F4DA96}" dt="2022-08-17T02:17:45.872" v="3825" actId="478"/>
        <pc:sldMkLst>
          <pc:docMk/>
          <pc:sldMk cId="1060920276" sldId="702"/>
        </pc:sldMkLst>
      </pc:sldChg>
      <pc:sldChg chg="add del">
        <pc:chgData name="Jaime De Leon R." userId="6107559c-c399-4371-a23a-d124d3599f82" providerId="ADAL" clId="{624DAD03-7EA8-480C-BE9E-52E579F4DA96}" dt="2022-08-17T02:19:07.017" v="3828" actId="47"/>
        <pc:sldMkLst>
          <pc:docMk/>
          <pc:sldMk cId="3054964822" sldId="703"/>
        </pc:sldMkLst>
      </pc:sldChg>
      <pc:sldChg chg="add del">
        <pc:chgData name="Jaime De Leon R." userId="6107559c-c399-4371-a23a-d124d3599f82" providerId="ADAL" clId="{624DAD03-7EA8-480C-BE9E-52E579F4DA96}" dt="2022-08-17T02:19:33.197" v="3829" actId="47"/>
        <pc:sldMkLst>
          <pc:docMk/>
          <pc:sldMk cId="4147447715" sldId="70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207716749" sldId="705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021828446" sldId="707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1129562056" sldId="710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2049261160" sldId="711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52538879" sldId="712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1378853420" sldId="713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4154139303" sldId="714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058466418" sldId="719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926229604" sldId="728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3351641799" sldId="730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3108000985" sldId="741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549180168" sldId="742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567137301" sldId="753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667395908" sldId="754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2524261736" sldId="756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109315005" sldId="794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4047069567" sldId="795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571127477" sldId="796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2186854291" sldId="798"/>
        </pc:sldMkLst>
      </pc:sldChg>
      <pc:sldChg chg="add del">
        <pc:chgData name="Jaime De Leon R." userId="6107559c-c399-4371-a23a-d124d3599f82" providerId="ADAL" clId="{624DAD03-7EA8-480C-BE9E-52E579F4DA96}" dt="2022-08-17T01:42:22.010" v="2859" actId="47"/>
        <pc:sldMkLst>
          <pc:docMk/>
          <pc:sldMk cId="2017715392" sldId="800"/>
        </pc:sldMkLst>
      </pc:sldChg>
      <pc:sldChg chg="add">
        <pc:chgData name="Jaime De Leon R." userId="6107559c-c399-4371-a23a-d124d3599f82" providerId="ADAL" clId="{624DAD03-7EA8-480C-BE9E-52E579F4DA96}" dt="2022-08-31T03:08:44.336" v="4096"/>
        <pc:sldMkLst>
          <pc:docMk/>
          <pc:sldMk cId="2284881780" sldId="804"/>
        </pc:sldMkLst>
      </pc:sldChg>
      <pc:sldChg chg="add">
        <pc:chgData name="Jaime De Leon R." userId="6107559c-c399-4371-a23a-d124d3599f82" providerId="ADAL" clId="{624DAD03-7EA8-480C-BE9E-52E579F4DA96}" dt="2022-08-31T03:09:21.122" v="4097"/>
        <pc:sldMkLst>
          <pc:docMk/>
          <pc:sldMk cId="2032856674" sldId="814"/>
        </pc:sldMkLst>
      </pc:sldChg>
      <pc:sldChg chg="add">
        <pc:chgData name="Jaime De Leon R." userId="6107559c-c399-4371-a23a-d124d3599f82" providerId="ADAL" clId="{624DAD03-7EA8-480C-BE9E-52E579F4DA96}" dt="2022-08-31T03:09:21.122" v="4097"/>
        <pc:sldMkLst>
          <pc:docMk/>
          <pc:sldMk cId="2822013254" sldId="815"/>
        </pc:sldMkLst>
      </pc:sldChg>
      <pc:sldChg chg="delSp add mod">
        <pc:chgData name="Jaime De Leon R." userId="6107559c-c399-4371-a23a-d124d3599f82" providerId="ADAL" clId="{624DAD03-7EA8-480C-BE9E-52E579F4DA96}" dt="2022-08-17T02:07:30.188" v="3775" actId="478"/>
        <pc:sldMkLst>
          <pc:docMk/>
          <pc:sldMk cId="2017691966" sldId="826"/>
        </pc:sldMkLst>
      </pc:sldChg>
      <pc:sldChg chg="modSp add mod">
        <pc:chgData name="Jaime De Leon R." userId="6107559c-c399-4371-a23a-d124d3599f82" providerId="ADAL" clId="{624DAD03-7EA8-480C-BE9E-52E579F4DA96}" dt="2022-08-17T02:08:52.993" v="3802" actId="20577"/>
        <pc:sldMkLst>
          <pc:docMk/>
          <pc:sldMk cId="289533421" sldId="827"/>
        </pc:sldMkLst>
      </pc:sldChg>
      <pc:sldChg chg="delSp add mod">
        <pc:chgData name="Jaime De Leon R." userId="6107559c-c399-4371-a23a-d124d3599f82" providerId="ADAL" clId="{624DAD03-7EA8-480C-BE9E-52E579F4DA96}" dt="2022-08-17T02:09:38.860" v="3805" actId="478"/>
        <pc:sldMkLst>
          <pc:docMk/>
          <pc:sldMk cId="4198439349" sldId="828"/>
        </pc:sldMkLst>
      </pc:sldChg>
      <pc:sldChg chg="add del">
        <pc:chgData name="Jaime De Leon R." userId="6107559c-c399-4371-a23a-d124d3599f82" providerId="ADAL" clId="{624DAD03-7EA8-480C-BE9E-52E579F4DA96}" dt="2022-08-17T02:14:16.751" v="3818" actId="47"/>
        <pc:sldMkLst>
          <pc:docMk/>
          <pc:sldMk cId="4150134928" sldId="829"/>
        </pc:sldMkLst>
      </pc:sldChg>
      <pc:sldChg chg="add del">
        <pc:chgData name="Jaime De Leon R." userId="6107559c-c399-4371-a23a-d124d3599f82" providerId="ADAL" clId="{624DAD03-7EA8-480C-BE9E-52E579F4DA96}" dt="2022-08-17T02:15:08.284" v="3820" actId="47"/>
        <pc:sldMkLst>
          <pc:docMk/>
          <pc:sldMk cId="3412426137" sldId="830"/>
        </pc:sldMkLst>
      </pc:sldChg>
      <pc:sldChg chg="add del">
        <pc:chgData name="Jaime De Leon R." userId="6107559c-c399-4371-a23a-d124d3599f82" providerId="ADAL" clId="{624DAD03-7EA8-480C-BE9E-52E579F4DA96}" dt="2022-08-17T02:20:21.824" v="3830" actId="47"/>
        <pc:sldMkLst>
          <pc:docMk/>
          <pc:sldMk cId="1201512761" sldId="831"/>
        </pc:sldMkLst>
      </pc:sldChg>
      <pc:sldChg chg="add del">
        <pc:chgData name="Jaime De Leon R." userId="6107559c-c399-4371-a23a-d124d3599f82" providerId="ADAL" clId="{624DAD03-7EA8-480C-BE9E-52E579F4DA96}" dt="2022-08-17T02:20:55.022" v="3833" actId="47"/>
        <pc:sldMkLst>
          <pc:docMk/>
          <pc:sldMk cId="2800070056" sldId="832"/>
        </pc:sldMkLst>
      </pc:sldChg>
      <pc:sldChg chg="add del">
        <pc:chgData name="Jaime De Leon R." userId="6107559c-c399-4371-a23a-d124d3599f82" providerId="ADAL" clId="{624DAD03-7EA8-480C-BE9E-52E579F4DA96}" dt="2022-08-17T02:21:00.914" v="3834" actId="47"/>
        <pc:sldMkLst>
          <pc:docMk/>
          <pc:sldMk cId="2456652537" sldId="833"/>
        </pc:sldMkLst>
      </pc:sldChg>
      <pc:sldChg chg="add del">
        <pc:chgData name="Jaime De Leon R." userId="6107559c-c399-4371-a23a-d124d3599f82" providerId="ADAL" clId="{624DAD03-7EA8-480C-BE9E-52E579F4DA96}" dt="2022-08-17T02:21:08.337" v="3836" actId="47"/>
        <pc:sldMkLst>
          <pc:docMk/>
          <pc:sldMk cId="2536136532" sldId="834"/>
        </pc:sldMkLst>
      </pc:sldChg>
      <pc:sldChg chg="add del">
        <pc:chgData name="Jaime De Leon R." userId="6107559c-c399-4371-a23a-d124d3599f82" providerId="ADAL" clId="{624DAD03-7EA8-480C-BE9E-52E579F4DA96}" dt="2022-08-17T02:21:16.921" v="3837" actId="47"/>
        <pc:sldMkLst>
          <pc:docMk/>
          <pc:sldMk cId="4231202297" sldId="835"/>
        </pc:sldMkLst>
      </pc:sldChg>
      <pc:sldChg chg="delSp add mod">
        <pc:chgData name="Jaime De Leon R." userId="6107559c-c399-4371-a23a-d124d3599f82" providerId="ADAL" clId="{624DAD03-7EA8-480C-BE9E-52E579F4DA96}" dt="2022-08-17T02:18:15.814" v="3826" actId="478"/>
        <pc:sldMkLst>
          <pc:docMk/>
          <pc:sldMk cId="3253811788" sldId="836"/>
        </pc:sldMkLst>
      </pc:sldChg>
      <pc:sldChg chg="add del">
        <pc:chgData name="Jaime De Leon R." userId="6107559c-c399-4371-a23a-d124d3599f82" providerId="ADAL" clId="{624DAD03-7EA8-480C-BE9E-52E579F4DA96}" dt="2022-08-17T02:25:31.650" v="3866" actId="47"/>
        <pc:sldMkLst>
          <pc:docMk/>
          <pc:sldMk cId="3615009230" sldId="84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303947411" sldId="842"/>
        </pc:sldMkLst>
      </pc:sldChg>
      <pc:sldChg chg="add del">
        <pc:chgData name="Jaime De Leon R." userId="6107559c-c399-4371-a23a-d124d3599f82" providerId="ADAL" clId="{624DAD03-7EA8-480C-BE9E-52E579F4DA96}" dt="2022-08-17T02:21:29.762" v="3839" actId="47"/>
        <pc:sldMkLst>
          <pc:docMk/>
          <pc:sldMk cId="49960499" sldId="844"/>
        </pc:sldMkLst>
      </pc:sldChg>
      <pc:sldChg chg="add del">
        <pc:chgData name="Jaime De Leon R." userId="6107559c-c399-4371-a23a-d124d3599f82" providerId="ADAL" clId="{624DAD03-7EA8-480C-BE9E-52E579F4DA96}" dt="2022-08-17T02:20:45.970" v="3831" actId="47"/>
        <pc:sldMkLst>
          <pc:docMk/>
          <pc:sldMk cId="3797511031" sldId="846"/>
        </pc:sldMkLst>
      </pc:sldChg>
      <pc:sldChg chg="add del">
        <pc:chgData name="Jaime De Leon R." userId="6107559c-c399-4371-a23a-d124d3599f82" providerId="ADAL" clId="{624DAD03-7EA8-480C-BE9E-52E579F4DA96}" dt="2022-08-17T02:20:54.266" v="3832" actId="47"/>
        <pc:sldMkLst>
          <pc:docMk/>
          <pc:sldMk cId="2948181303" sldId="847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667041698" sldId="848"/>
        </pc:sldMkLst>
      </pc:sldChg>
      <pc:sldChg chg="delSp add mod">
        <pc:chgData name="Jaime De Leon R." userId="6107559c-c399-4371-a23a-d124d3599f82" providerId="ADAL" clId="{624DAD03-7EA8-480C-BE9E-52E579F4DA96}" dt="2022-08-17T02:18:41.123" v="3827" actId="478"/>
        <pc:sldMkLst>
          <pc:docMk/>
          <pc:sldMk cId="888963773" sldId="849"/>
        </pc:sldMkLst>
      </pc:sldChg>
      <pc:sldChg chg="add del">
        <pc:chgData name="Jaime De Leon R." userId="6107559c-c399-4371-a23a-d124d3599f82" providerId="ADAL" clId="{624DAD03-7EA8-480C-BE9E-52E579F4DA96}" dt="2022-08-17T02:26:17.216" v="3869" actId="47"/>
        <pc:sldMkLst>
          <pc:docMk/>
          <pc:sldMk cId="157077004" sldId="850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424947504" sldId="852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756026630" sldId="853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946809093" sldId="854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191662605" sldId="856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4045702994" sldId="857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562331271" sldId="858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1908099" sldId="859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13316238" sldId="860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065751802" sldId="861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270796015" sldId="862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780132303" sldId="863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098258464" sldId="864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600762728" sldId="865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770275454" sldId="866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429250640" sldId="867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999666196" sldId="869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4111893151" sldId="870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180580418" sldId="871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566434747" sldId="872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381418898" sldId="873"/>
        </pc:sldMkLst>
      </pc:sldChg>
      <pc:sldChg chg="modSp add">
        <pc:chgData name="Jaime De Leon R." userId="6107559c-c399-4371-a23a-d124d3599f82" providerId="ADAL" clId="{624DAD03-7EA8-480C-BE9E-52E579F4DA96}" dt="2022-09-03T23:47:26.804" v="4157" actId="20577"/>
        <pc:sldMkLst>
          <pc:docMk/>
          <pc:sldMk cId="534348967" sldId="874"/>
        </pc:sldMkLst>
      </pc:sldChg>
      <pc:sldChg chg="add del">
        <pc:chgData name="Jaime De Leon R." userId="6107559c-c399-4371-a23a-d124d3599f82" providerId="ADAL" clId="{624DAD03-7EA8-480C-BE9E-52E579F4DA96}" dt="2022-09-03T23:47:55.011" v="4158" actId="47"/>
        <pc:sldMkLst>
          <pc:docMk/>
          <pc:sldMk cId="2434367150" sldId="875"/>
        </pc:sldMkLst>
      </pc:sldChg>
      <pc:sldChg chg="add del">
        <pc:chgData name="Jaime De Leon R." userId="6107559c-c399-4371-a23a-d124d3599f82" providerId="ADAL" clId="{624DAD03-7EA8-480C-BE9E-52E579F4DA96}" dt="2022-09-03T23:44:50.878" v="4106" actId="47"/>
        <pc:sldMkLst>
          <pc:docMk/>
          <pc:sldMk cId="1761252719" sldId="876"/>
        </pc:sldMkLst>
      </pc:sldChg>
      <pc:sldChg chg="add del">
        <pc:chgData name="Jaime De Leon R." userId="6107559c-c399-4371-a23a-d124d3599f82" providerId="ADAL" clId="{624DAD03-7EA8-480C-BE9E-52E579F4DA96}" dt="2022-09-03T23:48:04.601" v="4159" actId="47"/>
        <pc:sldMkLst>
          <pc:docMk/>
          <pc:sldMk cId="831522808" sldId="877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804361030" sldId="878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621562576" sldId="879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242948947" sldId="880"/>
        </pc:sldMkLst>
      </pc:sldChg>
      <pc:sldChg chg="modSp add">
        <pc:chgData name="Jaime De Leon R." userId="6107559c-c399-4371-a23a-d124d3599f82" providerId="ADAL" clId="{624DAD03-7EA8-480C-BE9E-52E579F4DA96}" dt="2022-09-03T23:50:48.420" v="4205" actId="20577"/>
        <pc:sldMkLst>
          <pc:docMk/>
          <pc:sldMk cId="3406399862" sldId="881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242247307" sldId="882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023667642" sldId="883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585766251" sldId="884"/>
        </pc:sldMkLst>
      </pc:sldChg>
      <pc:sldChg chg="modSp add">
        <pc:chgData name="Jaime De Leon R." userId="6107559c-c399-4371-a23a-d124d3599f82" providerId="ADAL" clId="{624DAD03-7EA8-480C-BE9E-52E579F4DA96}" dt="2022-09-03T23:54:28.598" v="4279" actId="108"/>
        <pc:sldMkLst>
          <pc:docMk/>
          <pc:sldMk cId="925331773" sldId="885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955120288" sldId="886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087940803" sldId="887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871064877" sldId="889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4024030594" sldId="890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465591615" sldId="891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1790269909" sldId="892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938246996" sldId="893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841876529" sldId="89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518130490" sldId="895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905259575" sldId="896"/>
        </pc:sldMkLst>
      </pc:sldChg>
      <pc:sldChg chg="modSp add mod">
        <pc:chgData name="Jaime De Leon R." userId="6107559c-c399-4371-a23a-d124d3599f82" providerId="ADAL" clId="{624DAD03-7EA8-480C-BE9E-52E579F4DA96}" dt="2022-08-17T02:24:43.577" v="3865" actId="14100"/>
        <pc:sldMkLst>
          <pc:docMk/>
          <pc:sldMk cId="3856922535" sldId="897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406619845" sldId="898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875255785" sldId="903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509020533" sldId="904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961314543" sldId="905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088825310" sldId="906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076383956" sldId="907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522499914" sldId="908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771181928" sldId="1012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1844813317" sldId="1013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2846474640" sldId="1014"/>
        </pc:sldMkLst>
      </pc:sldChg>
      <pc:sldChg chg="add del">
        <pc:chgData name="Jaime De Leon R." userId="6107559c-c399-4371-a23a-d124d3599f82" providerId="ADAL" clId="{624DAD03-7EA8-480C-BE9E-52E579F4DA96}" dt="2022-10-03T03:39:34.242" v="4291" actId="47"/>
        <pc:sldMkLst>
          <pc:docMk/>
          <pc:sldMk cId="26572101" sldId="1015"/>
        </pc:sldMkLst>
      </pc:sldChg>
      <pc:sldChg chg="add del">
        <pc:chgData name="Jaime De Leon R." userId="6107559c-c399-4371-a23a-d124d3599f82" providerId="ADAL" clId="{624DAD03-7EA8-480C-BE9E-52E579F4DA96}" dt="2022-10-03T03:39:34.242" v="4291" actId="47"/>
        <pc:sldMkLst>
          <pc:docMk/>
          <pc:sldMk cId="2190756514" sldId="1016"/>
        </pc:sldMkLst>
      </pc:sldChg>
      <pc:sldChg chg="add del">
        <pc:chgData name="Jaime De Leon R." userId="6107559c-c399-4371-a23a-d124d3599f82" providerId="ADAL" clId="{624DAD03-7EA8-480C-BE9E-52E579F4DA96}" dt="2022-10-03T03:39:34.242" v="4291" actId="47"/>
        <pc:sldMkLst>
          <pc:docMk/>
          <pc:sldMk cId="3215790978" sldId="1017"/>
        </pc:sldMkLst>
      </pc:sldChg>
      <pc:sldChg chg="add del">
        <pc:chgData name="Jaime De Leon R." userId="6107559c-c399-4371-a23a-d124d3599f82" providerId="ADAL" clId="{624DAD03-7EA8-480C-BE9E-52E579F4DA96}" dt="2022-10-03T03:39:34.242" v="4291" actId="47"/>
        <pc:sldMkLst>
          <pc:docMk/>
          <pc:sldMk cId="3490403558" sldId="1018"/>
        </pc:sldMkLst>
      </pc:sldChg>
      <pc:sldChg chg="add del">
        <pc:chgData name="Jaime De Leon R." userId="6107559c-c399-4371-a23a-d124d3599f82" providerId="ADAL" clId="{624DAD03-7EA8-480C-BE9E-52E579F4DA96}" dt="2022-10-03T03:39:34.242" v="4291" actId="47"/>
        <pc:sldMkLst>
          <pc:docMk/>
          <pc:sldMk cId="4159337826" sldId="1021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2987918989" sldId="1022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2647351409" sldId="1023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1803935185" sldId="1024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1624870237" sldId="1025"/>
        </pc:sldMkLst>
      </pc:sldChg>
      <pc:sldChg chg="add">
        <pc:chgData name="Jaime De Leon R." userId="6107559c-c399-4371-a23a-d124d3599f82" providerId="ADAL" clId="{624DAD03-7EA8-480C-BE9E-52E579F4DA96}" dt="2022-08-31T02:58:21.251" v="4015"/>
        <pc:sldMkLst>
          <pc:docMk/>
          <pc:sldMk cId="2221305419" sldId="1029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2709861828" sldId="1031"/>
        </pc:sldMkLst>
      </pc:sldChg>
      <pc:sldChg chg="modSp add mod">
        <pc:chgData name="Jaime De Leon R." userId="6107559c-c399-4371-a23a-d124d3599f82" providerId="ADAL" clId="{624DAD03-7EA8-480C-BE9E-52E579F4DA96}" dt="2022-08-31T02:59:25.989" v="4041" actId="108"/>
        <pc:sldMkLst>
          <pc:docMk/>
          <pc:sldMk cId="4136633321" sldId="1032"/>
        </pc:sldMkLst>
      </pc:sldChg>
      <pc:sldChg chg="delSp add mod">
        <pc:chgData name="Jaime De Leon R." userId="6107559c-c399-4371-a23a-d124d3599f82" providerId="ADAL" clId="{624DAD03-7EA8-480C-BE9E-52E579F4DA96}" dt="2022-08-17T02:13:24.012" v="3817" actId="478"/>
        <pc:sldMkLst>
          <pc:docMk/>
          <pc:sldMk cId="1279114899" sldId="1033"/>
        </pc:sldMkLst>
      </pc:sldChg>
      <pc:sldChg chg="add del">
        <pc:chgData name="Jaime De Leon R." userId="6107559c-c399-4371-a23a-d124d3599f82" providerId="ADAL" clId="{624DAD03-7EA8-480C-BE9E-52E579F4DA96}" dt="2022-08-17T02:33:41.768" v="3883" actId="47"/>
        <pc:sldMkLst>
          <pc:docMk/>
          <pc:sldMk cId="1201069147" sldId="1037"/>
        </pc:sldMkLst>
      </pc:sldChg>
      <pc:sldChg chg="add del">
        <pc:chgData name="Jaime De Leon R." userId="6107559c-c399-4371-a23a-d124d3599f82" providerId="ADAL" clId="{624DAD03-7EA8-480C-BE9E-52E579F4DA96}" dt="2022-08-17T02:21:31.528" v="3840" actId="47"/>
        <pc:sldMkLst>
          <pc:docMk/>
          <pc:sldMk cId="1829367851" sldId="1045"/>
        </pc:sldMkLst>
      </pc:sldChg>
      <pc:sldChg chg="add del">
        <pc:chgData name="Jaime De Leon R." userId="6107559c-c399-4371-a23a-d124d3599f82" providerId="ADAL" clId="{624DAD03-7EA8-480C-BE9E-52E579F4DA96}" dt="2022-08-17T02:21:32.587" v="3841" actId="47"/>
        <pc:sldMkLst>
          <pc:docMk/>
          <pc:sldMk cId="3985089895" sldId="1046"/>
        </pc:sldMkLst>
      </pc:sldChg>
      <pc:sldChg chg="add del">
        <pc:chgData name="Jaime De Leon R." userId="6107559c-c399-4371-a23a-d124d3599f82" providerId="ADAL" clId="{624DAD03-7EA8-480C-BE9E-52E579F4DA96}" dt="2022-08-17T02:21:33.569" v="3842" actId="47"/>
        <pc:sldMkLst>
          <pc:docMk/>
          <pc:sldMk cId="2947988180" sldId="1047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3312508792" sldId="1053"/>
        </pc:sldMkLst>
      </pc:sldChg>
      <pc:sldChg chg="modSp add">
        <pc:chgData name="Jaime De Leon R." userId="6107559c-c399-4371-a23a-d124d3599f82" providerId="ADAL" clId="{624DAD03-7EA8-480C-BE9E-52E579F4DA96}" dt="2022-08-17T01:53:06.707" v="2932" actId="20577"/>
        <pc:sldMkLst>
          <pc:docMk/>
          <pc:sldMk cId="2780116971" sldId="1054"/>
        </pc:sldMkLst>
      </pc:sldChg>
      <pc:sldChg chg="delSp modSp add mod">
        <pc:chgData name="Jaime De Leon R." userId="6107559c-c399-4371-a23a-d124d3599f82" providerId="ADAL" clId="{624DAD03-7EA8-480C-BE9E-52E579F4DA96}" dt="2022-08-31T03:04:21.498" v="4078" actId="1076"/>
        <pc:sldMkLst>
          <pc:docMk/>
          <pc:sldMk cId="1168541120" sldId="1056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2019879547" sldId="1057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36681302" sldId="1058"/>
        </pc:sldMkLst>
      </pc:sldChg>
      <pc:sldChg chg="modSp add">
        <pc:chgData name="Jaime De Leon R." userId="6107559c-c399-4371-a23a-d124d3599f82" providerId="ADAL" clId="{624DAD03-7EA8-480C-BE9E-52E579F4DA96}" dt="2022-08-31T03:06:19.487" v="4089" actId="20577"/>
        <pc:sldMkLst>
          <pc:docMk/>
          <pc:sldMk cId="1856274611" sldId="1059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091344353" sldId="1060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851168358" sldId="1061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3117115288" sldId="1071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3407467417" sldId="1074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4242786788" sldId="1075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3848793354" sldId="1076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1883030252" sldId="1077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519421820" sldId="1079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1771562561" sldId="108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625738218" sldId="1081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193202996" sldId="1082"/>
        </pc:sldMkLst>
      </pc:sldChg>
      <pc:sldChg chg="add del">
        <pc:chgData name="Jaime De Leon R." userId="6107559c-c399-4371-a23a-d124d3599f82" providerId="ADAL" clId="{624DAD03-7EA8-480C-BE9E-52E579F4DA96}" dt="2022-09-03T23:44:56.337" v="4107" actId="47"/>
        <pc:sldMkLst>
          <pc:docMk/>
          <pc:sldMk cId="1207818722" sldId="1083"/>
        </pc:sldMkLst>
      </pc:sldChg>
      <pc:sldChg chg="add del">
        <pc:chgData name="Jaime De Leon R." userId="6107559c-c399-4371-a23a-d124d3599f82" providerId="ADAL" clId="{624DAD03-7EA8-480C-BE9E-52E579F4DA96}" dt="2022-09-03T23:52:58.104" v="4207" actId="47"/>
        <pc:sldMkLst>
          <pc:docMk/>
          <pc:sldMk cId="3766929735" sldId="1084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297052082" sldId="1085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760366077" sldId="1086"/>
        </pc:sldMkLst>
      </pc:sldChg>
      <pc:sldChg chg="add del">
        <pc:chgData name="Jaime De Leon R." userId="6107559c-c399-4371-a23a-d124d3599f82" providerId="ADAL" clId="{624DAD03-7EA8-480C-BE9E-52E579F4DA96}" dt="2022-09-03T23:57:29.729" v="4283" actId="47"/>
        <pc:sldMkLst>
          <pc:docMk/>
          <pc:sldMk cId="234189163" sldId="1087"/>
        </pc:sldMkLst>
      </pc:sldChg>
      <pc:sldChg chg="add del">
        <pc:chgData name="Jaime De Leon R." userId="6107559c-c399-4371-a23a-d124d3599f82" providerId="ADAL" clId="{624DAD03-7EA8-480C-BE9E-52E579F4DA96}" dt="2022-09-03T23:52:52.506" v="4206" actId="47"/>
        <pc:sldMkLst>
          <pc:docMk/>
          <pc:sldMk cId="1248837788" sldId="1099"/>
        </pc:sldMkLst>
      </pc:sldChg>
      <pc:sldChg chg="add del">
        <pc:chgData name="Jaime De Leon R." userId="6107559c-c399-4371-a23a-d124d3599f82" providerId="ADAL" clId="{624DAD03-7EA8-480C-BE9E-52E579F4DA96}" dt="2022-08-17T02:17:03.314" v="3823" actId="47"/>
        <pc:sldMkLst>
          <pc:docMk/>
          <pc:sldMk cId="2764325255" sldId="1101"/>
        </pc:sldMkLst>
      </pc:sldChg>
      <pc:sldChg chg="add del">
        <pc:chgData name="Jaime De Leon R." userId="6107559c-c399-4371-a23a-d124d3599f82" providerId="ADAL" clId="{624DAD03-7EA8-480C-BE9E-52E579F4DA96}" dt="2022-08-17T02:26:41.849" v="3870" actId="47"/>
        <pc:sldMkLst>
          <pc:docMk/>
          <pc:sldMk cId="473602114" sldId="1102"/>
        </pc:sldMkLst>
      </pc:sldChg>
      <pc:sldChg chg="add del">
        <pc:chgData name="Jaime De Leon R." userId="6107559c-c399-4371-a23a-d124d3599f82" providerId="ADAL" clId="{624DAD03-7EA8-480C-BE9E-52E579F4DA96}" dt="2022-10-03T03:35:31.970" v="4285" actId="47"/>
        <pc:sldMkLst>
          <pc:docMk/>
          <pc:sldMk cId="3614278903" sldId="1103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3094466389" sldId="1104"/>
        </pc:sldMkLst>
      </pc:sldChg>
      <pc:sldChg chg="add del">
        <pc:chgData name="Jaime De Leon R." userId="6107559c-c399-4371-a23a-d124d3599f82" providerId="ADAL" clId="{624DAD03-7EA8-480C-BE9E-52E579F4DA96}" dt="2022-10-23T23:39:01.545" v="6943" actId="47"/>
        <pc:sldMkLst>
          <pc:docMk/>
          <pc:sldMk cId="93087377" sldId="1106"/>
        </pc:sldMkLst>
      </pc:sldChg>
      <pc:sldChg chg="add del">
        <pc:chgData name="Jaime De Leon R." userId="6107559c-c399-4371-a23a-d124d3599f82" providerId="ADAL" clId="{624DAD03-7EA8-480C-BE9E-52E579F4DA96}" dt="2022-10-23T23:38:25.403" v="6942" actId="47"/>
        <pc:sldMkLst>
          <pc:docMk/>
          <pc:sldMk cId="121888745" sldId="1107"/>
        </pc:sldMkLst>
      </pc:sldChg>
      <pc:sldChg chg="add del">
        <pc:chgData name="Jaime De Leon R." userId="6107559c-c399-4371-a23a-d124d3599f82" providerId="ADAL" clId="{624DAD03-7EA8-480C-BE9E-52E579F4DA96}" dt="2022-09-03T23:36:23.422" v="4105" actId="47"/>
        <pc:sldMkLst>
          <pc:docMk/>
          <pc:sldMk cId="1074775438" sldId="1109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1442816669" sldId="1110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1997514224" sldId="1111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1612723752" sldId="1112"/>
        </pc:sldMkLst>
      </pc:sldChg>
      <pc:sldChg chg="delSp modSp add mod">
        <pc:chgData name="Jaime De Leon R." userId="6107559c-c399-4371-a23a-d124d3599f82" providerId="ADAL" clId="{624DAD03-7EA8-480C-BE9E-52E579F4DA96}" dt="2022-08-31T03:01:57.397" v="4069" actId="1076"/>
        <pc:sldMkLst>
          <pc:docMk/>
          <pc:sldMk cId="3556707947" sldId="1117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559932029" sldId="1125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798642139" sldId="1126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51215994" sldId="1127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2568955400" sldId="1128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909437640" sldId="1129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3417948627" sldId="1130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3742745074" sldId="1131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221316993" sldId="1132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616309294" sldId="1133"/>
        </pc:sldMkLst>
      </pc:sldChg>
      <pc:sldChg chg="add del">
        <pc:chgData name="Jaime De Leon R." userId="6107559c-c399-4371-a23a-d124d3599f82" providerId="ADAL" clId="{624DAD03-7EA8-480C-BE9E-52E579F4DA96}" dt="2022-08-17T02:33:41.768" v="3883" actId="47"/>
        <pc:sldMkLst>
          <pc:docMk/>
          <pc:sldMk cId="2438673161" sldId="1136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2187702875" sldId="1144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161649281" sldId="1148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360022230" sldId="1150"/>
        </pc:sldMkLst>
      </pc:sldChg>
      <pc:sldChg chg="add">
        <pc:chgData name="Jaime De Leon R." userId="6107559c-c399-4371-a23a-d124d3599f82" providerId="ADAL" clId="{624DAD03-7EA8-480C-BE9E-52E579F4DA96}" dt="2022-08-31T02:58:21.251" v="4015"/>
        <pc:sldMkLst>
          <pc:docMk/>
          <pc:sldMk cId="83138292" sldId="1152"/>
        </pc:sldMkLst>
      </pc:sldChg>
      <pc:sldChg chg="add">
        <pc:chgData name="Jaime De Leon R." userId="6107559c-c399-4371-a23a-d124d3599f82" providerId="ADAL" clId="{624DAD03-7EA8-480C-BE9E-52E579F4DA96}" dt="2022-08-31T03:13:04.878" v="4100"/>
        <pc:sldMkLst>
          <pc:docMk/>
          <pc:sldMk cId="2750197738" sldId="1153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2858935070" sldId="1154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3985092860" sldId="1155"/>
        </pc:sldMkLst>
      </pc:sldChg>
      <pc:sldChg chg="addSp modSp add mod">
        <pc:chgData name="Jaime De Leon R." userId="6107559c-c399-4371-a23a-d124d3599f82" providerId="ADAL" clId="{624DAD03-7EA8-480C-BE9E-52E579F4DA96}" dt="2022-08-17T01:45:28.207" v="2879" actId="20577"/>
        <pc:sldMkLst>
          <pc:docMk/>
          <pc:sldMk cId="339359526" sldId="1159"/>
        </pc:sldMkLst>
      </pc:sldChg>
      <pc:sldChg chg="add del">
        <pc:chgData name="Jaime De Leon R." userId="6107559c-c399-4371-a23a-d124d3599f82" providerId="ADAL" clId="{624DAD03-7EA8-480C-BE9E-52E579F4DA96}" dt="2022-08-17T01:45:32.927" v="2881" actId="47"/>
        <pc:sldMkLst>
          <pc:docMk/>
          <pc:sldMk cId="2911345982" sldId="1160"/>
        </pc:sldMkLst>
      </pc:sldChg>
      <pc:sldChg chg="modSp add mod">
        <pc:chgData name="Jaime De Leon R." userId="6107559c-c399-4371-a23a-d124d3599f82" providerId="ADAL" clId="{624DAD03-7EA8-480C-BE9E-52E579F4DA96}" dt="2022-08-17T02:02:56.592" v="3760" actId="113"/>
        <pc:sldMkLst>
          <pc:docMk/>
          <pc:sldMk cId="2588430726" sldId="1161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703692973" sldId="1163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390468811" sldId="1166"/>
        </pc:sldMkLst>
      </pc:sldChg>
      <pc:sldChg chg="modSp add mod modAnim">
        <pc:chgData name="Jaime De Leon R." userId="6107559c-c399-4371-a23a-d124d3599f82" providerId="ADAL" clId="{624DAD03-7EA8-480C-BE9E-52E579F4DA96}" dt="2022-08-14T22:08:57.429" v="2737"/>
        <pc:sldMkLst>
          <pc:docMk/>
          <pc:sldMk cId="1709013837" sldId="1167"/>
        </pc:sldMkLst>
      </pc:sldChg>
      <pc:sldChg chg="modSp add mod">
        <pc:chgData name="Jaime De Leon R." userId="6107559c-c399-4371-a23a-d124d3599f82" providerId="ADAL" clId="{624DAD03-7EA8-480C-BE9E-52E579F4DA96}" dt="2022-08-17T01:39:58.367" v="2857" actId="20577"/>
        <pc:sldMkLst>
          <pc:docMk/>
          <pc:sldMk cId="1434943166" sldId="1168"/>
        </pc:sldMkLst>
      </pc:sldChg>
      <pc:sldChg chg="modSp add del mod">
        <pc:chgData name="Jaime De Leon R." userId="6107559c-c399-4371-a23a-d124d3599f82" providerId="ADAL" clId="{624DAD03-7EA8-480C-BE9E-52E579F4DA96}" dt="2022-08-17T01:59:20.536" v="3554" actId="27636"/>
        <pc:sldMkLst>
          <pc:docMk/>
          <pc:sldMk cId="2506140518" sldId="1169"/>
        </pc:sldMkLst>
      </pc:sldChg>
      <pc:sldChg chg="add del">
        <pc:chgData name="Jaime De Leon R." userId="6107559c-c399-4371-a23a-d124d3599f82" providerId="ADAL" clId="{624DAD03-7EA8-480C-BE9E-52E579F4DA96}" dt="2022-08-17T01:52:16.796" v="2917" actId="47"/>
        <pc:sldMkLst>
          <pc:docMk/>
          <pc:sldMk cId="4029283122" sldId="1169"/>
        </pc:sldMkLst>
      </pc:sldChg>
      <pc:sldChg chg="modSp add mod">
        <pc:chgData name="Jaime De Leon R." userId="6107559c-c399-4371-a23a-d124d3599f82" providerId="ADAL" clId="{624DAD03-7EA8-480C-BE9E-52E579F4DA96}" dt="2022-08-17T02:08:57.959" v="3803" actId="6549"/>
        <pc:sldMkLst>
          <pc:docMk/>
          <pc:sldMk cId="3180307651" sldId="1170"/>
        </pc:sldMkLst>
      </pc:sldChg>
      <pc:sldChg chg="addSp delSp modSp add mod">
        <pc:chgData name="Jaime De Leon R." userId="6107559c-c399-4371-a23a-d124d3599f82" providerId="ADAL" clId="{624DAD03-7EA8-480C-BE9E-52E579F4DA96}" dt="2022-08-31T02:57:12.385" v="3994" actId="20577"/>
        <pc:sldMkLst>
          <pc:docMk/>
          <pc:sldMk cId="3045847813" sldId="1171"/>
        </pc:sldMkLst>
      </pc:sldChg>
      <pc:sldChg chg="modSp add mod">
        <pc:chgData name="Jaime De Leon R." userId="6107559c-c399-4371-a23a-d124d3599f82" providerId="ADAL" clId="{624DAD03-7EA8-480C-BE9E-52E579F4DA96}" dt="2022-08-31T02:58:05.697" v="4014" actId="20577"/>
        <pc:sldMkLst>
          <pc:docMk/>
          <pc:sldMk cId="890212291" sldId="1172"/>
        </pc:sldMkLst>
      </pc:sldChg>
      <pc:sldChg chg="addSp delSp modSp add mod">
        <pc:chgData name="Jaime De Leon R." userId="6107559c-c399-4371-a23a-d124d3599f82" providerId="ADAL" clId="{624DAD03-7EA8-480C-BE9E-52E579F4DA96}" dt="2022-10-05T03:28:08.104" v="5662" actId="313"/>
        <pc:sldMkLst>
          <pc:docMk/>
          <pc:sldMk cId="2281634523" sldId="1173"/>
        </pc:sldMkLst>
      </pc:sldChg>
      <pc:sldChg chg="addSp modSp add mod">
        <pc:chgData name="Jaime De Leon R." userId="6107559c-c399-4371-a23a-d124d3599f82" providerId="ADAL" clId="{624DAD03-7EA8-480C-BE9E-52E579F4DA96}" dt="2022-10-05T03:33:41.548" v="6009" actId="20577"/>
        <pc:sldMkLst>
          <pc:docMk/>
          <pc:sldMk cId="2008791679" sldId="1174"/>
        </pc:sldMkLst>
      </pc:sldChg>
      <pc:sldChg chg="addSp delSp modSp add mod">
        <pc:chgData name="Jaime De Leon R." userId="6107559c-c399-4371-a23a-d124d3599f82" providerId="ADAL" clId="{624DAD03-7EA8-480C-BE9E-52E579F4DA96}" dt="2022-10-05T03:40:37.106" v="6936" actId="20577"/>
        <pc:sldMkLst>
          <pc:docMk/>
          <pc:sldMk cId="2267628682" sldId="1175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149699690" sldId="1176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2162640034" sldId="1177"/>
        </pc:sldMkLst>
      </pc:sldChg>
      <pc:sldMasterChg chg="setBg modSldLayout">
        <pc:chgData name="Jaime De Leon R." userId="6107559c-c399-4371-a23a-d124d3599f82" providerId="ADAL" clId="{624DAD03-7EA8-480C-BE9E-52E579F4DA96}" dt="2022-08-14T20:32:07.668" v="11"/>
        <pc:sldMasterMkLst>
          <pc:docMk/>
          <pc:sldMasterMk cId="3467965346" sldId="2147483648"/>
        </pc:sldMasterMkLst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708897265" sldId="2147483649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105018455" sldId="2147483650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363376764" sldId="2147483651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1486528371" sldId="2147483652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503281134" sldId="2147483653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3763891785" sldId="2147483654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228340060" sldId="2147483655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2021166046" sldId="2147483656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3831825981" sldId="2147483657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1374907462" sldId="2147483658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1075118286" sldId="2147483659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12966980" sldId="2147483660"/>
          </pc:sldLayoutMkLst>
        </pc:sldLayoutChg>
      </pc:sldMasterChg>
    </pc:docChg>
  </pc:docChgLst>
  <pc:docChgLst>
    <pc:chgData name="Jaime De Leon R." userId="6107559c-c399-4371-a23a-d124d3599f82" providerId="ADAL" clId="{283FBDD0-05BE-433C-84D7-7A25FC83E3D0}"/>
    <pc:docChg chg="modSld">
      <pc:chgData name="Jaime De Leon R." userId="6107559c-c399-4371-a23a-d124d3599f82" providerId="ADAL" clId="{283FBDD0-05BE-433C-84D7-7A25FC83E3D0}" dt="2022-06-10T16:42:10.344" v="32" actId="20577"/>
      <pc:docMkLst>
        <pc:docMk/>
      </pc:docMkLst>
      <pc:sldChg chg="modSp mod">
        <pc:chgData name="Jaime De Leon R." userId="6107559c-c399-4371-a23a-d124d3599f82" providerId="ADAL" clId="{283FBDD0-05BE-433C-84D7-7A25FC83E3D0}" dt="2022-06-10T16:42:10.344" v="32" actId="20577"/>
        <pc:sldMkLst>
          <pc:docMk/>
          <pc:sldMk cId="2100704877" sldId="34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A1B124-2961-4C6E-AF36-9F18E3AEA96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85CC74B-4D52-460B-80A2-19C479FF5942}">
      <dgm:prSet phldrT="[Text]"/>
      <dgm:spPr/>
      <dgm:t>
        <a:bodyPr/>
        <a:lstStyle/>
        <a:p>
          <a:r>
            <a:rPr lang="es-MX" dirty="0"/>
            <a:t>Activo Fijo</a:t>
          </a:r>
        </a:p>
      </dgm:t>
    </dgm:pt>
    <dgm:pt modelId="{BC088E36-9970-4A04-AE98-886214C9068A}" type="parTrans" cxnId="{408F5C20-ED61-4D8F-8C3C-482645D02E81}">
      <dgm:prSet/>
      <dgm:spPr/>
      <dgm:t>
        <a:bodyPr/>
        <a:lstStyle/>
        <a:p>
          <a:endParaRPr lang="es-MX"/>
        </a:p>
      </dgm:t>
    </dgm:pt>
    <dgm:pt modelId="{47BF3487-B397-4B75-8121-930BBCEABD4A}" type="sibTrans" cxnId="{408F5C20-ED61-4D8F-8C3C-482645D02E81}">
      <dgm:prSet/>
      <dgm:spPr/>
      <dgm:t>
        <a:bodyPr/>
        <a:lstStyle/>
        <a:p>
          <a:endParaRPr lang="es-MX"/>
        </a:p>
      </dgm:t>
    </dgm:pt>
    <dgm:pt modelId="{F07A92F0-DDB9-43E5-9211-69F892728F95}">
      <dgm:prSet phldrT="[Text]"/>
      <dgm:spPr/>
      <dgm:t>
        <a:bodyPr/>
        <a:lstStyle/>
        <a:p>
          <a:r>
            <a:rPr lang="es-MX" dirty="0"/>
            <a:t>Tangibles</a:t>
          </a:r>
        </a:p>
      </dgm:t>
    </dgm:pt>
    <dgm:pt modelId="{801C51E9-7B29-4D75-A39A-7DF13CBE33A8}" type="parTrans" cxnId="{118384FB-C280-4E76-A0D8-7A8448C31DA4}">
      <dgm:prSet/>
      <dgm:spPr/>
      <dgm:t>
        <a:bodyPr/>
        <a:lstStyle/>
        <a:p>
          <a:endParaRPr lang="es-MX"/>
        </a:p>
      </dgm:t>
    </dgm:pt>
    <dgm:pt modelId="{6D5FBB14-F03A-49C7-A7DE-480E11C518BE}" type="sibTrans" cxnId="{118384FB-C280-4E76-A0D8-7A8448C31DA4}">
      <dgm:prSet/>
      <dgm:spPr/>
      <dgm:t>
        <a:bodyPr/>
        <a:lstStyle/>
        <a:p>
          <a:endParaRPr lang="es-MX"/>
        </a:p>
      </dgm:t>
    </dgm:pt>
    <dgm:pt modelId="{0A225830-066B-4667-90F3-629364B3C76B}">
      <dgm:prSet phldrT="[Text]" custT="1"/>
      <dgm:spPr/>
      <dgm:t>
        <a:bodyPr/>
        <a:lstStyle/>
        <a:p>
          <a:r>
            <a:rPr lang="es-MX" sz="1600" b="1" u="sng" dirty="0"/>
            <a:t>Gastos</a:t>
          </a:r>
          <a:r>
            <a:rPr lang="es-MX" sz="1400" dirty="0"/>
            <a:t> Diferidos</a:t>
          </a:r>
        </a:p>
      </dgm:t>
    </dgm:pt>
    <dgm:pt modelId="{C4871BC8-38BF-4B21-AFC4-A87D9BCB2C1C}" type="parTrans" cxnId="{E99B58B0-C714-4BC6-ABEA-AA695E02EB71}">
      <dgm:prSet/>
      <dgm:spPr/>
      <dgm:t>
        <a:bodyPr/>
        <a:lstStyle/>
        <a:p>
          <a:endParaRPr lang="es-MX"/>
        </a:p>
      </dgm:t>
    </dgm:pt>
    <dgm:pt modelId="{AB0A4224-69F3-46FA-9037-D2EE5F317D22}" type="sibTrans" cxnId="{E99B58B0-C714-4BC6-ABEA-AA695E02EB71}">
      <dgm:prSet/>
      <dgm:spPr/>
      <dgm:t>
        <a:bodyPr/>
        <a:lstStyle/>
        <a:p>
          <a:endParaRPr lang="es-MX"/>
        </a:p>
      </dgm:t>
    </dgm:pt>
    <dgm:pt modelId="{8BF4A2E7-72F3-4814-B5C1-422FC16AB24C}">
      <dgm:prSet phldrT="[Text]"/>
      <dgm:spPr/>
      <dgm:t>
        <a:bodyPr/>
        <a:lstStyle/>
        <a:p>
          <a:r>
            <a:rPr lang="es-MX" dirty="0"/>
            <a:t>Intangibles</a:t>
          </a:r>
        </a:p>
      </dgm:t>
    </dgm:pt>
    <dgm:pt modelId="{A6B88B84-55EE-47F3-BF2E-441B68A6B3A2}" type="parTrans" cxnId="{C6FDB416-B9DC-495D-82A0-80256628D04D}">
      <dgm:prSet/>
      <dgm:spPr/>
      <dgm:t>
        <a:bodyPr/>
        <a:lstStyle/>
        <a:p>
          <a:endParaRPr lang="es-MX"/>
        </a:p>
      </dgm:t>
    </dgm:pt>
    <dgm:pt modelId="{D5773957-EDFD-4C1B-B818-AA2504912B0A}" type="sibTrans" cxnId="{C6FDB416-B9DC-495D-82A0-80256628D04D}">
      <dgm:prSet/>
      <dgm:spPr/>
      <dgm:t>
        <a:bodyPr/>
        <a:lstStyle/>
        <a:p>
          <a:endParaRPr lang="es-MX"/>
        </a:p>
      </dgm:t>
    </dgm:pt>
    <dgm:pt modelId="{49EFCB75-FE81-4729-B714-3FAA6B8B0B5E}">
      <dgm:prSet phldrT="[Text]" custT="1"/>
      <dgm:spPr/>
      <dgm:t>
        <a:bodyPr/>
        <a:lstStyle/>
        <a:p>
          <a:r>
            <a:rPr lang="es-MX" sz="1600" b="1" u="sng" dirty="0"/>
            <a:t>Cargos</a:t>
          </a:r>
          <a:r>
            <a:rPr lang="es-MX" sz="1400" dirty="0"/>
            <a:t> Diferidos</a:t>
          </a:r>
        </a:p>
      </dgm:t>
    </dgm:pt>
    <dgm:pt modelId="{0A0D2FCC-1A33-472E-819E-239C8BD56C56}" type="parTrans" cxnId="{82AA1984-313C-4DDA-9EFC-A309FE327FE7}">
      <dgm:prSet/>
      <dgm:spPr/>
      <dgm:t>
        <a:bodyPr/>
        <a:lstStyle/>
        <a:p>
          <a:endParaRPr lang="es-MX"/>
        </a:p>
      </dgm:t>
    </dgm:pt>
    <dgm:pt modelId="{BA986D67-D10B-4B05-8755-80D43421E3FB}" type="sibTrans" cxnId="{82AA1984-313C-4DDA-9EFC-A309FE327FE7}">
      <dgm:prSet/>
      <dgm:spPr/>
      <dgm:t>
        <a:bodyPr/>
        <a:lstStyle/>
        <a:p>
          <a:endParaRPr lang="es-MX"/>
        </a:p>
      </dgm:t>
    </dgm:pt>
    <dgm:pt modelId="{4EE6238D-3BEB-46EB-A984-C467D160918B}">
      <dgm:prSet phldrT="[Text]"/>
      <dgm:spPr/>
      <dgm:t>
        <a:bodyPr/>
        <a:lstStyle/>
        <a:p>
          <a:r>
            <a:rPr lang="es-MX" dirty="0"/>
            <a:t>Intangibles</a:t>
          </a:r>
        </a:p>
      </dgm:t>
    </dgm:pt>
    <dgm:pt modelId="{2184963B-1FA4-4640-9CFA-DB96BD725AF6}" type="parTrans" cxnId="{7F345045-4762-4432-9856-7E0A061113C1}">
      <dgm:prSet/>
      <dgm:spPr/>
      <dgm:t>
        <a:bodyPr/>
        <a:lstStyle/>
        <a:p>
          <a:endParaRPr lang="es-MX"/>
        </a:p>
      </dgm:t>
    </dgm:pt>
    <dgm:pt modelId="{7D53207E-6781-4914-B84C-003B3D9ED919}" type="sibTrans" cxnId="{7F345045-4762-4432-9856-7E0A061113C1}">
      <dgm:prSet/>
      <dgm:spPr/>
      <dgm:t>
        <a:bodyPr/>
        <a:lstStyle/>
        <a:p>
          <a:endParaRPr lang="es-MX"/>
        </a:p>
      </dgm:t>
    </dgm:pt>
    <dgm:pt modelId="{5C193443-1418-4213-B833-4B174035EE8D}">
      <dgm:prSet/>
      <dgm:spPr/>
      <dgm:t>
        <a:bodyPr/>
        <a:lstStyle/>
        <a:p>
          <a:r>
            <a:rPr lang="es-MX" dirty="0"/>
            <a:t>Erogaciones en periodos preoperativos</a:t>
          </a:r>
        </a:p>
      </dgm:t>
    </dgm:pt>
    <dgm:pt modelId="{E752DE53-119B-4645-8368-955853DDF996}" type="parTrans" cxnId="{1A7C9E4A-5E6C-4D15-8876-0BBFEEB55261}">
      <dgm:prSet/>
      <dgm:spPr/>
      <dgm:t>
        <a:bodyPr/>
        <a:lstStyle/>
        <a:p>
          <a:endParaRPr lang="es-MX"/>
        </a:p>
      </dgm:t>
    </dgm:pt>
    <dgm:pt modelId="{70409959-7BBB-4B3E-8394-561CD588050A}" type="sibTrans" cxnId="{1A7C9E4A-5E6C-4D15-8876-0BBFEEB55261}">
      <dgm:prSet/>
      <dgm:spPr/>
      <dgm:t>
        <a:bodyPr/>
        <a:lstStyle/>
        <a:p>
          <a:endParaRPr lang="es-MX"/>
        </a:p>
      </dgm:t>
    </dgm:pt>
    <dgm:pt modelId="{6FB95A20-DFC7-495D-B8DA-0C43DD7B88D7}">
      <dgm:prSet/>
      <dgm:spPr/>
      <dgm:t>
        <a:bodyPr/>
        <a:lstStyle/>
        <a:p>
          <a:r>
            <a:rPr lang="es-MX" dirty="0"/>
            <a:t>Tienen por objeto la investigación y el desarrollo, relacionados con el diseño, elaboración, mejoramiento, empaque o distribución de un producto, así como con la prestación de un servicio</a:t>
          </a:r>
        </a:p>
      </dgm:t>
    </dgm:pt>
    <dgm:pt modelId="{12FA3358-37AC-45FF-85A5-451C20CD5385}" type="parTrans" cxnId="{413DE576-F752-4243-8607-C4105B5D5EAB}">
      <dgm:prSet/>
      <dgm:spPr/>
      <dgm:t>
        <a:bodyPr/>
        <a:lstStyle/>
        <a:p>
          <a:endParaRPr lang="es-MX"/>
        </a:p>
      </dgm:t>
    </dgm:pt>
    <dgm:pt modelId="{F93C2C99-76B8-4730-A6EC-D4758DB746A1}" type="sibTrans" cxnId="{413DE576-F752-4243-8607-C4105B5D5EAB}">
      <dgm:prSet/>
      <dgm:spPr/>
      <dgm:t>
        <a:bodyPr/>
        <a:lstStyle/>
        <a:p>
          <a:endParaRPr lang="es-MX"/>
        </a:p>
      </dgm:t>
    </dgm:pt>
    <dgm:pt modelId="{E7627EC0-34F2-45ED-88C3-32762C8956BA}">
      <dgm:prSet phldrT="[Text]"/>
      <dgm:spPr/>
      <dgm:t>
        <a:bodyPr/>
        <a:lstStyle/>
        <a:p>
          <a:r>
            <a:rPr lang="es-MX" dirty="0"/>
            <a:t>Se demeritan por el uso al servicio del contribuyente y por el transcurso del tiempo</a:t>
          </a:r>
        </a:p>
      </dgm:t>
    </dgm:pt>
    <dgm:pt modelId="{CFEBFBD5-930C-4D26-B175-3887B3A84209}" type="parTrans" cxnId="{ECF1CE73-213F-4E25-B620-83D33B9BC465}">
      <dgm:prSet/>
      <dgm:spPr/>
      <dgm:t>
        <a:bodyPr/>
        <a:lstStyle/>
        <a:p>
          <a:endParaRPr lang="es-MX"/>
        </a:p>
      </dgm:t>
    </dgm:pt>
    <dgm:pt modelId="{E8482E9E-2519-40F2-92ED-07B63E635B7C}" type="sibTrans" cxnId="{ECF1CE73-213F-4E25-B620-83D33B9BC465}">
      <dgm:prSet/>
      <dgm:spPr/>
      <dgm:t>
        <a:bodyPr/>
        <a:lstStyle/>
        <a:p>
          <a:endParaRPr lang="es-MX"/>
        </a:p>
      </dgm:t>
    </dgm:pt>
    <dgm:pt modelId="{14439066-20B8-4B74-9F1A-295F6595A714}">
      <dgm:prSet phldrT="[Text]"/>
      <dgm:spPr/>
      <dgm:t>
        <a:bodyPr/>
        <a:lstStyle/>
        <a:p>
          <a:r>
            <a:rPr lang="es-MX" dirty="0"/>
            <a:t>Destinados a su uso y no para ser enajenados</a:t>
          </a:r>
        </a:p>
      </dgm:t>
    </dgm:pt>
    <dgm:pt modelId="{68DE1C10-4717-4589-BD2F-86A8F867E59B}" type="parTrans" cxnId="{7567B148-B129-400F-9C75-7358A5995BAB}">
      <dgm:prSet/>
      <dgm:spPr/>
      <dgm:t>
        <a:bodyPr/>
        <a:lstStyle/>
        <a:p>
          <a:endParaRPr lang="es-MX"/>
        </a:p>
      </dgm:t>
    </dgm:pt>
    <dgm:pt modelId="{F8C14430-EBA1-4B16-8BDF-CD922DB1EA79}" type="sibTrans" cxnId="{7567B148-B129-400F-9C75-7358A5995BAB}">
      <dgm:prSet/>
      <dgm:spPr/>
      <dgm:t>
        <a:bodyPr/>
        <a:lstStyle/>
        <a:p>
          <a:endParaRPr lang="es-MX"/>
        </a:p>
      </dgm:t>
    </dgm:pt>
    <dgm:pt modelId="{AEC77C6D-5E6B-4450-A4DA-3C07FA5961E1}">
      <dgm:prSet phldrT="[Text]"/>
      <dgm:spPr/>
      <dgm:t>
        <a:bodyPr/>
        <a:lstStyle/>
        <a:p>
          <a:r>
            <a:rPr lang="es-MX" dirty="0"/>
            <a:t>Bienes o Derechos que permitan reducir costos de operación, mejorar la calidad o aceptación de un producto, usar, disfrutar o explotar un bien, por un periodo LIMITADO</a:t>
          </a:r>
        </a:p>
      </dgm:t>
    </dgm:pt>
    <dgm:pt modelId="{C9170B97-9BE9-447F-B5AB-AAF55D9F0FFD}" type="parTrans" cxnId="{FD83BE8D-D67A-4DFD-BD3E-8087E4E1F6A9}">
      <dgm:prSet/>
      <dgm:spPr/>
      <dgm:t>
        <a:bodyPr/>
        <a:lstStyle/>
        <a:p>
          <a:endParaRPr lang="es-MX"/>
        </a:p>
      </dgm:t>
    </dgm:pt>
    <dgm:pt modelId="{D6797B59-41D5-40D2-A16C-6C01E1352BA1}" type="sibTrans" cxnId="{FD83BE8D-D67A-4DFD-BD3E-8087E4E1F6A9}">
      <dgm:prSet/>
      <dgm:spPr/>
      <dgm:t>
        <a:bodyPr/>
        <a:lstStyle/>
        <a:p>
          <a:endParaRPr lang="es-MX"/>
        </a:p>
      </dgm:t>
    </dgm:pt>
    <dgm:pt modelId="{D2D5404F-2D6B-46D4-9AC2-C4571F78B935}">
      <dgm:prSet phldrT="[Text]"/>
      <dgm:spPr/>
      <dgm:t>
        <a:bodyPr/>
        <a:lstStyle/>
        <a:p>
          <a:r>
            <a:rPr lang="es-MX" dirty="0"/>
            <a:t>Explotación de bienes del dominio público o la prestación de un servicio público concesionado</a:t>
          </a:r>
        </a:p>
      </dgm:t>
    </dgm:pt>
    <dgm:pt modelId="{D6119E1E-736A-4D83-8BBB-D89BE4A2BF9C}" type="parTrans" cxnId="{9FE0B2C7-FD67-4CC9-9CD6-A0AF2B38DDC0}">
      <dgm:prSet/>
      <dgm:spPr/>
      <dgm:t>
        <a:bodyPr/>
        <a:lstStyle/>
        <a:p>
          <a:endParaRPr lang="es-MX"/>
        </a:p>
      </dgm:t>
    </dgm:pt>
    <dgm:pt modelId="{F1E88996-B2F9-4726-A936-40F403807548}" type="sibTrans" cxnId="{9FE0B2C7-FD67-4CC9-9CD6-A0AF2B38DDC0}">
      <dgm:prSet/>
      <dgm:spPr/>
      <dgm:t>
        <a:bodyPr/>
        <a:lstStyle/>
        <a:p>
          <a:endParaRPr lang="es-MX"/>
        </a:p>
      </dgm:t>
    </dgm:pt>
    <dgm:pt modelId="{F94E8492-437C-498D-AB14-E38065ECF7E5}">
      <dgm:prSet phldrT="[Text]"/>
      <dgm:spPr/>
      <dgm:t>
        <a:bodyPr/>
        <a:lstStyle/>
        <a:p>
          <a:r>
            <a:rPr lang="es-MX" dirty="0"/>
            <a:t>Bienes o Derechos que permitan reducir costos de operación, mejorar la calidad o aceptación de un producto, usar, disfrutar o explotar un bien, por un periodo ILIMITADO</a:t>
          </a:r>
        </a:p>
      </dgm:t>
    </dgm:pt>
    <dgm:pt modelId="{26A18F4F-89CB-44B1-BB1D-6C0EDD7F7072}" type="parTrans" cxnId="{7EF167A7-95B3-482E-93DD-D076D21BD187}">
      <dgm:prSet/>
      <dgm:spPr/>
      <dgm:t>
        <a:bodyPr/>
        <a:lstStyle/>
        <a:p>
          <a:endParaRPr lang="es-MX"/>
        </a:p>
      </dgm:t>
    </dgm:pt>
    <dgm:pt modelId="{2D27DB52-A024-4CB0-BC16-2E99F28292C2}" type="sibTrans" cxnId="{7EF167A7-95B3-482E-93DD-D076D21BD187}">
      <dgm:prSet/>
      <dgm:spPr/>
      <dgm:t>
        <a:bodyPr/>
        <a:lstStyle/>
        <a:p>
          <a:endParaRPr lang="es-MX"/>
        </a:p>
      </dgm:t>
    </dgm:pt>
    <dgm:pt modelId="{0C660340-0D58-4542-9274-305E0AC4DB7B}">
      <dgm:prSet/>
      <dgm:spPr/>
      <dgm:t>
        <a:bodyPr/>
        <a:lstStyle/>
        <a:p>
          <a:r>
            <a:rPr lang="es-MX" dirty="0"/>
            <a:t>Realizadas antes de que el contribuyente enajene sus productos o preste sus servicios, en forma constante</a:t>
          </a:r>
        </a:p>
      </dgm:t>
    </dgm:pt>
    <dgm:pt modelId="{D09F5CCF-CE11-4785-B867-C310F60FCCF2}" type="parTrans" cxnId="{485465B4-E649-4721-9128-475816757A2F}">
      <dgm:prSet/>
      <dgm:spPr/>
      <dgm:t>
        <a:bodyPr/>
        <a:lstStyle/>
        <a:p>
          <a:endParaRPr lang="es-MX"/>
        </a:p>
      </dgm:t>
    </dgm:pt>
    <dgm:pt modelId="{EBDD5C51-E8DC-4D52-AE71-AEA4D48A05F6}" type="sibTrans" cxnId="{485465B4-E649-4721-9128-475816757A2F}">
      <dgm:prSet/>
      <dgm:spPr/>
      <dgm:t>
        <a:bodyPr/>
        <a:lstStyle/>
        <a:p>
          <a:endParaRPr lang="es-MX"/>
        </a:p>
      </dgm:t>
    </dgm:pt>
    <dgm:pt modelId="{FE8DDC13-DC6C-4457-A0F3-E1CA20D71878}">
      <dgm:prSet/>
      <dgm:spPr/>
      <dgm:t>
        <a:bodyPr/>
        <a:lstStyle/>
        <a:p>
          <a:r>
            <a:rPr lang="es-MX" dirty="0"/>
            <a:t>En industrias extractivas, son las relacionadas con la exploración para la localización y cuantificación de nuevos yacimientos susceptibles de explotarse.</a:t>
          </a:r>
        </a:p>
      </dgm:t>
    </dgm:pt>
    <dgm:pt modelId="{9E460AA3-BFF1-4F27-A6C1-924AD47DDD23}" type="parTrans" cxnId="{2A8C9F95-E434-437B-83F6-1C1431E33991}">
      <dgm:prSet/>
      <dgm:spPr/>
      <dgm:t>
        <a:bodyPr/>
        <a:lstStyle/>
        <a:p>
          <a:endParaRPr lang="es-MX"/>
        </a:p>
      </dgm:t>
    </dgm:pt>
    <dgm:pt modelId="{79B78413-4EA2-4803-A770-21A8DDD2EF31}" type="sibTrans" cxnId="{2A8C9F95-E434-437B-83F6-1C1431E33991}">
      <dgm:prSet/>
      <dgm:spPr/>
      <dgm:t>
        <a:bodyPr/>
        <a:lstStyle/>
        <a:p>
          <a:endParaRPr lang="es-MX"/>
        </a:p>
      </dgm:t>
    </dgm:pt>
    <dgm:pt modelId="{C5EF5E15-FA38-4C77-83C3-AFBDE176A1FA}">
      <dgm:prSet phldrT="[Text]"/>
      <dgm:spPr/>
      <dgm:t>
        <a:bodyPr/>
        <a:lstStyle/>
        <a:p>
          <a:endParaRPr lang="es-MX" dirty="0"/>
        </a:p>
      </dgm:t>
    </dgm:pt>
    <dgm:pt modelId="{1542032A-12A2-4583-B6DB-419E60408CFE}" type="parTrans" cxnId="{B70E5D16-CF8D-4753-ABEE-0421DE53DA4A}">
      <dgm:prSet/>
      <dgm:spPr/>
      <dgm:t>
        <a:bodyPr/>
        <a:lstStyle/>
        <a:p>
          <a:endParaRPr lang="en-US"/>
        </a:p>
      </dgm:t>
    </dgm:pt>
    <dgm:pt modelId="{5D2C9D7B-7C30-49E1-AA02-D234EF26C34C}" type="sibTrans" cxnId="{B70E5D16-CF8D-4753-ABEE-0421DE53DA4A}">
      <dgm:prSet/>
      <dgm:spPr/>
      <dgm:t>
        <a:bodyPr/>
        <a:lstStyle/>
        <a:p>
          <a:endParaRPr lang="en-US"/>
        </a:p>
      </dgm:t>
    </dgm:pt>
    <dgm:pt modelId="{60530415-8D81-4082-8046-071C5EAADD65}">
      <dgm:prSet phldrT="[Text]"/>
      <dgm:spPr/>
      <dgm:t>
        <a:bodyPr/>
        <a:lstStyle/>
        <a:p>
          <a:endParaRPr lang="es-MX" dirty="0"/>
        </a:p>
      </dgm:t>
    </dgm:pt>
    <dgm:pt modelId="{BC758FEF-5262-4422-BF34-81421B742076}" type="parTrans" cxnId="{2D2F1344-C56E-44A8-A65B-81F29E9EA9C0}">
      <dgm:prSet/>
      <dgm:spPr/>
      <dgm:t>
        <a:bodyPr/>
        <a:lstStyle/>
        <a:p>
          <a:endParaRPr lang="en-US"/>
        </a:p>
      </dgm:t>
    </dgm:pt>
    <dgm:pt modelId="{8DF00D64-537E-454C-BAA5-96F549C328BD}" type="sibTrans" cxnId="{2D2F1344-C56E-44A8-A65B-81F29E9EA9C0}">
      <dgm:prSet/>
      <dgm:spPr/>
      <dgm:t>
        <a:bodyPr/>
        <a:lstStyle/>
        <a:p>
          <a:endParaRPr lang="en-US"/>
        </a:p>
      </dgm:t>
    </dgm:pt>
    <dgm:pt modelId="{189B494B-F3FA-4D69-A43A-38B96CE73B87}">
      <dgm:prSet phldrT="[Text]"/>
      <dgm:spPr/>
      <dgm:t>
        <a:bodyPr/>
        <a:lstStyle/>
        <a:p>
          <a:endParaRPr lang="es-MX" dirty="0"/>
        </a:p>
      </dgm:t>
    </dgm:pt>
    <dgm:pt modelId="{354E787D-E21C-41A7-A375-813DE2611E28}" type="parTrans" cxnId="{29A6ACD7-3454-4D6B-87AE-972B5EA1A321}">
      <dgm:prSet/>
      <dgm:spPr/>
      <dgm:t>
        <a:bodyPr/>
        <a:lstStyle/>
        <a:p>
          <a:endParaRPr lang="en-US"/>
        </a:p>
      </dgm:t>
    </dgm:pt>
    <dgm:pt modelId="{27E211F1-DE6C-4F0E-8779-6CAF7EB5AADE}" type="sibTrans" cxnId="{29A6ACD7-3454-4D6B-87AE-972B5EA1A321}">
      <dgm:prSet/>
      <dgm:spPr/>
      <dgm:t>
        <a:bodyPr/>
        <a:lstStyle/>
        <a:p>
          <a:endParaRPr lang="en-US"/>
        </a:p>
      </dgm:t>
    </dgm:pt>
    <dgm:pt modelId="{CEF29FA1-BC6C-4039-8C32-FFEB49AD0CBD}">
      <dgm:prSet phldrT="[Text]"/>
      <dgm:spPr/>
      <dgm:t>
        <a:bodyPr/>
        <a:lstStyle/>
        <a:p>
          <a:endParaRPr lang="es-MX" dirty="0"/>
        </a:p>
      </dgm:t>
    </dgm:pt>
    <dgm:pt modelId="{7AFBEE82-F6FF-4DDA-A590-4E3568AB98C5}" type="parTrans" cxnId="{6D631F1A-A604-4929-8FBA-89197CA01895}">
      <dgm:prSet/>
      <dgm:spPr/>
      <dgm:t>
        <a:bodyPr/>
        <a:lstStyle/>
        <a:p>
          <a:endParaRPr lang="en-US"/>
        </a:p>
      </dgm:t>
    </dgm:pt>
    <dgm:pt modelId="{69890075-F665-4DBD-9DEF-DF0B25147B0A}" type="sibTrans" cxnId="{6D631F1A-A604-4929-8FBA-89197CA01895}">
      <dgm:prSet/>
      <dgm:spPr/>
      <dgm:t>
        <a:bodyPr/>
        <a:lstStyle/>
        <a:p>
          <a:endParaRPr lang="en-US"/>
        </a:p>
      </dgm:t>
    </dgm:pt>
    <dgm:pt modelId="{3E3A831B-78E8-47E6-B028-B77602F79EB2}">
      <dgm:prSet phldrT="[Text]"/>
      <dgm:spPr/>
      <dgm:t>
        <a:bodyPr/>
        <a:lstStyle/>
        <a:p>
          <a:endParaRPr lang="es-MX" dirty="0"/>
        </a:p>
      </dgm:t>
    </dgm:pt>
    <dgm:pt modelId="{6F62B09A-D24D-46D0-9A16-11C5B3C913E7}" type="parTrans" cxnId="{E32F915D-3EB2-4AAD-BA0A-0869DF77CA54}">
      <dgm:prSet/>
      <dgm:spPr/>
      <dgm:t>
        <a:bodyPr/>
        <a:lstStyle/>
        <a:p>
          <a:endParaRPr lang="en-US"/>
        </a:p>
      </dgm:t>
    </dgm:pt>
    <dgm:pt modelId="{18EE73A9-7796-4A24-A4BA-EAD41428F21F}" type="sibTrans" cxnId="{E32F915D-3EB2-4AAD-BA0A-0869DF77CA54}">
      <dgm:prSet/>
      <dgm:spPr/>
      <dgm:t>
        <a:bodyPr/>
        <a:lstStyle/>
        <a:p>
          <a:endParaRPr lang="en-US"/>
        </a:p>
      </dgm:t>
    </dgm:pt>
    <dgm:pt modelId="{23D70555-D477-43CB-9975-A27F62C8BBA3}">
      <dgm:prSet/>
      <dgm:spPr/>
      <dgm:t>
        <a:bodyPr/>
        <a:lstStyle/>
        <a:p>
          <a:endParaRPr lang="es-MX" dirty="0"/>
        </a:p>
      </dgm:t>
    </dgm:pt>
    <dgm:pt modelId="{52685582-7EC0-42C4-BF31-FA5061B4B20C}" type="parTrans" cxnId="{8676FD50-BAFE-4125-8A61-8E78F9612A7A}">
      <dgm:prSet/>
      <dgm:spPr/>
    </dgm:pt>
    <dgm:pt modelId="{EFC8DBA6-221E-479D-A19D-BF05382D6E59}" type="sibTrans" cxnId="{8676FD50-BAFE-4125-8A61-8E78F9612A7A}">
      <dgm:prSet/>
      <dgm:spPr/>
    </dgm:pt>
    <dgm:pt modelId="{B1FE1143-467B-4783-AB65-5E9C1C71DA88}">
      <dgm:prSet/>
      <dgm:spPr/>
      <dgm:t>
        <a:bodyPr/>
        <a:lstStyle/>
        <a:p>
          <a:endParaRPr lang="es-MX" dirty="0"/>
        </a:p>
      </dgm:t>
    </dgm:pt>
    <dgm:pt modelId="{6ECDE299-25B4-4DEB-8ABE-90EB297C79B2}" type="parTrans" cxnId="{204754FD-2091-482A-A239-39698F48022D}">
      <dgm:prSet/>
      <dgm:spPr/>
    </dgm:pt>
    <dgm:pt modelId="{891C2095-8B46-4B3E-BD70-C2BFB4D66930}" type="sibTrans" cxnId="{204754FD-2091-482A-A239-39698F48022D}">
      <dgm:prSet/>
      <dgm:spPr/>
    </dgm:pt>
    <dgm:pt modelId="{FA8F8A11-592D-4320-BE70-511A882E207C}" type="pres">
      <dgm:prSet presAssocID="{BEA1B124-2961-4C6E-AF36-9F18E3AEA96E}" presName="Name0" presStyleCnt="0">
        <dgm:presLayoutVars>
          <dgm:dir/>
          <dgm:animLvl val="lvl"/>
          <dgm:resizeHandles val="exact"/>
        </dgm:presLayoutVars>
      </dgm:prSet>
      <dgm:spPr/>
    </dgm:pt>
    <dgm:pt modelId="{B595E4E0-5D7A-446F-BA59-4A5DAB829215}" type="pres">
      <dgm:prSet presAssocID="{B85CC74B-4D52-460B-80A2-19C479FF5942}" presName="composite" presStyleCnt="0"/>
      <dgm:spPr/>
    </dgm:pt>
    <dgm:pt modelId="{1FD0B46B-FF90-4474-B38F-0A3D76A192B5}" type="pres">
      <dgm:prSet presAssocID="{B85CC74B-4D52-460B-80A2-19C479FF594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A18FF002-A7DE-4B8D-AD56-4E0FA7A3A4A1}" type="pres">
      <dgm:prSet presAssocID="{B85CC74B-4D52-460B-80A2-19C479FF5942}" presName="desTx" presStyleLbl="alignAccFollowNode1" presStyleIdx="0" presStyleCnt="4">
        <dgm:presLayoutVars>
          <dgm:bulletEnabled val="1"/>
        </dgm:presLayoutVars>
      </dgm:prSet>
      <dgm:spPr/>
    </dgm:pt>
    <dgm:pt modelId="{09B8B197-DEB2-4989-957D-B131E46113A7}" type="pres">
      <dgm:prSet presAssocID="{47BF3487-B397-4B75-8121-930BBCEABD4A}" presName="space" presStyleCnt="0"/>
      <dgm:spPr/>
    </dgm:pt>
    <dgm:pt modelId="{DFB095C9-67A2-4183-9889-5A42CEDD5DDF}" type="pres">
      <dgm:prSet presAssocID="{0A225830-066B-4667-90F3-629364B3C76B}" presName="composite" presStyleCnt="0"/>
      <dgm:spPr/>
    </dgm:pt>
    <dgm:pt modelId="{78B4F291-C532-4311-9F30-8F33272633D3}" type="pres">
      <dgm:prSet presAssocID="{0A225830-066B-4667-90F3-629364B3C76B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FCAD5A38-53CB-48B1-8D23-BDF2554657B4}" type="pres">
      <dgm:prSet presAssocID="{0A225830-066B-4667-90F3-629364B3C76B}" presName="desTx" presStyleLbl="alignAccFollowNode1" presStyleIdx="1" presStyleCnt="4">
        <dgm:presLayoutVars>
          <dgm:bulletEnabled val="1"/>
        </dgm:presLayoutVars>
      </dgm:prSet>
      <dgm:spPr/>
    </dgm:pt>
    <dgm:pt modelId="{E322B160-0957-4BAA-97E4-EC1EBF3AAA88}" type="pres">
      <dgm:prSet presAssocID="{AB0A4224-69F3-46FA-9037-D2EE5F317D22}" presName="space" presStyleCnt="0"/>
      <dgm:spPr/>
    </dgm:pt>
    <dgm:pt modelId="{A56B2D64-2066-4452-9316-B1B3AA05F30C}" type="pres">
      <dgm:prSet presAssocID="{49EFCB75-FE81-4729-B714-3FAA6B8B0B5E}" presName="composite" presStyleCnt="0"/>
      <dgm:spPr/>
    </dgm:pt>
    <dgm:pt modelId="{F2650154-7CEA-4C9D-A6E5-E5A9A2BE8315}" type="pres">
      <dgm:prSet presAssocID="{49EFCB75-FE81-4729-B714-3FAA6B8B0B5E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7DC455E3-E3F4-4C0E-9FAD-CCE7006CABD1}" type="pres">
      <dgm:prSet presAssocID="{49EFCB75-FE81-4729-B714-3FAA6B8B0B5E}" presName="desTx" presStyleLbl="alignAccFollowNode1" presStyleIdx="2" presStyleCnt="4">
        <dgm:presLayoutVars>
          <dgm:bulletEnabled val="1"/>
        </dgm:presLayoutVars>
      </dgm:prSet>
      <dgm:spPr/>
    </dgm:pt>
    <dgm:pt modelId="{950CE5D0-4F14-44F0-AED1-C77F882BC4D1}" type="pres">
      <dgm:prSet presAssocID="{BA986D67-D10B-4B05-8755-80D43421E3FB}" presName="space" presStyleCnt="0"/>
      <dgm:spPr/>
    </dgm:pt>
    <dgm:pt modelId="{3320F88B-67B0-4637-9FDB-374DA6B506BD}" type="pres">
      <dgm:prSet presAssocID="{5C193443-1418-4213-B833-4B174035EE8D}" presName="composite" presStyleCnt="0"/>
      <dgm:spPr/>
    </dgm:pt>
    <dgm:pt modelId="{13A0F0F3-8758-4EFD-A9FC-FE9D4C8F4F7C}" type="pres">
      <dgm:prSet presAssocID="{5C193443-1418-4213-B833-4B174035EE8D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C44A0415-1DA4-431D-8B23-CEF0B79FB1E4}" type="pres">
      <dgm:prSet presAssocID="{5C193443-1418-4213-B833-4B174035EE8D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B7E4709-776C-7243-938F-2922FE6FC631}" type="presOf" srcId="{6FB95A20-DFC7-495D-B8DA-0C43DD7B88D7}" destId="{C44A0415-1DA4-431D-8B23-CEF0B79FB1E4}" srcOrd="0" destOrd="0" presId="urn:microsoft.com/office/officeart/2005/8/layout/hList1"/>
    <dgm:cxn modelId="{E1F4D312-02B9-3D48-839B-BF63310ACF13}" type="presOf" srcId="{C5EF5E15-FA38-4C77-83C3-AFBDE176A1FA}" destId="{A18FF002-A7DE-4B8D-AD56-4E0FA7A3A4A1}" srcOrd="0" destOrd="1" presId="urn:microsoft.com/office/officeart/2005/8/layout/hList1"/>
    <dgm:cxn modelId="{6E25C314-2F01-E14C-A80E-8EC91345489C}" type="presOf" srcId="{BEA1B124-2961-4C6E-AF36-9F18E3AEA96E}" destId="{FA8F8A11-592D-4320-BE70-511A882E207C}" srcOrd="0" destOrd="0" presId="urn:microsoft.com/office/officeart/2005/8/layout/hList1"/>
    <dgm:cxn modelId="{B70E5D16-CF8D-4753-ABEE-0421DE53DA4A}" srcId="{B85CC74B-4D52-460B-80A2-19C479FF5942}" destId="{C5EF5E15-FA38-4C77-83C3-AFBDE176A1FA}" srcOrd="1" destOrd="0" parTransId="{1542032A-12A2-4583-B6DB-419E60408CFE}" sibTransId="{5D2C9D7B-7C30-49E1-AA02-D234EF26C34C}"/>
    <dgm:cxn modelId="{C6FDB416-B9DC-495D-82A0-80256628D04D}" srcId="{0A225830-066B-4667-90F3-629364B3C76B}" destId="{8BF4A2E7-72F3-4814-B5C1-422FC16AB24C}" srcOrd="0" destOrd="0" parTransId="{A6B88B84-55EE-47F3-BF2E-441B68A6B3A2}" sibTransId="{D5773957-EDFD-4C1B-B818-AA2504912B0A}"/>
    <dgm:cxn modelId="{82070618-3772-BC49-B8B4-C51ACBF72EDE}" type="presOf" srcId="{D2D5404F-2D6B-46D4-9AC2-C4571F78B935}" destId="{FCAD5A38-53CB-48B1-8D23-BDF2554657B4}" srcOrd="0" destOrd="4" presId="urn:microsoft.com/office/officeart/2005/8/layout/hList1"/>
    <dgm:cxn modelId="{1FEDEA18-76B0-40F2-AE95-8D9B2591A6AF}" type="presOf" srcId="{B1FE1143-467B-4783-AB65-5E9C1C71DA88}" destId="{C44A0415-1DA4-431D-8B23-CEF0B79FB1E4}" srcOrd="0" destOrd="3" presId="urn:microsoft.com/office/officeart/2005/8/layout/hList1"/>
    <dgm:cxn modelId="{6D631F1A-A604-4929-8FBA-89197CA01895}" srcId="{0A225830-066B-4667-90F3-629364B3C76B}" destId="{CEF29FA1-BC6C-4039-8C32-FFEB49AD0CBD}" srcOrd="3" destOrd="0" parTransId="{7AFBEE82-F6FF-4DDA-A590-4E3568AB98C5}" sibTransId="{69890075-F665-4DBD-9DEF-DF0B25147B0A}"/>
    <dgm:cxn modelId="{408F5C20-ED61-4D8F-8C3C-482645D02E81}" srcId="{BEA1B124-2961-4C6E-AF36-9F18E3AEA96E}" destId="{B85CC74B-4D52-460B-80A2-19C479FF5942}" srcOrd="0" destOrd="0" parTransId="{BC088E36-9970-4A04-AE98-886214C9068A}" sibTransId="{47BF3487-B397-4B75-8121-930BBCEABD4A}"/>
    <dgm:cxn modelId="{7BF85823-1822-4D4B-AB30-52BC84CE18BE}" type="presOf" srcId="{B85CC74B-4D52-460B-80A2-19C479FF5942}" destId="{1FD0B46B-FF90-4474-B38F-0A3D76A192B5}" srcOrd="0" destOrd="0" presId="urn:microsoft.com/office/officeart/2005/8/layout/hList1"/>
    <dgm:cxn modelId="{6FE7C429-0CA2-E848-B381-2208C626E275}" type="presOf" srcId="{E7627EC0-34F2-45ED-88C3-32762C8956BA}" destId="{A18FF002-A7DE-4B8D-AD56-4E0FA7A3A4A1}" srcOrd="0" destOrd="2" presId="urn:microsoft.com/office/officeart/2005/8/layout/hList1"/>
    <dgm:cxn modelId="{8CA5813E-3E4E-2A43-AD98-A587E36BFB50}" type="presOf" srcId="{FE8DDC13-DC6C-4457-A0F3-E1CA20D71878}" destId="{C44A0415-1DA4-431D-8B23-CEF0B79FB1E4}" srcOrd="0" destOrd="4" presId="urn:microsoft.com/office/officeart/2005/8/layout/hList1"/>
    <dgm:cxn modelId="{E32F915D-3EB2-4AAD-BA0A-0869DF77CA54}" srcId="{49EFCB75-FE81-4729-B714-3FAA6B8B0B5E}" destId="{3E3A831B-78E8-47E6-B028-B77602F79EB2}" srcOrd="1" destOrd="0" parTransId="{6F62B09A-D24D-46D0-9A16-11C5B3C913E7}" sibTransId="{18EE73A9-7796-4A24-A4BA-EAD41428F21F}"/>
    <dgm:cxn modelId="{6ECDFA62-A6E9-7E41-A126-0F3C53576BEA}" type="presOf" srcId="{0C660340-0D58-4542-9274-305E0AC4DB7B}" destId="{C44A0415-1DA4-431D-8B23-CEF0B79FB1E4}" srcOrd="0" destOrd="2" presId="urn:microsoft.com/office/officeart/2005/8/layout/hList1"/>
    <dgm:cxn modelId="{2D2F1344-C56E-44A8-A65B-81F29E9EA9C0}" srcId="{B85CC74B-4D52-460B-80A2-19C479FF5942}" destId="{60530415-8D81-4082-8046-071C5EAADD65}" srcOrd="3" destOrd="0" parTransId="{BC758FEF-5262-4422-BF34-81421B742076}" sibTransId="{8DF00D64-537E-454C-BAA5-96F549C328BD}"/>
    <dgm:cxn modelId="{7F345045-4762-4432-9856-7E0A061113C1}" srcId="{49EFCB75-FE81-4729-B714-3FAA6B8B0B5E}" destId="{4EE6238D-3BEB-46EB-A984-C467D160918B}" srcOrd="0" destOrd="0" parTransId="{2184963B-1FA4-4640-9CFA-DB96BD725AF6}" sibTransId="{7D53207E-6781-4914-B84C-003B3D9ED919}"/>
    <dgm:cxn modelId="{7567B148-B129-400F-9C75-7358A5995BAB}" srcId="{B85CC74B-4D52-460B-80A2-19C479FF5942}" destId="{14439066-20B8-4B74-9F1A-295F6595A714}" srcOrd="4" destOrd="0" parTransId="{68DE1C10-4717-4589-BD2F-86A8F867E59B}" sibTransId="{F8C14430-EBA1-4B16-8BDF-CD922DB1EA79}"/>
    <dgm:cxn modelId="{1A7C9E4A-5E6C-4D15-8876-0BBFEEB55261}" srcId="{BEA1B124-2961-4C6E-AF36-9F18E3AEA96E}" destId="{5C193443-1418-4213-B833-4B174035EE8D}" srcOrd="3" destOrd="0" parTransId="{E752DE53-119B-4645-8368-955853DDF996}" sibTransId="{70409959-7BBB-4B3E-8394-561CD588050A}"/>
    <dgm:cxn modelId="{AAB8AD6E-41BD-DA44-BC92-9E4EEEC051CA}" type="presOf" srcId="{3E3A831B-78E8-47E6-B028-B77602F79EB2}" destId="{7DC455E3-E3F4-4C0E-9FAD-CCE7006CABD1}" srcOrd="0" destOrd="1" presId="urn:microsoft.com/office/officeart/2005/8/layout/hList1"/>
    <dgm:cxn modelId="{8676FD50-BAFE-4125-8A61-8E78F9612A7A}" srcId="{5C193443-1418-4213-B833-4B174035EE8D}" destId="{23D70555-D477-43CB-9975-A27F62C8BBA3}" srcOrd="1" destOrd="0" parTransId="{52685582-7EC0-42C4-BF31-FA5061B4B20C}" sibTransId="{EFC8DBA6-221E-479D-A19D-BF05382D6E59}"/>
    <dgm:cxn modelId="{49922953-ED2C-F64D-B1B6-196C71A7E2D5}" type="presOf" srcId="{F07A92F0-DDB9-43E5-9211-69F892728F95}" destId="{A18FF002-A7DE-4B8D-AD56-4E0FA7A3A4A1}" srcOrd="0" destOrd="0" presId="urn:microsoft.com/office/officeart/2005/8/layout/hList1"/>
    <dgm:cxn modelId="{ECF1CE73-213F-4E25-B620-83D33B9BC465}" srcId="{B85CC74B-4D52-460B-80A2-19C479FF5942}" destId="{E7627EC0-34F2-45ED-88C3-32762C8956BA}" srcOrd="2" destOrd="0" parTransId="{CFEBFBD5-930C-4D26-B175-3887B3A84209}" sibTransId="{E8482E9E-2519-40F2-92ED-07B63E635B7C}"/>
    <dgm:cxn modelId="{413DE576-F752-4243-8607-C4105B5D5EAB}" srcId="{5C193443-1418-4213-B833-4B174035EE8D}" destId="{6FB95A20-DFC7-495D-B8DA-0C43DD7B88D7}" srcOrd="0" destOrd="0" parTransId="{12FA3358-37AC-45FF-85A5-451C20CD5385}" sibTransId="{F93C2C99-76B8-4730-A6EC-D4758DB746A1}"/>
    <dgm:cxn modelId="{58D10582-027D-ED4D-B422-7B9E3BDDE1C9}" type="presOf" srcId="{4EE6238D-3BEB-46EB-A984-C467D160918B}" destId="{7DC455E3-E3F4-4C0E-9FAD-CCE7006CABD1}" srcOrd="0" destOrd="0" presId="urn:microsoft.com/office/officeart/2005/8/layout/hList1"/>
    <dgm:cxn modelId="{59842582-FA4A-AE47-9B60-5A2D11D227FF}" type="presOf" srcId="{AEC77C6D-5E6B-4450-A4DA-3C07FA5961E1}" destId="{FCAD5A38-53CB-48B1-8D23-BDF2554657B4}" srcOrd="0" destOrd="2" presId="urn:microsoft.com/office/officeart/2005/8/layout/hList1"/>
    <dgm:cxn modelId="{82AA1984-313C-4DDA-9EFC-A309FE327FE7}" srcId="{BEA1B124-2961-4C6E-AF36-9F18E3AEA96E}" destId="{49EFCB75-FE81-4729-B714-3FAA6B8B0B5E}" srcOrd="2" destOrd="0" parTransId="{0A0D2FCC-1A33-472E-819E-239C8BD56C56}" sibTransId="{BA986D67-D10B-4B05-8755-80D43421E3FB}"/>
    <dgm:cxn modelId="{F9F61586-C3B7-4499-9A30-0A93C61FB420}" type="presOf" srcId="{23D70555-D477-43CB-9975-A27F62C8BBA3}" destId="{C44A0415-1DA4-431D-8B23-CEF0B79FB1E4}" srcOrd="0" destOrd="1" presId="urn:microsoft.com/office/officeart/2005/8/layout/hList1"/>
    <dgm:cxn modelId="{FD83BE8D-D67A-4DFD-BD3E-8087E4E1F6A9}" srcId="{0A225830-066B-4667-90F3-629364B3C76B}" destId="{AEC77C6D-5E6B-4450-A4DA-3C07FA5961E1}" srcOrd="2" destOrd="0" parTransId="{C9170B97-9BE9-447F-B5AB-AAF55D9F0FFD}" sibTransId="{D6797B59-41D5-40D2-A16C-6C01E1352BA1}"/>
    <dgm:cxn modelId="{A2520593-989A-8C4C-B781-35D9173FD291}" type="presOf" srcId="{189B494B-F3FA-4D69-A43A-38B96CE73B87}" destId="{FCAD5A38-53CB-48B1-8D23-BDF2554657B4}" srcOrd="0" destOrd="1" presId="urn:microsoft.com/office/officeart/2005/8/layout/hList1"/>
    <dgm:cxn modelId="{49D8BA93-F5D3-224F-A7D3-54FE5FEF24B1}" type="presOf" srcId="{CEF29FA1-BC6C-4039-8C32-FFEB49AD0CBD}" destId="{FCAD5A38-53CB-48B1-8D23-BDF2554657B4}" srcOrd="0" destOrd="3" presId="urn:microsoft.com/office/officeart/2005/8/layout/hList1"/>
    <dgm:cxn modelId="{2A8C9F95-E434-437B-83F6-1C1431E33991}" srcId="{5C193443-1418-4213-B833-4B174035EE8D}" destId="{FE8DDC13-DC6C-4457-A0F3-E1CA20D71878}" srcOrd="4" destOrd="0" parTransId="{9E460AA3-BFF1-4F27-A6C1-924AD47DDD23}" sibTransId="{79B78413-4EA2-4803-A770-21A8DDD2EF31}"/>
    <dgm:cxn modelId="{E1C108A2-AB81-114A-B8A1-5408EEA75548}" type="presOf" srcId="{49EFCB75-FE81-4729-B714-3FAA6B8B0B5E}" destId="{F2650154-7CEA-4C9D-A6E5-E5A9A2BE8315}" srcOrd="0" destOrd="0" presId="urn:microsoft.com/office/officeart/2005/8/layout/hList1"/>
    <dgm:cxn modelId="{0D4B15A2-DA92-DB40-9F26-156FBE08484F}" type="presOf" srcId="{60530415-8D81-4082-8046-071C5EAADD65}" destId="{A18FF002-A7DE-4B8D-AD56-4E0FA7A3A4A1}" srcOrd="0" destOrd="3" presId="urn:microsoft.com/office/officeart/2005/8/layout/hList1"/>
    <dgm:cxn modelId="{7EF167A7-95B3-482E-93DD-D076D21BD187}" srcId="{49EFCB75-FE81-4729-B714-3FAA6B8B0B5E}" destId="{F94E8492-437C-498D-AB14-E38065ECF7E5}" srcOrd="2" destOrd="0" parTransId="{26A18F4F-89CB-44B1-BB1D-6C0EDD7F7072}" sibTransId="{2D27DB52-A024-4CB0-BC16-2E99F28292C2}"/>
    <dgm:cxn modelId="{8FC5A6A8-05AC-A243-BBDD-30864B7F7F85}" type="presOf" srcId="{0A225830-066B-4667-90F3-629364B3C76B}" destId="{78B4F291-C532-4311-9F30-8F33272633D3}" srcOrd="0" destOrd="0" presId="urn:microsoft.com/office/officeart/2005/8/layout/hList1"/>
    <dgm:cxn modelId="{E99B58B0-C714-4BC6-ABEA-AA695E02EB71}" srcId="{BEA1B124-2961-4C6E-AF36-9F18E3AEA96E}" destId="{0A225830-066B-4667-90F3-629364B3C76B}" srcOrd="1" destOrd="0" parTransId="{C4871BC8-38BF-4B21-AFC4-A87D9BCB2C1C}" sibTransId="{AB0A4224-69F3-46FA-9037-D2EE5F317D22}"/>
    <dgm:cxn modelId="{7D5299B1-EB84-8C4A-A9C4-81255030670C}" type="presOf" srcId="{14439066-20B8-4B74-9F1A-295F6595A714}" destId="{A18FF002-A7DE-4B8D-AD56-4E0FA7A3A4A1}" srcOrd="0" destOrd="4" presId="urn:microsoft.com/office/officeart/2005/8/layout/hList1"/>
    <dgm:cxn modelId="{485465B4-E649-4721-9128-475816757A2F}" srcId="{5C193443-1418-4213-B833-4B174035EE8D}" destId="{0C660340-0D58-4542-9274-305E0AC4DB7B}" srcOrd="2" destOrd="0" parTransId="{D09F5CCF-CE11-4785-B867-C310F60FCCF2}" sibTransId="{EBDD5C51-E8DC-4D52-AE71-AEA4D48A05F6}"/>
    <dgm:cxn modelId="{416486BE-1465-2B45-A5EE-9EBACD66EC59}" type="presOf" srcId="{8BF4A2E7-72F3-4814-B5C1-422FC16AB24C}" destId="{FCAD5A38-53CB-48B1-8D23-BDF2554657B4}" srcOrd="0" destOrd="0" presId="urn:microsoft.com/office/officeart/2005/8/layout/hList1"/>
    <dgm:cxn modelId="{9FE0B2C7-FD67-4CC9-9CD6-A0AF2B38DDC0}" srcId="{0A225830-066B-4667-90F3-629364B3C76B}" destId="{D2D5404F-2D6B-46D4-9AC2-C4571F78B935}" srcOrd="4" destOrd="0" parTransId="{D6119E1E-736A-4D83-8BBB-D89BE4A2BF9C}" sibTransId="{F1E88996-B2F9-4726-A936-40F403807548}"/>
    <dgm:cxn modelId="{29A6ACD7-3454-4D6B-87AE-972B5EA1A321}" srcId="{0A225830-066B-4667-90F3-629364B3C76B}" destId="{189B494B-F3FA-4D69-A43A-38B96CE73B87}" srcOrd="1" destOrd="0" parTransId="{354E787D-E21C-41A7-A375-813DE2611E28}" sibTransId="{27E211F1-DE6C-4F0E-8779-6CAF7EB5AADE}"/>
    <dgm:cxn modelId="{EE07EADA-B6B5-7541-AB40-6F8BE7C6F521}" type="presOf" srcId="{F94E8492-437C-498D-AB14-E38065ECF7E5}" destId="{7DC455E3-E3F4-4C0E-9FAD-CCE7006CABD1}" srcOrd="0" destOrd="2" presId="urn:microsoft.com/office/officeart/2005/8/layout/hList1"/>
    <dgm:cxn modelId="{FA3BEDF1-214E-2348-9C18-57EDB90096D0}" type="presOf" srcId="{5C193443-1418-4213-B833-4B174035EE8D}" destId="{13A0F0F3-8758-4EFD-A9FC-FE9D4C8F4F7C}" srcOrd="0" destOrd="0" presId="urn:microsoft.com/office/officeart/2005/8/layout/hList1"/>
    <dgm:cxn modelId="{118384FB-C280-4E76-A0D8-7A8448C31DA4}" srcId="{B85CC74B-4D52-460B-80A2-19C479FF5942}" destId="{F07A92F0-DDB9-43E5-9211-69F892728F95}" srcOrd="0" destOrd="0" parTransId="{801C51E9-7B29-4D75-A39A-7DF13CBE33A8}" sibTransId="{6D5FBB14-F03A-49C7-A7DE-480E11C518BE}"/>
    <dgm:cxn modelId="{204754FD-2091-482A-A239-39698F48022D}" srcId="{5C193443-1418-4213-B833-4B174035EE8D}" destId="{B1FE1143-467B-4783-AB65-5E9C1C71DA88}" srcOrd="3" destOrd="0" parTransId="{6ECDE299-25B4-4DEB-8ABE-90EB297C79B2}" sibTransId="{891C2095-8B46-4B3E-BD70-C2BFB4D66930}"/>
    <dgm:cxn modelId="{C75879F1-759E-3E4C-B87C-1FA138A0403F}" type="presParOf" srcId="{FA8F8A11-592D-4320-BE70-511A882E207C}" destId="{B595E4E0-5D7A-446F-BA59-4A5DAB829215}" srcOrd="0" destOrd="0" presId="urn:microsoft.com/office/officeart/2005/8/layout/hList1"/>
    <dgm:cxn modelId="{71A37DAC-7CAA-D34C-92F1-55B354F28CA8}" type="presParOf" srcId="{B595E4E0-5D7A-446F-BA59-4A5DAB829215}" destId="{1FD0B46B-FF90-4474-B38F-0A3D76A192B5}" srcOrd="0" destOrd="0" presId="urn:microsoft.com/office/officeart/2005/8/layout/hList1"/>
    <dgm:cxn modelId="{A8030FC4-3FD0-314A-80C4-5CDD47CD1BBA}" type="presParOf" srcId="{B595E4E0-5D7A-446F-BA59-4A5DAB829215}" destId="{A18FF002-A7DE-4B8D-AD56-4E0FA7A3A4A1}" srcOrd="1" destOrd="0" presId="urn:microsoft.com/office/officeart/2005/8/layout/hList1"/>
    <dgm:cxn modelId="{11DCE61B-A8CA-4445-985C-581C78E74F91}" type="presParOf" srcId="{FA8F8A11-592D-4320-BE70-511A882E207C}" destId="{09B8B197-DEB2-4989-957D-B131E46113A7}" srcOrd="1" destOrd="0" presId="urn:microsoft.com/office/officeart/2005/8/layout/hList1"/>
    <dgm:cxn modelId="{64FE7061-D810-5F4D-868F-5ABB82C10D6E}" type="presParOf" srcId="{FA8F8A11-592D-4320-BE70-511A882E207C}" destId="{DFB095C9-67A2-4183-9889-5A42CEDD5DDF}" srcOrd="2" destOrd="0" presId="urn:microsoft.com/office/officeart/2005/8/layout/hList1"/>
    <dgm:cxn modelId="{7BA85153-2D12-8945-B769-D2B234B040C1}" type="presParOf" srcId="{DFB095C9-67A2-4183-9889-5A42CEDD5DDF}" destId="{78B4F291-C532-4311-9F30-8F33272633D3}" srcOrd="0" destOrd="0" presId="urn:microsoft.com/office/officeart/2005/8/layout/hList1"/>
    <dgm:cxn modelId="{36E80FDE-E7D1-2F40-AE20-79372448158D}" type="presParOf" srcId="{DFB095C9-67A2-4183-9889-5A42CEDD5DDF}" destId="{FCAD5A38-53CB-48B1-8D23-BDF2554657B4}" srcOrd="1" destOrd="0" presId="urn:microsoft.com/office/officeart/2005/8/layout/hList1"/>
    <dgm:cxn modelId="{38969603-D456-8B41-A867-77FF84CCAC30}" type="presParOf" srcId="{FA8F8A11-592D-4320-BE70-511A882E207C}" destId="{E322B160-0957-4BAA-97E4-EC1EBF3AAA88}" srcOrd="3" destOrd="0" presId="urn:microsoft.com/office/officeart/2005/8/layout/hList1"/>
    <dgm:cxn modelId="{65816C74-9BF9-A845-9231-8A33A8CCA952}" type="presParOf" srcId="{FA8F8A11-592D-4320-BE70-511A882E207C}" destId="{A56B2D64-2066-4452-9316-B1B3AA05F30C}" srcOrd="4" destOrd="0" presId="urn:microsoft.com/office/officeart/2005/8/layout/hList1"/>
    <dgm:cxn modelId="{8E2D4D01-5224-9045-A658-C5E7F56843AD}" type="presParOf" srcId="{A56B2D64-2066-4452-9316-B1B3AA05F30C}" destId="{F2650154-7CEA-4C9D-A6E5-E5A9A2BE8315}" srcOrd="0" destOrd="0" presId="urn:microsoft.com/office/officeart/2005/8/layout/hList1"/>
    <dgm:cxn modelId="{80D30F9E-004B-154B-A1D7-BE4E868EE9D9}" type="presParOf" srcId="{A56B2D64-2066-4452-9316-B1B3AA05F30C}" destId="{7DC455E3-E3F4-4C0E-9FAD-CCE7006CABD1}" srcOrd="1" destOrd="0" presId="urn:microsoft.com/office/officeart/2005/8/layout/hList1"/>
    <dgm:cxn modelId="{5A39030B-E0C6-564C-A977-186F193A6E37}" type="presParOf" srcId="{FA8F8A11-592D-4320-BE70-511A882E207C}" destId="{950CE5D0-4F14-44F0-AED1-C77F882BC4D1}" srcOrd="5" destOrd="0" presId="urn:microsoft.com/office/officeart/2005/8/layout/hList1"/>
    <dgm:cxn modelId="{96C1212F-C6CF-AE44-A6FF-A539DCCF5AF1}" type="presParOf" srcId="{FA8F8A11-592D-4320-BE70-511A882E207C}" destId="{3320F88B-67B0-4637-9FDB-374DA6B506BD}" srcOrd="6" destOrd="0" presId="urn:microsoft.com/office/officeart/2005/8/layout/hList1"/>
    <dgm:cxn modelId="{06A3B2FE-731A-8847-9B9E-1DD0FE17F393}" type="presParOf" srcId="{3320F88B-67B0-4637-9FDB-374DA6B506BD}" destId="{13A0F0F3-8758-4EFD-A9FC-FE9D4C8F4F7C}" srcOrd="0" destOrd="0" presId="urn:microsoft.com/office/officeart/2005/8/layout/hList1"/>
    <dgm:cxn modelId="{40752D57-6960-7F40-A061-AEA165CFF47B}" type="presParOf" srcId="{3320F88B-67B0-4637-9FDB-374DA6B506BD}" destId="{C44A0415-1DA4-431D-8B23-CEF0B79FB1E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84EA48-E53B-4ADA-83E6-1F845A8175B0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F476B50B-9322-450B-AE29-3A742D9008DE}">
      <dgm:prSet phldrT="[Text]" custT="1"/>
      <dgm:spPr/>
      <dgm:t>
        <a:bodyPr/>
        <a:lstStyle/>
        <a:p>
          <a:r>
            <a:rPr lang="es-MX" sz="1100" dirty="0"/>
            <a:t>Monto Original de la Inversión (MOI)</a:t>
          </a:r>
        </a:p>
      </dgm:t>
    </dgm:pt>
    <dgm:pt modelId="{D7223437-DA4E-4400-8CCA-7B317DCE235A}" type="parTrans" cxnId="{2E591DD0-25B8-4E17-A381-99726F30F44D}">
      <dgm:prSet/>
      <dgm:spPr/>
      <dgm:t>
        <a:bodyPr/>
        <a:lstStyle/>
        <a:p>
          <a:endParaRPr lang="es-MX"/>
        </a:p>
      </dgm:t>
    </dgm:pt>
    <dgm:pt modelId="{12EAC21F-055B-4D7F-8007-09170D963366}" type="sibTrans" cxnId="{2E591DD0-25B8-4E17-A381-99726F30F44D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Por</a:t>
          </a:r>
        </a:p>
      </dgm:t>
    </dgm:pt>
    <dgm:pt modelId="{DAB077A6-4472-44CB-A2C8-D15DCB4136CC}">
      <dgm:prSet phldrT="[Text]"/>
      <dgm:spPr/>
      <dgm:t>
        <a:bodyPr/>
        <a:lstStyle/>
        <a:p>
          <a:r>
            <a:rPr lang="es-MX" dirty="0"/>
            <a:t>Precio del bien</a:t>
          </a:r>
        </a:p>
      </dgm:t>
    </dgm:pt>
    <dgm:pt modelId="{951191E1-C936-4BCE-9F5E-6B9D74043C3B}" type="parTrans" cxnId="{D503C5D2-602C-485A-A13B-3A2B07CE680A}">
      <dgm:prSet/>
      <dgm:spPr/>
      <dgm:t>
        <a:bodyPr/>
        <a:lstStyle/>
        <a:p>
          <a:endParaRPr lang="es-MX"/>
        </a:p>
      </dgm:t>
    </dgm:pt>
    <dgm:pt modelId="{A707CD9C-33C2-4FAC-9A04-F273E72D86D9}" type="sibTrans" cxnId="{D503C5D2-602C-485A-A13B-3A2B07CE680A}">
      <dgm:prSet/>
      <dgm:spPr/>
      <dgm:t>
        <a:bodyPr/>
        <a:lstStyle/>
        <a:p>
          <a:endParaRPr lang="es-MX"/>
        </a:p>
      </dgm:t>
    </dgm:pt>
    <dgm:pt modelId="{E23A6BD4-62FD-4C33-ADDA-B80B12B93D2D}">
      <dgm:prSet phldrT="[Text]"/>
      <dgm:spPr/>
      <dgm:t>
        <a:bodyPr/>
        <a:lstStyle/>
        <a:p>
          <a:r>
            <a:rPr lang="es-MX" dirty="0"/>
            <a:t>Porciento Máximo Autorizado</a:t>
          </a:r>
        </a:p>
      </dgm:t>
    </dgm:pt>
    <dgm:pt modelId="{A29C40AE-1AA7-40C5-8E88-737A14FDCBFF}" type="parTrans" cxnId="{DDD5ECDD-37D5-4CED-82EF-9FBC8470F133}">
      <dgm:prSet/>
      <dgm:spPr/>
      <dgm:t>
        <a:bodyPr/>
        <a:lstStyle/>
        <a:p>
          <a:endParaRPr lang="es-MX"/>
        </a:p>
      </dgm:t>
    </dgm:pt>
    <dgm:pt modelId="{C0524934-3E3A-4CBD-A35E-1A3F06100DBC}" type="sibTrans" cxnId="{DDD5ECDD-37D5-4CED-82EF-9FBC8470F133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Igual</a:t>
          </a:r>
        </a:p>
      </dgm:t>
    </dgm:pt>
    <dgm:pt modelId="{D823D68C-6454-4292-BC9A-E92233271287}">
      <dgm:prSet phldrT="[Text]"/>
      <dgm:spPr/>
      <dgm:t>
        <a:bodyPr/>
        <a:lstStyle/>
        <a:p>
          <a:r>
            <a:rPr lang="es-MX" sz="1100" dirty="0"/>
            <a:t>Según Catálogo</a:t>
          </a:r>
        </a:p>
      </dgm:t>
    </dgm:pt>
    <dgm:pt modelId="{8A80C3F7-F89B-4B3A-ABE0-D8F8B2772589}" type="parTrans" cxnId="{03FAD0C4-F216-4DD4-BADE-56278E9F15A3}">
      <dgm:prSet/>
      <dgm:spPr/>
      <dgm:t>
        <a:bodyPr/>
        <a:lstStyle/>
        <a:p>
          <a:endParaRPr lang="es-MX"/>
        </a:p>
      </dgm:t>
    </dgm:pt>
    <dgm:pt modelId="{CD767083-7488-4F3C-8007-CC5F218E3964}" type="sibTrans" cxnId="{03FAD0C4-F216-4DD4-BADE-56278E9F15A3}">
      <dgm:prSet/>
      <dgm:spPr/>
      <dgm:t>
        <a:bodyPr/>
        <a:lstStyle/>
        <a:p>
          <a:endParaRPr lang="es-MX"/>
        </a:p>
      </dgm:t>
    </dgm:pt>
    <dgm:pt modelId="{E96F3F97-E678-44E8-89D3-5F8D13E039E4}">
      <dgm:prSet phldrT="[Text]" custT="1"/>
      <dgm:spPr/>
      <dgm:t>
        <a:bodyPr/>
        <a:lstStyle/>
        <a:p>
          <a:r>
            <a:rPr lang="es-MX" sz="1100" dirty="0"/>
            <a:t>Monto a Deducir</a:t>
          </a:r>
        </a:p>
      </dgm:t>
    </dgm:pt>
    <dgm:pt modelId="{9ECE3CB4-1695-4D66-8317-DDF8A6E3C668}" type="parTrans" cxnId="{7A8BE7EE-C250-4B0B-9863-A894B5E4A3C6}">
      <dgm:prSet/>
      <dgm:spPr/>
      <dgm:t>
        <a:bodyPr/>
        <a:lstStyle/>
        <a:p>
          <a:endParaRPr lang="es-MX"/>
        </a:p>
      </dgm:t>
    </dgm:pt>
    <dgm:pt modelId="{76CBF211-CD50-41D9-AA2D-BC9F232112B8}" type="sibTrans" cxnId="{7A8BE7EE-C250-4B0B-9863-A894B5E4A3C6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Por</a:t>
          </a:r>
        </a:p>
      </dgm:t>
    </dgm:pt>
    <dgm:pt modelId="{0B26D7F2-ED64-4FCC-B3DD-B865EB5BB0E9}">
      <dgm:prSet phldrT="[Text]"/>
      <dgm:spPr/>
      <dgm:t>
        <a:bodyPr/>
        <a:lstStyle/>
        <a:p>
          <a:r>
            <a:rPr lang="es-MX" dirty="0"/>
            <a:t>Desde el ejercicio de adquisición (SIM) o desde el siguiente (SIA)</a:t>
          </a:r>
        </a:p>
      </dgm:t>
    </dgm:pt>
    <dgm:pt modelId="{A2F45B0E-05B2-44FC-BFC9-A83E2BBD37E5}" type="parTrans" cxnId="{60CCADCB-903D-467E-A77F-95D9288EFC7D}">
      <dgm:prSet/>
      <dgm:spPr/>
      <dgm:t>
        <a:bodyPr/>
        <a:lstStyle/>
        <a:p>
          <a:endParaRPr lang="es-MX"/>
        </a:p>
      </dgm:t>
    </dgm:pt>
    <dgm:pt modelId="{022C7514-2591-485A-9F09-5B99C8ECEDEE}" type="sibTrans" cxnId="{60CCADCB-903D-467E-A77F-95D9288EFC7D}">
      <dgm:prSet/>
      <dgm:spPr/>
      <dgm:t>
        <a:bodyPr/>
        <a:lstStyle/>
        <a:p>
          <a:endParaRPr lang="es-MX"/>
        </a:p>
      </dgm:t>
    </dgm:pt>
    <dgm:pt modelId="{320AC8D4-F647-4194-82B6-DE2A28ADA1AD}">
      <dgm:prSet/>
      <dgm:spPr/>
      <dgm:t>
        <a:bodyPr/>
        <a:lstStyle/>
        <a:p>
          <a:r>
            <a:rPr lang="es-MX" dirty="0"/>
            <a:t>Factor de Actualización</a:t>
          </a:r>
        </a:p>
      </dgm:t>
    </dgm:pt>
    <dgm:pt modelId="{814FEBB7-2E01-4E91-A987-26A1BA9E3A1C}" type="parTrans" cxnId="{F5310A7F-7802-41DC-9054-7D484F1B8843}">
      <dgm:prSet/>
      <dgm:spPr/>
      <dgm:t>
        <a:bodyPr/>
        <a:lstStyle/>
        <a:p>
          <a:endParaRPr lang="es-MX"/>
        </a:p>
      </dgm:t>
    </dgm:pt>
    <dgm:pt modelId="{CBFDBE50-CFCF-4FAE-AD96-0B783A8E444A}" type="sibTrans" cxnId="{F5310A7F-7802-41DC-9054-7D484F1B8843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Igual</a:t>
          </a:r>
        </a:p>
      </dgm:t>
    </dgm:pt>
    <dgm:pt modelId="{DE169697-4F51-4378-BAC5-91EBB6CC7FDF}">
      <dgm:prSet/>
      <dgm:spPr/>
      <dgm:t>
        <a:bodyPr/>
        <a:lstStyle/>
        <a:p>
          <a:r>
            <a:rPr lang="es-MX" dirty="0"/>
            <a:t>Monto a Deducir Actualizado</a:t>
          </a:r>
        </a:p>
      </dgm:t>
    </dgm:pt>
    <dgm:pt modelId="{C013476D-A2B9-47ED-9E4B-E8D9986A988A}" type="parTrans" cxnId="{F2888B89-6D87-4129-9DAA-771B9DC39F53}">
      <dgm:prSet/>
      <dgm:spPr/>
      <dgm:t>
        <a:bodyPr/>
        <a:lstStyle/>
        <a:p>
          <a:endParaRPr lang="es-MX"/>
        </a:p>
      </dgm:t>
    </dgm:pt>
    <dgm:pt modelId="{38FD279E-BD1F-4F3D-B254-70C8024B323F}" type="sibTrans" cxnId="{F2888B89-6D87-4129-9DAA-771B9DC39F53}">
      <dgm:prSet/>
      <dgm:spPr/>
      <dgm:t>
        <a:bodyPr/>
        <a:lstStyle/>
        <a:p>
          <a:endParaRPr lang="es-MX"/>
        </a:p>
      </dgm:t>
    </dgm:pt>
    <dgm:pt modelId="{B158395D-490E-4E13-B81A-C78D0796C775}">
      <dgm:prSet/>
      <dgm:spPr/>
      <dgm:t>
        <a:bodyPr/>
        <a:lstStyle/>
        <a:p>
          <a:r>
            <a:rPr lang="es-MX" dirty="0"/>
            <a:t>Mes más reciente: Último mes de la primera mitad del periodo de uso en el Ejercicio</a:t>
          </a:r>
        </a:p>
      </dgm:t>
    </dgm:pt>
    <dgm:pt modelId="{D99BD257-CBF0-4845-9C99-79C93B5BBBD3}" type="parTrans" cxnId="{2FA2162B-DDE8-49A7-9DAA-99B553C81517}">
      <dgm:prSet/>
      <dgm:spPr/>
      <dgm:t>
        <a:bodyPr/>
        <a:lstStyle/>
        <a:p>
          <a:endParaRPr lang="es-MX"/>
        </a:p>
      </dgm:t>
    </dgm:pt>
    <dgm:pt modelId="{62B16423-6139-4A70-AC15-0365417FDA3C}" type="sibTrans" cxnId="{2FA2162B-DDE8-49A7-9DAA-99B553C81517}">
      <dgm:prSet/>
      <dgm:spPr/>
      <dgm:t>
        <a:bodyPr/>
        <a:lstStyle/>
        <a:p>
          <a:endParaRPr lang="es-MX"/>
        </a:p>
      </dgm:t>
    </dgm:pt>
    <dgm:pt modelId="{8CFAEDAF-33DB-495A-97FF-9AB18565B3E6}">
      <dgm:prSet/>
      <dgm:spPr/>
      <dgm:t>
        <a:bodyPr/>
        <a:lstStyle/>
        <a:p>
          <a:r>
            <a:rPr lang="es-MX" dirty="0"/>
            <a:t>Mes más antiguo: Mes de Adquisición</a:t>
          </a:r>
        </a:p>
      </dgm:t>
    </dgm:pt>
    <dgm:pt modelId="{02F23372-1725-4B5D-B287-A66D11A35664}" type="parTrans" cxnId="{0DD1BA47-D0EF-41D5-8E33-9388A93D7D1E}">
      <dgm:prSet/>
      <dgm:spPr/>
      <dgm:t>
        <a:bodyPr/>
        <a:lstStyle/>
        <a:p>
          <a:endParaRPr lang="es-MX"/>
        </a:p>
      </dgm:t>
    </dgm:pt>
    <dgm:pt modelId="{CF09986E-D512-40D1-988B-DCCA638CC4B0}" type="sibTrans" cxnId="{0DD1BA47-D0EF-41D5-8E33-9388A93D7D1E}">
      <dgm:prSet/>
      <dgm:spPr/>
      <dgm:t>
        <a:bodyPr/>
        <a:lstStyle/>
        <a:p>
          <a:endParaRPr lang="es-MX"/>
        </a:p>
      </dgm:t>
    </dgm:pt>
    <dgm:pt modelId="{B350CC74-54AC-4B6E-8009-3F46330D496A}">
      <dgm:prSet phldrT="[Text]"/>
      <dgm:spPr/>
      <dgm:t>
        <a:bodyPr/>
        <a:lstStyle/>
        <a:p>
          <a:r>
            <a:rPr lang="es-MX" dirty="0"/>
            <a:t>Impuestos por su adquisición e importación, excepto IVA</a:t>
          </a:r>
        </a:p>
      </dgm:t>
    </dgm:pt>
    <dgm:pt modelId="{A43C8E2A-FA1D-4897-B87A-BB4EFF8EA2BD}" type="parTrans" cxnId="{301B738A-36BD-4228-AEE2-D563700F3704}">
      <dgm:prSet/>
      <dgm:spPr/>
      <dgm:t>
        <a:bodyPr/>
        <a:lstStyle/>
        <a:p>
          <a:endParaRPr lang="es-MX"/>
        </a:p>
      </dgm:t>
    </dgm:pt>
    <dgm:pt modelId="{12474C10-CB24-4D5F-82B3-C3B097BDABF4}" type="sibTrans" cxnId="{301B738A-36BD-4228-AEE2-D563700F3704}">
      <dgm:prSet/>
      <dgm:spPr/>
      <dgm:t>
        <a:bodyPr/>
        <a:lstStyle/>
        <a:p>
          <a:endParaRPr lang="es-MX"/>
        </a:p>
      </dgm:t>
    </dgm:pt>
    <dgm:pt modelId="{EDD1259F-59F5-40FA-94B6-4DC4F4822D77}">
      <dgm:prSet phldrT="[Text]"/>
      <dgm:spPr/>
      <dgm:t>
        <a:bodyPr/>
        <a:lstStyle/>
        <a:p>
          <a:r>
            <a:rPr lang="es-MX" dirty="0"/>
            <a:t>Derechos y cuotas compensatorias</a:t>
          </a:r>
        </a:p>
      </dgm:t>
    </dgm:pt>
    <dgm:pt modelId="{BBF91330-4DC5-48E1-BAA8-2097404CF6AA}" type="parTrans" cxnId="{C81F3081-2096-48E4-8423-D76AEDACA15D}">
      <dgm:prSet/>
      <dgm:spPr/>
      <dgm:t>
        <a:bodyPr/>
        <a:lstStyle/>
        <a:p>
          <a:endParaRPr lang="es-MX"/>
        </a:p>
      </dgm:t>
    </dgm:pt>
    <dgm:pt modelId="{E2AFEC51-390A-4926-973D-808473D4CBC1}" type="sibTrans" cxnId="{C81F3081-2096-48E4-8423-D76AEDACA15D}">
      <dgm:prSet/>
      <dgm:spPr/>
      <dgm:t>
        <a:bodyPr/>
        <a:lstStyle/>
        <a:p>
          <a:endParaRPr lang="es-MX"/>
        </a:p>
      </dgm:t>
    </dgm:pt>
    <dgm:pt modelId="{C898462F-3D79-4C2C-B07D-FA60486066E5}">
      <dgm:prSet phldrT="[Text]"/>
      <dgm:spPr/>
      <dgm:t>
        <a:bodyPr/>
        <a:lstStyle/>
        <a:p>
          <a:r>
            <a:rPr lang="es-MX" dirty="0"/>
            <a:t>Fletes, transportes, acarreos, seguros y manejos</a:t>
          </a:r>
        </a:p>
      </dgm:t>
    </dgm:pt>
    <dgm:pt modelId="{9111FD7C-2AEA-4F96-B501-DBAC1A662167}" type="parTrans" cxnId="{975FA361-E874-46FB-990D-14BF12A4831B}">
      <dgm:prSet/>
      <dgm:spPr/>
      <dgm:t>
        <a:bodyPr/>
        <a:lstStyle/>
        <a:p>
          <a:endParaRPr lang="es-MX"/>
        </a:p>
      </dgm:t>
    </dgm:pt>
    <dgm:pt modelId="{B6539E8B-53B3-431C-874B-D5381972E0C3}" type="sibTrans" cxnId="{975FA361-E874-46FB-990D-14BF12A4831B}">
      <dgm:prSet/>
      <dgm:spPr/>
      <dgm:t>
        <a:bodyPr/>
        <a:lstStyle/>
        <a:p>
          <a:endParaRPr lang="es-MX"/>
        </a:p>
      </dgm:t>
    </dgm:pt>
    <dgm:pt modelId="{F5A7867E-746F-45E1-AA74-D7712BE7F037}">
      <dgm:prSet phldrT="[Text]"/>
      <dgm:spPr/>
      <dgm:t>
        <a:bodyPr/>
        <a:lstStyle/>
        <a:p>
          <a:endParaRPr lang="es-MX" dirty="0"/>
        </a:p>
      </dgm:t>
    </dgm:pt>
    <dgm:pt modelId="{639B3B5C-3919-4CD7-93F3-B7259CCC8D4D}" type="parTrans" cxnId="{F0C421CC-2D35-4714-B09A-B6529D6FDB9B}">
      <dgm:prSet/>
      <dgm:spPr/>
      <dgm:t>
        <a:bodyPr/>
        <a:lstStyle/>
        <a:p>
          <a:endParaRPr lang="es-MX"/>
        </a:p>
      </dgm:t>
    </dgm:pt>
    <dgm:pt modelId="{F1027C91-5544-4C8E-98D4-C0293E8B40B8}" type="sibTrans" cxnId="{F0C421CC-2D35-4714-B09A-B6529D6FDB9B}">
      <dgm:prSet/>
      <dgm:spPr/>
      <dgm:t>
        <a:bodyPr/>
        <a:lstStyle/>
        <a:p>
          <a:endParaRPr lang="es-MX"/>
        </a:p>
      </dgm:t>
    </dgm:pt>
    <dgm:pt modelId="{4B85EC29-7269-47D7-9DCF-49E89F0CCA9F}">
      <dgm:prSet phldrT="[Text]"/>
      <dgm:spPr/>
      <dgm:t>
        <a:bodyPr/>
        <a:lstStyle/>
        <a:p>
          <a:r>
            <a:rPr lang="es-MX" dirty="0"/>
            <a:t>Comisiones sobre compras</a:t>
          </a:r>
        </a:p>
      </dgm:t>
    </dgm:pt>
    <dgm:pt modelId="{3ABC3DD2-987E-40CB-A505-E30500AE0B15}" type="parTrans" cxnId="{863377EC-3FA0-467E-B8B3-4400D1D80B4C}">
      <dgm:prSet/>
      <dgm:spPr/>
      <dgm:t>
        <a:bodyPr/>
        <a:lstStyle/>
        <a:p>
          <a:endParaRPr lang="es-MX"/>
        </a:p>
      </dgm:t>
    </dgm:pt>
    <dgm:pt modelId="{5D755F92-78C2-4F54-A5B3-ADF7308D3F61}" type="sibTrans" cxnId="{863377EC-3FA0-467E-B8B3-4400D1D80B4C}">
      <dgm:prSet/>
      <dgm:spPr/>
      <dgm:t>
        <a:bodyPr/>
        <a:lstStyle/>
        <a:p>
          <a:endParaRPr lang="es-MX"/>
        </a:p>
      </dgm:t>
    </dgm:pt>
    <dgm:pt modelId="{3A17BA61-B574-4C25-9287-E095D0D15671}">
      <dgm:prSet phldrT="[Text]"/>
      <dgm:spPr/>
      <dgm:t>
        <a:bodyPr/>
        <a:lstStyle/>
        <a:p>
          <a:r>
            <a:rPr lang="es-MX" dirty="0"/>
            <a:t>Honorarios a Agentes Aduanales</a:t>
          </a:r>
        </a:p>
      </dgm:t>
    </dgm:pt>
    <dgm:pt modelId="{9B05A309-1FEA-4D7C-96AE-40C943097678}" type="parTrans" cxnId="{9424392A-561F-4AE7-AE33-2095C55B084B}">
      <dgm:prSet/>
      <dgm:spPr/>
      <dgm:t>
        <a:bodyPr/>
        <a:lstStyle/>
        <a:p>
          <a:endParaRPr lang="es-MX"/>
        </a:p>
      </dgm:t>
    </dgm:pt>
    <dgm:pt modelId="{774926B0-4B21-452A-8BDA-23138ECA94C4}" type="sibTrans" cxnId="{9424392A-561F-4AE7-AE33-2095C55B084B}">
      <dgm:prSet/>
      <dgm:spPr/>
      <dgm:t>
        <a:bodyPr/>
        <a:lstStyle/>
        <a:p>
          <a:endParaRPr lang="es-MX"/>
        </a:p>
      </dgm:t>
    </dgm:pt>
    <dgm:pt modelId="{DFEF0F03-BAEE-409C-8A3C-0FABCDFA077F}">
      <dgm:prSet phldrT="[Text]"/>
      <dgm:spPr/>
      <dgm:t>
        <a:bodyPr/>
        <a:lstStyle/>
        <a:p>
          <a:endParaRPr lang="es-MX" dirty="0"/>
        </a:p>
      </dgm:t>
    </dgm:pt>
    <dgm:pt modelId="{1C52DFDB-EEC1-45D9-9B14-926331F97CF3}" type="parTrans" cxnId="{046A1336-D888-4253-8A80-8DC4B0B3B1DB}">
      <dgm:prSet/>
      <dgm:spPr/>
      <dgm:t>
        <a:bodyPr/>
        <a:lstStyle/>
        <a:p>
          <a:endParaRPr lang="es-MX"/>
        </a:p>
      </dgm:t>
    </dgm:pt>
    <dgm:pt modelId="{04461154-5BE6-4FA5-8316-4FD7DA54BD69}" type="sibTrans" cxnId="{046A1336-D888-4253-8A80-8DC4B0B3B1DB}">
      <dgm:prSet/>
      <dgm:spPr/>
      <dgm:t>
        <a:bodyPr/>
        <a:lstStyle/>
        <a:p>
          <a:endParaRPr lang="es-MX"/>
        </a:p>
      </dgm:t>
    </dgm:pt>
    <dgm:pt modelId="{C2860481-51FC-4F7F-BF19-62687E5430AD}">
      <dgm:prSet phldrT="[Text]" custT="1"/>
      <dgm:spPr/>
      <dgm:t>
        <a:bodyPr/>
        <a:lstStyle/>
        <a:p>
          <a:r>
            <a:rPr lang="es-MX" sz="1100" dirty="0"/>
            <a:t>Pueden utilizarse porcientos menores</a:t>
          </a:r>
        </a:p>
      </dgm:t>
    </dgm:pt>
    <dgm:pt modelId="{C92EB54D-A968-4629-ABBF-035BCE82B596}" type="parTrans" cxnId="{98ACCD00-CFC4-4FD4-A830-5398ADDDE0A9}">
      <dgm:prSet/>
      <dgm:spPr/>
      <dgm:t>
        <a:bodyPr/>
        <a:lstStyle/>
        <a:p>
          <a:endParaRPr lang="es-MX"/>
        </a:p>
      </dgm:t>
    </dgm:pt>
    <dgm:pt modelId="{6FA78470-56AB-4892-8455-BC1DA5C220EC}" type="sibTrans" cxnId="{98ACCD00-CFC4-4FD4-A830-5398ADDDE0A9}">
      <dgm:prSet/>
      <dgm:spPr/>
      <dgm:t>
        <a:bodyPr/>
        <a:lstStyle/>
        <a:p>
          <a:endParaRPr lang="es-MX"/>
        </a:p>
      </dgm:t>
    </dgm:pt>
    <dgm:pt modelId="{310B2E7F-944A-41EC-A47F-21B14B419D80}">
      <dgm:prSet phldrT="[Text]"/>
      <dgm:spPr/>
      <dgm:t>
        <a:bodyPr/>
        <a:lstStyle/>
        <a:p>
          <a:r>
            <a:rPr lang="es-MX" dirty="0"/>
            <a:t>Se pierde el derecho por la parte no tomada</a:t>
          </a:r>
        </a:p>
      </dgm:t>
    </dgm:pt>
    <dgm:pt modelId="{7DABAE83-F638-4940-AE29-9EB899106831}" type="parTrans" cxnId="{6655057C-F7AB-4493-A7BB-E716510F0DA6}">
      <dgm:prSet/>
      <dgm:spPr/>
      <dgm:t>
        <a:bodyPr/>
        <a:lstStyle/>
        <a:p>
          <a:endParaRPr lang="es-MX"/>
        </a:p>
      </dgm:t>
    </dgm:pt>
    <dgm:pt modelId="{4A17B094-1974-46F6-A874-885DAE55ED34}" type="sibTrans" cxnId="{6655057C-F7AB-4493-A7BB-E716510F0DA6}">
      <dgm:prSet/>
      <dgm:spPr/>
      <dgm:t>
        <a:bodyPr/>
        <a:lstStyle/>
        <a:p>
          <a:endParaRPr lang="es-MX"/>
        </a:p>
      </dgm:t>
    </dgm:pt>
    <dgm:pt modelId="{ED9C345A-C468-483F-816B-0E280A0DA417}">
      <dgm:prSet phldrT="[Text]"/>
      <dgm:spPr/>
      <dgm:t>
        <a:bodyPr/>
        <a:lstStyle/>
        <a:p>
          <a:r>
            <a:rPr lang="es-MX" dirty="0"/>
            <a:t>Proporcional al número de meses completos de uso en ejercicios irregulares, cuando su uso comience después de iniciado el ejercicio  y en el que termine su deducción</a:t>
          </a:r>
        </a:p>
      </dgm:t>
    </dgm:pt>
    <dgm:pt modelId="{99E305E7-7153-420F-990F-C7E491FB5FE2}" type="parTrans" cxnId="{1A5E0447-3DAE-455E-8887-40106529AD8B}">
      <dgm:prSet/>
      <dgm:spPr/>
      <dgm:t>
        <a:bodyPr/>
        <a:lstStyle/>
        <a:p>
          <a:endParaRPr lang="es-MX"/>
        </a:p>
      </dgm:t>
    </dgm:pt>
    <dgm:pt modelId="{FFFCA57B-B979-418B-AC90-0521929E713B}" type="sibTrans" cxnId="{1A5E0447-3DAE-455E-8887-40106529AD8B}">
      <dgm:prSet/>
      <dgm:spPr/>
      <dgm:t>
        <a:bodyPr/>
        <a:lstStyle/>
        <a:p>
          <a:endParaRPr lang="es-MX"/>
        </a:p>
      </dgm:t>
    </dgm:pt>
    <dgm:pt modelId="{DC117F26-0387-42A9-8D66-F7B54D753C9D}">
      <dgm:prSet/>
      <dgm:spPr/>
      <dgm:t>
        <a:bodyPr/>
        <a:lstStyle/>
        <a:p>
          <a:r>
            <a:rPr lang="es-MX" dirty="0"/>
            <a:t>Periodo impar: El mes más reciente es el anterior a la mitad</a:t>
          </a:r>
        </a:p>
      </dgm:t>
    </dgm:pt>
    <dgm:pt modelId="{A03B879D-C1A1-4A1A-A289-D73D108620D1}" type="parTrans" cxnId="{48A2F70E-95D9-4E05-922E-494607A29CF6}">
      <dgm:prSet/>
      <dgm:spPr/>
      <dgm:t>
        <a:bodyPr/>
        <a:lstStyle/>
        <a:p>
          <a:endParaRPr lang="es-MX"/>
        </a:p>
      </dgm:t>
    </dgm:pt>
    <dgm:pt modelId="{5F2B5D30-9ECF-4D76-BB46-681F942D4888}" type="sibTrans" cxnId="{48A2F70E-95D9-4E05-922E-494607A29CF6}">
      <dgm:prSet/>
      <dgm:spPr/>
      <dgm:t>
        <a:bodyPr/>
        <a:lstStyle/>
        <a:p>
          <a:endParaRPr lang="es-MX"/>
        </a:p>
      </dgm:t>
    </dgm:pt>
    <dgm:pt modelId="{63A79A1D-2742-4FF4-BB76-BD68A825EBBC}">
      <dgm:prSet phldrT="[Text]"/>
      <dgm:spPr/>
      <dgm:t>
        <a:bodyPr/>
        <a:lstStyle/>
        <a:p>
          <a:r>
            <a:rPr lang="es-MX" sz="1100" dirty="0"/>
            <a:t>Tasa elegida puede cambiarse en cualquier momento</a:t>
          </a:r>
        </a:p>
      </dgm:t>
    </dgm:pt>
    <dgm:pt modelId="{93A8E23C-2B6A-4242-B3DF-71534F29A50B}" type="parTrans" cxnId="{98357599-097F-49CB-ACBF-122CDD52A133}">
      <dgm:prSet/>
      <dgm:spPr/>
      <dgm:t>
        <a:bodyPr/>
        <a:lstStyle/>
        <a:p>
          <a:endParaRPr lang="es-MX"/>
        </a:p>
      </dgm:t>
    </dgm:pt>
    <dgm:pt modelId="{BE523D99-1F7D-4FE2-904F-07D6747C9D88}" type="sibTrans" cxnId="{98357599-097F-49CB-ACBF-122CDD52A133}">
      <dgm:prSet/>
      <dgm:spPr/>
      <dgm:t>
        <a:bodyPr/>
        <a:lstStyle/>
        <a:p>
          <a:endParaRPr lang="es-MX"/>
        </a:p>
      </dgm:t>
    </dgm:pt>
    <dgm:pt modelId="{053F2A9D-BB7C-4305-A6CE-7BC52F4D259D}">
      <dgm:prSet phldrT="[Text]"/>
      <dgm:spPr/>
      <dgm:t>
        <a:bodyPr/>
        <a:lstStyle/>
        <a:p>
          <a:r>
            <a:rPr lang="es-MX" sz="1100" dirty="0"/>
            <a:t>La nueva tasa debe mantenerse por 5 años</a:t>
          </a:r>
        </a:p>
      </dgm:t>
    </dgm:pt>
    <dgm:pt modelId="{8B6E87FB-8898-431C-A035-9016F13FD914}" type="parTrans" cxnId="{AE62855C-4423-40F1-89D5-F1F792DEB422}">
      <dgm:prSet/>
      <dgm:spPr/>
      <dgm:t>
        <a:bodyPr/>
        <a:lstStyle/>
        <a:p>
          <a:endParaRPr lang="es-MX"/>
        </a:p>
      </dgm:t>
    </dgm:pt>
    <dgm:pt modelId="{16060904-8FDF-4E15-B4A5-337845953766}" type="sibTrans" cxnId="{AE62855C-4423-40F1-89D5-F1F792DEB422}">
      <dgm:prSet/>
      <dgm:spPr/>
      <dgm:t>
        <a:bodyPr/>
        <a:lstStyle/>
        <a:p>
          <a:endParaRPr lang="es-MX"/>
        </a:p>
      </dgm:t>
    </dgm:pt>
    <dgm:pt modelId="{8CA61575-B6CF-418C-BD8D-2265CFD21222}">
      <dgm:prSet phldrT="[Text]" custT="1"/>
      <dgm:spPr/>
      <dgm:t>
        <a:bodyPr/>
        <a:lstStyle/>
        <a:p>
          <a:r>
            <a:rPr lang="es-MX" sz="1100" dirty="0"/>
            <a:t>Cambio antes de plazo anterior con requisitos </a:t>
          </a:r>
          <a:r>
            <a:rPr lang="es-MX" sz="800" dirty="0"/>
            <a:t>RLISR 73 </a:t>
          </a:r>
        </a:p>
      </dgm:t>
    </dgm:pt>
    <dgm:pt modelId="{C373255E-029D-4500-849A-7674C791D4ED}" type="parTrans" cxnId="{60C27C54-F466-4BA6-AB8C-08DD580E1521}">
      <dgm:prSet/>
      <dgm:spPr/>
      <dgm:t>
        <a:bodyPr/>
        <a:lstStyle/>
        <a:p>
          <a:endParaRPr lang="es-MX"/>
        </a:p>
      </dgm:t>
    </dgm:pt>
    <dgm:pt modelId="{35603E0B-8CD4-4956-8BB5-9B0B69672580}" type="sibTrans" cxnId="{60C27C54-F466-4BA6-AB8C-08DD580E1521}">
      <dgm:prSet/>
      <dgm:spPr/>
      <dgm:t>
        <a:bodyPr/>
        <a:lstStyle/>
        <a:p>
          <a:endParaRPr lang="es-MX"/>
        </a:p>
      </dgm:t>
    </dgm:pt>
    <dgm:pt modelId="{DD536115-5D33-40DA-B38F-A08895FF7829}">
      <dgm:prSet/>
      <dgm:spPr/>
      <dgm:t>
        <a:bodyPr/>
        <a:lstStyle/>
        <a:p>
          <a:r>
            <a:rPr lang="es-MX" dirty="0"/>
            <a:t>En caso de enajenación se deduce la parte aún no deducida.</a:t>
          </a:r>
        </a:p>
      </dgm:t>
    </dgm:pt>
    <dgm:pt modelId="{320FDCE1-274F-4958-A99E-9681093A95C6}" type="parTrans" cxnId="{B1C788E5-F5AC-4B08-97B6-AD6092152A3D}">
      <dgm:prSet/>
      <dgm:spPr/>
      <dgm:t>
        <a:bodyPr/>
        <a:lstStyle/>
        <a:p>
          <a:endParaRPr lang="es-MX"/>
        </a:p>
      </dgm:t>
    </dgm:pt>
    <dgm:pt modelId="{A0DADE45-4B37-4701-B2F6-6D2572A90462}" type="sibTrans" cxnId="{B1C788E5-F5AC-4B08-97B6-AD6092152A3D}">
      <dgm:prSet/>
      <dgm:spPr/>
      <dgm:t>
        <a:bodyPr/>
        <a:lstStyle/>
        <a:p>
          <a:endParaRPr lang="es-MX"/>
        </a:p>
      </dgm:t>
    </dgm:pt>
    <dgm:pt modelId="{5EF07749-0DEA-4123-8174-2E29D5303740}">
      <dgm:prSet/>
      <dgm:spPr/>
      <dgm:t>
        <a:bodyPr/>
        <a:lstStyle/>
        <a:p>
          <a:r>
            <a:rPr lang="es-MX" dirty="0"/>
            <a:t>Si el bien deja de ser útil para generar ingresos se deduce la parte no deducida</a:t>
          </a:r>
        </a:p>
      </dgm:t>
    </dgm:pt>
    <dgm:pt modelId="{FC443487-A249-487D-AB26-984A15231830}" type="parTrans" cxnId="{C455B125-B0AF-4235-9FF9-4D9F2D5E9C56}">
      <dgm:prSet/>
      <dgm:spPr/>
      <dgm:t>
        <a:bodyPr/>
        <a:lstStyle/>
        <a:p>
          <a:endParaRPr lang="es-MX"/>
        </a:p>
      </dgm:t>
    </dgm:pt>
    <dgm:pt modelId="{E4C8C3BB-307E-4655-A741-23874089D514}" type="sibTrans" cxnId="{C455B125-B0AF-4235-9FF9-4D9F2D5E9C56}">
      <dgm:prSet/>
      <dgm:spPr/>
      <dgm:t>
        <a:bodyPr/>
        <a:lstStyle/>
        <a:p>
          <a:endParaRPr lang="es-MX"/>
        </a:p>
      </dgm:t>
    </dgm:pt>
    <dgm:pt modelId="{8C5C7EBC-85DE-432E-B290-AA0921570FFC}">
      <dgm:prSet phldrT="[Text]"/>
      <dgm:spPr/>
      <dgm:t>
        <a:bodyPr/>
        <a:lstStyle/>
        <a:p>
          <a:r>
            <a:rPr lang="es-MX" dirty="0"/>
            <a:t>Línea Recta</a:t>
          </a:r>
        </a:p>
      </dgm:t>
    </dgm:pt>
    <dgm:pt modelId="{25EBDABC-9CF4-4756-9592-27C5C85D41C4}" type="parTrans" cxnId="{35D1456D-F610-4C61-8CF1-37DB38954BFE}">
      <dgm:prSet/>
      <dgm:spPr/>
      <dgm:t>
        <a:bodyPr/>
        <a:lstStyle/>
        <a:p>
          <a:endParaRPr lang="en-US"/>
        </a:p>
      </dgm:t>
    </dgm:pt>
    <dgm:pt modelId="{7D9B76A7-4D89-4BAD-B9D5-6E1B2F4E89BC}" type="sibTrans" cxnId="{35D1456D-F610-4C61-8CF1-37DB38954BFE}">
      <dgm:prSet/>
      <dgm:spPr/>
      <dgm:t>
        <a:bodyPr/>
        <a:lstStyle/>
        <a:p>
          <a:endParaRPr lang="en-US"/>
        </a:p>
      </dgm:t>
    </dgm:pt>
    <dgm:pt modelId="{61F839E3-AEDE-47C6-8C4B-210D36F529EA}">
      <dgm:prSet/>
      <dgm:spPr/>
      <dgm:t>
        <a:bodyPr/>
        <a:lstStyle/>
        <a:p>
          <a:endParaRPr lang="es-MX" dirty="0"/>
        </a:p>
      </dgm:t>
    </dgm:pt>
    <dgm:pt modelId="{9E61C462-0415-4284-88DA-410C1E98AD7A}" type="parTrans" cxnId="{E67A4A0E-8A8C-478C-8B20-0D9AFAC75A36}">
      <dgm:prSet/>
      <dgm:spPr/>
      <dgm:t>
        <a:bodyPr/>
        <a:lstStyle/>
        <a:p>
          <a:endParaRPr lang="en-US"/>
        </a:p>
      </dgm:t>
    </dgm:pt>
    <dgm:pt modelId="{7DF21008-2D00-49EF-81F8-1916B3A53DBE}" type="sibTrans" cxnId="{E67A4A0E-8A8C-478C-8B20-0D9AFAC75A36}">
      <dgm:prSet/>
      <dgm:spPr/>
      <dgm:t>
        <a:bodyPr/>
        <a:lstStyle/>
        <a:p>
          <a:endParaRPr lang="en-US"/>
        </a:p>
      </dgm:t>
    </dgm:pt>
    <dgm:pt modelId="{13547B1D-8F48-42CF-AA97-2618FAD23C82}">
      <dgm:prSet/>
      <dgm:spPr/>
      <dgm:t>
        <a:bodyPr/>
        <a:lstStyle/>
        <a:p>
          <a:endParaRPr lang="es-MX" dirty="0"/>
        </a:p>
      </dgm:t>
    </dgm:pt>
    <dgm:pt modelId="{9AA825EE-45D6-4EDE-AD1B-5B22CF8B0B5E}" type="parTrans" cxnId="{A97BDFEA-3E8D-4C2D-8D36-3BA56B2AF18C}">
      <dgm:prSet/>
      <dgm:spPr/>
      <dgm:t>
        <a:bodyPr/>
        <a:lstStyle/>
        <a:p>
          <a:endParaRPr lang="en-US"/>
        </a:p>
      </dgm:t>
    </dgm:pt>
    <dgm:pt modelId="{A261592C-FE09-4C9C-B033-687D75CD6381}" type="sibTrans" cxnId="{A97BDFEA-3E8D-4C2D-8D36-3BA56B2AF18C}">
      <dgm:prSet/>
      <dgm:spPr/>
      <dgm:t>
        <a:bodyPr/>
        <a:lstStyle/>
        <a:p>
          <a:endParaRPr lang="en-US"/>
        </a:p>
      </dgm:t>
    </dgm:pt>
    <dgm:pt modelId="{A436E4BA-FD67-4EDB-BC5D-33E0B8DF8459}">
      <dgm:prSet/>
      <dgm:spPr/>
      <dgm:t>
        <a:bodyPr/>
        <a:lstStyle/>
        <a:p>
          <a:endParaRPr lang="es-MX" dirty="0"/>
        </a:p>
      </dgm:t>
    </dgm:pt>
    <dgm:pt modelId="{6AB01E99-DCE3-4BDE-9DA5-4EE38A8A9145}" type="parTrans" cxnId="{C732E825-BBE2-4840-9E10-671BAB8BB18F}">
      <dgm:prSet/>
      <dgm:spPr/>
      <dgm:t>
        <a:bodyPr/>
        <a:lstStyle/>
        <a:p>
          <a:endParaRPr lang="en-US"/>
        </a:p>
      </dgm:t>
    </dgm:pt>
    <dgm:pt modelId="{627168AB-6000-474E-A497-AC60A79C1CD9}" type="sibTrans" cxnId="{C732E825-BBE2-4840-9E10-671BAB8BB18F}">
      <dgm:prSet/>
      <dgm:spPr/>
      <dgm:t>
        <a:bodyPr/>
        <a:lstStyle/>
        <a:p>
          <a:endParaRPr lang="en-US"/>
        </a:p>
      </dgm:t>
    </dgm:pt>
    <dgm:pt modelId="{04305DC5-6AC4-4D4E-B171-32ADD5E65DDB}">
      <dgm:prSet phldrT="[Text]"/>
      <dgm:spPr/>
      <dgm:t>
        <a:bodyPr/>
        <a:lstStyle/>
        <a:p>
          <a:endParaRPr lang="es-MX" dirty="0"/>
        </a:p>
      </dgm:t>
    </dgm:pt>
    <dgm:pt modelId="{DE637A56-8763-43A1-8775-A5A7D548CB7C}" type="parTrans" cxnId="{7A43FC13-CD47-42B5-AC75-9A5BF3C11426}">
      <dgm:prSet/>
      <dgm:spPr/>
      <dgm:t>
        <a:bodyPr/>
        <a:lstStyle/>
        <a:p>
          <a:endParaRPr lang="en-US"/>
        </a:p>
      </dgm:t>
    </dgm:pt>
    <dgm:pt modelId="{9A890496-DAAE-4F62-8EDE-4B38A3071390}" type="sibTrans" cxnId="{7A43FC13-CD47-42B5-AC75-9A5BF3C11426}">
      <dgm:prSet/>
      <dgm:spPr/>
      <dgm:t>
        <a:bodyPr/>
        <a:lstStyle/>
        <a:p>
          <a:endParaRPr lang="en-US"/>
        </a:p>
      </dgm:t>
    </dgm:pt>
    <dgm:pt modelId="{985BD991-9E06-4F69-9DEC-A7456C270C20}">
      <dgm:prSet phldrT="[Text]"/>
      <dgm:spPr/>
      <dgm:t>
        <a:bodyPr/>
        <a:lstStyle/>
        <a:p>
          <a:endParaRPr lang="es-MX" dirty="0"/>
        </a:p>
      </dgm:t>
    </dgm:pt>
    <dgm:pt modelId="{A882C43F-FCA2-4748-AFBE-C18B1038520C}" type="parTrans" cxnId="{BC7BA73E-CA4B-46E3-8A2B-788D914EDEF8}">
      <dgm:prSet/>
      <dgm:spPr/>
      <dgm:t>
        <a:bodyPr/>
        <a:lstStyle/>
        <a:p>
          <a:endParaRPr lang="en-US"/>
        </a:p>
      </dgm:t>
    </dgm:pt>
    <dgm:pt modelId="{0AF2F494-3FB7-417B-BE0C-B989546616B8}" type="sibTrans" cxnId="{BC7BA73E-CA4B-46E3-8A2B-788D914EDEF8}">
      <dgm:prSet/>
      <dgm:spPr/>
      <dgm:t>
        <a:bodyPr/>
        <a:lstStyle/>
        <a:p>
          <a:endParaRPr lang="en-US"/>
        </a:p>
      </dgm:t>
    </dgm:pt>
    <dgm:pt modelId="{6D5A93E5-95A3-4D9C-BA33-063F463C7BA2}">
      <dgm:prSet phldrT="[Text]"/>
      <dgm:spPr/>
      <dgm:t>
        <a:bodyPr/>
        <a:lstStyle/>
        <a:p>
          <a:endParaRPr lang="es-MX" dirty="0"/>
        </a:p>
      </dgm:t>
    </dgm:pt>
    <dgm:pt modelId="{770D8CEF-63E9-4C13-B89F-F39D53F12A99}" type="parTrans" cxnId="{5E80697C-CABC-4530-B2CB-F17BC50ED8ED}">
      <dgm:prSet/>
      <dgm:spPr/>
      <dgm:t>
        <a:bodyPr/>
        <a:lstStyle/>
        <a:p>
          <a:endParaRPr lang="en-US"/>
        </a:p>
      </dgm:t>
    </dgm:pt>
    <dgm:pt modelId="{3FEBBE58-0FC8-465B-9D64-C51278E916F3}" type="sibTrans" cxnId="{5E80697C-CABC-4530-B2CB-F17BC50ED8ED}">
      <dgm:prSet/>
      <dgm:spPr/>
      <dgm:t>
        <a:bodyPr/>
        <a:lstStyle/>
        <a:p>
          <a:endParaRPr lang="en-US"/>
        </a:p>
      </dgm:t>
    </dgm:pt>
    <dgm:pt modelId="{CD69CF2B-EBCC-404F-B80E-8B841A75CE03}">
      <dgm:prSet phldrT="[Text]"/>
      <dgm:spPr/>
      <dgm:t>
        <a:bodyPr/>
        <a:lstStyle/>
        <a:p>
          <a:endParaRPr lang="es-MX" dirty="0"/>
        </a:p>
      </dgm:t>
    </dgm:pt>
    <dgm:pt modelId="{1280EA43-49C7-4EF3-915E-767BA42C9D7D}" type="parTrans" cxnId="{343F45C7-C4FF-445E-AB36-24897802E53A}">
      <dgm:prSet/>
      <dgm:spPr/>
      <dgm:t>
        <a:bodyPr/>
        <a:lstStyle/>
        <a:p>
          <a:endParaRPr lang="en-US"/>
        </a:p>
      </dgm:t>
    </dgm:pt>
    <dgm:pt modelId="{E8BA87BB-9EC6-482E-947A-57CC580D37B0}" type="sibTrans" cxnId="{343F45C7-C4FF-445E-AB36-24897802E53A}">
      <dgm:prSet/>
      <dgm:spPr/>
      <dgm:t>
        <a:bodyPr/>
        <a:lstStyle/>
        <a:p>
          <a:endParaRPr lang="en-US"/>
        </a:p>
      </dgm:t>
    </dgm:pt>
    <dgm:pt modelId="{2EC1CFE9-9036-47F4-ABE0-A7DC90B14C33}">
      <dgm:prSet phldrT="[Text]"/>
      <dgm:spPr/>
      <dgm:t>
        <a:bodyPr/>
        <a:lstStyle/>
        <a:p>
          <a:endParaRPr lang="es-MX" sz="1100" dirty="0"/>
        </a:p>
      </dgm:t>
    </dgm:pt>
    <dgm:pt modelId="{8F733CD3-8D85-4810-A662-FDDFF101AD1C}" type="parTrans" cxnId="{49FCDA4E-856D-4393-8064-2811A07B466F}">
      <dgm:prSet/>
      <dgm:spPr/>
      <dgm:t>
        <a:bodyPr/>
        <a:lstStyle/>
        <a:p>
          <a:endParaRPr lang="en-US"/>
        </a:p>
      </dgm:t>
    </dgm:pt>
    <dgm:pt modelId="{A6546DF9-900E-428D-BC26-B23CBF8AAE3F}" type="sibTrans" cxnId="{49FCDA4E-856D-4393-8064-2811A07B466F}">
      <dgm:prSet/>
      <dgm:spPr/>
      <dgm:t>
        <a:bodyPr/>
        <a:lstStyle/>
        <a:p>
          <a:endParaRPr lang="en-US"/>
        </a:p>
      </dgm:t>
    </dgm:pt>
    <dgm:pt modelId="{71E9E24E-AE83-433E-9C8C-96E474E9F02B}">
      <dgm:prSet phldrT="[Text]"/>
      <dgm:spPr/>
      <dgm:t>
        <a:bodyPr/>
        <a:lstStyle/>
        <a:p>
          <a:endParaRPr lang="es-MX" sz="1100" dirty="0"/>
        </a:p>
      </dgm:t>
    </dgm:pt>
    <dgm:pt modelId="{77E7ABD4-8B4F-4946-B46D-F5CFD5E12B1F}" type="parTrans" cxnId="{17909922-8F56-4E0A-8F09-DD93FA3B478B}">
      <dgm:prSet/>
      <dgm:spPr/>
      <dgm:t>
        <a:bodyPr/>
        <a:lstStyle/>
        <a:p>
          <a:endParaRPr lang="en-US"/>
        </a:p>
      </dgm:t>
    </dgm:pt>
    <dgm:pt modelId="{C75F0F49-F2E9-430F-A7BC-477D22245183}" type="sibTrans" cxnId="{17909922-8F56-4E0A-8F09-DD93FA3B478B}">
      <dgm:prSet/>
      <dgm:spPr/>
      <dgm:t>
        <a:bodyPr/>
        <a:lstStyle/>
        <a:p>
          <a:endParaRPr lang="en-US"/>
        </a:p>
      </dgm:t>
    </dgm:pt>
    <dgm:pt modelId="{D5D52446-2766-4063-948B-CB89686BAADD}">
      <dgm:prSet phldrT="[Text]"/>
      <dgm:spPr/>
      <dgm:t>
        <a:bodyPr/>
        <a:lstStyle/>
        <a:p>
          <a:endParaRPr lang="es-MX" sz="1100" dirty="0"/>
        </a:p>
      </dgm:t>
    </dgm:pt>
    <dgm:pt modelId="{ED781F98-007C-4CD5-AF58-90FA8F47D371}" type="parTrans" cxnId="{BD79C414-C072-4E65-8A48-7027CE82B855}">
      <dgm:prSet/>
      <dgm:spPr/>
      <dgm:t>
        <a:bodyPr/>
        <a:lstStyle/>
        <a:p>
          <a:endParaRPr lang="en-US"/>
        </a:p>
      </dgm:t>
    </dgm:pt>
    <dgm:pt modelId="{49CE9EA9-16D5-43BF-8510-612567D91821}" type="sibTrans" cxnId="{BD79C414-C072-4E65-8A48-7027CE82B855}">
      <dgm:prSet/>
      <dgm:spPr/>
      <dgm:t>
        <a:bodyPr/>
        <a:lstStyle/>
        <a:p>
          <a:endParaRPr lang="en-US"/>
        </a:p>
      </dgm:t>
    </dgm:pt>
    <dgm:pt modelId="{910611C7-1501-4121-8BB4-923373262C84}">
      <dgm:prSet phldrT="[Text]"/>
      <dgm:spPr/>
      <dgm:t>
        <a:bodyPr/>
        <a:lstStyle/>
        <a:p>
          <a:endParaRPr lang="es-MX" sz="1100" dirty="0"/>
        </a:p>
      </dgm:t>
    </dgm:pt>
    <dgm:pt modelId="{6D847DA2-159F-4C4A-82DB-2708C3D019B7}" type="parTrans" cxnId="{20446141-92AF-4068-854C-FC69AA8100F8}">
      <dgm:prSet/>
      <dgm:spPr/>
      <dgm:t>
        <a:bodyPr/>
        <a:lstStyle/>
        <a:p>
          <a:endParaRPr lang="en-US"/>
        </a:p>
      </dgm:t>
    </dgm:pt>
    <dgm:pt modelId="{3D12E6AE-8453-4021-B045-B29CC022635F}" type="sibTrans" cxnId="{20446141-92AF-4068-854C-FC69AA8100F8}">
      <dgm:prSet/>
      <dgm:spPr/>
      <dgm:t>
        <a:bodyPr/>
        <a:lstStyle/>
        <a:p>
          <a:endParaRPr lang="en-US"/>
        </a:p>
      </dgm:t>
    </dgm:pt>
    <dgm:pt modelId="{9E43675F-EE9B-448C-BA18-8D5686E3CC44}">
      <dgm:prSet phldrT="[Text]"/>
      <dgm:spPr/>
      <dgm:t>
        <a:bodyPr/>
        <a:lstStyle/>
        <a:p>
          <a:endParaRPr lang="es-MX" dirty="0"/>
        </a:p>
      </dgm:t>
    </dgm:pt>
    <dgm:pt modelId="{288238BE-002B-40AB-9EC3-056AA7527B4B}" type="parTrans" cxnId="{B7CBDE52-1AA2-4A7F-BA78-4FAE23BE61C8}">
      <dgm:prSet/>
      <dgm:spPr/>
      <dgm:t>
        <a:bodyPr/>
        <a:lstStyle/>
        <a:p>
          <a:endParaRPr lang="en-US"/>
        </a:p>
      </dgm:t>
    </dgm:pt>
    <dgm:pt modelId="{37099219-1518-4E8B-99DD-A8D05968B0DE}" type="sibTrans" cxnId="{B7CBDE52-1AA2-4A7F-BA78-4FAE23BE61C8}">
      <dgm:prSet/>
      <dgm:spPr/>
      <dgm:t>
        <a:bodyPr/>
        <a:lstStyle/>
        <a:p>
          <a:endParaRPr lang="en-US"/>
        </a:p>
      </dgm:t>
    </dgm:pt>
    <dgm:pt modelId="{C9FEA1EE-8CC8-4FD2-9FA7-6706401D703F}">
      <dgm:prSet phldrT="[Text]"/>
      <dgm:spPr/>
      <dgm:t>
        <a:bodyPr/>
        <a:lstStyle/>
        <a:p>
          <a:endParaRPr lang="es-MX" dirty="0"/>
        </a:p>
      </dgm:t>
    </dgm:pt>
    <dgm:pt modelId="{143FFD4B-02B0-4DFE-8928-2E19A1139934}" type="parTrans" cxnId="{3B5E1196-E543-4AA9-ACA7-C3F38B5AFCAF}">
      <dgm:prSet/>
      <dgm:spPr/>
      <dgm:t>
        <a:bodyPr/>
        <a:lstStyle/>
        <a:p>
          <a:endParaRPr lang="en-US"/>
        </a:p>
      </dgm:t>
    </dgm:pt>
    <dgm:pt modelId="{F60CA7D5-032A-4707-A7D6-D5DF79BDAEC9}" type="sibTrans" cxnId="{3B5E1196-E543-4AA9-ACA7-C3F38B5AFCAF}">
      <dgm:prSet/>
      <dgm:spPr/>
      <dgm:t>
        <a:bodyPr/>
        <a:lstStyle/>
        <a:p>
          <a:endParaRPr lang="en-US"/>
        </a:p>
      </dgm:t>
    </dgm:pt>
    <dgm:pt modelId="{C37472FF-EDD7-49B5-9AD0-5082E507FDD2}">
      <dgm:prSet phldrT="[Text]"/>
      <dgm:spPr/>
      <dgm:t>
        <a:bodyPr/>
        <a:lstStyle/>
        <a:p>
          <a:endParaRPr lang="es-MX" dirty="0"/>
        </a:p>
      </dgm:t>
    </dgm:pt>
    <dgm:pt modelId="{D8742422-34E6-4EFB-9EF6-9346F759E111}" type="parTrans" cxnId="{5102B8E8-E95E-4A67-AF8E-94280E6942EA}">
      <dgm:prSet/>
      <dgm:spPr/>
      <dgm:t>
        <a:bodyPr/>
        <a:lstStyle/>
        <a:p>
          <a:endParaRPr lang="en-US"/>
        </a:p>
      </dgm:t>
    </dgm:pt>
    <dgm:pt modelId="{BD3FD857-96EF-47B2-962A-4493DC62CD9D}" type="sibTrans" cxnId="{5102B8E8-E95E-4A67-AF8E-94280E6942EA}">
      <dgm:prSet/>
      <dgm:spPr/>
      <dgm:t>
        <a:bodyPr/>
        <a:lstStyle/>
        <a:p>
          <a:endParaRPr lang="en-US"/>
        </a:p>
      </dgm:t>
    </dgm:pt>
    <dgm:pt modelId="{178BC11B-34C8-46C0-87EE-550729D31681}">
      <dgm:prSet phldrT="[Text]"/>
      <dgm:spPr/>
      <dgm:t>
        <a:bodyPr/>
        <a:lstStyle/>
        <a:p>
          <a:endParaRPr lang="es-MX" dirty="0"/>
        </a:p>
      </dgm:t>
    </dgm:pt>
    <dgm:pt modelId="{C87F0756-7C67-4575-8D64-166F69337AEC}" type="parTrans" cxnId="{BBC27DBB-121B-4BC8-85B8-68029C93E67F}">
      <dgm:prSet/>
      <dgm:spPr/>
      <dgm:t>
        <a:bodyPr/>
        <a:lstStyle/>
        <a:p>
          <a:endParaRPr lang="es-MX"/>
        </a:p>
      </dgm:t>
    </dgm:pt>
    <dgm:pt modelId="{418EE29A-4C7F-41C2-AB31-4E60C95A31A5}" type="sibTrans" cxnId="{BBC27DBB-121B-4BC8-85B8-68029C93E67F}">
      <dgm:prSet/>
      <dgm:spPr/>
      <dgm:t>
        <a:bodyPr/>
        <a:lstStyle/>
        <a:p>
          <a:endParaRPr lang="es-MX"/>
        </a:p>
      </dgm:t>
    </dgm:pt>
    <dgm:pt modelId="{F7371251-F505-48D0-A2FD-E4B7431A75AE}">
      <dgm:prSet/>
      <dgm:spPr/>
      <dgm:t>
        <a:bodyPr/>
        <a:lstStyle/>
        <a:p>
          <a:r>
            <a:rPr lang="es-MX" dirty="0"/>
            <a:t>Registro $1</a:t>
          </a:r>
        </a:p>
      </dgm:t>
    </dgm:pt>
    <dgm:pt modelId="{F51A2D5E-6D96-4252-BB01-1A07F7ADFD1C}" type="parTrans" cxnId="{91BFBBA3-9FA1-497D-A0C4-3029E32EC618}">
      <dgm:prSet/>
      <dgm:spPr/>
      <dgm:t>
        <a:bodyPr/>
        <a:lstStyle/>
        <a:p>
          <a:endParaRPr lang="es-MX"/>
        </a:p>
      </dgm:t>
    </dgm:pt>
    <dgm:pt modelId="{64333444-61DD-454B-8C59-E0109853485F}" type="sibTrans" cxnId="{91BFBBA3-9FA1-497D-A0C4-3029E32EC618}">
      <dgm:prSet/>
      <dgm:spPr/>
      <dgm:t>
        <a:bodyPr/>
        <a:lstStyle/>
        <a:p>
          <a:endParaRPr lang="es-MX"/>
        </a:p>
      </dgm:t>
    </dgm:pt>
    <dgm:pt modelId="{31A334D2-C560-4F65-A599-AFA976C38092}">
      <dgm:prSet/>
      <dgm:spPr/>
      <dgm:t>
        <a:bodyPr/>
        <a:lstStyle/>
        <a:p>
          <a:endParaRPr lang="es-MX" dirty="0"/>
        </a:p>
      </dgm:t>
    </dgm:pt>
    <dgm:pt modelId="{D5932F28-730D-40C1-8691-E72A7728CB54}" type="parTrans" cxnId="{3693297C-58E3-4625-B2D8-925F402F4B2B}">
      <dgm:prSet/>
      <dgm:spPr/>
      <dgm:t>
        <a:bodyPr/>
        <a:lstStyle/>
        <a:p>
          <a:endParaRPr lang="es-MX"/>
        </a:p>
      </dgm:t>
    </dgm:pt>
    <dgm:pt modelId="{E1DF3D25-06FD-48B7-A13D-3FB2934C8DB4}" type="sibTrans" cxnId="{3693297C-58E3-4625-B2D8-925F402F4B2B}">
      <dgm:prSet/>
      <dgm:spPr/>
      <dgm:t>
        <a:bodyPr/>
        <a:lstStyle/>
        <a:p>
          <a:endParaRPr lang="es-MX"/>
        </a:p>
      </dgm:t>
    </dgm:pt>
    <dgm:pt modelId="{4FF6B90C-23F9-49D1-AA45-45CB84269051}" type="pres">
      <dgm:prSet presAssocID="{9884EA48-E53B-4ADA-83E6-1F845A8175B0}" presName="linearFlow" presStyleCnt="0">
        <dgm:presLayoutVars>
          <dgm:dir/>
          <dgm:animLvl val="lvl"/>
          <dgm:resizeHandles val="exact"/>
        </dgm:presLayoutVars>
      </dgm:prSet>
      <dgm:spPr/>
    </dgm:pt>
    <dgm:pt modelId="{85131CF4-09F8-4A8D-9844-B72C0F756B82}" type="pres">
      <dgm:prSet presAssocID="{F476B50B-9322-450B-AE29-3A742D9008DE}" presName="composite" presStyleCnt="0"/>
      <dgm:spPr/>
    </dgm:pt>
    <dgm:pt modelId="{47B1DFD8-8984-454E-B823-14D294F41FAF}" type="pres">
      <dgm:prSet presAssocID="{F476B50B-9322-450B-AE29-3A742D9008DE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9F1E260B-BB64-4476-9370-C1D8ABB2F4E9}" type="pres">
      <dgm:prSet presAssocID="{F476B50B-9322-450B-AE29-3A742D9008DE}" presName="parSh" presStyleLbl="node1" presStyleIdx="0" presStyleCnt="5"/>
      <dgm:spPr/>
    </dgm:pt>
    <dgm:pt modelId="{EEB5712C-5D6D-4E2A-A654-690AA941B9BD}" type="pres">
      <dgm:prSet presAssocID="{F476B50B-9322-450B-AE29-3A742D9008DE}" presName="desTx" presStyleLbl="fgAcc1" presStyleIdx="0" presStyleCnt="5">
        <dgm:presLayoutVars>
          <dgm:bulletEnabled val="1"/>
        </dgm:presLayoutVars>
      </dgm:prSet>
      <dgm:spPr/>
    </dgm:pt>
    <dgm:pt modelId="{F1425EA9-3EE6-4949-9F10-5103D268EE83}" type="pres">
      <dgm:prSet presAssocID="{12EAC21F-055B-4D7F-8007-09170D963366}" presName="sibTrans" presStyleLbl="sibTrans2D1" presStyleIdx="0" presStyleCnt="4"/>
      <dgm:spPr/>
    </dgm:pt>
    <dgm:pt modelId="{7F46C330-C2AE-4952-B0A5-8D99C0D1298D}" type="pres">
      <dgm:prSet presAssocID="{12EAC21F-055B-4D7F-8007-09170D963366}" presName="connTx" presStyleLbl="sibTrans2D1" presStyleIdx="0" presStyleCnt="4"/>
      <dgm:spPr/>
    </dgm:pt>
    <dgm:pt modelId="{874E203D-D80E-4466-BE4E-487C08EA076C}" type="pres">
      <dgm:prSet presAssocID="{E23A6BD4-62FD-4C33-ADDA-B80B12B93D2D}" presName="composite" presStyleCnt="0"/>
      <dgm:spPr/>
    </dgm:pt>
    <dgm:pt modelId="{9AC1EDE0-CDF9-472D-99B7-3B4643818F80}" type="pres">
      <dgm:prSet presAssocID="{E23A6BD4-62FD-4C33-ADDA-B80B12B93D2D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9CE32CD2-0DF5-46B8-BBD2-4AE6D44862C2}" type="pres">
      <dgm:prSet presAssocID="{E23A6BD4-62FD-4C33-ADDA-B80B12B93D2D}" presName="parSh" presStyleLbl="node1" presStyleIdx="1" presStyleCnt="5"/>
      <dgm:spPr/>
    </dgm:pt>
    <dgm:pt modelId="{9CD078A8-3179-4341-9307-C000CA5F352D}" type="pres">
      <dgm:prSet presAssocID="{E23A6BD4-62FD-4C33-ADDA-B80B12B93D2D}" presName="desTx" presStyleLbl="fgAcc1" presStyleIdx="1" presStyleCnt="5">
        <dgm:presLayoutVars>
          <dgm:bulletEnabled val="1"/>
        </dgm:presLayoutVars>
      </dgm:prSet>
      <dgm:spPr/>
    </dgm:pt>
    <dgm:pt modelId="{A3807728-6506-413D-88CA-111ED3704213}" type="pres">
      <dgm:prSet presAssocID="{C0524934-3E3A-4CBD-A35E-1A3F06100DBC}" presName="sibTrans" presStyleLbl="sibTrans2D1" presStyleIdx="1" presStyleCnt="4"/>
      <dgm:spPr/>
    </dgm:pt>
    <dgm:pt modelId="{07FC05CC-D148-4668-9616-FAFB3C3DD80B}" type="pres">
      <dgm:prSet presAssocID="{C0524934-3E3A-4CBD-A35E-1A3F06100DBC}" presName="connTx" presStyleLbl="sibTrans2D1" presStyleIdx="1" presStyleCnt="4"/>
      <dgm:spPr/>
    </dgm:pt>
    <dgm:pt modelId="{0BFE9DBA-38D5-45CF-B003-CA8FA2C86C59}" type="pres">
      <dgm:prSet presAssocID="{E96F3F97-E678-44E8-89D3-5F8D13E039E4}" presName="composite" presStyleCnt="0"/>
      <dgm:spPr/>
    </dgm:pt>
    <dgm:pt modelId="{6C5533FD-A461-436A-A54F-8D9BB40A5A32}" type="pres">
      <dgm:prSet presAssocID="{E96F3F97-E678-44E8-89D3-5F8D13E039E4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844E421B-1704-4C36-AC4E-01728E7C58AA}" type="pres">
      <dgm:prSet presAssocID="{E96F3F97-E678-44E8-89D3-5F8D13E039E4}" presName="parSh" presStyleLbl="node1" presStyleIdx="2" presStyleCnt="5"/>
      <dgm:spPr/>
    </dgm:pt>
    <dgm:pt modelId="{BB6C39C2-8B41-4514-9CA4-071CC14C8430}" type="pres">
      <dgm:prSet presAssocID="{E96F3F97-E678-44E8-89D3-5F8D13E039E4}" presName="desTx" presStyleLbl="fgAcc1" presStyleIdx="2" presStyleCnt="5">
        <dgm:presLayoutVars>
          <dgm:bulletEnabled val="1"/>
        </dgm:presLayoutVars>
      </dgm:prSet>
      <dgm:spPr/>
    </dgm:pt>
    <dgm:pt modelId="{46EBCD0A-1BDC-4CB2-843B-3E16B48E55E5}" type="pres">
      <dgm:prSet presAssocID="{76CBF211-CD50-41D9-AA2D-BC9F232112B8}" presName="sibTrans" presStyleLbl="sibTrans2D1" presStyleIdx="2" presStyleCnt="4"/>
      <dgm:spPr/>
    </dgm:pt>
    <dgm:pt modelId="{FF447DCB-59F2-4C40-9881-22A756B244DC}" type="pres">
      <dgm:prSet presAssocID="{76CBF211-CD50-41D9-AA2D-BC9F232112B8}" presName="connTx" presStyleLbl="sibTrans2D1" presStyleIdx="2" presStyleCnt="4"/>
      <dgm:spPr/>
    </dgm:pt>
    <dgm:pt modelId="{016EDB34-E8CE-47BE-A7A2-F241AA0D082B}" type="pres">
      <dgm:prSet presAssocID="{320AC8D4-F647-4194-82B6-DE2A28ADA1AD}" presName="composite" presStyleCnt="0"/>
      <dgm:spPr/>
    </dgm:pt>
    <dgm:pt modelId="{3E87D738-E1EB-417E-8655-A6903A3B483E}" type="pres">
      <dgm:prSet presAssocID="{320AC8D4-F647-4194-82B6-DE2A28ADA1AD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763132B0-F041-42E6-A673-1C10019009F0}" type="pres">
      <dgm:prSet presAssocID="{320AC8D4-F647-4194-82B6-DE2A28ADA1AD}" presName="parSh" presStyleLbl="node1" presStyleIdx="3" presStyleCnt="5"/>
      <dgm:spPr/>
    </dgm:pt>
    <dgm:pt modelId="{32C7795F-10D3-4365-B6EC-7E0D82ED5DCC}" type="pres">
      <dgm:prSet presAssocID="{320AC8D4-F647-4194-82B6-DE2A28ADA1AD}" presName="desTx" presStyleLbl="fgAcc1" presStyleIdx="3" presStyleCnt="5">
        <dgm:presLayoutVars>
          <dgm:bulletEnabled val="1"/>
        </dgm:presLayoutVars>
      </dgm:prSet>
      <dgm:spPr/>
    </dgm:pt>
    <dgm:pt modelId="{6394B213-ABF3-4AE1-BBF1-B89CF2E3121B}" type="pres">
      <dgm:prSet presAssocID="{CBFDBE50-CFCF-4FAE-AD96-0B783A8E444A}" presName="sibTrans" presStyleLbl="sibTrans2D1" presStyleIdx="3" presStyleCnt="4"/>
      <dgm:spPr/>
    </dgm:pt>
    <dgm:pt modelId="{57A2BAEB-FF53-4812-AB74-0E4CC522D183}" type="pres">
      <dgm:prSet presAssocID="{CBFDBE50-CFCF-4FAE-AD96-0B783A8E444A}" presName="connTx" presStyleLbl="sibTrans2D1" presStyleIdx="3" presStyleCnt="4"/>
      <dgm:spPr/>
    </dgm:pt>
    <dgm:pt modelId="{98FC6651-3250-401E-AB65-525E64A196AB}" type="pres">
      <dgm:prSet presAssocID="{DE169697-4F51-4378-BAC5-91EBB6CC7FDF}" presName="composite" presStyleCnt="0"/>
      <dgm:spPr/>
    </dgm:pt>
    <dgm:pt modelId="{6D5E6C31-F1E0-47B3-8067-67099E807704}" type="pres">
      <dgm:prSet presAssocID="{DE169697-4F51-4378-BAC5-91EBB6CC7FDF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F207436-FB83-4574-A9B1-5FA4F06109BD}" type="pres">
      <dgm:prSet presAssocID="{DE169697-4F51-4378-BAC5-91EBB6CC7FDF}" presName="parSh" presStyleLbl="node1" presStyleIdx="4" presStyleCnt="5"/>
      <dgm:spPr/>
    </dgm:pt>
    <dgm:pt modelId="{4E4AAF8B-1877-4CB9-8D61-E4F23DF23511}" type="pres">
      <dgm:prSet presAssocID="{DE169697-4F51-4378-BAC5-91EBB6CC7FDF}" presName="desTx" presStyleLbl="fgAcc1" presStyleIdx="4" presStyleCnt="5">
        <dgm:presLayoutVars>
          <dgm:bulletEnabled val="1"/>
        </dgm:presLayoutVars>
      </dgm:prSet>
      <dgm:spPr/>
    </dgm:pt>
  </dgm:ptLst>
  <dgm:cxnLst>
    <dgm:cxn modelId="{98ACCD00-CFC4-4FD4-A830-5398ADDDE0A9}" srcId="{E23A6BD4-62FD-4C33-ADDA-B80B12B93D2D}" destId="{C2860481-51FC-4F7F-BF19-62687E5430AD}" srcOrd="2" destOrd="0" parTransId="{C92EB54D-A968-4629-ABBF-035BCE82B596}" sibTransId="{6FA78470-56AB-4892-8455-BC1DA5C220EC}"/>
    <dgm:cxn modelId="{1B31EB01-D0E4-45F3-A3F7-56B26F367A46}" type="presOf" srcId="{04305DC5-6AC4-4D4E-B171-32ADD5E65DDB}" destId="{EEB5712C-5D6D-4E2A-A654-690AA941B9BD}" srcOrd="0" destOrd="3" presId="urn:microsoft.com/office/officeart/2005/8/layout/process3"/>
    <dgm:cxn modelId="{84AF6F0C-C8A2-484E-9813-2114038537A5}" type="presOf" srcId="{A436E4BA-FD67-4EDB-BC5D-33E0B8DF8459}" destId="{32C7795F-10D3-4365-B6EC-7E0D82ED5DCC}" srcOrd="0" destOrd="3" presId="urn:microsoft.com/office/officeart/2005/8/layout/process3"/>
    <dgm:cxn modelId="{AD1F160D-2610-DE4E-B388-F456FD408738}" type="presOf" srcId="{DD536115-5D33-40DA-B38F-A08895FF7829}" destId="{4E4AAF8B-1877-4CB9-8D61-E4F23DF23511}" srcOrd="0" destOrd="0" presId="urn:microsoft.com/office/officeart/2005/8/layout/process3"/>
    <dgm:cxn modelId="{4C05200D-A7DA-154C-82FE-B9F6BB469750}" type="presOf" srcId="{12EAC21F-055B-4D7F-8007-09170D963366}" destId="{F1425EA9-3EE6-4949-9F10-5103D268EE83}" srcOrd="0" destOrd="0" presId="urn:microsoft.com/office/officeart/2005/8/layout/process3"/>
    <dgm:cxn modelId="{E67A4A0E-8A8C-478C-8B20-0D9AFAC75A36}" srcId="{DE169697-4F51-4378-BAC5-91EBB6CC7FDF}" destId="{61F839E3-AEDE-47C6-8C4B-210D36F529EA}" srcOrd="1" destOrd="0" parTransId="{9E61C462-0415-4284-88DA-410C1E98AD7A}" sibTransId="{7DF21008-2D00-49EF-81F8-1916B3A53DBE}"/>
    <dgm:cxn modelId="{48A2F70E-95D9-4E05-922E-494607A29CF6}" srcId="{320AC8D4-F647-4194-82B6-DE2A28ADA1AD}" destId="{DC117F26-0387-42A9-8D66-F7B54D753C9D}" srcOrd="4" destOrd="0" parTransId="{A03B879D-C1A1-4A1A-A289-D73D108620D1}" sibTransId="{5F2B5D30-9ECF-4D76-BB46-681F942D4888}"/>
    <dgm:cxn modelId="{7A43FC13-CD47-42B5-AC75-9A5BF3C11426}" srcId="{F476B50B-9322-450B-AE29-3A742D9008DE}" destId="{04305DC5-6AC4-4D4E-B171-32ADD5E65DDB}" srcOrd="3" destOrd="0" parTransId="{DE637A56-8763-43A1-8775-A5A7D548CB7C}" sibTransId="{9A890496-DAAE-4F62-8EDE-4B38A3071390}"/>
    <dgm:cxn modelId="{C37D7814-FF03-6144-A7D0-E941A2767723}" type="presOf" srcId="{C0524934-3E3A-4CBD-A35E-1A3F06100DBC}" destId="{07FC05CC-D148-4668-9616-FAFB3C3DD80B}" srcOrd="1" destOrd="0" presId="urn:microsoft.com/office/officeart/2005/8/layout/process3"/>
    <dgm:cxn modelId="{BD79C414-C072-4E65-8A48-7027CE82B855}" srcId="{E23A6BD4-62FD-4C33-ADDA-B80B12B93D2D}" destId="{D5D52446-2766-4063-948B-CB89686BAADD}" srcOrd="5" destOrd="0" parTransId="{ED781F98-007C-4CD5-AF58-90FA8F47D371}" sibTransId="{49CE9EA9-16D5-43BF-8510-612567D91821}"/>
    <dgm:cxn modelId="{92EA6E15-7D97-46D8-9FF2-2EA756AA4B40}" type="presOf" srcId="{D5D52446-2766-4063-948B-CB89686BAADD}" destId="{9CD078A8-3179-4341-9307-C000CA5F352D}" srcOrd="0" destOrd="5" presId="urn:microsoft.com/office/officeart/2005/8/layout/process3"/>
    <dgm:cxn modelId="{64A0E819-AE44-5A46-ADDC-E5219A4382AA}" type="presOf" srcId="{C2860481-51FC-4F7F-BF19-62687E5430AD}" destId="{9CD078A8-3179-4341-9307-C000CA5F352D}" srcOrd="0" destOrd="2" presId="urn:microsoft.com/office/officeart/2005/8/layout/process3"/>
    <dgm:cxn modelId="{9F6E431C-0D4A-C243-B773-5C0B5DF01CBF}" type="presOf" srcId="{F476B50B-9322-450B-AE29-3A742D9008DE}" destId="{9F1E260B-BB64-4476-9370-C1D8ABB2F4E9}" srcOrd="1" destOrd="0" presId="urn:microsoft.com/office/officeart/2005/8/layout/process3"/>
    <dgm:cxn modelId="{7121911D-7E05-4471-A91B-BE0E330CAEC8}" type="presOf" srcId="{C9FEA1EE-8CC8-4FD2-9FA7-6706401D703F}" destId="{BB6C39C2-8B41-4514-9CA4-071CC14C8430}" srcOrd="0" destOrd="3" presId="urn:microsoft.com/office/officeart/2005/8/layout/process3"/>
    <dgm:cxn modelId="{17909922-8F56-4E0A-8F09-DD93FA3B478B}" srcId="{E23A6BD4-62FD-4C33-ADDA-B80B12B93D2D}" destId="{71E9E24E-AE83-433E-9C8C-96E474E9F02B}" srcOrd="3" destOrd="0" parTransId="{77E7ABD4-8B4F-4946-B46D-F5CFD5E12B1F}" sibTransId="{C75F0F49-F2E9-430F-A7BC-477D22245183}"/>
    <dgm:cxn modelId="{C455B125-B0AF-4235-9FF9-4D9F2D5E9C56}" srcId="{DE169697-4F51-4378-BAC5-91EBB6CC7FDF}" destId="{5EF07749-0DEA-4123-8174-2E29D5303740}" srcOrd="2" destOrd="0" parTransId="{FC443487-A249-487D-AB26-984A15231830}" sibTransId="{E4C8C3BB-307E-4655-A741-23874089D514}"/>
    <dgm:cxn modelId="{C732E825-BBE2-4840-9E10-671BAB8BB18F}" srcId="{320AC8D4-F647-4194-82B6-DE2A28ADA1AD}" destId="{A436E4BA-FD67-4EDB-BC5D-33E0B8DF8459}" srcOrd="3" destOrd="0" parTransId="{6AB01E99-DCE3-4BDE-9DA5-4EE38A8A9145}" sibTransId="{627168AB-6000-474E-A497-AC60A79C1CD9}"/>
    <dgm:cxn modelId="{B2801127-E845-0742-A1E2-9527BF64A289}" type="presOf" srcId="{B350CC74-54AC-4B6E-8009-3F46330D496A}" destId="{EEB5712C-5D6D-4E2A-A654-690AA941B9BD}" srcOrd="0" destOrd="2" presId="urn:microsoft.com/office/officeart/2005/8/layout/process3"/>
    <dgm:cxn modelId="{BC10EB28-8496-40D1-830D-9C1D9A7D0840}" type="presOf" srcId="{71E9E24E-AE83-433E-9C8C-96E474E9F02B}" destId="{9CD078A8-3179-4341-9307-C000CA5F352D}" srcOrd="0" destOrd="3" presId="urn:microsoft.com/office/officeart/2005/8/layout/process3"/>
    <dgm:cxn modelId="{799A232A-3E98-074C-85C6-929D3C11FC2B}" type="presOf" srcId="{5EF07749-0DEA-4123-8174-2E29D5303740}" destId="{4E4AAF8B-1877-4CB9-8D61-E4F23DF23511}" srcOrd="0" destOrd="2" presId="urn:microsoft.com/office/officeart/2005/8/layout/process3"/>
    <dgm:cxn modelId="{9424392A-561F-4AE7-AE33-2095C55B084B}" srcId="{F476B50B-9322-450B-AE29-3A742D9008DE}" destId="{3A17BA61-B574-4C25-9287-E095D0D15671}" srcOrd="10" destOrd="0" parTransId="{9B05A309-1FEA-4D7C-96AE-40C943097678}" sibTransId="{774926B0-4B21-452A-8BDA-23138ECA94C4}"/>
    <dgm:cxn modelId="{5FCBF52A-FC9F-6C4F-822F-73E5FF5EA2F2}" type="presOf" srcId="{8C5C7EBC-85DE-432E-B290-AA0921570FFC}" destId="{BB6C39C2-8B41-4514-9CA4-071CC14C8430}" srcOrd="0" destOrd="0" presId="urn:microsoft.com/office/officeart/2005/8/layout/process3"/>
    <dgm:cxn modelId="{2FA2162B-DDE8-49A7-9DAA-99B553C81517}" srcId="{320AC8D4-F647-4194-82B6-DE2A28ADA1AD}" destId="{B158395D-490E-4E13-B81A-C78D0796C775}" srcOrd="0" destOrd="0" parTransId="{D99BD257-CBF0-4845-9C99-79C93B5BBBD3}" sibTransId="{62B16423-6139-4A70-AC15-0365417FDA3C}"/>
    <dgm:cxn modelId="{83E1C332-F1C3-431D-ADC6-E56E264BCAC7}" type="presOf" srcId="{2EC1CFE9-9036-47F4-ABE0-A7DC90B14C33}" destId="{9CD078A8-3179-4341-9307-C000CA5F352D}" srcOrd="0" destOrd="1" presId="urn:microsoft.com/office/officeart/2005/8/layout/process3"/>
    <dgm:cxn modelId="{989D1935-7A1E-427E-A200-22577C9D35A1}" type="presOf" srcId="{31A334D2-C560-4F65-A599-AFA976C38092}" destId="{4E4AAF8B-1877-4CB9-8D61-E4F23DF23511}" srcOrd="0" destOrd="3" presId="urn:microsoft.com/office/officeart/2005/8/layout/process3"/>
    <dgm:cxn modelId="{046A1336-D888-4253-8A80-8DC4B0B3B1DB}" srcId="{E96F3F97-E678-44E8-89D3-5F8D13E039E4}" destId="{DFEF0F03-BAEE-409C-8A3C-0FABCDFA077F}" srcOrd="7" destOrd="0" parTransId="{1C52DFDB-EEC1-45D9-9B14-926331F97CF3}" sibTransId="{04461154-5BE6-4FA5-8316-4FD7DA54BD69}"/>
    <dgm:cxn modelId="{E06F6B38-65F6-944D-8529-0B37E819A1FF}" type="presOf" srcId="{61F839E3-AEDE-47C6-8C4B-210D36F529EA}" destId="{4E4AAF8B-1877-4CB9-8D61-E4F23DF23511}" srcOrd="0" destOrd="1" presId="urn:microsoft.com/office/officeart/2005/8/layout/process3"/>
    <dgm:cxn modelId="{BC7BA73E-CA4B-46E3-8A2B-788D914EDEF8}" srcId="{F476B50B-9322-450B-AE29-3A742D9008DE}" destId="{985BD991-9E06-4F69-9DEC-A7456C270C20}" srcOrd="5" destOrd="0" parTransId="{A882C43F-FCA2-4748-AFBE-C18B1038520C}" sibTransId="{0AF2F494-3FB7-417B-BE0C-B989546616B8}"/>
    <dgm:cxn modelId="{42AC9B3F-E8C7-C148-9A29-3363540F26BF}" type="presOf" srcId="{76CBF211-CD50-41D9-AA2D-BC9F232112B8}" destId="{46EBCD0A-1BDC-4CB2-843B-3E16B48E55E5}" srcOrd="0" destOrd="0" presId="urn:microsoft.com/office/officeart/2005/8/layout/process3"/>
    <dgm:cxn modelId="{AE62855C-4423-40F1-89D5-F1F792DEB422}" srcId="{E23A6BD4-62FD-4C33-ADDA-B80B12B93D2D}" destId="{053F2A9D-BB7C-4305-A6CE-7BC52F4D259D}" srcOrd="6" destOrd="0" parTransId="{8B6E87FB-8898-431C-A035-9016F13FD914}" sibTransId="{16060904-8FDF-4E15-B4A5-337845953766}"/>
    <dgm:cxn modelId="{A2BDAE60-F811-0E41-AD11-1BEC4DC2DA40}" type="presOf" srcId="{320AC8D4-F647-4194-82B6-DE2A28ADA1AD}" destId="{3E87D738-E1EB-417E-8655-A6903A3B483E}" srcOrd="0" destOrd="0" presId="urn:microsoft.com/office/officeart/2005/8/layout/process3"/>
    <dgm:cxn modelId="{20446141-92AF-4068-854C-FC69AA8100F8}" srcId="{E23A6BD4-62FD-4C33-ADDA-B80B12B93D2D}" destId="{910611C7-1501-4121-8BB4-923373262C84}" srcOrd="7" destOrd="0" parTransId="{6D847DA2-159F-4C4A-82DB-2708C3D019B7}" sibTransId="{3D12E6AE-8453-4021-B045-B29CC022635F}"/>
    <dgm:cxn modelId="{975FA361-E874-46FB-990D-14BF12A4831B}" srcId="{F476B50B-9322-450B-AE29-3A742D9008DE}" destId="{C898462F-3D79-4C2C-B07D-FA60486066E5}" srcOrd="6" destOrd="0" parTransId="{9111FD7C-2AEA-4F96-B501-DBAC1A662167}" sibTransId="{B6539E8B-53B3-431C-874B-D5381972E0C3}"/>
    <dgm:cxn modelId="{6C45ED41-0DD1-0441-95ED-F6AA34BB981B}" type="presOf" srcId="{8CA61575-B6CF-418C-BD8D-2265CFD21222}" destId="{9CD078A8-3179-4341-9307-C000CA5F352D}" srcOrd="0" destOrd="8" presId="urn:microsoft.com/office/officeart/2005/8/layout/process3"/>
    <dgm:cxn modelId="{06C15242-0913-4FDB-9F1C-7E16A60A0C88}" type="presOf" srcId="{F7371251-F505-48D0-A2FD-E4B7431A75AE}" destId="{4E4AAF8B-1877-4CB9-8D61-E4F23DF23511}" srcOrd="0" destOrd="4" presId="urn:microsoft.com/office/officeart/2005/8/layout/process3"/>
    <dgm:cxn modelId="{87278A44-E331-974D-970C-27A0275FD4FA}" type="presOf" srcId="{C898462F-3D79-4C2C-B07D-FA60486066E5}" destId="{EEB5712C-5D6D-4E2A-A654-690AA941B9BD}" srcOrd="0" destOrd="6" presId="urn:microsoft.com/office/officeart/2005/8/layout/process3"/>
    <dgm:cxn modelId="{BED2ED66-10C7-F443-849B-B00CE9EDBE89}" type="presOf" srcId="{DE169697-4F51-4378-BAC5-91EBB6CC7FDF}" destId="{8F207436-FB83-4574-A9B1-5FA4F06109BD}" srcOrd="1" destOrd="0" presId="urn:microsoft.com/office/officeart/2005/8/layout/process3"/>
    <dgm:cxn modelId="{1A5E0447-3DAE-455E-8887-40106529AD8B}" srcId="{E96F3F97-E678-44E8-89D3-5F8D13E039E4}" destId="{ED9C345A-C468-483F-816B-0E280A0DA417}" srcOrd="6" destOrd="0" parTransId="{99E305E7-7153-420F-990F-C7E491FB5FE2}" sibTransId="{FFFCA57B-B979-418B-AC90-0521929E713B}"/>
    <dgm:cxn modelId="{A8AA4067-9525-A64C-81D8-479525990551}" type="presOf" srcId="{8CFAEDAF-33DB-495A-97FF-9AB18565B3E6}" destId="{32C7795F-10D3-4365-B6EC-7E0D82ED5DCC}" srcOrd="0" destOrd="2" presId="urn:microsoft.com/office/officeart/2005/8/layout/process3"/>
    <dgm:cxn modelId="{0DD1BA47-D0EF-41D5-8E33-9388A93D7D1E}" srcId="{320AC8D4-F647-4194-82B6-DE2A28ADA1AD}" destId="{8CFAEDAF-33DB-495A-97FF-9AB18565B3E6}" srcOrd="2" destOrd="0" parTransId="{02F23372-1725-4B5D-B287-A66D11A35664}" sibTransId="{CF09986E-D512-40D1-988B-DCCA638CC4B0}"/>
    <dgm:cxn modelId="{1E785E49-5490-4F02-B275-C7C022A38F5F}" type="presOf" srcId="{CD69CF2B-EBCC-404F-B80E-8B841A75CE03}" destId="{EEB5712C-5D6D-4E2A-A654-690AA941B9BD}" srcOrd="0" destOrd="9" presId="urn:microsoft.com/office/officeart/2005/8/layout/process3"/>
    <dgm:cxn modelId="{35D1456D-F610-4C61-8CF1-37DB38954BFE}" srcId="{E96F3F97-E678-44E8-89D3-5F8D13E039E4}" destId="{8C5C7EBC-85DE-432E-B290-AA0921570FFC}" srcOrd="0" destOrd="0" parTransId="{25EBDABC-9CF4-4756-9592-27C5C85D41C4}" sibTransId="{7D9B76A7-4D89-4BAD-B9D5-6E1B2F4E89BC}"/>
    <dgm:cxn modelId="{600CD64E-7D4C-474B-86E4-6D74E83B38FE}" type="presOf" srcId="{DFEF0F03-BAEE-409C-8A3C-0FABCDFA077F}" destId="{BB6C39C2-8B41-4514-9CA4-071CC14C8430}" srcOrd="0" destOrd="7" presId="urn:microsoft.com/office/officeart/2005/8/layout/process3"/>
    <dgm:cxn modelId="{49FCDA4E-856D-4393-8064-2811A07B466F}" srcId="{E23A6BD4-62FD-4C33-ADDA-B80B12B93D2D}" destId="{2EC1CFE9-9036-47F4-ABE0-A7DC90B14C33}" srcOrd="1" destOrd="0" parTransId="{8F733CD3-8D85-4810-A662-FDDFF101AD1C}" sibTransId="{A6546DF9-900E-428D-BC26-B23CBF8AAE3F}"/>
    <dgm:cxn modelId="{1813DB6E-156D-B94A-A001-AA5AC12F5BB0}" type="presOf" srcId="{CBFDBE50-CFCF-4FAE-AD96-0B783A8E444A}" destId="{57A2BAEB-FF53-4812-AB74-0E4CC522D183}" srcOrd="1" destOrd="0" presId="urn:microsoft.com/office/officeart/2005/8/layout/process3"/>
    <dgm:cxn modelId="{B7CBDE52-1AA2-4A7F-BA78-4FAE23BE61C8}" srcId="{E96F3F97-E678-44E8-89D3-5F8D13E039E4}" destId="{9E43675F-EE9B-448C-BA18-8D5686E3CC44}" srcOrd="1" destOrd="0" parTransId="{288238BE-002B-40AB-9EC3-056AA7527B4B}" sibTransId="{37099219-1518-4E8B-99DD-A8D05968B0DE}"/>
    <dgm:cxn modelId="{60C27C54-F466-4BA6-AB8C-08DD580E1521}" srcId="{E23A6BD4-62FD-4C33-ADDA-B80B12B93D2D}" destId="{8CA61575-B6CF-418C-BD8D-2265CFD21222}" srcOrd="8" destOrd="0" parTransId="{C373255E-029D-4500-849A-7674C791D4ED}" sibTransId="{35603E0B-8CD4-4956-8BB5-9B0B69672580}"/>
    <dgm:cxn modelId="{DDBF5555-BB1A-45C1-A77B-AEF82DB924E3}" type="presOf" srcId="{985BD991-9E06-4F69-9DEC-A7456C270C20}" destId="{EEB5712C-5D6D-4E2A-A654-690AA941B9BD}" srcOrd="0" destOrd="5" presId="urn:microsoft.com/office/officeart/2005/8/layout/process3"/>
    <dgm:cxn modelId="{BA03C07A-F2E0-AD4A-8F28-550CDC7D5875}" type="presOf" srcId="{CBFDBE50-CFCF-4FAE-AD96-0B783A8E444A}" destId="{6394B213-ABF3-4AE1-BBF1-B89CF2E3121B}" srcOrd="0" destOrd="0" presId="urn:microsoft.com/office/officeart/2005/8/layout/process3"/>
    <dgm:cxn modelId="{80F3967B-66FA-4142-9713-33DCDCBB031D}" type="presOf" srcId="{4B85EC29-7269-47D7-9DCF-49E89F0CCA9F}" destId="{EEB5712C-5D6D-4E2A-A654-690AA941B9BD}" srcOrd="0" destOrd="8" presId="urn:microsoft.com/office/officeart/2005/8/layout/process3"/>
    <dgm:cxn modelId="{6655057C-F7AB-4493-A7BB-E716510F0DA6}" srcId="{E96F3F97-E678-44E8-89D3-5F8D13E039E4}" destId="{310B2E7F-944A-41EC-A47F-21B14B419D80}" srcOrd="4" destOrd="0" parTransId="{7DABAE83-F638-4940-AE29-9EB899106831}" sibTransId="{4A17B094-1974-46F6-A874-885DAE55ED34}"/>
    <dgm:cxn modelId="{3693297C-58E3-4625-B2D8-925F402F4B2B}" srcId="{DE169697-4F51-4378-BAC5-91EBB6CC7FDF}" destId="{31A334D2-C560-4F65-A599-AFA976C38092}" srcOrd="3" destOrd="0" parTransId="{D5932F28-730D-40C1-8691-E72A7728CB54}" sibTransId="{E1DF3D25-06FD-48B7-A13D-3FB2934C8DB4}"/>
    <dgm:cxn modelId="{5E80697C-CABC-4530-B2CB-F17BC50ED8ED}" srcId="{F476B50B-9322-450B-AE29-3A742D9008DE}" destId="{6D5A93E5-95A3-4D9C-BA33-063F463C7BA2}" srcOrd="7" destOrd="0" parTransId="{770D8CEF-63E9-4C13-B89F-F39D53F12A99}" sibTransId="{3FEBBE58-0FC8-465B-9D64-C51278E916F3}"/>
    <dgm:cxn modelId="{F5310A7F-7802-41DC-9054-7D484F1B8843}" srcId="{9884EA48-E53B-4ADA-83E6-1F845A8175B0}" destId="{320AC8D4-F647-4194-82B6-DE2A28ADA1AD}" srcOrd="3" destOrd="0" parTransId="{814FEBB7-2E01-4E91-A987-26A1BA9E3A1C}" sibTransId="{CBFDBE50-CFCF-4FAE-AD96-0B783A8E444A}"/>
    <dgm:cxn modelId="{C81F3081-2096-48E4-8423-D76AEDACA15D}" srcId="{F476B50B-9322-450B-AE29-3A742D9008DE}" destId="{EDD1259F-59F5-40FA-94B6-4DC4F4822D77}" srcOrd="4" destOrd="0" parTransId="{BBF91330-4DC5-48E1-BAA8-2097404CF6AA}" sibTransId="{E2AFEC51-390A-4926-973D-808473D4CBC1}"/>
    <dgm:cxn modelId="{892FEF82-DBF7-9946-BDCF-A569C2A008DE}" type="presOf" srcId="{E96F3F97-E678-44E8-89D3-5F8D13E039E4}" destId="{6C5533FD-A461-436A-A54F-8D9BB40A5A32}" srcOrd="0" destOrd="0" presId="urn:microsoft.com/office/officeart/2005/8/layout/process3"/>
    <dgm:cxn modelId="{B56A6488-8605-614A-9B32-ADC07690CE21}" type="presOf" srcId="{F5A7867E-746F-45E1-AA74-D7712BE7F037}" destId="{EEB5712C-5D6D-4E2A-A654-690AA941B9BD}" srcOrd="0" destOrd="11" presId="urn:microsoft.com/office/officeart/2005/8/layout/process3"/>
    <dgm:cxn modelId="{89A5EA88-EA54-A34E-88F5-9AAF48CB7D48}" type="presOf" srcId="{E23A6BD4-62FD-4C33-ADDA-B80B12B93D2D}" destId="{9CE32CD2-0DF5-46B8-BBD2-4AE6D44862C2}" srcOrd="1" destOrd="0" presId="urn:microsoft.com/office/officeart/2005/8/layout/process3"/>
    <dgm:cxn modelId="{F2888B89-6D87-4129-9DAA-771B9DC39F53}" srcId="{9884EA48-E53B-4ADA-83E6-1F845A8175B0}" destId="{DE169697-4F51-4378-BAC5-91EBB6CC7FDF}" srcOrd="4" destOrd="0" parTransId="{C013476D-A2B9-47ED-9E4B-E8D9986A988A}" sibTransId="{38FD279E-BD1F-4F3D-B254-70C8024B323F}"/>
    <dgm:cxn modelId="{301B738A-36BD-4228-AEE2-D563700F3704}" srcId="{F476B50B-9322-450B-AE29-3A742D9008DE}" destId="{B350CC74-54AC-4B6E-8009-3F46330D496A}" srcOrd="2" destOrd="0" parTransId="{A43C8E2A-FA1D-4897-B87A-BB4EFF8EA2BD}" sibTransId="{12474C10-CB24-4D5F-82B3-C3B097BDABF4}"/>
    <dgm:cxn modelId="{F275AB8C-5441-9744-9396-6CA30078F614}" type="presOf" srcId="{320AC8D4-F647-4194-82B6-DE2A28ADA1AD}" destId="{763132B0-F041-42E6-A673-1C10019009F0}" srcOrd="1" destOrd="0" presId="urn:microsoft.com/office/officeart/2005/8/layout/process3"/>
    <dgm:cxn modelId="{86C90D8E-E1B5-AD42-B466-4A6C7F86F7DA}" type="presOf" srcId="{EDD1259F-59F5-40FA-94B6-4DC4F4822D77}" destId="{EEB5712C-5D6D-4E2A-A654-690AA941B9BD}" srcOrd="0" destOrd="4" presId="urn:microsoft.com/office/officeart/2005/8/layout/process3"/>
    <dgm:cxn modelId="{0370FD93-845A-AC4F-AC44-7C43678BE1BC}" type="presOf" srcId="{DC117F26-0387-42A9-8D66-F7B54D753C9D}" destId="{32C7795F-10D3-4365-B6EC-7E0D82ED5DCC}" srcOrd="0" destOrd="4" presId="urn:microsoft.com/office/officeart/2005/8/layout/process3"/>
    <dgm:cxn modelId="{3B5E1196-E543-4AA9-ACA7-C3F38B5AFCAF}" srcId="{E96F3F97-E678-44E8-89D3-5F8D13E039E4}" destId="{C9FEA1EE-8CC8-4FD2-9FA7-6706401D703F}" srcOrd="3" destOrd="0" parTransId="{143FFD4B-02B0-4DFE-8928-2E19A1139934}" sibTransId="{F60CA7D5-032A-4707-A7D6-D5DF79BDAEC9}"/>
    <dgm:cxn modelId="{0F609197-7226-6945-B706-71FD7B67DBD2}" type="presOf" srcId="{ED9C345A-C468-483F-816B-0E280A0DA417}" destId="{BB6C39C2-8B41-4514-9CA4-071CC14C8430}" srcOrd="0" destOrd="6" presId="urn:microsoft.com/office/officeart/2005/8/layout/process3"/>
    <dgm:cxn modelId="{98357599-097F-49CB-ACBF-122CDD52A133}" srcId="{E23A6BD4-62FD-4C33-ADDA-B80B12B93D2D}" destId="{63A79A1D-2742-4FF4-BB76-BD68A825EBBC}" srcOrd="4" destOrd="0" parTransId="{93A8E23C-2B6A-4242-B3DF-71534F29A50B}" sibTransId="{BE523D99-1F7D-4FE2-904F-07D6747C9D88}"/>
    <dgm:cxn modelId="{988B0F9A-98FA-4D3A-B673-4D6ACC71AE3D}" type="presOf" srcId="{C37472FF-EDD7-49B5-9AD0-5082E507FDD2}" destId="{BB6C39C2-8B41-4514-9CA4-071CC14C8430}" srcOrd="0" destOrd="5" presId="urn:microsoft.com/office/officeart/2005/8/layout/process3"/>
    <dgm:cxn modelId="{EE72439E-D29E-BD48-9D11-8A180165189F}" type="presOf" srcId="{3A17BA61-B574-4C25-9287-E095D0D15671}" destId="{EEB5712C-5D6D-4E2A-A654-690AA941B9BD}" srcOrd="0" destOrd="10" presId="urn:microsoft.com/office/officeart/2005/8/layout/process3"/>
    <dgm:cxn modelId="{B50C98A1-81BC-4130-B96F-6162D63789CE}" type="presOf" srcId="{178BC11B-34C8-46C0-87EE-550729D31681}" destId="{EEB5712C-5D6D-4E2A-A654-690AA941B9BD}" srcOrd="0" destOrd="1" presId="urn:microsoft.com/office/officeart/2005/8/layout/process3"/>
    <dgm:cxn modelId="{F1F026A3-5ECF-D34C-A1CF-6E8972575322}" type="presOf" srcId="{0B26D7F2-ED64-4FCC-B3DD-B865EB5BB0E9}" destId="{BB6C39C2-8B41-4514-9CA4-071CC14C8430}" srcOrd="0" destOrd="2" presId="urn:microsoft.com/office/officeart/2005/8/layout/process3"/>
    <dgm:cxn modelId="{91BFBBA3-9FA1-497D-A0C4-3029E32EC618}" srcId="{DE169697-4F51-4378-BAC5-91EBB6CC7FDF}" destId="{F7371251-F505-48D0-A2FD-E4B7431A75AE}" srcOrd="4" destOrd="0" parTransId="{F51A2D5E-6D96-4252-BB01-1A07F7ADFD1C}" sibTransId="{64333444-61DD-454B-8C59-E0109853485F}"/>
    <dgm:cxn modelId="{DBB515A4-4790-7549-A2CA-4D226E429DB1}" type="presOf" srcId="{B158395D-490E-4E13-B81A-C78D0796C775}" destId="{32C7795F-10D3-4365-B6EC-7E0D82ED5DCC}" srcOrd="0" destOrd="0" presId="urn:microsoft.com/office/officeart/2005/8/layout/process3"/>
    <dgm:cxn modelId="{A9AD9FA4-337C-48BC-8834-00B71F7B1562}" type="presOf" srcId="{9E43675F-EE9B-448C-BA18-8D5686E3CC44}" destId="{BB6C39C2-8B41-4514-9CA4-071CC14C8430}" srcOrd="0" destOrd="1" presId="urn:microsoft.com/office/officeart/2005/8/layout/process3"/>
    <dgm:cxn modelId="{0A0E87AB-1FBB-8D49-B35B-D889469CBA13}" type="presOf" srcId="{053F2A9D-BB7C-4305-A6CE-7BC52F4D259D}" destId="{9CD078A8-3179-4341-9307-C000CA5F352D}" srcOrd="0" destOrd="6" presId="urn:microsoft.com/office/officeart/2005/8/layout/process3"/>
    <dgm:cxn modelId="{B369F7AD-50CA-BE47-8ACD-12C68533B388}" type="presOf" srcId="{E23A6BD4-62FD-4C33-ADDA-B80B12B93D2D}" destId="{9AC1EDE0-CDF9-472D-99B7-3B4643818F80}" srcOrd="0" destOrd="0" presId="urn:microsoft.com/office/officeart/2005/8/layout/process3"/>
    <dgm:cxn modelId="{3FE78BB2-B60E-4947-89B8-AE302C87247B}" type="presOf" srcId="{12EAC21F-055B-4D7F-8007-09170D963366}" destId="{7F46C330-C2AE-4952-B0A5-8D99C0D1298D}" srcOrd="1" destOrd="0" presId="urn:microsoft.com/office/officeart/2005/8/layout/process3"/>
    <dgm:cxn modelId="{8F3733B5-AA7A-4ECB-8189-2D8FA4855077}" type="presOf" srcId="{6D5A93E5-95A3-4D9C-BA33-063F463C7BA2}" destId="{EEB5712C-5D6D-4E2A-A654-690AA941B9BD}" srcOrd="0" destOrd="7" presId="urn:microsoft.com/office/officeart/2005/8/layout/process3"/>
    <dgm:cxn modelId="{6C76EAB5-B3C1-9F40-81A3-8FE451D96AAD}" type="presOf" srcId="{F476B50B-9322-450B-AE29-3A742D9008DE}" destId="{47B1DFD8-8984-454E-B823-14D294F41FAF}" srcOrd="0" destOrd="0" presId="urn:microsoft.com/office/officeart/2005/8/layout/process3"/>
    <dgm:cxn modelId="{BBC27DBB-121B-4BC8-85B8-68029C93E67F}" srcId="{F476B50B-9322-450B-AE29-3A742D9008DE}" destId="{178BC11B-34C8-46C0-87EE-550729D31681}" srcOrd="1" destOrd="0" parTransId="{C87F0756-7C67-4575-8D64-166F69337AEC}" sibTransId="{418EE29A-4C7F-41C2-AB31-4E60C95A31A5}"/>
    <dgm:cxn modelId="{2566EFBD-43D2-2F46-9F9B-1E8FFEDF337E}" type="presOf" srcId="{DAB077A6-4472-44CB-A2C8-D15DCB4136CC}" destId="{EEB5712C-5D6D-4E2A-A654-690AA941B9BD}" srcOrd="0" destOrd="0" presId="urn:microsoft.com/office/officeart/2005/8/layout/process3"/>
    <dgm:cxn modelId="{640AD2BE-66EF-E645-A2B2-E031CAEE7258}" type="presOf" srcId="{DE169697-4F51-4378-BAC5-91EBB6CC7FDF}" destId="{6D5E6C31-F1E0-47B3-8067-67099E807704}" srcOrd="0" destOrd="0" presId="urn:microsoft.com/office/officeart/2005/8/layout/process3"/>
    <dgm:cxn modelId="{84203EC3-BD97-3B4B-B17B-063C95596798}" type="presOf" srcId="{310B2E7F-944A-41EC-A47F-21B14B419D80}" destId="{BB6C39C2-8B41-4514-9CA4-071CC14C8430}" srcOrd="0" destOrd="4" presId="urn:microsoft.com/office/officeart/2005/8/layout/process3"/>
    <dgm:cxn modelId="{03FAD0C4-F216-4DD4-BADE-56278E9F15A3}" srcId="{E23A6BD4-62FD-4C33-ADDA-B80B12B93D2D}" destId="{D823D68C-6454-4292-BC9A-E92233271287}" srcOrd="0" destOrd="0" parTransId="{8A80C3F7-F89B-4B3A-ABE0-D8F8B2772589}" sibTransId="{CD767083-7488-4F3C-8007-CC5F218E3964}"/>
    <dgm:cxn modelId="{343F45C7-C4FF-445E-AB36-24897802E53A}" srcId="{F476B50B-9322-450B-AE29-3A742D9008DE}" destId="{CD69CF2B-EBCC-404F-B80E-8B841A75CE03}" srcOrd="9" destOrd="0" parTransId="{1280EA43-49C7-4EF3-915E-767BA42C9D7D}" sibTransId="{E8BA87BB-9EC6-482E-947A-57CC580D37B0}"/>
    <dgm:cxn modelId="{60CCADCB-903D-467E-A77F-95D9288EFC7D}" srcId="{E96F3F97-E678-44E8-89D3-5F8D13E039E4}" destId="{0B26D7F2-ED64-4FCC-B3DD-B865EB5BB0E9}" srcOrd="2" destOrd="0" parTransId="{A2F45B0E-05B2-44FC-BFC9-A83E2BBD37E5}" sibTransId="{022C7514-2591-485A-9F09-5B99C8ECEDEE}"/>
    <dgm:cxn modelId="{F0C421CC-2D35-4714-B09A-B6529D6FDB9B}" srcId="{F476B50B-9322-450B-AE29-3A742D9008DE}" destId="{F5A7867E-746F-45E1-AA74-D7712BE7F037}" srcOrd="11" destOrd="0" parTransId="{639B3B5C-3919-4CD7-93F3-B7259CCC8D4D}" sibTransId="{F1027C91-5544-4C8E-98D4-C0293E8B40B8}"/>
    <dgm:cxn modelId="{2E591DD0-25B8-4E17-A381-99726F30F44D}" srcId="{9884EA48-E53B-4ADA-83E6-1F845A8175B0}" destId="{F476B50B-9322-450B-AE29-3A742D9008DE}" srcOrd="0" destOrd="0" parTransId="{D7223437-DA4E-4400-8CCA-7B317DCE235A}" sibTransId="{12EAC21F-055B-4D7F-8007-09170D963366}"/>
    <dgm:cxn modelId="{D503C5D2-602C-485A-A13B-3A2B07CE680A}" srcId="{F476B50B-9322-450B-AE29-3A742D9008DE}" destId="{DAB077A6-4472-44CB-A2C8-D15DCB4136CC}" srcOrd="0" destOrd="0" parTransId="{951191E1-C936-4BCE-9F5E-6B9D74043C3B}" sibTransId="{A707CD9C-33C2-4FAC-9A04-F273E72D86D9}"/>
    <dgm:cxn modelId="{5FF853DA-75B1-6B4C-AC17-92D42B400CB1}" type="presOf" srcId="{76CBF211-CD50-41D9-AA2D-BC9F232112B8}" destId="{FF447DCB-59F2-4C40-9881-22A756B244DC}" srcOrd="1" destOrd="0" presId="urn:microsoft.com/office/officeart/2005/8/layout/process3"/>
    <dgm:cxn modelId="{D3EC03DC-606C-0349-AF9D-2FB7038B31FD}" type="presOf" srcId="{D823D68C-6454-4292-BC9A-E92233271287}" destId="{9CD078A8-3179-4341-9307-C000CA5F352D}" srcOrd="0" destOrd="0" presId="urn:microsoft.com/office/officeart/2005/8/layout/process3"/>
    <dgm:cxn modelId="{CC585CDD-A5B2-D346-B891-E9A17FBFC121}" type="presOf" srcId="{C0524934-3E3A-4CBD-A35E-1A3F06100DBC}" destId="{A3807728-6506-413D-88CA-111ED3704213}" srcOrd="0" destOrd="0" presId="urn:microsoft.com/office/officeart/2005/8/layout/process3"/>
    <dgm:cxn modelId="{DDD5ECDD-37D5-4CED-82EF-9FBC8470F133}" srcId="{9884EA48-E53B-4ADA-83E6-1F845A8175B0}" destId="{E23A6BD4-62FD-4C33-ADDA-B80B12B93D2D}" srcOrd="1" destOrd="0" parTransId="{A29C40AE-1AA7-40C5-8E88-737A14FDCBFF}" sibTransId="{C0524934-3E3A-4CBD-A35E-1A3F06100DBC}"/>
    <dgm:cxn modelId="{B1C788E5-F5AC-4B08-97B6-AD6092152A3D}" srcId="{DE169697-4F51-4378-BAC5-91EBB6CC7FDF}" destId="{DD536115-5D33-40DA-B38F-A08895FF7829}" srcOrd="0" destOrd="0" parTransId="{320FDCE1-274F-4958-A99E-9681093A95C6}" sibTransId="{A0DADE45-4B37-4701-B2F6-6D2572A90462}"/>
    <dgm:cxn modelId="{5102B8E8-E95E-4A67-AF8E-94280E6942EA}" srcId="{E96F3F97-E678-44E8-89D3-5F8D13E039E4}" destId="{C37472FF-EDD7-49B5-9AD0-5082E507FDD2}" srcOrd="5" destOrd="0" parTransId="{D8742422-34E6-4EFB-9EF6-9346F759E111}" sibTransId="{BD3FD857-96EF-47B2-962A-4493DC62CD9D}"/>
    <dgm:cxn modelId="{A97BDFEA-3E8D-4C2D-8D36-3BA56B2AF18C}" srcId="{320AC8D4-F647-4194-82B6-DE2A28ADA1AD}" destId="{13547B1D-8F48-42CF-AA97-2618FAD23C82}" srcOrd="1" destOrd="0" parTransId="{9AA825EE-45D6-4EDE-AD1B-5B22CF8B0B5E}" sibTransId="{A261592C-FE09-4C9C-B033-687D75CD6381}"/>
    <dgm:cxn modelId="{8CDBE0EB-06B9-4FED-A494-06D6E641411E}" type="presOf" srcId="{910611C7-1501-4121-8BB4-923373262C84}" destId="{9CD078A8-3179-4341-9307-C000CA5F352D}" srcOrd="0" destOrd="7" presId="urn:microsoft.com/office/officeart/2005/8/layout/process3"/>
    <dgm:cxn modelId="{73EC5EEC-0377-8C4F-BCD8-B702FB18C016}" type="presOf" srcId="{9884EA48-E53B-4ADA-83E6-1F845A8175B0}" destId="{4FF6B90C-23F9-49D1-AA45-45CB84269051}" srcOrd="0" destOrd="0" presId="urn:microsoft.com/office/officeart/2005/8/layout/process3"/>
    <dgm:cxn modelId="{863377EC-3FA0-467E-B8B3-4400D1D80B4C}" srcId="{F476B50B-9322-450B-AE29-3A742D9008DE}" destId="{4B85EC29-7269-47D7-9DCF-49E89F0CCA9F}" srcOrd="8" destOrd="0" parTransId="{3ABC3DD2-987E-40CB-A505-E30500AE0B15}" sibTransId="{5D755F92-78C2-4F54-A5B3-ADF7308D3F61}"/>
    <dgm:cxn modelId="{7E2B68ED-A52B-CA41-BAB6-4E6D33616C80}" type="presOf" srcId="{E96F3F97-E678-44E8-89D3-5F8D13E039E4}" destId="{844E421B-1704-4C36-AC4E-01728E7C58AA}" srcOrd="1" destOrd="0" presId="urn:microsoft.com/office/officeart/2005/8/layout/process3"/>
    <dgm:cxn modelId="{7A8BE7EE-C250-4B0B-9863-A894B5E4A3C6}" srcId="{9884EA48-E53B-4ADA-83E6-1F845A8175B0}" destId="{E96F3F97-E678-44E8-89D3-5F8D13E039E4}" srcOrd="2" destOrd="0" parTransId="{9ECE3CB4-1695-4D66-8317-DDF8A6E3C668}" sibTransId="{76CBF211-CD50-41D9-AA2D-BC9F232112B8}"/>
    <dgm:cxn modelId="{95A1C1F0-B8D8-7F4C-8ED6-4113D41784B2}" type="presOf" srcId="{13547B1D-8F48-42CF-AA97-2618FAD23C82}" destId="{32C7795F-10D3-4365-B6EC-7E0D82ED5DCC}" srcOrd="0" destOrd="1" presId="urn:microsoft.com/office/officeart/2005/8/layout/process3"/>
    <dgm:cxn modelId="{0ADEFEFE-5E76-E74A-9CEA-362A67A68F65}" type="presOf" srcId="{63A79A1D-2742-4FF4-BB76-BD68A825EBBC}" destId="{9CD078A8-3179-4341-9307-C000CA5F352D}" srcOrd="0" destOrd="4" presId="urn:microsoft.com/office/officeart/2005/8/layout/process3"/>
    <dgm:cxn modelId="{D7741D3B-87E6-4448-B9FE-C338B2AAB5D7}" type="presParOf" srcId="{4FF6B90C-23F9-49D1-AA45-45CB84269051}" destId="{85131CF4-09F8-4A8D-9844-B72C0F756B82}" srcOrd="0" destOrd="0" presId="urn:microsoft.com/office/officeart/2005/8/layout/process3"/>
    <dgm:cxn modelId="{8AE43B46-09A5-2C48-88F5-1CF0B2572248}" type="presParOf" srcId="{85131CF4-09F8-4A8D-9844-B72C0F756B82}" destId="{47B1DFD8-8984-454E-B823-14D294F41FAF}" srcOrd="0" destOrd="0" presId="urn:microsoft.com/office/officeart/2005/8/layout/process3"/>
    <dgm:cxn modelId="{0582697B-4406-234E-B1D3-DEB6DC447F4F}" type="presParOf" srcId="{85131CF4-09F8-4A8D-9844-B72C0F756B82}" destId="{9F1E260B-BB64-4476-9370-C1D8ABB2F4E9}" srcOrd="1" destOrd="0" presId="urn:microsoft.com/office/officeart/2005/8/layout/process3"/>
    <dgm:cxn modelId="{BCE4CF3A-6B56-724B-A043-B004C42350FA}" type="presParOf" srcId="{85131CF4-09F8-4A8D-9844-B72C0F756B82}" destId="{EEB5712C-5D6D-4E2A-A654-690AA941B9BD}" srcOrd="2" destOrd="0" presId="urn:microsoft.com/office/officeart/2005/8/layout/process3"/>
    <dgm:cxn modelId="{BD450EB6-7C09-D64A-A10E-311F4B15845E}" type="presParOf" srcId="{4FF6B90C-23F9-49D1-AA45-45CB84269051}" destId="{F1425EA9-3EE6-4949-9F10-5103D268EE83}" srcOrd="1" destOrd="0" presId="urn:microsoft.com/office/officeart/2005/8/layout/process3"/>
    <dgm:cxn modelId="{B240BC86-E702-034C-A5C9-D4E323ABD73B}" type="presParOf" srcId="{F1425EA9-3EE6-4949-9F10-5103D268EE83}" destId="{7F46C330-C2AE-4952-B0A5-8D99C0D1298D}" srcOrd="0" destOrd="0" presId="urn:microsoft.com/office/officeart/2005/8/layout/process3"/>
    <dgm:cxn modelId="{51404851-5CD0-CC42-8CEE-1BBB549F70DE}" type="presParOf" srcId="{4FF6B90C-23F9-49D1-AA45-45CB84269051}" destId="{874E203D-D80E-4466-BE4E-487C08EA076C}" srcOrd="2" destOrd="0" presId="urn:microsoft.com/office/officeart/2005/8/layout/process3"/>
    <dgm:cxn modelId="{D22EA91C-9EE9-0D49-BBA0-05CAAA058B41}" type="presParOf" srcId="{874E203D-D80E-4466-BE4E-487C08EA076C}" destId="{9AC1EDE0-CDF9-472D-99B7-3B4643818F80}" srcOrd="0" destOrd="0" presId="urn:microsoft.com/office/officeart/2005/8/layout/process3"/>
    <dgm:cxn modelId="{573607C4-A7AB-704E-AE34-2A5D7612182A}" type="presParOf" srcId="{874E203D-D80E-4466-BE4E-487C08EA076C}" destId="{9CE32CD2-0DF5-46B8-BBD2-4AE6D44862C2}" srcOrd="1" destOrd="0" presId="urn:microsoft.com/office/officeart/2005/8/layout/process3"/>
    <dgm:cxn modelId="{DF052ED5-D763-7D40-A198-16DE1D508D38}" type="presParOf" srcId="{874E203D-D80E-4466-BE4E-487C08EA076C}" destId="{9CD078A8-3179-4341-9307-C000CA5F352D}" srcOrd="2" destOrd="0" presId="urn:microsoft.com/office/officeart/2005/8/layout/process3"/>
    <dgm:cxn modelId="{CA8E0A8E-C2D7-5646-9284-31434E51E969}" type="presParOf" srcId="{4FF6B90C-23F9-49D1-AA45-45CB84269051}" destId="{A3807728-6506-413D-88CA-111ED3704213}" srcOrd="3" destOrd="0" presId="urn:microsoft.com/office/officeart/2005/8/layout/process3"/>
    <dgm:cxn modelId="{EDCEF70C-5366-C747-9A8E-B1D3440A5238}" type="presParOf" srcId="{A3807728-6506-413D-88CA-111ED3704213}" destId="{07FC05CC-D148-4668-9616-FAFB3C3DD80B}" srcOrd="0" destOrd="0" presId="urn:microsoft.com/office/officeart/2005/8/layout/process3"/>
    <dgm:cxn modelId="{4B33E55E-5C3C-2042-889E-5C34F894E373}" type="presParOf" srcId="{4FF6B90C-23F9-49D1-AA45-45CB84269051}" destId="{0BFE9DBA-38D5-45CF-B003-CA8FA2C86C59}" srcOrd="4" destOrd="0" presId="urn:microsoft.com/office/officeart/2005/8/layout/process3"/>
    <dgm:cxn modelId="{91D89AD5-34B2-CB4F-A62A-6AEEB4C4A025}" type="presParOf" srcId="{0BFE9DBA-38D5-45CF-B003-CA8FA2C86C59}" destId="{6C5533FD-A461-436A-A54F-8D9BB40A5A32}" srcOrd="0" destOrd="0" presId="urn:microsoft.com/office/officeart/2005/8/layout/process3"/>
    <dgm:cxn modelId="{B172B216-88D8-654A-9991-5103A13F53DD}" type="presParOf" srcId="{0BFE9DBA-38D5-45CF-B003-CA8FA2C86C59}" destId="{844E421B-1704-4C36-AC4E-01728E7C58AA}" srcOrd="1" destOrd="0" presId="urn:microsoft.com/office/officeart/2005/8/layout/process3"/>
    <dgm:cxn modelId="{BF32C23E-5296-A943-807F-B7B6C9EAC4EF}" type="presParOf" srcId="{0BFE9DBA-38D5-45CF-B003-CA8FA2C86C59}" destId="{BB6C39C2-8B41-4514-9CA4-071CC14C8430}" srcOrd="2" destOrd="0" presId="urn:microsoft.com/office/officeart/2005/8/layout/process3"/>
    <dgm:cxn modelId="{E0C3A346-047A-6E43-A869-3F05A6C04D8C}" type="presParOf" srcId="{4FF6B90C-23F9-49D1-AA45-45CB84269051}" destId="{46EBCD0A-1BDC-4CB2-843B-3E16B48E55E5}" srcOrd="5" destOrd="0" presId="urn:microsoft.com/office/officeart/2005/8/layout/process3"/>
    <dgm:cxn modelId="{04DA2316-1BF0-1B4F-82AC-847E4D507A22}" type="presParOf" srcId="{46EBCD0A-1BDC-4CB2-843B-3E16B48E55E5}" destId="{FF447DCB-59F2-4C40-9881-22A756B244DC}" srcOrd="0" destOrd="0" presId="urn:microsoft.com/office/officeart/2005/8/layout/process3"/>
    <dgm:cxn modelId="{933C9CE0-A297-B942-BC9C-F7EC4DC3C5F0}" type="presParOf" srcId="{4FF6B90C-23F9-49D1-AA45-45CB84269051}" destId="{016EDB34-E8CE-47BE-A7A2-F241AA0D082B}" srcOrd="6" destOrd="0" presId="urn:microsoft.com/office/officeart/2005/8/layout/process3"/>
    <dgm:cxn modelId="{E2591A37-D134-6C42-909C-194B78E4BD10}" type="presParOf" srcId="{016EDB34-E8CE-47BE-A7A2-F241AA0D082B}" destId="{3E87D738-E1EB-417E-8655-A6903A3B483E}" srcOrd="0" destOrd="0" presId="urn:microsoft.com/office/officeart/2005/8/layout/process3"/>
    <dgm:cxn modelId="{C246EF01-EC2E-DA48-909D-E05EBA56FB9E}" type="presParOf" srcId="{016EDB34-E8CE-47BE-A7A2-F241AA0D082B}" destId="{763132B0-F041-42E6-A673-1C10019009F0}" srcOrd="1" destOrd="0" presId="urn:microsoft.com/office/officeart/2005/8/layout/process3"/>
    <dgm:cxn modelId="{D8A6805B-5B90-F841-8EF5-A65E50E54D10}" type="presParOf" srcId="{016EDB34-E8CE-47BE-A7A2-F241AA0D082B}" destId="{32C7795F-10D3-4365-B6EC-7E0D82ED5DCC}" srcOrd="2" destOrd="0" presId="urn:microsoft.com/office/officeart/2005/8/layout/process3"/>
    <dgm:cxn modelId="{674DC942-2AC8-0D47-B7DC-4255BB4F190D}" type="presParOf" srcId="{4FF6B90C-23F9-49D1-AA45-45CB84269051}" destId="{6394B213-ABF3-4AE1-BBF1-B89CF2E3121B}" srcOrd="7" destOrd="0" presId="urn:microsoft.com/office/officeart/2005/8/layout/process3"/>
    <dgm:cxn modelId="{9384880C-A7D1-F545-94D0-2E162D777602}" type="presParOf" srcId="{6394B213-ABF3-4AE1-BBF1-B89CF2E3121B}" destId="{57A2BAEB-FF53-4812-AB74-0E4CC522D183}" srcOrd="0" destOrd="0" presId="urn:microsoft.com/office/officeart/2005/8/layout/process3"/>
    <dgm:cxn modelId="{25D8F781-48C3-5846-B1D1-F59F7417EC42}" type="presParOf" srcId="{4FF6B90C-23F9-49D1-AA45-45CB84269051}" destId="{98FC6651-3250-401E-AB65-525E64A196AB}" srcOrd="8" destOrd="0" presId="urn:microsoft.com/office/officeart/2005/8/layout/process3"/>
    <dgm:cxn modelId="{62C3BF55-CB6C-A04A-8A0E-FD14FBA12057}" type="presParOf" srcId="{98FC6651-3250-401E-AB65-525E64A196AB}" destId="{6D5E6C31-F1E0-47B3-8067-67099E807704}" srcOrd="0" destOrd="0" presId="urn:microsoft.com/office/officeart/2005/8/layout/process3"/>
    <dgm:cxn modelId="{6714582C-340E-7448-8E60-4B76AE153E09}" type="presParOf" srcId="{98FC6651-3250-401E-AB65-525E64A196AB}" destId="{8F207436-FB83-4574-A9B1-5FA4F06109BD}" srcOrd="1" destOrd="0" presId="urn:microsoft.com/office/officeart/2005/8/layout/process3"/>
    <dgm:cxn modelId="{BE111E3F-0A08-F34E-8DEF-11AA8612AD9D}" type="presParOf" srcId="{98FC6651-3250-401E-AB65-525E64A196AB}" destId="{4E4AAF8B-1877-4CB9-8D61-E4F23DF23511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A1B124-2961-4C6E-AF36-9F18E3AEA96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85CC74B-4D52-460B-80A2-19C479FF5942}">
      <dgm:prSet phldrT="[Text]" custT="1"/>
      <dgm:spPr/>
      <dgm:t>
        <a:bodyPr/>
        <a:lstStyle/>
        <a:p>
          <a:r>
            <a:rPr lang="es-MX" sz="1700" dirty="0"/>
            <a:t>Activo Fijo</a:t>
          </a:r>
        </a:p>
      </dgm:t>
    </dgm:pt>
    <dgm:pt modelId="{BC088E36-9970-4A04-AE98-886214C9068A}" type="parTrans" cxnId="{408F5C20-ED61-4D8F-8C3C-482645D02E81}">
      <dgm:prSet/>
      <dgm:spPr/>
      <dgm:t>
        <a:bodyPr/>
        <a:lstStyle/>
        <a:p>
          <a:endParaRPr lang="es-MX"/>
        </a:p>
      </dgm:t>
    </dgm:pt>
    <dgm:pt modelId="{47BF3487-B397-4B75-8121-930BBCEABD4A}" type="sibTrans" cxnId="{408F5C20-ED61-4D8F-8C3C-482645D02E81}">
      <dgm:prSet/>
      <dgm:spPr/>
      <dgm:t>
        <a:bodyPr/>
        <a:lstStyle/>
        <a:p>
          <a:endParaRPr lang="es-MX"/>
        </a:p>
      </dgm:t>
    </dgm:pt>
    <dgm:pt modelId="{F07A92F0-DDB9-43E5-9211-69F892728F95}">
      <dgm:prSet phldrT="[Text]" custT="1"/>
      <dgm:spPr/>
      <dgm:t>
        <a:bodyPr/>
        <a:lstStyle/>
        <a:p>
          <a:r>
            <a:rPr lang="es-MX" sz="1700" dirty="0"/>
            <a:t>Tasas según tipo de activo</a:t>
          </a:r>
          <a:r>
            <a:rPr lang="es-MX" sz="800" dirty="0"/>
            <a:t> LISR 34</a:t>
          </a:r>
          <a:endParaRPr lang="es-MX" sz="1700" dirty="0"/>
        </a:p>
      </dgm:t>
    </dgm:pt>
    <dgm:pt modelId="{801C51E9-7B29-4D75-A39A-7DF13CBE33A8}" type="parTrans" cxnId="{118384FB-C280-4E76-A0D8-7A8448C31DA4}">
      <dgm:prSet/>
      <dgm:spPr/>
      <dgm:t>
        <a:bodyPr/>
        <a:lstStyle/>
        <a:p>
          <a:endParaRPr lang="es-MX"/>
        </a:p>
      </dgm:t>
    </dgm:pt>
    <dgm:pt modelId="{6D5FBB14-F03A-49C7-A7DE-480E11C518BE}" type="sibTrans" cxnId="{118384FB-C280-4E76-A0D8-7A8448C31DA4}">
      <dgm:prSet/>
      <dgm:spPr/>
      <dgm:t>
        <a:bodyPr/>
        <a:lstStyle/>
        <a:p>
          <a:endParaRPr lang="es-MX"/>
        </a:p>
      </dgm:t>
    </dgm:pt>
    <dgm:pt modelId="{230B90C8-5B59-477F-96A9-6D40B9C92A3D}">
      <dgm:prSet phldrT="[Text]" custT="1"/>
      <dgm:spPr/>
      <dgm:t>
        <a:bodyPr/>
        <a:lstStyle/>
        <a:p>
          <a:r>
            <a:rPr lang="es-MX" sz="1700" dirty="0"/>
            <a:t>Tasas para maquinaria y equipo según tipo de actividad </a:t>
          </a:r>
          <a:r>
            <a:rPr lang="es-MX" sz="800" dirty="0"/>
            <a:t>LISR 35</a:t>
          </a:r>
          <a:endParaRPr lang="es-MX" sz="1700" dirty="0"/>
        </a:p>
      </dgm:t>
    </dgm:pt>
    <dgm:pt modelId="{F107E719-AD7A-4D1C-94C9-42D576C8E66D}" type="parTrans" cxnId="{E63C98A2-3603-4D80-8BCC-9AAB22EAFD60}">
      <dgm:prSet/>
      <dgm:spPr/>
      <dgm:t>
        <a:bodyPr/>
        <a:lstStyle/>
        <a:p>
          <a:endParaRPr lang="es-MX"/>
        </a:p>
      </dgm:t>
    </dgm:pt>
    <dgm:pt modelId="{0D7F568F-EAD2-45D3-8CA5-EA483E2042F7}" type="sibTrans" cxnId="{E63C98A2-3603-4D80-8BCC-9AAB22EAFD60}">
      <dgm:prSet/>
      <dgm:spPr/>
      <dgm:t>
        <a:bodyPr/>
        <a:lstStyle/>
        <a:p>
          <a:endParaRPr lang="es-MX"/>
        </a:p>
      </dgm:t>
    </dgm:pt>
    <dgm:pt modelId="{0A225830-066B-4667-90F3-629364B3C76B}">
      <dgm:prSet phldrT="[Text]" custT="1"/>
      <dgm:spPr/>
      <dgm:t>
        <a:bodyPr/>
        <a:lstStyle/>
        <a:p>
          <a:r>
            <a:rPr lang="es-MX" sz="1700" dirty="0"/>
            <a:t>Gastos Diferidos</a:t>
          </a:r>
        </a:p>
        <a:p>
          <a:r>
            <a:rPr lang="es-MX" sz="800" dirty="0"/>
            <a:t>LISR 33</a:t>
          </a:r>
        </a:p>
      </dgm:t>
    </dgm:pt>
    <dgm:pt modelId="{C4871BC8-38BF-4B21-AFC4-A87D9BCB2C1C}" type="parTrans" cxnId="{E99B58B0-C714-4BC6-ABEA-AA695E02EB71}">
      <dgm:prSet/>
      <dgm:spPr/>
      <dgm:t>
        <a:bodyPr/>
        <a:lstStyle/>
        <a:p>
          <a:endParaRPr lang="es-MX"/>
        </a:p>
      </dgm:t>
    </dgm:pt>
    <dgm:pt modelId="{AB0A4224-69F3-46FA-9037-D2EE5F317D22}" type="sibTrans" cxnId="{E99B58B0-C714-4BC6-ABEA-AA695E02EB71}">
      <dgm:prSet/>
      <dgm:spPr/>
      <dgm:t>
        <a:bodyPr/>
        <a:lstStyle/>
        <a:p>
          <a:endParaRPr lang="es-MX"/>
        </a:p>
      </dgm:t>
    </dgm:pt>
    <dgm:pt modelId="{8BF4A2E7-72F3-4814-B5C1-422FC16AB24C}">
      <dgm:prSet phldrT="[Text]"/>
      <dgm:spPr/>
      <dgm:t>
        <a:bodyPr/>
        <a:lstStyle/>
        <a:p>
          <a:r>
            <a:rPr lang="es-MX" dirty="0"/>
            <a:t>15%</a:t>
          </a:r>
        </a:p>
      </dgm:t>
    </dgm:pt>
    <dgm:pt modelId="{A6B88B84-55EE-47F3-BF2E-441B68A6B3A2}" type="parTrans" cxnId="{C6FDB416-B9DC-495D-82A0-80256628D04D}">
      <dgm:prSet/>
      <dgm:spPr/>
      <dgm:t>
        <a:bodyPr/>
        <a:lstStyle/>
        <a:p>
          <a:endParaRPr lang="es-MX"/>
        </a:p>
      </dgm:t>
    </dgm:pt>
    <dgm:pt modelId="{D5773957-EDFD-4C1B-B818-AA2504912B0A}" type="sibTrans" cxnId="{C6FDB416-B9DC-495D-82A0-80256628D04D}">
      <dgm:prSet/>
      <dgm:spPr/>
      <dgm:t>
        <a:bodyPr/>
        <a:lstStyle/>
        <a:p>
          <a:endParaRPr lang="es-MX"/>
        </a:p>
      </dgm:t>
    </dgm:pt>
    <dgm:pt modelId="{1EDC3789-C368-4C8D-A1F8-B2C8AF4A45A2}">
      <dgm:prSet phldrT="[Text]"/>
      <dgm:spPr/>
      <dgm:t>
        <a:bodyPr/>
        <a:lstStyle/>
        <a:p>
          <a:r>
            <a:rPr lang="es-MX" dirty="0"/>
            <a:t>Explotación de bienes del dominio público y prestación de servicio público concesionado: Número de años de la concesión</a:t>
          </a:r>
        </a:p>
      </dgm:t>
    </dgm:pt>
    <dgm:pt modelId="{58368288-F9AF-40AA-A230-583D17518B1F}" type="parTrans" cxnId="{152C53FA-A4C6-401D-B3BA-7042F9054358}">
      <dgm:prSet/>
      <dgm:spPr/>
      <dgm:t>
        <a:bodyPr/>
        <a:lstStyle/>
        <a:p>
          <a:endParaRPr lang="es-MX"/>
        </a:p>
      </dgm:t>
    </dgm:pt>
    <dgm:pt modelId="{B36AA8A4-8E64-4EFD-9775-0278067190F2}" type="sibTrans" cxnId="{152C53FA-A4C6-401D-B3BA-7042F9054358}">
      <dgm:prSet/>
      <dgm:spPr/>
      <dgm:t>
        <a:bodyPr/>
        <a:lstStyle/>
        <a:p>
          <a:endParaRPr lang="es-MX"/>
        </a:p>
      </dgm:t>
    </dgm:pt>
    <dgm:pt modelId="{49EFCB75-FE81-4729-B714-3FAA6B8B0B5E}">
      <dgm:prSet phldrT="[Text]" custT="1"/>
      <dgm:spPr/>
      <dgm:t>
        <a:bodyPr/>
        <a:lstStyle/>
        <a:p>
          <a:r>
            <a:rPr lang="es-MX" sz="1700" dirty="0"/>
            <a:t>Cargos Diferidos</a:t>
          </a:r>
        </a:p>
        <a:p>
          <a:r>
            <a:rPr lang="es-MX" sz="800" dirty="0"/>
            <a:t>LISR 33</a:t>
          </a:r>
        </a:p>
      </dgm:t>
    </dgm:pt>
    <dgm:pt modelId="{0A0D2FCC-1A33-472E-819E-239C8BD56C56}" type="parTrans" cxnId="{82AA1984-313C-4DDA-9EFC-A309FE327FE7}">
      <dgm:prSet/>
      <dgm:spPr/>
      <dgm:t>
        <a:bodyPr/>
        <a:lstStyle/>
        <a:p>
          <a:endParaRPr lang="es-MX"/>
        </a:p>
      </dgm:t>
    </dgm:pt>
    <dgm:pt modelId="{BA986D67-D10B-4B05-8755-80D43421E3FB}" type="sibTrans" cxnId="{82AA1984-313C-4DDA-9EFC-A309FE327FE7}">
      <dgm:prSet/>
      <dgm:spPr/>
      <dgm:t>
        <a:bodyPr/>
        <a:lstStyle/>
        <a:p>
          <a:endParaRPr lang="es-MX"/>
        </a:p>
      </dgm:t>
    </dgm:pt>
    <dgm:pt modelId="{4EE6238D-3BEB-46EB-A984-C467D160918B}">
      <dgm:prSet phldrT="[Text]"/>
      <dgm:spPr/>
      <dgm:t>
        <a:bodyPr/>
        <a:lstStyle/>
        <a:p>
          <a:r>
            <a:rPr lang="es-MX" dirty="0"/>
            <a:t>5%</a:t>
          </a:r>
        </a:p>
      </dgm:t>
    </dgm:pt>
    <dgm:pt modelId="{2184963B-1FA4-4640-9CFA-DB96BD725AF6}" type="parTrans" cxnId="{7F345045-4762-4432-9856-7E0A061113C1}">
      <dgm:prSet/>
      <dgm:spPr/>
      <dgm:t>
        <a:bodyPr/>
        <a:lstStyle/>
        <a:p>
          <a:endParaRPr lang="es-MX"/>
        </a:p>
      </dgm:t>
    </dgm:pt>
    <dgm:pt modelId="{7D53207E-6781-4914-B84C-003B3D9ED919}" type="sibTrans" cxnId="{7F345045-4762-4432-9856-7E0A061113C1}">
      <dgm:prSet/>
      <dgm:spPr/>
      <dgm:t>
        <a:bodyPr/>
        <a:lstStyle/>
        <a:p>
          <a:endParaRPr lang="es-MX"/>
        </a:p>
      </dgm:t>
    </dgm:pt>
    <dgm:pt modelId="{5C193443-1418-4213-B833-4B174035EE8D}">
      <dgm:prSet custT="1"/>
      <dgm:spPr/>
      <dgm:t>
        <a:bodyPr/>
        <a:lstStyle/>
        <a:p>
          <a:r>
            <a:rPr lang="es-MX" sz="1700" dirty="0"/>
            <a:t>Erogaciones en periodos preoperativos</a:t>
          </a:r>
        </a:p>
        <a:p>
          <a:r>
            <a:rPr lang="es-MX" sz="800" dirty="0"/>
            <a:t>LISR 33</a:t>
          </a:r>
        </a:p>
      </dgm:t>
    </dgm:pt>
    <dgm:pt modelId="{E752DE53-119B-4645-8368-955853DDF996}" type="parTrans" cxnId="{1A7C9E4A-5E6C-4D15-8876-0BBFEEB55261}">
      <dgm:prSet/>
      <dgm:spPr/>
      <dgm:t>
        <a:bodyPr/>
        <a:lstStyle/>
        <a:p>
          <a:endParaRPr lang="es-MX"/>
        </a:p>
      </dgm:t>
    </dgm:pt>
    <dgm:pt modelId="{70409959-7BBB-4B3E-8394-561CD588050A}" type="sibTrans" cxnId="{1A7C9E4A-5E6C-4D15-8876-0BBFEEB55261}">
      <dgm:prSet/>
      <dgm:spPr/>
      <dgm:t>
        <a:bodyPr/>
        <a:lstStyle/>
        <a:p>
          <a:endParaRPr lang="es-MX"/>
        </a:p>
      </dgm:t>
    </dgm:pt>
    <dgm:pt modelId="{6FB95A20-DFC7-495D-B8DA-0C43DD7B88D7}">
      <dgm:prSet/>
      <dgm:spPr/>
      <dgm:t>
        <a:bodyPr/>
        <a:lstStyle/>
        <a:p>
          <a:r>
            <a:rPr lang="es-MX" dirty="0"/>
            <a:t>10%</a:t>
          </a:r>
        </a:p>
      </dgm:t>
    </dgm:pt>
    <dgm:pt modelId="{12FA3358-37AC-45FF-85A5-451C20CD5385}" type="parTrans" cxnId="{413DE576-F752-4243-8607-C4105B5D5EAB}">
      <dgm:prSet/>
      <dgm:spPr/>
      <dgm:t>
        <a:bodyPr/>
        <a:lstStyle/>
        <a:p>
          <a:endParaRPr lang="es-MX"/>
        </a:p>
      </dgm:t>
    </dgm:pt>
    <dgm:pt modelId="{F93C2C99-76B8-4730-A6EC-D4758DB746A1}" type="sibTrans" cxnId="{413DE576-F752-4243-8607-C4105B5D5EAB}">
      <dgm:prSet/>
      <dgm:spPr/>
      <dgm:t>
        <a:bodyPr/>
        <a:lstStyle/>
        <a:p>
          <a:endParaRPr lang="es-MX"/>
        </a:p>
      </dgm:t>
    </dgm:pt>
    <dgm:pt modelId="{7B00B7F7-34F7-4F32-80E1-D1E17E8FF21E}">
      <dgm:prSet phldrT="[Text]"/>
      <dgm:spPr/>
      <dgm:t>
        <a:bodyPr/>
        <a:lstStyle/>
        <a:p>
          <a:r>
            <a:rPr lang="es-MX" dirty="0"/>
            <a:t>En el caso de que el beneficio se concrete (SIC) en el mismo ejercicio en el que se realizó la erogación, la deducción podrá efectuarse en su totalidad en dicho ejercicio</a:t>
          </a:r>
        </a:p>
      </dgm:t>
    </dgm:pt>
    <dgm:pt modelId="{6C46183D-C270-4764-BE5B-ADCDAB22B0EC}" type="parTrans" cxnId="{58FA2461-001F-44B6-9AF8-BC5268559C9F}">
      <dgm:prSet/>
      <dgm:spPr/>
      <dgm:t>
        <a:bodyPr/>
        <a:lstStyle/>
        <a:p>
          <a:endParaRPr lang="es-MX"/>
        </a:p>
      </dgm:t>
    </dgm:pt>
    <dgm:pt modelId="{514F781F-7DB3-4CD3-B2B0-884AD2EBD57D}" type="sibTrans" cxnId="{58FA2461-001F-44B6-9AF8-BC5268559C9F}">
      <dgm:prSet/>
      <dgm:spPr/>
      <dgm:t>
        <a:bodyPr/>
        <a:lstStyle/>
        <a:p>
          <a:endParaRPr lang="es-MX"/>
        </a:p>
      </dgm:t>
    </dgm:pt>
    <dgm:pt modelId="{E2CEAA3E-0957-418D-AEB8-E955E5A2DDE4}">
      <dgm:prSet/>
      <dgm:spPr/>
      <dgm:t>
        <a:bodyPr/>
        <a:lstStyle/>
        <a:p>
          <a:r>
            <a:rPr lang="es-MX" dirty="0"/>
            <a:t>En el caso de que el beneficio se concrete (SIC) en el mismo ejercicio en el que se realizó la erogación, la deducción podrá efectuarse en su totalidad en dicho ejercicio</a:t>
          </a:r>
        </a:p>
      </dgm:t>
    </dgm:pt>
    <dgm:pt modelId="{8A1E5CB2-C2CE-4E01-B752-5C94F18E1541}" type="parTrans" cxnId="{F872B30D-7112-4A4E-863D-48D0D69CE95F}">
      <dgm:prSet/>
      <dgm:spPr/>
      <dgm:t>
        <a:bodyPr/>
        <a:lstStyle/>
        <a:p>
          <a:endParaRPr lang="es-MX"/>
        </a:p>
      </dgm:t>
    </dgm:pt>
    <dgm:pt modelId="{3743C964-9E41-4398-89D0-825351C1053A}" type="sibTrans" cxnId="{F872B30D-7112-4A4E-863D-48D0D69CE95F}">
      <dgm:prSet/>
      <dgm:spPr/>
      <dgm:t>
        <a:bodyPr/>
        <a:lstStyle/>
        <a:p>
          <a:endParaRPr lang="es-MX"/>
        </a:p>
      </dgm:t>
    </dgm:pt>
    <dgm:pt modelId="{77A2D4FF-178C-4689-ABE5-5DD57F1406FA}">
      <dgm:prSet phldrT="[Text]"/>
      <dgm:spPr/>
      <dgm:t>
        <a:bodyPr/>
        <a:lstStyle/>
        <a:p>
          <a:endParaRPr lang="es-MX" sz="1700" dirty="0"/>
        </a:p>
      </dgm:t>
    </dgm:pt>
    <dgm:pt modelId="{FAFF8EDB-40B7-41E5-AD30-EE5E312241B1}" type="parTrans" cxnId="{76EDF0F2-8F35-41B9-A123-49DD98A8C3C8}">
      <dgm:prSet/>
      <dgm:spPr/>
      <dgm:t>
        <a:bodyPr/>
        <a:lstStyle/>
        <a:p>
          <a:endParaRPr lang="es-MX"/>
        </a:p>
      </dgm:t>
    </dgm:pt>
    <dgm:pt modelId="{4C35928F-D5D5-45BB-8300-E53F50EB8CFD}" type="sibTrans" cxnId="{76EDF0F2-8F35-41B9-A123-49DD98A8C3C8}">
      <dgm:prSet/>
      <dgm:spPr/>
      <dgm:t>
        <a:bodyPr/>
        <a:lstStyle/>
        <a:p>
          <a:endParaRPr lang="es-MX"/>
        </a:p>
      </dgm:t>
    </dgm:pt>
    <dgm:pt modelId="{0EFD8D02-934D-46A6-893F-D3DDB265E17E}">
      <dgm:prSet/>
      <dgm:spPr/>
      <dgm:t>
        <a:bodyPr/>
        <a:lstStyle/>
        <a:p>
          <a:endParaRPr lang="es-MX" dirty="0"/>
        </a:p>
      </dgm:t>
    </dgm:pt>
    <dgm:pt modelId="{161D2F4B-ED1A-4AF0-81B4-CAB38028962D}" type="parTrans" cxnId="{E800F5E8-C6D5-40F8-A077-8F2F782A2B45}">
      <dgm:prSet/>
      <dgm:spPr/>
      <dgm:t>
        <a:bodyPr/>
        <a:lstStyle/>
        <a:p>
          <a:endParaRPr lang="es-MX"/>
        </a:p>
      </dgm:t>
    </dgm:pt>
    <dgm:pt modelId="{9351023C-0039-493F-97DD-067BA0E502EF}" type="sibTrans" cxnId="{E800F5E8-C6D5-40F8-A077-8F2F782A2B45}">
      <dgm:prSet/>
      <dgm:spPr/>
      <dgm:t>
        <a:bodyPr/>
        <a:lstStyle/>
        <a:p>
          <a:endParaRPr lang="es-MX"/>
        </a:p>
      </dgm:t>
    </dgm:pt>
    <dgm:pt modelId="{34DDE3AA-F4CE-45DA-80C2-A0A5F0B659C1}">
      <dgm:prSet phldrT="[Text]"/>
      <dgm:spPr/>
      <dgm:t>
        <a:bodyPr/>
        <a:lstStyle/>
        <a:p>
          <a:r>
            <a:rPr lang="es-MX" sz="1700" dirty="0"/>
            <a:t>Principal actividad (en ingresos) en caso de tener más de una.</a:t>
          </a:r>
        </a:p>
      </dgm:t>
    </dgm:pt>
    <dgm:pt modelId="{9B670A5E-387E-442D-9DAE-0353807E4E59}" type="parTrans" cxnId="{D60EAC1F-01DC-49B8-91B6-72EAFCAE1700}">
      <dgm:prSet/>
      <dgm:spPr/>
      <dgm:t>
        <a:bodyPr/>
        <a:lstStyle/>
        <a:p>
          <a:endParaRPr lang="es-MX"/>
        </a:p>
      </dgm:t>
    </dgm:pt>
    <dgm:pt modelId="{96D1E56E-FB3D-4161-A975-1BCE6D11EC94}" type="sibTrans" cxnId="{D60EAC1F-01DC-49B8-91B6-72EAFCAE1700}">
      <dgm:prSet/>
      <dgm:spPr/>
      <dgm:t>
        <a:bodyPr/>
        <a:lstStyle/>
        <a:p>
          <a:endParaRPr lang="es-MX"/>
        </a:p>
      </dgm:t>
    </dgm:pt>
    <dgm:pt modelId="{E6B219BC-2C3C-471E-89F0-D3286F7F6447}">
      <dgm:prSet phldrT="[Text]"/>
      <dgm:spPr/>
      <dgm:t>
        <a:bodyPr/>
        <a:lstStyle/>
        <a:p>
          <a:endParaRPr lang="es-MX" dirty="0"/>
        </a:p>
      </dgm:t>
    </dgm:pt>
    <dgm:pt modelId="{7E83ABF9-2302-4991-B0D3-C4509A53C24A}" type="parTrans" cxnId="{976577DA-0528-46CB-B9DA-FA11422C0173}">
      <dgm:prSet/>
      <dgm:spPr/>
      <dgm:t>
        <a:bodyPr/>
        <a:lstStyle/>
        <a:p>
          <a:endParaRPr lang="es-MX"/>
        </a:p>
      </dgm:t>
    </dgm:pt>
    <dgm:pt modelId="{D7A7806C-B59A-4333-860D-3978C8457F37}" type="sibTrans" cxnId="{976577DA-0528-46CB-B9DA-FA11422C0173}">
      <dgm:prSet/>
      <dgm:spPr/>
      <dgm:t>
        <a:bodyPr/>
        <a:lstStyle/>
        <a:p>
          <a:endParaRPr lang="es-MX"/>
        </a:p>
      </dgm:t>
    </dgm:pt>
    <dgm:pt modelId="{F6CB437C-FC13-42D3-A522-281E713C31B3}">
      <dgm:prSet phldrT="[Text]"/>
      <dgm:spPr/>
      <dgm:t>
        <a:bodyPr/>
        <a:lstStyle/>
        <a:p>
          <a:endParaRPr lang="es-MX" dirty="0"/>
        </a:p>
      </dgm:t>
    </dgm:pt>
    <dgm:pt modelId="{8A67E1AA-640B-4D82-8CE0-254BABD75747}" type="parTrans" cxnId="{CB9A8BD7-4056-4B88-8379-ADC8470DAFFD}">
      <dgm:prSet/>
      <dgm:spPr/>
      <dgm:t>
        <a:bodyPr/>
        <a:lstStyle/>
        <a:p>
          <a:endParaRPr lang="es-MX"/>
        </a:p>
      </dgm:t>
    </dgm:pt>
    <dgm:pt modelId="{8062EA1A-3F95-4337-99D5-999337D5FD3A}" type="sibTrans" cxnId="{CB9A8BD7-4056-4B88-8379-ADC8470DAFFD}">
      <dgm:prSet/>
      <dgm:spPr/>
      <dgm:t>
        <a:bodyPr/>
        <a:lstStyle/>
        <a:p>
          <a:endParaRPr lang="es-MX"/>
        </a:p>
      </dgm:t>
    </dgm:pt>
    <dgm:pt modelId="{FA8F8A11-592D-4320-BE70-511A882E207C}" type="pres">
      <dgm:prSet presAssocID="{BEA1B124-2961-4C6E-AF36-9F18E3AEA96E}" presName="Name0" presStyleCnt="0">
        <dgm:presLayoutVars>
          <dgm:dir/>
          <dgm:animLvl val="lvl"/>
          <dgm:resizeHandles val="exact"/>
        </dgm:presLayoutVars>
      </dgm:prSet>
      <dgm:spPr/>
    </dgm:pt>
    <dgm:pt modelId="{B595E4E0-5D7A-446F-BA59-4A5DAB829215}" type="pres">
      <dgm:prSet presAssocID="{B85CC74B-4D52-460B-80A2-19C479FF5942}" presName="composite" presStyleCnt="0"/>
      <dgm:spPr/>
    </dgm:pt>
    <dgm:pt modelId="{1FD0B46B-FF90-4474-B38F-0A3D76A192B5}" type="pres">
      <dgm:prSet presAssocID="{B85CC74B-4D52-460B-80A2-19C479FF594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A18FF002-A7DE-4B8D-AD56-4E0FA7A3A4A1}" type="pres">
      <dgm:prSet presAssocID="{B85CC74B-4D52-460B-80A2-19C479FF5942}" presName="desTx" presStyleLbl="alignAccFollowNode1" presStyleIdx="0" presStyleCnt="4">
        <dgm:presLayoutVars>
          <dgm:bulletEnabled val="1"/>
        </dgm:presLayoutVars>
      </dgm:prSet>
      <dgm:spPr/>
    </dgm:pt>
    <dgm:pt modelId="{09B8B197-DEB2-4989-957D-B131E46113A7}" type="pres">
      <dgm:prSet presAssocID="{47BF3487-B397-4B75-8121-930BBCEABD4A}" presName="space" presStyleCnt="0"/>
      <dgm:spPr/>
    </dgm:pt>
    <dgm:pt modelId="{DFB095C9-67A2-4183-9889-5A42CEDD5DDF}" type="pres">
      <dgm:prSet presAssocID="{0A225830-066B-4667-90F3-629364B3C76B}" presName="composite" presStyleCnt="0"/>
      <dgm:spPr/>
    </dgm:pt>
    <dgm:pt modelId="{78B4F291-C532-4311-9F30-8F33272633D3}" type="pres">
      <dgm:prSet presAssocID="{0A225830-066B-4667-90F3-629364B3C76B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FCAD5A38-53CB-48B1-8D23-BDF2554657B4}" type="pres">
      <dgm:prSet presAssocID="{0A225830-066B-4667-90F3-629364B3C76B}" presName="desTx" presStyleLbl="alignAccFollowNode1" presStyleIdx="1" presStyleCnt="4">
        <dgm:presLayoutVars>
          <dgm:bulletEnabled val="1"/>
        </dgm:presLayoutVars>
      </dgm:prSet>
      <dgm:spPr/>
    </dgm:pt>
    <dgm:pt modelId="{E322B160-0957-4BAA-97E4-EC1EBF3AAA88}" type="pres">
      <dgm:prSet presAssocID="{AB0A4224-69F3-46FA-9037-D2EE5F317D22}" presName="space" presStyleCnt="0"/>
      <dgm:spPr/>
    </dgm:pt>
    <dgm:pt modelId="{A56B2D64-2066-4452-9316-B1B3AA05F30C}" type="pres">
      <dgm:prSet presAssocID="{49EFCB75-FE81-4729-B714-3FAA6B8B0B5E}" presName="composite" presStyleCnt="0"/>
      <dgm:spPr/>
    </dgm:pt>
    <dgm:pt modelId="{F2650154-7CEA-4C9D-A6E5-E5A9A2BE8315}" type="pres">
      <dgm:prSet presAssocID="{49EFCB75-FE81-4729-B714-3FAA6B8B0B5E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7DC455E3-E3F4-4C0E-9FAD-CCE7006CABD1}" type="pres">
      <dgm:prSet presAssocID="{49EFCB75-FE81-4729-B714-3FAA6B8B0B5E}" presName="desTx" presStyleLbl="alignAccFollowNode1" presStyleIdx="2" presStyleCnt="4">
        <dgm:presLayoutVars>
          <dgm:bulletEnabled val="1"/>
        </dgm:presLayoutVars>
      </dgm:prSet>
      <dgm:spPr/>
    </dgm:pt>
    <dgm:pt modelId="{950CE5D0-4F14-44F0-AED1-C77F882BC4D1}" type="pres">
      <dgm:prSet presAssocID="{BA986D67-D10B-4B05-8755-80D43421E3FB}" presName="space" presStyleCnt="0"/>
      <dgm:spPr/>
    </dgm:pt>
    <dgm:pt modelId="{3320F88B-67B0-4637-9FDB-374DA6B506BD}" type="pres">
      <dgm:prSet presAssocID="{5C193443-1418-4213-B833-4B174035EE8D}" presName="composite" presStyleCnt="0"/>
      <dgm:spPr/>
    </dgm:pt>
    <dgm:pt modelId="{13A0F0F3-8758-4EFD-A9FC-FE9D4C8F4F7C}" type="pres">
      <dgm:prSet presAssocID="{5C193443-1418-4213-B833-4B174035EE8D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C44A0415-1DA4-431D-8B23-CEF0B79FB1E4}" type="pres">
      <dgm:prSet presAssocID="{5C193443-1418-4213-B833-4B174035EE8D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5DC93907-AE46-9640-92BE-A9B024160B34}" type="presOf" srcId="{0A225830-066B-4667-90F3-629364B3C76B}" destId="{78B4F291-C532-4311-9F30-8F33272633D3}" srcOrd="0" destOrd="0" presId="urn:microsoft.com/office/officeart/2005/8/layout/hList1"/>
    <dgm:cxn modelId="{3635020D-42AA-431B-BDB7-60E64A5DE7D8}" type="presOf" srcId="{F6CB437C-FC13-42D3-A522-281E713C31B3}" destId="{FCAD5A38-53CB-48B1-8D23-BDF2554657B4}" srcOrd="0" destOrd="3" presId="urn:microsoft.com/office/officeart/2005/8/layout/hList1"/>
    <dgm:cxn modelId="{F872B30D-7112-4A4E-863D-48D0D69CE95F}" srcId="{5C193443-1418-4213-B833-4B174035EE8D}" destId="{E2CEAA3E-0957-418D-AEB8-E955E5A2DDE4}" srcOrd="2" destOrd="0" parTransId="{8A1E5CB2-C2CE-4E01-B752-5C94F18E1541}" sibTransId="{3743C964-9E41-4398-89D0-825351C1053A}"/>
    <dgm:cxn modelId="{C6FDB416-B9DC-495D-82A0-80256628D04D}" srcId="{0A225830-066B-4667-90F3-629364B3C76B}" destId="{8BF4A2E7-72F3-4814-B5C1-422FC16AB24C}" srcOrd="0" destOrd="0" parTransId="{A6B88B84-55EE-47F3-BF2E-441B68A6B3A2}" sibTransId="{D5773957-EDFD-4C1B-B818-AA2504912B0A}"/>
    <dgm:cxn modelId="{86BC181E-6150-7342-830F-5409B6284430}" type="presOf" srcId="{7B00B7F7-34F7-4F32-80E1-D1E17E8FF21E}" destId="{FCAD5A38-53CB-48B1-8D23-BDF2554657B4}" srcOrd="0" destOrd="4" presId="urn:microsoft.com/office/officeart/2005/8/layout/hList1"/>
    <dgm:cxn modelId="{D60EAC1F-01DC-49B8-91B6-72EAFCAE1700}" srcId="{230B90C8-5B59-477F-96A9-6D40B9C92A3D}" destId="{34DDE3AA-F4CE-45DA-80C2-A0A5F0B659C1}" srcOrd="0" destOrd="0" parTransId="{9B670A5E-387E-442D-9DAE-0353807E4E59}" sibTransId="{96D1E56E-FB3D-4161-A975-1BCE6D11EC94}"/>
    <dgm:cxn modelId="{408F5C20-ED61-4D8F-8C3C-482645D02E81}" srcId="{BEA1B124-2961-4C6E-AF36-9F18E3AEA96E}" destId="{B85CC74B-4D52-460B-80A2-19C479FF5942}" srcOrd="0" destOrd="0" parTransId="{BC088E36-9970-4A04-AE98-886214C9068A}" sibTransId="{47BF3487-B397-4B75-8121-930BBCEABD4A}"/>
    <dgm:cxn modelId="{CFE78926-5F80-C143-ABE3-02361F2C3C83}" type="presOf" srcId="{8BF4A2E7-72F3-4814-B5C1-422FC16AB24C}" destId="{FCAD5A38-53CB-48B1-8D23-BDF2554657B4}" srcOrd="0" destOrd="0" presId="urn:microsoft.com/office/officeart/2005/8/layout/hList1"/>
    <dgm:cxn modelId="{C020EE26-BE7F-8840-9558-F42EB7CAE00D}" type="presOf" srcId="{49EFCB75-FE81-4729-B714-3FAA6B8B0B5E}" destId="{F2650154-7CEA-4C9D-A6E5-E5A9A2BE8315}" srcOrd="0" destOrd="0" presId="urn:microsoft.com/office/officeart/2005/8/layout/hList1"/>
    <dgm:cxn modelId="{DBE9853D-3E19-3D47-AEDA-55D1012B6FDE}" type="presOf" srcId="{5C193443-1418-4213-B833-4B174035EE8D}" destId="{13A0F0F3-8758-4EFD-A9FC-FE9D4C8F4F7C}" srcOrd="0" destOrd="0" presId="urn:microsoft.com/office/officeart/2005/8/layout/hList1"/>
    <dgm:cxn modelId="{8FAC5F5C-BC05-734C-AE3F-8A55B65664A7}" type="presOf" srcId="{E2CEAA3E-0957-418D-AEB8-E955E5A2DDE4}" destId="{C44A0415-1DA4-431D-8B23-CEF0B79FB1E4}" srcOrd="0" destOrd="2" presId="urn:microsoft.com/office/officeart/2005/8/layout/hList1"/>
    <dgm:cxn modelId="{58FA2461-001F-44B6-9AF8-BC5268559C9F}" srcId="{0A225830-066B-4667-90F3-629364B3C76B}" destId="{7B00B7F7-34F7-4F32-80E1-D1E17E8FF21E}" srcOrd="4" destOrd="0" parTransId="{6C46183D-C270-4764-BE5B-ADCDAB22B0EC}" sibTransId="{514F781F-7DB3-4CD3-B2B0-884AD2EBD57D}"/>
    <dgm:cxn modelId="{7F345045-4762-4432-9856-7E0A061113C1}" srcId="{49EFCB75-FE81-4729-B714-3FAA6B8B0B5E}" destId="{4EE6238D-3BEB-46EB-A984-C467D160918B}" srcOrd="0" destOrd="0" parTransId="{2184963B-1FA4-4640-9CFA-DB96BD725AF6}" sibTransId="{7D53207E-6781-4914-B84C-003B3D9ED919}"/>
    <dgm:cxn modelId="{1A7C9E4A-5E6C-4D15-8876-0BBFEEB55261}" srcId="{BEA1B124-2961-4C6E-AF36-9F18E3AEA96E}" destId="{5C193443-1418-4213-B833-4B174035EE8D}" srcOrd="3" destOrd="0" parTransId="{E752DE53-119B-4645-8368-955853DDF996}" sibTransId="{70409959-7BBB-4B3E-8394-561CD588050A}"/>
    <dgm:cxn modelId="{BFE6544C-E516-A340-9BF5-49E4792952E3}" type="presOf" srcId="{77A2D4FF-178C-4689-ABE5-5DD57F1406FA}" destId="{A18FF002-A7DE-4B8D-AD56-4E0FA7A3A4A1}" srcOrd="0" destOrd="1" presId="urn:microsoft.com/office/officeart/2005/8/layout/hList1"/>
    <dgm:cxn modelId="{A3DFE06D-4CB3-D546-9665-184BDD845ACB}" type="presOf" srcId="{F07A92F0-DDB9-43E5-9211-69F892728F95}" destId="{A18FF002-A7DE-4B8D-AD56-4E0FA7A3A4A1}" srcOrd="0" destOrd="0" presId="urn:microsoft.com/office/officeart/2005/8/layout/hList1"/>
    <dgm:cxn modelId="{413DE576-F752-4243-8607-C4105B5D5EAB}" srcId="{5C193443-1418-4213-B833-4B174035EE8D}" destId="{6FB95A20-DFC7-495D-B8DA-0C43DD7B88D7}" srcOrd="0" destOrd="0" parTransId="{12FA3358-37AC-45FF-85A5-451C20CD5385}" sibTransId="{F93C2C99-76B8-4730-A6EC-D4758DB746A1}"/>
    <dgm:cxn modelId="{6EF79F57-97C9-4307-8A57-C76A1F973A59}" type="presOf" srcId="{E6B219BC-2C3C-471E-89F0-D3286F7F6447}" destId="{FCAD5A38-53CB-48B1-8D23-BDF2554657B4}" srcOrd="0" destOrd="1" presId="urn:microsoft.com/office/officeart/2005/8/layout/hList1"/>
    <dgm:cxn modelId="{82AA1984-313C-4DDA-9EFC-A309FE327FE7}" srcId="{BEA1B124-2961-4C6E-AF36-9F18E3AEA96E}" destId="{49EFCB75-FE81-4729-B714-3FAA6B8B0B5E}" srcOrd="2" destOrd="0" parTransId="{0A0D2FCC-1A33-472E-819E-239C8BD56C56}" sibTransId="{BA986D67-D10B-4B05-8755-80D43421E3FB}"/>
    <dgm:cxn modelId="{CB996E94-EA6E-3046-9509-92110D64DD3C}" type="presOf" srcId="{4EE6238D-3BEB-46EB-A984-C467D160918B}" destId="{7DC455E3-E3F4-4C0E-9FAD-CCE7006CABD1}" srcOrd="0" destOrd="0" presId="urn:microsoft.com/office/officeart/2005/8/layout/hList1"/>
    <dgm:cxn modelId="{37BFA6A1-56E7-1E4E-A24F-5B2C6D8DF3C7}" type="presOf" srcId="{B85CC74B-4D52-460B-80A2-19C479FF5942}" destId="{1FD0B46B-FF90-4474-B38F-0A3D76A192B5}" srcOrd="0" destOrd="0" presId="urn:microsoft.com/office/officeart/2005/8/layout/hList1"/>
    <dgm:cxn modelId="{E63C98A2-3603-4D80-8BCC-9AAB22EAFD60}" srcId="{B85CC74B-4D52-460B-80A2-19C479FF5942}" destId="{230B90C8-5B59-477F-96A9-6D40B9C92A3D}" srcOrd="2" destOrd="0" parTransId="{F107E719-AD7A-4D1C-94C9-42D576C8E66D}" sibTransId="{0D7F568F-EAD2-45D3-8CA5-EA483E2042F7}"/>
    <dgm:cxn modelId="{E99B58B0-C714-4BC6-ABEA-AA695E02EB71}" srcId="{BEA1B124-2961-4C6E-AF36-9F18E3AEA96E}" destId="{0A225830-066B-4667-90F3-629364B3C76B}" srcOrd="1" destOrd="0" parTransId="{C4871BC8-38BF-4B21-AFC4-A87D9BCB2C1C}" sibTransId="{AB0A4224-69F3-46FA-9037-D2EE5F317D22}"/>
    <dgm:cxn modelId="{1A6616B1-E16F-8F4F-BE30-AAC638BACC0C}" type="presOf" srcId="{BEA1B124-2961-4C6E-AF36-9F18E3AEA96E}" destId="{FA8F8A11-592D-4320-BE70-511A882E207C}" srcOrd="0" destOrd="0" presId="urn:microsoft.com/office/officeart/2005/8/layout/hList1"/>
    <dgm:cxn modelId="{F4D137C5-D57E-2345-BBA3-2C43116B16EF}" type="presOf" srcId="{230B90C8-5B59-477F-96A9-6D40B9C92A3D}" destId="{A18FF002-A7DE-4B8D-AD56-4E0FA7A3A4A1}" srcOrd="0" destOrd="2" presId="urn:microsoft.com/office/officeart/2005/8/layout/hList1"/>
    <dgm:cxn modelId="{33D771C5-29F8-F445-9904-0611FA236EC6}" type="presOf" srcId="{0EFD8D02-934D-46A6-893F-D3DDB265E17E}" destId="{C44A0415-1DA4-431D-8B23-CEF0B79FB1E4}" srcOrd="0" destOrd="1" presId="urn:microsoft.com/office/officeart/2005/8/layout/hList1"/>
    <dgm:cxn modelId="{406515D5-14A3-884B-AA7C-F7F6A718DDF4}" type="presOf" srcId="{1EDC3789-C368-4C8D-A1F8-B2C8AF4A45A2}" destId="{FCAD5A38-53CB-48B1-8D23-BDF2554657B4}" srcOrd="0" destOrd="2" presId="urn:microsoft.com/office/officeart/2005/8/layout/hList1"/>
    <dgm:cxn modelId="{CB9A8BD7-4056-4B88-8379-ADC8470DAFFD}" srcId="{0A225830-066B-4667-90F3-629364B3C76B}" destId="{F6CB437C-FC13-42D3-A522-281E713C31B3}" srcOrd="3" destOrd="0" parTransId="{8A67E1AA-640B-4D82-8CE0-254BABD75747}" sibTransId="{8062EA1A-3F95-4337-99D5-999337D5FD3A}"/>
    <dgm:cxn modelId="{976577DA-0528-46CB-B9DA-FA11422C0173}" srcId="{0A225830-066B-4667-90F3-629364B3C76B}" destId="{E6B219BC-2C3C-471E-89F0-D3286F7F6447}" srcOrd="1" destOrd="0" parTransId="{7E83ABF9-2302-4991-B0D3-C4509A53C24A}" sibTransId="{D7A7806C-B59A-4333-860D-3978C8457F37}"/>
    <dgm:cxn modelId="{87483FDC-5ED3-8847-B54A-62690EBDC722}" type="presOf" srcId="{34DDE3AA-F4CE-45DA-80C2-A0A5F0B659C1}" destId="{A18FF002-A7DE-4B8D-AD56-4E0FA7A3A4A1}" srcOrd="0" destOrd="3" presId="urn:microsoft.com/office/officeart/2005/8/layout/hList1"/>
    <dgm:cxn modelId="{9C70F0E0-19D4-9D4C-910F-EFB72D81DD17}" type="presOf" srcId="{6FB95A20-DFC7-495D-B8DA-0C43DD7B88D7}" destId="{C44A0415-1DA4-431D-8B23-CEF0B79FB1E4}" srcOrd="0" destOrd="0" presId="urn:microsoft.com/office/officeart/2005/8/layout/hList1"/>
    <dgm:cxn modelId="{E800F5E8-C6D5-40F8-A077-8F2F782A2B45}" srcId="{5C193443-1418-4213-B833-4B174035EE8D}" destId="{0EFD8D02-934D-46A6-893F-D3DDB265E17E}" srcOrd="1" destOrd="0" parTransId="{161D2F4B-ED1A-4AF0-81B4-CAB38028962D}" sibTransId="{9351023C-0039-493F-97DD-067BA0E502EF}"/>
    <dgm:cxn modelId="{76EDF0F2-8F35-41B9-A123-49DD98A8C3C8}" srcId="{B85CC74B-4D52-460B-80A2-19C479FF5942}" destId="{77A2D4FF-178C-4689-ABE5-5DD57F1406FA}" srcOrd="1" destOrd="0" parTransId="{FAFF8EDB-40B7-41E5-AD30-EE5E312241B1}" sibTransId="{4C35928F-D5D5-45BB-8300-E53F50EB8CFD}"/>
    <dgm:cxn modelId="{152C53FA-A4C6-401D-B3BA-7042F9054358}" srcId="{0A225830-066B-4667-90F3-629364B3C76B}" destId="{1EDC3789-C368-4C8D-A1F8-B2C8AF4A45A2}" srcOrd="2" destOrd="0" parTransId="{58368288-F9AF-40AA-A230-583D17518B1F}" sibTransId="{B36AA8A4-8E64-4EFD-9775-0278067190F2}"/>
    <dgm:cxn modelId="{118384FB-C280-4E76-A0D8-7A8448C31DA4}" srcId="{B85CC74B-4D52-460B-80A2-19C479FF5942}" destId="{F07A92F0-DDB9-43E5-9211-69F892728F95}" srcOrd="0" destOrd="0" parTransId="{801C51E9-7B29-4D75-A39A-7DF13CBE33A8}" sibTransId="{6D5FBB14-F03A-49C7-A7DE-480E11C518BE}"/>
    <dgm:cxn modelId="{A86882CC-9901-3F43-8298-DECA58C00C44}" type="presParOf" srcId="{FA8F8A11-592D-4320-BE70-511A882E207C}" destId="{B595E4E0-5D7A-446F-BA59-4A5DAB829215}" srcOrd="0" destOrd="0" presId="urn:microsoft.com/office/officeart/2005/8/layout/hList1"/>
    <dgm:cxn modelId="{9E7968AE-B134-D84F-8959-638C6AFA009E}" type="presParOf" srcId="{B595E4E0-5D7A-446F-BA59-4A5DAB829215}" destId="{1FD0B46B-FF90-4474-B38F-0A3D76A192B5}" srcOrd="0" destOrd="0" presId="urn:microsoft.com/office/officeart/2005/8/layout/hList1"/>
    <dgm:cxn modelId="{2670546A-7AD6-FF44-AC83-7E49B26FE792}" type="presParOf" srcId="{B595E4E0-5D7A-446F-BA59-4A5DAB829215}" destId="{A18FF002-A7DE-4B8D-AD56-4E0FA7A3A4A1}" srcOrd="1" destOrd="0" presId="urn:microsoft.com/office/officeart/2005/8/layout/hList1"/>
    <dgm:cxn modelId="{37FACBC9-53A2-B74D-9F44-9AC7ADD3751F}" type="presParOf" srcId="{FA8F8A11-592D-4320-BE70-511A882E207C}" destId="{09B8B197-DEB2-4989-957D-B131E46113A7}" srcOrd="1" destOrd="0" presId="urn:microsoft.com/office/officeart/2005/8/layout/hList1"/>
    <dgm:cxn modelId="{0300BAFF-23C2-BE49-9847-E0D16D349105}" type="presParOf" srcId="{FA8F8A11-592D-4320-BE70-511A882E207C}" destId="{DFB095C9-67A2-4183-9889-5A42CEDD5DDF}" srcOrd="2" destOrd="0" presId="urn:microsoft.com/office/officeart/2005/8/layout/hList1"/>
    <dgm:cxn modelId="{D5779A07-9538-4848-B98C-220E9EFEB2EC}" type="presParOf" srcId="{DFB095C9-67A2-4183-9889-5A42CEDD5DDF}" destId="{78B4F291-C532-4311-9F30-8F33272633D3}" srcOrd="0" destOrd="0" presId="urn:microsoft.com/office/officeart/2005/8/layout/hList1"/>
    <dgm:cxn modelId="{9C67659F-18FC-E140-809E-42A81A502DAD}" type="presParOf" srcId="{DFB095C9-67A2-4183-9889-5A42CEDD5DDF}" destId="{FCAD5A38-53CB-48B1-8D23-BDF2554657B4}" srcOrd="1" destOrd="0" presId="urn:microsoft.com/office/officeart/2005/8/layout/hList1"/>
    <dgm:cxn modelId="{E5F98673-2FF1-7147-8577-8E8064BCE19E}" type="presParOf" srcId="{FA8F8A11-592D-4320-BE70-511A882E207C}" destId="{E322B160-0957-4BAA-97E4-EC1EBF3AAA88}" srcOrd="3" destOrd="0" presId="urn:microsoft.com/office/officeart/2005/8/layout/hList1"/>
    <dgm:cxn modelId="{3919D021-56AC-244D-A338-615BA9F63F5E}" type="presParOf" srcId="{FA8F8A11-592D-4320-BE70-511A882E207C}" destId="{A56B2D64-2066-4452-9316-B1B3AA05F30C}" srcOrd="4" destOrd="0" presId="urn:microsoft.com/office/officeart/2005/8/layout/hList1"/>
    <dgm:cxn modelId="{6B12652B-D52F-D846-A4C8-10EBF911E558}" type="presParOf" srcId="{A56B2D64-2066-4452-9316-B1B3AA05F30C}" destId="{F2650154-7CEA-4C9D-A6E5-E5A9A2BE8315}" srcOrd="0" destOrd="0" presId="urn:microsoft.com/office/officeart/2005/8/layout/hList1"/>
    <dgm:cxn modelId="{A2E3A03E-D3ED-B34D-AE1C-F540A5A8B9B5}" type="presParOf" srcId="{A56B2D64-2066-4452-9316-B1B3AA05F30C}" destId="{7DC455E3-E3F4-4C0E-9FAD-CCE7006CABD1}" srcOrd="1" destOrd="0" presId="urn:microsoft.com/office/officeart/2005/8/layout/hList1"/>
    <dgm:cxn modelId="{E2A72B3C-7F30-C94F-A2EB-C50E1E534BAE}" type="presParOf" srcId="{FA8F8A11-592D-4320-BE70-511A882E207C}" destId="{950CE5D0-4F14-44F0-AED1-C77F882BC4D1}" srcOrd="5" destOrd="0" presId="urn:microsoft.com/office/officeart/2005/8/layout/hList1"/>
    <dgm:cxn modelId="{F5DC7F45-E9FD-E749-8A84-6251EB3098ED}" type="presParOf" srcId="{FA8F8A11-592D-4320-BE70-511A882E207C}" destId="{3320F88B-67B0-4637-9FDB-374DA6B506BD}" srcOrd="6" destOrd="0" presId="urn:microsoft.com/office/officeart/2005/8/layout/hList1"/>
    <dgm:cxn modelId="{21BD7768-C19B-3A42-A777-988B813F3554}" type="presParOf" srcId="{3320F88B-67B0-4637-9FDB-374DA6B506BD}" destId="{13A0F0F3-8758-4EFD-A9FC-FE9D4C8F4F7C}" srcOrd="0" destOrd="0" presId="urn:microsoft.com/office/officeart/2005/8/layout/hList1"/>
    <dgm:cxn modelId="{D46328A9-2D6E-4746-82F1-E43AC05D9D29}" type="presParOf" srcId="{3320F88B-67B0-4637-9FDB-374DA6B506BD}" destId="{C44A0415-1DA4-431D-8B23-CEF0B79FB1E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CFC8AE-AFB1-48FA-B360-61D983FC3CB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07227C54-FAFC-4EF5-9B00-969A16EAC158}">
      <dgm:prSet phldrT="[Text]"/>
      <dgm:spPr>
        <a:solidFill>
          <a:srgbClr val="92D050"/>
        </a:solidFill>
      </dgm:spPr>
      <dgm:t>
        <a:bodyPr/>
        <a:lstStyle/>
        <a:p>
          <a:r>
            <a:rPr lang="es-MX" dirty="0"/>
            <a:t>Primer Cambio</a:t>
          </a:r>
        </a:p>
        <a:p>
          <a:r>
            <a:rPr lang="es-MX" dirty="0"/>
            <a:t>Sin Requisitos</a:t>
          </a:r>
        </a:p>
      </dgm:t>
    </dgm:pt>
    <dgm:pt modelId="{0B3DA548-17BE-4F65-A2F5-11FB9D995604}" type="parTrans" cxnId="{666E357A-60E7-4442-824D-1008529847F3}">
      <dgm:prSet/>
      <dgm:spPr/>
      <dgm:t>
        <a:bodyPr/>
        <a:lstStyle/>
        <a:p>
          <a:endParaRPr lang="es-MX"/>
        </a:p>
      </dgm:t>
    </dgm:pt>
    <dgm:pt modelId="{9C2834F1-EE38-49F0-83DF-0D1643D9C979}" type="sibTrans" cxnId="{666E357A-60E7-4442-824D-1008529847F3}">
      <dgm:prSet/>
      <dgm:spPr/>
      <dgm:t>
        <a:bodyPr/>
        <a:lstStyle/>
        <a:p>
          <a:endParaRPr lang="es-MX"/>
        </a:p>
      </dgm:t>
    </dgm:pt>
    <dgm:pt modelId="{CBD62D16-D81E-431A-9B5A-BF60BD09F978}">
      <dgm:prSet phldrT="[Text]"/>
      <dgm:spPr/>
      <dgm:t>
        <a:bodyPr/>
        <a:lstStyle/>
        <a:p>
          <a:r>
            <a:rPr lang="es-MX" dirty="0"/>
            <a:t>Segundo Cambio</a:t>
          </a:r>
        </a:p>
      </dgm:t>
    </dgm:pt>
    <dgm:pt modelId="{A721D300-3D5D-4B22-8E6A-6AF1DD9835D6}" type="parTrans" cxnId="{1836BA43-AA5E-4842-AD90-3DAEA716736A}">
      <dgm:prSet/>
      <dgm:spPr/>
      <dgm:t>
        <a:bodyPr/>
        <a:lstStyle/>
        <a:p>
          <a:endParaRPr lang="es-MX" dirty="0"/>
        </a:p>
      </dgm:t>
    </dgm:pt>
    <dgm:pt modelId="{4A181EDA-64E7-469E-8672-29CF71FB06BA}" type="sibTrans" cxnId="{1836BA43-AA5E-4842-AD90-3DAEA716736A}">
      <dgm:prSet/>
      <dgm:spPr/>
      <dgm:t>
        <a:bodyPr/>
        <a:lstStyle/>
        <a:p>
          <a:endParaRPr lang="es-MX"/>
        </a:p>
      </dgm:t>
    </dgm:pt>
    <dgm:pt modelId="{6B1D6EBF-E19D-4512-AC31-365F957D1E08}">
      <dgm:prSet phldrT="[Text]"/>
      <dgm:spPr/>
      <dgm:t>
        <a:bodyPr/>
        <a:lstStyle/>
        <a:p>
          <a:r>
            <a:rPr lang="es-MX" dirty="0"/>
            <a:t>Antes de 5 años</a:t>
          </a:r>
        </a:p>
      </dgm:t>
    </dgm:pt>
    <dgm:pt modelId="{F6BD7B7F-C652-4F3A-9F67-2E1B59F984F6}" type="parTrans" cxnId="{91272605-EE7E-4C8A-A59E-DD710CC5DB18}">
      <dgm:prSet/>
      <dgm:spPr/>
      <dgm:t>
        <a:bodyPr/>
        <a:lstStyle/>
        <a:p>
          <a:endParaRPr lang="es-MX" dirty="0"/>
        </a:p>
      </dgm:t>
    </dgm:pt>
    <dgm:pt modelId="{F5D7BA4A-98A3-4BBB-B08C-BD91E1450C16}" type="sibTrans" cxnId="{91272605-EE7E-4C8A-A59E-DD710CC5DB18}">
      <dgm:prSet/>
      <dgm:spPr/>
      <dgm:t>
        <a:bodyPr/>
        <a:lstStyle/>
        <a:p>
          <a:endParaRPr lang="es-MX"/>
        </a:p>
      </dgm:t>
    </dgm:pt>
    <dgm:pt modelId="{F85941A3-25E5-4EA5-98F1-1E70C5304C60}">
      <dgm:prSet phldrT="[Text]"/>
      <dgm:spPr/>
      <dgm:t>
        <a:bodyPr/>
        <a:lstStyle/>
        <a:p>
          <a:r>
            <a:rPr lang="es-MX" dirty="0"/>
            <a:t>Transcurridos 5 años</a:t>
          </a:r>
        </a:p>
      </dgm:t>
    </dgm:pt>
    <dgm:pt modelId="{210C3175-6D0D-445A-AD27-588C17824173}" type="parTrans" cxnId="{A85D1E58-EA05-45C9-8C27-AEFAD6B9440C}">
      <dgm:prSet/>
      <dgm:spPr/>
      <dgm:t>
        <a:bodyPr/>
        <a:lstStyle/>
        <a:p>
          <a:endParaRPr lang="es-MX" dirty="0"/>
        </a:p>
      </dgm:t>
    </dgm:pt>
    <dgm:pt modelId="{FC302302-D306-48C3-A873-7019BE2605E4}" type="sibTrans" cxnId="{A85D1E58-EA05-45C9-8C27-AEFAD6B9440C}">
      <dgm:prSet/>
      <dgm:spPr/>
      <dgm:t>
        <a:bodyPr/>
        <a:lstStyle/>
        <a:p>
          <a:endParaRPr lang="es-MX"/>
        </a:p>
      </dgm:t>
    </dgm:pt>
    <dgm:pt modelId="{6EEBBE96-9FDD-4617-8F64-CE6098E02187}">
      <dgm:prSet/>
      <dgm:spPr/>
      <dgm:t>
        <a:bodyPr/>
        <a:lstStyle/>
        <a:p>
          <a:r>
            <a:rPr lang="es-MX" dirty="0"/>
            <a:t>Fusiones,</a:t>
          </a:r>
        </a:p>
        <a:p>
          <a:r>
            <a:rPr lang="es-MX" dirty="0"/>
            <a:t>Escisiones o</a:t>
          </a:r>
        </a:p>
        <a:p>
          <a:r>
            <a:rPr lang="es-MX" dirty="0"/>
            <a:t>Venta del 25% del CS</a:t>
          </a:r>
        </a:p>
      </dgm:t>
    </dgm:pt>
    <dgm:pt modelId="{7BBA8DD3-67BA-4586-B208-F8174FEA5F72}" type="parTrans" cxnId="{8C9ECA4F-BEE8-4584-971C-D92D952D911F}">
      <dgm:prSet/>
      <dgm:spPr/>
      <dgm:t>
        <a:bodyPr/>
        <a:lstStyle/>
        <a:p>
          <a:endParaRPr lang="es-MX" dirty="0"/>
        </a:p>
      </dgm:t>
    </dgm:pt>
    <dgm:pt modelId="{1B56B547-58F4-4CD3-8193-9C0DEE4F0B9C}" type="sibTrans" cxnId="{8C9ECA4F-BEE8-4584-971C-D92D952D911F}">
      <dgm:prSet/>
      <dgm:spPr/>
      <dgm:t>
        <a:bodyPr/>
        <a:lstStyle/>
        <a:p>
          <a:endParaRPr lang="es-MX"/>
        </a:p>
      </dgm:t>
    </dgm:pt>
    <dgm:pt modelId="{6C5AB60B-2E8B-41F0-9AAC-EB0E663A23CC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Sin Requisitos</a:t>
          </a:r>
        </a:p>
      </dgm:t>
    </dgm:pt>
    <dgm:pt modelId="{A05858A3-A5F0-4637-93D6-99A64B7F59EB}" type="parTrans" cxnId="{6DCCCECB-4AF6-4921-9912-AD1E0D488E73}">
      <dgm:prSet/>
      <dgm:spPr/>
      <dgm:t>
        <a:bodyPr/>
        <a:lstStyle/>
        <a:p>
          <a:endParaRPr lang="es-MX" dirty="0"/>
        </a:p>
      </dgm:t>
    </dgm:pt>
    <dgm:pt modelId="{C4ED858A-DB1E-4C5E-8BA3-109D4F701B6E}" type="sibTrans" cxnId="{6DCCCECB-4AF6-4921-9912-AD1E0D488E73}">
      <dgm:prSet/>
      <dgm:spPr/>
      <dgm:t>
        <a:bodyPr/>
        <a:lstStyle/>
        <a:p>
          <a:endParaRPr lang="es-MX"/>
        </a:p>
      </dgm:t>
    </dgm:pt>
    <dgm:pt modelId="{435ECC58-433B-4B76-8B5C-4BC6017CD1BD}">
      <dgm:prSet/>
      <dgm:spPr/>
      <dgm:t>
        <a:bodyPr/>
        <a:lstStyle/>
        <a:p>
          <a:r>
            <a:rPr lang="es-MX" dirty="0"/>
            <a:t>Otros casos</a:t>
          </a:r>
        </a:p>
      </dgm:t>
    </dgm:pt>
    <dgm:pt modelId="{8C96AE47-2C22-4DCC-A464-B6FE43789F44}" type="parTrans" cxnId="{5D9AA6DB-F08A-41A5-9D7B-923EA72D4F1C}">
      <dgm:prSet/>
      <dgm:spPr/>
      <dgm:t>
        <a:bodyPr/>
        <a:lstStyle/>
        <a:p>
          <a:endParaRPr lang="es-MX" dirty="0"/>
        </a:p>
      </dgm:t>
    </dgm:pt>
    <dgm:pt modelId="{A56DE677-C353-4FCF-9EB2-9C8E2F327A2C}" type="sibTrans" cxnId="{5D9AA6DB-F08A-41A5-9D7B-923EA72D4F1C}">
      <dgm:prSet/>
      <dgm:spPr/>
      <dgm:t>
        <a:bodyPr/>
        <a:lstStyle/>
        <a:p>
          <a:endParaRPr lang="es-MX"/>
        </a:p>
      </dgm:t>
    </dgm:pt>
    <dgm:pt modelId="{9F65B6D0-4726-476D-A495-FCECEC3219BF}">
      <dgm:prSet/>
      <dgm:spPr/>
      <dgm:t>
        <a:bodyPr/>
        <a:lstStyle/>
        <a:p>
          <a:r>
            <a:rPr lang="es-MX" dirty="0"/>
            <a:t>Sin pérdida en el ejercicio del cambio</a:t>
          </a:r>
        </a:p>
      </dgm:t>
    </dgm:pt>
    <dgm:pt modelId="{3DB0DC94-A3A7-48BA-BAFC-9E3ADF178657}" type="parTrans" cxnId="{2A5ABF95-7218-4D2D-A988-8A59EFE650A0}">
      <dgm:prSet/>
      <dgm:spPr/>
      <dgm:t>
        <a:bodyPr/>
        <a:lstStyle/>
        <a:p>
          <a:endParaRPr lang="es-MX" dirty="0"/>
        </a:p>
      </dgm:t>
    </dgm:pt>
    <dgm:pt modelId="{82CE2F55-14E5-4FAB-A797-FF2A7BF574C9}" type="sibTrans" cxnId="{2A5ABF95-7218-4D2D-A988-8A59EFE650A0}">
      <dgm:prSet/>
      <dgm:spPr/>
      <dgm:t>
        <a:bodyPr/>
        <a:lstStyle/>
        <a:p>
          <a:endParaRPr lang="es-MX"/>
        </a:p>
      </dgm:t>
    </dgm:pt>
    <dgm:pt modelId="{D1781A90-9784-47D8-876D-AD3575AF0ABA}">
      <dgm:prSet/>
      <dgm:spPr/>
      <dgm:t>
        <a:bodyPr/>
        <a:lstStyle/>
        <a:p>
          <a:r>
            <a:rPr lang="es-MX" dirty="0"/>
            <a:t>Sin pérdidas en cualquiera de  los 3 ejercicios anteriores</a:t>
          </a:r>
        </a:p>
      </dgm:t>
    </dgm:pt>
    <dgm:pt modelId="{FFEF6733-79B4-4C2D-870B-AA7AFA60CD7B}" type="parTrans" cxnId="{0C2782B3-6D66-481B-8562-F86DA95DB1C5}">
      <dgm:prSet/>
      <dgm:spPr/>
      <dgm:t>
        <a:bodyPr/>
        <a:lstStyle/>
        <a:p>
          <a:endParaRPr lang="es-MX" dirty="0"/>
        </a:p>
      </dgm:t>
    </dgm:pt>
    <dgm:pt modelId="{50E1E3B5-3E62-41CC-9FFE-0E218C176C7A}" type="sibTrans" cxnId="{0C2782B3-6D66-481B-8562-F86DA95DB1C5}">
      <dgm:prSet/>
      <dgm:spPr/>
      <dgm:t>
        <a:bodyPr/>
        <a:lstStyle/>
        <a:p>
          <a:endParaRPr lang="es-MX"/>
        </a:p>
      </dgm:t>
    </dgm:pt>
    <dgm:pt modelId="{1CCA114F-936B-4801-BF76-770F1B8A92AA}">
      <dgm:prSet/>
      <dgm:spPr/>
      <dgm:t>
        <a:bodyPr/>
        <a:lstStyle/>
        <a:p>
          <a:r>
            <a:rPr lang="es-MX" dirty="0"/>
            <a:t>Sin que el cambio genere pérdida</a:t>
          </a:r>
        </a:p>
      </dgm:t>
    </dgm:pt>
    <dgm:pt modelId="{AE61DFDE-D8DB-4B47-8E3D-A4B622FEA4C2}" type="parTrans" cxnId="{6473BEBF-8FBC-44D4-B210-D635F1B038D2}">
      <dgm:prSet/>
      <dgm:spPr/>
      <dgm:t>
        <a:bodyPr/>
        <a:lstStyle/>
        <a:p>
          <a:endParaRPr lang="es-MX" dirty="0"/>
        </a:p>
      </dgm:t>
    </dgm:pt>
    <dgm:pt modelId="{E3364684-414B-4532-8173-36E9F7A3754F}" type="sibTrans" cxnId="{6473BEBF-8FBC-44D4-B210-D635F1B038D2}">
      <dgm:prSet/>
      <dgm:spPr/>
      <dgm:t>
        <a:bodyPr/>
        <a:lstStyle/>
        <a:p>
          <a:endParaRPr lang="es-MX"/>
        </a:p>
      </dgm:t>
    </dgm:pt>
    <dgm:pt modelId="{DED7AFBA-94F1-4FE7-B19E-2CB578F0CE26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Sin Requisitos</a:t>
          </a:r>
        </a:p>
      </dgm:t>
    </dgm:pt>
    <dgm:pt modelId="{D7334C8E-455D-4D65-87ED-56C6847073A7}" type="parTrans" cxnId="{17375870-715C-453C-A53F-868524F2DEE1}">
      <dgm:prSet/>
      <dgm:spPr/>
      <dgm:t>
        <a:bodyPr/>
        <a:lstStyle/>
        <a:p>
          <a:endParaRPr lang="es-MX" dirty="0"/>
        </a:p>
      </dgm:t>
    </dgm:pt>
    <dgm:pt modelId="{D2947424-C940-4915-9A88-7960F7F2F71F}" type="sibTrans" cxnId="{17375870-715C-453C-A53F-868524F2DEE1}">
      <dgm:prSet/>
      <dgm:spPr/>
      <dgm:t>
        <a:bodyPr/>
        <a:lstStyle/>
        <a:p>
          <a:endParaRPr lang="es-MX"/>
        </a:p>
      </dgm:t>
    </dgm:pt>
    <dgm:pt modelId="{BDB733D2-97BD-4359-82D3-1FEF71601714}" type="pres">
      <dgm:prSet presAssocID="{1ACFC8AE-AFB1-48FA-B360-61D983FC3CB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043D929-A815-4FFC-A878-0545C9A856AD}" type="pres">
      <dgm:prSet presAssocID="{07227C54-FAFC-4EF5-9B00-969A16EAC158}" presName="root1" presStyleCnt="0"/>
      <dgm:spPr/>
    </dgm:pt>
    <dgm:pt modelId="{386CC409-476A-4F1C-B50A-7B995CEBFD71}" type="pres">
      <dgm:prSet presAssocID="{07227C54-FAFC-4EF5-9B00-969A16EAC158}" presName="LevelOneTextNode" presStyleLbl="node0" presStyleIdx="0" presStyleCnt="1">
        <dgm:presLayoutVars>
          <dgm:chPref val="3"/>
        </dgm:presLayoutVars>
      </dgm:prSet>
      <dgm:spPr/>
    </dgm:pt>
    <dgm:pt modelId="{824E157E-B621-42F8-8CA7-C83EA6D6266E}" type="pres">
      <dgm:prSet presAssocID="{07227C54-FAFC-4EF5-9B00-969A16EAC158}" presName="level2hierChild" presStyleCnt="0"/>
      <dgm:spPr/>
    </dgm:pt>
    <dgm:pt modelId="{17DB4191-A726-4E2D-B6EE-0672FB74A5DE}" type="pres">
      <dgm:prSet presAssocID="{A721D300-3D5D-4B22-8E6A-6AF1DD9835D6}" presName="conn2-1" presStyleLbl="parChTrans1D2" presStyleIdx="0" presStyleCnt="1"/>
      <dgm:spPr/>
    </dgm:pt>
    <dgm:pt modelId="{B2D10E48-4122-4D83-BA5A-8BB352D4A56D}" type="pres">
      <dgm:prSet presAssocID="{A721D300-3D5D-4B22-8E6A-6AF1DD9835D6}" presName="connTx" presStyleLbl="parChTrans1D2" presStyleIdx="0" presStyleCnt="1"/>
      <dgm:spPr/>
    </dgm:pt>
    <dgm:pt modelId="{586746DC-B31D-42F0-904B-085DD887D007}" type="pres">
      <dgm:prSet presAssocID="{CBD62D16-D81E-431A-9B5A-BF60BD09F978}" presName="root2" presStyleCnt="0"/>
      <dgm:spPr/>
    </dgm:pt>
    <dgm:pt modelId="{C030BE50-3B6B-4C76-BD2C-2594FC82D7C1}" type="pres">
      <dgm:prSet presAssocID="{CBD62D16-D81E-431A-9B5A-BF60BD09F978}" presName="LevelTwoTextNode" presStyleLbl="node2" presStyleIdx="0" presStyleCnt="1">
        <dgm:presLayoutVars>
          <dgm:chPref val="3"/>
        </dgm:presLayoutVars>
      </dgm:prSet>
      <dgm:spPr/>
    </dgm:pt>
    <dgm:pt modelId="{9DA3EA9E-C796-4357-B13D-F259AB705662}" type="pres">
      <dgm:prSet presAssocID="{CBD62D16-D81E-431A-9B5A-BF60BD09F978}" presName="level3hierChild" presStyleCnt="0"/>
      <dgm:spPr/>
    </dgm:pt>
    <dgm:pt modelId="{80AAE040-5C60-4123-8D16-F653DC718689}" type="pres">
      <dgm:prSet presAssocID="{F6BD7B7F-C652-4F3A-9F67-2E1B59F984F6}" presName="conn2-1" presStyleLbl="parChTrans1D3" presStyleIdx="0" presStyleCnt="2"/>
      <dgm:spPr/>
    </dgm:pt>
    <dgm:pt modelId="{1CD34B97-569F-4916-BDEB-084BB9082E11}" type="pres">
      <dgm:prSet presAssocID="{F6BD7B7F-C652-4F3A-9F67-2E1B59F984F6}" presName="connTx" presStyleLbl="parChTrans1D3" presStyleIdx="0" presStyleCnt="2"/>
      <dgm:spPr/>
    </dgm:pt>
    <dgm:pt modelId="{77A6D200-E0F8-47AF-82E7-C8636D9F5106}" type="pres">
      <dgm:prSet presAssocID="{6B1D6EBF-E19D-4512-AC31-365F957D1E08}" presName="root2" presStyleCnt="0"/>
      <dgm:spPr/>
    </dgm:pt>
    <dgm:pt modelId="{5B0F69C5-07ED-4DF4-97CE-120AADFC126A}" type="pres">
      <dgm:prSet presAssocID="{6B1D6EBF-E19D-4512-AC31-365F957D1E08}" presName="LevelTwoTextNode" presStyleLbl="node3" presStyleIdx="0" presStyleCnt="2">
        <dgm:presLayoutVars>
          <dgm:chPref val="3"/>
        </dgm:presLayoutVars>
      </dgm:prSet>
      <dgm:spPr/>
    </dgm:pt>
    <dgm:pt modelId="{970845D7-25F2-43E5-B0E0-3D6A763586D7}" type="pres">
      <dgm:prSet presAssocID="{6B1D6EBF-E19D-4512-AC31-365F957D1E08}" presName="level3hierChild" presStyleCnt="0"/>
      <dgm:spPr/>
    </dgm:pt>
    <dgm:pt modelId="{FFCE9145-51E5-4335-9A8D-AD1AC9E01C85}" type="pres">
      <dgm:prSet presAssocID="{7BBA8DD3-67BA-4586-B208-F8174FEA5F72}" presName="conn2-1" presStyleLbl="parChTrans1D4" presStyleIdx="0" presStyleCnt="7"/>
      <dgm:spPr/>
    </dgm:pt>
    <dgm:pt modelId="{BD43D3B0-A332-4EBF-AA5B-0C8433F9B168}" type="pres">
      <dgm:prSet presAssocID="{7BBA8DD3-67BA-4586-B208-F8174FEA5F72}" presName="connTx" presStyleLbl="parChTrans1D4" presStyleIdx="0" presStyleCnt="7"/>
      <dgm:spPr/>
    </dgm:pt>
    <dgm:pt modelId="{11685CB5-A18E-4EEA-BEA7-C35FFF792B30}" type="pres">
      <dgm:prSet presAssocID="{6EEBBE96-9FDD-4617-8F64-CE6098E02187}" presName="root2" presStyleCnt="0"/>
      <dgm:spPr/>
    </dgm:pt>
    <dgm:pt modelId="{B9475C7B-7042-4829-807C-DAE6ECF71424}" type="pres">
      <dgm:prSet presAssocID="{6EEBBE96-9FDD-4617-8F64-CE6098E02187}" presName="LevelTwoTextNode" presStyleLbl="node4" presStyleIdx="0" presStyleCnt="7">
        <dgm:presLayoutVars>
          <dgm:chPref val="3"/>
        </dgm:presLayoutVars>
      </dgm:prSet>
      <dgm:spPr/>
    </dgm:pt>
    <dgm:pt modelId="{CDC21A1F-BDB4-4148-A7EC-12AFE3DE3241}" type="pres">
      <dgm:prSet presAssocID="{6EEBBE96-9FDD-4617-8F64-CE6098E02187}" presName="level3hierChild" presStyleCnt="0"/>
      <dgm:spPr/>
    </dgm:pt>
    <dgm:pt modelId="{F1DF3B1D-7316-42CF-BAF6-AF474C2CD0AB}" type="pres">
      <dgm:prSet presAssocID="{D7334C8E-455D-4D65-87ED-56C6847073A7}" presName="conn2-1" presStyleLbl="parChTrans1D4" presStyleIdx="1" presStyleCnt="7"/>
      <dgm:spPr/>
    </dgm:pt>
    <dgm:pt modelId="{23914A2F-EAC0-48B2-B0DF-BD9C944911F6}" type="pres">
      <dgm:prSet presAssocID="{D7334C8E-455D-4D65-87ED-56C6847073A7}" presName="connTx" presStyleLbl="parChTrans1D4" presStyleIdx="1" presStyleCnt="7"/>
      <dgm:spPr/>
    </dgm:pt>
    <dgm:pt modelId="{BE293A97-887D-48C4-BA57-5A1916F85C3C}" type="pres">
      <dgm:prSet presAssocID="{DED7AFBA-94F1-4FE7-B19E-2CB578F0CE26}" presName="root2" presStyleCnt="0"/>
      <dgm:spPr/>
    </dgm:pt>
    <dgm:pt modelId="{71E42BA3-008B-4D47-88BD-857969FD30C3}" type="pres">
      <dgm:prSet presAssocID="{DED7AFBA-94F1-4FE7-B19E-2CB578F0CE26}" presName="LevelTwoTextNode" presStyleLbl="node4" presStyleIdx="1" presStyleCnt="7">
        <dgm:presLayoutVars>
          <dgm:chPref val="3"/>
        </dgm:presLayoutVars>
      </dgm:prSet>
      <dgm:spPr/>
    </dgm:pt>
    <dgm:pt modelId="{4AA9F9F1-B3EA-4767-94F4-025AA568122A}" type="pres">
      <dgm:prSet presAssocID="{DED7AFBA-94F1-4FE7-B19E-2CB578F0CE26}" presName="level3hierChild" presStyleCnt="0"/>
      <dgm:spPr/>
    </dgm:pt>
    <dgm:pt modelId="{0F07E6A6-3575-448E-BD46-EE4BA3AFBB75}" type="pres">
      <dgm:prSet presAssocID="{8C96AE47-2C22-4DCC-A464-B6FE43789F44}" presName="conn2-1" presStyleLbl="parChTrans1D4" presStyleIdx="2" presStyleCnt="7"/>
      <dgm:spPr/>
    </dgm:pt>
    <dgm:pt modelId="{92B15854-DAD6-4B33-B083-89915DE390B4}" type="pres">
      <dgm:prSet presAssocID="{8C96AE47-2C22-4DCC-A464-B6FE43789F44}" presName="connTx" presStyleLbl="parChTrans1D4" presStyleIdx="2" presStyleCnt="7"/>
      <dgm:spPr/>
    </dgm:pt>
    <dgm:pt modelId="{4A0A786E-18B1-41BB-A9B0-821B543E2E0F}" type="pres">
      <dgm:prSet presAssocID="{435ECC58-433B-4B76-8B5C-4BC6017CD1BD}" presName="root2" presStyleCnt="0"/>
      <dgm:spPr/>
    </dgm:pt>
    <dgm:pt modelId="{FDFE6AC1-E88A-4D84-B5B7-672C09672B09}" type="pres">
      <dgm:prSet presAssocID="{435ECC58-433B-4B76-8B5C-4BC6017CD1BD}" presName="LevelTwoTextNode" presStyleLbl="node4" presStyleIdx="2" presStyleCnt="7">
        <dgm:presLayoutVars>
          <dgm:chPref val="3"/>
        </dgm:presLayoutVars>
      </dgm:prSet>
      <dgm:spPr/>
    </dgm:pt>
    <dgm:pt modelId="{7AA850F7-13BD-468A-9783-45B29B07DC4A}" type="pres">
      <dgm:prSet presAssocID="{435ECC58-433B-4B76-8B5C-4BC6017CD1BD}" presName="level3hierChild" presStyleCnt="0"/>
      <dgm:spPr/>
    </dgm:pt>
    <dgm:pt modelId="{D22535E8-D9FB-4D3E-BB63-6D6E7AD38A78}" type="pres">
      <dgm:prSet presAssocID="{3DB0DC94-A3A7-48BA-BAFC-9E3ADF178657}" presName="conn2-1" presStyleLbl="parChTrans1D4" presStyleIdx="3" presStyleCnt="7"/>
      <dgm:spPr/>
    </dgm:pt>
    <dgm:pt modelId="{EEE3512B-A688-422E-BD0E-76E0924674E2}" type="pres">
      <dgm:prSet presAssocID="{3DB0DC94-A3A7-48BA-BAFC-9E3ADF178657}" presName="connTx" presStyleLbl="parChTrans1D4" presStyleIdx="3" presStyleCnt="7"/>
      <dgm:spPr/>
    </dgm:pt>
    <dgm:pt modelId="{0C5BC9C3-A2D6-46B0-9C5B-3515D2CEFD90}" type="pres">
      <dgm:prSet presAssocID="{9F65B6D0-4726-476D-A495-FCECEC3219BF}" presName="root2" presStyleCnt="0"/>
      <dgm:spPr/>
    </dgm:pt>
    <dgm:pt modelId="{BF5FCBF5-0760-4B8E-97BA-FF1751052286}" type="pres">
      <dgm:prSet presAssocID="{9F65B6D0-4726-476D-A495-FCECEC3219BF}" presName="LevelTwoTextNode" presStyleLbl="node4" presStyleIdx="3" presStyleCnt="7">
        <dgm:presLayoutVars>
          <dgm:chPref val="3"/>
        </dgm:presLayoutVars>
      </dgm:prSet>
      <dgm:spPr/>
    </dgm:pt>
    <dgm:pt modelId="{BE39E5DC-8FC9-4904-B1ED-8E0B1E6FF1D5}" type="pres">
      <dgm:prSet presAssocID="{9F65B6D0-4726-476D-A495-FCECEC3219BF}" presName="level3hierChild" presStyleCnt="0"/>
      <dgm:spPr/>
    </dgm:pt>
    <dgm:pt modelId="{7A749F1A-9B41-485E-B636-F2E6F4D12AC8}" type="pres">
      <dgm:prSet presAssocID="{FFEF6733-79B4-4C2D-870B-AA7AFA60CD7B}" presName="conn2-1" presStyleLbl="parChTrans1D4" presStyleIdx="4" presStyleCnt="7"/>
      <dgm:spPr/>
    </dgm:pt>
    <dgm:pt modelId="{001DA37C-9061-43E8-A3B1-BD77F73B75E7}" type="pres">
      <dgm:prSet presAssocID="{FFEF6733-79B4-4C2D-870B-AA7AFA60CD7B}" presName="connTx" presStyleLbl="parChTrans1D4" presStyleIdx="4" presStyleCnt="7"/>
      <dgm:spPr/>
    </dgm:pt>
    <dgm:pt modelId="{4AC43C9D-D5CC-4687-9B08-B5A16A179C0B}" type="pres">
      <dgm:prSet presAssocID="{D1781A90-9784-47D8-876D-AD3575AF0ABA}" presName="root2" presStyleCnt="0"/>
      <dgm:spPr/>
    </dgm:pt>
    <dgm:pt modelId="{60E27077-CBF1-4D45-A516-2670F4BB3110}" type="pres">
      <dgm:prSet presAssocID="{D1781A90-9784-47D8-876D-AD3575AF0ABA}" presName="LevelTwoTextNode" presStyleLbl="node4" presStyleIdx="4" presStyleCnt="7">
        <dgm:presLayoutVars>
          <dgm:chPref val="3"/>
        </dgm:presLayoutVars>
      </dgm:prSet>
      <dgm:spPr/>
    </dgm:pt>
    <dgm:pt modelId="{D7692685-E4DA-4556-B621-10DBD938C4D3}" type="pres">
      <dgm:prSet presAssocID="{D1781A90-9784-47D8-876D-AD3575AF0ABA}" presName="level3hierChild" presStyleCnt="0"/>
      <dgm:spPr/>
    </dgm:pt>
    <dgm:pt modelId="{87138A09-E1A8-4AC2-8FE4-EA7985B5149D}" type="pres">
      <dgm:prSet presAssocID="{AE61DFDE-D8DB-4B47-8E3D-A4B622FEA4C2}" presName="conn2-1" presStyleLbl="parChTrans1D4" presStyleIdx="5" presStyleCnt="7"/>
      <dgm:spPr/>
    </dgm:pt>
    <dgm:pt modelId="{88C1BE4C-E35B-4A78-BFA4-DBFAE9F8F65E}" type="pres">
      <dgm:prSet presAssocID="{AE61DFDE-D8DB-4B47-8E3D-A4B622FEA4C2}" presName="connTx" presStyleLbl="parChTrans1D4" presStyleIdx="5" presStyleCnt="7"/>
      <dgm:spPr/>
    </dgm:pt>
    <dgm:pt modelId="{F887514E-EF61-42D8-8711-C5961A52B349}" type="pres">
      <dgm:prSet presAssocID="{1CCA114F-936B-4801-BF76-770F1B8A92AA}" presName="root2" presStyleCnt="0"/>
      <dgm:spPr/>
    </dgm:pt>
    <dgm:pt modelId="{B71DE48A-B5F3-4288-8A43-1190E8C749EE}" type="pres">
      <dgm:prSet presAssocID="{1CCA114F-936B-4801-BF76-770F1B8A92AA}" presName="LevelTwoTextNode" presStyleLbl="node4" presStyleIdx="5" presStyleCnt="7">
        <dgm:presLayoutVars>
          <dgm:chPref val="3"/>
        </dgm:presLayoutVars>
      </dgm:prSet>
      <dgm:spPr/>
    </dgm:pt>
    <dgm:pt modelId="{A681E8E2-4D22-4452-B340-D863F9F64A12}" type="pres">
      <dgm:prSet presAssocID="{1CCA114F-936B-4801-BF76-770F1B8A92AA}" presName="level3hierChild" presStyleCnt="0"/>
      <dgm:spPr/>
    </dgm:pt>
    <dgm:pt modelId="{37D9616B-8054-4874-A656-A7B134E17004}" type="pres">
      <dgm:prSet presAssocID="{210C3175-6D0D-445A-AD27-588C17824173}" presName="conn2-1" presStyleLbl="parChTrans1D3" presStyleIdx="1" presStyleCnt="2"/>
      <dgm:spPr/>
    </dgm:pt>
    <dgm:pt modelId="{6343D4D0-4D14-4718-8752-560606E202D1}" type="pres">
      <dgm:prSet presAssocID="{210C3175-6D0D-445A-AD27-588C17824173}" presName="connTx" presStyleLbl="parChTrans1D3" presStyleIdx="1" presStyleCnt="2"/>
      <dgm:spPr/>
    </dgm:pt>
    <dgm:pt modelId="{5F7740BC-EDC3-4425-B322-FADA19C1CA51}" type="pres">
      <dgm:prSet presAssocID="{F85941A3-25E5-4EA5-98F1-1E70C5304C60}" presName="root2" presStyleCnt="0"/>
      <dgm:spPr/>
    </dgm:pt>
    <dgm:pt modelId="{E817EC63-C63D-4222-B510-CCA2F78F048C}" type="pres">
      <dgm:prSet presAssocID="{F85941A3-25E5-4EA5-98F1-1E70C5304C60}" presName="LevelTwoTextNode" presStyleLbl="node3" presStyleIdx="1" presStyleCnt="2">
        <dgm:presLayoutVars>
          <dgm:chPref val="3"/>
        </dgm:presLayoutVars>
      </dgm:prSet>
      <dgm:spPr/>
    </dgm:pt>
    <dgm:pt modelId="{EC36B81B-738E-4362-905C-6FF47CBB6805}" type="pres">
      <dgm:prSet presAssocID="{F85941A3-25E5-4EA5-98F1-1E70C5304C60}" presName="level3hierChild" presStyleCnt="0"/>
      <dgm:spPr/>
    </dgm:pt>
    <dgm:pt modelId="{3C8548BA-6C99-4E85-A8D1-FE69803C8622}" type="pres">
      <dgm:prSet presAssocID="{A05858A3-A5F0-4637-93D6-99A64B7F59EB}" presName="conn2-1" presStyleLbl="parChTrans1D4" presStyleIdx="6" presStyleCnt="7"/>
      <dgm:spPr/>
    </dgm:pt>
    <dgm:pt modelId="{5E78E544-1FAE-437B-8D83-4F095261F1F7}" type="pres">
      <dgm:prSet presAssocID="{A05858A3-A5F0-4637-93D6-99A64B7F59EB}" presName="connTx" presStyleLbl="parChTrans1D4" presStyleIdx="6" presStyleCnt="7"/>
      <dgm:spPr/>
    </dgm:pt>
    <dgm:pt modelId="{B7BBEAAC-E75F-449B-A3F8-1EE615974C6C}" type="pres">
      <dgm:prSet presAssocID="{6C5AB60B-2E8B-41F0-9AAC-EB0E663A23CC}" presName="root2" presStyleCnt="0"/>
      <dgm:spPr/>
    </dgm:pt>
    <dgm:pt modelId="{B6D4A24F-D80A-4215-AE9A-73C50F945EE0}" type="pres">
      <dgm:prSet presAssocID="{6C5AB60B-2E8B-41F0-9AAC-EB0E663A23CC}" presName="LevelTwoTextNode" presStyleLbl="node4" presStyleIdx="6" presStyleCnt="7">
        <dgm:presLayoutVars>
          <dgm:chPref val="3"/>
        </dgm:presLayoutVars>
      </dgm:prSet>
      <dgm:spPr/>
    </dgm:pt>
    <dgm:pt modelId="{4346FDA5-C7C0-46D9-96F0-E57B627A6C3E}" type="pres">
      <dgm:prSet presAssocID="{6C5AB60B-2E8B-41F0-9AAC-EB0E663A23CC}" presName="level3hierChild" presStyleCnt="0"/>
      <dgm:spPr/>
    </dgm:pt>
  </dgm:ptLst>
  <dgm:cxnLst>
    <dgm:cxn modelId="{BC9BAE04-84A4-4A31-A8FE-FE144ACC5643}" type="presOf" srcId="{D7334C8E-455D-4D65-87ED-56C6847073A7}" destId="{23914A2F-EAC0-48B2-B0DF-BD9C944911F6}" srcOrd="1" destOrd="0" presId="urn:microsoft.com/office/officeart/2005/8/layout/hierarchy2"/>
    <dgm:cxn modelId="{A931E004-9A58-42C1-ADE9-409FC8E6AE34}" type="presOf" srcId="{AE61DFDE-D8DB-4B47-8E3D-A4B622FEA4C2}" destId="{88C1BE4C-E35B-4A78-BFA4-DBFAE9F8F65E}" srcOrd="1" destOrd="0" presId="urn:microsoft.com/office/officeart/2005/8/layout/hierarchy2"/>
    <dgm:cxn modelId="{91272605-EE7E-4C8A-A59E-DD710CC5DB18}" srcId="{CBD62D16-D81E-431A-9B5A-BF60BD09F978}" destId="{6B1D6EBF-E19D-4512-AC31-365F957D1E08}" srcOrd="0" destOrd="0" parTransId="{F6BD7B7F-C652-4F3A-9F67-2E1B59F984F6}" sibTransId="{F5D7BA4A-98A3-4BBB-B08C-BD91E1450C16}"/>
    <dgm:cxn modelId="{4BD01810-CBDB-438D-9C0A-4C0B9A1AFD87}" type="presOf" srcId="{07227C54-FAFC-4EF5-9B00-969A16EAC158}" destId="{386CC409-476A-4F1C-B50A-7B995CEBFD71}" srcOrd="0" destOrd="0" presId="urn:microsoft.com/office/officeart/2005/8/layout/hierarchy2"/>
    <dgm:cxn modelId="{AA5DA715-8F75-4958-BF35-80F09DD95BFF}" type="presOf" srcId="{CBD62D16-D81E-431A-9B5A-BF60BD09F978}" destId="{C030BE50-3B6B-4C76-BD2C-2594FC82D7C1}" srcOrd="0" destOrd="0" presId="urn:microsoft.com/office/officeart/2005/8/layout/hierarchy2"/>
    <dgm:cxn modelId="{6183BC20-E0D4-4822-AF9F-EBD7A28557B7}" type="presOf" srcId="{6EEBBE96-9FDD-4617-8F64-CE6098E02187}" destId="{B9475C7B-7042-4829-807C-DAE6ECF71424}" srcOrd="0" destOrd="0" presId="urn:microsoft.com/office/officeart/2005/8/layout/hierarchy2"/>
    <dgm:cxn modelId="{6884A42C-C6F7-4D9F-A889-633240336616}" type="presOf" srcId="{F6BD7B7F-C652-4F3A-9F67-2E1B59F984F6}" destId="{80AAE040-5C60-4123-8D16-F653DC718689}" srcOrd="0" destOrd="0" presId="urn:microsoft.com/office/officeart/2005/8/layout/hierarchy2"/>
    <dgm:cxn modelId="{4B20DE3B-54B3-409A-BE0F-88062BA8BAF0}" type="presOf" srcId="{3DB0DC94-A3A7-48BA-BAFC-9E3ADF178657}" destId="{D22535E8-D9FB-4D3E-BB63-6D6E7AD38A78}" srcOrd="0" destOrd="0" presId="urn:microsoft.com/office/officeart/2005/8/layout/hierarchy2"/>
    <dgm:cxn modelId="{1836BA43-AA5E-4842-AD90-3DAEA716736A}" srcId="{07227C54-FAFC-4EF5-9B00-969A16EAC158}" destId="{CBD62D16-D81E-431A-9B5A-BF60BD09F978}" srcOrd="0" destOrd="0" parTransId="{A721D300-3D5D-4B22-8E6A-6AF1DD9835D6}" sibTransId="{4A181EDA-64E7-469E-8672-29CF71FB06BA}"/>
    <dgm:cxn modelId="{4FEB8744-A5AA-46A3-AB39-52DEDB967743}" type="presOf" srcId="{DED7AFBA-94F1-4FE7-B19E-2CB578F0CE26}" destId="{71E42BA3-008B-4D47-88BD-857969FD30C3}" srcOrd="0" destOrd="0" presId="urn:microsoft.com/office/officeart/2005/8/layout/hierarchy2"/>
    <dgm:cxn modelId="{1FC5A849-2951-47A2-A754-6C61F81D87B9}" type="presOf" srcId="{FFEF6733-79B4-4C2D-870B-AA7AFA60CD7B}" destId="{001DA37C-9061-43E8-A3B1-BD77F73B75E7}" srcOrd="1" destOrd="0" presId="urn:microsoft.com/office/officeart/2005/8/layout/hierarchy2"/>
    <dgm:cxn modelId="{3E378F4A-C8B5-4885-BA35-65528A7B3CCA}" type="presOf" srcId="{A05858A3-A5F0-4637-93D6-99A64B7F59EB}" destId="{5E78E544-1FAE-437B-8D83-4F095261F1F7}" srcOrd="1" destOrd="0" presId="urn:microsoft.com/office/officeart/2005/8/layout/hierarchy2"/>
    <dgm:cxn modelId="{31E97F6F-076E-45C6-8755-20FFEEC52F3D}" type="presOf" srcId="{7BBA8DD3-67BA-4586-B208-F8174FEA5F72}" destId="{BD43D3B0-A332-4EBF-AA5B-0C8433F9B168}" srcOrd="1" destOrd="0" presId="urn:microsoft.com/office/officeart/2005/8/layout/hierarchy2"/>
    <dgm:cxn modelId="{8C9ECA4F-BEE8-4584-971C-D92D952D911F}" srcId="{6B1D6EBF-E19D-4512-AC31-365F957D1E08}" destId="{6EEBBE96-9FDD-4617-8F64-CE6098E02187}" srcOrd="0" destOrd="0" parTransId="{7BBA8DD3-67BA-4586-B208-F8174FEA5F72}" sibTransId="{1B56B547-58F4-4CD3-8193-9C0DEE4F0B9C}"/>
    <dgm:cxn modelId="{17375870-715C-453C-A53F-868524F2DEE1}" srcId="{6EEBBE96-9FDD-4617-8F64-CE6098E02187}" destId="{DED7AFBA-94F1-4FE7-B19E-2CB578F0CE26}" srcOrd="0" destOrd="0" parTransId="{D7334C8E-455D-4D65-87ED-56C6847073A7}" sibTransId="{D2947424-C940-4915-9A88-7960F7F2F71F}"/>
    <dgm:cxn modelId="{EBAC1552-1C19-44B6-B7C4-9728DA768F28}" type="presOf" srcId="{F6BD7B7F-C652-4F3A-9F67-2E1B59F984F6}" destId="{1CD34B97-569F-4916-BDEB-084BB9082E11}" srcOrd="1" destOrd="0" presId="urn:microsoft.com/office/officeart/2005/8/layout/hierarchy2"/>
    <dgm:cxn modelId="{44DBA454-82BB-4ADA-8963-16E2477E0CA0}" type="presOf" srcId="{210C3175-6D0D-445A-AD27-588C17824173}" destId="{6343D4D0-4D14-4718-8752-560606E202D1}" srcOrd="1" destOrd="0" presId="urn:microsoft.com/office/officeart/2005/8/layout/hierarchy2"/>
    <dgm:cxn modelId="{A85D1E58-EA05-45C9-8C27-AEFAD6B9440C}" srcId="{CBD62D16-D81E-431A-9B5A-BF60BD09F978}" destId="{F85941A3-25E5-4EA5-98F1-1E70C5304C60}" srcOrd="1" destOrd="0" parTransId="{210C3175-6D0D-445A-AD27-588C17824173}" sibTransId="{FC302302-D306-48C3-A873-7019BE2605E4}"/>
    <dgm:cxn modelId="{A57F1A7A-1A09-46CA-A5FB-0FDC8DB283AF}" type="presOf" srcId="{1ACFC8AE-AFB1-48FA-B360-61D983FC3CB4}" destId="{BDB733D2-97BD-4359-82D3-1FEF71601714}" srcOrd="0" destOrd="0" presId="urn:microsoft.com/office/officeart/2005/8/layout/hierarchy2"/>
    <dgm:cxn modelId="{666E357A-60E7-4442-824D-1008529847F3}" srcId="{1ACFC8AE-AFB1-48FA-B360-61D983FC3CB4}" destId="{07227C54-FAFC-4EF5-9B00-969A16EAC158}" srcOrd="0" destOrd="0" parTransId="{0B3DA548-17BE-4F65-A2F5-11FB9D995604}" sibTransId="{9C2834F1-EE38-49F0-83DF-0D1643D9C979}"/>
    <dgm:cxn modelId="{42F28E7B-9984-4DA1-9E8C-E2705A8EDF8B}" type="presOf" srcId="{A721D300-3D5D-4B22-8E6A-6AF1DD9835D6}" destId="{17DB4191-A726-4E2D-B6EE-0672FB74A5DE}" srcOrd="0" destOrd="0" presId="urn:microsoft.com/office/officeart/2005/8/layout/hierarchy2"/>
    <dgm:cxn modelId="{7F42B37B-E0F4-4AFA-8EBA-A64AC7608AE3}" type="presOf" srcId="{435ECC58-433B-4B76-8B5C-4BC6017CD1BD}" destId="{FDFE6AC1-E88A-4D84-B5B7-672C09672B09}" srcOrd="0" destOrd="0" presId="urn:microsoft.com/office/officeart/2005/8/layout/hierarchy2"/>
    <dgm:cxn modelId="{2AF2037F-AC19-4B34-A050-300A47EA2CEA}" type="presOf" srcId="{1CCA114F-936B-4801-BF76-770F1B8A92AA}" destId="{B71DE48A-B5F3-4288-8A43-1190E8C749EE}" srcOrd="0" destOrd="0" presId="urn:microsoft.com/office/officeart/2005/8/layout/hierarchy2"/>
    <dgm:cxn modelId="{F7A5A881-D653-453F-B7AD-587A569D4808}" type="presOf" srcId="{6C5AB60B-2E8B-41F0-9AAC-EB0E663A23CC}" destId="{B6D4A24F-D80A-4215-AE9A-73C50F945EE0}" srcOrd="0" destOrd="0" presId="urn:microsoft.com/office/officeart/2005/8/layout/hierarchy2"/>
    <dgm:cxn modelId="{0E021894-CF6E-4527-8363-45BCCF5BFCDD}" type="presOf" srcId="{A721D300-3D5D-4B22-8E6A-6AF1DD9835D6}" destId="{B2D10E48-4122-4D83-BA5A-8BB352D4A56D}" srcOrd="1" destOrd="0" presId="urn:microsoft.com/office/officeart/2005/8/layout/hierarchy2"/>
    <dgm:cxn modelId="{2A5ABF95-7218-4D2D-A988-8A59EFE650A0}" srcId="{435ECC58-433B-4B76-8B5C-4BC6017CD1BD}" destId="{9F65B6D0-4726-476D-A495-FCECEC3219BF}" srcOrd="0" destOrd="0" parTransId="{3DB0DC94-A3A7-48BA-BAFC-9E3ADF178657}" sibTransId="{82CE2F55-14E5-4FAB-A797-FF2A7BF574C9}"/>
    <dgm:cxn modelId="{F722589E-BBB6-48A6-B030-ABF1CAEA2594}" type="presOf" srcId="{6B1D6EBF-E19D-4512-AC31-365F957D1E08}" destId="{5B0F69C5-07ED-4DF4-97CE-120AADFC126A}" srcOrd="0" destOrd="0" presId="urn:microsoft.com/office/officeart/2005/8/layout/hierarchy2"/>
    <dgm:cxn modelId="{2A7E999F-16A1-4372-900F-2CEC65735F8F}" type="presOf" srcId="{8C96AE47-2C22-4DCC-A464-B6FE43789F44}" destId="{0F07E6A6-3575-448E-BD46-EE4BA3AFBB75}" srcOrd="0" destOrd="0" presId="urn:microsoft.com/office/officeart/2005/8/layout/hierarchy2"/>
    <dgm:cxn modelId="{750386B1-FEEF-4514-849B-89009575AF45}" type="presOf" srcId="{9F65B6D0-4726-476D-A495-FCECEC3219BF}" destId="{BF5FCBF5-0760-4B8E-97BA-FF1751052286}" srcOrd="0" destOrd="0" presId="urn:microsoft.com/office/officeart/2005/8/layout/hierarchy2"/>
    <dgm:cxn modelId="{0C2782B3-6D66-481B-8562-F86DA95DB1C5}" srcId="{435ECC58-433B-4B76-8B5C-4BC6017CD1BD}" destId="{D1781A90-9784-47D8-876D-AD3575AF0ABA}" srcOrd="1" destOrd="0" parTransId="{FFEF6733-79B4-4C2D-870B-AA7AFA60CD7B}" sibTransId="{50E1E3B5-3E62-41CC-9FFE-0E218C176C7A}"/>
    <dgm:cxn modelId="{071E33BC-8917-4D4B-94C5-B5323AE4EC4E}" type="presOf" srcId="{AE61DFDE-D8DB-4B47-8E3D-A4B622FEA4C2}" destId="{87138A09-E1A8-4AC2-8FE4-EA7985B5149D}" srcOrd="0" destOrd="0" presId="urn:microsoft.com/office/officeart/2005/8/layout/hierarchy2"/>
    <dgm:cxn modelId="{6473BEBF-8FBC-44D4-B210-D635F1B038D2}" srcId="{435ECC58-433B-4B76-8B5C-4BC6017CD1BD}" destId="{1CCA114F-936B-4801-BF76-770F1B8A92AA}" srcOrd="2" destOrd="0" parTransId="{AE61DFDE-D8DB-4B47-8E3D-A4B622FEA4C2}" sibTransId="{E3364684-414B-4532-8173-36E9F7A3754F}"/>
    <dgm:cxn modelId="{0725A0C8-0C5E-4E0A-B0A5-24CD8B80D3DE}" type="presOf" srcId="{3DB0DC94-A3A7-48BA-BAFC-9E3ADF178657}" destId="{EEE3512B-A688-422E-BD0E-76E0924674E2}" srcOrd="1" destOrd="0" presId="urn:microsoft.com/office/officeart/2005/8/layout/hierarchy2"/>
    <dgm:cxn modelId="{6DCCCECB-4AF6-4921-9912-AD1E0D488E73}" srcId="{F85941A3-25E5-4EA5-98F1-1E70C5304C60}" destId="{6C5AB60B-2E8B-41F0-9AAC-EB0E663A23CC}" srcOrd="0" destOrd="0" parTransId="{A05858A3-A5F0-4637-93D6-99A64B7F59EB}" sibTransId="{C4ED858A-DB1E-4C5E-8BA3-109D4F701B6E}"/>
    <dgm:cxn modelId="{65DB4ACE-CEC3-44DF-A6D5-76AF2FCC2AAE}" type="presOf" srcId="{8C96AE47-2C22-4DCC-A464-B6FE43789F44}" destId="{92B15854-DAD6-4B33-B083-89915DE390B4}" srcOrd="1" destOrd="0" presId="urn:microsoft.com/office/officeart/2005/8/layout/hierarchy2"/>
    <dgm:cxn modelId="{55576FCE-C01E-4939-83CE-34B06AC09435}" type="presOf" srcId="{FFEF6733-79B4-4C2D-870B-AA7AFA60CD7B}" destId="{7A749F1A-9B41-485E-B636-F2E6F4D12AC8}" srcOrd="0" destOrd="0" presId="urn:microsoft.com/office/officeart/2005/8/layout/hierarchy2"/>
    <dgm:cxn modelId="{A6CE28D1-0D13-471D-8346-7BFBC1EEA910}" type="presOf" srcId="{F85941A3-25E5-4EA5-98F1-1E70C5304C60}" destId="{E817EC63-C63D-4222-B510-CCA2F78F048C}" srcOrd="0" destOrd="0" presId="urn:microsoft.com/office/officeart/2005/8/layout/hierarchy2"/>
    <dgm:cxn modelId="{924C90DB-7732-484A-BB05-2C3EC602F595}" type="presOf" srcId="{A05858A3-A5F0-4637-93D6-99A64B7F59EB}" destId="{3C8548BA-6C99-4E85-A8D1-FE69803C8622}" srcOrd="0" destOrd="0" presId="urn:microsoft.com/office/officeart/2005/8/layout/hierarchy2"/>
    <dgm:cxn modelId="{5D9AA6DB-F08A-41A5-9D7B-923EA72D4F1C}" srcId="{6B1D6EBF-E19D-4512-AC31-365F957D1E08}" destId="{435ECC58-433B-4B76-8B5C-4BC6017CD1BD}" srcOrd="1" destOrd="0" parTransId="{8C96AE47-2C22-4DCC-A464-B6FE43789F44}" sibTransId="{A56DE677-C353-4FCF-9EB2-9C8E2F327A2C}"/>
    <dgm:cxn modelId="{AC58FEDB-4E59-4E40-9CD1-8F2955AA9CB1}" type="presOf" srcId="{D1781A90-9784-47D8-876D-AD3575AF0ABA}" destId="{60E27077-CBF1-4D45-A516-2670F4BB3110}" srcOrd="0" destOrd="0" presId="urn:microsoft.com/office/officeart/2005/8/layout/hierarchy2"/>
    <dgm:cxn modelId="{F7B3E5E0-5BE7-4DCF-9852-1CEF840BBD01}" type="presOf" srcId="{7BBA8DD3-67BA-4586-B208-F8174FEA5F72}" destId="{FFCE9145-51E5-4335-9A8D-AD1AC9E01C85}" srcOrd="0" destOrd="0" presId="urn:microsoft.com/office/officeart/2005/8/layout/hierarchy2"/>
    <dgm:cxn modelId="{2345A6E2-32F4-429F-B5F8-4400CD73EEB7}" type="presOf" srcId="{210C3175-6D0D-445A-AD27-588C17824173}" destId="{37D9616B-8054-4874-A656-A7B134E17004}" srcOrd="0" destOrd="0" presId="urn:microsoft.com/office/officeart/2005/8/layout/hierarchy2"/>
    <dgm:cxn modelId="{F90409ED-359F-4F11-8FBD-1209D0211482}" type="presOf" srcId="{D7334C8E-455D-4D65-87ED-56C6847073A7}" destId="{F1DF3B1D-7316-42CF-BAF6-AF474C2CD0AB}" srcOrd="0" destOrd="0" presId="urn:microsoft.com/office/officeart/2005/8/layout/hierarchy2"/>
    <dgm:cxn modelId="{5E1862C3-80CA-489C-8252-B7A9269E5A55}" type="presParOf" srcId="{BDB733D2-97BD-4359-82D3-1FEF71601714}" destId="{7043D929-A815-4FFC-A878-0545C9A856AD}" srcOrd="0" destOrd="0" presId="urn:microsoft.com/office/officeart/2005/8/layout/hierarchy2"/>
    <dgm:cxn modelId="{E06EE030-E674-47DF-826B-BC553A8DB152}" type="presParOf" srcId="{7043D929-A815-4FFC-A878-0545C9A856AD}" destId="{386CC409-476A-4F1C-B50A-7B995CEBFD71}" srcOrd="0" destOrd="0" presId="urn:microsoft.com/office/officeart/2005/8/layout/hierarchy2"/>
    <dgm:cxn modelId="{E6D436A2-8971-4741-A95B-5996A18A3938}" type="presParOf" srcId="{7043D929-A815-4FFC-A878-0545C9A856AD}" destId="{824E157E-B621-42F8-8CA7-C83EA6D6266E}" srcOrd="1" destOrd="0" presId="urn:microsoft.com/office/officeart/2005/8/layout/hierarchy2"/>
    <dgm:cxn modelId="{042B1C35-0C98-4F06-85E3-4FD9D05269DE}" type="presParOf" srcId="{824E157E-B621-42F8-8CA7-C83EA6D6266E}" destId="{17DB4191-A726-4E2D-B6EE-0672FB74A5DE}" srcOrd="0" destOrd="0" presId="urn:microsoft.com/office/officeart/2005/8/layout/hierarchy2"/>
    <dgm:cxn modelId="{A1C33785-64FF-4C09-A7E4-19F981EA2A23}" type="presParOf" srcId="{17DB4191-A726-4E2D-B6EE-0672FB74A5DE}" destId="{B2D10E48-4122-4D83-BA5A-8BB352D4A56D}" srcOrd="0" destOrd="0" presId="urn:microsoft.com/office/officeart/2005/8/layout/hierarchy2"/>
    <dgm:cxn modelId="{469DAA1A-D18B-41E1-849B-71F45716E48D}" type="presParOf" srcId="{824E157E-B621-42F8-8CA7-C83EA6D6266E}" destId="{586746DC-B31D-42F0-904B-085DD887D007}" srcOrd="1" destOrd="0" presId="urn:microsoft.com/office/officeart/2005/8/layout/hierarchy2"/>
    <dgm:cxn modelId="{A8626923-7D46-4E27-B077-A70F46035726}" type="presParOf" srcId="{586746DC-B31D-42F0-904B-085DD887D007}" destId="{C030BE50-3B6B-4C76-BD2C-2594FC82D7C1}" srcOrd="0" destOrd="0" presId="urn:microsoft.com/office/officeart/2005/8/layout/hierarchy2"/>
    <dgm:cxn modelId="{3C90E727-03D4-498D-A3A1-4E206B61AA46}" type="presParOf" srcId="{586746DC-B31D-42F0-904B-085DD887D007}" destId="{9DA3EA9E-C796-4357-B13D-F259AB705662}" srcOrd="1" destOrd="0" presId="urn:microsoft.com/office/officeart/2005/8/layout/hierarchy2"/>
    <dgm:cxn modelId="{447BE4EC-9B50-4D51-80B5-7825351633BB}" type="presParOf" srcId="{9DA3EA9E-C796-4357-B13D-F259AB705662}" destId="{80AAE040-5C60-4123-8D16-F653DC718689}" srcOrd="0" destOrd="0" presId="urn:microsoft.com/office/officeart/2005/8/layout/hierarchy2"/>
    <dgm:cxn modelId="{1B5F1484-3F72-4BBA-99C9-C3E472BB5A5D}" type="presParOf" srcId="{80AAE040-5C60-4123-8D16-F653DC718689}" destId="{1CD34B97-569F-4916-BDEB-084BB9082E11}" srcOrd="0" destOrd="0" presId="urn:microsoft.com/office/officeart/2005/8/layout/hierarchy2"/>
    <dgm:cxn modelId="{75AD0DA8-C897-4091-AE7A-D7688281F142}" type="presParOf" srcId="{9DA3EA9E-C796-4357-B13D-F259AB705662}" destId="{77A6D200-E0F8-47AF-82E7-C8636D9F5106}" srcOrd="1" destOrd="0" presId="urn:microsoft.com/office/officeart/2005/8/layout/hierarchy2"/>
    <dgm:cxn modelId="{EC47BBC3-BCF5-4A7D-BEAB-2B0B6B4329B5}" type="presParOf" srcId="{77A6D200-E0F8-47AF-82E7-C8636D9F5106}" destId="{5B0F69C5-07ED-4DF4-97CE-120AADFC126A}" srcOrd="0" destOrd="0" presId="urn:microsoft.com/office/officeart/2005/8/layout/hierarchy2"/>
    <dgm:cxn modelId="{2ECD7584-5A1C-40DA-A8B8-05DD94E45179}" type="presParOf" srcId="{77A6D200-E0F8-47AF-82E7-C8636D9F5106}" destId="{970845D7-25F2-43E5-B0E0-3D6A763586D7}" srcOrd="1" destOrd="0" presId="urn:microsoft.com/office/officeart/2005/8/layout/hierarchy2"/>
    <dgm:cxn modelId="{6BC26826-8226-4E57-8EC5-D32BB73CD807}" type="presParOf" srcId="{970845D7-25F2-43E5-B0E0-3D6A763586D7}" destId="{FFCE9145-51E5-4335-9A8D-AD1AC9E01C85}" srcOrd="0" destOrd="0" presId="urn:microsoft.com/office/officeart/2005/8/layout/hierarchy2"/>
    <dgm:cxn modelId="{2AE5E789-7220-444A-AE0E-E6D0F1535E7F}" type="presParOf" srcId="{FFCE9145-51E5-4335-9A8D-AD1AC9E01C85}" destId="{BD43D3B0-A332-4EBF-AA5B-0C8433F9B168}" srcOrd="0" destOrd="0" presId="urn:microsoft.com/office/officeart/2005/8/layout/hierarchy2"/>
    <dgm:cxn modelId="{BC27FE63-D11F-4A62-91E9-67BC809FC7E8}" type="presParOf" srcId="{970845D7-25F2-43E5-B0E0-3D6A763586D7}" destId="{11685CB5-A18E-4EEA-BEA7-C35FFF792B30}" srcOrd="1" destOrd="0" presId="urn:microsoft.com/office/officeart/2005/8/layout/hierarchy2"/>
    <dgm:cxn modelId="{9F563EDF-44E5-4D17-81CE-F50AA19A1F2B}" type="presParOf" srcId="{11685CB5-A18E-4EEA-BEA7-C35FFF792B30}" destId="{B9475C7B-7042-4829-807C-DAE6ECF71424}" srcOrd="0" destOrd="0" presId="urn:microsoft.com/office/officeart/2005/8/layout/hierarchy2"/>
    <dgm:cxn modelId="{63E3967F-03BF-4F09-B1D8-2333F4B51FF8}" type="presParOf" srcId="{11685CB5-A18E-4EEA-BEA7-C35FFF792B30}" destId="{CDC21A1F-BDB4-4148-A7EC-12AFE3DE3241}" srcOrd="1" destOrd="0" presId="urn:microsoft.com/office/officeart/2005/8/layout/hierarchy2"/>
    <dgm:cxn modelId="{9B3007A2-52D8-488A-8311-9B4432A1BDE4}" type="presParOf" srcId="{CDC21A1F-BDB4-4148-A7EC-12AFE3DE3241}" destId="{F1DF3B1D-7316-42CF-BAF6-AF474C2CD0AB}" srcOrd="0" destOrd="0" presId="urn:microsoft.com/office/officeart/2005/8/layout/hierarchy2"/>
    <dgm:cxn modelId="{B82B8120-E5A0-4554-9D89-BEE60AECCCE0}" type="presParOf" srcId="{F1DF3B1D-7316-42CF-BAF6-AF474C2CD0AB}" destId="{23914A2F-EAC0-48B2-B0DF-BD9C944911F6}" srcOrd="0" destOrd="0" presId="urn:microsoft.com/office/officeart/2005/8/layout/hierarchy2"/>
    <dgm:cxn modelId="{98864ECF-C5BE-4DEE-93FE-1051FB1B7CDC}" type="presParOf" srcId="{CDC21A1F-BDB4-4148-A7EC-12AFE3DE3241}" destId="{BE293A97-887D-48C4-BA57-5A1916F85C3C}" srcOrd="1" destOrd="0" presId="urn:microsoft.com/office/officeart/2005/8/layout/hierarchy2"/>
    <dgm:cxn modelId="{B7972FEE-76E7-4255-874A-EB8928D93FDB}" type="presParOf" srcId="{BE293A97-887D-48C4-BA57-5A1916F85C3C}" destId="{71E42BA3-008B-4D47-88BD-857969FD30C3}" srcOrd="0" destOrd="0" presId="urn:microsoft.com/office/officeart/2005/8/layout/hierarchy2"/>
    <dgm:cxn modelId="{E2F4021C-83CD-4BA1-B3F6-5FB1BC11047A}" type="presParOf" srcId="{BE293A97-887D-48C4-BA57-5A1916F85C3C}" destId="{4AA9F9F1-B3EA-4767-94F4-025AA568122A}" srcOrd="1" destOrd="0" presId="urn:microsoft.com/office/officeart/2005/8/layout/hierarchy2"/>
    <dgm:cxn modelId="{967E73C0-2AA8-4BD9-BA24-2B5020E8D315}" type="presParOf" srcId="{970845D7-25F2-43E5-B0E0-3D6A763586D7}" destId="{0F07E6A6-3575-448E-BD46-EE4BA3AFBB75}" srcOrd="2" destOrd="0" presId="urn:microsoft.com/office/officeart/2005/8/layout/hierarchy2"/>
    <dgm:cxn modelId="{036AADE9-DF9D-41F2-BFD9-BD28579646C4}" type="presParOf" srcId="{0F07E6A6-3575-448E-BD46-EE4BA3AFBB75}" destId="{92B15854-DAD6-4B33-B083-89915DE390B4}" srcOrd="0" destOrd="0" presId="urn:microsoft.com/office/officeart/2005/8/layout/hierarchy2"/>
    <dgm:cxn modelId="{D8B31D7E-4E35-4B95-8F92-04B644C157C7}" type="presParOf" srcId="{970845D7-25F2-43E5-B0E0-3D6A763586D7}" destId="{4A0A786E-18B1-41BB-A9B0-821B543E2E0F}" srcOrd="3" destOrd="0" presId="urn:microsoft.com/office/officeart/2005/8/layout/hierarchy2"/>
    <dgm:cxn modelId="{4E028F92-D80F-4F0F-923A-0E4C5B652A57}" type="presParOf" srcId="{4A0A786E-18B1-41BB-A9B0-821B543E2E0F}" destId="{FDFE6AC1-E88A-4D84-B5B7-672C09672B09}" srcOrd="0" destOrd="0" presId="urn:microsoft.com/office/officeart/2005/8/layout/hierarchy2"/>
    <dgm:cxn modelId="{39FA0365-6EA0-4A24-A3EB-090450D2D5D7}" type="presParOf" srcId="{4A0A786E-18B1-41BB-A9B0-821B543E2E0F}" destId="{7AA850F7-13BD-468A-9783-45B29B07DC4A}" srcOrd="1" destOrd="0" presId="urn:microsoft.com/office/officeart/2005/8/layout/hierarchy2"/>
    <dgm:cxn modelId="{B358657C-966B-4153-9104-64ECB388C823}" type="presParOf" srcId="{7AA850F7-13BD-468A-9783-45B29B07DC4A}" destId="{D22535E8-D9FB-4D3E-BB63-6D6E7AD38A78}" srcOrd="0" destOrd="0" presId="urn:microsoft.com/office/officeart/2005/8/layout/hierarchy2"/>
    <dgm:cxn modelId="{0E20041E-3AA7-4712-9839-DFA50E830E06}" type="presParOf" srcId="{D22535E8-D9FB-4D3E-BB63-6D6E7AD38A78}" destId="{EEE3512B-A688-422E-BD0E-76E0924674E2}" srcOrd="0" destOrd="0" presId="urn:microsoft.com/office/officeart/2005/8/layout/hierarchy2"/>
    <dgm:cxn modelId="{E2E5BB06-E0D1-4F54-9AB5-67E46BB7389C}" type="presParOf" srcId="{7AA850F7-13BD-468A-9783-45B29B07DC4A}" destId="{0C5BC9C3-A2D6-46B0-9C5B-3515D2CEFD90}" srcOrd="1" destOrd="0" presId="urn:microsoft.com/office/officeart/2005/8/layout/hierarchy2"/>
    <dgm:cxn modelId="{1F16D89F-540A-4D6B-A3CF-B6AFE44C5AB8}" type="presParOf" srcId="{0C5BC9C3-A2D6-46B0-9C5B-3515D2CEFD90}" destId="{BF5FCBF5-0760-4B8E-97BA-FF1751052286}" srcOrd="0" destOrd="0" presId="urn:microsoft.com/office/officeart/2005/8/layout/hierarchy2"/>
    <dgm:cxn modelId="{5C8DAC1E-B0D2-4445-A225-599134C9F5ED}" type="presParOf" srcId="{0C5BC9C3-A2D6-46B0-9C5B-3515D2CEFD90}" destId="{BE39E5DC-8FC9-4904-B1ED-8E0B1E6FF1D5}" srcOrd="1" destOrd="0" presId="urn:microsoft.com/office/officeart/2005/8/layout/hierarchy2"/>
    <dgm:cxn modelId="{D6BE663E-025E-4DF4-81A4-4361F7FCF305}" type="presParOf" srcId="{7AA850F7-13BD-468A-9783-45B29B07DC4A}" destId="{7A749F1A-9B41-485E-B636-F2E6F4D12AC8}" srcOrd="2" destOrd="0" presId="urn:microsoft.com/office/officeart/2005/8/layout/hierarchy2"/>
    <dgm:cxn modelId="{5F59BCC4-ACEE-43DB-802E-4FB312F97095}" type="presParOf" srcId="{7A749F1A-9B41-485E-B636-F2E6F4D12AC8}" destId="{001DA37C-9061-43E8-A3B1-BD77F73B75E7}" srcOrd="0" destOrd="0" presId="urn:microsoft.com/office/officeart/2005/8/layout/hierarchy2"/>
    <dgm:cxn modelId="{C1D8F9B9-D8C2-4C3A-8398-2A2EEFA059AB}" type="presParOf" srcId="{7AA850F7-13BD-468A-9783-45B29B07DC4A}" destId="{4AC43C9D-D5CC-4687-9B08-B5A16A179C0B}" srcOrd="3" destOrd="0" presId="urn:microsoft.com/office/officeart/2005/8/layout/hierarchy2"/>
    <dgm:cxn modelId="{B018609D-B1A9-4E92-A1DF-87DD3D04398E}" type="presParOf" srcId="{4AC43C9D-D5CC-4687-9B08-B5A16A179C0B}" destId="{60E27077-CBF1-4D45-A516-2670F4BB3110}" srcOrd="0" destOrd="0" presId="urn:microsoft.com/office/officeart/2005/8/layout/hierarchy2"/>
    <dgm:cxn modelId="{89309F82-6371-47FB-A1F1-FD781E6A1174}" type="presParOf" srcId="{4AC43C9D-D5CC-4687-9B08-B5A16A179C0B}" destId="{D7692685-E4DA-4556-B621-10DBD938C4D3}" srcOrd="1" destOrd="0" presId="urn:microsoft.com/office/officeart/2005/8/layout/hierarchy2"/>
    <dgm:cxn modelId="{9F666F9A-D403-45FE-84E5-42D2717B47EA}" type="presParOf" srcId="{7AA850F7-13BD-468A-9783-45B29B07DC4A}" destId="{87138A09-E1A8-4AC2-8FE4-EA7985B5149D}" srcOrd="4" destOrd="0" presId="urn:microsoft.com/office/officeart/2005/8/layout/hierarchy2"/>
    <dgm:cxn modelId="{ABC4B64D-B566-4F23-B64C-FA61026C0456}" type="presParOf" srcId="{87138A09-E1A8-4AC2-8FE4-EA7985B5149D}" destId="{88C1BE4C-E35B-4A78-BFA4-DBFAE9F8F65E}" srcOrd="0" destOrd="0" presId="urn:microsoft.com/office/officeart/2005/8/layout/hierarchy2"/>
    <dgm:cxn modelId="{28A86236-9E43-48D6-8C1B-9D9811AA14DB}" type="presParOf" srcId="{7AA850F7-13BD-468A-9783-45B29B07DC4A}" destId="{F887514E-EF61-42D8-8711-C5961A52B349}" srcOrd="5" destOrd="0" presId="urn:microsoft.com/office/officeart/2005/8/layout/hierarchy2"/>
    <dgm:cxn modelId="{CC8AD911-9C2D-464E-828D-7074BF86CB6B}" type="presParOf" srcId="{F887514E-EF61-42D8-8711-C5961A52B349}" destId="{B71DE48A-B5F3-4288-8A43-1190E8C749EE}" srcOrd="0" destOrd="0" presId="urn:microsoft.com/office/officeart/2005/8/layout/hierarchy2"/>
    <dgm:cxn modelId="{7B3C8439-B531-470D-8EE2-035D7118D366}" type="presParOf" srcId="{F887514E-EF61-42D8-8711-C5961A52B349}" destId="{A681E8E2-4D22-4452-B340-D863F9F64A12}" srcOrd="1" destOrd="0" presId="urn:microsoft.com/office/officeart/2005/8/layout/hierarchy2"/>
    <dgm:cxn modelId="{C78832A2-86FC-46B1-B149-E8E15672DED3}" type="presParOf" srcId="{9DA3EA9E-C796-4357-B13D-F259AB705662}" destId="{37D9616B-8054-4874-A656-A7B134E17004}" srcOrd="2" destOrd="0" presId="urn:microsoft.com/office/officeart/2005/8/layout/hierarchy2"/>
    <dgm:cxn modelId="{4C6DF52B-A8A4-44E5-9BA4-18A383EDCC0D}" type="presParOf" srcId="{37D9616B-8054-4874-A656-A7B134E17004}" destId="{6343D4D0-4D14-4718-8752-560606E202D1}" srcOrd="0" destOrd="0" presId="urn:microsoft.com/office/officeart/2005/8/layout/hierarchy2"/>
    <dgm:cxn modelId="{40A58B16-7B8C-49AE-B890-E28E5B1D56A3}" type="presParOf" srcId="{9DA3EA9E-C796-4357-B13D-F259AB705662}" destId="{5F7740BC-EDC3-4425-B322-FADA19C1CA51}" srcOrd="3" destOrd="0" presId="urn:microsoft.com/office/officeart/2005/8/layout/hierarchy2"/>
    <dgm:cxn modelId="{E9BC7D1E-4834-4C60-9DBB-9143D693567F}" type="presParOf" srcId="{5F7740BC-EDC3-4425-B322-FADA19C1CA51}" destId="{E817EC63-C63D-4222-B510-CCA2F78F048C}" srcOrd="0" destOrd="0" presId="urn:microsoft.com/office/officeart/2005/8/layout/hierarchy2"/>
    <dgm:cxn modelId="{E6D78E53-8FF3-440C-BCEF-404BD9E2DA67}" type="presParOf" srcId="{5F7740BC-EDC3-4425-B322-FADA19C1CA51}" destId="{EC36B81B-738E-4362-905C-6FF47CBB6805}" srcOrd="1" destOrd="0" presId="urn:microsoft.com/office/officeart/2005/8/layout/hierarchy2"/>
    <dgm:cxn modelId="{53C38C47-2865-409D-9A13-B8D220167680}" type="presParOf" srcId="{EC36B81B-738E-4362-905C-6FF47CBB6805}" destId="{3C8548BA-6C99-4E85-A8D1-FE69803C8622}" srcOrd="0" destOrd="0" presId="urn:microsoft.com/office/officeart/2005/8/layout/hierarchy2"/>
    <dgm:cxn modelId="{A26D5E1B-2AC8-4A4C-A35A-68FC86E523F0}" type="presParOf" srcId="{3C8548BA-6C99-4E85-A8D1-FE69803C8622}" destId="{5E78E544-1FAE-437B-8D83-4F095261F1F7}" srcOrd="0" destOrd="0" presId="urn:microsoft.com/office/officeart/2005/8/layout/hierarchy2"/>
    <dgm:cxn modelId="{C67C8734-AC0A-433B-ACDB-2D9068318D8B}" type="presParOf" srcId="{EC36B81B-738E-4362-905C-6FF47CBB6805}" destId="{B7BBEAAC-E75F-449B-A3F8-1EE615974C6C}" srcOrd="1" destOrd="0" presId="urn:microsoft.com/office/officeart/2005/8/layout/hierarchy2"/>
    <dgm:cxn modelId="{A4D47BC2-0513-4EAC-948E-4FB55CEA8EC1}" type="presParOf" srcId="{B7BBEAAC-E75F-449B-A3F8-1EE615974C6C}" destId="{B6D4A24F-D80A-4215-AE9A-73C50F945EE0}" srcOrd="0" destOrd="0" presId="urn:microsoft.com/office/officeart/2005/8/layout/hierarchy2"/>
    <dgm:cxn modelId="{35F33A04-5351-4E21-A79A-A1B1346FC058}" type="presParOf" srcId="{B7BBEAAC-E75F-449B-A3F8-1EE615974C6C}" destId="{4346FDA5-C7C0-46D9-96F0-E57B627A6C3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9482B83-A4AF-4AC8-8EEB-3F7A1DAEEB0C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D9B1A045-6CEA-4FC5-B210-C8F8FC5229E8}">
      <dgm:prSet phldrT="[Text]" custT="1"/>
      <dgm:spPr/>
      <dgm:t>
        <a:bodyPr/>
        <a:lstStyle/>
        <a:p>
          <a:r>
            <a:rPr lang="es-MX" sz="3900" dirty="0"/>
            <a:t>Ganancia o (Pérdida)</a:t>
          </a:r>
        </a:p>
        <a:p>
          <a:r>
            <a:rPr lang="es-MX" sz="1800" dirty="0"/>
            <a:t>LISR 18-IV</a:t>
          </a:r>
        </a:p>
      </dgm:t>
    </dgm:pt>
    <dgm:pt modelId="{1EA6B0EB-448D-4936-B388-A3CD795A4746}" type="parTrans" cxnId="{2D54C7EA-25BF-4212-9BB5-D93E4FCB753C}">
      <dgm:prSet/>
      <dgm:spPr/>
      <dgm:t>
        <a:bodyPr/>
        <a:lstStyle/>
        <a:p>
          <a:endParaRPr lang="es-MX"/>
        </a:p>
      </dgm:t>
    </dgm:pt>
    <dgm:pt modelId="{1563ACAA-8AA0-42CA-A09C-A3CFC3134F9C}" type="sibTrans" cxnId="{2D54C7EA-25BF-4212-9BB5-D93E4FCB753C}">
      <dgm:prSet/>
      <dgm:spPr/>
      <dgm:t>
        <a:bodyPr/>
        <a:lstStyle/>
        <a:p>
          <a:endParaRPr lang="es-MX"/>
        </a:p>
      </dgm:t>
    </dgm:pt>
    <dgm:pt modelId="{1FC144BF-5ACB-4E51-AB5E-B83F84EBE4BA}">
      <dgm:prSet phldrT="[Text]"/>
      <dgm:spPr>
        <a:solidFill>
          <a:srgbClr val="92D050"/>
        </a:solidFill>
      </dgm:spPr>
      <dgm:t>
        <a:bodyPr/>
        <a:lstStyle/>
        <a:p>
          <a:r>
            <a:rPr lang="es-MX" dirty="0"/>
            <a:t>Valor de Enajenación</a:t>
          </a:r>
        </a:p>
      </dgm:t>
    </dgm:pt>
    <dgm:pt modelId="{68201140-E597-4761-9AF8-F6FF23CDC76A}" type="parTrans" cxnId="{59A66F9E-CCEE-4C73-B28D-E844B6EB7A0E}">
      <dgm:prSet/>
      <dgm:spPr/>
      <dgm:t>
        <a:bodyPr/>
        <a:lstStyle/>
        <a:p>
          <a:endParaRPr lang="es-MX"/>
        </a:p>
      </dgm:t>
    </dgm:pt>
    <dgm:pt modelId="{F3B6E7C8-2CEA-425C-8EC1-A0BC708516EE}" type="sibTrans" cxnId="{59A66F9E-CCEE-4C73-B28D-E844B6EB7A0E}">
      <dgm:prSet/>
      <dgm:spPr/>
      <dgm:t>
        <a:bodyPr/>
        <a:lstStyle/>
        <a:p>
          <a:endParaRPr lang="es-MX"/>
        </a:p>
      </dgm:t>
    </dgm:pt>
    <dgm:pt modelId="{12BACC77-0958-43E0-9035-7ECC038E695A}">
      <dgm:prSet phldrT="[Text]" custT="1"/>
      <dgm:spPr>
        <a:solidFill>
          <a:srgbClr val="FF0000"/>
        </a:solidFill>
      </dgm:spPr>
      <dgm:t>
        <a:bodyPr/>
        <a:lstStyle/>
        <a:p>
          <a:r>
            <a:rPr lang="es-MX" sz="3900" dirty="0"/>
            <a:t>Monto Pendiente de Deducir</a:t>
          </a:r>
        </a:p>
        <a:p>
          <a:r>
            <a:rPr lang="es-MX" sz="1800" dirty="0"/>
            <a:t>LISR 31</a:t>
          </a:r>
        </a:p>
      </dgm:t>
    </dgm:pt>
    <dgm:pt modelId="{FBFA3DCD-8301-470C-8A47-ACCA2B938DD3}" type="parTrans" cxnId="{06FCAF1E-F101-4800-89A2-A7904158DB0F}">
      <dgm:prSet/>
      <dgm:spPr/>
      <dgm:t>
        <a:bodyPr/>
        <a:lstStyle/>
        <a:p>
          <a:endParaRPr lang="es-MX"/>
        </a:p>
      </dgm:t>
    </dgm:pt>
    <dgm:pt modelId="{140CBA42-E3F6-454A-90E3-14F514CE55E6}" type="sibTrans" cxnId="{06FCAF1E-F101-4800-89A2-A7904158DB0F}">
      <dgm:prSet/>
      <dgm:spPr/>
      <dgm:t>
        <a:bodyPr/>
        <a:lstStyle/>
        <a:p>
          <a:endParaRPr lang="es-MX"/>
        </a:p>
      </dgm:t>
    </dgm:pt>
    <dgm:pt modelId="{E28943BC-F2EF-4BDE-BE8B-AFBB0B6CD9B9}" type="pres">
      <dgm:prSet presAssocID="{D9482B83-A4AF-4AC8-8EEB-3F7A1DAEEB0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41252F6-AADA-44DE-8375-D69D2D463A8E}" type="pres">
      <dgm:prSet presAssocID="{D9B1A045-6CEA-4FC5-B210-C8F8FC5229E8}" presName="root1" presStyleCnt="0"/>
      <dgm:spPr/>
    </dgm:pt>
    <dgm:pt modelId="{DDB6B016-AA8D-4C44-87BA-CA8F8C683CD3}" type="pres">
      <dgm:prSet presAssocID="{D9B1A045-6CEA-4FC5-B210-C8F8FC5229E8}" presName="LevelOneTextNode" presStyleLbl="node0" presStyleIdx="0" presStyleCnt="1">
        <dgm:presLayoutVars>
          <dgm:chPref val="3"/>
        </dgm:presLayoutVars>
      </dgm:prSet>
      <dgm:spPr/>
    </dgm:pt>
    <dgm:pt modelId="{DE91D507-A462-4734-98DD-DACBDB903B0D}" type="pres">
      <dgm:prSet presAssocID="{D9B1A045-6CEA-4FC5-B210-C8F8FC5229E8}" presName="level2hierChild" presStyleCnt="0"/>
      <dgm:spPr/>
    </dgm:pt>
    <dgm:pt modelId="{6BB5C12D-44FB-48AB-8304-E8977A376F74}" type="pres">
      <dgm:prSet presAssocID="{68201140-E597-4761-9AF8-F6FF23CDC76A}" presName="conn2-1" presStyleLbl="parChTrans1D2" presStyleIdx="0" presStyleCnt="2"/>
      <dgm:spPr/>
    </dgm:pt>
    <dgm:pt modelId="{05BBBB96-9A99-4624-BDA9-0D381BCCAE73}" type="pres">
      <dgm:prSet presAssocID="{68201140-E597-4761-9AF8-F6FF23CDC76A}" presName="connTx" presStyleLbl="parChTrans1D2" presStyleIdx="0" presStyleCnt="2"/>
      <dgm:spPr/>
    </dgm:pt>
    <dgm:pt modelId="{3C611A25-863A-4159-9E69-66996171FF00}" type="pres">
      <dgm:prSet presAssocID="{1FC144BF-5ACB-4E51-AB5E-B83F84EBE4BA}" presName="root2" presStyleCnt="0"/>
      <dgm:spPr/>
    </dgm:pt>
    <dgm:pt modelId="{83F09A79-7643-4BFF-B2C1-290AB7DB58AA}" type="pres">
      <dgm:prSet presAssocID="{1FC144BF-5ACB-4E51-AB5E-B83F84EBE4BA}" presName="LevelTwoTextNode" presStyleLbl="node2" presStyleIdx="0" presStyleCnt="2">
        <dgm:presLayoutVars>
          <dgm:chPref val="3"/>
        </dgm:presLayoutVars>
      </dgm:prSet>
      <dgm:spPr/>
    </dgm:pt>
    <dgm:pt modelId="{CA7F74A6-1D3D-4072-9481-34AA39EDCB25}" type="pres">
      <dgm:prSet presAssocID="{1FC144BF-5ACB-4E51-AB5E-B83F84EBE4BA}" presName="level3hierChild" presStyleCnt="0"/>
      <dgm:spPr/>
    </dgm:pt>
    <dgm:pt modelId="{08884F99-80FC-4D79-8AA4-9B050DBB4E46}" type="pres">
      <dgm:prSet presAssocID="{FBFA3DCD-8301-470C-8A47-ACCA2B938DD3}" presName="conn2-1" presStyleLbl="parChTrans1D2" presStyleIdx="1" presStyleCnt="2"/>
      <dgm:spPr/>
    </dgm:pt>
    <dgm:pt modelId="{3F82E6B9-0695-4878-AAE4-B36600BE2D30}" type="pres">
      <dgm:prSet presAssocID="{FBFA3DCD-8301-470C-8A47-ACCA2B938DD3}" presName="connTx" presStyleLbl="parChTrans1D2" presStyleIdx="1" presStyleCnt="2"/>
      <dgm:spPr/>
    </dgm:pt>
    <dgm:pt modelId="{86B1D176-8D90-4C3A-9F10-4BE9F5C46490}" type="pres">
      <dgm:prSet presAssocID="{12BACC77-0958-43E0-9035-7ECC038E695A}" presName="root2" presStyleCnt="0"/>
      <dgm:spPr/>
    </dgm:pt>
    <dgm:pt modelId="{7DC91028-55CC-446D-AB74-CBDC0753E8A3}" type="pres">
      <dgm:prSet presAssocID="{12BACC77-0958-43E0-9035-7ECC038E695A}" presName="LevelTwoTextNode" presStyleLbl="node2" presStyleIdx="1" presStyleCnt="2">
        <dgm:presLayoutVars>
          <dgm:chPref val="3"/>
        </dgm:presLayoutVars>
      </dgm:prSet>
      <dgm:spPr/>
    </dgm:pt>
    <dgm:pt modelId="{188955F3-F97A-42AE-9606-2E3346601CDD}" type="pres">
      <dgm:prSet presAssocID="{12BACC77-0958-43E0-9035-7ECC038E695A}" presName="level3hierChild" presStyleCnt="0"/>
      <dgm:spPr/>
    </dgm:pt>
  </dgm:ptLst>
  <dgm:cxnLst>
    <dgm:cxn modelId="{9632941B-53C6-B146-9E6E-8C5392BE305F}" type="presOf" srcId="{1FC144BF-5ACB-4E51-AB5E-B83F84EBE4BA}" destId="{83F09A79-7643-4BFF-B2C1-290AB7DB58AA}" srcOrd="0" destOrd="0" presId="urn:microsoft.com/office/officeart/2005/8/layout/hierarchy2"/>
    <dgm:cxn modelId="{06FCAF1E-F101-4800-89A2-A7904158DB0F}" srcId="{D9B1A045-6CEA-4FC5-B210-C8F8FC5229E8}" destId="{12BACC77-0958-43E0-9035-7ECC038E695A}" srcOrd="1" destOrd="0" parTransId="{FBFA3DCD-8301-470C-8A47-ACCA2B938DD3}" sibTransId="{140CBA42-E3F6-454A-90E3-14F514CE55E6}"/>
    <dgm:cxn modelId="{21DDCE24-2CC5-7548-AF7D-A6E4BE683D8F}" type="presOf" srcId="{12BACC77-0958-43E0-9035-7ECC038E695A}" destId="{7DC91028-55CC-446D-AB74-CBDC0753E8A3}" srcOrd="0" destOrd="0" presId="urn:microsoft.com/office/officeart/2005/8/layout/hierarchy2"/>
    <dgm:cxn modelId="{74DD4C47-8109-1D40-B5A2-BF988DA5DDD2}" type="presOf" srcId="{D9482B83-A4AF-4AC8-8EEB-3F7A1DAEEB0C}" destId="{E28943BC-F2EF-4BDE-BE8B-AFBB0B6CD9B9}" srcOrd="0" destOrd="0" presId="urn:microsoft.com/office/officeart/2005/8/layout/hierarchy2"/>
    <dgm:cxn modelId="{12D7D283-A46C-0C44-9762-C96E6CC1BED5}" type="presOf" srcId="{FBFA3DCD-8301-470C-8A47-ACCA2B938DD3}" destId="{08884F99-80FC-4D79-8AA4-9B050DBB4E46}" srcOrd="0" destOrd="0" presId="urn:microsoft.com/office/officeart/2005/8/layout/hierarchy2"/>
    <dgm:cxn modelId="{59A66F9E-CCEE-4C73-B28D-E844B6EB7A0E}" srcId="{D9B1A045-6CEA-4FC5-B210-C8F8FC5229E8}" destId="{1FC144BF-5ACB-4E51-AB5E-B83F84EBE4BA}" srcOrd="0" destOrd="0" parTransId="{68201140-E597-4761-9AF8-F6FF23CDC76A}" sibTransId="{F3B6E7C8-2CEA-425C-8EC1-A0BC708516EE}"/>
    <dgm:cxn modelId="{D08F69BB-04F5-8947-9D45-15992E301A1A}" type="presOf" srcId="{68201140-E597-4761-9AF8-F6FF23CDC76A}" destId="{6BB5C12D-44FB-48AB-8304-E8977A376F74}" srcOrd="0" destOrd="0" presId="urn:microsoft.com/office/officeart/2005/8/layout/hierarchy2"/>
    <dgm:cxn modelId="{2EB890CE-1EAE-2B4A-A0C1-D2F693F66FF5}" type="presOf" srcId="{FBFA3DCD-8301-470C-8A47-ACCA2B938DD3}" destId="{3F82E6B9-0695-4878-AAE4-B36600BE2D30}" srcOrd="1" destOrd="0" presId="urn:microsoft.com/office/officeart/2005/8/layout/hierarchy2"/>
    <dgm:cxn modelId="{2D54C7EA-25BF-4212-9BB5-D93E4FCB753C}" srcId="{D9482B83-A4AF-4AC8-8EEB-3F7A1DAEEB0C}" destId="{D9B1A045-6CEA-4FC5-B210-C8F8FC5229E8}" srcOrd="0" destOrd="0" parTransId="{1EA6B0EB-448D-4936-B388-A3CD795A4746}" sibTransId="{1563ACAA-8AA0-42CA-A09C-A3CFC3134F9C}"/>
    <dgm:cxn modelId="{7D3F6AF2-CBCF-5449-BAF6-343FD909E2C9}" type="presOf" srcId="{68201140-E597-4761-9AF8-F6FF23CDC76A}" destId="{05BBBB96-9A99-4624-BDA9-0D381BCCAE73}" srcOrd="1" destOrd="0" presId="urn:microsoft.com/office/officeart/2005/8/layout/hierarchy2"/>
    <dgm:cxn modelId="{D9DA61F8-8715-7A4B-8FA7-5812F36BCDAC}" type="presOf" srcId="{D9B1A045-6CEA-4FC5-B210-C8F8FC5229E8}" destId="{DDB6B016-AA8D-4C44-87BA-CA8F8C683CD3}" srcOrd="0" destOrd="0" presId="urn:microsoft.com/office/officeart/2005/8/layout/hierarchy2"/>
    <dgm:cxn modelId="{E2B6B4B1-CB74-CD44-9124-AEE4D87D3A30}" type="presParOf" srcId="{E28943BC-F2EF-4BDE-BE8B-AFBB0B6CD9B9}" destId="{141252F6-AADA-44DE-8375-D69D2D463A8E}" srcOrd="0" destOrd="0" presId="urn:microsoft.com/office/officeart/2005/8/layout/hierarchy2"/>
    <dgm:cxn modelId="{C2E41EAC-0D76-9545-BF9D-885F916ECF41}" type="presParOf" srcId="{141252F6-AADA-44DE-8375-D69D2D463A8E}" destId="{DDB6B016-AA8D-4C44-87BA-CA8F8C683CD3}" srcOrd="0" destOrd="0" presId="urn:microsoft.com/office/officeart/2005/8/layout/hierarchy2"/>
    <dgm:cxn modelId="{E2EE4598-E216-434E-B65E-FD695B53D2DE}" type="presParOf" srcId="{141252F6-AADA-44DE-8375-D69D2D463A8E}" destId="{DE91D507-A462-4734-98DD-DACBDB903B0D}" srcOrd="1" destOrd="0" presId="urn:microsoft.com/office/officeart/2005/8/layout/hierarchy2"/>
    <dgm:cxn modelId="{7FC09C0A-AAF4-174B-8CBA-7D4AC69A215C}" type="presParOf" srcId="{DE91D507-A462-4734-98DD-DACBDB903B0D}" destId="{6BB5C12D-44FB-48AB-8304-E8977A376F74}" srcOrd="0" destOrd="0" presId="urn:microsoft.com/office/officeart/2005/8/layout/hierarchy2"/>
    <dgm:cxn modelId="{F10EB766-F5FE-5146-A82C-2A07E6950447}" type="presParOf" srcId="{6BB5C12D-44FB-48AB-8304-E8977A376F74}" destId="{05BBBB96-9A99-4624-BDA9-0D381BCCAE73}" srcOrd="0" destOrd="0" presId="urn:microsoft.com/office/officeart/2005/8/layout/hierarchy2"/>
    <dgm:cxn modelId="{5DCB646E-4C9D-F84F-93AD-F0B9EC95A07B}" type="presParOf" srcId="{DE91D507-A462-4734-98DD-DACBDB903B0D}" destId="{3C611A25-863A-4159-9E69-66996171FF00}" srcOrd="1" destOrd="0" presId="urn:microsoft.com/office/officeart/2005/8/layout/hierarchy2"/>
    <dgm:cxn modelId="{0CA13A5D-22C7-9949-AA15-51F102B9B8DC}" type="presParOf" srcId="{3C611A25-863A-4159-9E69-66996171FF00}" destId="{83F09A79-7643-4BFF-B2C1-290AB7DB58AA}" srcOrd="0" destOrd="0" presId="urn:microsoft.com/office/officeart/2005/8/layout/hierarchy2"/>
    <dgm:cxn modelId="{6E081004-2E99-434B-AD01-FA5EF4B89D94}" type="presParOf" srcId="{3C611A25-863A-4159-9E69-66996171FF00}" destId="{CA7F74A6-1D3D-4072-9481-34AA39EDCB25}" srcOrd="1" destOrd="0" presId="urn:microsoft.com/office/officeart/2005/8/layout/hierarchy2"/>
    <dgm:cxn modelId="{142E2F5E-D767-184E-866C-E285EFC2567B}" type="presParOf" srcId="{DE91D507-A462-4734-98DD-DACBDB903B0D}" destId="{08884F99-80FC-4D79-8AA4-9B050DBB4E46}" srcOrd="2" destOrd="0" presId="urn:microsoft.com/office/officeart/2005/8/layout/hierarchy2"/>
    <dgm:cxn modelId="{7D9B9E02-9170-364F-87D3-A05C9E68A609}" type="presParOf" srcId="{08884F99-80FC-4D79-8AA4-9B050DBB4E46}" destId="{3F82E6B9-0695-4878-AAE4-B36600BE2D30}" srcOrd="0" destOrd="0" presId="urn:microsoft.com/office/officeart/2005/8/layout/hierarchy2"/>
    <dgm:cxn modelId="{FF510D0E-9392-6B4C-B64B-1D07432B9DCD}" type="presParOf" srcId="{DE91D507-A462-4734-98DD-DACBDB903B0D}" destId="{86B1D176-8D90-4C3A-9F10-4BE9F5C46490}" srcOrd="3" destOrd="0" presId="urn:microsoft.com/office/officeart/2005/8/layout/hierarchy2"/>
    <dgm:cxn modelId="{9D9D189B-B521-8343-8790-7665BE205FAA}" type="presParOf" srcId="{86B1D176-8D90-4C3A-9F10-4BE9F5C46490}" destId="{7DC91028-55CC-446D-AB74-CBDC0753E8A3}" srcOrd="0" destOrd="0" presId="urn:microsoft.com/office/officeart/2005/8/layout/hierarchy2"/>
    <dgm:cxn modelId="{027FBDDE-7222-AE48-A521-15B18320D622}" type="presParOf" srcId="{86B1D176-8D90-4C3A-9F10-4BE9F5C46490}" destId="{188955F3-F97A-42AE-9606-2E3346601CD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EA1B124-2961-4C6E-AF36-9F18E3AEA96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85CC74B-4D52-460B-80A2-19C479FF5942}">
      <dgm:prSet phldrT="[Text]"/>
      <dgm:spPr/>
      <dgm:t>
        <a:bodyPr/>
        <a:lstStyle/>
        <a:p>
          <a:r>
            <a:rPr lang="es-MX" dirty="0"/>
            <a:t>Reparaciones y Adaptaciones</a:t>
          </a:r>
        </a:p>
      </dgm:t>
    </dgm:pt>
    <dgm:pt modelId="{BC088E36-9970-4A04-AE98-886214C9068A}" type="parTrans" cxnId="{408F5C20-ED61-4D8F-8C3C-482645D02E81}">
      <dgm:prSet/>
      <dgm:spPr/>
      <dgm:t>
        <a:bodyPr/>
        <a:lstStyle/>
        <a:p>
          <a:endParaRPr lang="es-MX"/>
        </a:p>
      </dgm:t>
    </dgm:pt>
    <dgm:pt modelId="{47BF3487-B397-4B75-8121-930BBCEABD4A}" type="sibTrans" cxnId="{408F5C20-ED61-4D8F-8C3C-482645D02E81}">
      <dgm:prSet/>
      <dgm:spPr/>
      <dgm:t>
        <a:bodyPr/>
        <a:lstStyle/>
        <a:p>
          <a:endParaRPr lang="es-MX"/>
        </a:p>
      </dgm:t>
    </dgm:pt>
    <dgm:pt modelId="{F07A92F0-DDB9-43E5-9211-69F892728F95}">
      <dgm:prSet phldrT="[Text]"/>
      <dgm:spPr/>
      <dgm:t>
        <a:bodyPr/>
        <a:lstStyle/>
        <a:p>
          <a:r>
            <a:rPr lang="es-MX" dirty="0"/>
            <a:t>Son inversiones siempre que impliquen adiciones o mejoras al activo fijo</a:t>
          </a:r>
        </a:p>
      </dgm:t>
    </dgm:pt>
    <dgm:pt modelId="{801C51E9-7B29-4D75-A39A-7DF13CBE33A8}" type="parTrans" cxnId="{118384FB-C280-4E76-A0D8-7A8448C31DA4}">
      <dgm:prSet/>
      <dgm:spPr/>
      <dgm:t>
        <a:bodyPr/>
        <a:lstStyle/>
        <a:p>
          <a:endParaRPr lang="es-MX"/>
        </a:p>
      </dgm:t>
    </dgm:pt>
    <dgm:pt modelId="{6D5FBB14-F03A-49C7-A7DE-480E11C518BE}" type="sibTrans" cxnId="{118384FB-C280-4E76-A0D8-7A8448C31DA4}">
      <dgm:prSet/>
      <dgm:spPr/>
      <dgm:t>
        <a:bodyPr/>
        <a:lstStyle/>
        <a:p>
          <a:endParaRPr lang="es-MX"/>
        </a:p>
      </dgm:t>
    </dgm:pt>
    <dgm:pt modelId="{0A225830-066B-4667-90F3-629364B3C76B}">
      <dgm:prSet phldrT="[Text]"/>
      <dgm:spPr/>
      <dgm:t>
        <a:bodyPr/>
        <a:lstStyle/>
        <a:p>
          <a:r>
            <a:rPr lang="es-MX" dirty="0"/>
            <a:t>Automóviles y Aviones</a:t>
          </a:r>
        </a:p>
      </dgm:t>
    </dgm:pt>
    <dgm:pt modelId="{C4871BC8-38BF-4B21-AFC4-A87D9BCB2C1C}" type="parTrans" cxnId="{E99B58B0-C714-4BC6-ABEA-AA695E02EB71}">
      <dgm:prSet/>
      <dgm:spPr/>
      <dgm:t>
        <a:bodyPr/>
        <a:lstStyle/>
        <a:p>
          <a:endParaRPr lang="es-MX"/>
        </a:p>
      </dgm:t>
    </dgm:pt>
    <dgm:pt modelId="{AB0A4224-69F3-46FA-9037-D2EE5F317D22}" type="sibTrans" cxnId="{E99B58B0-C714-4BC6-ABEA-AA695E02EB71}">
      <dgm:prSet/>
      <dgm:spPr/>
      <dgm:t>
        <a:bodyPr/>
        <a:lstStyle/>
        <a:p>
          <a:endParaRPr lang="es-MX"/>
        </a:p>
      </dgm:t>
    </dgm:pt>
    <dgm:pt modelId="{8BF4A2E7-72F3-4814-B5C1-422FC16AB24C}">
      <dgm:prSet phldrT="[Text]"/>
      <dgm:spPr/>
      <dgm:t>
        <a:bodyPr/>
        <a:lstStyle/>
        <a:p>
          <a:r>
            <a:rPr lang="es-MX" dirty="0"/>
            <a:t>AUTOMOVILES</a:t>
          </a:r>
        </a:p>
      </dgm:t>
    </dgm:pt>
    <dgm:pt modelId="{A6B88B84-55EE-47F3-BF2E-441B68A6B3A2}" type="parTrans" cxnId="{C6FDB416-B9DC-495D-82A0-80256628D04D}">
      <dgm:prSet/>
      <dgm:spPr/>
      <dgm:t>
        <a:bodyPr/>
        <a:lstStyle/>
        <a:p>
          <a:endParaRPr lang="es-MX"/>
        </a:p>
      </dgm:t>
    </dgm:pt>
    <dgm:pt modelId="{D5773957-EDFD-4C1B-B818-AA2504912B0A}" type="sibTrans" cxnId="{C6FDB416-B9DC-495D-82A0-80256628D04D}">
      <dgm:prSet/>
      <dgm:spPr/>
      <dgm:t>
        <a:bodyPr/>
        <a:lstStyle/>
        <a:p>
          <a:endParaRPr lang="es-MX"/>
        </a:p>
      </dgm:t>
    </dgm:pt>
    <dgm:pt modelId="{49EFCB75-FE81-4729-B714-3FAA6B8B0B5E}">
      <dgm:prSet phldrT="[Text]"/>
      <dgm:spPr/>
      <dgm:t>
        <a:bodyPr/>
        <a:lstStyle/>
        <a:p>
          <a:r>
            <a:rPr lang="es-MX" dirty="0"/>
            <a:t>Arrendamiento de Automóviles y Aviones</a:t>
          </a:r>
        </a:p>
      </dgm:t>
    </dgm:pt>
    <dgm:pt modelId="{0A0D2FCC-1A33-472E-819E-239C8BD56C56}" type="parTrans" cxnId="{82AA1984-313C-4DDA-9EFC-A309FE327FE7}">
      <dgm:prSet/>
      <dgm:spPr/>
      <dgm:t>
        <a:bodyPr/>
        <a:lstStyle/>
        <a:p>
          <a:endParaRPr lang="es-MX"/>
        </a:p>
      </dgm:t>
    </dgm:pt>
    <dgm:pt modelId="{BA986D67-D10B-4B05-8755-80D43421E3FB}" type="sibTrans" cxnId="{82AA1984-313C-4DDA-9EFC-A309FE327FE7}">
      <dgm:prSet/>
      <dgm:spPr/>
      <dgm:t>
        <a:bodyPr/>
        <a:lstStyle/>
        <a:p>
          <a:endParaRPr lang="es-MX"/>
        </a:p>
      </dgm:t>
    </dgm:pt>
    <dgm:pt modelId="{4EE6238D-3BEB-46EB-A984-C467D160918B}">
      <dgm:prSet phldrT="[Text]"/>
      <dgm:spPr/>
      <dgm:t>
        <a:bodyPr/>
        <a:lstStyle/>
        <a:p>
          <a:r>
            <a:rPr lang="es-MX" dirty="0"/>
            <a:t>Sin límite</a:t>
          </a:r>
        </a:p>
      </dgm:t>
    </dgm:pt>
    <dgm:pt modelId="{2184963B-1FA4-4640-9CFA-DB96BD725AF6}" type="parTrans" cxnId="{7F345045-4762-4432-9856-7E0A061113C1}">
      <dgm:prSet/>
      <dgm:spPr/>
      <dgm:t>
        <a:bodyPr/>
        <a:lstStyle/>
        <a:p>
          <a:endParaRPr lang="es-MX"/>
        </a:p>
      </dgm:t>
    </dgm:pt>
    <dgm:pt modelId="{7D53207E-6781-4914-B84C-003B3D9ED919}" type="sibTrans" cxnId="{7F345045-4762-4432-9856-7E0A061113C1}">
      <dgm:prSet/>
      <dgm:spPr/>
      <dgm:t>
        <a:bodyPr/>
        <a:lstStyle/>
        <a:p>
          <a:endParaRPr lang="es-MX"/>
        </a:p>
      </dgm:t>
    </dgm:pt>
    <dgm:pt modelId="{5C193443-1418-4213-B833-4B174035EE8D}">
      <dgm:prSet/>
      <dgm:spPr/>
      <dgm:t>
        <a:bodyPr/>
        <a:lstStyle/>
        <a:p>
          <a:r>
            <a:rPr lang="es-MX" dirty="0"/>
            <a:t>Instalaciones en Bienes Arrendados</a:t>
          </a:r>
        </a:p>
      </dgm:t>
    </dgm:pt>
    <dgm:pt modelId="{E752DE53-119B-4645-8368-955853DDF996}" type="parTrans" cxnId="{1A7C9E4A-5E6C-4D15-8876-0BBFEEB55261}">
      <dgm:prSet/>
      <dgm:spPr/>
      <dgm:t>
        <a:bodyPr/>
        <a:lstStyle/>
        <a:p>
          <a:endParaRPr lang="es-MX"/>
        </a:p>
      </dgm:t>
    </dgm:pt>
    <dgm:pt modelId="{70409959-7BBB-4B3E-8394-561CD588050A}" type="sibTrans" cxnId="{1A7C9E4A-5E6C-4D15-8876-0BBFEEB55261}">
      <dgm:prSet/>
      <dgm:spPr/>
      <dgm:t>
        <a:bodyPr/>
        <a:lstStyle/>
        <a:p>
          <a:endParaRPr lang="es-MX"/>
        </a:p>
      </dgm:t>
    </dgm:pt>
    <dgm:pt modelId="{6FB95A20-DFC7-495D-B8DA-0C43DD7B88D7}">
      <dgm:prSet/>
      <dgm:spPr/>
      <dgm:t>
        <a:bodyPr/>
        <a:lstStyle/>
        <a:p>
          <a:r>
            <a:rPr lang="es-MX" dirty="0"/>
            <a:t>Deducible como inversión propia</a:t>
          </a:r>
        </a:p>
      </dgm:t>
    </dgm:pt>
    <dgm:pt modelId="{12FA3358-37AC-45FF-85A5-451C20CD5385}" type="parTrans" cxnId="{413DE576-F752-4243-8607-C4105B5D5EAB}">
      <dgm:prSet/>
      <dgm:spPr/>
      <dgm:t>
        <a:bodyPr/>
        <a:lstStyle/>
        <a:p>
          <a:endParaRPr lang="es-MX"/>
        </a:p>
      </dgm:t>
    </dgm:pt>
    <dgm:pt modelId="{F93C2C99-76B8-4730-A6EC-D4758DB746A1}" type="sibTrans" cxnId="{413DE576-F752-4243-8607-C4105B5D5EAB}">
      <dgm:prSet/>
      <dgm:spPr/>
      <dgm:t>
        <a:bodyPr/>
        <a:lstStyle/>
        <a:p>
          <a:endParaRPr lang="es-MX"/>
        </a:p>
      </dgm:t>
    </dgm:pt>
    <dgm:pt modelId="{2420F256-6EB3-4507-81F9-70A41C1A8ECE}">
      <dgm:prSet phldrT="[Text]"/>
      <dgm:spPr/>
      <dgm:t>
        <a:bodyPr/>
        <a:lstStyle/>
        <a:p>
          <a:endParaRPr lang="es-MX" dirty="0"/>
        </a:p>
      </dgm:t>
    </dgm:pt>
    <dgm:pt modelId="{0491A827-3279-47F6-8518-F90019CF2B4D}" type="parTrans" cxnId="{DDA15E0E-AE31-4C95-B081-F2F136039581}">
      <dgm:prSet/>
      <dgm:spPr/>
      <dgm:t>
        <a:bodyPr/>
        <a:lstStyle/>
        <a:p>
          <a:endParaRPr lang="es-MX"/>
        </a:p>
      </dgm:t>
    </dgm:pt>
    <dgm:pt modelId="{278B0CF5-A196-4887-82BA-75119BD7B2D6}" type="sibTrans" cxnId="{DDA15E0E-AE31-4C95-B081-F2F136039581}">
      <dgm:prSet/>
      <dgm:spPr/>
      <dgm:t>
        <a:bodyPr/>
        <a:lstStyle/>
        <a:p>
          <a:endParaRPr lang="es-MX"/>
        </a:p>
      </dgm:t>
    </dgm:pt>
    <dgm:pt modelId="{B0BDEA75-74F0-484B-ADB0-F44523AA82B0}">
      <dgm:prSet phldrT="[Text]"/>
      <dgm:spPr/>
      <dgm:t>
        <a:bodyPr/>
        <a:lstStyle/>
        <a:p>
          <a:endParaRPr lang="es-MX" dirty="0"/>
        </a:p>
      </dgm:t>
    </dgm:pt>
    <dgm:pt modelId="{284B43F6-D609-4A43-A19D-310AA05347C7}" type="parTrans" cxnId="{46B8FA18-D0BA-469D-8777-3192405EEE3A}">
      <dgm:prSet/>
      <dgm:spPr/>
      <dgm:t>
        <a:bodyPr/>
        <a:lstStyle/>
        <a:p>
          <a:endParaRPr lang="es-MX"/>
        </a:p>
      </dgm:t>
    </dgm:pt>
    <dgm:pt modelId="{DB61F94A-45E1-4D86-8AAF-9F340EC47174}" type="sibTrans" cxnId="{46B8FA18-D0BA-469D-8777-3192405EEE3A}">
      <dgm:prSet/>
      <dgm:spPr/>
      <dgm:t>
        <a:bodyPr/>
        <a:lstStyle/>
        <a:p>
          <a:endParaRPr lang="es-MX"/>
        </a:p>
      </dgm:t>
    </dgm:pt>
    <dgm:pt modelId="{06ABEA57-C0AC-445A-90E6-1C27B6C9DC1D}">
      <dgm:prSet/>
      <dgm:spPr/>
      <dgm:t>
        <a:bodyPr/>
        <a:lstStyle/>
        <a:p>
          <a:r>
            <a:rPr lang="es-MX" dirty="0"/>
            <a:t>Otras</a:t>
          </a:r>
        </a:p>
      </dgm:t>
    </dgm:pt>
    <dgm:pt modelId="{DD6E75A5-4BDC-4BD5-BDB0-884B577CE101}" type="parTrans" cxnId="{80704284-572F-40D6-826A-AD807260ED57}">
      <dgm:prSet/>
      <dgm:spPr/>
      <dgm:t>
        <a:bodyPr/>
        <a:lstStyle/>
        <a:p>
          <a:endParaRPr lang="es-MX"/>
        </a:p>
      </dgm:t>
    </dgm:pt>
    <dgm:pt modelId="{C1287999-4D6C-4838-9EEC-45A9241D443D}" type="sibTrans" cxnId="{80704284-572F-40D6-826A-AD807260ED57}">
      <dgm:prSet/>
      <dgm:spPr/>
      <dgm:t>
        <a:bodyPr/>
        <a:lstStyle/>
        <a:p>
          <a:endParaRPr lang="es-MX"/>
        </a:p>
      </dgm:t>
    </dgm:pt>
    <dgm:pt modelId="{6775CDD6-34BB-4206-BC83-B630D7244707}">
      <dgm:prSet/>
      <dgm:spPr/>
      <dgm:t>
        <a:bodyPr/>
        <a:lstStyle/>
        <a:p>
          <a:r>
            <a:rPr lang="es-MX" dirty="0"/>
            <a:t>No son inversiones los gastos por conservación, mantenimiento y reparación, con el objeto de mantener el bien en condiciones de operación</a:t>
          </a:r>
        </a:p>
      </dgm:t>
    </dgm:pt>
    <dgm:pt modelId="{216C81CA-6DD3-42B5-93FF-B558035D5297}" type="parTrans" cxnId="{1D65782F-7154-4B4F-8D83-61EDF3ECA248}">
      <dgm:prSet/>
      <dgm:spPr/>
      <dgm:t>
        <a:bodyPr/>
        <a:lstStyle/>
        <a:p>
          <a:endParaRPr lang="es-MX"/>
        </a:p>
      </dgm:t>
    </dgm:pt>
    <dgm:pt modelId="{508C3160-03A7-49C1-8FE6-351E7DE73B56}" type="sibTrans" cxnId="{1D65782F-7154-4B4F-8D83-61EDF3ECA248}">
      <dgm:prSet/>
      <dgm:spPr/>
      <dgm:t>
        <a:bodyPr/>
        <a:lstStyle/>
        <a:p>
          <a:endParaRPr lang="es-MX"/>
        </a:p>
      </dgm:t>
    </dgm:pt>
    <dgm:pt modelId="{1C171E56-FFB3-4A71-85C1-0222A77C22B5}">
      <dgm:prSet/>
      <dgm:spPr/>
      <dgm:t>
        <a:bodyPr/>
        <a:lstStyle/>
        <a:p>
          <a:r>
            <a:rPr lang="es-MX" dirty="0"/>
            <a:t>Sólo serán deducibles hasta por un monto de $175,000 y $250,000 si son eléctricos, híbridos o por hidrógeno</a:t>
          </a:r>
        </a:p>
      </dgm:t>
    </dgm:pt>
    <dgm:pt modelId="{E469FF35-C263-4420-8A62-BE036B0E4E02}" type="parTrans" cxnId="{EDEEC2FD-2035-4CCF-AA2B-44D00D6F9D46}">
      <dgm:prSet/>
      <dgm:spPr/>
      <dgm:t>
        <a:bodyPr/>
        <a:lstStyle/>
        <a:p>
          <a:endParaRPr lang="es-MX"/>
        </a:p>
      </dgm:t>
    </dgm:pt>
    <dgm:pt modelId="{042D3428-CB7A-4C29-ABE6-2351771EAB78}" type="sibTrans" cxnId="{EDEEC2FD-2035-4CCF-AA2B-44D00D6F9D46}">
      <dgm:prSet/>
      <dgm:spPr/>
      <dgm:t>
        <a:bodyPr/>
        <a:lstStyle/>
        <a:p>
          <a:endParaRPr lang="es-MX"/>
        </a:p>
      </dgm:t>
    </dgm:pt>
    <dgm:pt modelId="{B1DE5A41-4CE2-4D66-9D3A-4B435886D108}">
      <dgm:prSet/>
      <dgm:spPr/>
      <dgm:t>
        <a:bodyPr/>
        <a:lstStyle/>
        <a:p>
          <a:endParaRPr lang="es-MX" dirty="0"/>
        </a:p>
      </dgm:t>
    </dgm:pt>
    <dgm:pt modelId="{91389A81-F64B-4F20-925C-26FE5E51E881}" type="parTrans" cxnId="{DF38303A-FC8D-43D4-A422-A61B6D3FF434}">
      <dgm:prSet/>
      <dgm:spPr/>
      <dgm:t>
        <a:bodyPr/>
        <a:lstStyle/>
        <a:p>
          <a:endParaRPr lang="es-MX"/>
        </a:p>
      </dgm:t>
    </dgm:pt>
    <dgm:pt modelId="{9D9F9603-6663-4F35-B948-E7501855D43E}" type="sibTrans" cxnId="{DF38303A-FC8D-43D4-A422-A61B6D3FF434}">
      <dgm:prSet/>
      <dgm:spPr/>
      <dgm:t>
        <a:bodyPr/>
        <a:lstStyle/>
        <a:p>
          <a:endParaRPr lang="es-MX"/>
        </a:p>
      </dgm:t>
    </dgm:pt>
    <dgm:pt modelId="{56DE5064-A3EF-48A8-B0A2-CE0D80FEAA14}">
      <dgm:prSet/>
      <dgm:spPr/>
      <dgm:t>
        <a:bodyPr/>
        <a:lstStyle/>
        <a:p>
          <a:r>
            <a:rPr lang="es-MX" dirty="0"/>
            <a:t>AVIONES </a:t>
          </a:r>
        </a:p>
      </dgm:t>
    </dgm:pt>
    <dgm:pt modelId="{60EB3AD3-08C1-4841-B38F-3F7D0E5A76E8}" type="parTrans" cxnId="{A8F2EBE2-D1B8-4685-A1B5-41673FC66435}">
      <dgm:prSet/>
      <dgm:spPr/>
      <dgm:t>
        <a:bodyPr/>
        <a:lstStyle/>
        <a:p>
          <a:endParaRPr lang="es-MX"/>
        </a:p>
      </dgm:t>
    </dgm:pt>
    <dgm:pt modelId="{7704057E-0A95-40D7-B474-C22C14A8E368}" type="sibTrans" cxnId="{A8F2EBE2-D1B8-4685-A1B5-41673FC66435}">
      <dgm:prSet/>
      <dgm:spPr/>
      <dgm:t>
        <a:bodyPr/>
        <a:lstStyle/>
        <a:p>
          <a:endParaRPr lang="es-MX"/>
        </a:p>
      </dgm:t>
    </dgm:pt>
    <dgm:pt modelId="{CAC966C1-8B6C-40FF-A8BB-86BC0F4312AA}">
      <dgm:prSet/>
      <dgm:spPr/>
      <dgm:t>
        <a:bodyPr/>
        <a:lstStyle/>
        <a:p>
          <a:r>
            <a:rPr lang="es-MX" dirty="0"/>
            <a:t>MOI limitado a $8.6 millones si no tienen concesión o permiso para su explotación comercial</a:t>
          </a:r>
        </a:p>
      </dgm:t>
    </dgm:pt>
    <dgm:pt modelId="{04231AAD-7EAF-4FC6-B93D-B22FF4106EDC}" type="parTrans" cxnId="{E4930582-3365-4DC4-B2E6-4A72D8B49C45}">
      <dgm:prSet/>
      <dgm:spPr/>
      <dgm:t>
        <a:bodyPr/>
        <a:lstStyle/>
        <a:p>
          <a:endParaRPr lang="es-MX"/>
        </a:p>
      </dgm:t>
    </dgm:pt>
    <dgm:pt modelId="{6446E463-CE37-42CA-B944-32230F772A06}" type="sibTrans" cxnId="{E4930582-3365-4DC4-B2E6-4A72D8B49C45}">
      <dgm:prSet/>
      <dgm:spPr/>
      <dgm:t>
        <a:bodyPr/>
        <a:lstStyle/>
        <a:p>
          <a:endParaRPr lang="es-MX"/>
        </a:p>
      </dgm:t>
    </dgm:pt>
    <dgm:pt modelId="{8CA0D9DF-9608-48EE-8344-8DE09A5277BD}">
      <dgm:prSet/>
      <dgm:spPr/>
      <dgm:t>
        <a:bodyPr/>
        <a:lstStyle/>
        <a:p>
          <a:r>
            <a:rPr lang="es-MX" dirty="0"/>
            <a:t>Aplican los límites en caso de accionistas comunes o influencia preponderante</a:t>
          </a:r>
        </a:p>
      </dgm:t>
    </dgm:pt>
    <dgm:pt modelId="{5788C6E5-3E44-4000-8259-1CA6E4259B22}" type="parTrans" cxnId="{5FD3FF5F-21D7-410F-910F-5A5234A54681}">
      <dgm:prSet/>
      <dgm:spPr/>
      <dgm:t>
        <a:bodyPr/>
        <a:lstStyle/>
        <a:p>
          <a:endParaRPr lang="es-MX"/>
        </a:p>
      </dgm:t>
    </dgm:pt>
    <dgm:pt modelId="{22C9559C-1070-4B98-B883-D0ADAC7BFB5E}" type="sibTrans" cxnId="{5FD3FF5F-21D7-410F-910F-5A5234A54681}">
      <dgm:prSet/>
      <dgm:spPr/>
      <dgm:t>
        <a:bodyPr/>
        <a:lstStyle/>
        <a:p>
          <a:endParaRPr lang="es-MX"/>
        </a:p>
      </dgm:t>
    </dgm:pt>
    <dgm:pt modelId="{30A0161B-43CD-403A-B1CC-E1F0BAE6D916}">
      <dgm:prSet/>
      <dgm:spPr/>
      <dgm:t>
        <a:bodyPr/>
        <a:lstStyle/>
        <a:p>
          <a:r>
            <a:rPr lang="es-MX" dirty="0"/>
            <a:t>Al término del contrato se deduce el valor por redimir</a:t>
          </a:r>
        </a:p>
      </dgm:t>
    </dgm:pt>
    <dgm:pt modelId="{832D3545-A0F3-4656-8831-2D5E56C2EB51}" type="parTrans" cxnId="{4C5D5CE1-DB91-4E63-872B-B016F5E5D863}">
      <dgm:prSet/>
      <dgm:spPr/>
      <dgm:t>
        <a:bodyPr/>
        <a:lstStyle/>
        <a:p>
          <a:endParaRPr lang="es-MX"/>
        </a:p>
      </dgm:t>
    </dgm:pt>
    <dgm:pt modelId="{F5DA8781-616E-4603-8E18-72D349D60AD3}" type="sibTrans" cxnId="{4C5D5CE1-DB91-4E63-872B-B016F5E5D863}">
      <dgm:prSet/>
      <dgm:spPr/>
      <dgm:t>
        <a:bodyPr/>
        <a:lstStyle/>
        <a:p>
          <a:endParaRPr lang="es-MX"/>
        </a:p>
      </dgm:t>
    </dgm:pt>
    <dgm:pt modelId="{9D78D5EB-EB8F-4DA4-99CA-A07CEC34EF94}">
      <dgm:prSet/>
      <dgm:spPr/>
      <dgm:t>
        <a:bodyPr/>
        <a:lstStyle/>
        <a:p>
          <a:r>
            <a:rPr lang="es-MX" dirty="0"/>
            <a:t>FUSIONES Y ESCISIONES</a:t>
          </a:r>
        </a:p>
      </dgm:t>
    </dgm:pt>
    <dgm:pt modelId="{8821DBD7-CD55-478A-85EE-0104147C3F6E}" type="parTrans" cxnId="{AC275074-F75D-44AB-AC99-E0B857FD1BC9}">
      <dgm:prSet/>
      <dgm:spPr/>
      <dgm:t>
        <a:bodyPr/>
        <a:lstStyle/>
        <a:p>
          <a:endParaRPr lang="es-MX"/>
        </a:p>
      </dgm:t>
    </dgm:pt>
    <dgm:pt modelId="{04D79A19-887C-4B51-AC09-F8BC4E950FCB}" type="sibTrans" cxnId="{AC275074-F75D-44AB-AC99-E0B857FD1BC9}">
      <dgm:prSet/>
      <dgm:spPr/>
      <dgm:t>
        <a:bodyPr/>
        <a:lstStyle/>
        <a:p>
          <a:endParaRPr lang="es-MX"/>
        </a:p>
      </dgm:t>
    </dgm:pt>
    <dgm:pt modelId="{AA821D86-A1C5-4E07-ABCB-A769D4D99F1F}">
      <dgm:prSet/>
      <dgm:spPr/>
      <dgm:t>
        <a:bodyPr/>
        <a:lstStyle/>
        <a:p>
          <a:r>
            <a:rPr lang="es-MX" dirty="0"/>
            <a:t>Los valores no deberán ser superiores a los valores pendientes de deducir en la sociedad fusionada o escindente</a:t>
          </a:r>
        </a:p>
      </dgm:t>
    </dgm:pt>
    <dgm:pt modelId="{6F946EEA-FB16-4BFA-AE50-BDF0F7FC18A7}" type="parTrans" cxnId="{27669FAA-2C6A-4BB8-AEE6-342F87764E3C}">
      <dgm:prSet/>
      <dgm:spPr/>
      <dgm:t>
        <a:bodyPr/>
        <a:lstStyle/>
        <a:p>
          <a:endParaRPr lang="es-MX"/>
        </a:p>
      </dgm:t>
    </dgm:pt>
    <dgm:pt modelId="{33DC32B7-B89A-47FE-AC8D-F7995210113D}" type="sibTrans" cxnId="{27669FAA-2C6A-4BB8-AEE6-342F87764E3C}">
      <dgm:prSet/>
      <dgm:spPr/>
      <dgm:t>
        <a:bodyPr/>
        <a:lstStyle/>
        <a:p>
          <a:endParaRPr lang="es-MX"/>
        </a:p>
      </dgm:t>
    </dgm:pt>
    <dgm:pt modelId="{827E0F05-7EB8-451A-8A25-5A7C59D3855C}">
      <dgm:prSet/>
      <dgm:spPr/>
      <dgm:t>
        <a:bodyPr/>
        <a:lstStyle/>
        <a:p>
          <a:r>
            <a:rPr lang="es-MX" dirty="0"/>
            <a:t>REGALIAS</a:t>
          </a:r>
        </a:p>
      </dgm:t>
    </dgm:pt>
    <dgm:pt modelId="{DEA09CB0-62AF-4F23-936B-05ACA01601F1}" type="parTrans" cxnId="{9EF2A876-4BDB-43B7-A1D1-95459E4CA34E}">
      <dgm:prSet/>
      <dgm:spPr/>
      <dgm:t>
        <a:bodyPr/>
        <a:lstStyle/>
        <a:p>
          <a:endParaRPr lang="es-MX"/>
        </a:p>
      </dgm:t>
    </dgm:pt>
    <dgm:pt modelId="{A559E8D6-EFEC-4E30-BEBF-8E2D4973ABAD}" type="sibTrans" cxnId="{9EF2A876-4BDB-43B7-A1D1-95459E4CA34E}">
      <dgm:prSet/>
      <dgm:spPr/>
      <dgm:t>
        <a:bodyPr/>
        <a:lstStyle/>
        <a:p>
          <a:endParaRPr lang="es-MX"/>
        </a:p>
      </dgm:t>
    </dgm:pt>
    <dgm:pt modelId="{ED9FD091-2ACD-446E-93CD-DDFA9D28344C}">
      <dgm:prSet/>
      <dgm:spPr/>
      <dgm:t>
        <a:bodyPr/>
        <a:lstStyle/>
        <a:p>
          <a:r>
            <a:rPr lang="es-MX" dirty="0"/>
            <a:t>Deben estar efectivamente pagadas</a:t>
          </a:r>
        </a:p>
      </dgm:t>
    </dgm:pt>
    <dgm:pt modelId="{7736A714-FA3B-429A-853B-0FE06096C7E2}" type="parTrans" cxnId="{19CAB1B2-7B62-44BE-84F7-5CF8C329A467}">
      <dgm:prSet/>
      <dgm:spPr/>
      <dgm:t>
        <a:bodyPr/>
        <a:lstStyle/>
        <a:p>
          <a:endParaRPr lang="es-MX"/>
        </a:p>
      </dgm:t>
    </dgm:pt>
    <dgm:pt modelId="{00B847E8-0827-4BD8-A35F-81AE1F88EFBB}" type="sibTrans" cxnId="{19CAB1B2-7B62-44BE-84F7-5CF8C329A467}">
      <dgm:prSet/>
      <dgm:spPr/>
      <dgm:t>
        <a:bodyPr/>
        <a:lstStyle/>
        <a:p>
          <a:endParaRPr lang="es-MX"/>
        </a:p>
      </dgm:t>
    </dgm:pt>
    <dgm:pt modelId="{883B69BA-7DB5-48A2-BF08-CFA0E6FD3E1C}">
      <dgm:prSet/>
      <dgm:spPr/>
      <dgm:t>
        <a:bodyPr/>
        <a:lstStyle/>
        <a:p>
          <a:r>
            <a:rPr lang="es-MX" dirty="0"/>
            <a:t>EMISION DE VALORES</a:t>
          </a:r>
        </a:p>
      </dgm:t>
    </dgm:pt>
    <dgm:pt modelId="{F9AB6600-3382-4D38-84B4-A12A62E1D2AD}" type="parTrans" cxnId="{14A1911D-5383-4CFF-A391-BA2381549A1C}">
      <dgm:prSet/>
      <dgm:spPr/>
      <dgm:t>
        <a:bodyPr/>
        <a:lstStyle/>
        <a:p>
          <a:endParaRPr lang="es-MX"/>
        </a:p>
      </dgm:t>
    </dgm:pt>
    <dgm:pt modelId="{FEBEB376-8D54-4681-8C7F-565F2E58AFE7}" type="sibTrans" cxnId="{14A1911D-5383-4CFF-A391-BA2381549A1C}">
      <dgm:prSet/>
      <dgm:spPr/>
      <dgm:t>
        <a:bodyPr/>
        <a:lstStyle/>
        <a:p>
          <a:endParaRPr lang="es-MX"/>
        </a:p>
      </dgm:t>
    </dgm:pt>
    <dgm:pt modelId="{27DE0A78-1859-4782-B472-BBBCADE4C2A6}">
      <dgm:prSet/>
      <dgm:spPr/>
      <dgm:t>
        <a:bodyPr/>
        <a:lstStyle/>
        <a:p>
          <a:r>
            <a:rPr lang="es-MX" dirty="0"/>
            <a:t>En proporción al monto redimido</a:t>
          </a:r>
        </a:p>
      </dgm:t>
    </dgm:pt>
    <dgm:pt modelId="{D46948FC-EC70-4B69-A750-8293BD6FF80E}" type="parTrans" cxnId="{95E62C91-EC7A-428B-B127-4AF513519A21}">
      <dgm:prSet/>
      <dgm:spPr/>
      <dgm:t>
        <a:bodyPr/>
        <a:lstStyle/>
        <a:p>
          <a:endParaRPr lang="es-MX"/>
        </a:p>
      </dgm:t>
    </dgm:pt>
    <dgm:pt modelId="{6B5E7B12-DB79-49AF-B71C-B24A0F897326}" type="sibTrans" cxnId="{95E62C91-EC7A-428B-B127-4AF513519A21}">
      <dgm:prSet/>
      <dgm:spPr/>
      <dgm:t>
        <a:bodyPr/>
        <a:lstStyle/>
        <a:p>
          <a:endParaRPr lang="es-MX"/>
        </a:p>
      </dgm:t>
    </dgm:pt>
    <dgm:pt modelId="{7427BECF-7BA1-4D1F-B18E-0F705822EEEA}">
      <dgm:prSet/>
      <dgm:spPr/>
      <dgm:t>
        <a:bodyPr/>
        <a:lstStyle/>
        <a:p>
          <a:r>
            <a:rPr lang="es-MX" dirty="0"/>
            <a:t>Si el pago es al vencimiento, en proporción al plazo</a:t>
          </a:r>
        </a:p>
      </dgm:t>
    </dgm:pt>
    <dgm:pt modelId="{16BCF172-CB09-49B8-AA48-C9F347E486E9}" type="parTrans" cxnId="{39442E53-3D25-4043-9F15-E4995A2889FB}">
      <dgm:prSet/>
      <dgm:spPr/>
      <dgm:t>
        <a:bodyPr/>
        <a:lstStyle/>
        <a:p>
          <a:endParaRPr lang="es-MX"/>
        </a:p>
      </dgm:t>
    </dgm:pt>
    <dgm:pt modelId="{BAF0D069-6660-457E-89D1-1507CEE1B71D}" type="sibTrans" cxnId="{39442E53-3D25-4043-9F15-E4995A2889FB}">
      <dgm:prSet/>
      <dgm:spPr/>
      <dgm:t>
        <a:bodyPr/>
        <a:lstStyle/>
        <a:p>
          <a:endParaRPr lang="es-MX"/>
        </a:p>
      </dgm:t>
    </dgm:pt>
    <dgm:pt modelId="{F936C797-9C2E-499E-B997-A9B3CF221BEE}">
      <dgm:prSet/>
      <dgm:spPr/>
      <dgm:t>
        <a:bodyPr/>
        <a:lstStyle/>
        <a:p>
          <a:endParaRPr lang="es-MX" dirty="0"/>
        </a:p>
      </dgm:t>
    </dgm:pt>
    <dgm:pt modelId="{29836929-69F3-49D2-B7AE-A379E95AABE7}" type="parTrans" cxnId="{5D05FFC9-AC80-4615-AD56-772BB1963FD9}">
      <dgm:prSet/>
      <dgm:spPr/>
      <dgm:t>
        <a:bodyPr/>
        <a:lstStyle/>
        <a:p>
          <a:endParaRPr lang="es-MX"/>
        </a:p>
      </dgm:t>
    </dgm:pt>
    <dgm:pt modelId="{E1CBF552-40DF-4B1D-886F-97FBF3F50028}" type="sibTrans" cxnId="{5D05FFC9-AC80-4615-AD56-772BB1963FD9}">
      <dgm:prSet/>
      <dgm:spPr/>
      <dgm:t>
        <a:bodyPr/>
        <a:lstStyle/>
        <a:p>
          <a:endParaRPr lang="es-MX"/>
        </a:p>
      </dgm:t>
    </dgm:pt>
    <dgm:pt modelId="{1E122089-C379-48C6-BAD2-A79361337CEA}">
      <dgm:prSet/>
      <dgm:spPr/>
      <dgm:t>
        <a:bodyPr/>
        <a:lstStyle/>
        <a:p>
          <a:endParaRPr lang="es-MX" dirty="0"/>
        </a:p>
      </dgm:t>
    </dgm:pt>
    <dgm:pt modelId="{E53ABC71-2ADE-4E99-B89F-0FFF7397B5CD}" type="parTrans" cxnId="{B2C47D43-A884-4E6B-B1F4-7ABEDF2EB8D9}">
      <dgm:prSet/>
      <dgm:spPr/>
      <dgm:t>
        <a:bodyPr/>
        <a:lstStyle/>
        <a:p>
          <a:endParaRPr lang="es-MX"/>
        </a:p>
      </dgm:t>
    </dgm:pt>
    <dgm:pt modelId="{01DA1419-52A2-48F2-9DBC-D2513C63C6FB}" type="sibTrans" cxnId="{B2C47D43-A884-4E6B-B1F4-7ABEDF2EB8D9}">
      <dgm:prSet/>
      <dgm:spPr/>
      <dgm:t>
        <a:bodyPr/>
        <a:lstStyle/>
        <a:p>
          <a:endParaRPr lang="es-MX"/>
        </a:p>
      </dgm:t>
    </dgm:pt>
    <dgm:pt modelId="{89C0E382-E455-47B6-81BF-ED0F40EE3D1A}">
      <dgm:prSet/>
      <dgm:spPr/>
      <dgm:t>
        <a:bodyPr/>
        <a:lstStyle/>
        <a:p>
          <a:endParaRPr lang="es-MX" dirty="0"/>
        </a:p>
      </dgm:t>
    </dgm:pt>
    <dgm:pt modelId="{4D0F484F-D93A-4ABF-8225-EF8A9123F151}" type="parTrans" cxnId="{DF27B35F-5C2F-48F0-B906-9E799CDBE38A}">
      <dgm:prSet/>
      <dgm:spPr/>
      <dgm:t>
        <a:bodyPr/>
        <a:lstStyle/>
        <a:p>
          <a:endParaRPr lang="es-MX"/>
        </a:p>
      </dgm:t>
    </dgm:pt>
    <dgm:pt modelId="{96291063-EBB8-45CA-BAD0-61800222ED02}" type="sibTrans" cxnId="{DF27B35F-5C2F-48F0-B906-9E799CDBE38A}">
      <dgm:prSet/>
      <dgm:spPr/>
      <dgm:t>
        <a:bodyPr/>
        <a:lstStyle/>
        <a:p>
          <a:endParaRPr lang="es-MX"/>
        </a:p>
      </dgm:t>
    </dgm:pt>
    <dgm:pt modelId="{549474C5-C30E-4DD7-B02C-2BAB3955CD5B}">
      <dgm:prSet/>
      <dgm:spPr/>
      <dgm:t>
        <a:bodyPr/>
        <a:lstStyle/>
        <a:p>
          <a:endParaRPr lang="es-MX" dirty="0"/>
        </a:p>
      </dgm:t>
    </dgm:pt>
    <dgm:pt modelId="{DE59E131-1889-4752-8CD2-202541A690B2}" type="parTrans" cxnId="{DFAD6AF4-2E9E-45B0-B0C8-8E680E357D68}">
      <dgm:prSet/>
      <dgm:spPr/>
      <dgm:t>
        <a:bodyPr/>
        <a:lstStyle/>
        <a:p>
          <a:endParaRPr lang="es-MX"/>
        </a:p>
      </dgm:t>
    </dgm:pt>
    <dgm:pt modelId="{3FD49823-7A2A-417F-8445-F4F5108F209A}" type="sibTrans" cxnId="{DFAD6AF4-2E9E-45B0-B0C8-8E680E357D68}">
      <dgm:prSet/>
      <dgm:spPr/>
      <dgm:t>
        <a:bodyPr/>
        <a:lstStyle/>
        <a:p>
          <a:endParaRPr lang="es-MX"/>
        </a:p>
      </dgm:t>
    </dgm:pt>
    <dgm:pt modelId="{A08040C4-E3B8-42D4-B072-974295459EBA}">
      <dgm:prSet/>
      <dgm:spPr/>
      <dgm:t>
        <a:bodyPr/>
        <a:lstStyle/>
        <a:p>
          <a:r>
            <a:rPr lang="es-MX" dirty="0">
              <a:solidFill>
                <a:srgbClr val="FF0000"/>
              </a:solidFill>
            </a:rPr>
            <a:t>La limitación es a la deducción, no al MOI</a:t>
          </a:r>
        </a:p>
      </dgm:t>
    </dgm:pt>
    <dgm:pt modelId="{E861B4CC-331A-487C-A28C-F2296D7C2EA5}" type="parTrans" cxnId="{CF6A5A31-C6D1-4F5D-8AF7-1B4BBC6CB70C}">
      <dgm:prSet/>
      <dgm:spPr/>
      <dgm:t>
        <a:bodyPr/>
        <a:lstStyle/>
        <a:p>
          <a:endParaRPr lang="es-MX"/>
        </a:p>
      </dgm:t>
    </dgm:pt>
    <dgm:pt modelId="{2470E402-71A8-4C77-B8C5-8A53BEB8B422}" type="sibTrans" cxnId="{CF6A5A31-C6D1-4F5D-8AF7-1B4BBC6CB70C}">
      <dgm:prSet/>
      <dgm:spPr/>
      <dgm:t>
        <a:bodyPr/>
        <a:lstStyle/>
        <a:p>
          <a:endParaRPr lang="es-MX"/>
        </a:p>
      </dgm:t>
    </dgm:pt>
    <dgm:pt modelId="{C53B22F6-DF86-4026-9C70-C2F113304860}">
      <dgm:prSet/>
      <dgm:spPr/>
      <dgm:t>
        <a:bodyPr/>
        <a:lstStyle/>
        <a:p>
          <a:r>
            <a:rPr lang="es-MX" dirty="0">
              <a:solidFill>
                <a:srgbClr val="FF0000"/>
              </a:solidFill>
            </a:rPr>
            <a:t>La limitación es al MOI no a la deducción</a:t>
          </a:r>
        </a:p>
      </dgm:t>
    </dgm:pt>
    <dgm:pt modelId="{405DAD96-4977-468D-81F7-0EDCA3EF3A33}" type="parTrans" cxnId="{D93EB6BA-31F8-4C53-8D21-DCE34CDEFAF4}">
      <dgm:prSet/>
      <dgm:spPr/>
      <dgm:t>
        <a:bodyPr/>
        <a:lstStyle/>
        <a:p>
          <a:endParaRPr lang="es-MX"/>
        </a:p>
      </dgm:t>
    </dgm:pt>
    <dgm:pt modelId="{30BFCCB8-CC8D-4900-A1C5-CD02AAE163D2}" type="sibTrans" cxnId="{D93EB6BA-31F8-4C53-8D21-DCE34CDEFAF4}">
      <dgm:prSet/>
      <dgm:spPr/>
      <dgm:t>
        <a:bodyPr/>
        <a:lstStyle/>
        <a:p>
          <a:endParaRPr lang="es-MX"/>
        </a:p>
      </dgm:t>
    </dgm:pt>
    <dgm:pt modelId="{20E5E009-8BBE-43E0-8DB2-E90FE5D6B870}">
      <dgm:prSet/>
      <dgm:spPr/>
      <dgm:t>
        <a:bodyPr/>
        <a:lstStyle/>
        <a:p>
          <a:r>
            <a:rPr lang="es-MX" dirty="0"/>
            <a:t>Se considera fecha de adquisición la de la fusionada o escindida</a:t>
          </a:r>
        </a:p>
      </dgm:t>
    </dgm:pt>
    <dgm:pt modelId="{93C18D76-BA42-4DC5-A88A-8FD607789F67}" type="parTrans" cxnId="{2DD7A138-9D9A-40CE-9214-64F71852CC40}">
      <dgm:prSet/>
      <dgm:spPr/>
      <dgm:t>
        <a:bodyPr/>
        <a:lstStyle/>
        <a:p>
          <a:endParaRPr lang="en-US"/>
        </a:p>
      </dgm:t>
    </dgm:pt>
    <dgm:pt modelId="{10382B23-113D-48B7-A4DD-BC3358462BE1}" type="sibTrans" cxnId="{2DD7A138-9D9A-40CE-9214-64F71852CC40}">
      <dgm:prSet/>
      <dgm:spPr/>
      <dgm:t>
        <a:bodyPr/>
        <a:lstStyle/>
        <a:p>
          <a:endParaRPr lang="en-US"/>
        </a:p>
      </dgm:t>
    </dgm:pt>
    <dgm:pt modelId="{794DCCF6-6525-42EB-B404-372EC461612B}">
      <dgm:prSet/>
      <dgm:spPr/>
      <dgm:t>
        <a:bodyPr/>
        <a:lstStyle/>
        <a:p>
          <a:endParaRPr lang="es-MX" dirty="0"/>
        </a:p>
      </dgm:t>
    </dgm:pt>
    <dgm:pt modelId="{3F9F1F8F-E770-4E67-91D2-2A17F7B849D5}" type="parTrans" cxnId="{494E2B0A-0024-4C70-87FC-B8AF6B9CA0CB}">
      <dgm:prSet/>
      <dgm:spPr/>
      <dgm:t>
        <a:bodyPr/>
        <a:lstStyle/>
        <a:p>
          <a:endParaRPr lang="en-US"/>
        </a:p>
      </dgm:t>
    </dgm:pt>
    <dgm:pt modelId="{5A6C9E0B-1FE9-4A2C-8A86-83227E78336A}" type="sibTrans" cxnId="{494E2B0A-0024-4C70-87FC-B8AF6B9CA0CB}">
      <dgm:prSet/>
      <dgm:spPr/>
      <dgm:t>
        <a:bodyPr/>
        <a:lstStyle/>
        <a:p>
          <a:endParaRPr lang="en-US"/>
        </a:p>
      </dgm:t>
    </dgm:pt>
    <dgm:pt modelId="{AF60BDFF-4106-4D04-9F04-4C71E0ADC250}">
      <dgm:prSet/>
      <dgm:spPr/>
      <dgm:t>
        <a:bodyPr/>
        <a:lstStyle/>
        <a:p>
          <a:r>
            <a:rPr lang="es-MX" dirty="0"/>
            <a:t>La pérdida en enajenación o caso fortuito es proporcional al MOI deducible</a:t>
          </a:r>
        </a:p>
      </dgm:t>
    </dgm:pt>
    <dgm:pt modelId="{CE3DC786-8528-44A2-A0AD-49924B0A1721}" type="parTrans" cxnId="{A7CC7437-328A-474E-AF4B-2BE360AD6315}">
      <dgm:prSet/>
      <dgm:spPr/>
      <dgm:t>
        <a:bodyPr/>
        <a:lstStyle/>
        <a:p>
          <a:endParaRPr lang="en-US"/>
        </a:p>
      </dgm:t>
    </dgm:pt>
    <dgm:pt modelId="{A9200AF6-69A3-4D45-8D04-87B8B7726847}" type="sibTrans" cxnId="{A7CC7437-328A-474E-AF4B-2BE360AD6315}">
      <dgm:prSet/>
      <dgm:spPr/>
      <dgm:t>
        <a:bodyPr/>
        <a:lstStyle/>
        <a:p>
          <a:endParaRPr lang="en-US"/>
        </a:p>
      </dgm:t>
    </dgm:pt>
    <dgm:pt modelId="{09FE1556-A255-4A4B-9068-B1FB8043D619}">
      <dgm:prSet/>
      <dgm:spPr/>
      <dgm:t>
        <a:bodyPr/>
        <a:lstStyle/>
        <a:p>
          <a:endParaRPr lang="es-MX" dirty="0">
            <a:solidFill>
              <a:srgbClr val="FF0000"/>
            </a:solidFill>
          </a:endParaRPr>
        </a:p>
      </dgm:t>
    </dgm:pt>
    <dgm:pt modelId="{5C6A9302-1739-4646-AECC-7DFA35C53355}" type="parTrans" cxnId="{73EC43A8-53B6-428F-83C6-D539166CC887}">
      <dgm:prSet/>
      <dgm:spPr/>
    </dgm:pt>
    <dgm:pt modelId="{6B5F14D1-5D4F-451C-87D6-2913924A1D69}" type="sibTrans" cxnId="{73EC43A8-53B6-428F-83C6-D539166CC887}">
      <dgm:prSet/>
      <dgm:spPr/>
    </dgm:pt>
    <dgm:pt modelId="{FA8F8A11-592D-4320-BE70-511A882E207C}" type="pres">
      <dgm:prSet presAssocID="{BEA1B124-2961-4C6E-AF36-9F18E3AEA96E}" presName="Name0" presStyleCnt="0">
        <dgm:presLayoutVars>
          <dgm:dir/>
          <dgm:animLvl val="lvl"/>
          <dgm:resizeHandles val="exact"/>
        </dgm:presLayoutVars>
      </dgm:prSet>
      <dgm:spPr/>
    </dgm:pt>
    <dgm:pt modelId="{B595E4E0-5D7A-446F-BA59-4A5DAB829215}" type="pres">
      <dgm:prSet presAssocID="{B85CC74B-4D52-460B-80A2-19C479FF5942}" presName="composite" presStyleCnt="0"/>
      <dgm:spPr/>
    </dgm:pt>
    <dgm:pt modelId="{1FD0B46B-FF90-4474-B38F-0A3D76A192B5}" type="pres">
      <dgm:prSet presAssocID="{B85CC74B-4D52-460B-80A2-19C479FF5942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A18FF002-A7DE-4B8D-AD56-4E0FA7A3A4A1}" type="pres">
      <dgm:prSet presAssocID="{B85CC74B-4D52-460B-80A2-19C479FF5942}" presName="desTx" presStyleLbl="alignAccFollowNode1" presStyleIdx="0" presStyleCnt="5">
        <dgm:presLayoutVars>
          <dgm:bulletEnabled val="1"/>
        </dgm:presLayoutVars>
      </dgm:prSet>
      <dgm:spPr/>
    </dgm:pt>
    <dgm:pt modelId="{09B8B197-DEB2-4989-957D-B131E46113A7}" type="pres">
      <dgm:prSet presAssocID="{47BF3487-B397-4B75-8121-930BBCEABD4A}" presName="space" presStyleCnt="0"/>
      <dgm:spPr/>
    </dgm:pt>
    <dgm:pt modelId="{DFB095C9-67A2-4183-9889-5A42CEDD5DDF}" type="pres">
      <dgm:prSet presAssocID="{0A225830-066B-4667-90F3-629364B3C76B}" presName="composite" presStyleCnt="0"/>
      <dgm:spPr/>
    </dgm:pt>
    <dgm:pt modelId="{78B4F291-C532-4311-9F30-8F33272633D3}" type="pres">
      <dgm:prSet presAssocID="{0A225830-066B-4667-90F3-629364B3C76B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FCAD5A38-53CB-48B1-8D23-BDF2554657B4}" type="pres">
      <dgm:prSet presAssocID="{0A225830-066B-4667-90F3-629364B3C76B}" presName="desTx" presStyleLbl="alignAccFollowNode1" presStyleIdx="1" presStyleCnt="5">
        <dgm:presLayoutVars>
          <dgm:bulletEnabled val="1"/>
        </dgm:presLayoutVars>
      </dgm:prSet>
      <dgm:spPr/>
    </dgm:pt>
    <dgm:pt modelId="{E322B160-0957-4BAA-97E4-EC1EBF3AAA88}" type="pres">
      <dgm:prSet presAssocID="{AB0A4224-69F3-46FA-9037-D2EE5F317D22}" presName="space" presStyleCnt="0"/>
      <dgm:spPr/>
    </dgm:pt>
    <dgm:pt modelId="{A56B2D64-2066-4452-9316-B1B3AA05F30C}" type="pres">
      <dgm:prSet presAssocID="{49EFCB75-FE81-4729-B714-3FAA6B8B0B5E}" presName="composite" presStyleCnt="0"/>
      <dgm:spPr/>
    </dgm:pt>
    <dgm:pt modelId="{F2650154-7CEA-4C9D-A6E5-E5A9A2BE8315}" type="pres">
      <dgm:prSet presAssocID="{49EFCB75-FE81-4729-B714-3FAA6B8B0B5E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7DC455E3-E3F4-4C0E-9FAD-CCE7006CABD1}" type="pres">
      <dgm:prSet presAssocID="{49EFCB75-FE81-4729-B714-3FAA6B8B0B5E}" presName="desTx" presStyleLbl="alignAccFollowNode1" presStyleIdx="2" presStyleCnt="5" custLinFactNeighborY="426">
        <dgm:presLayoutVars>
          <dgm:bulletEnabled val="1"/>
        </dgm:presLayoutVars>
      </dgm:prSet>
      <dgm:spPr/>
    </dgm:pt>
    <dgm:pt modelId="{950CE5D0-4F14-44F0-AED1-C77F882BC4D1}" type="pres">
      <dgm:prSet presAssocID="{BA986D67-D10B-4B05-8755-80D43421E3FB}" presName="space" presStyleCnt="0"/>
      <dgm:spPr/>
    </dgm:pt>
    <dgm:pt modelId="{3320F88B-67B0-4637-9FDB-374DA6B506BD}" type="pres">
      <dgm:prSet presAssocID="{5C193443-1418-4213-B833-4B174035EE8D}" presName="composite" presStyleCnt="0"/>
      <dgm:spPr/>
    </dgm:pt>
    <dgm:pt modelId="{13A0F0F3-8758-4EFD-A9FC-FE9D4C8F4F7C}" type="pres">
      <dgm:prSet presAssocID="{5C193443-1418-4213-B833-4B174035EE8D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C44A0415-1DA4-431D-8B23-CEF0B79FB1E4}" type="pres">
      <dgm:prSet presAssocID="{5C193443-1418-4213-B833-4B174035EE8D}" presName="desTx" presStyleLbl="alignAccFollowNode1" presStyleIdx="3" presStyleCnt="5">
        <dgm:presLayoutVars>
          <dgm:bulletEnabled val="1"/>
        </dgm:presLayoutVars>
      </dgm:prSet>
      <dgm:spPr/>
    </dgm:pt>
    <dgm:pt modelId="{63A9E32C-3CC5-430F-9EE5-F28134728152}" type="pres">
      <dgm:prSet presAssocID="{70409959-7BBB-4B3E-8394-561CD588050A}" presName="space" presStyleCnt="0"/>
      <dgm:spPr/>
    </dgm:pt>
    <dgm:pt modelId="{910096D5-318D-4D21-9826-1859D7ADF40D}" type="pres">
      <dgm:prSet presAssocID="{06ABEA57-C0AC-445A-90E6-1C27B6C9DC1D}" presName="composite" presStyleCnt="0"/>
      <dgm:spPr/>
    </dgm:pt>
    <dgm:pt modelId="{EEEB251F-7C3B-44E0-9296-E91EAC048B18}" type="pres">
      <dgm:prSet presAssocID="{06ABEA57-C0AC-445A-90E6-1C27B6C9DC1D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CD733CB6-C073-40F9-81E2-1BD90312A158}" type="pres">
      <dgm:prSet presAssocID="{06ABEA57-C0AC-445A-90E6-1C27B6C9DC1D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15371708-7A20-3445-BF3B-4CAB66FCB17D}" type="presOf" srcId="{AF60BDFF-4106-4D04-9F04-4C71E0ADC250}" destId="{FCAD5A38-53CB-48B1-8D23-BDF2554657B4}" srcOrd="0" destOrd="8" presId="urn:microsoft.com/office/officeart/2005/8/layout/hList1"/>
    <dgm:cxn modelId="{494E2B0A-0024-4C70-87FC-B8AF6B9CA0CB}" srcId="{827E0F05-7EB8-451A-8A25-5A7C59D3855C}" destId="{794DCCF6-6525-42EB-B404-372EC461612B}" srcOrd="1" destOrd="0" parTransId="{3F9F1F8F-E770-4E67-91D2-2A17F7B849D5}" sibTransId="{5A6C9E0B-1FE9-4A2C-8A86-83227E78336A}"/>
    <dgm:cxn modelId="{DDA15E0E-AE31-4C95-B081-F2F136039581}" srcId="{B85CC74B-4D52-460B-80A2-19C479FF5942}" destId="{2420F256-6EB3-4507-81F9-70A41C1A8ECE}" srcOrd="4" destOrd="0" parTransId="{0491A827-3279-47F6-8518-F90019CF2B4D}" sibTransId="{278B0CF5-A196-4887-82BA-75119BD7B2D6}"/>
    <dgm:cxn modelId="{B55DE80F-C189-9D47-B773-BA14293F8845}" type="presOf" srcId="{5C193443-1418-4213-B833-4B174035EE8D}" destId="{13A0F0F3-8758-4EFD-A9FC-FE9D4C8F4F7C}" srcOrd="0" destOrd="0" presId="urn:microsoft.com/office/officeart/2005/8/layout/hList1"/>
    <dgm:cxn modelId="{779BA812-4258-9547-903F-278A45E729AE}" type="presOf" srcId="{20E5E009-8BBE-43E0-8DB2-E90FE5D6B870}" destId="{CD733CB6-C073-40F9-81E2-1BD90312A158}" srcOrd="0" destOrd="2" presId="urn:microsoft.com/office/officeart/2005/8/layout/hList1"/>
    <dgm:cxn modelId="{C6FDB416-B9DC-495D-82A0-80256628D04D}" srcId="{0A225830-066B-4667-90F3-629364B3C76B}" destId="{8BF4A2E7-72F3-4814-B5C1-422FC16AB24C}" srcOrd="0" destOrd="0" parTransId="{A6B88B84-55EE-47F3-BF2E-441B68A6B3A2}" sibTransId="{D5773957-EDFD-4C1B-B818-AA2504912B0A}"/>
    <dgm:cxn modelId="{46B8FA18-D0BA-469D-8777-3192405EEE3A}" srcId="{B85CC74B-4D52-460B-80A2-19C479FF5942}" destId="{B0BDEA75-74F0-484B-ADB0-F44523AA82B0}" srcOrd="3" destOrd="0" parTransId="{284B43F6-D609-4A43-A19D-310AA05347C7}" sibTransId="{DB61F94A-45E1-4D86-8AAF-9F340EC47174}"/>
    <dgm:cxn modelId="{14A1911D-5383-4CFF-A391-BA2381549A1C}" srcId="{06ABEA57-C0AC-445A-90E6-1C27B6C9DC1D}" destId="{883B69BA-7DB5-48A2-BF08-CFA0E6FD3E1C}" srcOrd="3" destOrd="0" parTransId="{F9AB6600-3382-4D38-84B4-A12A62E1D2AD}" sibTransId="{FEBEB376-8D54-4681-8C7F-565F2E58AFE7}"/>
    <dgm:cxn modelId="{2830071E-3A9F-4ECA-A7C5-654BFC5A5107}" type="presOf" srcId="{09FE1556-A255-4A4B-9068-B1FB8043D619}" destId="{FCAD5A38-53CB-48B1-8D23-BDF2554657B4}" srcOrd="0" destOrd="7" presId="urn:microsoft.com/office/officeart/2005/8/layout/hList1"/>
    <dgm:cxn modelId="{408F5C20-ED61-4D8F-8C3C-482645D02E81}" srcId="{BEA1B124-2961-4C6E-AF36-9F18E3AEA96E}" destId="{B85CC74B-4D52-460B-80A2-19C479FF5942}" srcOrd="0" destOrd="0" parTransId="{BC088E36-9970-4A04-AE98-886214C9068A}" sibTransId="{47BF3487-B397-4B75-8121-930BBCEABD4A}"/>
    <dgm:cxn modelId="{FD01A020-46B8-274D-8895-21ED7FE9EC00}" type="presOf" srcId="{549474C5-C30E-4DD7-B02C-2BAB3955CD5B}" destId="{C44A0415-1DA4-431D-8B23-CEF0B79FB1E4}" srcOrd="0" destOrd="1" presId="urn:microsoft.com/office/officeart/2005/8/layout/hList1"/>
    <dgm:cxn modelId="{87CDAA22-6739-6445-B3F3-C419EDC2CDEB}" type="presOf" srcId="{1E122089-C379-48C6-BAD2-A79361337CEA}" destId="{A18FF002-A7DE-4B8D-AD56-4E0FA7A3A4A1}" srcOrd="0" destOrd="1" presId="urn:microsoft.com/office/officeart/2005/8/layout/hList1"/>
    <dgm:cxn modelId="{4DAD6C24-2700-EE40-9C42-E40D03B529E6}" type="presOf" srcId="{8CA0D9DF-9608-48EE-8344-8DE09A5277BD}" destId="{7DC455E3-E3F4-4C0E-9FAD-CCE7006CABD1}" srcOrd="0" destOrd="2" presId="urn:microsoft.com/office/officeart/2005/8/layout/hList1"/>
    <dgm:cxn modelId="{1D65782F-7154-4B4F-8D83-61EDF3ECA248}" srcId="{B85CC74B-4D52-460B-80A2-19C479FF5942}" destId="{6775CDD6-34BB-4206-BC83-B630D7244707}" srcOrd="2" destOrd="0" parTransId="{216C81CA-6DD3-42B5-93FF-B558035D5297}" sibTransId="{508C3160-03A7-49C1-8FE6-351E7DE73B56}"/>
    <dgm:cxn modelId="{CF6A5A31-C6D1-4F5D-8AF7-1B4BBC6CB70C}" srcId="{8BF4A2E7-72F3-4814-B5C1-422FC16AB24C}" destId="{A08040C4-E3B8-42D4-B072-974295459EBA}" srcOrd="1" destOrd="0" parTransId="{E861B4CC-331A-487C-A28C-F2296D7C2EA5}" sibTransId="{2470E402-71A8-4C77-B8C5-8A53BEB8B422}"/>
    <dgm:cxn modelId="{A7CC7437-328A-474E-AF4B-2BE360AD6315}" srcId="{0A225830-066B-4667-90F3-629364B3C76B}" destId="{AF60BDFF-4106-4D04-9F04-4C71E0ADC250}" srcOrd="3" destOrd="0" parTransId="{CE3DC786-8528-44A2-A0AD-49924B0A1721}" sibTransId="{A9200AF6-69A3-4D45-8D04-87B8B7726847}"/>
    <dgm:cxn modelId="{2DD7A138-9D9A-40CE-9214-64F71852CC40}" srcId="{9D78D5EB-EB8F-4DA4-99CA-A07CEC34EF94}" destId="{20E5E009-8BBE-43E0-8DB2-E90FE5D6B870}" srcOrd="1" destOrd="0" parTransId="{93C18D76-BA42-4DC5-A88A-8FD607789F67}" sibTransId="{10382B23-113D-48B7-A4DD-BC3358462BE1}"/>
    <dgm:cxn modelId="{DF38303A-FC8D-43D4-A422-A61B6D3FF434}" srcId="{0A225830-066B-4667-90F3-629364B3C76B}" destId="{B1DE5A41-4CE2-4D66-9D3A-4B435886D108}" srcOrd="1" destOrd="0" parTransId="{91389A81-F64B-4F20-925C-26FE5E51E881}" sibTransId="{9D9F9603-6663-4F35-B948-E7501855D43E}"/>
    <dgm:cxn modelId="{8CB2FA3E-89C0-CE4B-BB57-3585A75EB851}" type="presOf" srcId="{883B69BA-7DB5-48A2-BF08-CFA0E6FD3E1C}" destId="{CD733CB6-C073-40F9-81E2-1BD90312A158}" srcOrd="0" destOrd="7" presId="urn:microsoft.com/office/officeart/2005/8/layout/hList1"/>
    <dgm:cxn modelId="{1E82943F-EE0E-3C43-ACBA-61BE765F78F6}" type="presOf" srcId="{C53B22F6-DF86-4026-9C70-C2F113304860}" destId="{FCAD5A38-53CB-48B1-8D23-BDF2554657B4}" srcOrd="0" destOrd="6" presId="urn:microsoft.com/office/officeart/2005/8/layout/hList1"/>
    <dgm:cxn modelId="{DF27B35F-5C2F-48F0-B906-9E799CDBE38A}" srcId="{49EFCB75-FE81-4729-B714-3FAA6B8B0B5E}" destId="{89C0E382-E455-47B6-81BF-ED0F40EE3D1A}" srcOrd="1" destOrd="0" parTransId="{4D0F484F-D93A-4ABF-8225-EF8A9123F151}" sibTransId="{96291063-EBB8-45CA-BAD0-61800222ED02}"/>
    <dgm:cxn modelId="{5FD3FF5F-21D7-410F-910F-5A5234A54681}" srcId="{49EFCB75-FE81-4729-B714-3FAA6B8B0B5E}" destId="{8CA0D9DF-9608-48EE-8344-8DE09A5277BD}" srcOrd="2" destOrd="0" parTransId="{5788C6E5-3E44-4000-8259-1CA6E4259B22}" sibTransId="{22C9559C-1070-4B98-B883-D0ADAC7BFB5E}"/>
    <dgm:cxn modelId="{C17AB360-9405-CF48-BFBD-48363A19F8C7}" type="presOf" srcId="{B1DE5A41-4CE2-4D66-9D3A-4B435886D108}" destId="{FCAD5A38-53CB-48B1-8D23-BDF2554657B4}" srcOrd="0" destOrd="3" presId="urn:microsoft.com/office/officeart/2005/8/layout/hList1"/>
    <dgm:cxn modelId="{C4FDBF42-16ED-3E47-B8D4-E34091C36505}" type="presOf" srcId="{794DCCF6-6525-42EB-B404-372EC461612B}" destId="{CD733CB6-C073-40F9-81E2-1BD90312A158}" srcOrd="0" destOrd="6" presId="urn:microsoft.com/office/officeart/2005/8/layout/hList1"/>
    <dgm:cxn modelId="{B2C47D43-A884-4E6B-B1F4-7ABEDF2EB8D9}" srcId="{B85CC74B-4D52-460B-80A2-19C479FF5942}" destId="{1E122089-C379-48C6-BAD2-A79361337CEA}" srcOrd="1" destOrd="0" parTransId="{E53ABC71-2ADE-4E99-B89F-0FFF7397B5CD}" sibTransId="{01DA1419-52A2-48F2-9DBC-D2513C63C6FB}"/>
    <dgm:cxn modelId="{7F345045-4762-4432-9856-7E0A061113C1}" srcId="{49EFCB75-FE81-4729-B714-3FAA6B8B0B5E}" destId="{4EE6238D-3BEB-46EB-A984-C467D160918B}" srcOrd="0" destOrd="0" parTransId="{2184963B-1FA4-4640-9CFA-DB96BD725AF6}" sibTransId="{7D53207E-6781-4914-B84C-003B3D9ED919}"/>
    <dgm:cxn modelId="{33CCA645-4621-7049-AA62-64BD999FF79A}" type="presOf" srcId="{30A0161B-43CD-403A-B1CC-E1F0BAE6D916}" destId="{C44A0415-1DA4-431D-8B23-CEF0B79FB1E4}" srcOrd="0" destOrd="2" presId="urn:microsoft.com/office/officeart/2005/8/layout/hList1"/>
    <dgm:cxn modelId="{91B3CE66-B3D6-D74A-9935-112E137FC2CB}" type="presOf" srcId="{89C0E382-E455-47B6-81BF-ED0F40EE3D1A}" destId="{7DC455E3-E3F4-4C0E-9FAD-CCE7006CABD1}" srcOrd="0" destOrd="1" presId="urn:microsoft.com/office/officeart/2005/8/layout/hList1"/>
    <dgm:cxn modelId="{1A7C9E4A-5E6C-4D15-8876-0BBFEEB55261}" srcId="{BEA1B124-2961-4C6E-AF36-9F18E3AEA96E}" destId="{5C193443-1418-4213-B833-4B174035EE8D}" srcOrd="3" destOrd="0" parTransId="{E752DE53-119B-4645-8368-955853DDF996}" sibTransId="{70409959-7BBB-4B3E-8394-561CD588050A}"/>
    <dgm:cxn modelId="{96F53B6B-D849-9142-A9FC-FE637038C30A}" type="presOf" srcId="{F936C797-9C2E-499E-B997-A9B3CF221BEE}" destId="{CD733CB6-C073-40F9-81E2-1BD90312A158}" srcOrd="0" destOrd="3" presId="urn:microsoft.com/office/officeart/2005/8/layout/hList1"/>
    <dgm:cxn modelId="{D23FAD6F-C761-8949-9B78-7127BBC967A3}" type="presOf" srcId="{CAC966C1-8B6C-40FF-A8BB-86BC0F4312AA}" destId="{FCAD5A38-53CB-48B1-8D23-BDF2554657B4}" srcOrd="0" destOrd="5" presId="urn:microsoft.com/office/officeart/2005/8/layout/hList1"/>
    <dgm:cxn modelId="{707F0850-73CC-2340-BA29-AE17DACDF964}" type="presOf" srcId="{7427BECF-7BA1-4D1F-B18E-0F705822EEEA}" destId="{CD733CB6-C073-40F9-81E2-1BD90312A158}" srcOrd="0" destOrd="9" presId="urn:microsoft.com/office/officeart/2005/8/layout/hList1"/>
    <dgm:cxn modelId="{BD2EEF50-DD45-CD4F-954E-6C145CB2EDCA}" type="presOf" srcId="{A08040C4-E3B8-42D4-B072-974295459EBA}" destId="{FCAD5A38-53CB-48B1-8D23-BDF2554657B4}" srcOrd="0" destOrd="2" presId="urn:microsoft.com/office/officeart/2005/8/layout/hList1"/>
    <dgm:cxn modelId="{39442E53-3D25-4043-9F15-E4995A2889FB}" srcId="{883B69BA-7DB5-48A2-BF08-CFA0E6FD3E1C}" destId="{7427BECF-7BA1-4D1F-B18E-0F705822EEEA}" srcOrd="1" destOrd="0" parTransId="{16BCF172-CB09-49B8-AA48-C9F347E486E9}" sibTransId="{BAF0D069-6660-457E-89D1-1507CEE1B71D}"/>
    <dgm:cxn modelId="{AC275074-F75D-44AB-AC99-E0B857FD1BC9}" srcId="{06ABEA57-C0AC-445A-90E6-1C27B6C9DC1D}" destId="{9D78D5EB-EB8F-4DA4-99CA-A07CEC34EF94}" srcOrd="0" destOrd="0" parTransId="{8821DBD7-CD55-478A-85EE-0104147C3F6E}" sibTransId="{04D79A19-887C-4B51-AC09-F8BC4E950FCB}"/>
    <dgm:cxn modelId="{5025B274-ACA8-3441-AA9E-B4DC43DDA4CD}" type="presOf" srcId="{56DE5064-A3EF-48A8-B0A2-CE0D80FEAA14}" destId="{FCAD5A38-53CB-48B1-8D23-BDF2554657B4}" srcOrd="0" destOrd="4" presId="urn:microsoft.com/office/officeart/2005/8/layout/hList1"/>
    <dgm:cxn modelId="{9A4D8355-417E-8246-BF79-5B40FC3A9C57}" type="presOf" srcId="{0A225830-066B-4667-90F3-629364B3C76B}" destId="{78B4F291-C532-4311-9F30-8F33272633D3}" srcOrd="0" destOrd="0" presId="urn:microsoft.com/office/officeart/2005/8/layout/hList1"/>
    <dgm:cxn modelId="{9EF2A876-4BDB-43B7-A1D1-95459E4CA34E}" srcId="{06ABEA57-C0AC-445A-90E6-1C27B6C9DC1D}" destId="{827E0F05-7EB8-451A-8A25-5A7C59D3855C}" srcOrd="2" destOrd="0" parTransId="{DEA09CB0-62AF-4F23-936B-05ACA01601F1}" sibTransId="{A559E8D6-EFEC-4E30-BEBF-8E2D4973ABAD}"/>
    <dgm:cxn modelId="{413DE576-F752-4243-8607-C4105B5D5EAB}" srcId="{5C193443-1418-4213-B833-4B174035EE8D}" destId="{6FB95A20-DFC7-495D-B8DA-0C43DD7B88D7}" srcOrd="0" destOrd="0" parTransId="{12FA3358-37AC-45FF-85A5-451C20CD5385}" sibTransId="{F93C2C99-76B8-4730-A6EC-D4758DB746A1}"/>
    <dgm:cxn modelId="{4AA13F7B-7A2E-964C-A510-15738A1CE776}" type="presOf" srcId="{F07A92F0-DDB9-43E5-9211-69F892728F95}" destId="{A18FF002-A7DE-4B8D-AD56-4E0FA7A3A4A1}" srcOrd="0" destOrd="0" presId="urn:microsoft.com/office/officeart/2005/8/layout/hList1"/>
    <dgm:cxn modelId="{3D30207D-8E44-9F46-9E70-1B3C8084E644}" type="presOf" srcId="{6FB95A20-DFC7-495D-B8DA-0C43DD7B88D7}" destId="{C44A0415-1DA4-431D-8B23-CEF0B79FB1E4}" srcOrd="0" destOrd="0" presId="urn:microsoft.com/office/officeart/2005/8/layout/hList1"/>
    <dgm:cxn modelId="{E4930582-3365-4DC4-B2E6-4A72D8B49C45}" srcId="{56DE5064-A3EF-48A8-B0A2-CE0D80FEAA14}" destId="{CAC966C1-8B6C-40FF-A8BB-86BC0F4312AA}" srcOrd="0" destOrd="0" parTransId="{04231AAD-7EAF-4FC6-B93D-B22FF4106EDC}" sibTransId="{6446E463-CE37-42CA-B944-32230F772A06}"/>
    <dgm:cxn modelId="{82AA1984-313C-4DDA-9EFC-A309FE327FE7}" srcId="{BEA1B124-2961-4C6E-AF36-9F18E3AEA96E}" destId="{49EFCB75-FE81-4729-B714-3FAA6B8B0B5E}" srcOrd="2" destOrd="0" parTransId="{0A0D2FCC-1A33-472E-819E-239C8BD56C56}" sibTransId="{BA986D67-D10B-4B05-8755-80D43421E3FB}"/>
    <dgm:cxn modelId="{80704284-572F-40D6-826A-AD807260ED57}" srcId="{BEA1B124-2961-4C6E-AF36-9F18E3AEA96E}" destId="{06ABEA57-C0AC-445A-90E6-1C27B6C9DC1D}" srcOrd="4" destOrd="0" parTransId="{DD6E75A5-4BDC-4BD5-BDB0-884B577CE101}" sibTransId="{C1287999-4D6C-4838-9EEC-45A9241D443D}"/>
    <dgm:cxn modelId="{0CFC9588-A0EE-1046-9655-DBC9953AC662}" type="presOf" srcId="{6775CDD6-34BB-4206-BC83-B630D7244707}" destId="{A18FF002-A7DE-4B8D-AD56-4E0FA7A3A4A1}" srcOrd="0" destOrd="2" presId="urn:microsoft.com/office/officeart/2005/8/layout/hList1"/>
    <dgm:cxn modelId="{BA0EE98B-A70A-ED48-91F8-B2C05D9BE1C1}" type="presOf" srcId="{ED9FD091-2ACD-446E-93CD-DDFA9D28344C}" destId="{CD733CB6-C073-40F9-81E2-1BD90312A158}" srcOrd="0" destOrd="5" presId="urn:microsoft.com/office/officeart/2005/8/layout/hList1"/>
    <dgm:cxn modelId="{E23F9A8C-C891-184A-8692-882EB1AEC553}" type="presOf" srcId="{AA821D86-A1C5-4E07-ABCB-A769D4D99F1F}" destId="{CD733CB6-C073-40F9-81E2-1BD90312A158}" srcOrd="0" destOrd="1" presId="urn:microsoft.com/office/officeart/2005/8/layout/hList1"/>
    <dgm:cxn modelId="{8A364D8F-A6AB-B84E-806F-044D988DB6A2}" type="presOf" srcId="{1C171E56-FFB3-4A71-85C1-0222A77C22B5}" destId="{FCAD5A38-53CB-48B1-8D23-BDF2554657B4}" srcOrd="0" destOrd="1" presId="urn:microsoft.com/office/officeart/2005/8/layout/hList1"/>
    <dgm:cxn modelId="{95E62C91-EC7A-428B-B127-4AF513519A21}" srcId="{883B69BA-7DB5-48A2-BF08-CFA0E6FD3E1C}" destId="{27DE0A78-1859-4782-B472-BBBCADE4C2A6}" srcOrd="0" destOrd="0" parTransId="{D46948FC-EC70-4B69-A750-8293BD6FF80E}" sibTransId="{6B5E7B12-DB79-49AF-B71C-B24A0F897326}"/>
    <dgm:cxn modelId="{73EC43A8-53B6-428F-83C6-D539166CC887}" srcId="{56DE5064-A3EF-48A8-B0A2-CE0D80FEAA14}" destId="{09FE1556-A255-4A4B-9068-B1FB8043D619}" srcOrd="2" destOrd="0" parTransId="{5C6A9302-1739-4646-AECC-7DFA35C53355}" sibTransId="{6B5F14D1-5D4F-451C-87D6-2913924A1D69}"/>
    <dgm:cxn modelId="{27669FAA-2C6A-4BB8-AEE6-342F87764E3C}" srcId="{9D78D5EB-EB8F-4DA4-99CA-A07CEC34EF94}" destId="{AA821D86-A1C5-4E07-ABCB-A769D4D99F1F}" srcOrd="0" destOrd="0" parTransId="{6F946EEA-FB16-4BFA-AE50-BDF0F7FC18A7}" sibTransId="{33DC32B7-B89A-47FE-AC8D-F7995210113D}"/>
    <dgm:cxn modelId="{3FE82AB0-E972-C347-BAB5-CD37F3CB3434}" type="presOf" srcId="{BEA1B124-2961-4C6E-AF36-9F18E3AEA96E}" destId="{FA8F8A11-592D-4320-BE70-511A882E207C}" srcOrd="0" destOrd="0" presId="urn:microsoft.com/office/officeart/2005/8/layout/hList1"/>
    <dgm:cxn modelId="{E99B58B0-C714-4BC6-ABEA-AA695E02EB71}" srcId="{BEA1B124-2961-4C6E-AF36-9F18E3AEA96E}" destId="{0A225830-066B-4667-90F3-629364B3C76B}" srcOrd="1" destOrd="0" parTransId="{C4871BC8-38BF-4B21-AFC4-A87D9BCB2C1C}" sibTransId="{AB0A4224-69F3-46FA-9037-D2EE5F317D22}"/>
    <dgm:cxn modelId="{19CAB1B2-7B62-44BE-84F7-5CF8C329A467}" srcId="{827E0F05-7EB8-451A-8A25-5A7C59D3855C}" destId="{ED9FD091-2ACD-446E-93CD-DDFA9D28344C}" srcOrd="0" destOrd="0" parTransId="{7736A714-FA3B-429A-853B-0FE06096C7E2}" sibTransId="{00B847E8-0827-4BD8-A35F-81AE1F88EFBB}"/>
    <dgm:cxn modelId="{8F57A2B3-A4EE-5948-B80C-DFDF6B863BA7}" type="presOf" srcId="{4EE6238D-3BEB-46EB-A984-C467D160918B}" destId="{7DC455E3-E3F4-4C0E-9FAD-CCE7006CABD1}" srcOrd="0" destOrd="0" presId="urn:microsoft.com/office/officeart/2005/8/layout/hList1"/>
    <dgm:cxn modelId="{BB0783BA-C010-CC4E-8D22-09D3CC84E8FE}" type="presOf" srcId="{8BF4A2E7-72F3-4814-B5C1-422FC16AB24C}" destId="{FCAD5A38-53CB-48B1-8D23-BDF2554657B4}" srcOrd="0" destOrd="0" presId="urn:microsoft.com/office/officeart/2005/8/layout/hList1"/>
    <dgm:cxn modelId="{D93EB6BA-31F8-4C53-8D21-DCE34CDEFAF4}" srcId="{56DE5064-A3EF-48A8-B0A2-CE0D80FEAA14}" destId="{C53B22F6-DF86-4026-9C70-C2F113304860}" srcOrd="1" destOrd="0" parTransId="{405DAD96-4977-468D-81F7-0EDCA3EF3A33}" sibTransId="{30BFCCB8-CC8D-4900-A1C5-CD02AAE163D2}"/>
    <dgm:cxn modelId="{1139A9C8-F541-1644-9351-403065E4A5A7}" type="presOf" srcId="{827E0F05-7EB8-451A-8A25-5A7C59D3855C}" destId="{CD733CB6-C073-40F9-81E2-1BD90312A158}" srcOrd="0" destOrd="4" presId="urn:microsoft.com/office/officeart/2005/8/layout/hList1"/>
    <dgm:cxn modelId="{5D05FFC9-AC80-4615-AD56-772BB1963FD9}" srcId="{06ABEA57-C0AC-445A-90E6-1C27B6C9DC1D}" destId="{F936C797-9C2E-499E-B997-A9B3CF221BEE}" srcOrd="1" destOrd="0" parTransId="{29836929-69F3-49D2-B7AE-A379E95AABE7}" sibTransId="{E1CBF552-40DF-4B1D-886F-97FBF3F50028}"/>
    <dgm:cxn modelId="{E87A18D0-FB5F-854A-901B-16C22D7805BC}" type="presOf" srcId="{06ABEA57-C0AC-445A-90E6-1C27B6C9DC1D}" destId="{EEEB251F-7C3B-44E0-9296-E91EAC048B18}" srcOrd="0" destOrd="0" presId="urn:microsoft.com/office/officeart/2005/8/layout/hList1"/>
    <dgm:cxn modelId="{B7E6E4D4-C204-2341-8356-0CA04C3DE0ED}" type="presOf" srcId="{B0BDEA75-74F0-484B-ADB0-F44523AA82B0}" destId="{A18FF002-A7DE-4B8D-AD56-4E0FA7A3A4A1}" srcOrd="0" destOrd="3" presId="urn:microsoft.com/office/officeart/2005/8/layout/hList1"/>
    <dgm:cxn modelId="{4C5D5CE1-DB91-4E63-872B-B016F5E5D863}" srcId="{5C193443-1418-4213-B833-4B174035EE8D}" destId="{30A0161B-43CD-403A-B1CC-E1F0BAE6D916}" srcOrd="2" destOrd="0" parTransId="{832D3545-A0F3-4656-8831-2D5E56C2EB51}" sibTransId="{F5DA8781-616E-4603-8E18-72D349D60AD3}"/>
    <dgm:cxn modelId="{A8F2EBE2-D1B8-4685-A1B5-41673FC66435}" srcId="{0A225830-066B-4667-90F3-629364B3C76B}" destId="{56DE5064-A3EF-48A8-B0A2-CE0D80FEAA14}" srcOrd="2" destOrd="0" parTransId="{60EB3AD3-08C1-4841-B38F-3F7D0E5A76E8}" sibTransId="{7704057E-0A95-40D7-B474-C22C14A8E368}"/>
    <dgm:cxn modelId="{CFCC35E9-1DCB-4A4A-9E79-163190344668}" type="presOf" srcId="{B85CC74B-4D52-460B-80A2-19C479FF5942}" destId="{1FD0B46B-FF90-4474-B38F-0A3D76A192B5}" srcOrd="0" destOrd="0" presId="urn:microsoft.com/office/officeart/2005/8/layout/hList1"/>
    <dgm:cxn modelId="{E27CC0EC-CFD0-5B4A-9FF0-161134EE0425}" type="presOf" srcId="{27DE0A78-1859-4782-B472-BBBCADE4C2A6}" destId="{CD733CB6-C073-40F9-81E2-1BD90312A158}" srcOrd="0" destOrd="8" presId="urn:microsoft.com/office/officeart/2005/8/layout/hList1"/>
    <dgm:cxn modelId="{DFAD6AF4-2E9E-45B0-B0C8-8E680E357D68}" srcId="{5C193443-1418-4213-B833-4B174035EE8D}" destId="{549474C5-C30E-4DD7-B02C-2BAB3955CD5B}" srcOrd="1" destOrd="0" parTransId="{DE59E131-1889-4752-8CD2-202541A690B2}" sibTransId="{3FD49823-7A2A-417F-8445-F4F5108F209A}"/>
    <dgm:cxn modelId="{F9FA2CFA-9A1D-F347-80FE-DC141DC9EF90}" type="presOf" srcId="{9D78D5EB-EB8F-4DA4-99CA-A07CEC34EF94}" destId="{CD733CB6-C073-40F9-81E2-1BD90312A158}" srcOrd="0" destOrd="0" presId="urn:microsoft.com/office/officeart/2005/8/layout/hList1"/>
    <dgm:cxn modelId="{2C127FFA-8F7B-484B-A3D6-03997739908E}" type="presOf" srcId="{49EFCB75-FE81-4729-B714-3FAA6B8B0B5E}" destId="{F2650154-7CEA-4C9D-A6E5-E5A9A2BE8315}" srcOrd="0" destOrd="0" presId="urn:microsoft.com/office/officeart/2005/8/layout/hList1"/>
    <dgm:cxn modelId="{979CB2FA-4508-0540-9573-7FDE0B1BAE99}" type="presOf" srcId="{2420F256-6EB3-4507-81F9-70A41C1A8ECE}" destId="{A18FF002-A7DE-4B8D-AD56-4E0FA7A3A4A1}" srcOrd="0" destOrd="4" presId="urn:microsoft.com/office/officeart/2005/8/layout/hList1"/>
    <dgm:cxn modelId="{118384FB-C280-4E76-A0D8-7A8448C31DA4}" srcId="{B85CC74B-4D52-460B-80A2-19C479FF5942}" destId="{F07A92F0-DDB9-43E5-9211-69F892728F95}" srcOrd="0" destOrd="0" parTransId="{801C51E9-7B29-4D75-A39A-7DF13CBE33A8}" sibTransId="{6D5FBB14-F03A-49C7-A7DE-480E11C518BE}"/>
    <dgm:cxn modelId="{EDEEC2FD-2035-4CCF-AA2B-44D00D6F9D46}" srcId="{8BF4A2E7-72F3-4814-B5C1-422FC16AB24C}" destId="{1C171E56-FFB3-4A71-85C1-0222A77C22B5}" srcOrd="0" destOrd="0" parTransId="{E469FF35-C263-4420-8A62-BE036B0E4E02}" sibTransId="{042D3428-CB7A-4C29-ABE6-2351771EAB78}"/>
    <dgm:cxn modelId="{647E9D7C-1B94-1548-A993-1C8595E063A8}" type="presParOf" srcId="{FA8F8A11-592D-4320-BE70-511A882E207C}" destId="{B595E4E0-5D7A-446F-BA59-4A5DAB829215}" srcOrd="0" destOrd="0" presId="urn:microsoft.com/office/officeart/2005/8/layout/hList1"/>
    <dgm:cxn modelId="{CBB4DCD4-2AB6-354E-9B95-CDC7376CE245}" type="presParOf" srcId="{B595E4E0-5D7A-446F-BA59-4A5DAB829215}" destId="{1FD0B46B-FF90-4474-B38F-0A3D76A192B5}" srcOrd="0" destOrd="0" presId="urn:microsoft.com/office/officeart/2005/8/layout/hList1"/>
    <dgm:cxn modelId="{261110B6-21B6-884E-AFCA-A29E38B3ABD5}" type="presParOf" srcId="{B595E4E0-5D7A-446F-BA59-4A5DAB829215}" destId="{A18FF002-A7DE-4B8D-AD56-4E0FA7A3A4A1}" srcOrd="1" destOrd="0" presId="urn:microsoft.com/office/officeart/2005/8/layout/hList1"/>
    <dgm:cxn modelId="{FBC45BF4-C62A-3143-85FA-2A82BA52BF72}" type="presParOf" srcId="{FA8F8A11-592D-4320-BE70-511A882E207C}" destId="{09B8B197-DEB2-4989-957D-B131E46113A7}" srcOrd="1" destOrd="0" presId="urn:microsoft.com/office/officeart/2005/8/layout/hList1"/>
    <dgm:cxn modelId="{BEEA3775-9BE9-224C-9CF6-D5D925F494DA}" type="presParOf" srcId="{FA8F8A11-592D-4320-BE70-511A882E207C}" destId="{DFB095C9-67A2-4183-9889-5A42CEDD5DDF}" srcOrd="2" destOrd="0" presId="urn:microsoft.com/office/officeart/2005/8/layout/hList1"/>
    <dgm:cxn modelId="{225DC25A-2106-0741-9820-983C934ECB9A}" type="presParOf" srcId="{DFB095C9-67A2-4183-9889-5A42CEDD5DDF}" destId="{78B4F291-C532-4311-9F30-8F33272633D3}" srcOrd="0" destOrd="0" presId="urn:microsoft.com/office/officeart/2005/8/layout/hList1"/>
    <dgm:cxn modelId="{893E4A79-1819-A54B-BB4D-1A9D72553606}" type="presParOf" srcId="{DFB095C9-67A2-4183-9889-5A42CEDD5DDF}" destId="{FCAD5A38-53CB-48B1-8D23-BDF2554657B4}" srcOrd="1" destOrd="0" presId="urn:microsoft.com/office/officeart/2005/8/layout/hList1"/>
    <dgm:cxn modelId="{E41205D3-A3D8-584D-9469-285879E24D51}" type="presParOf" srcId="{FA8F8A11-592D-4320-BE70-511A882E207C}" destId="{E322B160-0957-4BAA-97E4-EC1EBF3AAA88}" srcOrd="3" destOrd="0" presId="urn:microsoft.com/office/officeart/2005/8/layout/hList1"/>
    <dgm:cxn modelId="{4A381126-E160-684E-9AFD-3814585C57FE}" type="presParOf" srcId="{FA8F8A11-592D-4320-BE70-511A882E207C}" destId="{A56B2D64-2066-4452-9316-B1B3AA05F30C}" srcOrd="4" destOrd="0" presId="urn:microsoft.com/office/officeart/2005/8/layout/hList1"/>
    <dgm:cxn modelId="{DD90F261-232A-4D41-A5DD-807DA78D6B2C}" type="presParOf" srcId="{A56B2D64-2066-4452-9316-B1B3AA05F30C}" destId="{F2650154-7CEA-4C9D-A6E5-E5A9A2BE8315}" srcOrd="0" destOrd="0" presId="urn:microsoft.com/office/officeart/2005/8/layout/hList1"/>
    <dgm:cxn modelId="{907FE335-FC45-FF4A-8F74-7086BCB2BC25}" type="presParOf" srcId="{A56B2D64-2066-4452-9316-B1B3AA05F30C}" destId="{7DC455E3-E3F4-4C0E-9FAD-CCE7006CABD1}" srcOrd="1" destOrd="0" presId="urn:microsoft.com/office/officeart/2005/8/layout/hList1"/>
    <dgm:cxn modelId="{1FAC187E-EE71-E84E-86E3-3F0AA9E3EFC1}" type="presParOf" srcId="{FA8F8A11-592D-4320-BE70-511A882E207C}" destId="{950CE5D0-4F14-44F0-AED1-C77F882BC4D1}" srcOrd="5" destOrd="0" presId="urn:microsoft.com/office/officeart/2005/8/layout/hList1"/>
    <dgm:cxn modelId="{EF8ABCA4-7A62-C543-A29E-4BBC8FD0C327}" type="presParOf" srcId="{FA8F8A11-592D-4320-BE70-511A882E207C}" destId="{3320F88B-67B0-4637-9FDB-374DA6B506BD}" srcOrd="6" destOrd="0" presId="urn:microsoft.com/office/officeart/2005/8/layout/hList1"/>
    <dgm:cxn modelId="{2EA37EA2-4BDF-4C44-9E2B-3B7BCAB5CB49}" type="presParOf" srcId="{3320F88B-67B0-4637-9FDB-374DA6B506BD}" destId="{13A0F0F3-8758-4EFD-A9FC-FE9D4C8F4F7C}" srcOrd="0" destOrd="0" presId="urn:microsoft.com/office/officeart/2005/8/layout/hList1"/>
    <dgm:cxn modelId="{D7DE417D-5F28-4E45-A8C6-263262D7B65F}" type="presParOf" srcId="{3320F88B-67B0-4637-9FDB-374DA6B506BD}" destId="{C44A0415-1DA4-431D-8B23-CEF0B79FB1E4}" srcOrd="1" destOrd="0" presId="urn:microsoft.com/office/officeart/2005/8/layout/hList1"/>
    <dgm:cxn modelId="{BB80BC4B-2EB1-E143-8A69-E259DA5D8A85}" type="presParOf" srcId="{FA8F8A11-592D-4320-BE70-511A882E207C}" destId="{63A9E32C-3CC5-430F-9EE5-F28134728152}" srcOrd="7" destOrd="0" presId="urn:microsoft.com/office/officeart/2005/8/layout/hList1"/>
    <dgm:cxn modelId="{D0957480-E02B-7544-A604-FC1644F3234B}" type="presParOf" srcId="{FA8F8A11-592D-4320-BE70-511A882E207C}" destId="{910096D5-318D-4D21-9826-1859D7ADF40D}" srcOrd="8" destOrd="0" presId="urn:microsoft.com/office/officeart/2005/8/layout/hList1"/>
    <dgm:cxn modelId="{4FE82F27-8EA7-6D4F-8D45-D95F695258CF}" type="presParOf" srcId="{910096D5-318D-4D21-9826-1859D7ADF40D}" destId="{EEEB251F-7C3B-44E0-9296-E91EAC048B18}" srcOrd="0" destOrd="0" presId="urn:microsoft.com/office/officeart/2005/8/layout/hList1"/>
    <dgm:cxn modelId="{A69A5745-8930-B042-A317-B131A317BB07}" type="presParOf" srcId="{910096D5-318D-4D21-9826-1859D7ADF40D}" destId="{CD733CB6-C073-40F9-81E2-1BD90312A15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4C6EE09-AA18-4DEA-A6EA-5486C7C2CDF2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F0ADDB86-EEDC-47D0-BECC-EF4275FF671B}">
      <dgm:prSet phldrT="[Text]"/>
      <dgm:spPr/>
      <dgm:t>
        <a:bodyPr/>
        <a:lstStyle/>
        <a:p>
          <a:pPr algn="ctr"/>
          <a:r>
            <a:rPr lang="es-MX" dirty="0"/>
            <a:t>Pérdida de los bienes</a:t>
          </a:r>
        </a:p>
      </dgm:t>
    </dgm:pt>
    <dgm:pt modelId="{40FE3E8B-5AC9-42EA-9790-E06D15D52913}" type="parTrans" cxnId="{5B04A511-8B93-4CAA-91A6-B03DD95AB7E6}">
      <dgm:prSet/>
      <dgm:spPr/>
      <dgm:t>
        <a:bodyPr/>
        <a:lstStyle/>
        <a:p>
          <a:endParaRPr lang="es-MX"/>
        </a:p>
      </dgm:t>
    </dgm:pt>
    <dgm:pt modelId="{26B249C1-5121-4FCE-8793-F3B000E02FCA}" type="sibTrans" cxnId="{5B04A511-8B93-4CAA-91A6-B03DD95AB7E6}">
      <dgm:prSet/>
      <dgm:spPr>
        <a:solidFill>
          <a:srgbClr val="92D050"/>
        </a:solidFill>
      </dgm:spPr>
      <dgm:t>
        <a:bodyPr/>
        <a:lstStyle/>
        <a:p>
          <a:endParaRPr lang="es-MX" dirty="0"/>
        </a:p>
      </dgm:t>
    </dgm:pt>
    <dgm:pt modelId="{AB1E439F-7BE6-4EDE-BB84-B64A6B4E6F2F}">
      <dgm:prSet phldrT="[Text]"/>
      <dgm:spPr/>
      <dgm:t>
        <a:bodyPr/>
        <a:lstStyle/>
        <a:p>
          <a:r>
            <a:rPr lang="es-MX" dirty="0"/>
            <a:t>Deducibles en el ejercicio en que ocurran</a:t>
          </a:r>
        </a:p>
      </dgm:t>
    </dgm:pt>
    <dgm:pt modelId="{869325C3-6FE2-4DF8-8A28-D7E6D53EA7AB}" type="parTrans" cxnId="{069C0B19-F3FA-4595-AB49-2F4229C1EBCE}">
      <dgm:prSet/>
      <dgm:spPr/>
      <dgm:t>
        <a:bodyPr/>
        <a:lstStyle/>
        <a:p>
          <a:endParaRPr lang="es-MX"/>
        </a:p>
      </dgm:t>
    </dgm:pt>
    <dgm:pt modelId="{C6A3BA61-2387-4680-ACE8-220D83AFA87E}" type="sibTrans" cxnId="{069C0B19-F3FA-4595-AB49-2F4229C1EBCE}">
      <dgm:prSet/>
      <dgm:spPr/>
      <dgm:t>
        <a:bodyPr/>
        <a:lstStyle/>
        <a:p>
          <a:endParaRPr lang="es-MX"/>
        </a:p>
      </dgm:t>
    </dgm:pt>
    <dgm:pt modelId="{B2B874C3-FF76-435A-A31A-3CC47B1A4B26}">
      <dgm:prSet phldrT="[Text]"/>
      <dgm:spPr/>
      <dgm:t>
        <a:bodyPr/>
        <a:lstStyle/>
        <a:p>
          <a:pPr algn="ctr"/>
          <a:r>
            <a:rPr lang="es-MX" dirty="0"/>
            <a:t>Cantidad recuperada</a:t>
          </a:r>
        </a:p>
      </dgm:t>
    </dgm:pt>
    <dgm:pt modelId="{DF894F9F-B6FC-4A61-A9F2-735B18B19782}" type="parTrans" cxnId="{1BBC54AC-832B-4301-A7E4-A2D10629982B}">
      <dgm:prSet/>
      <dgm:spPr/>
      <dgm:t>
        <a:bodyPr/>
        <a:lstStyle/>
        <a:p>
          <a:endParaRPr lang="es-MX"/>
        </a:p>
      </dgm:t>
    </dgm:pt>
    <dgm:pt modelId="{179017CA-15E8-49D0-B305-2FC6FDEB0E70}" type="sibTrans" cxnId="{1BBC54AC-832B-4301-A7E4-A2D10629982B}">
      <dgm:prSet/>
      <dgm:spPr>
        <a:solidFill>
          <a:srgbClr val="92D050"/>
        </a:solidFill>
      </dgm:spPr>
      <dgm:t>
        <a:bodyPr/>
        <a:lstStyle/>
        <a:p>
          <a:endParaRPr lang="es-MX" dirty="0"/>
        </a:p>
      </dgm:t>
    </dgm:pt>
    <dgm:pt modelId="{646FDD12-5CA6-4F42-BC5E-DED4252F8BA9}">
      <dgm:prSet phldrT="[Text]"/>
      <dgm:spPr/>
      <dgm:t>
        <a:bodyPr/>
        <a:lstStyle/>
        <a:p>
          <a:r>
            <a:rPr lang="es-MX" dirty="0"/>
            <a:t>No Acumulable si se reinvierte en bienes análogos o pago de pasivos</a:t>
          </a:r>
        </a:p>
      </dgm:t>
    </dgm:pt>
    <dgm:pt modelId="{6F6BA506-4C40-4785-8AFE-F77F9B32FB49}" type="parTrans" cxnId="{36E6CABB-BE10-4524-997F-A6AF34F5FE36}">
      <dgm:prSet/>
      <dgm:spPr/>
      <dgm:t>
        <a:bodyPr/>
        <a:lstStyle/>
        <a:p>
          <a:endParaRPr lang="es-MX"/>
        </a:p>
      </dgm:t>
    </dgm:pt>
    <dgm:pt modelId="{92F52759-FB4C-4742-A463-0980FA2F27FF}" type="sibTrans" cxnId="{36E6CABB-BE10-4524-997F-A6AF34F5FE36}">
      <dgm:prSet/>
      <dgm:spPr/>
      <dgm:t>
        <a:bodyPr/>
        <a:lstStyle/>
        <a:p>
          <a:endParaRPr lang="es-MX"/>
        </a:p>
      </dgm:t>
    </dgm:pt>
    <dgm:pt modelId="{E32EBF52-D327-4CCE-9B84-4393BAA363B8}">
      <dgm:prSet/>
      <dgm:spPr/>
      <dgm:t>
        <a:bodyPr/>
        <a:lstStyle/>
        <a:p>
          <a:pPr algn="ctr"/>
          <a:r>
            <a:rPr lang="es-MX" dirty="0"/>
            <a:t>Acumulación de las cantidades no reinvertidas</a:t>
          </a:r>
        </a:p>
      </dgm:t>
    </dgm:pt>
    <dgm:pt modelId="{A8E37494-F5C9-4D58-93DA-E58F74797012}" type="parTrans" cxnId="{7A5039E6-CCF2-4C9A-AE28-4FD5259BE2FA}">
      <dgm:prSet/>
      <dgm:spPr/>
      <dgm:t>
        <a:bodyPr/>
        <a:lstStyle/>
        <a:p>
          <a:endParaRPr lang="es-MX"/>
        </a:p>
      </dgm:t>
    </dgm:pt>
    <dgm:pt modelId="{DC4DBF56-AD74-46A2-A5BC-62F412E3178F}" type="sibTrans" cxnId="{7A5039E6-CCF2-4C9A-AE28-4FD5259BE2FA}">
      <dgm:prSet/>
      <dgm:spPr/>
      <dgm:t>
        <a:bodyPr/>
        <a:lstStyle/>
        <a:p>
          <a:endParaRPr lang="es-MX"/>
        </a:p>
      </dgm:t>
    </dgm:pt>
    <dgm:pt modelId="{EA6BBDC0-0AE8-4385-86C2-E346394935A6}">
      <dgm:prSet/>
      <dgm:spPr/>
      <dgm:t>
        <a:bodyPr/>
        <a:lstStyle/>
        <a:p>
          <a:pPr algn="ctr"/>
          <a:r>
            <a:rPr lang="es-MX" dirty="0"/>
            <a:t>Deducción de las cantidades reinvertidas</a:t>
          </a:r>
        </a:p>
      </dgm:t>
    </dgm:pt>
    <dgm:pt modelId="{838A06D7-4242-4A6E-B36A-40C0D91202FE}" type="parTrans" cxnId="{F377FCED-F13C-4CD3-A97D-C8A2C31CBED3}">
      <dgm:prSet/>
      <dgm:spPr/>
      <dgm:t>
        <a:bodyPr/>
        <a:lstStyle/>
        <a:p>
          <a:endParaRPr lang="es-MX"/>
        </a:p>
      </dgm:t>
    </dgm:pt>
    <dgm:pt modelId="{F6AEE279-A16C-42FC-A2A1-40F647504801}" type="sibTrans" cxnId="{F377FCED-F13C-4CD3-A97D-C8A2C31CBED3}">
      <dgm:prSet/>
      <dgm:spPr>
        <a:solidFill>
          <a:srgbClr val="92D050"/>
        </a:solidFill>
      </dgm:spPr>
      <dgm:t>
        <a:bodyPr/>
        <a:lstStyle/>
        <a:p>
          <a:endParaRPr lang="es-MX" dirty="0"/>
        </a:p>
      </dgm:t>
    </dgm:pt>
    <dgm:pt modelId="{BEBA21BB-B6E4-45C3-A2A1-CE56336EF8DC}">
      <dgm:prSet phldrT="[Text]"/>
      <dgm:spPr/>
      <dgm:t>
        <a:bodyPr/>
        <a:lstStyle/>
        <a:p>
          <a:r>
            <a:rPr lang="es-MX" dirty="0"/>
            <a:t>Plazo de 12 meses para efectuar la reinversión con posibilidad de prórroga</a:t>
          </a:r>
        </a:p>
      </dgm:t>
    </dgm:pt>
    <dgm:pt modelId="{28F1D531-AE5C-4F35-BF52-1C74D6E74E0D}" type="parTrans" cxnId="{26C6C4FB-C116-459F-9A5D-7498076FD366}">
      <dgm:prSet/>
      <dgm:spPr/>
      <dgm:t>
        <a:bodyPr/>
        <a:lstStyle/>
        <a:p>
          <a:endParaRPr lang="es-MX"/>
        </a:p>
      </dgm:t>
    </dgm:pt>
    <dgm:pt modelId="{E4AC6705-6267-4035-AD51-A2997622EE4B}" type="sibTrans" cxnId="{26C6C4FB-C116-459F-9A5D-7498076FD366}">
      <dgm:prSet/>
      <dgm:spPr/>
      <dgm:t>
        <a:bodyPr/>
        <a:lstStyle/>
        <a:p>
          <a:endParaRPr lang="es-MX"/>
        </a:p>
      </dgm:t>
    </dgm:pt>
    <dgm:pt modelId="{D36F2BE2-415D-443C-A2C6-71D4B5D0682D}">
      <dgm:prSet/>
      <dgm:spPr/>
      <dgm:t>
        <a:bodyPr/>
        <a:lstStyle/>
        <a:p>
          <a:r>
            <a:rPr lang="es-MX" dirty="0"/>
            <a:t>Las cantidades adicionales se consideran una inversión diferente</a:t>
          </a:r>
        </a:p>
      </dgm:t>
    </dgm:pt>
    <dgm:pt modelId="{A2FB5E36-CCC2-4A26-92BD-4B304F94E72A}" type="parTrans" cxnId="{B9C12448-C743-496B-AC78-C7BD4F3FC0D2}">
      <dgm:prSet/>
      <dgm:spPr/>
      <dgm:t>
        <a:bodyPr/>
        <a:lstStyle/>
        <a:p>
          <a:endParaRPr lang="es-MX"/>
        </a:p>
      </dgm:t>
    </dgm:pt>
    <dgm:pt modelId="{A5F1267A-3A0E-4CE1-9A27-35F51A9C7FD6}" type="sibTrans" cxnId="{B9C12448-C743-496B-AC78-C7BD4F3FC0D2}">
      <dgm:prSet/>
      <dgm:spPr/>
      <dgm:t>
        <a:bodyPr/>
        <a:lstStyle/>
        <a:p>
          <a:endParaRPr lang="es-MX"/>
        </a:p>
      </dgm:t>
    </dgm:pt>
    <dgm:pt modelId="{CA10D1B4-F984-4719-A1C5-4EDB87BECCE8}">
      <dgm:prSet/>
      <dgm:spPr/>
      <dgm:t>
        <a:bodyPr/>
        <a:lstStyle/>
        <a:p>
          <a:r>
            <a:rPr lang="es-MX" dirty="0"/>
            <a:t>En el ejercicio en que concluya el plazo para su reinversión</a:t>
          </a:r>
        </a:p>
      </dgm:t>
    </dgm:pt>
    <dgm:pt modelId="{561AE7D8-6029-4811-A00F-F8300F4DA285}" type="parTrans" cxnId="{ED355392-0E31-4DC4-B5EE-70FFC9975354}">
      <dgm:prSet/>
      <dgm:spPr/>
      <dgm:t>
        <a:bodyPr/>
        <a:lstStyle/>
        <a:p>
          <a:endParaRPr lang="es-MX"/>
        </a:p>
      </dgm:t>
    </dgm:pt>
    <dgm:pt modelId="{D93F4529-3EDA-45B9-98AD-9582FD7C293B}" type="sibTrans" cxnId="{ED355392-0E31-4DC4-B5EE-70FFC9975354}">
      <dgm:prSet/>
      <dgm:spPr/>
      <dgm:t>
        <a:bodyPr/>
        <a:lstStyle/>
        <a:p>
          <a:endParaRPr lang="es-MX"/>
        </a:p>
      </dgm:t>
    </dgm:pt>
    <dgm:pt modelId="{8560C05C-352F-4D5A-8E31-CE0E5C196B65}">
      <dgm:prSet/>
      <dgm:spPr/>
      <dgm:t>
        <a:bodyPr/>
        <a:lstStyle/>
        <a:p>
          <a:r>
            <a:rPr lang="es-MX" dirty="0"/>
            <a:t>Mes más antiguo: el de recuperación</a:t>
          </a:r>
        </a:p>
      </dgm:t>
    </dgm:pt>
    <dgm:pt modelId="{D4811095-4390-484D-B5DE-0B0341996CAC}" type="parTrans" cxnId="{97235320-5136-4AAA-8315-C297AE551F48}">
      <dgm:prSet/>
      <dgm:spPr/>
      <dgm:t>
        <a:bodyPr/>
        <a:lstStyle/>
        <a:p>
          <a:endParaRPr lang="es-MX"/>
        </a:p>
      </dgm:t>
    </dgm:pt>
    <dgm:pt modelId="{CB2D4C08-4721-4084-B505-C9E529190CCC}" type="sibTrans" cxnId="{97235320-5136-4AAA-8315-C297AE551F48}">
      <dgm:prSet/>
      <dgm:spPr/>
      <dgm:t>
        <a:bodyPr/>
        <a:lstStyle/>
        <a:p>
          <a:endParaRPr lang="es-MX"/>
        </a:p>
      </dgm:t>
    </dgm:pt>
    <dgm:pt modelId="{9418936E-06D0-4FB8-BD3E-47875BE69201}">
      <dgm:prSet/>
      <dgm:spPr/>
      <dgm:t>
        <a:bodyPr/>
        <a:lstStyle/>
        <a:p>
          <a:r>
            <a:rPr lang="es-MX" dirty="0"/>
            <a:t>Proveniente de la Recuperación</a:t>
          </a:r>
        </a:p>
      </dgm:t>
    </dgm:pt>
    <dgm:pt modelId="{FF32D8EB-168D-4B02-9442-BE6E6D130B34}" type="parTrans" cxnId="{FE3A52FA-9630-4DC7-88FF-C1FEB058CA6F}">
      <dgm:prSet/>
      <dgm:spPr/>
      <dgm:t>
        <a:bodyPr/>
        <a:lstStyle/>
        <a:p>
          <a:endParaRPr lang="es-MX"/>
        </a:p>
      </dgm:t>
    </dgm:pt>
    <dgm:pt modelId="{1B5A64FC-656C-4FC3-B4E7-2FCB9EFB06BF}" type="sibTrans" cxnId="{FE3A52FA-9630-4DC7-88FF-C1FEB058CA6F}">
      <dgm:prSet/>
      <dgm:spPr/>
      <dgm:t>
        <a:bodyPr/>
        <a:lstStyle/>
        <a:p>
          <a:endParaRPr lang="es-MX"/>
        </a:p>
      </dgm:t>
    </dgm:pt>
    <dgm:pt modelId="{A8F013DA-4283-41ED-87AF-1BEF65173E02}">
      <dgm:prSet phldrT="[Text]"/>
      <dgm:spPr/>
      <dgm:t>
        <a:bodyPr/>
        <a:lstStyle/>
        <a:p>
          <a:r>
            <a:rPr lang="es-MX" dirty="0"/>
            <a:t>PEPS en bienes no identificables</a:t>
          </a:r>
        </a:p>
      </dgm:t>
    </dgm:pt>
    <dgm:pt modelId="{48A81190-D6FB-4FD7-9354-6A45A3C07FA8}" type="parTrans" cxnId="{7FBEC948-B3C9-42A6-AF9A-1E69001B34F5}">
      <dgm:prSet/>
      <dgm:spPr/>
      <dgm:t>
        <a:bodyPr/>
        <a:lstStyle/>
        <a:p>
          <a:endParaRPr lang="es-MX"/>
        </a:p>
      </dgm:t>
    </dgm:pt>
    <dgm:pt modelId="{642C3A9C-DA6B-4D11-82E8-5EDB763FE27A}" type="sibTrans" cxnId="{7FBEC948-B3C9-42A6-AF9A-1E69001B34F5}">
      <dgm:prSet/>
      <dgm:spPr/>
      <dgm:t>
        <a:bodyPr/>
        <a:lstStyle/>
        <a:p>
          <a:endParaRPr lang="es-MX"/>
        </a:p>
      </dgm:t>
    </dgm:pt>
    <dgm:pt modelId="{FCE841FC-B2F2-4323-93AE-59AFC8E30308}">
      <dgm:prSet phldrT="[Text]"/>
      <dgm:spPr/>
      <dgm:t>
        <a:bodyPr/>
        <a:lstStyle/>
        <a:p>
          <a:r>
            <a:rPr lang="es-MX" dirty="0"/>
            <a:t>Acumulable</a:t>
          </a:r>
        </a:p>
      </dgm:t>
    </dgm:pt>
    <dgm:pt modelId="{9AA98735-4AF3-408B-9F3A-6BADD2EF1DFA}" type="parTrans" cxnId="{A40C26E1-4495-408F-8AE8-304FD6E003D5}">
      <dgm:prSet/>
      <dgm:spPr/>
      <dgm:t>
        <a:bodyPr/>
        <a:lstStyle/>
        <a:p>
          <a:endParaRPr lang="es-MX"/>
        </a:p>
      </dgm:t>
    </dgm:pt>
    <dgm:pt modelId="{A79301A4-A46B-40B2-88EC-7F6EBECAA422}" type="sibTrans" cxnId="{A40C26E1-4495-408F-8AE8-304FD6E003D5}">
      <dgm:prSet/>
      <dgm:spPr/>
      <dgm:t>
        <a:bodyPr/>
        <a:lstStyle/>
        <a:p>
          <a:endParaRPr lang="es-MX"/>
        </a:p>
      </dgm:t>
    </dgm:pt>
    <dgm:pt modelId="{39D4C304-E108-4C73-AB36-8E3C92C63E9A}">
      <dgm:prSet/>
      <dgm:spPr/>
      <dgm:t>
        <a:bodyPr/>
        <a:lstStyle/>
        <a:p>
          <a:r>
            <a:rPr lang="es-MX" dirty="0"/>
            <a:t>Actualizada por inflación</a:t>
          </a:r>
        </a:p>
      </dgm:t>
    </dgm:pt>
    <dgm:pt modelId="{71123C30-8805-4794-A39A-5B94892B3AA3}" type="parTrans" cxnId="{C11CEEE8-E4D1-4343-A1EA-C7D47316E614}">
      <dgm:prSet/>
      <dgm:spPr/>
      <dgm:t>
        <a:bodyPr/>
        <a:lstStyle/>
        <a:p>
          <a:endParaRPr lang="es-MX"/>
        </a:p>
      </dgm:t>
    </dgm:pt>
    <dgm:pt modelId="{21DE202C-FE43-47A4-9526-BCBB1FA52F9A}" type="sibTrans" cxnId="{C11CEEE8-E4D1-4343-A1EA-C7D47316E614}">
      <dgm:prSet/>
      <dgm:spPr/>
      <dgm:t>
        <a:bodyPr/>
        <a:lstStyle/>
        <a:p>
          <a:endParaRPr lang="es-MX"/>
        </a:p>
      </dgm:t>
    </dgm:pt>
    <dgm:pt modelId="{18BD0156-2AFB-4AE6-A708-B4B6F30324BC}">
      <dgm:prSet/>
      <dgm:spPr/>
      <dgm:t>
        <a:bodyPr/>
        <a:lstStyle/>
        <a:p>
          <a:r>
            <a:rPr lang="es-MX" dirty="0"/>
            <a:t>Porciento autorizado sobre MOI del bien perdido</a:t>
          </a:r>
        </a:p>
      </dgm:t>
    </dgm:pt>
    <dgm:pt modelId="{B6CA8477-38B9-4214-9C8D-46E829416204}" type="parTrans" cxnId="{28FB6BA3-154F-417C-88A2-2CE9B85B1797}">
      <dgm:prSet/>
      <dgm:spPr/>
      <dgm:t>
        <a:bodyPr/>
        <a:lstStyle/>
        <a:p>
          <a:endParaRPr lang="es-MX"/>
        </a:p>
      </dgm:t>
    </dgm:pt>
    <dgm:pt modelId="{CB3B0F7A-3BE3-45CE-8212-24B5EE7837BB}" type="sibTrans" cxnId="{28FB6BA3-154F-417C-88A2-2CE9B85B1797}">
      <dgm:prSet/>
      <dgm:spPr/>
      <dgm:t>
        <a:bodyPr/>
        <a:lstStyle/>
        <a:p>
          <a:endParaRPr lang="es-MX"/>
        </a:p>
      </dgm:t>
    </dgm:pt>
    <dgm:pt modelId="{B1B1AF1A-1A37-4208-A738-6249CCF1A153}">
      <dgm:prSet/>
      <dgm:spPr/>
      <dgm:t>
        <a:bodyPr/>
        <a:lstStyle/>
        <a:p>
          <a:r>
            <a:rPr lang="es-MX" dirty="0"/>
            <a:t>Sin exceder monto pendiente al momento de la pérdida</a:t>
          </a:r>
        </a:p>
      </dgm:t>
    </dgm:pt>
    <dgm:pt modelId="{1FB83410-0018-48E6-94E6-F1401EDA784B}" type="parTrans" cxnId="{6FDB0236-A273-41FD-8782-8CCEEED57FF1}">
      <dgm:prSet/>
      <dgm:spPr/>
      <dgm:t>
        <a:bodyPr/>
        <a:lstStyle/>
        <a:p>
          <a:endParaRPr lang="es-MX"/>
        </a:p>
      </dgm:t>
    </dgm:pt>
    <dgm:pt modelId="{013BEFB3-7F62-4981-A1B9-AC1C4DEA9D39}" type="sibTrans" cxnId="{6FDB0236-A273-41FD-8782-8CCEEED57FF1}">
      <dgm:prSet/>
      <dgm:spPr/>
      <dgm:t>
        <a:bodyPr/>
        <a:lstStyle/>
        <a:p>
          <a:endParaRPr lang="es-MX"/>
        </a:p>
      </dgm:t>
    </dgm:pt>
    <dgm:pt modelId="{ED4DD876-2248-46D4-BCCC-0FA0464E2958}">
      <dgm:prSet phldrT="[Text]"/>
      <dgm:spPr/>
      <dgm:t>
        <a:bodyPr/>
        <a:lstStyle/>
        <a:p>
          <a:endParaRPr lang="es-MX" dirty="0"/>
        </a:p>
      </dgm:t>
    </dgm:pt>
    <dgm:pt modelId="{DA516CA8-E0FE-4C55-93A4-F873AE65F5D1}" type="parTrans" cxnId="{F62F6788-E553-4B9B-B30D-C2108810A8FE}">
      <dgm:prSet/>
      <dgm:spPr/>
      <dgm:t>
        <a:bodyPr/>
        <a:lstStyle/>
        <a:p>
          <a:endParaRPr lang="es-MX"/>
        </a:p>
      </dgm:t>
    </dgm:pt>
    <dgm:pt modelId="{6E652DE2-AAB4-498A-BD54-C93DF793BC64}" type="sibTrans" cxnId="{F62F6788-E553-4B9B-B30D-C2108810A8FE}">
      <dgm:prSet/>
      <dgm:spPr/>
      <dgm:t>
        <a:bodyPr/>
        <a:lstStyle/>
        <a:p>
          <a:endParaRPr lang="es-MX"/>
        </a:p>
      </dgm:t>
    </dgm:pt>
    <dgm:pt modelId="{530824D8-9015-43D8-9C5A-5ACB065C9361}">
      <dgm:prSet phldrT="[Text]"/>
      <dgm:spPr/>
      <dgm:t>
        <a:bodyPr/>
        <a:lstStyle/>
        <a:p>
          <a:endParaRPr lang="es-MX" dirty="0"/>
        </a:p>
      </dgm:t>
    </dgm:pt>
    <dgm:pt modelId="{AAE95943-1D3E-4FBB-BD24-9939E48DBA41}" type="parTrans" cxnId="{277BC314-E8B8-4D6F-AC29-4CEBD1EA1F0C}">
      <dgm:prSet/>
      <dgm:spPr/>
      <dgm:t>
        <a:bodyPr/>
        <a:lstStyle/>
        <a:p>
          <a:endParaRPr lang="es-MX"/>
        </a:p>
      </dgm:t>
    </dgm:pt>
    <dgm:pt modelId="{0D737230-58B4-49BA-B21B-FBC8D643E438}" type="sibTrans" cxnId="{277BC314-E8B8-4D6F-AC29-4CEBD1EA1F0C}">
      <dgm:prSet/>
      <dgm:spPr/>
      <dgm:t>
        <a:bodyPr/>
        <a:lstStyle/>
        <a:p>
          <a:endParaRPr lang="es-MX"/>
        </a:p>
      </dgm:t>
    </dgm:pt>
    <dgm:pt modelId="{72670245-F012-4BA6-9FE7-47D9B002180F}">
      <dgm:prSet phldrT="[Text]"/>
      <dgm:spPr/>
      <dgm:t>
        <a:bodyPr/>
        <a:lstStyle/>
        <a:p>
          <a:endParaRPr lang="es-MX" dirty="0"/>
        </a:p>
      </dgm:t>
    </dgm:pt>
    <dgm:pt modelId="{A22F9AB1-7183-48B9-818D-32BB1F09F768}" type="parTrans" cxnId="{D27EDF17-BBB3-49EC-A3D4-5A649287D3FC}">
      <dgm:prSet/>
      <dgm:spPr/>
      <dgm:t>
        <a:bodyPr/>
        <a:lstStyle/>
        <a:p>
          <a:endParaRPr lang="es-MX"/>
        </a:p>
      </dgm:t>
    </dgm:pt>
    <dgm:pt modelId="{2A7C7CE4-62B7-411D-9354-B2B24E8DEA33}" type="sibTrans" cxnId="{D27EDF17-BBB3-49EC-A3D4-5A649287D3FC}">
      <dgm:prSet/>
      <dgm:spPr/>
      <dgm:t>
        <a:bodyPr/>
        <a:lstStyle/>
        <a:p>
          <a:endParaRPr lang="es-MX"/>
        </a:p>
      </dgm:t>
    </dgm:pt>
    <dgm:pt modelId="{84B80FDC-3AB1-4A3A-98AC-6FDE7068B211}">
      <dgm:prSet/>
      <dgm:spPr/>
      <dgm:t>
        <a:bodyPr/>
        <a:lstStyle/>
        <a:p>
          <a:endParaRPr lang="es-MX" dirty="0"/>
        </a:p>
      </dgm:t>
    </dgm:pt>
    <dgm:pt modelId="{07F1F59B-ED3E-47F8-82E3-C6D551EED29B}" type="parTrans" cxnId="{32EEAC9A-9A84-41DA-B74E-F6FA0C8D53DB}">
      <dgm:prSet/>
      <dgm:spPr/>
      <dgm:t>
        <a:bodyPr/>
        <a:lstStyle/>
        <a:p>
          <a:endParaRPr lang="es-MX"/>
        </a:p>
      </dgm:t>
    </dgm:pt>
    <dgm:pt modelId="{AFAC8F5F-345F-424A-A766-73B976C02EC2}" type="sibTrans" cxnId="{32EEAC9A-9A84-41DA-B74E-F6FA0C8D53DB}">
      <dgm:prSet/>
      <dgm:spPr/>
      <dgm:t>
        <a:bodyPr/>
        <a:lstStyle/>
        <a:p>
          <a:endParaRPr lang="es-MX"/>
        </a:p>
      </dgm:t>
    </dgm:pt>
    <dgm:pt modelId="{E59B42DA-B328-4552-894A-5F428E02B97B}">
      <dgm:prSet/>
      <dgm:spPr/>
      <dgm:t>
        <a:bodyPr/>
        <a:lstStyle/>
        <a:p>
          <a:endParaRPr lang="es-MX" dirty="0"/>
        </a:p>
      </dgm:t>
    </dgm:pt>
    <dgm:pt modelId="{2A1CD292-B939-4B83-AA08-F8DD3E5DBB00}" type="parTrans" cxnId="{567A49C4-A600-427C-A3F2-437F2F80F684}">
      <dgm:prSet/>
      <dgm:spPr/>
      <dgm:t>
        <a:bodyPr/>
        <a:lstStyle/>
        <a:p>
          <a:endParaRPr lang="es-MX"/>
        </a:p>
      </dgm:t>
    </dgm:pt>
    <dgm:pt modelId="{DA6A1C95-16D3-4ADC-ADFA-F3EDF099FDBD}" type="sibTrans" cxnId="{567A49C4-A600-427C-A3F2-437F2F80F684}">
      <dgm:prSet/>
      <dgm:spPr/>
      <dgm:t>
        <a:bodyPr/>
        <a:lstStyle/>
        <a:p>
          <a:endParaRPr lang="es-MX"/>
        </a:p>
      </dgm:t>
    </dgm:pt>
    <dgm:pt modelId="{82BF2510-E7F1-42AF-A610-2BC727EEA09D}">
      <dgm:prSet/>
      <dgm:spPr/>
      <dgm:t>
        <a:bodyPr/>
        <a:lstStyle/>
        <a:p>
          <a:r>
            <a:rPr lang="es-MX" dirty="0"/>
            <a:t>Mes más reciente: el de acumulación</a:t>
          </a:r>
        </a:p>
      </dgm:t>
    </dgm:pt>
    <dgm:pt modelId="{8356BAB2-5B4A-4B49-B00D-50D41807EBC2}" type="parTrans" cxnId="{98E457EF-EA1B-45F2-AD62-2766273F5F10}">
      <dgm:prSet/>
      <dgm:spPr/>
      <dgm:t>
        <a:bodyPr/>
        <a:lstStyle/>
        <a:p>
          <a:endParaRPr lang="es-MX"/>
        </a:p>
      </dgm:t>
    </dgm:pt>
    <dgm:pt modelId="{285323B8-F6D4-42D3-A501-8B156BC1A7A6}" type="sibTrans" cxnId="{98E457EF-EA1B-45F2-AD62-2766273F5F10}">
      <dgm:prSet/>
      <dgm:spPr/>
      <dgm:t>
        <a:bodyPr/>
        <a:lstStyle/>
        <a:p>
          <a:endParaRPr lang="es-MX"/>
        </a:p>
      </dgm:t>
    </dgm:pt>
    <dgm:pt modelId="{E1A8E690-2FF9-42D4-8C6B-074C98A0A051}" type="pres">
      <dgm:prSet presAssocID="{74C6EE09-AA18-4DEA-A6EA-5486C7C2CDF2}" presName="linearFlow" presStyleCnt="0">
        <dgm:presLayoutVars>
          <dgm:dir/>
          <dgm:animLvl val="lvl"/>
          <dgm:resizeHandles val="exact"/>
        </dgm:presLayoutVars>
      </dgm:prSet>
      <dgm:spPr/>
    </dgm:pt>
    <dgm:pt modelId="{8BBD2DC7-C270-4F55-8379-78CC30B17A3F}" type="pres">
      <dgm:prSet presAssocID="{F0ADDB86-EEDC-47D0-BECC-EF4275FF671B}" presName="composite" presStyleCnt="0"/>
      <dgm:spPr/>
    </dgm:pt>
    <dgm:pt modelId="{3ADDF5AA-F14B-4186-AA10-EB18E1D06E00}" type="pres">
      <dgm:prSet presAssocID="{F0ADDB86-EEDC-47D0-BECC-EF4275FF671B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FF96802-CBA9-4353-A540-6FFDC13C8A53}" type="pres">
      <dgm:prSet presAssocID="{F0ADDB86-EEDC-47D0-BECC-EF4275FF671B}" presName="parSh" presStyleLbl="node1" presStyleIdx="0" presStyleCnt="4"/>
      <dgm:spPr/>
    </dgm:pt>
    <dgm:pt modelId="{CE275804-0354-4216-AD8D-36971ECA1836}" type="pres">
      <dgm:prSet presAssocID="{F0ADDB86-EEDC-47D0-BECC-EF4275FF671B}" presName="desTx" presStyleLbl="fgAcc1" presStyleIdx="0" presStyleCnt="4">
        <dgm:presLayoutVars>
          <dgm:bulletEnabled val="1"/>
        </dgm:presLayoutVars>
      </dgm:prSet>
      <dgm:spPr/>
    </dgm:pt>
    <dgm:pt modelId="{2D53F442-E5B8-48C2-AAF5-BF967B68455E}" type="pres">
      <dgm:prSet presAssocID="{26B249C1-5121-4FCE-8793-F3B000E02FCA}" presName="sibTrans" presStyleLbl="sibTrans2D1" presStyleIdx="0" presStyleCnt="3"/>
      <dgm:spPr/>
    </dgm:pt>
    <dgm:pt modelId="{36BC183B-8409-4E12-A606-AA86A7E07674}" type="pres">
      <dgm:prSet presAssocID="{26B249C1-5121-4FCE-8793-F3B000E02FCA}" presName="connTx" presStyleLbl="sibTrans2D1" presStyleIdx="0" presStyleCnt="3"/>
      <dgm:spPr/>
    </dgm:pt>
    <dgm:pt modelId="{2D7EA618-D021-40D5-AADD-3DEE6491DA94}" type="pres">
      <dgm:prSet presAssocID="{B2B874C3-FF76-435A-A31A-3CC47B1A4B26}" presName="composite" presStyleCnt="0"/>
      <dgm:spPr/>
    </dgm:pt>
    <dgm:pt modelId="{207E1884-FA93-4885-A164-3F535E2D1CC7}" type="pres">
      <dgm:prSet presAssocID="{B2B874C3-FF76-435A-A31A-3CC47B1A4B26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B05F9EE-FEB3-4D27-822D-8C25162426BE}" type="pres">
      <dgm:prSet presAssocID="{B2B874C3-FF76-435A-A31A-3CC47B1A4B26}" presName="parSh" presStyleLbl="node1" presStyleIdx="1" presStyleCnt="4"/>
      <dgm:spPr/>
    </dgm:pt>
    <dgm:pt modelId="{52D19E00-F27B-4697-8AEE-60C5551F1D77}" type="pres">
      <dgm:prSet presAssocID="{B2B874C3-FF76-435A-A31A-3CC47B1A4B26}" presName="desTx" presStyleLbl="fgAcc1" presStyleIdx="1" presStyleCnt="4">
        <dgm:presLayoutVars>
          <dgm:bulletEnabled val="1"/>
        </dgm:presLayoutVars>
      </dgm:prSet>
      <dgm:spPr/>
    </dgm:pt>
    <dgm:pt modelId="{0F8A78BD-6E71-4301-A303-7456A226D204}" type="pres">
      <dgm:prSet presAssocID="{179017CA-15E8-49D0-B305-2FC6FDEB0E70}" presName="sibTrans" presStyleLbl="sibTrans2D1" presStyleIdx="1" presStyleCnt="3"/>
      <dgm:spPr/>
    </dgm:pt>
    <dgm:pt modelId="{68E85D09-52A7-48FF-BCB2-7DD1FEED1562}" type="pres">
      <dgm:prSet presAssocID="{179017CA-15E8-49D0-B305-2FC6FDEB0E70}" presName="connTx" presStyleLbl="sibTrans2D1" presStyleIdx="1" presStyleCnt="3"/>
      <dgm:spPr/>
    </dgm:pt>
    <dgm:pt modelId="{95380BF4-4551-48BE-929E-7B7CB7857656}" type="pres">
      <dgm:prSet presAssocID="{EA6BBDC0-0AE8-4385-86C2-E346394935A6}" presName="composite" presStyleCnt="0"/>
      <dgm:spPr/>
    </dgm:pt>
    <dgm:pt modelId="{523774E3-38E3-4DCA-BF1B-262B83710341}" type="pres">
      <dgm:prSet presAssocID="{EA6BBDC0-0AE8-4385-86C2-E346394935A6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D9E6193-2311-4190-BBE7-D7AF36FFBE50}" type="pres">
      <dgm:prSet presAssocID="{EA6BBDC0-0AE8-4385-86C2-E346394935A6}" presName="parSh" presStyleLbl="node1" presStyleIdx="2" presStyleCnt="4"/>
      <dgm:spPr/>
    </dgm:pt>
    <dgm:pt modelId="{B12CBF91-41F5-405F-9B7D-C542D75FDBC0}" type="pres">
      <dgm:prSet presAssocID="{EA6BBDC0-0AE8-4385-86C2-E346394935A6}" presName="desTx" presStyleLbl="fgAcc1" presStyleIdx="2" presStyleCnt="4">
        <dgm:presLayoutVars>
          <dgm:bulletEnabled val="1"/>
        </dgm:presLayoutVars>
      </dgm:prSet>
      <dgm:spPr/>
    </dgm:pt>
    <dgm:pt modelId="{1D3E7251-BC62-4ED2-9FE5-72676AED2825}" type="pres">
      <dgm:prSet presAssocID="{F6AEE279-A16C-42FC-A2A1-40F647504801}" presName="sibTrans" presStyleLbl="sibTrans2D1" presStyleIdx="2" presStyleCnt="3"/>
      <dgm:spPr/>
    </dgm:pt>
    <dgm:pt modelId="{52BF7823-436E-434C-A687-93ECDA87CABF}" type="pres">
      <dgm:prSet presAssocID="{F6AEE279-A16C-42FC-A2A1-40F647504801}" presName="connTx" presStyleLbl="sibTrans2D1" presStyleIdx="2" presStyleCnt="3"/>
      <dgm:spPr/>
    </dgm:pt>
    <dgm:pt modelId="{CF062CA5-4C47-460B-A146-4C7A573BCD2E}" type="pres">
      <dgm:prSet presAssocID="{E32EBF52-D327-4CCE-9B84-4393BAA363B8}" presName="composite" presStyleCnt="0"/>
      <dgm:spPr/>
    </dgm:pt>
    <dgm:pt modelId="{4C14875B-0081-4DEF-94C9-EE5241F6B4CF}" type="pres">
      <dgm:prSet presAssocID="{E32EBF52-D327-4CCE-9B84-4393BAA363B8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BBB4E40-70F1-47C9-9E3D-B37B3B381E7A}" type="pres">
      <dgm:prSet presAssocID="{E32EBF52-D327-4CCE-9B84-4393BAA363B8}" presName="parSh" presStyleLbl="node1" presStyleIdx="3" presStyleCnt="4"/>
      <dgm:spPr/>
    </dgm:pt>
    <dgm:pt modelId="{09BDCDCE-EB19-4567-BC74-06E9B97578D9}" type="pres">
      <dgm:prSet presAssocID="{E32EBF52-D327-4CCE-9B84-4393BAA363B8}" presName="desTx" presStyleLbl="fgAcc1" presStyleIdx="3" presStyleCnt="4">
        <dgm:presLayoutVars>
          <dgm:bulletEnabled val="1"/>
        </dgm:presLayoutVars>
      </dgm:prSet>
      <dgm:spPr/>
    </dgm:pt>
  </dgm:ptLst>
  <dgm:cxnLst>
    <dgm:cxn modelId="{F9330505-D49A-A44D-8B8A-2A960F67A339}" type="presOf" srcId="{74C6EE09-AA18-4DEA-A6EA-5486C7C2CDF2}" destId="{E1A8E690-2FF9-42D4-8C6B-074C98A0A051}" srcOrd="0" destOrd="0" presId="urn:microsoft.com/office/officeart/2005/8/layout/process3"/>
    <dgm:cxn modelId="{5B04A511-8B93-4CAA-91A6-B03DD95AB7E6}" srcId="{74C6EE09-AA18-4DEA-A6EA-5486C7C2CDF2}" destId="{F0ADDB86-EEDC-47D0-BECC-EF4275FF671B}" srcOrd="0" destOrd="0" parTransId="{40FE3E8B-5AC9-42EA-9790-E06D15D52913}" sibTransId="{26B249C1-5121-4FCE-8793-F3B000E02FCA}"/>
    <dgm:cxn modelId="{277BC314-E8B8-4D6F-AC29-4CEBD1EA1F0C}" srcId="{B2B874C3-FF76-435A-A31A-3CC47B1A4B26}" destId="{530824D8-9015-43D8-9C5A-5ACB065C9361}" srcOrd="1" destOrd="0" parTransId="{AAE95943-1D3E-4FBB-BD24-9939E48DBA41}" sibTransId="{0D737230-58B4-49BA-B21B-FBC8D643E438}"/>
    <dgm:cxn modelId="{3A5DB217-D708-BB40-8F6C-7774FA798593}" type="presOf" srcId="{9418936E-06D0-4FB8-BD3E-47875BE69201}" destId="{B12CBF91-41F5-405F-9B7D-C542D75FDBC0}" srcOrd="0" destOrd="0" presId="urn:microsoft.com/office/officeart/2005/8/layout/process3"/>
    <dgm:cxn modelId="{D27EDF17-BBB3-49EC-A3D4-5A649287D3FC}" srcId="{B2B874C3-FF76-435A-A31A-3CC47B1A4B26}" destId="{72670245-F012-4BA6-9FE7-47D9B002180F}" srcOrd="3" destOrd="0" parTransId="{A22F9AB1-7183-48B9-818D-32BB1F09F768}" sibTransId="{2A7C7CE4-62B7-411D-9354-B2B24E8DEA33}"/>
    <dgm:cxn modelId="{069C0B19-F3FA-4595-AB49-2F4229C1EBCE}" srcId="{F0ADDB86-EEDC-47D0-BECC-EF4275FF671B}" destId="{AB1E439F-7BE6-4EDE-BB84-B64A6B4E6F2F}" srcOrd="0" destOrd="0" parTransId="{869325C3-6FE2-4DF8-8A28-D7E6D53EA7AB}" sibTransId="{C6A3BA61-2387-4680-ACE8-220D83AFA87E}"/>
    <dgm:cxn modelId="{97235320-5136-4AAA-8315-C297AE551F48}" srcId="{39D4C304-E108-4C73-AB36-8E3C92C63E9A}" destId="{8560C05C-352F-4D5A-8E31-CE0E5C196B65}" srcOrd="1" destOrd="0" parTransId="{D4811095-4390-484D-B5DE-0B0341996CAC}" sibTransId="{CB2D4C08-4721-4084-B505-C9E529190CCC}"/>
    <dgm:cxn modelId="{05FD8620-4573-6F45-BD64-E9989AB9FC6B}" type="presOf" srcId="{F0ADDB86-EEDC-47D0-BECC-EF4275FF671B}" destId="{2FF96802-CBA9-4353-A540-6FFDC13C8A53}" srcOrd="1" destOrd="0" presId="urn:microsoft.com/office/officeart/2005/8/layout/process3"/>
    <dgm:cxn modelId="{9FABCA23-B165-4948-A1E7-4709B26E0039}" type="presOf" srcId="{26B249C1-5121-4FCE-8793-F3B000E02FCA}" destId="{2D53F442-E5B8-48C2-AAF5-BF967B68455E}" srcOrd="0" destOrd="0" presId="urn:microsoft.com/office/officeart/2005/8/layout/process3"/>
    <dgm:cxn modelId="{EFAFDB2B-7343-3D41-920B-4DE173A490CA}" type="presOf" srcId="{82BF2510-E7F1-42AF-A610-2BC727EEA09D}" destId="{09BDCDCE-EB19-4567-BC74-06E9B97578D9}" srcOrd="0" destOrd="3" presId="urn:microsoft.com/office/officeart/2005/8/layout/process3"/>
    <dgm:cxn modelId="{EC78872C-3F16-5247-B294-ADBF4CCE8814}" type="presOf" srcId="{84B80FDC-3AB1-4A3A-98AC-6FDE7068B211}" destId="{B12CBF91-41F5-405F-9B7D-C542D75FDBC0}" srcOrd="0" destOrd="3" presId="urn:microsoft.com/office/officeart/2005/8/layout/process3"/>
    <dgm:cxn modelId="{03DC9B2E-F8DC-8C47-9AD2-70E160E6FA8A}" type="presOf" srcId="{8560C05C-352F-4D5A-8E31-CE0E5C196B65}" destId="{09BDCDCE-EB19-4567-BC74-06E9B97578D9}" srcOrd="0" destOrd="4" presId="urn:microsoft.com/office/officeart/2005/8/layout/process3"/>
    <dgm:cxn modelId="{6D3AED34-F8BF-A243-935E-0715D641D3EC}" type="presOf" srcId="{FCE841FC-B2F2-4323-93AE-59AFC8E30308}" destId="{52D19E00-F27B-4697-8AEE-60C5551F1D77}" srcOrd="0" destOrd="0" presId="urn:microsoft.com/office/officeart/2005/8/layout/process3"/>
    <dgm:cxn modelId="{6FDB0236-A273-41FD-8782-8CCEEED57FF1}" srcId="{9418936E-06D0-4FB8-BD3E-47875BE69201}" destId="{B1B1AF1A-1A37-4208-A738-6249CCF1A153}" srcOrd="1" destOrd="0" parTransId="{1FB83410-0018-48E6-94E6-F1401EDA784B}" sibTransId="{013BEFB3-7F62-4981-A1B9-AC1C4DEA9D39}"/>
    <dgm:cxn modelId="{49400A43-5ACB-734C-9546-329857A01F52}" type="presOf" srcId="{F6AEE279-A16C-42FC-A2A1-40F647504801}" destId="{1D3E7251-BC62-4ED2-9FE5-72676AED2825}" srcOrd="0" destOrd="0" presId="urn:microsoft.com/office/officeart/2005/8/layout/process3"/>
    <dgm:cxn modelId="{57807C63-D236-224B-82F6-AECBAF1C9F73}" type="presOf" srcId="{CA10D1B4-F984-4719-A1C5-4EDB87BECCE8}" destId="{09BDCDCE-EB19-4567-BC74-06E9B97578D9}" srcOrd="0" destOrd="0" presId="urn:microsoft.com/office/officeart/2005/8/layout/process3"/>
    <dgm:cxn modelId="{83857D45-6A2A-1B41-9B82-1687681FF3E9}" type="presOf" srcId="{F6AEE279-A16C-42FC-A2A1-40F647504801}" destId="{52BF7823-436E-434C-A687-93ECDA87CABF}" srcOrd="1" destOrd="0" presId="urn:microsoft.com/office/officeart/2005/8/layout/process3"/>
    <dgm:cxn modelId="{B9C12448-C743-496B-AC78-C7BD4F3FC0D2}" srcId="{EA6BBDC0-0AE8-4385-86C2-E346394935A6}" destId="{D36F2BE2-415D-443C-A2C6-71D4B5D0682D}" srcOrd="2" destOrd="0" parTransId="{A2FB5E36-CCC2-4A26-92BD-4B304F94E72A}" sibTransId="{A5F1267A-3A0E-4CE1-9A27-35F51A9C7FD6}"/>
    <dgm:cxn modelId="{7FBEC948-B3C9-42A6-AF9A-1E69001B34F5}" srcId="{F0ADDB86-EEDC-47D0-BECC-EF4275FF671B}" destId="{A8F013DA-4283-41ED-87AF-1BEF65173E02}" srcOrd="2" destOrd="0" parTransId="{48A81190-D6FB-4FD7-9354-6A45A3C07FA8}" sibTransId="{642C3A9C-DA6B-4D11-82E8-5EDB763FE27A}"/>
    <dgm:cxn modelId="{44D2E868-F58A-244E-80F2-7341327AE659}" type="presOf" srcId="{26B249C1-5121-4FCE-8793-F3B000E02FCA}" destId="{36BC183B-8409-4E12-A606-AA86A7E07674}" srcOrd="1" destOrd="0" presId="urn:microsoft.com/office/officeart/2005/8/layout/process3"/>
    <dgm:cxn modelId="{7549464C-BAB2-FD47-AA0D-9AA42E88382C}" type="presOf" srcId="{BEBA21BB-B6E4-45C3-A2A1-CE56336EF8DC}" destId="{52D19E00-F27B-4697-8AEE-60C5551F1D77}" srcOrd="0" destOrd="4" presId="urn:microsoft.com/office/officeart/2005/8/layout/process3"/>
    <dgm:cxn modelId="{1274704C-FF50-584D-A351-29852E3853CA}" type="presOf" srcId="{72670245-F012-4BA6-9FE7-47D9B002180F}" destId="{52D19E00-F27B-4697-8AEE-60C5551F1D77}" srcOrd="0" destOrd="3" presId="urn:microsoft.com/office/officeart/2005/8/layout/process3"/>
    <dgm:cxn modelId="{CBDD914F-8446-1745-83F3-FE6190F3139B}" type="presOf" srcId="{E32EBF52-D327-4CCE-9B84-4393BAA363B8}" destId="{4C14875B-0081-4DEF-94C9-EE5241F6B4CF}" srcOrd="0" destOrd="0" presId="urn:microsoft.com/office/officeart/2005/8/layout/process3"/>
    <dgm:cxn modelId="{7B2D0951-481C-F349-9EC1-2907ADD22F62}" type="presOf" srcId="{18BD0156-2AFB-4AE6-A708-B4B6F30324BC}" destId="{B12CBF91-41F5-405F-9B7D-C542D75FDBC0}" srcOrd="0" destOrd="1" presId="urn:microsoft.com/office/officeart/2005/8/layout/process3"/>
    <dgm:cxn modelId="{45F20176-D269-AA4D-880E-E7EF7383EFF0}" type="presOf" srcId="{530824D8-9015-43D8-9C5A-5ACB065C9361}" destId="{52D19E00-F27B-4697-8AEE-60C5551F1D77}" srcOrd="0" destOrd="1" presId="urn:microsoft.com/office/officeart/2005/8/layout/process3"/>
    <dgm:cxn modelId="{A1D09B7B-0AEF-4342-A891-8A1A508729FF}" type="presOf" srcId="{B2B874C3-FF76-435A-A31A-3CC47B1A4B26}" destId="{207E1884-FA93-4885-A164-3F535E2D1CC7}" srcOrd="0" destOrd="0" presId="urn:microsoft.com/office/officeart/2005/8/layout/process3"/>
    <dgm:cxn modelId="{0A02FD7B-5546-AD43-AF17-7E45ED03A19C}" type="presOf" srcId="{646FDD12-5CA6-4F42-BC5E-DED4252F8BA9}" destId="{52D19E00-F27B-4697-8AEE-60C5551F1D77}" srcOrd="0" destOrd="2" presId="urn:microsoft.com/office/officeart/2005/8/layout/process3"/>
    <dgm:cxn modelId="{F62F6788-E553-4B9B-B30D-C2108810A8FE}" srcId="{F0ADDB86-EEDC-47D0-BECC-EF4275FF671B}" destId="{ED4DD876-2248-46D4-BCCC-0FA0464E2958}" srcOrd="1" destOrd="0" parTransId="{DA516CA8-E0FE-4C55-93A4-F873AE65F5D1}" sibTransId="{6E652DE2-AAB4-498A-BD54-C93DF793BC64}"/>
    <dgm:cxn modelId="{40827F8B-AFEC-B743-9849-CD1C1DFF2971}" type="presOf" srcId="{EA6BBDC0-0AE8-4385-86C2-E346394935A6}" destId="{523774E3-38E3-4DCA-BF1B-262B83710341}" srcOrd="0" destOrd="0" presId="urn:microsoft.com/office/officeart/2005/8/layout/process3"/>
    <dgm:cxn modelId="{A88BDE90-A72F-0C40-A280-F4DA141B0019}" type="presOf" srcId="{179017CA-15E8-49D0-B305-2FC6FDEB0E70}" destId="{0F8A78BD-6E71-4301-A303-7456A226D204}" srcOrd="0" destOrd="0" presId="urn:microsoft.com/office/officeart/2005/8/layout/process3"/>
    <dgm:cxn modelId="{ED355392-0E31-4DC4-B5EE-70FFC9975354}" srcId="{E32EBF52-D327-4CCE-9B84-4393BAA363B8}" destId="{CA10D1B4-F984-4719-A1C5-4EDB87BECCE8}" srcOrd="0" destOrd="0" parTransId="{561AE7D8-6029-4811-A00F-F8300F4DA285}" sibTransId="{D93F4529-3EDA-45B9-98AD-9582FD7C293B}"/>
    <dgm:cxn modelId="{32EEAC9A-9A84-41DA-B74E-F6FA0C8D53DB}" srcId="{EA6BBDC0-0AE8-4385-86C2-E346394935A6}" destId="{84B80FDC-3AB1-4A3A-98AC-6FDE7068B211}" srcOrd="1" destOrd="0" parTransId="{07F1F59B-ED3E-47F8-82E3-C6D551EED29B}" sibTransId="{AFAC8F5F-345F-424A-A766-73B976C02EC2}"/>
    <dgm:cxn modelId="{78AFD0A1-1A6A-1042-AED4-1E3350BB0426}" type="presOf" srcId="{B2B874C3-FF76-435A-A31A-3CC47B1A4B26}" destId="{7B05F9EE-FEB3-4D27-822D-8C25162426BE}" srcOrd="1" destOrd="0" presId="urn:microsoft.com/office/officeart/2005/8/layout/process3"/>
    <dgm:cxn modelId="{28FB6BA3-154F-417C-88A2-2CE9B85B1797}" srcId="{9418936E-06D0-4FB8-BD3E-47875BE69201}" destId="{18BD0156-2AFB-4AE6-A708-B4B6F30324BC}" srcOrd="0" destOrd="0" parTransId="{B6CA8477-38B9-4214-9C8D-46E829416204}" sibTransId="{CB3B0F7A-3BE3-45CE-8212-24B5EE7837BB}"/>
    <dgm:cxn modelId="{DE3FE1A8-047F-0145-B03F-6437ABEE65FF}" type="presOf" srcId="{E59B42DA-B328-4552-894A-5F428E02B97B}" destId="{09BDCDCE-EB19-4567-BC74-06E9B97578D9}" srcOrd="0" destOrd="1" presId="urn:microsoft.com/office/officeart/2005/8/layout/process3"/>
    <dgm:cxn modelId="{1BBC54AC-832B-4301-A7E4-A2D10629982B}" srcId="{74C6EE09-AA18-4DEA-A6EA-5486C7C2CDF2}" destId="{B2B874C3-FF76-435A-A31A-3CC47B1A4B26}" srcOrd="1" destOrd="0" parTransId="{DF894F9F-B6FC-4A61-A9F2-735B18B19782}" sibTransId="{179017CA-15E8-49D0-B305-2FC6FDEB0E70}"/>
    <dgm:cxn modelId="{36E6CABB-BE10-4524-997F-A6AF34F5FE36}" srcId="{B2B874C3-FF76-435A-A31A-3CC47B1A4B26}" destId="{646FDD12-5CA6-4F42-BC5E-DED4252F8BA9}" srcOrd="2" destOrd="0" parTransId="{6F6BA506-4C40-4785-8AFE-F77F9B32FB49}" sibTransId="{92F52759-FB4C-4742-A463-0980FA2F27FF}"/>
    <dgm:cxn modelId="{4721D0BC-AECC-564C-A873-4F42CB15CB72}" type="presOf" srcId="{D36F2BE2-415D-443C-A2C6-71D4B5D0682D}" destId="{B12CBF91-41F5-405F-9B7D-C542D75FDBC0}" srcOrd="0" destOrd="4" presId="urn:microsoft.com/office/officeart/2005/8/layout/process3"/>
    <dgm:cxn modelId="{2368EFC0-B4A0-E446-8BC9-0B2DADEFBF06}" type="presOf" srcId="{B1B1AF1A-1A37-4208-A738-6249CCF1A153}" destId="{B12CBF91-41F5-405F-9B7D-C542D75FDBC0}" srcOrd="0" destOrd="2" presId="urn:microsoft.com/office/officeart/2005/8/layout/process3"/>
    <dgm:cxn modelId="{567A49C4-A600-427C-A3F2-437F2F80F684}" srcId="{E32EBF52-D327-4CCE-9B84-4393BAA363B8}" destId="{E59B42DA-B328-4552-894A-5F428E02B97B}" srcOrd="1" destOrd="0" parTransId="{2A1CD292-B939-4B83-AA08-F8DD3E5DBB00}" sibTransId="{DA6A1C95-16D3-4ADC-ADFA-F3EDF099FDBD}"/>
    <dgm:cxn modelId="{6928D0D4-D0E9-6A42-8F3D-69B7D7BBD439}" type="presOf" srcId="{179017CA-15E8-49D0-B305-2FC6FDEB0E70}" destId="{68E85D09-52A7-48FF-BCB2-7DD1FEED1562}" srcOrd="1" destOrd="0" presId="urn:microsoft.com/office/officeart/2005/8/layout/process3"/>
    <dgm:cxn modelId="{FE423DD5-AA5E-034B-B0FF-2933500D8AF1}" type="presOf" srcId="{39D4C304-E108-4C73-AB36-8E3C92C63E9A}" destId="{09BDCDCE-EB19-4567-BC74-06E9B97578D9}" srcOrd="0" destOrd="2" presId="urn:microsoft.com/office/officeart/2005/8/layout/process3"/>
    <dgm:cxn modelId="{EF20D0E0-00AA-3F4B-ADA3-676B6F53CE18}" type="presOf" srcId="{EA6BBDC0-0AE8-4385-86C2-E346394935A6}" destId="{7D9E6193-2311-4190-BBE7-D7AF36FFBE50}" srcOrd="1" destOrd="0" presId="urn:microsoft.com/office/officeart/2005/8/layout/process3"/>
    <dgm:cxn modelId="{A40C26E1-4495-408F-8AE8-304FD6E003D5}" srcId="{B2B874C3-FF76-435A-A31A-3CC47B1A4B26}" destId="{FCE841FC-B2F2-4323-93AE-59AFC8E30308}" srcOrd="0" destOrd="0" parTransId="{9AA98735-4AF3-408B-9F3A-6BADD2EF1DFA}" sibTransId="{A79301A4-A46B-40B2-88EC-7F6EBECAA422}"/>
    <dgm:cxn modelId="{B8AE0FE4-4067-814B-90AE-BDF9005ED608}" type="presOf" srcId="{F0ADDB86-EEDC-47D0-BECC-EF4275FF671B}" destId="{3ADDF5AA-F14B-4186-AA10-EB18E1D06E00}" srcOrd="0" destOrd="0" presId="urn:microsoft.com/office/officeart/2005/8/layout/process3"/>
    <dgm:cxn modelId="{667513E5-0306-D94E-98F0-B4A4A3D767BB}" type="presOf" srcId="{E32EBF52-D327-4CCE-9B84-4393BAA363B8}" destId="{5BBB4E40-70F1-47C9-9E3D-B37B3B381E7A}" srcOrd="1" destOrd="0" presId="urn:microsoft.com/office/officeart/2005/8/layout/process3"/>
    <dgm:cxn modelId="{2A863BE5-1F57-2E4D-967D-C3A321C7366B}" type="presOf" srcId="{AB1E439F-7BE6-4EDE-BB84-B64A6B4E6F2F}" destId="{CE275804-0354-4216-AD8D-36971ECA1836}" srcOrd="0" destOrd="0" presId="urn:microsoft.com/office/officeart/2005/8/layout/process3"/>
    <dgm:cxn modelId="{7A5039E6-CCF2-4C9A-AE28-4FD5259BE2FA}" srcId="{74C6EE09-AA18-4DEA-A6EA-5486C7C2CDF2}" destId="{E32EBF52-D327-4CCE-9B84-4393BAA363B8}" srcOrd="3" destOrd="0" parTransId="{A8E37494-F5C9-4D58-93DA-E58F74797012}" sibTransId="{DC4DBF56-AD74-46A2-A5BC-62F412E3178F}"/>
    <dgm:cxn modelId="{FAACF7E7-E0C3-7C4F-8D79-AE44D5C7F8F2}" type="presOf" srcId="{A8F013DA-4283-41ED-87AF-1BEF65173E02}" destId="{CE275804-0354-4216-AD8D-36971ECA1836}" srcOrd="0" destOrd="2" presId="urn:microsoft.com/office/officeart/2005/8/layout/process3"/>
    <dgm:cxn modelId="{C11CEEE8-E4D1-4343-A1EA-C7D47316E614}" srcId="{E32EBF52-D327-4CCE-9B84-4393BAA363B8}" destId="{39D4C304-E108-4C73-AB36-8E3C92C63E9A}" srcOrd="2" destOrd="0" parTransId="{71123C30-8805-4794-A39A-5B94892B3AA3}" sibTransId="{21DE202C-FE43-47A4-9526-BCBB1FA52F9A}"/>
    <dgm:cxn modelId="{F377FCED-F13C-4CD3-A97D-C8A2C31CBED3}" srcId="{74C6EE09-AA18-4DEA-A6EA-5486C7C2CDF2}" destId="{EA6BBDC0-0AE8-4385-86C2-E346394935A6}" srcOrd="2" destOrd="0" parTransId="{838A06D7-4242-4A6E-B36A-40C0D91202FE}" sibTransId="{F6AEE279-A16C-42FC-A2A1-40F647504801}"/>
    <dgm:cxn modelId="{98E457EF-EA1B-45F2-AD62-2766273F5F10}" srcId="{39D4C304-E108-4C73-AB36-8E3C92C63E9A}" destId="{82BF2510-E7F1-42AF-A610-2BC727EEA09D}" srcOrd="0" destOrd="0" parTransId="{8356BAB2-5B4A-4B49-B00D-50D41807EBC2}" sibTransId="{285323B8-F6D4-42D3-A501-8B156BC1A7A6}"/>
    <dgm:cxn modelId="{6A6B09F8-8531-DA43-99F1-4BFF1C6B93ED}" type="presOf" srcId="{ED4DD876-2248-46D4-BCCC-0FA0464E2958}" destId="{CE275804-0354-4216-AD8D-36971ECA1836}" srcOrd="0" destOrd="1" presId="urn:microsoft.com/office/officeart/2005/8/layout/process3"/>
    <dgm:cxn modelId="{FE3A52FA-9630-4DC7-88FF-C1FEB058CA6F}" srcId="{EA6BBDC0-0AE8-4385-86C2-E346394935A6}" destId="{9418936E-06D0-4FB8-BD3E-47875BE69201}" srcOrd="0" destOrd="0" parTransId="{FF32D8EB-168D-4B02-9442-BE6E6D130B34}" sibTransId="{1B5A64FC-656C-4FC3-B4E7-2FCB9EFB06BF}"/>
    <dgm:cxn modelId="{26C6C4FB-C116-459F-9A5D-7498076FD366}" srcId="{B2B874C3-FF76-435A-A31A-3CC47B1A4B26}" destId="{BEBA21BB-B6E4-45C3-A2A1-CE56336EF8DC}" srcOrd="4" destOrd="0" parTransId="{28F1D531-AE5C-4F35-BF52-1C74D6E74E0D}" sibTransId="{E4AC6705-6267-4035-AD51-A2997622EE4B}"/>
    <dgm:cxn modelId="{0AD51106-B20E-E842-B41B-9786AC3C9104}" type="presParOf" srcId="{E1A8E690-2FF9-42D4-8C6B-074C98A0A051}" destId="{8BBD2DC7-C270-4F55-8379-78CC30B17A3F}" srcOrd="0" destOrd="0" presId="urn:microsoft.com/office/officeart/2005/8/layout/process3"/>
    <dgm:cxn modelId="{1F13DD7E-29B1-C443-B287-1A4344CF40B2}" type="presParOf" srcId="{8BBD2DC7-C270-4F55-8379-78CC30B17A3F}" destId="{3ADDF5AA-F14B-4186-AA10-EB18E1D06E00}" srcOrd="0" destOrd="0" presId="urn:microsoft.com/office/officeart/2005/8/layout/process3"/>
    <dgm:cxn modelId="{0B312174-F894-DF49-8E5B-DEB1898AB3D2}" type="presParOf" srcId="{8BBD2DC7-C270-4F55-8379-78CC30B17A3F}" destId="{2FF96802-CBA9-4353-A540-6FFDC13C8A53}" srcOrd="1" destOrd="0" presId="urn:microsoft.com/office/officeart/2005/8/layout/process3"/>
    <dgm:cxn modelId="{1FC9CB30-9D69-2742-8FD0-A4EA408EF608}" type="presParOf" srcId="{8BBD2DC7-C270-4F55-8379-78CC30B17A3F}" destId="{CE275804-0354-4216-AD8D-36971ECA1836}" srcOrd="2" destOrd="0" presId="urn:microsoft.com/office/officeart/2005/8/layout/process3"/>
    <dgm:cxn modelId="{8B0B8B4A-E926-0645-8366-6C4D1C384958}" type="presParOf" srcId="{E1A8E690-2FF9-42D4-8C6B-074C98A0A051}" destId="{2D53F442-E5B8-48C2-AAF5-BF967B68455E}" srcOrd="1" destOrd="0" presId="urn:microsoft.com/office/officeart/2005/8/layout/process3"/>
    <dgm:cxn modelId="{A75CCB9B-AC96-A84E-89BE-14EDEDBD57C2}" type="presParOf" srcId="{2D53F442-E5B8-48C2-AAF5-BF967B68455E}" destId="{36BC183B-8409-4E12-A606-AA86A7E07674}" srcOrd="0" destOrd="0" presId="urn:microsoft.com/office/officeart/2005/8/layout/process3"/>
    <dgm:cxn modelId="{1AF24692-0AD0-0A46-8705-890A6D8B0B60}" type="presParOf" srcId="{E1A8E690-2FF9-42D4-8C6B-074C98A0A051}" destId="{2D7EA618-D021-40D5-AADD-3DEE6491DA94}" srcOrd="2" destOrd="0" presId="urn:microsoft.com/office/officeart/2005/8/layout/process3"/>
    <dgm:cxn modelId="{21161043-AAA1-6E49-93EE-2D44D10E2D30}" type="presParOf" srcId="{2D7EA618-D021-40D5-AADD-3DEE6491DA94}" destId="{207E1884-FA93-4885-A164-3F535E2D1CC7}" srcOrd="0" destOrd="0" presId="urn:microsoft.com/office/officeart/2005/8/layout/process3"/>
    <dgm:cxn modelId="{554B24E3-E332-7147-BCE3-D81D41A71256}" type="presParOf" srcId="{2D7EA618-D021-40D5-AADD-3DEE6491DA94}" destId="{7B05F9EE-FEB3-4D27-822D-8C25162426BE}" srcOrd="1" destOrd="0" presId="urn:microsoft.com/office/officeart/2005/8/layout/process3"/>
    <dgm:cxn modelId="{C82F4F65-290C-354D-AB33-2B0CD88FD80E}" type="presParOf" srcId="{2D7EA618-D021-40D5-AADD-3DEE6491DA94}" destId="{52D19E00-F27B-4697-8AEE-60C5551F1D77}" srcOrd="2" destOrd="0" presId="urn:microsoft.com/office/officeart/2005/8/layout/process3"/>
    <dgm:cxn modelId="{2441C234-3C3E-C04C-95BF-20737D739441}" type="presParOf" srcId="{E1A8E690-2FF9-42D4-8C6B-074C98A0A051}" destId="{0F8A78BD-6E71-4301-A303-7456A226D204}" srcOrd="3" destOrd="0" presId="urn:microsoft.com/office/officeart/2005/8/layout/process3"/>
    <dgm:cxn modelId="{9E68948A-45DC-DD47-A2AB-0CA7272726C7}" type="presParOf" srcId="{0F8A78BD-6E71-4301-A303-7456A226D204}" destId="{68E85D09-52A7-48FF-BCB2-7DD1FEED1562}" srcOrd="0" destOrd="0" presId="urn:microsoft.com/office/officeart/2005/8/layout/process3"/>
    <dgm:cxn modelId="{EC705EBA-A8A2-DA4C-9983-FB32587E4FAA}" type="presParOf" srcId="{E1A8E690-2FF9-42D4-8C6B-074C98A0A051}" destId="{95380BF4-4551-48BE-929E-7B7CB7857656}" srcOrd="4" destOrd="0" presId="urn:microsoft.com/office/officeart/2005/8/layout/process3"/>
    <dgm:cxn modelId="{33BCD769-8177-2C43-A01D-0EEC637E7055}" type="presParOf" srcId="{95380BF4-4551-48BE-929E-7B7CB7857656}" destId="{523774E3-38E3-4DCA-BF1B-262B83710341}" srcOrd="0" destOrd="0" presId="urn:microsoft.com/office/officeart/2005/8/layout/process3"/>
    <dgm:cxn modelId="{CB42D37F-2377-6F46-A96A-6EB040365F64}" type="presParOf" srcId="{95380BF4-4551-48BE-929E-7B7CB7857656}" destId="{7D9E6193-2311-4190-BBE7-D7AF36FFBE50}" srcOrd="1" destOrd="0" presId="urn:microsoft.com/office/officeart/2005/8/layout/process3"/>
    <dgm:cxn modelId="{DEC92A53-A456-B745-9F94-0F5646EBAD1E}" type="presParOf" srcId="{95380BF4-4551-48BE-929E-7B7CB7857656}" destId="{B12CBF91-41F5-405F-9B7D-C542D75FDBC0}" srcOrd="2" destOrd="0" presId="urn:microsoft.com/office/officeart/2005/8/layout/process3"/>
    <dgm:cxn modelId="{DF6BD75B-7687-0F41-A35A-CE89B4124723}" type="presParOf" srcId="{E1A8E690-2FF9-42D4-8C6B-074C98A0A051}" destId="{1D3E7251-BC62-4ED2-9FE5-72676AED2825}" srcOrd="5" destOrd="0" presId="urn:microsoft.com/office/officeart/2005/8/layout/process3"/>
    <dgm:cxn modelId="{88784DC6-9405-BF4C-B5A4-9BC7DFBF14E7}" type="presParOf" srcId="{1D3E7251-BC62-4ED2-9FE5-72676AED2825}" destId="{52BF7823-436E-434C-A687-93ECDA87CABF}" srcOrd="0" destOrd="0" presId="urn:microsoft.com/office/officeart/2005/8/layout/process3"/>
    <dgm:cxn modelId="{3E983242-B1C9-F74E-9467-AC2E1014C25E}" type="presParOf" srcId="{E1A8E690-2FF9-42D4-8C6B-074C98A0A051}" destId="{CF062CA5-4C47-460B-A146-4C7A573BCD2E}" srcOrd="6" destOrd="0" presId="urn:microsoft.com/office/officeart/2005/8/layout/process3"/>
    <dgm:cxn modelId="{E70CE200-62D4-A64E-B9EF-BAD89E3B1F9C}" type="presParOf" srcId="{CF062CA5-4C47-460B-A146-4C7A573BCD2E}" destId="{4C14875B-0081-4DEF-94C9-EE5241F6B4CF}" srcOrd="0" destOrd="0" presId="urn:microsoft.com/office/officeart/2005/8/layout/process3"/>
    <dgm:cxn modelId="{CF12216D-A8E9-EC4A-B2B8-6463D398FFB1}" type="presParOf" srcId="{CF062CA5-4C47-460B-A146-4C7A573BCD2E}" destId="{5BBB4E40-70F1-47C9-9E3D-B37B3B381E7A}" srcOrd="1" destOrd="0" presId="urn:microsoft.com/office/officeart/2005/8/layout/process3"/>
    <dgm:cxn modelId="{45EFF966-A282-324D-933B-A10E024C75F3}" type="presParOf" srcId="{CF062CA5-4C47-460B-A146-4C7A573BCD2E}" destId="{09BDCDCE-EB19-4567-BC74-06E9B97578D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750DF2C-86A0-4C62-8FD4-BE6EFC325ECA}" type="doc">
      <dgm:prSet loTypeId="urn:microsoft.com/office/officeart/2005/8/layout/hierarchy5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9AA5DA5-BEAA-401F-A769-36860402B3ED}">
      <dgm:prSet phldrT="[Text]"/>
      <dgm:spPr/>
      <dgm:t>
        <a:bodyPr/>
        <a:lstStyle/>
        <a:p>
          <a:r>
            <a:rPr lang="es-MX" dirty="0"/>
            <a:t>Valor del bien pactado en el contrato</a:t>
          </a:r>
        </a:p>
      </dgm:t>
    </dgm:pt>
    <dgm:pt modelId="{7BB4BB6F-A40C-4E9C-A9C9-86468FF7DB92}" type="parTrans" cxnId="{89B3BE72-D622-447D-AA2F-929509859712}">
      <dgm:prSet/>
      <dgm:spPr/>
      <dgm:t>
        <a:bodyPr/>
        <a:lstStyle/>
        <a:p>
          <a:endParaRPr lang="es-MX"/>
        </a:p>
      </dgm:t>
    </dgm:pt>
    <dgm:pt modelId="{43FBB9B5-56A1-466B-8B02-44092C30B6C7}" type="sibTrans" cxnId="{89B3BE72-D622-447D-AA2F-929509859712}">
      <dgm:prSet/>
      <dgm:spPr/>
      <dgm:t>
        <a:bodyPr/>
        <a:lstStyle/>
        <a:p>
          <a:endParaRPr lang="es-MX"/>
        </a:p>
      </dgm:t>
    </dgm:pt>
    <dgm:pt modelId="{3F175F4A-BFC2-46BE-973A-3DE8C75E4E36}">
      <dgm:prSet phldrT="[Text]"/>
      <dgm:spPr/>
      <dgm:t>
        <a:bodyPr/>
        <a:lstStyle/>
        <a:p>
          <a:r>
            <a:rPr lang="es-MX" dirty="0"/>
            <a:t>Prórroga del Contrato</a:t>
          </a:r>
        </a:p>
      </dgm:t>
    </dgm:pt>
    <dgm:pt modelId="{009F5D17-9DCA-412E-A5EE-92630C59FC50}" type="parTrans" cxnId="{36E8F9BD-8EE0-45A3-92A2-DC39AB74DE36}">
      <dgm:prSet/>
      <dgm:spPr/>
      <dgm:t>
        <a:bodyPr/>
        <a:lstStyle/>
        <a:p>
          <a:endParaRPr lang="es-MX" dirty="0"/>
        </a:p>
      </dgm:t>
    </dgm:pt>
    <dgm:pt modelId="{4A5F3BB3-AB09-426D-8245-BA91B1A9EC08}" type="sibTrans" cxnId="{36E8F9BD-8EE0-45A3-92A2-DC39AB74DE36}">
      <dgm:prSet/>
      <dgm:spPr/>
      <dgm:t>
        <a:bodyPr/>
        <a:lstStyle/>
        <a:p>
          <a:endParaRPr lang="es-MX"/>
        </a:p>
      </dgm:t>
    </dgm:pt>
    <dgm:pt modelId="{3AF6B7C2-53A6-483C-AEC4-4CD04738432C}">
      <dgm:prSet phldrT="[Text]"/>
      <dgm:spPr/>
      <dgm:t>
        <a:bodyPr/>
        <a:lstStyle/>
        <a:p>
          <a:pPr algn="ctr"/>
          <a:r>
            <a:rPr lang="es-MX" dirty="0"/>
            <a:t>Complemento al MOI</a:t>
          </a:r>
        </a:p>
        <a:p>
          <a:pPr algn="ctr"/>
          <a:r>
            <a:rPr lang="es-MX" dirty="0"/>
            <a:t>(Deducción en años faltantes)</a:t>
          </a:r>
        </a:p>
      </dgm:t>
    </dgm:pt>
    <dgm:pt modelId="{A4173198-5A83-4B6F-A8B4-FFE57D939CA9}" type="parTrans" cxnId="{F0B628FB-E23F-49F0-9B14-63A3735B7568}">
      <dgm:prSet/>
      <dgm:spPr/>
      <dgm:t>
        <a:bodyPr/>
        <a:lstStyle/>
        <a:p>
          <a:endParaRPr lang="es-MX" dirty="0"/>
        </a:p>
      </dgm:t>
    </dgm:pt>
    <dgm:pt modelId="{ED802982-0FB3-4661-865D-FAE24DA34E55}" type="sibTrans" cxnId="{F0B628FB-E23F-49F0-9B14-63A3735B7568}">
      <dgm:prSet/>
      <dgm:spPr/>
      <dgm:t>
        <a:bodyPr/>
        <a:lstStyle/>
        <a:p>
          <a:endParaRPr lang="es-MX"/>
        </a:p>
      </dgm:t>
    </dgm:pt>
    <dgm:pt modelId="{F544E55B-6CE1-44C8-B552-8735C5253B07}">
      <dgm:prSet phldrT="[Text]"/>
      <dgm:spPr/>
      <dgm:t>
        <a:bodyPr/>
        <a:lstStyle/>
        <a:p>
          <a:r>
            <a:rPr lang="es-MX" dirty="0"/>
            <a:t>Participación en la Enajenación</a:t>
          </a:r>
        </a:p>
      </dgm:t>
    </dgm:pt>
    <dgm:pt modelId="{7FA0AA64-179E-4372-B263-CBBE4B2B8AE4}" type="parTrans" cxnId="{E5B2EDE7-0F11-4972-9D4C-D4DEE283E863}">
      <dgm:prSet/>
      <dgm:spPr/>
      <dgm:t>
        <a:bodyPr/>
        <a:lstStyle/>
        <a:p>
          <a:endParaRPr lang="es-MX" dirty="0"/>
        </a:p>
      </dgm:t>
    </dgm:pt>
    <dgm:pt modelId="{5A0C787D-769B-4A0D-948E-410278A0B71F}" type="sibTrans" cxnId="{E5B2EDE7-0F11-4972-9D4C-D4DEE283E863}">
      <dgm:prSet/>
      <dgm:spPr/>
      <dgm:t>
        <a:bodyPr/>
        <a:lstStyle/>
        <a:p>
          <a:endParaRPr lang="es-MX"/>
        </a:p>
      </dgm:t>
    </dgm:pt>
    <dgm:pt modelId="{7631DED9-B1EA-456F-8098-254205042370}">
      <dgm:prSet phldrT="[Text]"/>
      <dgm:spPr/>
      <dgm:t>
        <a:bodyPr/>
        <a:lstStyle/>
        <a:p>
          <a:r>
            <a:rPr lang="es-MX" dirty="0"/>
            <a:t>Pagos realizados</a:t>
          </a:r>
        </a:p>
        <a:p>
          <a:r>
            <a:rPr lang="es-MX" dirty="0"/>
            <a:t>- Monto Deducido</a:t>
          </a:r>
        </a:p>
        <a:p>
          <a:r>
            <a:rPr lang="es-MX"/>
            <a:t>- Ingreso</a:t>
          </a:r>
          <a:endParaRPr lang="es-MX" dirty="0"/>
        </a:p>
      </dgm:t>
    </dgm:pt>
    <dgm:pt modelId="{543FDC8F-DA97-483A-8BCF-39593A3B2E16}" type="parTrans" cxnId="{6737CF9A-B1E0-425D-9CCD-3537B3A3398C}">
      <dgm:prSet/>
      <dgm:spPr/>
      <dgm:t>
        <a:bodyPr/>
        <a:lstStyle/>
        <a:p>
          <a:endParaRPr lang="es-MX" dirty="0"/>
        </a:p>
      </dgm:t>
    </dgm:pt>
    <dgm:pt modelId="{F9581DDA-6371-4C34-8370-950233CE8776}" type="sibTrans" cxnId="{6737CF9A-B1E0-425D-9CCD-3537B3A3398C}">
      <dgm:prSet/>
      <dgm:spPr/>
      <dgm:t>
        <a:bodyPr/>
        <a:lstStyle/>
        <a:p>
          <a:endParaRPr lang="es-MX"/>
        </a:p>
      </dgm:t>
    </dgm:pt>
    <dgm:pt modelId="{F4077C04-F59F-42F2-A5B8-C38CE2697E21}">
      <dgm:prSet phldrT="[Text]"/>
      <dgm:spPr/>
      <dgm:t>
        <a:bodyPr/>
        <a:lstStyle/>
        <a:p>
          <a:r>
            <a:rPr lang="es-MX" dirty="0"/>
            <a:t>MOI</a:t>
          </a:r>
        </a:p>
      </dgm:t>
    </dgm:pt>
    <dgm:pt modelId="{741C18F7-CC16-4CA9-9B53-9731CD04FCDD}" type="parTrans" cxnId="{1F536C8D-86BC-460A-B226-9AB3F39E4FB8}">
      <dgm:prSet/>
      <dgm:spPr/>
      <dgm:t>
        <a:bodyPr/>
        <a:lstStyle/>
        <a:p>
          <a:endParaRPr lang="es-MX"/>
        </a:p>
      </dgm:t>
    </dgm:pt>
    <dgm:pt modelId="{2D5F2785-3BAA-4667-8437-EF9742CD0EDC}" type="sibTrans" cxnId="{1F536C8D-86BC-460A-B226-9AB3F39E4FB8}">
      <dgm:prSet/>
      <dgm:spPr/>
      <dgm:t>
        <a:bodyPr/>
        <a:lstStyle/>
        <a:p>
          <a:endParaRPr lang="es-MX"/>
        </a:p>
      </dgm:t>
    </dgm:pt>
    <dgm:pt modelId="{D2788640-46C4-447E-A7A3-3687915610A7}">
      <dgm:prSet phldrT="[Text]"/>
      <dgm:spPr/>
      <dgm:t>
        <a:bodyPr/>
        <a:lstStyle/>
        <a:p>
          <a:r>
            <a:rPr lang="es-MX" dirty="0"/>
            <a:t>Opción Terminal</a:t>
          </a:r>
        </a:p>
      </dgm:t>
    </dgm:pt>
    <dgm:pt modelId="{69390B72-15C0-41A8-8BC4-B6CBB617FC07}" type="parTrans" cxnId="{05C37405-44EF-4E9C-99EA-4FED5E6F595A}">
      <dgm:prSet/>
      <dgm:spPr/>
      <dgm:t>
        <a:bodyPr/>
        <a:lstStyle/>
        <a:p>
          <a:endParaRPr lang="es-MX"/>
        </a:p>
      </dgm:t>
    </dgm:pt>
    <dgm:pt modelId="{22074B8E-F337-418A-B32C-52C7899220CE}" type="sibTrans" cxnId="{05C37405-44EF-4E9C-99EA-4FED5E6F595A}">
      <dgm:prSet/>
      <dgm:spPr/>
      <dgm:t>
        <a:bodyPr/>
        <a:lstStyle/>
        <a:p>
          <a:endParaRPr lang="es-MX"/>
        </a:p>
      </dgm:t>
    </dgm:pt>
    <dgm:pt modelId="{B9A25EA3-5004-4959-B22F-FD2170AFB625}">
      <dgm:prSet phldrT="[Text]"/>
      <dgm:spPr/>
      <dgm:t>
        <a:bodyPr/>
        <a:lstStyle/>
        <a:p>
          <a:r>
            <a:rPr lang="es-MX" dirty="0"/>
            <a:t>Efectos</a:t>
          </a:r>
        </a:p>
      </dgm:t>
    </dgm:pt>
    <dgm:pt modelId="{4EDF2ECD-7B6B-4D0F-87D3-EED24218B1D5}" type="parTrans" cxnId="{614F68E1-9B71-4428-80E6-D040049B855A}">
      <dgm:prSet/>
      <dgm:spPr/>
      <dgm:t>
        <a:bodyPr/>
        <a:lstStyle/>
        <a:p>
          <a:endParaRPr lang="es-MX"/>
        </a:p>
      </dgm:t>
    </dgm:pt>
    <dgm:pt modelId="{D127A2A3-DF76-45F3-8EC2-12A94489EC77}" type="sibTrans" cxnId="{614F68E1-9B71-4428-80E6-D040049B855A}">
      <dgm:prSet/>
      <dgm:spPr/>
      <dgm:t>
        <a:bodyPr/>
        <a:lstStyle/>
        <a:p>
          <a:endParaRPr lang="es-MX"/>
        </a:p>
      </dgm:t>
    </dgm:pt>
    <dgm:pt modelId="{CB26B60E-A1AA-4428-BE94-2B0B8C8D9CF9}">
      <dgm:prSet/>
      <dgm:spPr/>
      <dgm:t>
        <a:bodyPr/>
        <a:lstStyle/>
        <a:p>
          <a:pPr algn="ctr"/>
          <a:r>
            <a:rPr lang="es-MX" dirty="0"/>
            <a:t>Complemento al MOI</a:t>
          </a:r>
        </a:p>
        <a:p>
          <a:pPr algn="ctr"/>
          <a:r>
            <a:rPr lang="es-MX" dirty="0"/>
            <a:t>(Deducción en años faltantes)</a:t>
          </a:r>
        </a:p>
      </dgm:t>
    </dgm:pt>
    <dgm:pt modelId="{D30BA3B8-A46E-448F-99FA-18C11954223E}" type="parTrans" cxnId="{964F50C2-E23D-42DB-A298-889B7A41E8DA}">
      <dgm:prSet/>
      <dgm:spPr/>
      <dgm:t>
        <a:bodyPr/>
        <a:lstStyle/>
        <a:p>
          <a:endParaRPr lang="es-MX" dirty="0"/>
        </a:p>
      </dgm:t>
    </dgm:pt>
    <dgm:pt modelId="{B8E39955-C8A3-46FF-8DEA-52F3774E71E6}" type="sibTrans" cxnId="{964F50C2-E23D-42DB-A298-889B7A41E8DA}">
      <dgm:prSet/>
      <dgm:spPr/>
      <dgm:t>
        <a:bodyPr/>
        <a:lstStyle/>
        <a:p>
          <a:endParaRPr lang="es-MX"/>
        </a:p>
      </dgm:t>
    </dgm:pt>
    <dgm:pt modelId="{653E6EA6-703A-490F-B240-79332AADE25C}">
      <dgm:prSet/>
      <dgm:spPr/>
      <dgm:t>
        <a:bodyPr/>
        <a:lstStyle/>
        <a:p>
          <a:r>
            <a:rPr lang="es-MX" dirty="0"/>
            <a:t>Compra</a:t>
          </a:r>
        </a:p>
      </dgm:t>
    </dgm:pt>
    <dgm:pt modelId="{6BE359EA-8AE6-40F3-A5E5-9354DEDA85B4}" type="parTrans" cxnId="{601E8EBE-26B2-49EA-B2BF-3067315AFBFF}">
      <dgm:prSet/>
      <dgm:spPr/>
      <dgm:t>
        <a:bodyPr/>
        <a:lstStyle/>
        <a:p>
          <a:endParaRPr lang="es-MX" dirty="0"/>
        </a:p>
      </dgm:t>
    </dgm:pt>
    <dgm:pt modelId="{E813C1AB-9E3B-4B98-A7DB-DDA498B77265}" type="sibTrans" cxnId="{601E8EBE-26B2-49EA-B2BF-3067315AFBFF}">
      <dgm:prSet/>
      <dgm:spPr/>
      <dgm:t>
        <a:bodyPr/>
        <a:lstStyle/>
        <a:p>
          <a:endParaRPr lang="es-MX"/>
        </a:p>
      </dgm:t>
    </dgm:pt>
    <dgm:pt modelId="{A2CBE14C-AE55-4E94-9F46-EC7851EBA163}" type="pres">
      <dgm:prSet presAssocID="{0750DF2C-86A0-4C62-8FD4-BE6EFC325ECA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A0C6F20-837D-48A7-B358-D631019D1E22}" type="pres">
      <dgm:prSet presAssocID="{0750DF2C-86A0-4C62-8FD4-BE6EFC325ECA}" presName="hierFlow" presStyleCnt="0"/>
      <dgm:spPr/>
    </dgm:pt>
    <dgm:pt modelId="{30FD80C3-10C2-4B61-8DC0-43B4FF90C17B}" type="pres">
      <dgm:prSet presAssocID="{0750DF2C-86A0-4C62-8FD4-BE6EFC325ECA}" presName="firstBuf" presStyleCnt="0"/>
      <dgm:spPr/>
    </dgm:pt>
    <dgm:pt modelId="{F4E9A978-51B8-4333-AF39-CE3304DADF55}" type="pres">
      <dgm:prSet presAssocID="{0750DF2C-86A0-4C62-8FD4-BE6EFC325ECA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6F117C97-EC7D-4CB0-9DC8-9CEE67B2B2C8}" type="pres">
      <dgm:prSet presAssocID="{79AA5DA5-BEAA-401F-A769-36860402B3ED}" presName="Name17" presStyleCnt="0"/>
      <dgm:spPr/>
    </dgm:pt>
    <dgm:pt modelId="{E46CBC00-5104-4BE4-9D20-0F3EAA41FD20}" type="pres">
      <dgm:prSet presAssocID="{79AA5DA5-BEAA-401F-A769-36860402B3ED}" presName="level1Shape" presStyleLbl="node0" presStyleIdx="0" presStyleCnt="1">
        <dgm:presLayoutVars>
          <dgm:chPref val="3"/>
        </dgm:presLayoutVars>
      </dgm:prSet>
      <dgm:spPr/>
    </dgm:pt>
    <dgm:pt modelId="{9C11DC53-61F2-435A-89E6-81A33B481D8B}" type="pres">
      <dgm:prSet presAssocID="{79AA5DA5-BEAA-401F-A769-36860402B3ED}" presName="hierChild2" presStyleCnt="0"/>
      <dgm:spPr/>
    </dgm:pt>
    <dgm:pt modelId="{5602DC75-D979-4ED7-84BA-114ABB5EB298}" type="pres">
      <dgm:prSet presAssocID="{6BE359EA-8AE6-40F3-A5E5-9354DEDA85B4}" presName="Name25" presStyleLbl="parChTrans1D2" presStyleIdx="0" presStyleCnt="3"/>
      <dgm:spPr/>
    </dgm:pt>
    <dgm:pt modelId="{13F7C016-8172-4FFC-995B-43BD6458C1A0}" type="pres">
      <dgm:prSet presAssocID="{6BE359EA-8AE6-40F3-A5E5-9354DEDA85B4}" presName="connTx" presStyleLbl="parChTrans1D2" presStyleIdx="0" presStyleCnt="3"/>
      <dgm:spPr/>
    </dgm:pt>
    <dgm:pt modelId="{1A86F049-9810-48C0-B4A7-2B6BC02B0EB4}" type="pres">
      <dgm:prSet presAssocID="{653E6EA6-703A-490F-B240-79332AADE25C}" presName="Name30" presStyleCnt="0"/>
      <dgm:spPr/>
    </dgm:pt>
    <dgm:pt modelId="{281B0C78-735C-4333-8638-A4D7E50886DA}" type="pres">
      <dgm:prSet presAssocID="{653E6EA6-703A-490F-B240-79332AADE25C}" presName="level2Shape" presStyleLbl="node2" presStyleIdx="0" presStyleCnt="3"/>
      <dgm:spPr/>
    </dgm:pt>
    <dgm:pt modelId="{62F7D559-7FF7-46B3-B82C-A6018426BDAE}" type="pres">
      <dgm:prSet presAssocID="{653E6EA6-703A-490F-B240-79332AADE25C}" presName="hierChild3" presStyleCnt="0"/>
      <dgm:spPr/>
    </dgm:pt>
    <dgm:pt modelId="{F905FA90-D3C9-4901-9D18-0B1A8B860B63}" type="pres">
      <dgm:prSet presAssocID="{D30BA3B8-A46E-448F-99FA-18C11954223E}" presName="Name25" presStyleLbl="parChTrans1D3" presStyleIdx="0" presStyleCnt="3"/>
      <dgm:spPr/>
    </dgm:pt>
    <dgm:pt modelId="{2619924F-6BCC-4707-8E3E-C3225901FA27}" type="pres">
      <dgm:prSet presAssocID="{D30BA3B8-A46E-448F-99FA-18C11954223E}" presName="connTx" presStyleLbl="parChTrans1D3" presStyleIdx="0" presStyleCnt="3"/>
      <dgm:spPr/>
    </dgm:pt>
    <dgm:pt modelId="{EA27DED8-23F7-48C6-B2CC-17501280BABC}" type="pres">
      <dgm:prSet presAssocID="{CB26B60E-A1AA-4428-BE94-2B0B8C8D9CF9}" presName="Name30" presStyleCnt="0"/>
      <dgm:spPr/>
    </dgm:pt>
    <dgm:pt modelId="{CDECE6C8-38C1-453E-A205-86BC32FA07B6}" type="pres">
      <dgm:prSet presAssocID="{CB26B60E-A1AA-4428-BE94-2B0B8C8D9CF9}" presName="level2Shape" presStyleLbl="node3" presStyleIdx="0" presStyleCnt="3"/>
      <dgm:spPr/>
    </dgm:pt>
    <dgm:pt modelId="{A2DD5774-1682-494E-AEB8-FDB85396C5A3}" type="pres">
      <dgm:prSet presAssocID="{CB26B60E-A1AA-4428-BE94-2B0B8C8D9CF9}" presName="hierChild3" presStyleCnt="0"/>
      <dgm:spPr/>
    </dgm:pt>
    <dgm:pt modelId="{FC3C7BE6-0E2A-4F9C-979D-8127708E1831}" type="pres">
      <dgm:prSet presAssocID="{009F5D17-9DCA-412E-A5EE-92630C59FC50}" presName="Name25" presStyleLbl="parChTrans1D2" presStyleIdx="1" presStyleCnt="3"/>
      <dgm:spPr/>
    </dgm:pt>
    <dgm:pt modelId="{7EB4B210-2A6B-40B4-8436-06C6FE9D0394}" type="pres">
      <dgm:prSet presAssocID="{009F5D17-9DCA-412E-A5EE-92630C59FC50}" presName="connTx" presStyleLbl="parChTrans1D2" presStyleIdx="1" presStyleCnt="3"/>
      <dgm:spPr/>
    </dgm:pt>
    <dgm:pt modelId="{464CD977-4E08-44CF-9D27-CFB2D3B56EF1}" type="pres">
      <dgm:prSet presAssocID="{3F175F4A-BFC2-46BE-973A-3DE8C75E4E36}" presName="Name30" presStyleCnt="0"/>
      <dgm:spPr/>
    </dgm:pt>
    <dgm:pt modelId="{5B75CFC2-640C-4524-A882-5315732D7688}" type="pres">
      <dgm:prSet presAssocID="{3F175F4A-BFC2-46BE-973A-3DE8C75E4E36}" presName="level2Shape" presStyleLbl="node2" presStyleIdx="1" presStyleCnt="3"/>
      <dgm:spPr/>
    </dgm:pt>
    <dgm:pt modelId="{6C2930EB-CA7D-4940-B04D-73D3BC04689B}" type="pres">
      <dgm:prSet presAssocID="{3F175F4A-BFC2-46BE-973A-3DE8C75E4E36}" presName="hierChild3" presStyleCnt="0"/>
      <dgm:spPr/>
    </dgm:pt>
    <dgm:pt modelId="{694FA4A1-E018-4ABB-AD34-9DE635C9522A}" type="pres">
      <dgm:prSet presAssocID="{A4173198-5A83-4B6F-A8B4-FFE57D939CA9}" presName="Name25" presStyleLbl="parChTrans1D3" presStyleIdx="1" presStyleCnt="3"/>
      <dgm:spPr/>
    </dgm:pt>
    <dgm:pt modelId="{B76E2074-2DB1-4B11-9EB6-3922EE07BAA0}" type="pres">
      <dgm:prSet presAssocID="{A4173198-5A83-4B6F-A8B4-FFE57D939CA9}" presName="connTx" presStyleLbl="parChTrans1D3" presStyleIdx="1" presStyleCnt="3"/>
      <dgm:spPr/>
    </dgm:pt>
    <dgm:pt modelId="{52C8917C-4322-4A70-B21A-7DF145D37565}" type="pres">
      <dgm:prSet presAssocID="{3AF6B7C2-53A6-483C-AEC4-4CD04738432C}" presName="Name30" presStyleCnt="0"/>
      <dgm:spPr/>
    </dgm:pt>
    <dgm:pt modelId="{9CBBC86B-C826-4D49-9ED2-97DB573CFE2A}" type="pres">
      <dgm:prSet presAssocID="{3AF6B7C2-53A6-483C-AEC4-4CD04738432C}" presName="level2Shape" presStyleLbl="node3" presStyleIdx="1" presStyleCnt="3"/>
      <dgm:spPr/>
    </dgm:pt>
    <dgm:pt modelId="{50B6F6AA-8E1B-47C5-B98F-DA656623F05C}" type="pres">
      <dgm:prSet presAssocID="{3AF6B7C2-53A6-483C-AEC4-4CD04738432C}" presName="hierChild3" presStyleCnt="0"/>
      <dgm:spPr/>
    </dgm:pt>
    <dgm:pt modelId="{DD95DA99-568D-408F-A063-E485FE3C7DFB}" type="pres">
      <dgm:prSet presAssocID="{7FA0AA64-179E-4372-B263-CBBE4B2B8AE4}" presName="Name25" presStyleLbl="parChTrans1D2" presStyleIdx="2" presStyleCnt="3"/>
      <dgm:spPr/>
    </dgm:pt>
    <dgm:pt modelId="{8C4B5571-F477-468B-A751-1FAAD4409EA3}" type="pres">
      <dgm:prSet presAssocID="{7FA0AA64-179E-4372-B263-CBBE4B2B8AE4}" presName="connTx" presStyleLbl="parChTrans1D2" presStyleIdx="2" presStyleCnt="3"/>
      <dgm:spPr/>
    </dgm:pt>
    <dgm:pt modelId="{E64481E9-215B-4B97-972E-3FBBAE070956}" type="pres">
      <dgm:prSet presAssocID="{F544E55B-6CE1-44C8-B552-8735C5253B07}" presName="Name30" presStyleCnt="0"/>
      <dgm:spPr/>
    </dgm:pt>
    <dgm:pt modelId="{F22FBF59-07E6-49A2-A531-2BCC12548ECA}" type="pres">
      <dgm:prSet presAssocID="{F544E55B-6CE1-44C8-B552-8735C5253B07}" presName="level2Shape" presStyleLbl="node2" presStyleIdx="2" presStyleCnt="3"/>
      <dgm:spPr/>
    </dgm:pt>
    <dgm:pt modelId="{D2F19C05-D0C4-451C-BF9C-E603A486154A}" type="pres">
      <dgm:prSet presAssocID="{F544E55B-6CE1-44C8-B552-8735C5253B07}" presName="hierChild3" presStyleCnt="0"/>
      <dgm:spPr/>
    </dgm:pt>
    <dgm:pt modelId="{BDC1CA73-C37F-45C4-B18E-D4AC9BCD13CE}" type="pres">
      <dgm:prSet presAssocID="{543FDC8F-DA97-483A-8BCF-39593A3B2E16}" presName="Name25" presStyleLbl="parChTrans1D3" presStyleIdx="2" presStyleCnt="3"/>
      <dgm:spPr/>
    </dgm:pt>
    <dgm:pt modelId="{DB5BAC32-1469-42D9-AAEF-FEC96C34DDD2}" type="pres">
      <dgm:prSet presAssocID="{543FDC8F-DA97-483A-8BCF-39593A3B2E16}" presName="connTx" presStyleLbl="parChTrans1D3" presStyleIdx="2" presStyleCnt="3"/>
      <dgm:spPr/>
    </dgm:pt>
    <dgm:pt modelId="{6C85A242-5BCC-4BBF-B23B-F102B28CEB97}" type="pres">
      <dgm:prSet presAssocID="{7631DED9-B1EA-456F-8098-254205042370}" presName="Name30" presStyleCnt="0"/>
      <dgm:spPr/>
    </dgm:pt>
    <dgm:pt modelId="{CF0E821C-6106-443F-8A2B-5543CD1AB067}" type="pres">
      <dgm:prSet presAssocID="{7631DED9-B1EA-456F-8098-254205042370}" presName="level2Shape" presStyleLbl="node3" presStyleIdx="2" presStyleCnt="3"/>
      <dgm:spPr/>
    </dgm:pt>
    <dgm:pt modelId="{B1625890-4CF6-4B17-8588-EDD9CFD0E77D}" type="pres">
      <dgm:prSet presAssocID="{7631DED9-B1EA-456F-8098-254205042370}" presName="hierChild3" presStyleCnt="0"/>
      <dgm:spPr/>
    </dgm:pt>
    <dgm:pt modelId="{3A8A16AE-59E4-4897-A192-A4CD3336C8A4}" type="pres">
      <dgm:prSet presAssocID="{0750DF2C-86A0-4C62-8FD4-BE6EFC325ECA}" presName="bgShapesFlow" presStyleCnt="0"/>
      <dgm:spPr/>
    </dgm:pt>
    <dgm:pt modelId="{07841D14-AE76-4571-8AAD-6CF26892469A}" type="pres">
      <dgm:prSet presAssocID="{F4077C04-F59F-42F2-A5B8-C38CE2697E21}" presName="rectComp" presStyleCnt="0"/>
      <dgm:spPr/>
    </dgm:pt>
    <dgm:pt modelId="{4B19DDF3-93ED-4632-B86D-A04CDF6A3DBD}" type="pres">
      <dgm:prSet presAssocID="{F4077C04-F59F-42F2-A5B8-C38CE2697E21}" presName="bgRect" presStyleLbl="bgShp" presStyleIdx="0" presStyleCnt="3"/>
      <dgm:spPr/>
    </dgm:pt>
    <dgm:pt modelId="{C41C2E98-7A7E-4589-9A59-A59DAFFE073A}" type="pres">
      <dgm:prSet presAssocID="{F4077C04-F59F-42F2-A5B8-C38CE2697E21}" presName="bgRectTx" presStyleLbl="bgShp" presStyleIdx="0" presStyleCnt="3">
        <dgm:presLayoutVars>
          <dgm:bulletEnabled val="1"/>
        </dgm:presLayoutVars>
      </dgm:prSet>
      <dgm:spPr/>
    </dgm:pt>
    <dgm:pt modelId="{77206660-A2AA-4E0B-88B7-5A5610E5AB3F}" type="pres">
      <dgm:prSet presAssocID="{F4077C04-F59F-42F2-A5B8-C38CE2697E21}" presName="spComp" presStyleCnt="0"/>
      <dgm:spPr/>
    </dgm:pt>
    <dgm:pt modelId="{30DF18CF-45D3-41D3-A265-E02AA4A7808B}" type="pres">
      <dgm:prSet presAssocID="{F4077C04-F59F-42F2-A5B8-C38CE2697E21}" presName="hSp" presStyleCnt="0"/>
      <dgm:spPr/>
    </dgm:pt>
    <dgm:pt modelId="{BFE7807E-E351-4D8B-8F65-93D3938177F1}" type="pres">
      <dgm:prSet presAssocID="{D2788640-46C4-447E-A7A3-3687915610A7}" presName="rectComp" presStyleCnt="0"/>
      <dgm:spPr/>
    </dgm:pt>
    <dgm:pt modelId="{AEBBFB3E-7CA8-495F-81DB-E333A2EE444A}" type="pres">
      <dgm:prSet presAssocID="{D2788640-46C4-447E-A7A3-3687915610A7}" presName="bgRect" presStyleLbl="bgShp" presStyleIdx="1" presStyleCnt="3"/>
      <dgm:spPr/>
    </dgm:pt>
    <dgm:pt modelId="{203138D5-85C0-4E31-9BC0-1B877A5AA80C}" type="pres">
      <dgm:prSet presAssocID="{D2788640-46C4-447E-A7A3-3687915610A7}" presName="bgRectTx" presStyleLbl="bgShp" presStyleIdx="1" presStyleCnt="3">
        <dgm:presLayoutVars>
          <dgm:bulletEnabled val="1"/>
        </dgm:presLayoutVars>
      </dgm:prSet>
      <dgm:spPr/>
    </dgm:pt>
    <dgm:pt modelId="{EAEF750C-B67A-4A14-8A29-E79909DD11FB}" type="pres">
      <dgm:prSet presAssocID="{D2788640-46C4-447E-A7A3-3687915610A7}" presName="spComp" presStyleCnt="0"/>
      <dgm:spPr/>
    </dgm:pt>
    <dgm:pt modelId="{6FB7DFE0-2ACA-46BA-9447-327F9472A804}" type="pres">
      <dgm:prSet presAssocID="{D2788640-46C4-447E-A7A3-3687915610A7}" presName="hSp" presStyleCnt="0"/>
      <dgm:spPr/>
    </dgm:pt>
    <dgm:pt modelId="{5F833416-7B3E-4223-9FC1-C47AFF9A6766}" type="pres">
      <dgm:prSet presAssocID="{B9A25EA3-5004-4959-B22F-FD2170AFB625}" presName="rectComp" presStyleCnt="0"/>
      <dgm:spPr/>
    </dgm:pt>
    <dgm:pt modelId="{2056161F-E75A-44F4-9800-C36A21552173}" type="pres">
      <dgm:prSet presAssocID="{B9A25EA3-5004-4959-B22F-FD2170AFB625}" presName="bgRect" presStyleLbl="bgShp" presStyleIdx="2" presStyleCnt="3"/>
      <dgm:spPr/>
    </dgm:pt>
    <dgm:pt modelId="{D1035128-7C12-42D0-9EBC-1351DBC673A9}" type="pres">
      <dgm:prSet presAssocID="{B9A25EA3-5004-4959-B22F-FD2170AFB625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96EBBA01-257E-F649-9CB5-147F10115B2B}" type="presOf" srcId="{6BE359EA-8AE6-40F3-A5E5-9354DEDA85B4}" destId="{5602DC75-D979-4ED7-84BA-114ABB5EB298}" srcOrd="0" destOrd="0" presId="urn:microsoft.com/office/officeart/2005/8/layout/hierarchy5"/>
    <dgm:cxn modelId="{B7A01902-8708-D848-A6BF-A004C90F6E71}" type="presOf" srcId="{F544E55B-6CE1-44C8-B552-8735C5253B07}" destId="{F22FBF59-07E6-49A2-A531-2BCC12548ECA}" srcOrd="0" destOrd="0" presId="urn:microsoft.com/office/officeart/2005/8/layout/hierarchy5"/>
    <dgm:cxn modelId="{05C37405-44EF-4E9C-99EA-4FED5E6F595A}" srcId="{0750DF2C-86A0-4C62-8FD4-BE6EFC325ECA}" destId="{D2788640-46C4-447E-A7A3-3687915610A7}" srcOrd="2" destOrd="0" parTransId="{69390B72-15C0-41A8-8BC4-B6CBB617FC07}" sibTransId="{22074B8E-F337-418A-B32C-52C7899220CE}"/>
    <dgm:cxn modelId="{A3111715-CD37-C942-9B69-C6B0C8ACC64D}" type="presOf" srcId="{7631DED9-B1EA-456F-8098-254205042370}" destId="{CF0E821C-6106-443F-8A2B-5543CD1AB067}" srcOrd="0" destOrd="0" presId="urn:microsoft.com/office/officeart/2005/8/layout/hierarchy5"/>
    <dgm:cxn modelId="{26C7A319-DBCF-1C4A-B46F-8AC35730DE67}" type="presOf" srcId="{653E6EA6-703A-490F-B240-79332AADE25C}" destId="{281B0C78-735C-4333-8638-A4D7E50886DA}" srcOrd="0" destOrd="0" presId="urn:microsoft.com/office/officeart/2005/8/layout/hierarchy5"/>
    <dgm:cxn modelId="{C342491F-D255-A745-ABFE-CE6D19386404}" type="presOf" srcId="{D2788640-46C4-447E-A7A3-3687915610A7}" destId="{AEBBFB3E-7CA8-495F-81DB-E333A2EE444A}" srcOrd="0" destOrd="0" presId="urn:microsoft.com/office/officeart/2005/8/layout/hierarchy5"/>
    <dgm:cxn modelId="{76792721-2740-4748-96C0-2F808D412A06}" type="presOf" srcId="{A4173198-5A83-4B6F-A8B4-FFE57D939CA9}" destId="{B76E2074-2DB1-4B11-9EB6-3922EE07BAA0}" srcOrd="1" destOrd="0" presId="urn:microsoft.com/office/officeart/2005/8/layout/hierarchy5"/>
    <dgm:cxn modelId="{09DD092D-BACC-8646-AA44-BD22E12F8A6B}" type="presOf" srcId="{3AF6B7C2-53A6-483C-AEC4-4CD04738432C}" destId="{9CBBC86B-C826-4D49-9ED2-97DB573CFE2A}" srcOrd="0" destOrd="0" presId="urn:microsoft.com/office/officeart/2005/8/layout/hierarchy5"/>
    <dgm:cxn modelId="{EE565C2E-23EC-884B-A64A-401130316804}" type="presOf" srcId="{7FA0AA64-179E-4372-B263-CBBE4B2B8AE4}" destId="{8C4B5571-F477-468B-A751-1FAAD4409EA3}" srcOrd="1" destOrd="0" presId="urn:microsoft.com/office/officeart/2005/8/layout/hierarchy5"/>
    <dgm:cxn modelId="{916EB936-3C3C-234B-943B-6D7F04A0E444}" type="presOf" srcId="{B9A25EA3-5004-4959-B22F-FD2170AFB625}" destId="{2056161F-E75A-44F4-9800-C36A21552173}" srcOrd="0" destOrd="0" presId="urn:microsoft.com/office/officeart/2005/8/layout/hierarchy5"/>
    <dgm:cxn modelId="{80C1783A-C148-9041-B753-6A57512E380B}" type="presOf" srcId="{CB26B60E-A1AA-4428-BE94-2B0B8C8D9CF9}" destId="{CDECE6C8-38C1-453E-A205-86BC32FA07B6}" srcOrd="0" destOrd="0" presId="urn:microsoft.com/office/officeart/2005/8/layout/hierarchy5"/>
    <dgm:cxn modelId="{1D6AA23A-2F36-5348-9607-5193E4E3958E}" type="presOf" srcId="{009F5D17-9DCA-412E-A5EE-92630C59FC50}" destId="{7EB4B210-2A6B-40B4-8436-06C6FE9D0394}" srcOrd="1" destOrd="0" presId="urn:microsoft.com/office/officeart/2005/8/layout/hierarchy5"/>
    <dgm:cxn modelId="{9FF1463C-D713-4444-8A74-1CF65A1C6A02}" type="presOf" srcId="{B9A25EA3-5004-4959-B22F-FD2170AFB625}" destId="{D1035128-7C12-42D0-9EBC-1351DBC673A9}" srcOrd="1" destOrd="0" presId="urn:microsoft.com/office/officeart/2005/8/layout/hierarchy5"/>
    <dgm:cxn modelId="{2E55AE48-4132-4641-8D8A-92CFC081B791}" type="presOf" srcId="{F4077C04-F59F-42F2-A5B8-C38CE2697E21}" destId="{4B19DDF3-93ED-4632-B86D-A04CDF6A3DBD}" srcOrd="0" destOrd="0" presId="urn:microsoft.com/office/officeart/2005/8/layout/hierarchy5"/>
    <dgm:cxn modelId="{89B3BE72-D622-447D-AA2F-929509859712}" srcId="{0750DF2C-86A0-4C62-8FD4-BE6EFC325ECA}" destId="{79AA5DA5-BEAA-401F-A769-36860402B3ED}" srcOrd="0" destOrd="0" parTransId="{7BB4BB6F-A40C-4E9C-A9C9-86468FF7DB92}" sibTransId="{43FBB9B5-56A1-466B-8B02-44092C30B6C7}"/>
    <dgm:cxn modelId="{996A207A-170E-0C4B-8223-07DB5FE9645D}" type="presOf" srcId="{79AA5DA5-BEAA-401F-A769-36860402B3ED}" destId="{E46CBC00-5104-4BE4-9D20-0F3EAA41FD20}" srcOrd="0" destOrd="0" presId="urn:microsoft.com/office/officeart/2005/8/layout/hierarchy5"/>
    <dgm:cxn modelId="{7562177C-6976-4049-930F-BA4BF1C8C166}" type="presOf" srcId="{7FA0AA64-179E-4372-B263-CBBE4B2B8AE4}" destId="{DD95DA99-568D-408F-A063-E485FE3C7DFB}" srcOrd="0" destOrd="0" presId="urn:microsoft.com/office/officeart/2005/8/layout/hierarchy5"/>
    <dgm:cxn modelId="{1F536C8D-86BC-460A-B226-9AB3F39E4FB8}" srcId="{0750DF2C-86A0-4C62-8FD4-BE6EFC325ECA}" destId="{F4077C04-F59F-42F2-A5B8-C38CE2697E21}" srcOrd="1" destOrd="0" parTransId="{741C18F7-CC16-4CA9-9B53-9731CD04FCDD}" sibTransId="{2D5F2785-3BAA-4667-8437-EF9742CD0EDC}"/>
    <dgm:cxn modelId="{6737CF9A-B1E0-425D-9CCD-3537B3A3398C}" srcId="{F544E55B-6CE1-44C8-B552-8735C5253B07}" destId="{7631DED9-B1EA-456F-8098-254205042370}" srcOrd="0" destOrd="0" parTransId="{543FDC8F-DA97-483A-8BCF-39593A3B2E16}" sibTransId="{F9581DDA-6371-4C34-8370-950233CE8776}"/>
    <dgm:cxn modelId="{3D31E29A-44DD-D945-B03E-A232A3DD4DCA}" type="presOf" srcId="{D2788640-46C4-447E-A7A3-3687915610A7}" destId="{203138D5-85C0-4E31-9BC0-1B877A5AA80C}" srcOrd="1" destOrd="0" presId="urn:microsoft.com/office/officeart/2005/8/layout/hierarchy5"/>
    <dgm:cxn modelId="{436A749E-7F37-DB43-8DFA-1631B7512A9F}" type="presOf" srcId="{D30BA3B8-A46E-448F-99FA-18C11954223E}" destId="{2619924F-6BCC-4707-8E3E-C3225901FA27}" srcOrd="1" destOrd="0" presId="urn:microsoft.com/office/officeart/2005/8/layout/hierarchy5"/>
    <dgm:cxn modelId="{6BC100B1-E568-084D-8485-8021C8A68F13}" type="presOf" srcId="{0750DF2C-86A0-4C62-8FD4-BE6EFC325ECA}" destId="{A2CBE14C-AE55-4E94-9F46-EC7851EBA163}" srcOrd="0" destOrd="0" presId="urn:microsoft.com/office/officeart/2005/8/layout/hierarchy5"/>
    <dgm:cxn modelId="{F2F9B0B1-88FF-8A4B-9A28-1D0CEF372982}" type="presOf" srcId="{F4077C04-F59F-42F2-A5B8-C38CE2697E21}" destId="{C41C2E98-7A7E-4589-9A59-A59DAFFE073A}" srcOrd="1" destOrd="0" presId="urn:microsoft.com/office/officeart/2005/8/layout/hierarchy5"/>
    <dgm:cxn modelId="{FE73C9B4-7E20-6749-8AB9-C77C001A4B29}" type="presOf" srcId="{6BE359EA-8AE6-40F3-A5E5-9354DEDA85B4}" destId="{13F7C016-8172-4FFC-995B-43BD6458C1A0}" srcOrd="1" destOrd="0" presId="urn:microsoft.com/office/officeart/2005/8/layout/hierarchy5"/>
    <dgm:cxn modelId="{9FF60DBB-CFFF-D14F-BE07-CC2AE0AF38AD}" type="presOf" srcId="{A4173198-5A83-4B6F-A8B4-FFE57D939CA9}" destId="{694FA4A1-E018-4ABB-AD34-9DE635C9522A}" srcOrd="0" destOrd="0" presId="urn:microsoft.com/office/officeart/2005/8/layout/hierarchy5"/>
    <dgm:cxn modelId="{36E8F9BD-8EE0-45A3-92A2-DC39AB74DE36}" srcId="{79AA5DA5-BEAA-401F-A769-36860402B3ED}" destId="{3F175F4A-BFC2-46BE-973A-3DE8C75E4E36}" srcOrd="1" destOrd="0" parTransId="{009F5D17-9DCA-412E-A5EE-92630C59FC50}" sibTransId="{4A5F3BB3-AB09-426D-8245-BA91B1A9EC08}"/>
    <dgm:cxn modelId="{601E8EBE-26B2-49EA-B2BF-3067315AFBFF}" srcId="{79AA5DA5-BEAA-401F-A769-36860402B3ED}" destId="{653E6EA6-703A-490F-B240-79332AADE25C}" srcOrd="0" destOrd="0" parTransId="{6BE359EA-8AE6-40F3-A5E5-9354DEDA85B4}" sibTransId="{E813C1AB-9E3B-4B98-A7DB-DDA498B77265}"/>
    <dgm:cxn modelId="{964F50C2-E23D-42DB-A298-889B7A41E8DA}" srcId="{653E6EA6-703A-490F-B240-79332AADE25C}" destId="{CB26B60E-A1AA-4428-BE94-2B0B8C8D9CF9}" srcOrd="0" destOrd="0" parTransId="{D30BA3B8-A46E-448F-99FA-18C11954223E}" sibTransId="{B8E39955-C8A3-46FF-8DEA-52F3774E71E6}"/>
    <dgm:cxn modelId="{4FB02BC6-589A-0F48-A05D-DD8B11C06E44}" type="presOf" srcId="{543FDC8F-DA97-483A-8BCF-39593A3B2E16}" destId="{DB5BAC32-1469-42D9-AAEF-FEC96C34DDD2}" srcOrd="1" destOrd="0" presId="urn:microsoft.com/office/officeart/2005/8/layout/hierarchy5"/>
    <dgm:cxn modelId="{A92617C9-F8EE-B44E-831C-F9E53E75BA10}" type="presOf" srcId="{D30BA3B8-A46E-448F-99FA-18C11954223E}" destId="{F905FA90-D3C9-4901-9D18-0B1A8B860B63}" srcOrd="0" destOrd="0" presId="urn:microsoft.com/office/officeart/2005/8/layout/hierarchy5"/>
    <dgm:cxn modelId="{614F68E1-9B71-4428-80E6-D040049B855A}" srcId="{0750DF2C-86A0-4C62-8FD4-BE6EFC325ECA}" destId="{B9A25EA3-5004-4959-B22F-FD2170AFB625}" srcOrd="3" destOrd="0" parTransId="{4EDF2ECD-7B6B-4D0F-87D3-EED24218B1D5}" sibTransId="{D127A2A3-DF76-45F3-8EC2-12A94489EC77}"/>
    <dgm:cxn modelId="{833952E2-F4C3-E449-98DF-D9069F470C30}" type="presOf" srcId="{009F5D17-9DCA-412E-A5EE-92630C59FC50}" destId="{FC3C7BE6-0E2A-4F9C-979D-8127708E1831}" srcOrd="0" destOrd="0" presId="urn:microsoft.com/office/officeart/2005/8/layout/hierarchy5"/>
    <dgm:cxn modelId="{CF2B4BE7-DA10-1743-B127-B4DE8D5F3800}" type="presOf" srcId="{543FDC8F-DA97-483A-8BCF-39593A3B2E16}" destId="{BDC1CA73-C37F-45C4-B18E-D4AC9BCD13CE}" srcOrd="0" destOrd="0" presId="urn:microsoft.com/office/officeart/2005/8/layout/hierarchy5"/>
    <dgm:cxn modelId="{E5B2EDE7-0F11-4972-9D4C-D4DEE283E863}" srcId="{79AA5DA5-BEAA-401F-A769-36860402B3ED}" destId="{F544E55B-6CE1-44C8-B552-8735C5253B07}" srcOrd="2" destOrd="0" parTransId="{7FA0AA64-179E-4372-B263-CBBE4B2B8AE4}" sibTransId="{5A0C787D-769B-4A0D-948E-410278A0B71F}"/>
    <dgm:cxn modelId="{C46D8BF9-EDA9-944A-9315-F5CC1181578B}" type="presOf" srcId="{3F175F4A-BFC2-46BE-973A-3DE8C75E4E36}" destId="{5B75CFC2-640C-4524-A882-5315732D7688}" srcOrd="0" destOrd="0" presId="urn:microsoft.com/office/officeart/2005/8/layout/hierarchy5"/>
    <dgm:cxn modelId="{F0B628FB-E23F-49F0-9B14-63A3735B7568}" srcId="{3F175F4A-BFC2-46BE-973A-3DE8C75E4E36}" destId="{3AF6B7C2-53A6-483C-AEC4-4CD04738432C}" srcOrd="0" destOrd="0" parTransId="{A4173198-5A83-4B6F-A8B4-FFE57D939CA9}" sibTransId="{ED802982-0FB3-4661-865D-FAE24DA34E55}"/>
    <dgm:cxn modelId="{2C447BE0-DC6C-9547-94F5-4289BFE27B50}" type="presParOf" srcId="{A2CBE14C-AE55-4E94-9F46-EC7851EBA163}" destId="{0A0C6F20-837D-48A7-B358-D631019D1E22}" srcOrd="0" destOrd="0" presId="urn:microsoft.com/office/officeart/2005/8/layout/hierarchy5"/>
    <dgm:cxn modelId="{563B9EE7-6F98-AF47-A102-B705F1F63404}" type="presParOf" srcId="{0A0C6F20-837D-48A7-B358-D631019D1E22}" destId="{30FD80C3-10C2-4B61-8DC0-43B4FF90C17B}" srcOrd="0" destOrd="0" presId="urn:microsoft.com/office/officeart/2005/8/layout/hierarchy5"/>
    <dgm:cxn modelId="{4074F5D7-E9D9-BC46-97B3-FC309D1CD0B3}" type="presParOf" srcId="{0A0C6F20-837D-48A7-B358-D631019D1E22}" destId="{F4E9A978-51B8-4333-AF39-CE3304DADF55}" srcOrd="1" destOrd="0" presId="urn:microsoft.com/office/officeart/2005/8/layout/hierarchy5"/>
    <dgm:cxn modelId="{41FB7976-3812-9D46-8DEF-8BE49414578B}" type="presParOf" srcId="{F4E9A978-51B8-4333-AF39-CE3304DADF55}" destId="{6F117C97-EC7D-4CB0-9DC8-9CEE67B2B2C8}" srcOrd="0" destOrd="0" presId="urn:microsoft.com/office/officeart/2005/8/layout/hierarchy5"/>
    <dgm:cxn modelId="{99710ED5-1311-034E-AC21-49F3860F0DA6}" type="presParOf" srcId="{6F117C97-EC7D-4CB0-9DC8-9CEE67B2B2C8}" destId="{E46CBC00-5104-4BE4-9D20-0F3EAA41FD20}" srcOrd="0" destOrd="0" presId="urn:microsoft.com/office/officeart/2005/8/layout/hierarchy5"/>
    <dgm:cxn modelId="{DBF4FD7E-E0A3-A14B-A077-539BD50FC87B}" type="presParOf" srcId="{6F117C97-EC7D-4CB0-9DC8-9CEE67B2B2C8}" destId="{9C11DC53-61F2-435A-89E6-81A33B481D8B}" srcOrd="1" destOrd="0" presId="urn:microsoft.com/office/officeart/2005/8/layout/hierarchy5"/>
    <dgm:cxn modelId="{90CFF47D-5183-BD4A-8BCF-7A8AF92D7542}" type="presParOf" srcId="{9C11DC53-61F2-435A-89E6-81A33B481D8B}" destId="{5602DC75-D979-4ED7-84BA-114ABB5EB298}" srcOrd="0" destOrd="0" presId="urn:microsoft.com/office/officeart/2005/8/layout/hierarchy5"/>
    <dgm:cxn modelId="{A22657B3-E34D-F649-9345-6363911F2932}" type="presParOf" srcId="{5602DC75-D979-4ED7-84BA-114ABB5EB298}" destId="{13F7C016-8172-4FFC-995B-43BD6458C1A0}" srcOrd="0" destOrd="0" presId="urn:microsoft.com/office/officeart/2005/8/layout/hierarchy5"/>
    <dgm:cxn modelId="{51E1545C-E4A6-0340-AB25-5A88A4AACD24}" type="presParOf" srcId="{9C11DC53-61F2-435A-89E6-81A33B481D8B}" destId="{1A86F049-9810-48C0-B4A7-2B6BC02B0EB4}" srcOrd="1" destOrd="0" presId="urn:microsoft.com/office/officeart/2005/8/layout/hierarchy5"/>
    <dgm:cxn modelId="{85FCD0EE-8E46-3342-B2B2-5F9308DC4795}" type="presParOf" srcId="{1A86F049-9810-48C0-B4A7-2B6BC02B0EB4}" destId="{281B0C78-735C-4333-8638-A4D7E50886DA}" srcOrd="0" destOrd="0" presId="urn:microsoft.com/office/officeart/2005/8/layout/hierarchy5"/>
    <dgm:cxn modelId="{50C42993-D7D8-F54E-835F-51FDA7054495}" type="presParOf" srcId="{1A86F049-9810-48C0-B4A7-2B6BC02B0EB4}" destId="{62F7D559-7FF7-46B3-B82C-A6018426BDAE}" srcOrd="1" destOrd="0" presId="urn:microsoft.com/office/officeart/2005/8/layout/hierarchy5"/>
    <dgm:cxn modelId="{051E9F59-653C-3F43-8CC9-ECE79EFAB082}" type="presParOf" srcId="{62F7D559-7FF7-46B3-B82C-A6018426BDAE}" destId="{F905FA90-D3C9-4901-9D18-0B1A8B860B63}" srcOrd="0" destOrd="0" presId="urn:microsoft.com/office/officeart/2005/8/layout/hierarchy5"/>
    <dgm:cxn modelId="{5D6609C3-F297-874F-BC7C-A115F4B4CCF4}" type="presParOf" srcId="{F905FA90-D3C9-4901-9D18-0B1A8B860B63}" destId="{2619924F-6BCC-4707-8E3E-C3225901FA27}" srcOrd="0" destOrd="0" presId="urn:microsoft.com/office/officeart/2005/8/layout/hierarchy5"/>
    <dgm:cxn modelId="{A76381D8-AAF3-A34C-A309-BC739D8BEA76}" type="presParOf" srcId="{62F7D559-7FF7-46B3-B82C-A6018426BDAE}" destId="{EA27DED8-23F7-48C6-B2CC-17501280BABC}" srcOrd="1" destOrd="0" presId="urn:microsoft.com/office/officeart/2005/8/layout/hierarchy5"/>
    <dgm:cxn modelId="{283F5FEB-9846-0946-A298-E8B9BAD62B64}" type="presParOf" srcId="{EA27DED8-23F7-48C6-B2CC-17501280BABC}" destId="{CDECE6C8-38C1-453E-A205-86BC32FA07B6}" srcOrd="0" destOrd="0" presId="urn:microsoft.com/office/officeart/2005/8/layout/hierarchy5"/>
    <dgm:cxn modelId="{D870B289-17DF-B94F-82EC-E9D8C06B5DCD}" type="presParOf" srcId="{EA27DED8-23F7-48C6-B2CC-17501280BABC}" destId="{A2DD5774-1682-494E-AEB8-FDB85396C5A3}" srcOrd="1" destOrd="0" presId="urn:microsoft.com/office/officeart/2005/8/layout/hierarchy5"/>
    <dgm:cxn modelId="{2B101013-6686-9448-AB74-E5A3938BE708}" type="presParOf" srcId="{9C11DC53-61F2-435A-89E6-81A33B481D8B}" destId="{FC3C7BE6-0E2A-4F9C-979D-8127708E1831}" srcOrd="2" destOrd="0" presId="urn:microsoft.com/office/officeart/2005/8/layout/hierarchy5"/>
    <dgm:cxn modelId="{7B3734BF-293B-794F-BB7B-8A2C7AE2D14A}" type="presParOf" srcId="{FC3C7BE6-0E2A-4F9C-979D-8127708E1831}" destId="{7EB4B210-2A6B-40B4-8436-06C6FE9D0394}" srcOrd="0" destOrd="0" presId="urn:microsoft.com/office/officeart/2005/8/layout/hierarchy5"/>
    <dgm:cxn modelId="{1AA8C453-50F8-AE41-B640-2371E85D95ED}" type="presParOf" srcId="{9C11DC53-61F2-435A-89E6-81A33B481D8B}" destId="{464CD977-4E08-44CF-9D27-CFB2D3B56EF1}" srcOrd="3" destOrd="0" presId="urn:microsoft.com/office/officeart/2005/8/layout/hierarchy5"/>
    <dgm:cxn modelId="{CA73E44C-61C5-0F43-A0B5-09B8DEABF090}" type="presParOf" srcId="{464CD977-4E08-44CF-9D27-CFB2D3B56EF1}" destId="{5B75CFC2-640C-4524-A882-5315732D7688}" srcOrd="0" destOrd="0" presId="urn:microsoft.com/office/officeart/2005/8/layout/hierarchy5"/>
    <dgm:cxn modelId="{C0D48FC7-D66B-E741-A6A3-DE2FC81BC41E}" type="presParOf" srcId="{464CD977-4E08-44CF-9D27-CFB2D3B56EF1}" destId="{6C2930EB-CA7D-4940-B04D-73D3BC04689B}" srcOrd="1" destOrd="0" presId="urn:microsoft.com/office/officeart/2005/8/layout/hierarchy5"/>
    <dgm:cxn modelId="{CE34D48C-59AE-2D4C-955D-F07295891E69}" type="presParOf" srcId="{6C2930EB-CA7D-4940-B04D-73D3BC04689B}" destId="{694FA4A1-E018-4ABB-AD34-9DE635C9522A}" srcOrd="0" destOrd="0" presId="urn:microsoft.com/office/officeart/2005/8/layout/hierarchy5"/>
    <dgm:cxn modelId="{E817CF0F-DD42-4140-A6CF-E33D52FCDAAA}" type="presParOf" srcId="{694FA4A1-E018-4ABB-AD34-9DE635C9522A}" destId="{B76E2074-2DB1-4B11-9EB6-3922EE07BAA0}" srcOrd="0" destOrd="0" presId="urn:microsoft.com/office/officeart/2005/8/layout/hierarchy5"/>
    <dgm:cxn modelId="{B57D4D09-B8CD-8445-8715-0410A1F67F9B}" type="presParOf" srcId="{6C2930EB-CA7D-4940-B04D-73D3BC04689B}" destId="{52C8917C-4322-4A70-B21A-7DF145D37565}" srcOrd="1" destOrd="0" presId="urn:microsoft.com/office/officeart/2005/8/layout/hierarchy5"/>
    <dgm:cxn modelId="{4D3FF046-11D8-764A-A06D-977AA0B02E55}" type="presParOf" srcId="{52C8917C-4322-4A70-B21A-7DF145D37565}" destId="{9CBBC86B-C826-4D49-9ED2-97DB573CFE2A}" srcOrd="0" destOrd="0" presId="urn:microsoft.com/office/officeart/2005/8/layout/hierarchy5"/>
    <dgm:cxn modelId="{AFBEED54-9474-6449-B9C4-DC6696A62E91}" type="presParOf" srcId="{52C8917C-4322-4A70-B21A-7DF145D37565}" destId="{50B6F6AA-8E1B-47C5-B98F-DA656623F05C}" srcOrd="1" destOrd="0" presId="urn:microsoft.com/office/officeart/2005/8/layout/hierarchy5"/>
    <dgm:cxn modelId="{FE9F5A65-5EE3-7F43-98F9-2D9CE494C9B3}" type="presParOf" srcId="{9C11DC53-61F2-435A-89E6-81A33B481D8B}" destId="{DD95DA99-568D-408F-A063-E485FE3C7DFB}" srcOrd="4" destOrd="0" presId="urn:microsoft.com/office/officeart/2005/8/layout/hierarchy5"/>
    <dgm:cxn modelId="{17848D01-772E-F848-B5F6-9FB1B327DCF6}" type="presParOf" srcId="{DD95DA99-568D-408F-A063-E485FE3C7DFB}" destId="{8C4B5571-F477-468B-A751-1FAAD4409EA3}" srcOrd="0" destOrd="0" presId="urn:microsoft.com/office/officeart/2005/8/layout/hierarchy5"/>
    <dgm:cxn modelId="{C05571D1-8F32-2948-B854-A36AAB299E4C}" type="presParOf" srcId="{9C11DC53-61F2-435A-89E6-81A33B481D8B}" destId="{E64481E9-215B-4B97-972E-3FBBAE070956}" srcOrd="5" destOrd="0" presId="urn:microsoft.com/office/officeart/2005/8/layout/hierarchy5"/>
    <dgm:cxn modelId="{80ED8E17-280D-3747-9BCB-83D3CB0C5406}" type="presParOf" srcId="{E64481E9-215B-4B97-972E-3FBBAE070956}" destId="{F22FBF59-07E6-49A2-A531-2BCC12548ECA}" srcOrd="0" destOrd="0" presId="urn:microsoft.com/office/officeart/2005/8/layout/hierarchy5"/>
    <dgm:cxn modelId="{99B64816-213C-2643-987C-6ADDCBB9C2E5}" type="presParOf" srcId="{E64481E9-215B-4B97-972E-3FBBAE070956}" destId="{D2F19C05-D0C4-451C-BF9C-E603A486154A}" srcOrd="1" destOrd="0" presId="urn:microsoft.com/office/officeart/2005/8/layout/hierarchy5"/>
    <dgm:cxn modelId="{02DE6940-9527-124A-8EC6-F4A861C058AB}" type="presParOf" srcId="{D2F19C05-D0C4-451C-BF9C-E603A486154A}" destId="{BDC1CA73-C37F-45C4-B18E-D4AC9BCD13CE}" srcOrd="0" destOrd="0" presId="urn:microsoft.com/office/officeart/2005/8/layout/hierarchy5"/>
    <dgm:cxn modelId="{BA89B1D6-C457-934A-836F-907412079C4A}" type="presParOf" srcId="{BDC1CA73-C37F-45C4-B18E-D4AC9BCD13CE}" destId="{DB5BAC32-1469-42D9-AAEF-FEC96C34DDD2}" srcOrd="0" destOrd="0" presId="urn:microsoft.com/office/officeart/2005/8/layout/hierarchy5"/>
    <dgm:cxn modelId="{C1DEDC37-9F25-734D-94E5-593418570F96}" type="presParOf" srcId="{D2F19C05-D0C4-451C-BF9C-E603A486154A}" destId="{6C85A242-5BCC-4BBF-B23B-F102B28CEB97}" srcOrd="1" destOrd="0" presId="urn:microsoft.com/office/officeart/2005/8/layout/hierarchy5"/>
    <dgm:cxn modelId="{3CC21881-CD15-D641-B70B-2FD95CAE8BFC}" type="presParOf" srcId="{6C85A242-5BCC-4BBF-B23B-F102B28CEB97}" destId="{CF0E821C-6106-443F-8A2B-5543CD1AB067}" srcOrd="0" destOrd="0" presId="urn:microsoft.com/office/officeart/2005/8/layout/hierarchy5"/>
    <dgm:cxn modelId="{6345F5F4-3F75-8E42-B82F-BD1D6482D826}" type="presParOf" srcId="{6C85A242-5BCC-4BBF-B23B-F102B28CEB97}" destId="{B1625890-4CF6-4B17-8588-EDD9CFD0E77D}" srcOrd="1" destOrd="0" presId="urn:microsoft.com/office/officeart/2005/8/layout/hierarchy5"/>
    <dgm:cxn modelId="{5D457DF6-7CA0-414A-BFA3-CBE157AE1FA2}" type="presParOf" srcId="{A2CBE14C-AE55-4E94-9F46-EC7851EBA163}" destId="{3A8A16AE-59E4-4897-A192-A4CD3336C8A4}" srcOrd="1" destOrd="0" presId="urn:microsoft.com/office/officeart/2005/8/layout/hierarchy5"/>
    <dgm:cxn modelId="{CCA31BD5-5AF8-FE43-B73D-D97B3644ADD3}" type="presParOf" srcId="{3A8A16AE-59E4-4897-A192-A4CD3336C8A4}" destId="{07841D14-AE76-4571-8AAD-6CF26892469A}" srcOrd="0" destOrd="0" presId="urn:microsoft.com/office/officeart/2005/8/layout/hierarchy5"/>
    <dgm:cxn modelId="{E528694A-6B51-9040-A87B-D1AAB2F698B2}" type="presParOf" srcId="{07841D14-AE76-4571-8AAD-6CF26892469A}" destId="{4B19DDF3-93ED-4632-B86D-A04CDF6A3DBD}" srcOrd="0" destOrd="0" presId="urn:microsoft.com/office/officeart/2005/8/layout/hierarchy5"/>
    <dgm:cxn modelId="{C706D345-A107-514C-9183-13CEFDD6C6C8}" type="presParOf" srcId="{07841D14-AE76-4571-8AAD-6CF26892469A}" destId="{C41C2E98-7A7E-4589-9A59-A59DAFFE073A}" srcOrd="1" destOrd="0" presId="urn:microsoft.com/office/officeart/2005/8/layout/hierarchy5"/>
    <dgm:cxn modelId="{E72BC97C-E03E-F147-8CE5-705EA9091C7A}" type="presParOf" srcId="{3A8A16AE-59E4-4897-A192-A4CD3336C8A4}" destId="{77206660-A2AA-4E0B-88B7-5A5610E5AB3F}" srcOrd="1" destOrd="0" presId="urn:microsoft.com/office/officeart/2005/8/layout/hierarchy5"/>
    <dgm:cxn modelId="{21B16079-9A2C-2048-B478-7EB99C486585}" type="presParOf" srcId="{77206660-A2AA-4E0B-88B7-5A5610E5AB3F}" destId="{30DF18CF-45D3-41D3-A265-E02AA4A7808B}" srcOrd="0" destOrd="0" presId="urn:microsoft.com/office/officeart/2005/8/layout/hierarchy5"/>
    <dgm:cxn modelId="{0AC0F499-F4EE-D44A-ADC7-F529AD38C174}" type="presParOf" srcId="{3A8A16AE-59E4-4897-A192-A4CD3336C8A4}" destId="{BFE7807E-E351-4D8B-8F65-93D3938177F1}" srcOrd="2" destOrd="0" presId="urn:microsoft.com/office/officeart/2005/8/layout/hierarchy5"/>
    <dgm:cxn modelId="{532E6BEF-5FBC-B244-96DC-791165F9E99C}" type="presParOf" srcId="{BFE7807E-E351-4D8B-8F65-93D3938177F1}" destId="{AEBBFB3E-7CA8-495F-81DB-E333A2EE444A}" srcOrd="0" destOrd="0" presId="urn:microsoft.com/office/officeart/2005/8/layout/hierarchy5"/>
    <dgm:cxn modelId="{53CA9F5C-A94B-4542-A140-81168176909D}" type="presParOf" srcId="{BFE7807E-E351-4D8B-8F65-93D3938177F1}" destId="{203138D5-85C0-4E31-9BC0-1B877A5AA80C}" srcOrd="1" destOrd="0" presId="urn:microsoft.com/office/officeart/2005/8/layout/hierarchy5"/>
    <dgm:cxn modelId="{917F29D3-0E11-ED41-B4A2-2D0D0D9E3DA5}" type="presParOf" srcId="{3A8A16AE-59E4-4897-A192-A4CD3336C8A4}" destId="{EAEF750C-B67A-4A14-8A29-E79909DD11FB}" srcOrd="3" destOrd="0" presId="urn:microsoft.com/office/officeart/2005/8/layout/hierarchy5"/>
    <dgm:cxn modelId="{E98B3B33-2518-E24E-B376-4B0F7448AF09}" type="presParOf" srcId="{EAEF750C-B67A-4A14-8A29-E79909DD11FB}" destId="{6FB7DFE0-2ACA-46BA-9447-327F9472A804}" srcOrd="0" destOrd="0" presId="urn:microsoft.com/office/officeart/2005/8/layout/hierarchy5"/>
    <dgm:cxn modelId="{69401D38-03B2-0441-B4C6-A228C5D961D5}" type="presParOf" srcId="{3A8A16AE-59E4-4897-A192-A4CD3336C8A4}" destId="{5F833416-7B3E-4223-9FC1-C47AFF9A6766}" srcOrd="4" destOrd="0" presId="urn:microsoft.com/office/officeart/2005/8/layout/hierarchy5"/>
    <dgm:cxn modelId="{413E63FA-406D-8B43-8B60-8844DD804B0F}" type="presParOf" srcId="{5F833416-7B3E-4223-9FC1-C47AFF9A6766}" destId="{2056161F-E75A-44F4-9800-C36A21552173}" srcOrd="0" destOrd="0" presId="urn:microsoft.com/office/officeart/2005/8/layout/hierarchy5"/>
    <dgm:cxn modelId="{E52424AF-DD07-294E-AE25-B771DB82D2B8}" type="presParOf" srcId="{5F833416-7B3E-4223-9FC1-C47AFF9A6766}" destId="{D1035128-7C12-42D0-9EBC-1351DBC673A9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D0B46B-FF90-4474-B38F-0A3D76A192B5}">
      <dsp:nvSpPr>
        <dsp:cNvPr id="0" name=""/>
        <dsp:cNvSpPr/>
      </dsp:nvSpPr>
      <dsp:spPr>
        <a:xfrm>
          <a:off x="3953" y="51809"/>
          <a:ext cx="2377306" cy="4824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Activo Fijo</a:t>
          </a:r>
        </a:p>
      </dsp:txBody>
      <dsp:txXfrm>
        <a:off x="3953" y="51809"/>
        <a:ext cx="2377306" cy="482497"/>
      </dsp:txXfrm>
    </dsp:sp>
    <dsp:sp modelId="{A18FF002-A7DE-4B8D-AD56-4E0FA7A3A4A1}">
      <dsp:nvSpPr>
        <dsp:cNvPr id="0" name=""/>
        <dsp:cNvSpPr/>
      </dsp:nvSpPr>
      <dsp:spPr>
        <a:xfrm>
          <a:off x="3953" y="534307"/>
          <a:ext cx="2377306" cy="37652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Tangibles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Se demeritan por el uso al servicio del contribuyente y por el transcurso del tiempo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Destinados a su uso y no para ser enajenados</a:t>
          </a:r>
        </a:p>
      </dsp:txBody>
      <dsp:txXfrm>
        <a:off x="3953" y="534307"/>
        <a:ext cx="2377306" cy="3765220"/>
      </dsp:txXfrm>
    </dsp:sp>
    <dsp:sp modelId="{78B4F291-C532-4311-9F30-8F33272633D3}">
      <dsp:nvSpPr>
        <dsp:cNvPr id="0" name=""/>
        <dsp:cNvSpPr/>
      </dsp:nvSpPr>
      <dsp:spPr>
        <a:xfrm>
          <a:off x="2714082" y="51809"/>
          <a:ext cx="2377306" cy="4824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u="sng" kern="1200" dirty="0"/>
            <a:t>Gastos</a:t>
          </a:r>
          <a:r>
            <a:rPr lang="es-MX" sz="1400" kern="1200" dirty="0"/>
            <a:t> Diferidos</a:t>
          </a:r>
        </a:p>
      </dsp:txBody>
      <dsp:txXfrm>
        <a:off x="2714082" y="51809"/>
        <a:ext cx="2377306" cy="482497"/>
      </dsp:txXfrm>
    </dsp:sp>
    <dsp:sp modelId="{FCAD5A38-53CB-48B1-8D23-BDF2554657B4}">
      <dsp:nvSpPr>
        <dsp:cNvPr id="0" name=""/>
        <dsp:cNvSpPr/>
      </dsp:nvSpPr>
      <dsp:spPr>
        <a:xfrm>
          <a:off x="2714082" y="534307"/>
          <a:ext cx="2377306" cy="37652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Intangibles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Bienes o Derechos que permitan reducir costos de operación, mejorar la calidad o aceptación de un producto, usar, disfrutar o explotar un bien, por un periodo LIMITADO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Explotación de bienes del dominio público o la prestación de un servicio público concesionado</a:t>
          </a:r>
        </a:p>
      </dsp:txBody>
      <dsp:txXfrm>
        <a:off x="2714082" y="534307"/>
        <a:ext cx="2377306" cy="3765220"/>
      </dsp:txXfrm>
    </dsp:sp>
    <dsp:sp modelId="{F2650154-7CEA-4C9D-A6E5-E5A9A2BE8315}">
      <dsp:nvSpPr>
        <dsp:cNvPr id="0" name=""/>
        <dsp:cNvSpPr/>
      </dsp:nvSpPr>
      <dsp:spPr>
        <a:xfrm>
          <a:off x="5424211" y="51809"/>
          <a:ext cx="2377306" cy="4824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u="sng" kern="1200" dirty="0"/>
            <a:t>Cargos</a:t>
          </a:r>
          <a:r>
            <a:rPr lang="es-MX" sz="1400" kern="1200" dirty="0"/>
            <a:t> Diferidos</a:t>
          </a:r>
        </a:p>
      </dsp:txBody>
      <dsp:txXfrm>
        <a:off x="5424211" y="51809"/>
        <a:ext cx="2377306" cy="482497"/>
      </dsp:txXfrm>
    </dsp:sp>
    <dsp:sp modelId="{7DC455E3-E3F4-4C0E-9FAD-CCE7006CABD1}">
      <dsp:nvSpPr>
        <dsp:cNvPr id="0" name=""/>
        <dsp:cNvSpPr/>
      </dsp:nvSpPr>
      <dsp:spPr>
        <a:xfrm>
          <a:off x="5424211" y="534307"/>
          <a:ext cx="2377306" cy="37652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Intangibles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Bienes o Derechos que permitan reducir costos de operación, mejorar la calidad o aceptación de un producto, usar, disfrutar o explotar un bien, por un periodo ILIMITADO</a:t>
          </a:r>
        </a:p>
      </dsp:txBody>
      <dsp:txXfrm>
        <a:off x="5424211" y="534307"/>
        <a:ext cx="2377306" cy="3765220"/>
      </dsp:txXfrm>
    </dsp:sp>
    <dsp:sp modelId="{13A0F0F3-8758-4EFD-A9FC-FE9D4C8F4F7C}">
      <dsp:nvSpPr>
        <dsp:cNvPr id="0" name=""/>
        <dsp:cNvSpPr/>
      </dsp:nvSpPr>
      <dsp:spPr>
        <a:xfrm>
          <a:off x="8134340" y="51809"/>
          <a:ext cx="2377306" cy="4824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Erogaciones en periodos preoperativos</a:t>
          </a:r>
        </a:p>
      </dsp:txBody>
      <dsp:txXfrm>
        <a:off x="8134340" y="51809"/>
        <a:ext cx="2377306" cy="482497"/>
      </dsp:txXfrm>
    </dsp:sp>
    <dsp:sp modelId="{C44A0415-1DA4-431D-8B23-CEF0B79FB1E4}">
      <dsp:nvSpPr>
        <dsp:cNvPr id="0" name=""/>
        <dsp:cNvSpPr/>
      </dsp:nvSpPr>
      <dsp:spPr>
        <a:xfrm>
          <a:off x="8134340" y="534307"/>
          <a:ext cx="2377306" cy="37652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Tienen por objeto la investigación y el desarrollo, relacionados con el diseño, elaboración, mejoramiento, empaque o distribución de un producto, así como con la prestación de un servicio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Realizadas antes de que el contribuyente enajene sus productos o preste sus servicios, en forma constante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En industrias extractivas, son las relacionadas con la exploración para la localización y cuantificación de nuevos yacimientos susceptibles de explotarse.</a:t>
          </a:r>
        </a:p>
      </dsp:txBody>
      <dsp:txXfrm>
        <a:off x="8134340" y="534307"/>
        <a:ext cx="2377306" cy="37652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1E260B-BB64-4476-9370-C1D8ABB2F4E9}">
      <dsp:nvSpPr>
        <dsp:cNvPr id="0" name=""/>
        <dsp:cNvSpPr/>
      </dsp:nvSpPr>
      <dsp:spPr>
        <a:xfrm>
          <a:off x="6100" y="136772"/>
          <a:ext cx="1376526" cy="650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Monto Original de la Inversión (MOI)</a:t>
          </a:r>
        </a:p>
      </dsp:txBody>
      <dsp:txXfrm>
        <a:off x="6100" y="136772"/>
        <a:ext cx="1376526" cy="433705"/>
      </dsp:txXfrm>
    </dsp:sp>
    <dsp:sp modelId="{EEB5712C-5D6D-4E2A-A654-690AA941B9BD}">
      <dsp:nvSpPr>
        <dsp:cNvPr id="0" name=""/>
        <dsp:cNvSpPr/>
      </dsp:nvSpPr>
      <dsp:spPr>
        <a:xfrm>
          <a:off x="288040" y="570477"/>
          <a:ext cx="1376526" cy="396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Precio del bien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Impuestos por su adquisición e importación, excepto IVA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Derechos y cuotas compensatorias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Fletes, transportes, acarreos, seguros y manejos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Comisiones sobre compras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Honorarios a Agentes Aduanales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</dsp:txBody>
      <dsp:txXfrm>
        <a:off x="328357" y="610794"/>
        <a:ext cx="1295892" cy="3879366"/>
      </dsp:txXfrm>
    </dsp:sp>
    <dsp:sp modelId="{F1425EA9-3EE6-4949-9F10-5103D268EE83}">
      <dsp:nvSpPr>
        <dsp:cNvPr id="0" name=""/>
        <dsp:cNvSpPr/>
      </dsp:nvSpPr>
      <dsp:spPr>
        <a:xfrm>
          <a:off x="1591304" y="182267"/>
          <a:ext cx="442394" cy="342715"/>
        </a:xfrm>
        <a:prstGeom prst="rightArrow">
          <a:avLst>
            <a:gd name="adj1" fmla="val 60000"/>
            <a:gd name="adj2" fmla="val 5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Por</a:t>
          </a:r>
        </a:p>
      </dsp:txBody>
      <dsp:txXfrm>
        <a:off x="1591304" y="250810"/>
        <a:ext cx="339580" cy="205629"/>
      </dsp:txXfrm>
    </dsp:sp>
    <dsp:sp modelId="{9CE32CD2-0DF5-46B8-BBD2-4AE6D44862C2}">
      <dsp:nvSpPr>
        <dsp:cNvPr id="0" name=""/>
        <dsp:cNvSpPr/>
      </dsp:nvSpPr>
      <dsp:spPr>
        <a:xfrm>
          <a:off x="2217333" y="136772"/>
          <a:ext cx="1376526" cy="650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Porciento Máximo Autorizado</a:t>
          </a:r>
        </a:p>
      </dsp:txBody>
      <dsp:txXfrm>
        <a:off x="2217333" y="136772"/>
        <a:ext cx="1376526" cy="433705"/>
      </dsp:txXfrm>
    </dsp:sp>
    <dsp:sp modelId="{9CD078A8-3179-4341-9307-C000CA5F352D}">
      <dsp:nvSpPr>
        <dsp:cNvPr id="0" name=""/>
        <dsp:cNvSpPr/>
      </dsp:nvSpPr>
      <dsp:spPr>
        <a:xfrm>
          <a:off x="2499273" y="570477"/>
          <a:ext cx="1376526" cy="396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Según Catálogo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Pueden utilizarse porcientos menores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Tasa elegida puede cambiarse en cualquier momento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La nueva tasa debe mantenerse por 5 años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Cambio antes de plazo anterior con requisitos </a:t>
          </a:r>
          <a:r>
            <a:rPr lang="es-MX" sz="800" kern="1200" dirty="0"/>
            <a:t>RLISR 73 </a:t>
          </a:r>
        </a:p>
      </dsp:txBody>
      <dsp:txXfrm>
        <a:off x="2539590" y="610794"/>
        <a:ext cx="1295892" cy="3879366"/>
      </dsp:txXfrm>
    </dsp:sp>
    <dsp:sp modelId="{A3807728-6506-413D-88CA-111ED3704213}">
      <dsp:nvSpPr>
        <dsp:cNvPr id="0" name=""/>
        <dsp:cNvSpPr/>
      </dsp:nvSpPr>
      <dsp:spPr>
        <a:xfrm>
          <a:off x="3802537" y="182267"/>
          <a:ext cx="442394" cy="342715"/>
        </a:xfrm>
        <a:prstGeom prst="rightArrow">
          <a:avLst>
            <a:gd name="adj1" fmla="val 60000"/>
            <a:gd name="adj2" fmla="val 5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Igual</a:t>
          </a:r>
        </a:p>
      </dsp:txBody>
      <dsp:txXfrm>
        <a:off x="3802537" y="250810"/>
        <a:ext cx="339580" cy="205629"/>
      </dsp:txXfrm>
    </dsp:sp>
    <dsp:sp modelId="{844E421B-1704-4C36-AC4E-01728E7C58AA}">
      <dsp:nvSpPr>
        <dsp:cNvPr id="0" name=""/>
        <dsp:cNvSpPr/>
      </dsp:nvSpPr>
      <dsp:spPr>
        <a:xfrm>
          <a:off x="4428566" y="136772"/>
          <a:ext cx="1376526" cy="650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Monto a Deducir</a:t>
          </a:r>
        </a:p>
      </dsp:txBody>
      <dsp:txXfrm>
        <a:off x="4428566" y="136772"/>
        <a:ext cx="1376526" cy="433705"/>
      </dsp:txXfrm>
    </dsp:sp>
    <dsp:sp modelId="{BB6C39C2-8B41-4514-9CA4-071CC14C8430}">
      <dsp:nvSpPr>
        <dsp:cNvPr id="0" name=""/>
        <dsp:cNvSpPr/>
      </dsp:nvSpPr>
      <dsp:spPr>
        <a:xfrm>
          <a:off x="4710506" y="570477"/>
          <a:ext cx="1376526" cy="396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Línea Recta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Desde el ejercicio de adquisición (SIM) o desde el siguiente (SIA)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Se pierde el derecho por la parte no tomada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Proporcional al número de meses completos de uso en ejercicios irregulares, cuando su uso comience después de iniciado el ejercicio  y en el que termine su deducción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</dsp:txBody>
      <dsp:txXfrm>
        <a:off x="4750823" y="610794"/>
        <a:ext cx="1295892" cy="3879366"/>
      </dsp:txXfrm>
    </dsp:sp>
    <dsp:sp modelId="{46EBCD0A-1BDC-4CB2-843B-3E16B48E55E5}">
      <dsp:nvSpPr>
        <dsp:cNvPr id="0" name=""/>
        <dsp:cNvSpPr/>
      </dsp:nvSpPr>
      <dsp:spPr>
        <a:xfrm>
          <a:off x="6013770" y="182267"/>
          <a:ext cx="442394" cy="342715"/>
        </a:xfrm>
        <a:prstGeom prst="rightArrow">
          <a:avLst>
            <a:gd name="adj1" fmla="val 60000"/>
            <a:gd name="adj2" fmla="val 5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Por</a:t>
          </a:r>
        </a:p>
      </dsp:txBody>
      <dsp:txXfrm>
        <a:off x="6013770" y="250810"/>
        <a:ext cx="339580" cy="205629"/>
      </dsp:txXfrm>
    </dsp:sp>
    <dsp:sp modelId="{763132B0-F041-42E6-A673-1C10019009F0}">
      <dsp:nvSpPr>
        <dsp:cNvPr id="0" name=""/>
        <dsp:cNvSpPr/>
      </dsp:nvSpPr>
      <dsp:spPr>
        <a:xfrm>
          <a:off x="6639799" y="136772"/>
          <a:ext cx="1376526" cy="650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Factor de Actualización</a:t>
          </a:r>
        </a:p>
      </dsp:txBody>
      <dsp:txXfrm>
        <a:off x="6639799" y="136772"/>
        <a:ext cx="1376526" cy="433705"/>
      </dsp:txXfrm>
    </dsp:sp>
    <dsp:sp modelId="{32C7795F-10D3-4365-B6EC-7E0D82ED5DCC}">
      <dsp:nvSpPr>
        <dsp:cNvPr id="0" name=""/>
        <dsp:cNvSpPr/>
      </dsp:nvSpPr>
      <dsp:spPr>
        <a:xfrm>
          <a:off x="6921739" y="570477"/>
          <a:ext cx="1376526" cy="396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Mes más reciente: Último mes de la primera mitad del periodo de uso en el Ejercicio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Mes más antiguo: Mes de Adquisición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Periodo impar: El mes más reciente es el anterior a la mitad</a:t>
          </a:r>
        </a:p>
      </dsp:txBody>
      <dsp:txXfrm>
        <a:off x="6962056" y="610794"/>
        <a:ext cx="1295892" cy="3879366"/>
      </dsp:txXfrm>
    </dsp:sp>
    <dsp:sp modelId="{6394B213-ABF3-4AE1-BBF1-B89CF2E3121B}">
      <dsp:nvSpPr>
        <dsp:cNvPr id="0" name=""/>
        <dsp:cNvSpPr/>
      </dsp:nvSpPr>
      <dsp:spPr>
        <a:xfrm>
          <a:off x="8225003" y="182267"/>
          <a:ext cx="442394" cy="342715"/>
        </a:xfrm>
        <a:prstGeom prst="rightArrow">
          <a:avLst>
            <a:gd name="adj1" fmla="val 60000"/>
            <a:gd name="adj2" fmla="val 5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Igual</a:t>
          </a:r>
        </a:p>
      </dsp:txBody>
      <dsp:txXfrm>
        <a:off x="8225003" y="250810"/>
        <a:ext cx="339580" cy="205629"/>
      </dsp:txXfrm>
    </dsp:sp>
    <dsp:sp modelId="{8F207436-FB83-4574-A9B1-5FA4F06109BD}">
      <dsp:nvSpPr>
        <dsp:cNvPr id="0" name=""/>
        <dsp:cNvSpPr/>
      </dsp:nvSpPr>
      <dsp:spPr>
        <a:xfrm>
          <a:off x="8851032" y="136772"/>
          <a:ext cx="1376526" cy="650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Monto a Deducir Actualizado</a:t>
          </a:r>
        </a:p>
      </dsp:txBody>
      <dsp:txXfrm>
        <a:off x="8851032" y="136772"/>
        <a:ext cx="1376526" cy="433705"/>
      </dsp:txXfrm>
    </dsp:sp>
    <dsp:sp modelId="{4E4AAF8B-1877-4CB9-8D61-E4F23DF23511}">
      <dsp:nvSpPr>
        <dsp:cNvPr id="0" name=""/>
        <dsp:cNvSpPr/>
      </dsp:nvSpPr>
      <dsp:spPr>
        <a:xfrm>
          <a:off x="9132972" y="570477"/>
          <a:ext cx="1376526" cy="396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En caso de enajenación se deduce la parte aún no deducida.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Si el bien deja de ser útil para generar ingresos se deduce la parte no deducida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Registro $1</a:t>
          </a:r>
        </a:p>
      </dsp:txBody>
      <dsp:txXfrm>
        <a:off x="9173289" y="610794"/>
        <a:ext cx="1295892" cy="38793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D0B46B-FF90-4474-B38F-0A3D76A192B5}">
      <dsp:nvSpPr>
        <dsp:cNvPr id="0" name=""/>
        <dsp:cNvSpPr/>
      </dsp:nvSpPr>
      <dsp:spPr>
        <a:xfrm>
          <a:off x="3953" y="119104"/>
          <a:ext cx="2377306" cy="8273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Activo Fijo</a:t>
          </a:r>
        </a:p>
      </dsp:txBody>
      <dsp:txXfrm>
        <a:off x="3953" y="119104"/>
        <a:ext cx="2377306" cy="827363"/>
      </dsp:txXfrm>
    </dsp:sp>
    <dsp:sp modelId="{A18FF002-A7DE-4B8D-AD56-4E0FA7A3A4A1}">
      <dsp:nvSpPr>
        <dsp:cNvPr id="0" name=""/>
        <dsp:cNvSpPr/>
      </dsp:nvSpPr>
      <dsp:spPr>
        <a:xfrm>
          <a:off x="3953" y="946468"/>
          <a:ext cx="2377306" cy="32857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Tasas según tipo de activo</a:t>
          </a:r>
          <a:r>
            <a:rPr lang="es-MX" sz="800" kern="1200" dirty="0"/>
            <a:t> LISR 34</a:t>
          </a: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Tasas para maquinaria y equipo según tipo de actividad </a:t>
          </a:r>
          <a:r>
            <a:rPr lang="es-MX" sz="800" kern="1200" dirty="0"/>
            <a:t>LISR 35</a:t>
          </a:r>
          <a:endParaRPr lang="es-MX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Principal actividad (en ingresos) en caso de tener más de una.</a:t>
          </a:r>
        </a:p>
      </dsp:txBody>
      <dsp:txXfrm>
        <a:off x="3953" y="946468"/>
        <a:ext cx="2377306" cy="3285764"/>
      </dsp:txXfrm>
    </dsp:sp>
    <dsp:sp modelId="{78B4F291-C532-4311-9F30-8F33272633D3}">
      <dsp:nvSpPr>
        <dsp:cNvPr id="0" name=""/>
        <dsp:cNvSpPr/>
      </dsp:nvSpPr>
      <dsp:spPr>
        <a:xfrm>
          <a:off x="2714082" y="119104"/>
          <a:ext cx="2377306" cy="8273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Gastos Diferidos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33</a:t>
          </a:r>
        </a:p>
      </dsp:txBody>
      <dsp:txXfrm>
        <a:off x="2714082" y="119104"/>
        <a:ext cx="2377306" cy="827363"/>
      </dsp:txXfrm>
    </dsp:sp>
    <dsp:sp modelId="{FCAD5A38-53CB-48B1-8D23-BDF2554657B4}">
      <dsp:nvSpPr>
        <dsp:cNvPr id="0" name=""/>
        <dsp:cNvSpPr/>
      </dsp:nvSpPr>
      <dsp:spPr>
        <a:xfrm>
          <a:off x="2714082" y="946468"/>
          <a:ext cx="2377306" cy="32857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15%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Explotación de bienes del dominio público y prestación de servicio público concesionado: Número de años de la concesión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En el caso de que el beneficio se concrete (SIC) en el mismo ejercicio en el que se realizó la erogación, la deducción podrá efectuarse en su totalidad en dicho ejercicio</a:t>
          </a:r>
        </a:p>
      </dsp:txBody>
      <dsp:txXfrm>
        <a:off x="2714082" y="946468"/>
        <a:ext cx="2377306" cy="3285764"/>
      </dsp:txXfrm>
    </dsp:sp>
    <dsp:sp modelId="{F2650154-7CEA-4C9D-A6E5-E5A9A2BE8315}">
      <dsp:nvSpPr>
        <dsp:cNvPr id="0" name=""/>
        <dsp:cNvSpPr/>
      </dsp:nvSpPr>
      <dsp:spPr>
        <a:xfrm>
          <a:off x="5424211" y="119104"/>
          <a:ext cx="2377306" cy="8273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Cargos Diferidos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33</a:t>
          </a:r>
        </a:p>
      </dsp:txBody>
      <dsp:txXfrm>
        <a:off x="5424211" y="119104"/>
        <a:ext cx="2377306" cy="827363"/>
      </dsp:txXfrm>
    </dsp:sp>
    <dsp:sp modelId="{7DC455E3-E3F4-4C0E-9FAD-CCE7006CABD1}">
      <dsp:nvSpPr>
        <dsp:cNvPr id="0" name=""/>
        <dsp:cNvSpPr/>
      </dsp:nvSpPr>
      <dsp:spPr>
        <a:xfrm>
          <a:off x="5424211" y="946468"/>
          <a:ext cx="2377306" cy="32857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5%</a:t>
          </a:r>
        </a:p>
      </dsp:txBody>
      <dsp:txXfrm>
        <a:off x="5424211" y="946468"/>
        <a:ext cx="2377306" cy="3285764"/>
      </dsp:txXfrm>
    </dsp:sp>
    <dsp:sp modelId="{13A0F0F3-8758-4EFD-A9FC-FE9D4C8F4F7C}">
      <dsp:nvSpPr>
        <dsp:cNvPr id="0" name=""/>
        <dsp:cNvSpPr/>
      </dsp:nvSpPr>
      <dsp:spPr>
        <a:xfrm>
          <a:off x="8134340" y="119104"/>
          <a:ext cx="2377306" cy="8273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Erogaciones en periodos preoperativos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33</a:t>
          </a:r>
        </a:p>
      </dsp:txBody>
      <dsp:txXfrm>
        <a:off x="8134340" y="119104"/>
        <a:ext cx="2377306" cy="827363"/>
      </dsp:txXfrm>
    </dsp:sp>
    <dsp:sp modelId="{C44A0415-1DA4-431D-8B23-CEF0B79FB1E4}">
      <dsp:nvSpPr>
        <dsp:cNvPr id="0" name=""/>
        <dsp:cNvSpPr/>
      </dsp:nvSpPr>
      <dsp:spPr>
        <a:xfrm>
          <a:off x="8134340" y="946468"/>
          <a:ext cx="2377306" cy="32857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10%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En el caso de que el beneficio se concrete (SIC) en el mismo ejercicio en el que se realizó la erogación, la deducción podrá efectuarse en su totalidad en dicho ejercicio</a:t>
          </a:r>
        </a:p>
      </dsp:txBody>
      <dsp:txXfrm>
        <a:off x="8134340" y="946468"/>
        <a:ext cx="2377306" cy="32857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6CC409-476A-4F1C-B50A-7B995CEBFD71}">
      <dsp:nvSpPr>
        <dsp:cNvPr id="0" name=""/>
        <dsp:cNvSpPr/>
      </dsp:nvSpPr>
      <dsp:spPr>
        <a:xfrm>
          <a:off x="6236" y="2235345"/>
          <a:ext cx="1591382" cy="795691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Primer Cambio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Sin Requisitos</a:t>
          </a:r>
        </a:p>
      </dsp:txBody>
      <dsp:txXfrm>
        <a:off x="29541" y="2258650"/>
        <a:ext cx="1544772" cy="749081"/>
      </dsp:txXfrm>
    </dsp:sp>
    <dsp:sp modelId="{17DB4191-A726-4E2D-B6EE-0672FB74A5DE}">
      <dsp:nvSpPr>
        <dsp:cNvPr id="0" name=""/>
        <dsp:cNvSpPr/>
      </dsp:nvSpPr>
      <dsp:spPr>
        <a:xfrm>
          <a:off x="1597619" y="2616734"/>
          <a:ext cx="636553" cy="32915"/>
        </a:xfrm>
        <a:custGeom>
          <a:avLst/>
          <a:gdLst/>
          <a:ahLst/>
          <a:cxnLst/>
          <a:rect l="0" t="0" r="0" b="0"/>
          <a:pathLst>
            <a:path>
              <a:moveTo>
                <a:pt x="0" y="16457"/>
              </a:moveTo>
              <a:lnTo>
                <a:pt x="636553" y="164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1899982" y="2617277"/>
        <a:ext cx="31827" cy="31827"/>
      </dsp:txXfrm>
    </dsp:sp>
    <dsp:sp modelId="{C030BE50-3B6B-4C76-BD2C-2594FC82D7C1}">
      <dsp:nvSpPr>
        <dsp:cNvPr id="0" name=""/>
        <dsp:cNvSpPr/>
      </dsp:nvSpPr>
      <dsp:spPr>
        <a:xfrm>
          <a:off x="2234172" y="2235345"/>
          <a:ext cx="1591382" cy="7956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Segundo Cambio</a:t>
          </a:r>
        </a:p>
      </dsp:txBody>
      <dsp:txXfrm>
        <a:off x="2257477" y="2258650"/>
        <a:ext cx="1544772" cy="749081"/>
      </dsp:txXfrm>
    </dsp:sp>
    <dsp:sp modelId="{80AAE040-5C60-4123-8D16-F653DC718689}">
      <dsp:nvSpPr>
        <dsp:cNvPr id="0" name=""/>
        <dsp:cNvSpPr/>
      </dsp:nvSpPr>
      <dsp:spPr>
        <a:xfrm rot="18289469">
          <a:off x="3586492" y="2159211"/>
          <a:ext cx="1114678" cy="32915"/>
        </a:xfrm>
        <a:custGeom>
          <a:avLst/>
          <a:gdLst/>
          <a:ahLst/>
          <a:cxnLst/>
          <a:rect l="0" t="0" r="0" b="0"/>
          <a:pathLst>
            <a:path>
              <a:moveTo>
                <a:pt x="0" y="16457"/>
              </a:moveTo>
              <a:lnTo>
                <a:pt x="1114678" y="164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4115965" y="2147802"/>
        <a:ext cx="55733" cy="55733"/>
      </dsp:txXfrm>
    </dsp:sp>
    <dsp:sp modelId="{5B0F69C5-07ED-4DF4-97CE-120AADFC126A}">
      <dsp:nvSpPr>
        <dsp:cNvPr id="0" name=""/>
        <dsp:cNvSpPr/>
      </dsp:nvSpPr>
      <dsp:spPr>
        <a:xfrm>
          <a:off x="4462108" y="1320300"/>
          <a:ext cx="1591382" cy="7956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Antes de 5 años</a:t>
          </a:r>
        </a:p>
      </dsp:txBody>
      <dsp:txXfrm>
        <a:off x="4485413" y="1343605"/>
        <a:ext cx="1544772" cy="749081"/>
      </dsp:txXfrm>
    </dsp:sp>
    <dsp:sp modelId="{FFCE9145-51E5-4335-9A8D-AD1AC9E01C85}">
      <dsp:nvSpPr>
        <dsp:cNvPr id="0" name=""/>
        <dsp:cNvSpPr/>
      </dsp:nvSpPr>
      <dsp:spPr>
        <a:xfrm rot="18289469">
          <a:off x="5814428" y="1244166"/>
          <a:ext cx="1114678" cy="32915"/>
        </a:xfrm>
        <a:custGeom>
          <a:avLst/>
          <a:gdLst/>
          <a:ahLst/>
          <a:cxnLst/>
          <a:rect l="0" t="0" r="0" b="0"/>
          <a:pathLst>
            <a:path>
              <a:moveTo>
                <a:pt x="0" y="16457"/>
              </a:moveTo>
              <a:lnTo>
                <a:pt x="1114678" y="164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6343901" y="1232756"/>
        <a:ext cx="55733" cy="55733"/>
      </dsp:txXfrm>
    </dsp:sp>
    <dsp:sp modelId="{B9475C7B-7042-4829-807C-DAE6ECF71424}">
      <dsp:nvSpPr>
        <dsp:cNvPr id="0" name=""/>
        <dsp:cNvSpPr/>
      </dsp:nvSpPr>
      <dsp:spPr>
        <a:xfrm>
          <a:off x="6690044" y="405255"/>
          <a:ext cx="1591382" cy="7956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Fusiones,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Escisiones o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Venta del 25% del CS</a:t>
          </a:r>
        </a:p>
      </dsp:txBody>
      <dsp:txXfrm>
        <a:off x="6713349" y="428560"/>
        <a:ext cx="1544772" cy="749081"/>
      </dsp:txXfrm>
    </dsp:sp>
    <dsp:sp modelId="{F1DF3B1D-7316-42CF-BAF6-AF474C2CD0AB}">
      <dsp:nvSpPr>
        <dsp:cNvPr id="0" name=""/>
        <dsp:cNvSpPr/>
      </dsp:nvSpPr>
      <dsp:spPr>
        <a:xfrm>
          <a:off x="8281427" y="786643"/>
          <a:ext cx="636553" cy="32915"/>
        </a:xfrm>
        <a:custGeom>
          <a:avLst/>
          <a:gdLst/>
          <a:ahLst/>
          <a:cxnLst/>
          <a:rect l="0" t="0" r="0" b="0"/>
          <a:pathLst>
            <a:path>
              <a:moveTo>
                <a:pt x="0" y="16457"/>
              </a:moveTo>
              <a:lnTo>
                <a:pt x="636553" y="164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8583790" y="787187"/>
        <a:ext cx="31827" cy="31827"/>
      </dsp:txXfrm>
    </dsp:sp>
    <dsp:sp modelId="{71E42BA3-008B-4D47-88BD-857969FD30C3}">
      <dsp:nvSpPr>
        <dsp:cNvPr id="0" name=""/>
        <dsp:cNvSpPr/>
      </dsp:nvSpPr>
      <dsp:spPr>
        <a:xfrm>
          <a:off x="8917980" y="405255"/>
          <a:ext cx="1591382" cy="795691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Sin Requisitos</a:t>
          </a:r>
        </a:p>
      </dsp:txBody>
      <dsp:txXfrm>
        <a:off x="8941285" y="428560"/>
        <a:ext cx="1544772" cy="749081"/>
      </dsp:txXfrm>
    </dsp:sp>
    <dsp:sp modelId="{0F07E6A6-3575-448E-BD46-EE4BA3AFBB75}">
      <dsp:nvSpPr>
        <dsp:cNvPr id="0" name=""/>
        <dsp:cNvSpPr/>
      </dsp:nvSpPr>
      <dsp:spPr>
        <a:xfrm rot="3310531">
          <a:off x="5814428" y="2159211"/>
          <a:ext cx="1114678" cy="32915"/>
        </a:xfrm>
        <a:custGeom>
          <a:avLst/>
          <a:gdLst/>
          <a:ahLst/>
          <a:cxnLst/>
          <a:rect l="0" t="0" r="0" b="0"/>
          <a:pathLst>
            <a:path>
              <a:moveTo>
                <a:pt x="0" y="16457"/>
              </a:moveTo>
              <a:lnTo>
                <a:pt x="1114678" y="164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6343901" y="2147802"/>
        <a:ext cx="55733" cy="55733"/>
      </dsp:txXfrm>
    </dsp:sp>
    <dsp:sp modelId="{FDFE6AC1-E88A-4D84-B5B7-672C09672B09}">
      <dsp:nvSpPr>
        <dsp:cNvPr id="0" name=""/>
        <dsp:cNvSpPr/>
      </dsp:nvSpPr>
      <dsp:spPr>
        <a:xfrm>
          <a:off x="6690044" y="2235345"/>
          <a:ext cx="1591382" cy="7956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Otros casos</a:t>
          </a:r>
        </a:p>
      </dsp:txBody>
      <dsp:txXfrm>
        <a:off x="6713349" y="2258650"/>
        <a:ext cx="1544772" cy="749081"/>
      </dsp:txXfrm>
    </dsp:sp>
    <dsp:sp modelId="{D22535E8-D9FB-4D3E-BB63-6D6E7AD38A78}">
      <dsp:nvSpPr>
        <dsp:cNvPr id="0" name=""/>
        <dsp:cNvSpPr/>
      </dsp:nvSpPr>
      <dsp:spPr>
        <a:xfrm rot="18289469">
          <a:off x="8042364" y="2159211"/>
          <a:ext cx="1114678" cy="32915"/>
        </a:xfrm>
        <a:custGeom>
          <a:avLst/>
          <a:gdLst/>
          <a:ahLst/>
          <a:cxnLst/>
          <a:rect l="0" t="0" r="0" b="0"/>
          <a:pathLst>
            <a:path>
              <a:moveTo>
                <a:pt x="0" y="16457"/>
              </a:moveTo>
              <a:lnTo>
                <a:pt x="1114678" y="164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8571837" y="2147802"/>
        <a:ext cx="55733" cy="55733"/>
      </dsp:txXfrm>
    </dsp:sp>
    <dsp:sp modelId="{BF5FCBF5-0760-4B8E-97BA-FF1751052286}">
      <dsp:nvSpPr>
        <dsp:cNvPr id="0" name=""/>
        <dsp:cNvSpPr/>
      </dsp:nvSpPr>
      <dsp:spPr>
        <a:xfrm>
          <a:off x="8917980" y="1320300"/>
          <a:ext cx="1591382" cy="7956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Sin pérdida en el ejercicio del cambio</a:t>
          </a:r>
        </a:p>
      </dsp:txBody>
      <dsp:txXfrm>
        <a:off x="8941285" y="1343605"/>
        <a:ext cx="1544772" cy="749081"/>
      </dsp:txXfrm>
    </dsp:sp>
    <dsp:sp modelId="{7A749F1A-9B41-485E-B636-F2E6F4D12AC8}">
      <dsp:nvSpPr>
        <dsp:cNvPr id="0" name=""/>
        <dsp:cNvSpPr/>
      </dsp:nvSpPr>
      <dsp:spPr>
        <a:xfrm>
          <a:off x="8281427" y="2616734"/>
          <a:ext cx="636553" cy="32915"/>
        </a:xfrm>
        <a:custGeom>
          <a:avLst/>
          <a:gdLst/>
          <a:ahLst/>
          <a:cxnLst/>
          <a:rect l="0" t="0" r="0" b="0"/>
          <a:pathLst>
            <a:path>
              <a:moveTo>
                <a:pt x="0" y="16457"/>
              </a:moveTo>
              <a:lnTo>
                <a:pt x="636553" y="164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8583790" y="2617277"/>
        <a:ext cx="31827" cy="31827"/>
      </dsp:txXfrm>
    </dsp:sp>
    <dsp:sp modelId="{60E27077-CBF1-4D45-A516-2670F4BB3110}">
      <dsp:nvSpPr>
        <dsp:cNvPr id="0" name=""/>
        <dsp:cNvSpPr/>
      </dsp:nvSpPr>
      <dsp:spPr>
        <a:xfrm>
          <a:off x="8917980" y="2235345"/>
          <a:ext cx="1591382" cy="7956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Sin pérdidas en cualquiera de  los 3 ejercicios anteriores</a:t>
          </a:r>
        </a:p>
      </dsp:txBody>
      <dsp:txXfrm>
        <a:off x="8941285" y="2258650"/>
        <a:ext cx="1544772" cy="749081"/>
      </dsp:txXfrm>
    </dsp:sp>
    <dsp:sp modelId="{87138A09-E1A8-4AC2-8FE4-EA7985B5149D}">
      <dsp:nvSpPr>
        <dsp:cNvPr id="0" name=""/>
        <dsp:cNvSpPr/>
      </dsp:nvSpPr>
      <dsp:spPr>
        <a:xfrm rot="3310531">
          <a:off x="8042364" y="3074256"/>
          <a:ext cx="1114678" cy="32915"/>
        </a:xfrm>
        <a:custGeom>
          <a:avLst/>
          <a:gdLst/>
          <a:ahLst/>
          <a:cxnLst/>
          <a:rect l="0" t="0" r="0" b="0"/>
          <a:pathLst>
            <a:path>
              <a:moveTo>
                <a:pt x="0" y="16457"/>
              </a:moveTo>
              <a:lnTo>
                <a:pt x="1114678" y="164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8571837" y="3062847"/>
        <a:ext cx="55733" cy="55733"/>
      </dsp:txXfrm>
    </dsp:sp>
    <dsp:sp modelId="{B71DE48A-B5F3-4288-8A43-1190E8C749EE}">
      <dsp:nvSpPr>
        <dsp:cNvPr id="0" name=""/>
        <dsp:cNvSpPr/>
      </dsp:nvSpPr>
      <dsp:spPr>
        <a:xfrm>
          <a:off x="8917980" y="3150391"/>
          <a:ext cx="1591382" cy="7956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Sin que el cambio genere pérdida</a:t>
          </a:r>
        </a:p>
      </dsp:txBody>
      <dsp:txXfrm>
        <a:off x="8941285" y="3173696"/>
        <a:ext cx="1544772" cy="749081"/>
      </dsp:txXfrm>
    </dsp:sp>
    <dsp:sp modelId="{37D9616B-8054-4874-A656-A7B134E17004}">
      <dsp:nvSpPr>
        <dsp:cNvPr id="0" name=""/>
        <dsp:cNvSpPr/>
      </dsp:nvSpPr>
      <dsp:spPr>
        <a:xfrm rot="3310531">
          <a:off x="3586492" y="3074256"/>
          <a:ext cx="1114678" cy="32915"/>
        </a:xfrm>
        <a:custGeom>
          <a:avLst/>
          <a:gdLst/>
          <a:ahLst/>
          <a:cxnLst/>
          <a:rect l="0" t="0" r="0" b="0"/>
          <a:pathLst>
            <a:path>
              <a:moveTo>
                <a:pt x="0" y="16457"/>
              </a:moveTo>
              <a:lnTo>
                <a:pt x="1114678" y="164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4115965" y="3062847"/>
        <a:ext cx="55733" cy="55733"/>
      </dsp:txXfrm>
    </dsp:sp>
    <dsp:sp modelId="{E817EC63-C63D-4222-B510-CCA2F78F048C}">
      <dsp:nvSpPr>
        <dsp:cNvPr id="0" name=""/>
        <dsp:cNvSpPr/>
      </dsp:nvSpPr>
      <dsp:spPr>
        <a:xfrm>
          <a:off x="4462108" y="3150391"/>
          <a:ext cx="1591382" cy="7956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Transcurridos 5 años</a:t>
          </a:r>
        </a:p>
      </dsp:txBody>
      <dsp:txXfrm>
        <a:off x="4485413" y="3173696"/>
        <a:ext cx="1544772" cy="749081"/>
      </dsp:txXfrm>
    </dsp:sp>
    <dsp:sp modelId="{3C8548BA-6C99-4E85-A8D1-FE69803C8622}">
      <dsp:nvSpPr>
        <dsp:cNvPr id="0" name=""/>
        <dsp:cNvSpPr/>
      </dsp:nvSpPr>
      <dsp:spPr>
        <a:xfrm>
          <a:off x="6053491" y="3531779"/>
          <a:ext cx="636553" cy="32915"/>
        </a:xfrm>
        <a:custGeom>
          <a:avLst/>
          <a:gdLst/>
          <a:ahLst/>
          <a:cxnLst/>
          <a:rect l="0" t="0" r="0" b="0"/>
          <a:pathLst>
            <a:path>
              <a:moveTo>
                <a:pt x="0" y="16457"/>
              </a:moveTo>
              <a:lnTo>
                <a:pt x="636553" y="164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6355854" y="3532322"/>
        <a:ext cx="31827" cy="31827"/>
      </dsp:txXfrm>
    </dsp:sp>
    <dsp:sp modelId="{B6D4A24F-D80A-4215-AE9A-73C50F945EE0}">
      <dsp:nvSpPr>
        <dsp:cNvPr id="0" name=""/>
        <dsp:cNvSpPr/>
      </dsp:nvSpPr>
      <dsp:spPr>
        <a:xfrm>
          <a:off x="6690044" y="3150391"/>
          <a:ext cx="1591382" cy="795691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Sin Requisitos</a:t>
          </a:r>
        </a:p>
      </dsp:txBody>
      <dsp:txXfrm>
        <a:off x="6713349" y="3173696"/>
        <a:ext cx="1544772" cy="7490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B6B016-AA8D-4C44-87BA-CA8F8C683CD3}">
      <dsp:nvSpPr>
        <dsp:cNvPr id="0" name=""/>
        <dsp:cNvSpPr/>
      </dsp:nvSpPr>
      <dsp:spPr>
        <a:xfrm>
          <a:off x="403338" y="1164322"/>
          <a:ext cx="4045384" cy="20226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900" kern="1200" dirty="0"/>
            <a:t>Ganancia o (Pérdida)</a:t>
          </a:r>
        </a:p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LISR 18-IV</a:t>
          </a:r>
        </a:p>
      </dsp:txBody>
      <dsp:txXfrm>
        <a:off x="462581" y="1223565"/>
        <a:ext cx="3926898" cy="1904206"/>
      </dsp:txXfrm>
    </dsp:sp>
    <dsp:sp modelId="{6BB5C12D-44FB-48AB-8304-E8977A376F74}">
      <dsp:nvSpPr>
        <dsp:cNvPr id="0" name=""/>
        <dsp:cNvSpPr/>
      </dsp:nvSpPr>
      <dsp:spPr>
        <a:xfrm rot="19457599">
          <a:off x="4261418" y="1552309"/>
          <a:ext cx="1992762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992762" y="4183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5207980" y="1544325"/>
        <a:ext cx="99638" cy="99638"/>
      </dsp:txXfrm>
    </dsp:sp>
    <dsp:sp modelId="{83F09A79-7643-4BFF-B2C1-290AB7DB58AA}">
      <dsp:nvSpPr>
        <dsp:cNvPr id="0" name=""/>
        <dsp:cNvSpPr/>
      </dsp:nvSpPr>
      <dsp:spPr>
        <a:xfrm>
          <a:off x="6066876" y="1274"/>
          <a:ext cx="4045384" cy="2022692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735" tIns="38735" rIns="38735" bIns="38735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100" kern="1200" dirty="0"/>
            <a:t>Valor de Enajenación</a:t>
          </a:r>
        </a:p>
      </dsp:txBody>
      <dsp:txXfrm>
        <a:off x="6126119" y="60517"/>
        <a:ext cx="3926898" cy="1904206"/>
      </dsp:txXfrm>
    </dsp:sp>
    <dsp:sp modelId="{08884F99-80FC-4D79-8AA4-9B050DBB4E46}">
      <dsp:nvSpPr>
        <dsp:cNvPr id="0" name=""/>
        <dsp:cNvSpPr/>
      </dsp:nvSpPr>
      <dsp:spPr>
        <a:xfrm rot="2142401">
          <a:off x="4261418" y="2715357"/>
          <a:ext cx="1992762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992762" y="4183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5207980" y="2707373"/>
        <a:ext cx="99638" cy="99638"/>
      </dsp:txXfrm>
    </dsp:sp>
    <dsp:sp modelId="{7DC91028-55CC-446D-AB74-CBDC0753E8A3}">
      <dsp:nvSpPr>
        <dsp:cNvPr id="0" name=""/>
        <dsp:cNvSpPr/>
      </dsp:nvSpPr>
      <dsp:spPr>
        <a:xfrm>
          <a:off x="6066876" y="2327370"/>
          <a:ext cx="4045384" cy="2022692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900" kern="1200" dirty="0"/>
            <a:t>Monto Pendiente de Deducir</a:t>
          </a:r>
        </a:p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LISR 31</a:t>
          </a:r>
        </a:p>
      </dsp:txBody>
      <dsp:txXfrm>
        <a:off x="6126119" y="2386613"/>
        <a:ext cx="3926898" cy="19042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D0B46B-FF90-4474-B38F-0A3D76A192B5}">
      <dsp:nvSpPr>
        <dsp:cNvPr id="0" name=""/>
        <dsp:cNvSpPr/>
      </dsp:nvSpPr>
      <dsp:spPr>
        <a:xfrm>
          <a:off x="4929" y="324822"/>
          <a:ext cx="1889521" cy="399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Reparaciones y Adaptaciones</a:t>
          </a:r>
        </a:p>
      </dsp:txBody>
      <dsp:txXfrm>
        <a:off x="4929" y="324822"/>
        <a:ext cx="1889521" cy="399114"/>
      </dsp:txXfrm>
    </dsp:sp>
    <dsp:sp modelId="{A18FF002-A7DE-4B8D-AD56-4E0FA7A3A4A1}">
      <dsp:nvSpPr>
        <dsp:cNvPr id="0" name=""/>
        <dsp:cNvSpPr/>
      </dsp:nvSpPr>
      <dsp:spPr>
        <a:xfrm>
          <a:off x="4929" y="723937"/>
          <a:ext cx="1889521" cy="33025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Son inversiones siempre que impliquen adiciones o mejoras al activo fijo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No son inversiones los gastos por conservación, mantenimiento y reparación, con el objeto de mantener el bien en condiciones de operación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</dsp:txBody>
      <dsp:txXfrm>
        <a:off x="4929" y="723937"/>
        <a:ext cx="1889521" cy="3302578"/>
      </dsp:txXfrm>
    </dsp:sp>
    <dsp:sp modelId="{78B4F291-C532-4311-9F30-8F33272633D3}">
      <dsp:nvSpPr>
        <dsp:cNvPr id="0" name=""/>
        <dsp:cNvSpPr/>
      </dsp:nvSpPr>
      <dsp:spPr>
        <a:xfrm>
          <a:off x="2158984" y="324822"/>
          <a:ext cx="1889521" cy="399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Automóviles y Aviones</a:t>
          </a:r>
        </a:p>
      </dsp:txBody>
      <dsp:txXfrm>
        <a:off x="2158984" y="324822"/>
        <a:ext cx="1889521" cy="399114"/>
      </dsp:txXfrm>
    </dsp:sp>
    <dsp:sp modelId="{FCAD5A38-53CB-48B1-8D23-BDF2554657B4}">
      <dsp:nvSpPr>
        <dsp:cNvPr id="0" name=""/>
        <dsp:cNvSpPr/>
      </dsp:nvSpPr>
      <dsp:spPr>
        <a:xfrm>
          <a:off x="2158984" y="723937"/>
          <a:ext cx="1889521" cy="33025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AUTOMOVILES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Sólo serán deducibles hasta por un monto de $175,000 y $250,000 si son eléctricos, híbridos o por hidrógeno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>
              <a:solidFill>
                <a:srgbClr val="FF0000"/>
              </a:solidFill>
            </a:rPr>
            <a:t>La limitación es a la deducción, no al MOI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AVIONES 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MOI limitado a $8.6 millones si no tienen concesión o permiso para su explotación comercial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>
              <a:solidFill>
                <a:srgbClr val="FF0000"/>
              </a:solidFill>
            </a:rPr>
            <a:t>La limitación es al MOI no a la deducción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>
            <a:solidFill>
              <a:srgbClr val="FF0000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La pérdida en enajenación o caso fortuito es proporcional al MOI deducible</a:t>
          </a:r>
        </a:p>
      </dsp:txBody>
      <dsp:txXfrm>
        <a:off x="2158984" y="723937"/>
        <a:ext cx="1889521" cy="3302578"/>
      </dsp:txXfrm>
    </dsp:sp>
    <dsp:sp modelId="{F2650154-7CEA-4C9D-A6E5-E5A9A2BE8315}">
      <dsp:nvSpPr>
        <dsp:cNvPr id="0" name=""/>
        <dsp:cNvSpPr/>
      </dsp:nvSpPr>
      <dsp:spPr>
        <a:xfrm>
          <a:off x="4313039" y="324822"/>
          <a:ext cx="1889521" cy="399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Arrendamiento de Automóviles y Aviones</a:t>
          </a:r>
        </a:p>
      </dsp:txBody>
      <dsp:txXfrm>
        <a:off x="4313039" y="324822"/>
        <a:ext cx="1889521" cy="399114"/>
      </dsp:txXfrm>
    </dsp:sp>
    <dsp:sp modelId="{7DC455E3-E3F4-4C0E-9FAD-CCE7006CABD1}">
      <dsp:nvSpPr>
        <dsp:cNvPr id="0" name=""/>
        <dsp:cNvSpPr/>
      </dsp:nvSpPr>
      <dsp:spPr>
        <a:xfrm>
          <a:off x="4313039" y="738005"/>
          <a:ext cx="1889521" cy="33025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Sin límite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Aplican los límites en caso de accionistas comunes o influencia preponderante</a:t>
          </a:r>
        </a:p>
      </dsp:txBody>
      <dsp:txXfrm>
        <a:off x="4313039" y="738005"/>
        <a:ext cx="1889521" cy="3302578"/>
      </dsp:txXfrm>
    </dsp:sp>
    <dsp:sp modelId="{13A0F0F3-8758-4EFD-A9FC-FE9D4C8F4F7C}">
      <dsp:nvSpPr>
        <dsp:cNvPr id="0" name=""/>
        <dsp:cNvSpPr/>
      </dsp:nvSpPr>
      <dsp:spPr>
        <a:xfrm>
          <a:off x="6467094" y="324822"/>
          <a:ext cx="1889521" cy="399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Instalaciones en Bienes Arrendados</a:t>
          </a:r>
        </a:p>
      </dsp:txBody>
      <dsp:txXfrm>
        <a:off x="6467094" y="324822"/>
        <a:ext cx="1889521" cy="399114"/>
      </dsp:txXfrm>
    </dsp:sp>
    <dsp:sp modelId="{C44A0415-1DA4-431D-8B23-CEF0B79FB1E4}">
      <dsp:nvSpPr>
        <dsp:cNvPr id="0" name=""/>
        <dsp:cNvSpPr/>
      </dsp:nvSpPr>
      <dsp:spPr>
        <a:xfrm>
          <a:off x="6467094" y="723937"/>
          <a:ext cx="1889521" cy="33025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Deducible como inversión propia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Al término del contrato se deduce el valor por redimir</a:t>
          </a:r>
        </a:p>
      </dsp:txBody>
      <dsp:txXfrm>
        <a:off x="6467094" y="723937"/>
        <a:ext cx="1889521" cy="3302578"/>
      </dsp:txXfrm>
    </dsp:sp>
    <dsp:sp modelId="{EEEB251F-7C3B-44E0-9296-E91EAC048B18}">
      <dsp:nvSpPr>
        <dsp:cNvPr id="0" name=""/>
        <dsp:cNvSpPr/>
      </dsp:nvSpPr>
      <dsp:spPr>
        <a:xfrm>
          <a:off x="8621148" y="324822"/>
          <a:ext cx="1889521" cy="399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Otras</a:t>
          </a:r>
        </a:p>
      </dsp:txBody>
      <dsp:txXfrm>
        <a:off x="8621148" y="324822"/>
        <a:ext cx="1889521" cy="399114"/>
      </dsp:txXfrm>
    </dsp:sp>
    <dsp:sp modelId="{CD733CB6-C073-40F9-81E2-1BD90312A158}">
      <dsp:nvSpPr>
        <dsp:cNvPr id="0" name=""/>
        <dsp:cNvSpPr/>
      </dsp:nvSpPr>
      <dsp:spPr>
        <a:xfrm>
          <a:off x="8621148" y="723937"/>
          <a:ext cx="1889521" cy="33025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FUSIONES Y ESCISIONES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Los valores no deberán ser superiores a los valores pendientes de deducir en la sociedad fusionada o escindente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Se considera fecha de adquisición la de la fusionada o escindida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REGALIAS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Deben estar efectivamente pagadas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EMISION DE VALORES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En proporción al monto redimido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Si el pago es al vencimiento, en proporción al plazo</a:t>
          </a:r>
        </a:p>
      </dsp:txBody>
      <dsp:txXfrm>
        <a:off x="8621148" y="723937"/>
        <a:ext cx="1889521" cy="33025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F96802-CBA9-4353-A540-6FFDC13C8A53}">
      <dsp:nvSpPr>
        <dsp:cNvPr id="0" name=""/>
        <dsp:cNvSpPr/>
      </dsp:nvSpPr>
      <dsp:spPr>
        <a:xfrm>
          <a:off x="1388" y="253086"/>
          <a:ext cx="1745163" cy="10380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Pérdida de los bienes</a:t>
          </a:r>
        </a:p>
      </dsp:txBody>
      <dsp:txXfrm>
        <a:off x="1388" y="253086"/>
        <a:ext cx="1745163" cy="692059"/>
      </dsp:txXfrm>
    </dsp:sp>
    <dsp:sp modelId="{CE275804-0354-4216-AD8D-36971ECA1836}">
      <dsp:nvSpPr>
        <dsp:cNvPr id="0" name=""/>
        <dsp:cNvSpPr/>
      </dsp:nvSpPr>
      <dsp:spPr>
        <a:xfrm>
          <a:off x="358831" y="945146"/>
          <a:ext cx="1745163" cy="31531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Deducibles en el ejercicio en que ocurran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PEPS en bienes no identificables</a:t>
          </a:r>
        </a:p>
      </dsp:txBody>
      <dsp:txXfrm>
        <a:off x="409945" y="996260"/>
        <a:ext cx="1642935" cy="3050876"/>
      </dsp:txXfrm>
    </dsp:sp>
    <dsp:sp modelId="{2D53F442-E5B8-48C2-AAF5-BF967B68455E}">
      <dsp:nvSpPr>
        <dsp:cNvPr id="0" name=""/>
        <dsp:cNvSpPr/>
      </dsp:nvSpPr>
      <dsp:spPr>
        <a:xfrm>
          <a:off x="2011112" y="381869"/>
          <a:ext cx="560868" cy="434495"/>
        </a:xfrm>
        <a:prstGeom prst="rightArrow">
          <a:avLst>
            <a:gd name="adj1" fmla="val 60000"/>
            <a:gd name="adj2" fmla="val 5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000" kern="1200" dirty="0"/>
        </a:p>
      </dsp:txBody>
      <dsp:txXfrm>
        <a:off x="2011112" y="468768"/>
        <a:ext cx="430520" cy="260697"/>
      </dsp:txXfrm>
    </dsp:sp>
    <dsp:sp modelId="{7B05F9EE-FEB3-4D27-822D-8C25162426BE}">
      <dsp:nvSpPr>
        <dsp:cNvPr id="0" name=""/>
        <dsp:cNvSpPr/>
      </dsp:nvSpPr>
      <dsp:spPr>
        <a:xfrm>
          <a:off x="2804794" y="253086"/>
          <a:ext cx="1745163" cy="10380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Cantidad recuperada</a:t>
          </a:r>
        </a:p>
      </dsp:txBody>
      <dsp:txXfrm>
        <a:off x="2804794" y="253086"/>
        <a:ext cx="1745163" cy="692059"/>
      </dsp:txXfrm>
    </dsp:sp>
    <dsp:sp modelId="{52D19E00-F27B-4697-8AEE-60C5551F1D77}">
      <dsp:nvSpPr>
        <dsp:cNvPr id="0" name=""/>
        <dsp:cNvSpPr/>
      </dsp:nvSpPr>
      <dsp:spPr>
        <a:xfrm>
          <a:off x="3162237" y="945146"/>
          <a:ext cx="1745163" cy="31531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Acumulable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No Acumulable si se reinvierte en bienes análogos o pago de pasivos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Plazo de 12 meses para efectuar la reinversión con posibilidad de prórroga</a:t>
          </a:r>
        </a:p>
      </dsp:txBody>
      <dsp:txXfrm>
        <a:off x="3213351" y="996260"/>
        <a:ext cx="1642935" cy="3050876"/>
      </dsp:txXfrm>
    </dsp:sp>
    <dsp:sp modelId="{0F8A78BD-6E71-4301-A303-7456A226D204}">
      <dsp:nvSpPr>
        <dsp:cNvPr id="0" name=""/>
        <dsp:cNvSpPr/>
      </dsp:nvSpPr>
      <dsp:spPr>
        <a:xfrm>
          <a:off x="4814517" y="381869"/>
          <a:ext cx="560868" cy="434495"/>
        </a:xfrm>
        <a:prstGeom prst="rightArrow">
          <a:avLst>
            <a:gd name="adj1" fmla="val 60000"/>
            <a:gd name="adj2" fmla="val 5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000" kern="1200" dirty="0"/>
        </a:p>
      </dsp:txBody>
      <dsp:txXfrm>
        <a:off x="4814517" y="468768"/>
        <a:ext cx="430520" cy="260697"/>
      </dsp:txXfrm>
    </dsp:sp>
    <dsp:sp modelId="{7D9E6193-2311-4190-BBE7-D7AF36FFBE50}">
      <dsp:nvSpPr>
        <dsp:cNvPr id="0" name=""/>
        <dsp:cNvSpPr/>
      </dsp:nvSpPr>
      <dsp:spPr>
        <a:xfrm>
          <a:off x="5608199" y="253086"/>
          <a:ext cx="1745163" cy="10380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Deducción de las cantidades reinvertidas</a:t>
          </a:r>
        </a:p>
      </dsp:txBody>
      <dsp:txXfrm>
        <a:off x="5608199" y="253086"/>
        <a:ext cx="1745163" cy="692059"/>
      </dsp:txXfrm>
    </dsp:sp>
    <dsp:sp modelId="{B12CBF91-41F5-405F-9B7D-C542D75FDBC0}">
      <dsp:nvSpPr>
        <dsp:cNvPr id="0" name=""/>
        <dsp:cNvSpPr/>
      </dsp:nvSpPr>
      <dsp:spPr>
        <a:xfrm>
          <a:off x="5965642" y="945146"/>
          <a:ext cx="1745163" cy="31531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Proveniente de la Recuperación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Porciento autorizado sobre MOI del bien perdido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Sin exceder monto pendiente al momento de la pérdida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Las cantidades adicionales se consideran una inversión diferente</a:t>
          </a:r>
        </a:p>
      </dsp:txBody>
      <dsp:txXfrm>
        <a:off x="6016756" y="996260"/>
        <a:ext cx="1642935" cy="3050876"/>
      </dsp:txXfrm>
    </dsp:sp>
    <dsp:sp modelId="{1D3E7251-BC62-4ED2-9FE5-72676AED2825}">
      <dsp:nvSpPr>
        <dsp:cNvPr id="0" name=""/>
        <dsp:cNvSpPr/>
      </dsp:nvSpPr>
      <dsp:spPr>
        <a:xfrm>
          <a:off x="7617923" y="381869"/>
          <a:ext cx="560868" cy="434495"/>
        </a:xfrm>
        <a:prstGeom prst="rightArrow">
          <a:avLst>
            <a:gd name="adj1" fmla="val 60000"/>
            <a:gd name="adj2" fmla="val 5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000" kern="1200" dirty="0"/>
        </a:p>
      </dsp:txBody>
      <dsp:txXfrm>
        <a:off x="7617923" y="468768"/>
        <a:ext cx="430520" cy="260697"/>
      </dsp:txXfrm>
    </dsp:sp>
    <dsp:sp modelId="{5BBB4E40-70F1-47C9-9E3D-B37B3B381E7A}">
      <dsp:nvSpPr>
        <dsp:cNvPr id="0" name=""/>
        <dsp:cNvSpPr/>
      </dsp:nvSpPr>
      <dsp:spPr>
        <a:xfrm>
          <a:off x="8411604" y="253086"/>
          <a:ext cx="1745163" cy="10380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Acumulación de las cantidades no reinvertidas</a:t>
          </a:r>
        </a:p>
      </dsp:txBody>
      <dsp:txXfrm>
        <a:off x="8411604" y="253086"/>
        <a:ext cx="1745163" cy="692059"/>
      </dsp:txXfrm>
    </dsp:sp>
    <dsp:sp modelId="{09BDCDCE-EB19-4567-BC74-06E9B97578D9}">
      <dsp:nvSpPr>
        <dsp:cNvPr id="0" name=""/>
        <dsp:cNvSpPr/>
      </dsp:nvSpPr>
      <dsp:spPr>
        <a:xfrm>
          <a:off x="8769047" y="945146"/>
          <a:ext cx="1745163" cy="31531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En el ejercicio en que concluya el plazo para su reinversión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Actualizada por inflación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Mes más reciente: el de acumulación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Mes más antiguo: el de recuperación</a:t>
          </a:r>
        </a:p>
      </dsp:txBody>
      <dsp:txXfrm>
        <a:off x="8820161" y="996260"/>
        <a:ext cx="1642935" cy="30508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56161F-E75A-44F4-9800-C36A21552173}">
      <dsp:nvSpPr>
        <dsp:cNvPr id="0" name=""/>
        <dsp:cNvSpPr/>
      </dsp:nvSpPr>
      <dsp:spPr>
        <a:xfrm>
          <a:off x="6649888" y="0"/>
          <a:ext cx="2088132" cy="4351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000" kern="1200" dirty="0"/>
            <a:t>Efectos</a:t>
          </a:r>
        </a:p>
      </dsp:txBody>
      <dsp:txXfrm>
        <a:off x="6649888" y="0"/>
        <a:ext cx="2088132" cy="1305401"/>
      </dsp:txXfrm>
    </dsp:sp>
    <dsp:sp modelId="{AEBBFB3E-7CA8-495F-81DB-E333A2EE444A}">
      <dsp:nvSpPr>
        <dsp:cNvPr id="0" name=""/>
        <dsp:cNvSpPr/>
      </dsp:nvSpPr>
      <dsp:spPr>
        <a:xfrm>
          <a:off x="4213733" y="0"/>
          <a:ext cx="2088132" cy="4351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000" kern="1200" dirty="0"/>
            <a:t>Opción Terminal</a:t>
          </a:r>
        </a:p>
      </dsp:txBody>
      <dsp:txXfrm>
        <a:off x="4213733" y="0"/>
        <a:ext cx="2088132" cy="1305401"/>
      </dsp:txXfrm>
    </dsp:sp>
    <dsp:sp modelId="{4B19DDF3-93ED-4632-B86D-A04CDF6A3DBD}">
      <dsp:nvSpPr>
        <dsp:cNvPr id="0" name=""/>
        <dsp:cNvSpPr/>
      </dsp:nvSpPr>
      <dsp:spPr>
        <a:xfrm>
          <a:off x="1777579" y="0"/>
          <a:ext cx="2088132" cy="4351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000" kern="1200" dirty="0"/>
            <a:t>MOI</a:t>
          </a:r>
        </a:p>
      </dsp:txBody>
      <dsp:txXfrm>
        <a:off x="1777579" y="0"/>
        <a:ext cx="2088132" cy="1305401"/>
      </dsp:txXfrm>
    </dsp:sp>
    <dsp:sp modelId="{E46CBC00-5104-4BE4-9D20-0F3EAA41FD20}">
      <dsp:nvSpPr>
        <dsp:cNvPr id="0" name=""/>
        <dsp:cNvSpPr/>
      </dsp:nvSpPr>
      <dsp:spPr>
        <a:xfrm>
          <a:off x="1951590" y="2306315"/>
          <a:ext cx="1740110" cy="8700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Valor del bien pactado en el contrato</a:t>
          </a:r>
        </a:p>
      </dsp:txBody>
      <dsp:txXfrm>
        <a:off x="1977073" y="2331798"/>
        <a:ext cx="1689144" cy="819089"/>
      </dsp:txXfrm>
    </dsp:sp>
    <dsp:sp modelId="{5602DC75-D979-4ED7-84BA-114ABB5EB298}">
      <dsp:nvSpPr>
        <dsp:cNvPr id="0" name=""/>
        <dsp:cNvSpPr/>
      </dsp:nvSpPr>
      <dsp:spPr>
        <a:xfrm rot="18289469">
          <a:off x="3430295" y="2223065"/>
          <a:ext cx="1218853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1218853" y="179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4009251" y="2210589"/>
        <a:ext cx="60942" cy="60942"/>
      </dsp:txXfrm>
    </dsp:sp>
    <dsp:sp modelId="{281B0C78-735C-4333-8638-A4D7E50886DA}">
      <dsp:nvSpPr>
        <dsp:cNvPr id="0" name=""/>
        <dsp:cNvSpPr/>
      </dsp:nvSpPr>
      <dsp:spPr>
        <a:xfrm>
          <a:off x="4387744" y="1305751"/>
          <a:ext cx="1740110" cy="8700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Compra</a:t>
          </a:r>
        </a:p>
      </dsp:txBody>
      <dsp:txXfrm>
        <a:off x="4413227" y="1331234"/>
        <a:ext cx="1689144" cy="819089"/>
      </dsp:txXfrm>
    </dsp:sp>
    <dsp:sp modelId="{F905FA90-D3C9-4901-9D18-0B1A8B860B63}">
      <dsp:nvSpPr>
        <dsp:cNvPr id="0" name=""/>
        <dsp:cNvSpPr/>
      </dsp:nvSpPr>
      <dsp:spPr>
        <a:xfrm>
          <a:off x="6127855" y="1722783"/>
          <a:ext cx="696044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696044" y="179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6458476" y="1723378"/>
        <a:ext cx="34802" cy="34802"/>
      </dsp:txXfrm>
    </dsp:sp>
    <dsp:sp modelId="{CDECE6C8-38C1-453E-A205-86BC32FA07B6}">
      <dsp:nvSpPr>
        <dsp:cNvPr id="0" name=""/>
        <dsp:cNvSpPr/>
      </dsp:nvSpPr>
      <dsp:spPr>
        <a:xfrm>
          <a:off x="6823899" y="1305751"/>
          <a:ext cx="1740110" cy="8700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Complemento al MOI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(Deducción en años faltantes)</a:t>
          </a:r>
        </a:p>
      </dsp:txBody>
      <dsp:txXfrm>
        <a:off x="6849382" y="1331234"/>
        <a:ext cx="1689144" cy="819089"/>
      </dsp:txXfrm>
    </dsp:sp>
    <dsp:sp modelId="{FC3C7BE6-0E2A-4F9C-979D-8127708E1831}">
      <dsp:nvSpPr>
        <dsp:cNvPr id="0" name=""/>
        <dsp:cNvSpPr/>
      </dsp:nvSpPr>
      <dsp:spPr>
        <a:xfrm>
          <a:off x="3691700" y="2723347"/>
          <a:ext cx="696044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696044" y="179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4022321" y="2723941"/>
        <a:ext cx="34802" cy="34802"/>
      </dsp:txXfrm>
    </dsp:sp>
    <dsp:sp modelId="{5B75CFC2-640C-4524-A882-5315732D7688}">
      <dsp:nvSpPr>
        <dsp:cNvPr id="0" name=""/>
        <dsp:cNvSpPr/>
      </dsp:nvSpPr>
      <dsp:spPr>
        <a:xfrm>
          <a:off x="4387744" y="2306315"/>
          <a:ext cx="1740110" cy="8700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Prórroga del Contrato</a:t>
          </a:r>
        </a:p>
      </dsp:txBody>
      <dsp:txXfrm>
        <a:off x="4413227" y="2331798"/>
        <a:ext cx="1689144" cy="819089"/>
      </dsp:txXfrm>
    </dsp:sp>
    <dsp:sp modelId="{694FA4A1-E018-4ABB-AD34-9DE635C9522A}">
      <dsp:nvSpPr>
        <dsp:cNvPr id="0" name=""/>
        <dsp:cNvSpPr/>
      </dsp:nvSpPr>
      <dsp:spPr>
        <a:xfrm>
          <a:off x="6127855" y="2723347"/>
          <a:ext cx="696044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696044" y="179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6458476" y="2723941"/>
        <a:ext cx="34802" cy="34802"/>
      </dsp:txXfrm>
    </dsp:sp>
    <dsp:sp modelId="{9CBBC86B-C826-4D49-9ED2-97DB573CFE2A}">
      <dsp:nvSpPr>
        <dsp:cNvPr id="0" name=""/>
        <dsp:cNvSpPr/>
      </dsp:nvSpPr>
      <dsp:spPr>
        <a:xfrm>
          <a:off x="6823899" y="2306315"/>
          <a:ext cx="1740110" cy="8700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Complemento al MOI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(Deducción en años faltantes)</a:t>
          </a:r>
        </a:p>
      </dsp:txBody>
      <dsp:txXfrm>
        <a:off x="6849382" y="2331798"/>
        <a:ext cx="1689144" cy="819089"/>
      </dsp:txXfrm>
    </dsp:sp>
    <dsp:sp modelId="{DD95DA99-568D-408F-A063-E485FE3C7DFB}">
      <dsp:nvSpPr>
        <dsp:cNvPr id="0" name=""/>
        <dsp:cNvSpPr/>
      </dsp:nvSpPr>
      <dsp:spPr>
        <a:xfrm rot="3310531">
          <a:off x="3430295" y="3223629"/>
          <a:ext cx="1218853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1218853" y="179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4009251" y="3211153"/>
        <a:ext cx="60942" cy="60942"/>
      </dsp:txXfrm>
    </dsp:sp>
    <dsp:sp modelId="{F22FBF59-07E6-49A2-A531-2BCC12548ECA}">
      <dsp:nvSpPr>
        <dsp:cNvPr id="0" name=""/>
        <dsp:cNvSpPr/>
      </dsp:nvSpPr>
      <dsp:spPr>
        <a:xfrm>
          <a:off x="4387744" y="3306878"/>
          <a:ext cx="1740110" cy="8700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Participación en la Enajenación</a:t>
          </a:r>
        </a:p>
      </dsp:txBody>
      <dsp:txXfrm>
        <a:off x="4413227" y="3332361"/>
        <a:ext cx="1689144" cy="819089"/>
      </dsp:txXfrm>
    </dsp:sp>
    <dsp:sp modelId="{BDC1CA73-C37F-45C4-B18E-D4AC9BCD13CE}">
      <dsp:nvSpPr>
        <dsp:cNvPr id="0" name=""/>
        <dsp:cNvSpPr/>
      </dsp:nvSpPr>
      <dsp:spPr>
        <a:xfrm>
          <a:off x="6127855" y="3723910"/>
          <a:ext cx="696044" cy="35991"/>
        </a:xfrm>
        <a:custGeom>
          <a:avLst/>
          <a:gdLst/>
          <a:ahLst/>
          <a:cxnLst/>
          <a:rect l="0" t="0" r="0" b="0"/>
          <a:pathLst>
            <a:path>
              <a:moveTo>
                <a:pt x="0" y="17995"/>
              </a:moveTo>
              <a:lnTo>
                <a:pt x="696044" y="179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 dirty="0"/>
        </a:p>
      </dsp:txBody>
      <dsp:txXfrm>
        <a:off x="6458476" y="3724505"/>
        <a:ext cx="34802" cy="34802"/>
      </dsp:txXfrm>
    </dsp:sp>
    <dsp:sp modelId="{CF0E821C-6106-443F-8A2B-5543CD1AB067}">
      <dsp:nvSpPr>
        <dsp:cNvPr id="0" name=""/>
        <dsp:cNvSpPr/>
      </dsp:nvSpPr>
      <dsp:spPr>
        <a:xfrm>
          <a:off x="6823899" y="3306878"/>
          <a:ext cx="1740110" cy="8700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Pagos realizados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- Monto Deducido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- Ingreso</a:t>
          </a:r>
          <a:endParaRPr lang="es-MX" sz="1500" kern="1200" dirty="0"/>
        </a:p>
      </dsp:txBody>
      <dsp:txXfrm>
        <a:off x="6849382" y="3332361"/>
        <a:ext cx="1689144" cy="819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DADA5-1432-4ED5-B40A-5C3B87BA0513}" type="datetimeFigureOut">
              <a:rPr lang="es-MX" smtClean="0"/>
              <a:t>18/02/2025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33192-6708-4D6C-9625-D9176BB571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659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5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8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9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955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3147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8662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9551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59BA0-95C0-699C-B884-C88D1AF72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CF96C-6F34-1046-A5A4-016848205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9418E-13A9-C0C1-A01F-28CD4976DD61}"/>
              </a:ext>
            </a:extLst>
          </p:cNvPr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2A9AE-0CBC-8BB2-09E7-4DFBC9B07D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1040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8914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1129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064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0627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686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5159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1477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0776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75161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9182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5371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69182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55750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2952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28252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06695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34085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35624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83483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26041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93813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5331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11249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94368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47412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95776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713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F5F13-D572-8756-8C42-F3FC2E07E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450175-8837-7EE1-E5BA-0724088F6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D13B4D-F54A-4B81-9D6E-BC07F7324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18/02/2025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1A275E-AE26-A7FC-BF75-25A393109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559CDD-200E-CD58-1EA1-E720F2C1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889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F5EC2-6ECB-E74D-E075-758C0D72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E3D798-6DEC-81FD-27A6-4E57B7DB8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89ADBF-7F7D-7632-1E03-493B0534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18/02/2025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7DD143-EA8F-3867-0BC1-7A26F4C6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9D990E-5B9E-8D52-1315-727CB882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018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37D38-0FBE-BC0E-EE34-A22E63C8A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1E5F97-8842-C92D-446E-A5A89934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2C067B-DA21-6004-1B79-1F6EC62E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18/02/2025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74EB7D-655B-61F8-684F-2542C2076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A88FFF-AF1B-101F-CA04-24A60B909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37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A6DC7-F673-1C29-5A20-285707C22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6E6B38-8FF7-1567-28E8-43F4BD9F2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246D4D-1865-7D3E-81BC-A3DF5705D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144D13-53DD-7F24-DEA5-DD3745C90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18/02/2025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D051E2-F88F-5DC8-C2C2-DB71E4BB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21BBB0-8DFD-C793-0F99-349139335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652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C8F6C-A74A-56EF-3FD7-73EBC1EDA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0C866A-7177-9059-CB97-1166DA527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DF9212-1DB4-E15E-B037-3A69FFBB2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C19E42-1C13-10A1-544C-568CF81A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2C8D018-0A64-1B80-2691-306A64E8E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6D582CE-A0C4-C279-6DD8-C4532682A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18/02/2025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E45CB52-2CC2-005B-21ED-ED06AE0F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9E8EBF0-7BA2-C5C7-6CFB-4D529DC1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3281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419FC-3D7B-61E3-B435-4FDE9C10F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643024D-427C-60A3-F7F3-672C6158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18/02/2025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9E71A2-5177-44E6-4D61-F78025E2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3C4841-39E5-574C-D9BB-25314142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3891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939F7D-4CFE-7C28-1042-F1BB5E42A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18/02/2025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372BBC7-D29C-6A6D-A22C-CE149931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E587B7-1EC0-2068-C847-8E2E09C4F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34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3CE5E-FCB7-3F1B-52E9-AA1B4E96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F8271D-81F5-6BDF-9914-90C595B76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BBD6B2-F264-0B05-2E82-C9F3E0C65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0BEB91-1606-C46C-7916-F9170B92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18/02/2025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CCE613-12C2-6751-52FF-684BCA83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4CFAC2-8510-B915-2B5B-7688AEC2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116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790E5-92D0-EB1F-4967-3206860D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FEA619-C602-15B0-0FE4-F16551339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0E2919-2717-24D5-714C-2BFB58AC1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6D0114-92FC-F8D2-97F5-FE839CEC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18/02/2025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13C8E2-6816-B348-CE3F-0F2681E9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E7CB8A-1634-DF0B-D17D-43E8DDC1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825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9F699-3880-A3C3-E913-85E24AAE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441E86-B08B-C71F-EB5A-FE2415FA7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CA9FC9-7EAE-0756-A23C-F89EEBF79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18/02/2025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383D73-B2B4-D582-C8AA-8B497678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4A3D1B-DF02-01D9-7A52-016301C0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4907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D43CE4-6443-C8F4-0310-52F9282B02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B572F7-A20B-168E-1FA1-747B809C6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1CD70B-083E-B6C4-5D9D-D6E0C624C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18/02/2025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C0F76B-CEAD-FAB4-CE3B-051C7052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A1861A-B7B4-366C-044D-16C5AFE8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5118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2FB111-B70C-85E1-6921-091C1DF2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71E1CA-229D-FF6B-92B5-1015E4539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978A5D-DA29-2A59-89F4-DCE282CC8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B06AF-F33A-4E3D-AA83-FF85CDF753DC}" type="datetimeFigureOut">
              <a:rPr lang="es-MX" smtClean="0"/>
              <a:t>18/02/2025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164C7B-44EA-6147-3C49-5BE7CDF2A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83FD0A-0838-DBD1-1F34-AC981DA8C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796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D8192-F04F-7F3C-50FE-04DD99D8F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6000" dirty="0"/>
              <a:t>VI. Deducción de inversiones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0728B5-07B1-799C-1E74-BEA75308B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055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Definición de Inversiones</a:t>
            </a:r>
            <a:r>
              <a:rPr lang="es-MX" sz="1800" dirty="0"/>
              <a:t> LISR 32</a:t>
            </a:r>
            <a:endParaRPr lang="es-MX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94181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Definir el tipo de inversión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62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Activo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Activo Fijo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Gasto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Cargo Diferido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Erogación en Periodo</a:t>
                      </a:r>
                      <a:r>
                        <a:rPr lang="es-MX" baseline="0" dirty="0"/>
                        <a:t> Preoperativo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Terreno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Obra de Arte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Automóvil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Semovientes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Concesión</a:t>
                      </a:r>
                      <a:r>
                        <a:rPr lang="es-MX" baseline="0" dirty="0"/>
                        <a:t> carretera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Edificio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Software (paquete)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Software (Explot.)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Prospección</a:t>
                      </a:r>
                      <a:r>
                        <a:rPr lang="es-MX" baseline="0" dirty="0"/>
                        <a:t> minera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Franquicia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18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93B34-983D-4924-8EA3-A6EC0A78077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68626" y="342264"/>
            <a:ext cx="10515600" cy="6231255"/>
          </a:xfrm>
        </p:spPr>
        <p:txBody>
          <a:bodyPr/>
          <a:lstStyle/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r>
              <a:rPr lang="es-MX" dirty="0"/>
              <a:t>MOI</a:t>
            </a:r>
          </a:p>
          <a:p>
            <a:pPr marL="0" indent="0" algn="ctr">
              <a:buNone/>
            </a:pPr>
            <a:r>
              <a:rPr lang="es-MX" sz="1600" dirty="0">
                <a:solidFill>
                  <a:srgbClr val="92D050"/>
                </a:solidFill>
              </a:rPr>
              <a:t>Por</a:t>
            </a:r>
          </a:p>
          <a:p>
            <a:pPr marL="0" indent="0" algn="ctr">
              <a:buNone/>
            </a:pPr>
            <a:r>
              <a:rPr lang="es-MX" dirty="0"/>
              <a:t>Tasa</a:t>
            </a:r>
          </a:p>
          <a:p>
            <a:pPr marL="0" indent="0" algn="ctr">
              <a:buNone/>
            </a:pPr>
            <a:r>
              <a:rPr lang="es-MX" dirty="0"/>
              <a:t>_____________________</a:t>
            </a:r>
          </a:p>
          <a:p>
            <a:pPr marL="0" indent="0" algn="ctr">
              <a:buNone/>
            </a:pPr>
            <a:r>
              <a:rPr lang="es-MX" dirty="0"/>
              <a:t>Deducción Histórica</a:t>
            </a:r>
          </a:p>
          <a:p>
            <a:pPr marL="0" indent="0" algn="ctr">
              <a:buNone/>
            </a:pPr>
            <a:r>
              <a:rPr lang="es-MX" sz="1600" dirty="0">
                <a:solidFill>
                  <a:srgbClr val="92D050"/>
                </a:solidFill>
              </a:rPr>
              <a:t>Por</a:t>
            </a:r>
          </a:p>
          <a:p>
            <a:pPr marL="0" indent="0" algn="ctr">
              <a:buNone/>
            </a:pPr>
            <a:r>
              <a:rPr lang="es-MX" dirty="0"/>
              <a:t>Factor de Actualización</a:t>
            </a:r>
          </a:p>
          <a:p>
            <a:pPr marL="0" indent="0" algn="ctr">
              <a:buNone/>
            </a:pPr>
            <a:r>
              <a:rPr lang="es-MX" dirty="0"/>
              <a:t>_____________________</a:t>
            </a:r>
          </a:p>
          <a:p>
            <a:pPr marL="0" indent="0" algn="ctr">
              <a:buNone/>
            </a:pPr>
            <a:r>
              <a:rPr lang="es-MX" dirty="0"/>
              <a:t>Deducción Actualizada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202DF979-1CE1-46BE-BB82-1A3C246EB40F}"/>
              </a:ext>
            </a:extLst>
          </p:cNvPr>
          <p:cNvSpPr/>
          <p:nvPr/>
        </p:nvSpPr>
        <p:spPr>
          <a:xfrm>
            <a:off x="8275983" y="304359"/>
            <a:ext cx="2723322" cy="864706"/>
          </a:xfrm>
          <a:prstGeom prst="wedgeRoundRectCallout">
            <a:avLst>
              <a:gd name="adj1" fmla="val -118279"/>
              <a:gd name="adj2" fmla="val 18433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Las tasas son máximas, pueden usarse tasas menores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819DCD26-D0BF-42A0-BA39-8002EC30D545}"/>
              </a:ext>
            </a:extLst>
          </p:cNvPr>
          <p:cNvSpPr/>
          <p:nvPr/>
        </p:nvSpPr>
        <p:spPr>
          <a:xfrm>
            <a:off x="467139" y="3334578"/>
            <a:ext cx="3160644" cy="1674743"/>
          </a:xfrm>
          <a:prstGeom prst="wedgeRoundRectCallout">
            <a:avLst>
              <a:gd name="adj1" fmla="val 79482"/>
              <a:gd name="adj2" fmla="val -416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Al ser las tasas anuales (12 meses) la deducción debe aplicarse proporcionalmente al número de </a:t>
            </a:r>
            <a:r>
              <a:rPr lang="es-MX" dirty="0">
                <a:solidFill>
                  <a:srgbClr val="92D050"/>
                </a:solidFill>
              </a:rPr>
              <a:t>meses completos</a:t>
            </a:r>
            <a:r>
              <a:rPr lang="es-MX" dirty="0"/>
              <a:t> de uso en el ejercicio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0D1D3F16-F5CF-4C25-AFD2-8BBF49DCF877}"/>
              </a:ext>
            </a:extLst>
          </p:cNvPr>
          <p:cNvSpPr/>
          <p:nvPr/>
        </p:nvSpPr>
        <p:spPr>
          <a:xfrm>
            <a:off x="168966" y="5526156"/>
            <a:ext cx="4234070" cy="864706"/>
          </a:xfrm>
          <a:prstGeom prst="wedgeRoundRectCallout">
            <a:avLst>
              <a:gd name="adj1" fmla="val 53110"/>
              <a:gd name="adj2" fmla="val -17428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El INPC más antiguo es el de la fecha de adquisición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B70BC05C-C633-4697-8ADF-7516EAC555CB}"/>
              </a:ext>
            </a:extLst>
          </p:cNvPr>
          <p:cNvSpPr/>
          <p:nvPr/>
        </p:nvSpPr>
        <p:spPr>
          <a:xfrm>
            <a:off x="8275983" y="5490153"/>
            <a:ext cx="3694042" cy="1063488"/>
          </a:xfrm>
          <a:prstGeom prst="wedgeRoundRectCallout">
            <a:avLst>
              <a:gd name="adj1" fmla="val -64152"/>
              <a:gd name="adj2" fmla="val -14591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El INPC más reciente es el del último mes de la primera mitad del </a:t>
            </a:r>
            <a:r>
              <a:rPr lang="es-MX" dirty="0">
                <a:solidFill>
                  <a:srgbClr val="92D050"/>
                </a:solidFill>
              </a:rPr>
              <a:t>periodo de uso</a:t>
            </a:r>
            <a:r>
              <a:rPr lang="es-MX" dirty="0"/>
              <a:t> en el ejercicio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1D56971E-0C42-40F7-BE4B-1BB2A0F13218}"/>
              </a:ext>
            </a:extLst>
          </p:cNvPr>
          <p:cNvSpPr/>
          <p:nvPr/>
        </p:nvSpPr>
        <p:spPr>
          <a:xfrm>
            <a:off x="9193694" y="3902985"/>
            <a:ext cx="2759765" cy="1252330"/>
          </a:xfrm>
          <a:prstGeom prst="wedgeRoundRectCallout">
            <a:avLst>
              <a:gd name="adj1" fmla="val -109429"/>
              <a:gd name="adj2" fmla="val -755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La deducción puede comenzar en el ejercicio en que inicia el uso </a:t>
            </a:r>
            <a:r>
              <a:rPr lang="es-MX" dirty="0">
                <a:solidFill>
                  <a:srgbClr val="FFFF00"/>
                </a:solidFill>
              </a:rPr>
              <a:t>(SIM) </a:t>
            </a:r>
            <a:r>
              <a:rPr lang="es-MX" dirty="0"/>
              <a:t>o en el siguiente </a:t>
            </a:r>
            <a:r>
              <a:rPr lang="es-MX" dirty="0">
                <a:solidFill>
                  <a:srgbClr val="FFFF00"/>
                </a:solidFill>
              </a:rPr>
              <a:t>(SIA)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538E1D94-C3F5-4675-9CA0-782584123DFC}"/>
              </a:ext>
            </a:extLst>
          </p:cNvPr>
          <p:cNvSpPr/>
          <p:nvPr/>
        </p:nvSpPr>
        <p:spPr>
          <a:xfrm>
            <a:off x="344559" y="284481"/>
            <a:ext cx="4234069" cy="2639474"/>
          </a:xfrm>
          <a:prstGeom prst="wedgeRoundRectCallout">
            <a:avLst>
              <a:gd name="adj1" fmla="val 75646"/>
              <a:gd name="adj2" fmla="val -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MX" dirty="0"/>
              <a:t>Se integra de forma limitativa por: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dirty="0"/>
              <a:t>Precio del bien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dirty="0"/>
              <a:t>Impuestos por su adquisición e importación, excepto IVA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dirty="0"/>
              <a:t>Derechos y cuotas compensatorias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dirty="0"/>
              <a:t>Fletes, transportes, acarreos, seguros y manejos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dirty="0"/>
              <a:t>Comisiones sobre compras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dirty="0"/>
              <a:t>Honorarios a Agentes Aduanales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234DA3E9-145C-45EA-BC02-5CE1E8258FE6}"/>
              </a:ext>
            </a:extLst>
          </p:cNvPr>
          <p:cNvSpPr/>
          <p:nvPr/>
        </p:nvSpPr>
        <p:spPr>
          <a:xfrm>
            <a:off x="8160026" y="1719469"/>
            <a:ext cx="3687415" cy="2017643"/>
          </a:xfrm>
          <a:prstGeom prst="wedgeRoundRectCallout">
            <a:avLst>
              <a:gd name="adj1" fmla="val -97241"/>
              <a:gd name="adj2" fmla="val -1306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/>
              <a:t>Puede cambiarse: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Primer cambio sin condiciones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Cambios posteriores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Después de 5 años – Sin condiciones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Antes de 5 años – Cumpliendo Condiciones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747540A9-364D-4BBC-B398-6256CB41EA56}"/>
              </a:ext>
            </a:extLst>
          </p:cNvPr>
          <p:cNvSpPr/>
          <p:nvPr/>
        </p:nvSpPr>
        <p:spPr>
          <a:xfrm>
            <a:off x="5002695" y="284481"/>
            <a:ext cx="2723322" cy="617547"/>
          </a:xfrm>
          <a:prstGeom prst="wedgeRoundRectCallout">
            <a:avLst>
              <a:gd name="adj1" fmla="val -13559"/>
              <a:gd name="adj2" fmla="val 13350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 incluye reparaciones ni mantenimiento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7B6E2945-6C0D-41E7-948A-6F631AB4556F}"/>
              </a:ext>
            </a:extLst>
          </p:cNvPr>
          <p:cNvSpPr/>
          <p:nvPr/>
        </p:nvSpPr>
        <p:spPr>
          <a:xfrm>
            <a:off x="6443869" y="991570"/>
            <a:ext cx="1547193" cy="399908"/>
          </a:xfrm>
          <a:prstGeom prst="wedgeRoundRectCallout">
            <a:avLst>
              <a:gd name="adj1" fmla="val -58092"/>
              <a:gd name="adj2" fmla="val 28618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Línea Recta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D57E45D3-FF36-44F8-8061-96B155F9C048}"/>
              </a:ext>
            </a:extLst>
          </p:cNvPr>
          <p:cNvSpPr/>
          <p:nvPr/>
        </p:nvSpPr>
        <p:spPr>
          <a:xfrm>
            <a:off x="4573657" y="5894539"/>
            <a:ext cx="3581398" cy="811823"/>
          </a:xfrm>
          <a:prstGeom prst="wedgeRoundRectCallout">
            <a:avLst>
              <a:gd name="adj1" fmla="val -3162"/>
              <a:gd name="adj2" fmla="val -9861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Si pudiendo deducir no lo hago, pierdo el derecho hasta por el monto que pude haberlo hecho</a:t>
            </a:r>
          </a:p>
        </p:txBody>
      </p:sp>
    </p:spTree>
    <p:extLst>
      <p:ext uri="{BB962C8B-B14F-4D97-AF65-F5344CB8AC3E}">
        <p14:creationId xmlns:p14="http://schemas.microsoft.com/office/powerpoint/2010/main" val="116164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Deducción de Inversiones </a:t>
            </a:r>
            <a:r>
              <a:rPr lang="es-MX" sz="1800" dirty="0"/>
              <a:t>LISR 31</a:t>
            </a:r>
            <a:endParaRPr lang="es-MX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66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39550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Factor de actualización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4A933A2F-0380-F867-EC35-D73DBD591E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1290145"/>
              </p:ext>
            </p:extLst>
          </p:nvPr>
        </p:nvGraphicFramePr>
        <p:xfrm>
          <a:off x="838200" y="178308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323">
                  <a:extLst>
                    <a:ext uri="{9D8B030D-6E8A-4147-A177-3AD203B41FA5}">
                      <a16:colId xmlns:a16="http://schemas.microsoft.com/office/drawing/2014/main" val="12816088"/>
                    </a:ext>
                  </a:extLst>
                </a:gridCol>
                <a:gridCol w="3036277">
                  <a:extLst>
                    <a:ext uri="{9D8B030D-6E8A-4147-A177-3AD203B41FA5}">
                      <a16:colId xmlns:a16="http://schemas.microsoft.com/office/drawing/2014/main" val="3681259379"/>
                    </a:ext>
                  </a:extLst>
                </a:gridCol>
                <a:gridCol w="3217985">
                  <a:extLst>
                    <a:ext uri="{9D8B030D-6E8A-4147-A177-3AD203B41FA5}">
                      <a16:colId xmlns:a16="http://schemas.microsoft.com/office/drawing/2014/main" val="2642365867"/>
                    </a:ext>
                  </a:extLst>
                </a:gridCol>
                <a:gridCol w="973015">
                  <a:extLst>
                    <a:ext uri="{9D8B030D-6E8A-4147-A177-3AD203B41FA5}">
                      <a16:colId xmlns:a16="http://schemas.microsoft.com/office/drawing/2014/main" val="3496411349"/>
                    </a:ext>
                  </a:extLst>
                </a:gridCol>
              </a:tblGrid>
              <a:tr h="199167"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más reciente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más antiguo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Referencia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875671"/>
                  </a:ext>
                </a:extLst>
              </a:tr>
              <a:tr h="328040">
                <a:tc>
                  <a:txBody>
                    <a:bodyPr/>
                    <a:lstStyle/>
                    <a:p>
                      <a:r>
                        <a:rPr lang="es-MX" sz="1050" dirty="0"/>
                        <a:t>Deducción de Inversiones (meses pares)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Último Mes de la Primera Mitad del Período de Uso en el Ejercicio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de Adquisición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31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99993"/>
                  </a:ext>
                </a:extLst>
              </a:tr>
              <a:tr h="328040">
                <a:tc>
                  <a:txBody>
                    <a:bodyPr/>
                    <a:lstStyle/>
                    <a:p>
                      <a:r>
                        <a:rPr lang="es-MX" sz="1050" dirty="0"/>
                        <a:t>Deducción de Inversiones (meses impares)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Anterior al Último Mes de la Primera Mitad del Período de Uso en el Ejercicio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de Adquisición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31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439899"/>
                  </a:ext>
                </a:extLst>
              </a:tr>
              <a:tr h="456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dirty="0"/>
                        <a:t>Cantidades NO Reinvertidas por Recuperaciones de Seguros</a:t>
                      </a:r>
                    </a:p>
                    <a:p>
                      <a:endParaRPr lang="es-MX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dirty="0"/>
                        <a:t>Mes en que Debe Acumularse la Recuperación</a:t>
                      </a:r>
                    </a:p>
                    <a:p>
                      <a:pPr algn="ctr"/>
                      <a:endParaRPr lang="es-MX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dirty="0"/>
                        <a:t>Mes en que se Obtuvo la Recuperación</a:t>
                      </a:r>
                    </a:p>
                    <a:p>
                      <a:pPr algn="ctr"/>
                      <a:endParaRPr lang="es-MX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322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769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60127-5877-E4C7-3D8A-8E69E4BA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35C81-A59F-ADDB-A30D-193475D31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Determinar el MOI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12E914-8D3A-29FD-A6AC-02FDEF9B2F1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Edificio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Maquinaria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Precio del</a:t>
                      </a:r>
                      <a:r>
                        <a:rPr lang="es-MX" baseline="0" dirty="0"/>
                        <a:t> bien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Impuesto</a:t>
                      </a:r>
                      <a:r>
                        <a:rPr lang="es-MX" baseline="0" dirty="0"/>
                        <a:t> Adquisición de Inmuebles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baseline="0" dirty="0"/>
                        <a:t>Honorarios notariales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Impuestos de Importación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Comisiones a agentes</a:t>
                      </a:r>
                      <a:r>
                        <a:rPr lang="es-MX" baseline="0" dirty="0"/>
                        <a:t> de compra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Honorarios a agentes aduanales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Fletes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Seguros de transportación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Monto Original de la Inversión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701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Determinar el MOI - Respuestas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Edificio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Maquinaria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Precio del</a:t>
                      </a:r>
                      <a:r>
                        <a:rPr lang="es-MX" baseline="0" dirty="0"/>
                        <a:t> bien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Impuesto</a:t>
                      </a:r>
                      <a:r>
                        <a:rPr lang="es-MX" baseline="0" dirty="0"/>
                        <a:t> Adquisición de Inmuebles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trike="sngStrike" baseline="0" dirty="0">
                          <a:solidFill>
                            <a:srgbClr val="FF0000"/>
                          </a:solidFill>
                        </a:rPr>
                        <a:t>Honorarios notariales</a:t>
                      </a:r>
                      <a:endParaRPr lang="es-MX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trike="sngStrike" dirty="0">
                          <a:solidFill>
                            <a:srgbClr val="FF0000"/>
                          </a:solidFill>
                        </a:rPr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trike="sngStrik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trike="sngStrike" dirty="0">
                          <a:solidFill>
                            <a:srgbClr val="FF0000"/>
                          </a:solidFill>
                        </a:rPr>
                        <a:t>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trike="sngStrike" dirty="0">
                          <a:solidFill>
                            <a:srgbClr val="FF0000"/>
                          </a:solidFill>
                        </a:rPr>
                        <a:t>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trike="sngStrike" dirty="0">
                          <a:solidFill>
                            <a:srgbClr val="FF0000"/>
                          </a:solidFill>
                        </a:rPr>
                        <a:t>160,000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Impuestos de Importación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Comisiones a agentes</a:t>
                      </a:r>
                      <a:r>
                        <a:rPr lang="es-MX" baseline="0" dirty="0"/>
                        <a:t> de compra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Honorarios a agentes aduanales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Fletes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Seguros de transportación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Monto Original de la Inversión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$5,200,000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$1,190,000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9238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Porcientos Máximos Autorizados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5147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Obtenga las tasas de deducción máximas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Tipo</a:t>
                      </a:r>
                      <a:r>
                        <a:rPr lang="es-MX" baseline="0" dirty="0"/>
                        <a:t> de bien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Tasa</a:t>
                      </a:r>
                      <a:r>
                        <a:rPr lang="es-MX" baseline="0" dirty="0"/>
                        <a:t> Máxima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Edificios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Vías Férreas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Mobiliario y Equipo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Embarcaciones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Avión</a:t>
                      </a:r>
                      <a:r>
                        <a:rPr lang="es-MX" baseline="0" dirty="0"/>
                        <a:t> para aerofumigación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Automóviles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Computadoras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Semovientes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Torres de transmisión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Equipo</a:t>
                      </a:r>
                      <a:r>
                        <a:rPr lang="es-MX" baseline="0" dirty="0"/>
                        <a:t> satelital en tierra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Adaptaciones para discapacidades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Maquinaria</a:t>
                      </a:r>
                      <a:r>
                        <a:rPr lang="es-MX" baseline="0" dirty="0"/>
                        <a:t> para energía de fuentes renovables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041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Obtenga las tasas de deducción máximas – Respuestas </a:t>
            </a:r>
            <a:r>
              <a:rPr lang="es-MX" sz="1800" dirty="0"/>
              <a:t>LISR 34</a:t>
            </a:r>
            <a:endParaRPr lang="es-MX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Tipo</a:t>
                      </a:r>
                      <a:r>
                        <a:rPr lang="es-MX" baseline="0" dirty="0"/>
                        <a:t> de bien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Tasa</a:t>
                      </a:r>
                      <a:r>
                        <a:rPr lang="es-MX" baseline="0" dirty="0"/>
                        <a:t> Máxima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Edificios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Vías Férreas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Mobiliario y Equipo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Embarcaciones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Avión</a:t>
                      </a:r>
                      <a:r>
                        <a:rPr lang="es-MX" baseline="0" dirty="0"/>
                        <a:t> para aerofumigación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Automóviles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Computadoras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Semovientes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Torres de transmisión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Equipo</a:t>
                      </a:r>
                      <a:r>
                        <a:rPr lang="es-MX" baseline="0" dirty="0"/>
                        <a:t> satelital en tierra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Adaptaciones para discapacidades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Maquinaria</a:t>
                      </a:r>
                      <a:r>
                        <a:rPr lang="es-MX" baseline="0" dirty="0"/>
                        <a:t> para energía de fuentes renovables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472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Obtenga las tasas de deducción máximas de la siguiente maquinaria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Tipo</a:t>
                      </a:r>
                      <a:r>
                        <a:rPr lang="es-MX" baseline="0" dirty="0"/>
                        <a:t> de bien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Tasa</a:t>
                      </a:r>
                      <a:r>
                        <a:rPr lang="es-MX" baseline="0" dirty="0"/>
                        <a:t> Máxima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</a:t>
                      </a:r>
                      <a:r>
                        <a:rPr lang="es-MX" baseline="0" dirty="0"/>
                        <a:t> generación de</a:t>
                      </a:r>
                      <a:r>
                        <a:rPr lang="es-MX" dirty="0"/>
                        <a:t> energía de fuentes</a:t>
                      </a:r>
                      <a:r>
                        <a:rPr lang="es-MX" baseline="0" dirty="0"/>
                        <a:t> NO renovables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 fabricación de productos de tabaco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 fabricación</a:t>
                      </a:r>
                      <a:r>
                        <a:rPr lang="es-MX" baseline="0" dirty="0"/>
                        <a:t> de papel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 la elaboración de productos</a:t>
                      </a:r>
                      <a:r>
                        <a:rPr lang="es-MX" baseline="0" dirty="0"/>
                        <a:t> alimenticios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 la fabricación</a:t>
                      </a:r>
                      <a:r>
                        <a:rPr lang="es-MX" baseline="0" dirty="0"/>
                        <a:t> de artículos de piel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 los</a:t>
                      </a:r>
                      <a:r>
                        <a:rPr lang="es-MX" baseline="0" dirty="0"/>
                        <a:t> restaurantes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 la industria de la construcción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 la investigación</a:t>
                      </a:r>
                      <a:r>
                        <a:rPr lang="es-MX" baseline="0" dirty="0"/>
                        <a:t> de nuevos productos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Maquinaria sin una actividad</a:t>
                      </a:r>
                      <a:r>
                        <a:rPr lang="es-MX" baseline="0" dirty="0"/>
                        <a:t> específica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94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Obtenga las tasas de deducción máxima de la siguiente maquinaria – Respuestas </a:t>
            </a:r>
            <a:r>
              <a:rPr lang="es-MX" sz="1800" dirty="0"/>
              <a:t>LISR 35</a:t>
            </a:r>
            <a:endParaRPr lang="es-MX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Tipo</a:t>
                      </a:r>
                      <a:r>
                        <a:rPr lang="es-MX" baseline="0" dirty="0"/>
                        <a:t> de bien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Tasa</a:t>
                      </a:r>
                      <a:r>
                        <a:rPr lang="es-MX" baseline="0" dirty="0"/>
                        <a:t> Máxima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</a:t>
                      </a:r>
                      <a:r>
                        <a:rPr lang="es-MX" baseline="0" dirty="0"/>
                        <a:t> generación de</a:t>
                      </a:r>
                      <a:r>
                        <a:rPr lang="es-MX" dirty="0"/>
                        <a:t> energía de fuentes</a:t>
                      </a:r>
                      <a:r>
                        <a:rPr lang="es-MX" baseline="0" dirty="0"/>
                        <a:t> NO renovables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 fabricación de productos de tabaco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 fabricación</a:t>
                      </a:r>
                      <a:r>
                        <a:rPr lang="es-MX" baseline="0" dirty="0"/>
                        <a:t> de papel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 la elaboración de productos</a:t>
                      </a:r>
                      <a:r>
                        <a:rPr lang="es-MX" baseline="0" dirty="0"/>
                        <a:t> alimenticios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 la fabricación</a:t>
                      </a:r>
                      <a:r>
                        <a:rPr lang="es-MX" baseline="0" dirty="0"/>
                        <a:t> de artículos de piel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 los</a:t>
                      </a:r>
                      <a:r>
                        <a:rPr lang="es-MX" baseline="0" dirty="0"/>
                        <a:t> restaurantes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 la industria de la construcción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Para la investigación</a:t>
                      </a:r>
                      <a:r>
                        <a:rPr lang="es-MX" baseline="0" dirty="0"/>
                        <a:t> de nuevos productos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Maquinaria</a:t>
                      </a:r>
                      <a:r>
                        <a:rPr lang="es-MX" baseline="0" dirty="0"/>
                        <a:t> sin una actividad específica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0703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Complete la siguiente Cédula al cierre de 2024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15593" y="1825625"/>
          <a:ext cx="6160815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Tipo de bien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 de Utilización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Meses </a:t>
                      </a:r>
                      <a:r>
                        <a:rPr lang="es-MX" dirty="0">
                          <a:solidFill>
                            <a:srgbClr val="92D050"/>
                          </a:solidFill>
                        </a:rPr>
                        <a:t>Completos</a:t>
                      </a:r>
                      <a:r>
                        <a:rPr lang="es-MX" baseline="0" dirty="0"/>
                        <a:t> de Uso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Edificio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23 de mayo de 2XX1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Automóvil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r>
                        <a:rPr lang="es-MX" baseline="0" dirty="0"/>
                        <a:t> de enero de 2XX2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Mobiliario y Equipo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enero</a:t>
                      </a:r>
                      <a:r>
                        <a:rPr lang="es-MX" baseline="0" dirty="0"/>
                        <a:t> de 2XX2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Adapt.</a:t>
                      </a:r>
                      <a:r>
                        <a:rPr lang="es-MX" baseline="0" dirty="0"/>
                        <a:t> Discapacidad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17</a:t>
                      </a:r>
                      <a:r>
                        <a:rPr lang="es-MX" baseline="0" dirty="0"/>
                        <a:t> de febrero de 2XX2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Computadora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 de septiembre de 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Conmutador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 de diciembre</a:t>
                      </a:r>
                      <a:r>
                        <a:rPr lang="es-MX" baseline="0" dirty="0"/>
                        <a:t> de 2XX2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173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Complete la siguiente Cédula al cierre de 2024 - Respuestas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697859"/>
              </p:ext>
            </p:extLst>
          </p:nvPr>
        </p:nvGraphicFramePr>
        <p:xfrm>
          <a:off x="3015593" y="1825625"/>
          <a:ext cx="6160815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Tipo de bien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 de Utilización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Meses </a:t>
                      </a:r>
                      <a:r>
                        <a:rPr lang="es-MX" dirty="0">
                          <a:solidFill>
                            <a:srgbClr val="92D050"/>
                          </a:solidFill>
                        </a:rPr>
                        <a:t>Completos*</a:t>
                      </a:r>
                      <a:r>
                        <a:rPr lang="es-MX" baseline="0" dirty="0"/>
                        <a:t> de Uso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Edificio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23 de mayo de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Automóvil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r>
                        <a:rPr lang="es-MX" baseline="0" dirty="0"/>
                        <a:t> de enero de 2024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Mobiliario y Equipo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enero</a:t>
                      </a:r>
                      <a:r>
                        <a:rPr lang="es-MX" baseline="0" dirty="0"/>
                        <a:t> de 2024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Adapt.</a:t>
                      </a:r>
                      <a:r>
                        <a:rPr lang="es-MX" baseline="0" dirty="0"/>
                        <a:t> Discapacidad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17</a:t>
                      </a:r>
                      <a:r>
                        <a:rPr lang="es-MX" baseline="0" dirty="0"/>
                        <a:t> de febrero de 2024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Computadora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 de septiembre de </a:t>
                      </a:r>
                      <a:r>
                        <a:rPr lang="es-MX" baseline="0" dirty="0"/>
                        <a:t>2024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Conmutador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 de diciembre</a:t>
                      </a:r>
                      <a:r>
                        <a:rPr lang="es-MX" baseline="0" dirty="0"/>
                        <a:t> de 2024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05459E0-411F-44D9-A610-3DF51BD39720}"/>
              </a:ext>
            </a:extLst>
          </p:cNvPr>
          <p:cNvSpPr txBox="1"/>
          <p:nvPr/>
        </p:nvSpPr>
        <p:spPr>
          <a:xfrm>
            <a:off x="2061749" y="5262235"/>
            <a:ext cx="8068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* CFF 11: Cuando los plazos se fijen por mes o por año, sin especificar que sean de calendario, se entenderá que en el primer caso, el plazo concluye el mismo día del mes de calendario posterior …</a:t>
            </a:r>
          </a:p>
        </p:txBody>
      </p:sp>
    </p:spTree>
    <p:extLst>
      <p:ext uri="{BB962C8B-B14F-4D97-AF65-F5344CB8AC3E}">
        <p14:creationId xmlns:p14="http://schemas.microsoft.com/office/powerpoint/2010/main" val="1190243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Complete la siguiente Cédula al cierre de 2XX2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766481" y="1825625"/>
          <a:ext cx="8659039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7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Tipo de bien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 de Adquisición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 de Enajenación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Mes más reciente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Edificio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23 de mayo de 2XX1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diciembre de 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Automóvil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r>
                        <a:rPr lang="es-MX" baseline="0" dirty="0"/>
                        <a:t> de enero de 2XX2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diciembre de 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Mobiliario y Equipo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enero</a:t>
                      </a:r>
                      <a:r>
                        <a:rPr lang="es-MX" baseline="0" dirty="0"/>
                        <a:t> de 2XX2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diciembre de 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Adapt.</a:t>
                      </a:r>
                      <a:r>
                        <a:rPr lang="es-MX" baseline="0" dirty="0"/>
                        <a:t> Discap.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17</a:t>
                      </a:r>
                      <a:r>
                        <a:rPr lang="es-MX" baseline="0" dirty="0"/>
                        <a:t> de febrero de 2XX2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diciembre de 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Computadora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 de septiembre de 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diciembre de 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Conmutador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 de diciembre</a:t>
                      </a:r>
                      <a:r>
                        <a:rPr lang="es-MX" baseline="0" dirty="0"/>
                        <a:t> de 2XX2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diciembre de 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396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Complete la siguiente Cédula al cierre de 2XX2 - Respuestas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766481" y="1825625"/>
          <a:ext cx="8659039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7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Tipo de bien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 de Adquisición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 de Enajenación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Mes más reciente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Edificio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23 de mayo de 2XX1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diciembre de 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Junio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Automóvil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r>
                        <a:rPr lang="es-MX" baseline="0" dirty="0"/>
                        <a:t> de enero de 2XX2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diciembre de 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Junio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Mobiliario y Equipo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enero</a:t>
                      </a:r>
                      <a:r>
                        <a:rPr lang="es-MX" baseline="0" dirty="0"/>
                        <a:t> de 2XX2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diciembre de 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Junio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Adapt.</a:t>
                      </a:r>
                      <a:r>
                        <a:rPr lang="es-MX" baseline="0" dirty="0"/>
                        <a:t> Discap.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17</a:t>
                      </a:r>
                      <a:r>
                        <a:rPr lang="es-MX" baseline="0" dirty="0"/>
                        <a:t> de febrero de 2XX2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diciembre de 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Junio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Computadora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 de septiembre de 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diciembre de 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Octubre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Conmutador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 de diciembre</a:t>
                      </a:r>
                      <a:r>
                        <a:rPr lang="es-MX" baseline="0" dirty="0"/>
                        <a:t> de 2XX2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15 de diciembre de 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789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Cambio de tasas </a:t>
            </a:r>
            <a:r>
              <a:rPr lang="es-MX" sz="1800" dirty="0"/>
              <a:t>RLISR 73</a:t>
            </a:r>
            <a:endParaRPr lang="es-MX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7918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2256312" y="198706"/>
          <a:ext cx="674518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9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9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9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Caso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Caso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Caso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Caso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2XX0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$10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>
                          <a:solidFill>
                            <a:srgbClr val="FF0000"/>
                          </a:solidFill>
                        </a:rPr>
                        <a:t>$(40)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$(615)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2XX1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2XX3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2XX4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2XX5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2XX6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2XX7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2XX8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2XX9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2X10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2X11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2X12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>
                          <a:solidFill>
                            <a:srgbClr val="FF0000"/>
                          </a:solidFill>
                        </a:rPr>
                        <a:t>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2X13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>
                          <a:solidFill>
                            <a:srgbClr val="FF0000"/>
                          </a:solidFill>
                        </a:rPr>
                        <a:t>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2X14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>
                          <a:solidFill>
                            <a:srgbClr val="FF0000"/>
                          </a:solidFill>
                        </a:rPr>
                        <a:t>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Resultado</a:t>
                      </a:r>
                      <a:r>
                        <a:rPr lang="es-MX" sz="1200" baseline="0" dirty="0"/>
                        <a:t> Neto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$150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$150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$150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$150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64904" y="4994783"/>
          <a:ext cx="8128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Caso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Caso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Caso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Caso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MX" dirty="0"/>
                        <a:t>Resultados Fiscales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val Callout 5"/>
          <p:cNvSpPr/>
          <p:nvPr/>
        </p:nvSpPr>
        <p:spPr>
          <a:xfrm>
            <a:off x="9692904" y="2125684"/>
            <a:ext cx="2301173" cy="2054432"/>
          </a:xfrm>
          <a:prstGeom prst="wedgeEllipseCallout">
            <a:avLst>
              <a:gd name="adj1" fmla="val -71923"/>
              <a:gd name="adj2" fmla="val -60621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El seleccionar la tasa adecuada puede ser importante</a:t>
            </a:r>
          </a:p>
        </p:txBody>
      </p:sp>
    </p:spTree>
    <p:extLst>
      <p:ext uri="{BB962C8B-B14F-4D97-AF65-F5344CB8AC3E}">
        <p14:creationId xmlns:p14="http://schemas.microsoft.com/office/powerpoint/2010/main" val="2647351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Ganancia o Pérdida en Enajenación de Inversiones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03935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Determine el % pendiente de deducir a la fecha de enajenación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6498214"/>
              </p:ext>
            </p:extLst>
          </p:nvPr>
        </p:nvGraphicFramePr>
        <p:xfrm>
          <a:off x="912473" y="1825625"/>
          <a:ext cx="10157161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7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6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6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4488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Tipo de bien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Fecha de Adquisición y Utilización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Fecha de Enajenación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Tasa Anual </a:t>
                      </a:r>
                      <a:r>
                        <a:rPr lang="es-MX" sz="1400" baseline="0" dirty="0"/>
                        <a:t>de Deducción</a:t>
                      </a:r>
                    </a:p>
                    <a:p>
                      <a:pPr algn="ctr"/>
                      <a:r>
                        <a:rPr lang="es-MX" sz="1400" baseline="0" dirty="0"/>
                        <a:t>*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Tasa Mensual de Deducción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Número de meses deducidos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Porcentaje</a:t>
                      </a:r>
                      <a:r>
                        <a:rPr lang="es-MX" sz="1400" baseline="0" dirty="0"/>
                        <a:t> Deducido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Porcentaje</a:t>
                      </a:r>
                      <a:r>
                        <a:rPr lang="es-MX" sz="1400" baseline="0" dirty="0"/>
                        <a:t> Pendiente de Deducir</a:t>
                      </a: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MX" sz="1400" dirty="0"/>
                        <a:t>Edificio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23 de mayo de 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15 de diciembre de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MX" sz="1400" dirty="0"/>
                        <a:t>Automóvil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1</a:t>
                      </a:r>
                      <a:r>
                        <a:rPr lang="es-MX" sz="1400" baseline="0" dirty="0"/>
                        <a:t> de enero de 2023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15 de diciembre de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MX" sz="1400" dirty="0"/>
                        <a:t>Mobiliario y Equipo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15 de enero</a:t>
                      </a:r>
                      <a:r>
                        <a:rPr lang="es-MX" sz="1400" baseline="0" dirty="0"/>
                        <a:t> de 2023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15 de diciembre de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MX" sz="1400" dirty="0"/>
                        <a:t>Maquinaria para producir autos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17</a:t>
                      </a:r>
                      <a:r>
                        <a:rPr lang="es-MX" sz="1400" baseline="0" dirty="0"/>
                        <a:t> de febrero de 2022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15 de diciembre de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MX" sz="1400" dirty="0"/>
                        <a:t>Computadora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10 de septiembre de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15 de diciembre de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MX" sz="1400" dirty="0"/>
                        <a:t>Conmutador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1 de diciembre</a:t>
                      </a:r>
                      <a:r>
                        <a:rPr lang="es-MX" sz="1400" baseline="0" dirty="0"/>
                        <a:t> de 2018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15 de diciembre de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7FF44B2-1474-4591-A8AF-10F9300C4218}"/>
              </a:ext>
            </a:extLst>
          </p:cNvPr>
          <p:cNvSpPr txBox="1"/>
          <p:nvPr/>
        </p:nvSpPr>
        <p:spPr>
          <a:xfrm>
            <a:off x="838200" y="6139543"/>
            <a:ext cx="493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* Considere que se tomó la tasa máxima permitida</a:t>
            </a:r>
          </a:p>
        </p:txBody>
      </p:sp>
    </p:spTree>
    <p:extLst>
      <p:ext uri="{BB962C8B-B14F-4D97-AF65-F5344CB8AC3E}">
        <p14:creationId xmlns:p14="http://schemas.microsoft.com/office/powerpoint/2010/main" val="4048834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Reglas </a:t>
            </a:r>
            <a:r>
              <a:rPr lang="es-MX" sz="1800" dirty="0"/>
              <a:t>LISR 36</a:t>
            </a:r>
            <a:endParaRPr lang="es-MX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68195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Enajenación de un automóvil (parcialmente deducible)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736242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Precio</a:t>
                      </a:r>
                      <a:r>
                        <a:rPr lang="es-MX" baseline="0" dirty="0"/>
                        <a:t> de Adquisición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$1,500,000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Fecha de Adquisición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Octubre</a:t>
                      </a:r>
                      <a:r>
                        <a:rPr lang="es-MX" baseline="0" dirty="0"/>
                        <a:t> de 2024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Precio de Enajenación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1,500,000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Fecha de Enajenación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Octubre de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32000" y="4080383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Precio de Enajenación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$1,500,000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Monto pendiente de deducir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175,000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Ganancia fiscal en la enajenación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$1,325,000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870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93B34-983D-4924-8EA3-A6EC0A78077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68626" y="342264"/>
            <a:ext cx="10515600" cy="6231255"/>
          </a:xfrm>
        </p:spPr>
        <p:txBody>
          <a:bodyPr/>
          <a:lstStyle/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r>
              <a:rPr lang="es-MX" dirty="0"/>
              <a:t>MOI</a:t>
            </a:r>
          </a:p>
          <a:p>
            <a:pPr marL="0" indent="0" algn="ctr">
              <a:buNone/>
            </a:pPr>
            <a:r>
              <a:rPr lang="es-MX" sz="1600" dirty="0">
                <a:solidFill>
                  <a:srgbClr val="92D050"/>
                </a:solidFill>
              </a:rPr>
              <a:t>Por</a:t>
            </a:r>
          </a:p>
          <a:p>
            <a:pPr marL="0" indent="0" algn="ctr">
              <a:buNone/>
            </a:pPr>
            <a:r>
              <a:rPr lang="es-MX" dirty="0"/>
              <a:t>Tasa</a:t>
            </a:r>
          </a:p>
          <a:p>
            <a:pPr marL="0" indent="0" algn="ctr">
              <a:buNone/>
            </a:pPr>
            <a:r>
              <a:rPr lang="es-MX" dirty="0"/>
              <a:t>_____________________</a:t>
            </a:r>
          </a:p>
          <a:p>
            <a:pPr marL="0" indent="0" algn="ctr">
              <a:buNone/>
            </a:pPr>
            <a:r>
              <a:rPr lang="es-MX" dirty="0"/>
              <a:t>Deducción Histórica</a:t>
            </a:r>
          </a:p>
          <a:p>
            <a:pPr marL="0" indent="0" algn="ctr">
              <a:buNone/>
            </a:pPr>
            <a:r>
              <a:rPr lang="es-MX" sz="1600" dirty="0">
                <a:solidFill>
                  <a:srgbClr val="92D050"/>
                </a:solidFill>
              </a:rPr>
              <a:t>Por</a:t>
            </a:r>
          </a:p>
          <a:p>
            <a:pPr marL="0" indent="0" algn="ctr">
              <a:buNone/>
            </a:pPr>
            <a:r>
              <a:rPr lang="es-MX" dirty="0"/>
              <a:t>Factor de Actualización</a:t>
            </a:r>
          </a:p>
          <a:p>
            <a:pPr marL="0" indent="0" algn="ctr">
              <a:buNone/>
            </a:pPr>
            <a:r>
              <a:rPr lang="es-MX" dirty="0"/>
              <a:t>_____________________</a:t>
            </a:r>
          </a:p>
          <a:p>
            <a:pPr marL="0" indent="0" algn="ctr">
              <a:buNone/>
            </a:pPr>
            <a:r>
              <a:rPr lang="es-MX" dirty="0"/>
              <a:t>Deducción Actualizada</a:t>
            </a:r>
          </a:p>
        </p:txBody>
      </p:sp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15807C86-99D3-400F-9711-CCAF703B3BB2}"/>
              </a:ext>
            </a:extLst>
          </p:cNvPr>
          <p:cNvSpPr/>
          <p:nvPr/>
        </p:nvSpPr>
        <p:spPr>
          <a:xfrm>
            <a:off x="238125" y="590549"/>
            <a:ext cx="3714750" cy="2457451"/>
          </a:xfrm>
          <a:prstGeom prst="wedgeEllipseCallout">
            <a:avLst>
              <a:gd name="adj1" fmla="val 65577"/>
              <a:gd name="adj2" fmla="val 644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LISR-36-II: Las inversiones en automóviles sólo serán deducibles hasta por un monto de $175,000.</a:t>
            </a:r>
          </a:p>
          <a:p>
            <a:pPr algn="ctr"/>
            <a:r>
              <a:rPr lang="es-MX" dirty="0"/>
              <a:t>($250,000 en híbridos y eléctricos)</a:t>
            </a:r>
          </a:p>
        </p:txBody>
      </p:sp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2B9DA8FA-2281-4282-BD08-BBEADFA024B3}"/>
              </a:ext>
            </a:extLst>
          </p:cNvPr>
          <p:cNvSpPr/>
          <p:nvPr/>
        </p:nvSpPr>
        <p:spPr>
          <a:xfrm>
            <a:off x="8099977" y="2286000"/>
            <a:ext cx="3714750" cy="2743200"/>
          </a:xfrm>
          <a:prstGeom prst="wedgeEllipseCallout">
            <a:avLst>
              <a:gd name="adj1" fmla="val -95961"/>
              <a:gd name="adj2" fmla="val -715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LISR-36-III: En el caso de aviones, la deducción se calculará considerando como monto original máximo de la inversión, una cantidad equivalente a $8'600,000.00.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5363FB-C180-46E1-BFF3-B2AD90A1CC9F}"/>
              </a:ext>
            </a:extLst>
          </p:cNvPr>
          <p:cNvSpPr/>
          <p:nvPr/>
        </p:nvSpPr>
        <p:spPr>
          <a:xfrm>
            <a:off x="838199" y="5798955"/>
            <a:ext cx="105155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dirty="0"/>
              <a:t>En el caso de Automóviles la limitación es a la deducción y no al Monto Original de la Inversión (MOI)</a:t>
            </a:r>
          </a:p>
          <a:p>
            <a:pPr algn="ctr"/>
            <a:r>
              <a:rPr lang="es-MX" dirty="0"/>
              <a:t>El SAT pudiera diferir de este criterio</a:t>
            </a:r>
          </a:p>
        </p:txBody>
      </p:sp>
    </p:spTree>
    <p:extLst>
      <p:ext uri="{BB962C8B-B14F-4D97-AF65-F5344CB8AC3E}">
        <p14:creationId xmlns:p14="http://schemas.microsoft.com/office/powerpoint/2010/main" val="36002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Determine la deducción del Automóvil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b="0" dirty="0">
                          <a:solidFill>
                            <a:schemeClr val="tx1"/>
                          </a:solidFill>
                        </a:rPr>
                        <a:t>Fecha de Adquisición*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0" dirty="0">
                          <a:solidFill>
                            <a:schemeClr val="tx1"/>
                          </a:solidFill>
                        </a:rPr>
                        <a:t>Diciembre de 2010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Precio de Compra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$800,000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1" y="2754528"/>
          <a:ext cx="10515596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9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7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Deducción no</a:t>
                      </a:r>
                      <a:r>
                        <a:rPr lang="es-MX" baseline="0" dirty="0"/>
                        <a:t>minal (Referencia)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Deducción Fiscal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INPC Mes más Reciente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INPC Mes</a:t>
                      </a:r>
                      <a:r>
                        <a:rPr lang="es-MX" baseline="0" dirty="0"/>
                        <a:t> más Antiguo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F.A.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Deducción Actualizada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38200" y="6175169"/>
            <a:ext cx="6897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* Aplicar la Ley vigente, independientemente de la fecha de adquisición</a:t>
            </a:r>
          </a:p>
        </p:txBody>
      </p:sp>
    </p:spTree>
    <p:extLst>
      <p:ext uri="{BB962C8B-B14F-4D97-AF65-F5344CB8AC3E}">
        <p14:creationId xmlns:p14="http://schemas.microsoft.com/office/powerpoint/2010/main" val="2931456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Determine la deducción del Automóvil - Respuesta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b="0" dirty="0">
                          <a:solidFill>
                            <a:schemeClr val="tx1"/>
                          </a:solidFill>
                        </a:rPr>
                        <a:t>Fecha de Adquisición*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0" dirty="0">
                          <a:solidFill>
                            <a:schemeClr val="tx1"/>
                          </a:solidFill>
                        </a:rPr>
                        <a:t>Diciembre de 2014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Precio de Compra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$800,000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1" y="2754528"/>
          <a:ext cx="10515596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3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Deducción</a:t>
                      </a:r>
                      <a:r>
                        <a:rPr lang="es-MX" baseline="0" dirty="0"/>
                        <a:t> nominal (Referencia)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Deducción Fiscal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INPC Mes más Reciente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INPC Mes</a:t>
                      </a:r>
                      <a:r>
                        <a:rPr lang="es-MX" baseline="0" dirty="0"/>
                        <a:t> más Antiguo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F.A.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Deducción Actualizada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87.113107758880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87.188983712964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0.9991</a:t>
                      </a:r>
                      <a:r>
                        <a:rPr lang="es-MX" strike="sngStrike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s-MX" strike="sngStrike" baseline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174,842.50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38200" y="6211669"/>
            <a:ext cx="77714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* Aplicar la Ley vigente, independientemente de la fecha de adquisición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199" y="5579880"/>
            <a:ext cx="105155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dirty="0"/>
              <a:t>En el caso de Automóviles la limitación es a la deducción y no al Monto Original de la Inversión (MOI)</a:t>
            </a:r>
          </a:p>
          <a:p>
            <a:pPr algn="ctr"/>
            <a:r>
              <a:rPr lang="es-MX" dirty="0"/>
              <a:t>El SAT pudiera diferir de este criterio</a:t>
            </a:r>
          </a:p>
        </p:txBody>
      </p:sp>
    </p:spTree>
    <p:extLst>
      <p:ext uri="{BB962C8B-B14F-4D97-AF65-F5344CB8AC3E}">
        <p14:creationId xmlns:p14="http://schemas.microsoft.com/office/powerpoint/2010/main" val="974094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Determine la deducción (sin actualizar) del Avión Privado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b="0" dirty="0">
                          <a:solidFill>
                            <a:schemeClr val="tx1"/>
                          </a:solidFill>
                        </a:rPr>
                        <a:t>Fecha de Adquisición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0" dirty="0">
                          <a:solidFill>
                            <a:schemeClr val="tx1"/>
                          </a:solidFill>
                        </a:rPr>
                        <a:t>Diciembre de 2008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Precio de Compra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$10,000,000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2754528"/>
          <a:ext cx="5665632" cy="3930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7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8065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Deducción </a:t>
                      </a:r>
                      <a:r>
                        <a:rPr lang="es-MX" sz="1400" baseline="0" dirty="0"/>
                        <a:t>nominal (Referencia)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Deducción Fiscal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3741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Determine la deducción (sin actualizar) del Avión Privado - Respuesta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b="0" dirty="0">
                          <a:solidFill>
                            <a:schemeClr val="tx1"/>
                          </a:solidFill>
                        </a:rPr>
                        <a:t>Fecha de Adquisición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0" dirty="0">
                          <a:solidFill>
                            <a:schemeClr val="tx1"/>
                          </a:solidFill>
                        </a:rPr>
                        <a:t>Diciembre de 2008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Precio de Compra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$10,000,000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2754528"/>
          <a:ext cx="5665632" cy="3930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7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8065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Deducción n</a:t>
                      </a:r>
                      <a:r>
                        <a:rPr lang="es-MX" sz="1400" baseline="0" dirty="0"/>
                        <a:t>ominal (Referencia)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Deducción Fiscal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860,000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860,000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860,000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860,000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860,000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860,000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860,000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860,000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860,000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860,000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418231" y="4146997"/>
            <a:ext cx="3683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el caso de Aviones, la limitación es al Monto Original de la Inversión (MOI) y no a la deducción.</a:t>
            </a:r>
          </a:p>
        </p:txBody>
      </p:sp>
    </p:spTree>
    <p:extLst>
      <p:ext uri="{BB962C8B-B14F-4D97-AF65-F5344CB8AC3E}">
        <p14:creationId xmlns:p14="http://schemas.microsoft.com/office/powerpoint/2010/main" val="2066197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fortuito o fuerza mayor </a:t>
            </a:r>
            <a:r>
              <a:rPr lang="es-MX" sz="1800" dirty="0"/>
              <a:t>LISR 37</a:t>
            </a:r>
            <a:endParaRPr lang="es-MX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42142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Arrendamiento Financiero </a:t>
            </a:r>
            <a:r>
              <a:rPr lang="es-MX" sz="1800" dirty="0"/>
              <a:t>LISR 38</a:t>
            </a:r>
            <a:endParaRPr lang="es-MX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46474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Arrendamiento Financiero - Contrato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Condiciones del Contrato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Tipo de Bien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Automóvil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Monto</a:t>
                      </a:r>
                      <a:r>
                        <a:rPr lang="es-MX" baseline="0" dirty="0"/>
                        <a:t> Original de la Inversión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$120,000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Plazo forzoso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 años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Fecha de inicio del</a:t>
                      </a:r>
                      <a:r>
                        <a:rPr lang="es-MX" baseline="0" dirty="0"/>
                        <a:t> contrato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Septiembre</a:t>
                      </a:r>
                      <a:r>
                        <a:rPr lang="es-MX" baseline="0" dirty="0"/>
                        <a:t> de 2015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Fecha de terminación del contrato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Agosto de 2018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Opción de compra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21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Opción de Compra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Meses Completos de 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Opción de Compra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Precio de Adquisición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Deducción 2015*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(7,500)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Deducción 2016*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(30,000)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Deducción</a:t>
                      </a:r>
                      <a:r>
                        <a:rPr lang="es-MX" baseline="0" dirty="0"/>
                        <a:t> </a:t>
                      </a:r>
                      <a:r>
                        <a:rPr lang="es-MX" dirty="0"/>
                        <a:t>2017*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(30,000)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Deducción</a:t>
                      </a:r>
                      <a:r>
                        <a:rPr lang="es-MX" baseline="0" dirty="0"/>
                        <a:t> </a:t>
                      </a:r>
                      <a:r>
                        <a:rPr lang="es-MX" dirty="0"/>
                        <a:t>2018*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(30,000)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(5,714)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Deducción</a:t>
                      </a:r>
                      <a:r>
                        <a:rPr lang="es-MX" baseline="0" dirty="0"/>
                        <a:t> 2019*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(22,500)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(4,286)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Totales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5499279"/>
            <a:ext cx="7050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* Para fines de este ejemplo no se considera la actualización por inflación</a:t>
            </a:r>
          </a:p>
        </p:txBody>
      </p:sp>
    </p:spTree>
    <p:extLst>
      <p:ext uri="{BB962C8B-B14F-4D97-AF65-F5344CB8AC3E}">
        <p14:creationId xmlns:p14="http://schemas.microsoft.com/office/powerpoint/2010/main" val="21907565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Arrendamiento Financiero - Contrato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Condiciones del Contrato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Tipo de Bien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Automóvil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Monto</a:t>
                      </a:r>
                      <a:r>
                        <a:rPr lang="es-MX" baseline="0" dirty="0"/>
                        <a:t> Original de la Inversión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$120,000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80,000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Plazo forzoso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 años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Fecha de inicio del</a:t>
                      </a:r>
                      <a:r>
                        <a:rPr lang="es-MX" baseline="0" dirty="0"/>
                        <a:t> contrato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Septiembre</a:t>
                      </a:r>
                      <a:r>
                        <a:rPr lang="es-MX" baseline="0" dirty="0"/>
                        <a:t> de 2015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Fecha de terminación del contrato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Agosto de 2019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Participación</a:t>
                      </a:r>
                      <a:r>
                        <a:rPr lang="es-MX" baseline="0" dirty="0"/>
                        <a:t> en la enajenación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$35,000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7909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Participación en la enajenación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Total</a:t>
                      </a:r>
                      <a:r>
                        <a:rPr lang="es-MX" baseline="0" dirty="0"/>
                        <a:t> de Rentas pagadas (Capital + Intereses)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$200,000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Monto deducido</a:t>
                      </a:r>
                      <a:r>
                        <a:rPr lang="es-MX" baseline="0" dirty="0"/>
                        <a:t> histórico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(67,500)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Monto deducido por Actualización</a:t>
                      </a:r>
                      <a:r>
                        <a:rPr lang="es-MX" baseline="0" dirty="0"/>
                        <a:t>*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(2,500)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deducidos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(80,000)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Total</a:t>
                      </a:r>
                      <a:r>
                        <a:rPr lang="es-MX" baseline="0" dirty="0"/>
                        <a:t> de cantidades deducidas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(150,000)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MX" dirty="0"/>
                        <a:t>Monto no deducido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127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Importe de la participación</a:t>
                      </a:r>
                      <a:r>
                        <a:rPr lang="es-MX" baseline="0" dirty="0"/>
                        <a:t> en la enajenación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Monto</a:t>
                      </a:r>
                      <a:r>
                        <a:rPr lang="es-MX" baseline="0" dirty="0"/>
                        <a:t> deducible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6275705"/>
            <a:ext cx="8511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* Estimado para fines de este ejemplo. Se presenta por separado para fines didácticos.</a:t>
            </a:r>
          </a:p>
        </p:txBody>
      </p:sp>
    </p:spTree>
    <p:extLst>
      <p:ext uri="{BB962C8B-B14F-4D97-AF65-F5344CB8AC3E}">
        <p14:creationId xmlns:p14="http://schemas.microsoft.com/office/powerpoint/2010/main" val="34904035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Arrendamiento Puro vs Financiero</a:t>
            </a:r>
            <a:br>
              <a:rPr lang="es-MX" dirty="0"/>
            </a:br>
            <a:r>
              <a:rPr lang="es-MX" sz="2000" dirty="0"/>
              <a:t>(Automóvil – Combustión Interna)</a:t>
            </a:r>
            <a:endParaRPr lang="es-MX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Puro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</p:nvPr>
        </p:nvGraphicFramePr>
        <p:xfrm>
          <a:off x="839788" y="2505075"/>
          <a:ext cx="5157788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Renta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$200 diarios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Gastos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Deducibles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Opciones terminales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Propietario</a:t>
                      </a:r>
                      <a:r>
                        <a:rPr lang="es-MX" baseline="0" dirty="0"/>
                        <a:t> (fiscal)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Arrendador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Pasivo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MX" dirty="0"/>
                        <a:t>Deducción</a:t>
                      </a:r>
                      <a:r>
                        <a:rPr lang="es-MX" baseline="0" dirty="0"/>
                        <a:t> ajustada por inflación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Ajuste Anual por Inflación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MX" dirty="0"/>
              <a:t>Financiero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sz="quarter" idx="4"/>
          </p:nvPr>
        </p:nvGraphicFramePr>
        <p:xfrm>
          <a:off x="6194426" y="2515235"/>
          <a:ext cx="5183188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1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1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$175,000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Renta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Deducción Proporcional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Gastos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Deducción</a:t>
                      </a:r>
                      <a:r>
                        <a:rPr lang="es-MX" baseline="0" dirty="0"/>
                        <a:t> </a:t>
                      </a:r>
                      <a:r>
                        <a:rPr lang="es-MX" dirty="0"/>
                        <a:t>Proporcional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Opciones terminales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Compra,</a:t>
                      </a:r>
                      <a:r>
                        <a:rPr lang="es-MX" baseline="0" dirty="0"/>
                        <a:t> prórroga, venta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Propietario (fiscal)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Arrendatario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Pasivo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MOI no pagado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MX" dirty="0"/>
                        <a:t>Deducción</a:t>
                      </a:r>
                      <a:r>
                        <a:rPr lang="es-MX" baseline="0" dirty="0"/>
                        <a:t> ajustada por inflación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Ajuste</a:t>
                      </a:r>
                      <a:r>
                        <a:rPr lang="es-MX" baseline="0" dirty="0"/>
                        <a:t> Anual por Inflación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Pasivo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93378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3141</Words>
  <Application>Microsoft Office PowerPoint</Application>
  <PresentationFormat>Panorámica</PresentationFormat>
  <Paragraphs>875</Paragraphs>
  <Slides>35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Tema de Office</vt:lpstr>
      <vt:lpstr>VI. Deducción de inversiones</vt:lpstr>
      <vt:lpstr>Definición de Inversiones LISR 32</vt:lpstr>
      <vt:lpstr>Definir el tipo de inversión</vt:lpstr>
      <vt:lpstr>Presentación de PowerPoint</vt:lpstr>
      <vt:lpstr>Deducción de Inversiones LISR 31</vt:lpstr>
      <vt:lpstr>Factor de actualización</vt:lpstr>
      <vt:lpstr>Determinar el MOI</vt:lpstr>
      <vt:lpstr>Determinar el MOI - Respuestas</vt:lpstr>
      <vt:lpstr>Porcientos Máximos Autorizados</vt:lpstr>
      <vt:lpstr>Obtenga las tasas de deducción máximas</vt:lpstr>
      <vt:lpstr>Obtenga las tasas de deducción máximas – Respuestas LISR 34</vt:lpstr>
      <vt:lpstr>Obtenga las tasas de deducción máximas de la siguiente maquinaria</vt:lpstr>
      <vt:lpstr>Obtenga las tasas de deducción máxima de la siguiente maquinaria – Respuestas LISR 35</vt:lpstr>
      <vt:lpstr>Complete la siguiente Cédula al cierre de 2024</vt:lpstr>
      <vt:lpstr>Complete la siguiente Cédula al cierre de 2024 - Respuestas</vt:lpstr>
      <vt:lpstr>Complete la siguiente Cédula al cierre de 2XX2</vt:lpstr>
      <vt:lpstr>Complete la siguiente Cédula al cierre de 2XX2 - Respuestas</vt:lpstr>
      <vt:lpstr>Cambio de tasas RLISR 73</vt:lpstr>
      <vt:lpstr>Presentación de PowerPoint</vt:lpstr>
      <vt:lpstr>Ganancia o Pérdida en Enajenación de Inversiones</vt:lpstr>
      <vt:lpstr>Determine el % pendiente de deducir a la fecha de enajenación</vt:lpstr>
      <vt:lpstr>Reglas LISR 36</vt:lpstr>
      <vt:lpstr>Enajenación de un automóvil (parcialmente deducible)</vt:lpstr>
      <vt:lpstr>Presentación de PowerPoint</vt:lpstr>
      <vt:lpstr>Determine la deducción del Automóvil</vt:lpstr>
      <vt:lpstr>Determine la deducción del Automóvil - Respuesta</vt:lpstr>
      <vt:lpstr>Determine la deducción (sin actualizar) del Avión Privado</vt:lpstr>
      <vt:lpstr>Determine la deducción (sin actualizar) del Avión Privado - Respuesta</vt:lpstr>
      <vt:lpstr>Caso fortuito o fuerza mayor LISR 37</vt:lpstr>
      <vt:lpstr>Arrendamiento Financiero LISR 38</vt:lpstr>
      <vt:lpstr>Arrendamiento Financiero - Contrato</vt:lpstr>
      <vt:lpstr>Opción de Compra</vt:lpstr>
      <vt:lpstr>Arrendamiento Financiero - Contrato</vt:lpstr>
      <vt:lpstr>Participación en la enajenación</vt:lpstr>
      <vt:lpstr>Arrendamiento Puro vs Financiero (Automóvil – Combustión Interna)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Área de Oportunidad</dc:title>
  <dc:creator>Jaime De Leon R.</dc:creator>
  <cp:lastModifiedBy>Jaime De León R.</cp:lastModifiedBy>
  <cp:revision>6</cp:revision>
  <dcterms:created xsi:type="dcterms:W3CDTF">2022-06-10T16:01:17Z</dcterms:created>
  <dcterms:modified xsi:type="dcterms:W3CDTF">2025-02-19T04:08:04Z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37ea1f-2c5d-459d-abec-9c12fc11b92c_Enabled">
    <vt:lpwstr>true</vt:lpwstr>
  </property>
  <property fmtid="{D5CDD505-2E9C-101B-9397-08002B2CF9AE}" pid="3" name="MSIP_Label_d537ea1f-2c5d-459d-abec-9c12fc11b92c_SetDate">
    <vt:lpwstr>2024-09-11T19:48:15Z</vt:lpwstr>
  </property>
  <property fmtid="{D5CDD505-2E9C-101B-9397-08002B2CF9AE}" pid="4" name="MSIP_Label_d537ea1f-2c5d-459d-abec-9c12fc11b92c_Method">
    <vt:lpwstr>Privileged</vt:lpwstr>
  </property>
  <property fmtid="{D5CDD505-2E9C-101B-9397-08002B2CF9AE}" pid="5" name="MSIP_Label_d537ea1f-2c5d-459d-abec-9c12fc11b92c_Name">
    <vt:lpwstr>General</vt:lpwstr>
  </property>
  <property fmtid="{D5CDD505-2E9C-101B-9397-08002B2CF9AE}" pid="6" name="MSIP_Label_d537ea1f-2c5d-459d-abec-9c12fc11b92c_SiteId">
    <vt:lpwstr>5a3c2a26-df13-4524-9df2-07d9a4d4a7d0</vt:lpwstr>
  </property>
  <property fmtid="{D5CDD505-2E9C-101B-9397-08002B2CF9AE}" pid="7" name="MSIP_Label_d537ea1f-2c5d-459d-abec-9c12fc11b92c_ActionId">
    <vt:lpwstr>8dbc8b15-e698-448c-8ae4-ce6e05993e9a</vt:lpwstr>
  </property>
  <property fmtid="{D5CDD505-2E9C-101B-9397-08002B2CF9AE}" pid="8" name="MSIP_Label_d537ea1f-2c5d-459d-abec-9c12fc11b92c_ContentBits">
    <vt:lpwstr>0</vt:lpwstr>
  </property>
</Properties>
</file>