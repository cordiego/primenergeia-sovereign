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46" r:id="rId3"/>
    <p:sldId id="643" r:id="rId4"/>
    <p:sldId id="644" r:id="rId5"/>
    <p:sldId id="1139" r:id="rId6"/>
    <p:sldId id="647" r:id="rId7"/>
    <p:sldId id="662" r:id="rId8"/>
    <p:sldId id="663" r:id="rId9"/>
    <p:sldId id="665" r:id="rId10"/>
    <p:sldId id="664" r:id="rId11"/>
    <p:sldId id="666" r:id="rId12"/>
    <p:sldId id="667" r:id="rId13"/>
    <p:sldId id="668" r:id="rId14"/>
    <p:sldId id="669" r:id="rId15"/>
    <p:sldId id="678"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681209-FEC7-4F5C-B09D-CCEB6E5F34D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77BFF9BD-0992-4881-B5B3-A2FA33DC2169}">
      <dgm:prSet phldrT="[Text]"/>
      <dgm:spPr/>
      <dgm:t>
        <a:bodyPr/>
        <a:lstStyle/>
        <a:p>
          <a:r>
            <a:rPr lang="es-MX" dirty="0"/>
            <a:t>Diferencias Temporales</a:t>
          </a:r>
        </a:p>
      </dgm:t>
    </dgm:pt>
    <dgm:pt modelId="{01CA1631-4D67-4DC3-835A-9D9DEAEB87FE}" type="parTrans" cxnId="{D2F5410A-0A28-4BE4-95BA-4D20E53EEEBF}">
      <dgm:prSet/>
      <dgm:spPr/>
      <dgm:t>
        <a:bodyPr/>
        <a:lstStyle/>
        <a:p>
          <a:endParaRPr lang="es-MX"/>
        </a:p>
      </dgm:t>
    </dgm:pt>
    <dgm:pt modelId="{9C48CB65-EB3A-44BC-94B3-E37A64BA0AD9}" type="sibTrans" cxnId="{D2F5410A-0A28-4BE4-95BA-4D20E53EEEBF}">
      <dgm:prSet/>
      <dgm:spPr/>
      <dgm:t>
        <a:bodyPr/>
        <a:lstStyle/>
        <a:p>
          <a:endParaRPr lang="es-MX"/>
        </a:p>
      </dgm:t>
    </dgm:pt>
    <dgm:pt modelId="{BB8AD1DE-5454-4CB4-911F-AD436B2A5FA5}">
      <dgm:prSet phldrT="[Text]"/>
      <dgm:spPr/>
      <dgm:t>
        <a:bodyPr/>
        <a:lstStyle/>
        <a:p>
          <a:r>
            <a:rPr lang="es-MX" dirty="0"/>
            <a:t>Deducible</a:t>
          </a:r>
        </a:p>
      </dgm:t>
    </dgm:pt>
    <dgm:pt modelId="{7001F82B-ECB1-464B-AC2A-7D7AF97F6A39}" type="parTrans" cxnId="{E6E3CF72-17B1-44F2-ADB0-D651067E9129}">
      <dgm:prSet/>
      <dgm:spPr/>
      <dgm:t>
        <a:bodyPr/>
        <a:lstStyle/>
        <a:p>
          <a:endParaRPr lang="es-MX"/>
        </a:p>
      </dgm:t>
    </dgm:pt>
    <dgm:pt modelId="{0E2DFDF4-344B-4EE8-BA0C-FB7B810A57F2}" type="sibTrans" cxnId="{E6E3CF72-17B1-44F2-ADB0-D651067E9129}">
      <dgm:prSet/>
      <dgm:spPr/>
      <dgm:t>
        <a:bodyPr/>
        <a:lstStyle/>
        <a:p>
          <a:endParaRPr lang="es-MX"/>
        </a:p>
      </dgm:t>
    </dgm:pt>
    <dgm:pt modelId="{D6CEF2B6-CB93-46F9-9F20-97EE4CA3B121}">
      <dgm:prSet phldrT="[Text]"/>
      <dgm:spPr/>
      <dgm:t>
        <a:bodyPr/>
        <a:lstStyle/>
        <a:p>
          <a:r>
            <a:rPr lang="es-MX" dirty="0"/>
            <a:t>Disminuye la base fiscal futura</a:t>
          </a:r>
        </a:p>
      </dgm:t>
    </dgm:pt>
    <dgm:pt modelId="{5D373649-AB86-49E1-9681-98C63633EC0A}" type="parTrans" cxnId="{EBBA970C-C3BC-41B7-92E7-3E16A3B01B9F}">
      <dgm:prSet/>
      <dgm:spPr/>
      <dgm:t>
        <a:bodyPr/>
        <a:lstStyle/>
        <a:p>
          <a:endParaRPr lang="es-MX"/>
        </a:p>
      </dgm:t>
    </dgm:pt>
    <dgm:pt modelId="{C190BF39-2129-4CD5-8817-022564EC5C91}" type="sibTrans" cxnId="{EBBA970C-C3BC-41B7-92E7-3E16A3B01B9F}">
      <dgm:prSet/>
      <dgm:spPr/>
      <dgm:t>
        <a:bodyPr/>
        <a:lstStyle/>
        <a:p>
          <a:endParaRPr lang="es-MX"/>
        </a:p>
      </dgm:t>
    </dgm:pt>
    <dgm:pt modelId="{73CC36FF-70F6-46B9-B731-B6B737E4EC38}">
      <dgm:prSet/>
      <dgm:spPr>
        <a:solidFill>
          <a:srgbClr val="92D050"/>
        </a:solidFill>
      </dgm:spPr>
      <dgm:t>
        <a:bodyPr/>
        <a:lstStyle/>
        <a:p>
          <a:r>
            <a:rPr lang="es-MX" dirty="0"/>
            <a:t>Impuesto Diferido Activo</a:t>
          </a:r>
        </a:p>
      </dgm:t>
    </dgm:pt>
    <dgm:pt modelId="{3EAC83CF-A429-4583-9237-254AD96F7643}" type="parTrans" cxnId="{F6B4302E-9412-4F7C-B2D7-256640C867FA}">
      <dgm:prSet/>
      <dgm:spPr/>
      <dgm:t>
        <a:bodyPr/>
        <a:lstStyle/>
        <a:p>
          <a:endParaRPr lang="es-MX"/>
        </a:p>
      </dgm:t>
    </dgm:pt>
    <dgm:pt modelId="{3FF96DFD-5EA2-44B0-BF4D-C7DFF20C3D0B}" type="sibTrans" cxnId="{F6B4302E-9412-4F7C-B2D7-256640C867FA}">
      <dgm:prSet/>
      <dgm:spPr/>
      <dgm:t>
        <a:bodyPr/>
        <a:lstStyle/>
        <a:p>
          <a:endParaRPr lang="es-MX"/>
        </a:p>
      </dgm:t>
    </dgm:pt>
    <dgm:pt modelId="{B34AF879-F2CE-43A3-AAF8-A0B1FC31F336}">
      <dgm:prSet/>
      <dgm:spPr/>
      <dgm:t>
        <a:bodyPr/>
        <a:lstStyle/>
        <a:p>
          <a:r>
            <a:rPr lang="es-MX" dirty="0"/>
            <a:t>Impuesto Diferido</a:t>
          </a:r>
        </a:p>
      </dgm:t>
    </dgm:pt>
    <dgm:pt modelId="{BA5A1B96-FA0B-4263-A1DA-B0688DB99412}" type="parTrans" cxnId="{7FB2A3AC-2DF1-4C5D-B37E-7D25DE220C04}">
      <dgm:prSet/>
      <dgm:spPr/>
      <dgm:t>
        <a:bodyPr/>
        <a:lstStyle/>
        <a:p>
          <a:endParaRPr lang="es-MX"/>
        </a:p>
      </dgm:t>
    </dgm:pt>
    <dgm:pt modelId="{A2D96D7B-FE12-4D5D-8EBD-FEF8D391D56D}" type="sibTrans" cxnId="{7FB2A3AC-2DF1-4C5D-B37E-7D25DE220C04}">
      <dgm:prSet/>
      <dgm:spPr/>
      <dgm:t>
        <a:bodyPr/>
        <a:lstStyle/>
        <a:p>
          <a:endParaRPr lang="es-MX"/>
        </a:p>
      </dgm:t>
    </dgm:pt>
    <dgm:pt modelId="{FE457B38-4F9E-42AE-9472-8F7825336DBE}">
      <dgm:prSet/>
      <dgm:spPr/>
      <dgm:t>
        <a:bodyPr/>
        <a:lstStyle/>
        <a:p>
          <a:r>
            <a:rPr lang="es-MX" dirty="0"/>
            <a:t>Pérdidas Fiscales</a:t>
          </a:r>
        </a:p>
      </dgm:t>
    </dgm:pt>
    <dgm:pt modelId="{85AFB7B6-6068-4B02-A5E9-C1B73D0D8347}" type="parTrans" cxnId="{553E0CE9-5A05-4D94-A470-7DBAB501E905}">
      <dgm:prSet/>
      <dgm:spPr/>
      <dgm:t>
        <a:bodyPr/>
        <a:lstStyle/>
        <a:p>
          <a:endParaRPr lang="es-MX"/>
        </a:p>
      </dgm:t>
    </dgm:pt>
    <dgm:pt modelId="{65DA8956-4534-49C6-B17C-7899DC38E764}" type="sibTrans" cxnId="{553E0CE9-5A05-4D94-A470-7DBAB501E905}">
      <dgm:prSet/>
      <dgm:spPr/>
      <dgm:t>
        <a:bodyPr/>
        <a:lstStyle/>
        <a:p>
          <a:endParaRPr lang="es-MX"/>
        </a:p>
      </dgm:t>
    </dgm:pt>
    <dgm:pt modelId="{97CF8E6A-B9BB-4843-917A-BD5CB762FF41}">
      <dgm:prSet/>
      <dgm:spPr/>
      <dgm:t>
        <a:bodyPr/>
        <a:lstStyle/>
        <a:p>
          <a:r>
            <a:rPr lang="es-MX" dirty="0"/>
            <a:t>Créditos Fiscales</a:t>
          </a:r>
        </a:p>
      </dgm:t>
    </dgm:pt>
    <dgm:pt modelId="{0C789570-E267-4F38-BC19-EC71D22BAD98}" type="parTrans" cxnId="{A575D564-C1B0-476C-B66E-F9AD4B64E870}">
      <dgm:prSet/>
      <dgm:spPr/>
      <dgm:t>
        <a:bodyPr/>
        <a:lstStyle/>
        <a:p>
          <a:endParaRPr lang="es-MX"/>
        </a:p>
      </dgm:t>
    </dgm:pt>
    <dgm:pt modelId="{1ACC6CAC-E418-4F9B-9FDF-49C2EA6415A2}" type="sibTrans" cxnId="{A575D564-C1B0-476C-B66E-F9AD4B64E870}">
      <dgm:prSet/>
      <dgm:spPr/>
      <dgm:t>
        <a:bodyPr/>
        <a:lstStyle/>
        <a:p>
          <a:endParaRPr lang="es-MX"/>
        </a:p>
      </dgm:t>
    </dgm:pt>
    <dgm:pt modelId="{718859C4-D392-4856-A7EF-F97828A43356}">
      <dgm:prSet/>
      <dgm:spPr>
        <a:solidFill>
          <a:srgbClr val="FFFF00"/>
        </a:solidFill>
      </dgm:spPr>
      <dgm:t>
        <a:bodyPr/>
        <a:lstStyle/>
        <a:p>
          <a:r>
            <a:rPr lang="es-MX" dirty="0">
              <a:solidFill>
                <a:schemeClr val="tx1"/>
              </a:solidFill>
            </a:rPr>
            <a:t>Estimación para Activo por Impuesto Diferido NO Recuperable</a:t>
          </a:r>
        </a:p>
      </dgm:t>
    </dgm:pt>
    <dgm:pt modelId="{E893C516-3D59-4FDB-BF93-A464ADBDCDE4}" type="parTrans" cxnId="{A7847F05-F11C-4DD2-BEE5-B8E4722077FA}">
      <dgm:prSet/>
      <dgm:spPr/>
      <dgm:t>
        <a:bodyPr/>
        <a:lstStyle/>
        <a:p>
          <a:endParaRPr lang="es-MX"/>
        </a:p>
      </dgm:t>
    </dgm:pt>
    <dgm:pt modelId="{708051C8-9564-487B-8BED-7F6836A9B14E}" type="sibTrans" cxnId="{A7847F05-F11C-4DD2-BEE5-B8E4722077FA}">
      <dgm:prSet/>
      <dgm:spPr/>
      <dgm:t>
        <a:bodyPr/>
        <a:lstStyle/>
        <a:p>
          <a:endParaRPr lang="es-MX"/>
        </a:p>
      </dgm:t>
    </dgm:pt>
    <dgm:pt modelId="{C4F2B127-DB20-4361-A5A9-391A01AFB5B9}">
      <dgm:prSet/>
      <dgm:spPr/>
      <dgm:t>
        <a:bodyPr/>
        <a:lstStyle/>
        <a:p>
          <a:r>
            <a:rPr lang="es-MX" dirty="0"/>
            <a:t>Acumulable</a:t>
          </a:r>
        </a:p>
      </dgm:t>
    </dgm:pt>
    <dgm:pt modelId="{680A139A-B945-48AD-BC19-27662BE1D530}" type="parTrans" cxnId="{B51DBD5D-65F2-4EFF-B001-FCB3F76B98AD}">
      <dgm:prSet/>
      <dgm:spPr/>
      <dgm:t>
        <a:bodyPr/>
        <a:lstStyle/>
        <a:p>
          <a:endParaRPr lang="es-MX"/>
        </a:p>
      </dgm:t>
    </dgm:pt>
    <dgm:pt modelId="{8E7EC446-3476-47FC-A97A-A938743B07A9}" type="sibTrans" cxnId="{B51DBD5D-65F2-4EFF-B001-FCB3F76B98AD}">
      <dgm:prSet/>
      <dgm:spPr/>
      <dgm:t>
        <a:bodyPr/>
        <a:lstStyle/>
        <a:p>
          <a:endParaRPr lang="es-MX"/>
        </a:p>
      </dgm:t>
    </dgm:pt>
    <dgm:pt modelId="{9A3A673D-1E0E-4E3C-B268-B45869C0E2E4}">
      <dgm:prSet/>
      <dgm:spPr/>
      <dgm:t>
        <a:bodyPr/>
        <a:lstStyle/>
        <a:p>
          <a:r>
            <a:rPr lang="es-MX" dirty="0"/>
            <a:t>Aumenta la base fiscal futura</a:t>
          </a:r>
        </a:p>
      </dgm:t>
    </dgm:pt>
    <dgm:pt modelId="{1E206702-39E1-4AAF-B604-5AAAB552DD6F}" type="parTrans" cxnId="{6B675583-75A2-4E31-BEA4-C32F43DC3091}">
      <dgm:prSet/>
      <dgm:spPr/>
      <dgm:t>
        <a:bodyPr/>
        <a:lstStyle/>
        <a:p>
          <a:endParaRPr lang="es-MX"/>
        </a:p>
      </dgm:t>
    </dgm:pt>
    <dgm:pt modelId="{06C59A8B-2E94-4913-A781-48AC71E719E7}" type="sibTrans" cxnId="{6B675583-75A2-4E31-BEA4-C32F43DC3091}">
      <dgm:prSet/>
      <dgm:spPr/>
      <dgm:t>
        <a:bodyPr/>
        <a:lstStyle/>
        <a:p>
          <a:endParaRPr lang="es-MX"/>
        </a:p>
      </dgm:t>
    </dgm:pt>
    <dgm:pt modelId="{32AA6FC7-89C0-4212-89C7-9039BCC17B4B}">
      <dgm:prSet/>
      <dgm:spPr>
        <a:solidFill>
          <a:srgbClr val="FF0000"/>
        </a:solidFill>
      </dgm:spPr>
      <dgm:t>
        <a:bodyPr/>
        <a:lstStyle/>
        <a:p>
          <a:r>
            <a:rPr lang="es-MX" dirty="0"/>
            <a:t>Impuesto Diferido Pasivo</a:t>
          </a:r>
        </a:p>
      </dgm:t>
    </dgm:pt>
    <dgm:pt modelId="{7653DFAC-D3B1-4E4F-AF17-98ABF83E91A4}" type="parTrans" cxnId="{785D5B91-1A6D-4E33-9846-F45CD0C4C555}">
      <dgm:prSet/>
      <dgm:spPr/>
      <dgm:t>
        <a:bodyPr/>
        <a:lstStyle/>
        <a:p>
          <a:endParaRPr lang="es-MX"/>
        </a:p>
      </dgm:t>
    </dgm:pt>
    <dgm:pt modelId="{4AF861BE-EF48-4698-99B5-B43D6C63A300}" type="sibTrans" cxnId="{785D5B91-1A6D-4E33-9846-F45CD0C4C555}">
      <dgm:prSet/>
      <dgm:spPr/>
      <dgm:t>
        <a:bodyPr/>
        <a:lstStyle/>
        <a:p>
          <a:endParaRPr lang="es-MX"/>
        </a:p>
      </dgm:t>
    </dgm:pt>
    <dgm:pt modelId="{F3DB1C67-155C-4208-B4BB-283EF0B8ED3D}" type="pres">
      <dgm:prSet presAssocID="{FB681209-FEC7-4F5C-B09D-CCEB6E5F34DC}" presName="diagram" presStyleCnt="0">
        <dgm:presLayoutVars>
          <dgm:chPref val="1"/>
          <dgm:dir/>
          <dgm:animOne val="branch"/>
          <dgm:animLvl val="lvl"/>
          <dgm:resizeHandles val="exact"/>
        </dgm:presLayoutVars>
      </dgm:prSet>
      <dgm:spPr/>
    </dgm:pt>
    <dgm:pt modelId="{5FB29E68-075C-425E-B194-2C164F2A4BC8}" type="pres">
      <dgm:prSet presAssocID="{B34AF879-F2CE-43A3-AAF8-A0B1FC31F336}" presName="root1" presStyleCnt="0"/>
      <dgm:spPr/>
    </dgm:pt>
    <dgm:pt modelId="{92EC8D9D-91C1-4986-B4AD-09FDC1654291}" type="pres">
      <dgm:prSet presAssocID="{B34AF879-F2CE-43A3-AAF8-A0B1FC31F336}" presName="LevelOneTextNode" presStyleLbl="node0" presStyleIdx="0" presStyleCnt="1">
        <dgm:presLayoutVars>
          <dgm:chPref val="3"/>
        </dgm:presLayoutVars>
      </dgm:prSet>
      <dgm:spPr/>
    </dgm:pt>
    <dgm:pt modelId="{50192592-1FB2-4898-B2BE-44A414EA92B0}" type="pres">
      <dgm:prSet presAssocID="{B34AF879-F2CE-43A3-AAF8-A0B1FC31F336}" presName="level2hierChild" presStyleCnt="0"/>
      <dgm:spPr/>
    </dgm:pt>
    <dgm:pt modelId="{EC8D6FEA-7607-4DA4-B77D-DB7A2CFE6C28}" type="pres">
      <dgm:prSet presAssocID="{01CA1631-4D67-4DC3-835A-9D9DEAEB87FE}" presName="conn2-1" presStyleLbl="parChTrans1D2" presStyleIdx="0" presStyleCnt="4"/>
      <dgm:spPr/>
    </dgm:pt>
    <dgm:pt modelId="{A886E10F-A4EC-41D5-AB58-C34FD08BA3C4}" type="pres">
      <dgm:prSet presAssocID="{01CA1631-4D67-4DC3-835A-9D9DEAEB87FE}" presName="connTx" presStyleLbl="parChTrans1D2" presStyleIdx="0" presStyleCnt="4"/>
      <dgm:spPr/>
    </dgm:pt>
    <dgm:pt modelId="{1E7B74A3-7C0F-403F-A624-224532EE179E}" type="pres">
      <dgm:prSet presAssocID="{77BFF9BD-0992-4881-B5B3-A2FA33DC2169}" presName="root2" presStyleCnt="0"/>
      <dgm:spPr/>
    </dgm:pt>
    <dgm:pt modelId="{25FB2BAC-947F-4A71-8BC5-AF7CDC47DF61}" type="pres">
      <dgm:prSet presAssocID="{77BFF9BD-0992-4881-B5B3-A2FA33DC2169}" presName="LevelTwoTextNode" presStyleLbl="node2" presStyleIdx="0" presStyleCnt="4">
        <dgm:presLayoutVars>
          <dgm:chPref val="3"/>
        </dgm:presLayoutVars>
      </dgm:prSet>
      <dgm:spPr/>
    </dgm:pt>
    <dgm:pt modelId="{35F7803D-874D-41E5-BD17-74280D1776EE}" type="pres">
      <dgm:prSet presAssocID="{77BFF9BD-0992-4881-B5B3-A2FA33DC2169}" presName="level3hierChild" presStyleCnt="0"/>
      <dgm:spPr/>
    </dgm:pt>
    <dgm:pt modelId="{986314BB-42ED-4664-B6F8-D467F50EE397}" type="pres">
      <dgm:prSet presAssocID="{7001F82B-ECB1-464B-AC2A-7D7AF97F6A39}" presName="conn2-1" presStyleLbl="parChTrans1D3" presStyleIdx="0" presStyleCnt="2"/>
      <dgm:spPr/>
    </dgm:pt>
    <dgm:pt modelId="{BCCE7F9D-D4A9-45EC-BC1A-C385F7D82D25}" type="pres">
      <dgm:prSet presAssocID="{7001F82B-ECB1-464B-AC2A-7D7AF97F6A39}" presName="connTx" presStyleLbl="parChTrans1D3" presStyleIdx="0" presStyleCnt="2"/>
      <dgm:spPr/>
    </dgm:pt>
    <dgm:pt modelId="{7AD3D4EA-86E5-47F2-95B6-B4CFB066B8C1}" type="pres">
      <dgm:prSet presAssocID="{BB8AD1DE-5454-4CB4-911F-AD436B2A5FA5}" presName="root2" presStyleCnt="0"/>
      <dgm:spPr/>
    </dgm:pt>
    <dgm:pt modelId="{6749B952-E617-4D95-BF50-2E5AA8A7A2FD}" type="pres">
      <dgm:prSet presAssocID="{BB8AD1DE-5454-4CB4-911F-AD436B2A5FA5}" presName="LevelTwoTextNode" presStyleLbl="node3" presStyleIdx="0" presStyleCnt="2">
        <dgm:presLayoutVars>
          <dgm:chPref val="3"/>
        </dgm:presLayoutVars>
      </dgm:prSet>
      <dgm:spPr/>
    </dgm:pt>
    <dgm:pt modelId="{00A000F5-8251-42EB-86AA-1E9075F53613}" type="pres">
      <dgm:prSet presAssocID="{BB8AD1DE-5454-4CB4-911F-AD436B2A5FA5}" presName="level3hierChild" presStyleCnt="0"/>
      <dgm:spPr/>
    </dgm:pt>
    <dgm:pt modelId="{254FD64B-9541-42EE-9F90-3D660FB5D1DD}" type="pres">
      <dgm:prSet presAssocID="{5D373649-AB86-49E1-9681-98C63633EC0A}" presName="conn2-1" presStyleLbl="parChTrans1D4" presStyleIdx="0" presStyleCnt="4"/>
      <dgm:spPr/>
    </dgm:pt>
    <dgm:pt modelId="{C2A525B9-25CB-45DF-891C-F036F6CE0393}" type="pres">
      <dgm:prSet presAssocID="{5D373649-AB86-49E1-9681-98C63633EC0A}" presName="connTx" presStyleLbl="parChTrans1D4" presStyleIdx="0" presStyleCnt="4"/>
      <dgm:spPr/>
    </dgm:pt>
    <dgm:pt modelId="{AF4A0CC0-2EC9-41B2-88DA-96CE0817B7E1}" type="pres">
      <dgm:prSet presAssocID="{D6CEF2B6-CB93-46F9-9F20-97EE4CA3B121}" presName="root2" presStyleCnt="0"/>
      <dgm:spPr/>
    </dgm:pt>
    <dgm:pt modelId="{7625FE6C-9E5E-4CE7-8089-140B3682276D}" type="pres">
      <dgm:prSet presAssocID="{D6CEF2B6-CB93-46F9-9F20-97EE4CA3B121}" presName="LevelTwoTextNode" presStyleLbl="node4" presStyleIdx="0" presStyleCnt="4">
        <dgm:presLayoutVars>
          <dgm:chPref val="3"/>
        </dgm:presLayoutVars>
      </dgm:prSet>
      <dgm:spPr/>
    </dgm:pt>
    <dgm:pt modelId="{F21608EC-61FF-423B-88CF-C96D0300AE92}" type="pres">
      <dgm:prSet presAssocID="{D6CEF2B6-CB93-46F9-9F20-97EE4CA3B121}" presName="level3hierChild" presStyleCnt="0"/>
      <dgm:spPr/>
    </dgm:pt>
    <dgm:pt modelId="{DD815C16-1968-463D-9F2B-CEDFB8A18CF1}" type="pres">
      <dgm:prSet presAssocID="{3EAC83CF-A429-4583-9237-254AD96F7643}" presName="conn2-1" presStyleLbl="parChTrans1D4" presStyleIdx="1" presStyleCnt="4"/>
      <dgm:spPr/>
    </dgm:pt>
    <dgm:pt modelId="{60B83C19-57A6-45C5-853E-D70338042145}" type="pres">
      <dgm:prSet presAssocID="{3EAC83CF-A429-4583-9237-254AD96F7643}" presName="connTx" presStyleLbl="parChTrans1D4" presStyleIdx="1" presStyleCnt="4"/>
      <dgm:spPr/>
    </dgm:pt>
    <dgm:pt modelId="{4A8D65F3-15EF-4461-A62D-85C7726E04E2}" type="pres">
      <dgm:prSet presAssocID="{73CC36FF-70F6-46B9-B731-B6B737E4EC38}" presName="root2" presStyleCnt="0"/>
      <dgm:spPr/>
    </dgm:pt>
    <dgm:pt modelId="{A8060B4E-280E-40E9-A225-748300C112AC}" type="pres">
      <dgm:prSet presAssocID="{73CC36FF-70F6-46B9-B731-B6B737E4EC38}" presName="LevelTwoTextNode" presStyleLbl="node4" presStyleIdx="1" presStyleCnt="4">
        <dgm:presLayoutVars>
          <dgm:chPref val="3"/>
        </dgm:presLayoutVars>
      </dgm:prSet>
      <dgm:spPr/>
    </dgm:pt>
    <dgm:pt modelId="{3CD3C9FD-2C1A-4AFA-BC9E-DA8D174C2AA0}" type="pres">
      <dgm:prSet presAssocID="{73CC36FF-70F6-46B9-B731-B6B737E4EC38}" presName="level3hierChild" presStyleCnt="0"/>
      <dgm:spPr/>
    </dgm:pt>
    <dgm:pt modelId="{2DA5C8ED-24E8-4C53-9D6E-1E826733B54C}" type="pres">
      <dgm:prSet presAssocID="{680A139A-B945-48AD-BC19-27662BE1D530}" presName="conn2-1" presStyleLbl="parChTrans1D3" presStyleIdx="1" presStyleCnt="2"/>
      <dgm:spPr/>
    </dgm:pt>
    <dgm:pt modelId="{D52DD4B7-7E96-432D-91E1-4136B6BD7E74}" type="pres">
      <dgm:prSet presAssocID="{680A139A-B945-48AD-BC19-27662BE1D530}" presName="connTx" presStyleLbl="parChTrans1D3" presStyleIdx="1" presStyleCnt="2"/>
      <dgm:spPr/>
    </dgm:pt>
    <dgm:pt modelId="{348DD971-8451-4010-AE70-A78FF8D17668}" type="pres">
      <dgm:prSet presAssocID="{C4F2B127-DB20-4361-A5A9-391A01AFB5B9}" presName="root2" presStyleCnt="0"/>
      <dgm:spPr/>
    </dgm:pt>
    <dgm:pt modelId="{AD0526AF-39A3-41B7-949D-A635C5AE203C}" type="pres">
      <dgm:prSet presAssocID="{C4F2B127-DB20-4361-A5A9-391A01AFB5B9}" presName="LevelTwoTextNode" presStyleLbl="node3" presStyleIdx="1" presStyleCnt="2">
        <dgm:presLayoutVars>
          <dgm:chPref val="3"/>
        </dgm:presLayoutVars>
      </dgm:prSet>
      <dgm:spPr/>
    </dgm:pt>
    <dgm:pt modelId="{54BCDD7E-BBF9-4604-9506-F27163A1ACF5}" type="pres">
      <dgm:prSet presAssocID="{C4F2B127-DB20-4361-A5A9-391A01AFB5B9}" presName="level3hierChild" presStyleCnt="0"/>
      <dgm:spPr/>
    </dgm:pt>
    <dgm:pt modelId="{32EB49F3-FDF9-4F8F-83C4-BA584163FBA8}" type="pres">
      <dgm:prSet presAssocID="{1E206702-39E1-4AAF-B604-5AAAB552DD6F}" presName="conn2-1" presStyleLbl="parChTrans1D4" presStyleIdx="2" presStyleCnt="4"/>
      <dgm:spPr/>
    </dgm:pt>
    <dgm:pt modelId="{ACA3E788-9910-4364-B770-E73F7C5BE866}" type="pres">
      <dgm:prSet presAssocID="{1E206702-39E1-4AAF-B604-5AAAB552DD6F}" presName="connTx" presStyleLbl="parChTrans1D4" presStyleIdx="2" presStyleCnt="4"/>
      <dgm:spPr/>
    </dgm:pt>
    <dgm:pt modelId="{8900E3DE-A1AA-41AD-924F-4D2EBDA6B99B}" type="pres">
      <dgm:prSet presAssocID="{9A3A673D-1E0E-4E3C-B268-B45869C0E2E4}" presName="root2" presStyleCnt="0"/>
      <dgm:spPr/>
    </dgm:pt>
    <dgm:pt modelId="{26904936-6713-42CF-AB61-77215F468B4B}" type="pres">
      <dgm:prSet presAssocID="{9A3A673D-1E0E-4E3C-B268-B45869C0E2E4}" presName="LevelTwoTextNode" presStyleLbl="node4" presStyleIdx="2" presStyleCnt="4">
        <dgm:presLayoutVars>
          <dgm:chPref val="3"/>
        </dgm:presLayoutVars>
      </dgm:prSet>
      <dgm:spPr/>
    </dgm:pt>
    <dgm:pt modelId="{3C6748A2-F3B2-47BE-B460-3B67775E7D9E}" type="pres">
      <dgm:prSet presAssocID="{9A3A673D-1E0E-4E3C-B268-B45869C0E2E4}" presName="level3hierChild" presStyleCnt="0"/>
      <dgm:spPr/>
    </dgm:pt>
    <dgm:pt modelId="{183E1763-ABFE-46D9-9B44-45DFB7DA5EB8}" type="pres">
      <dgm:prSet presAssocID="{7653DFAC-D3B1-4E4F-AF17-98ABF83E91A4}" presName="conn2-1" presStyleLbl="parChTrans1D4" presStyleIdx="3" presStyleCnt="4"/>
      <dgm:spPr/>
    </dgm:pt>
    <dgm:pt modelId="{EB41B8C6-F51A-47EC-86A7-28F3F4E3521C}" type="pres">
      <dgm:prSet presAssocID="{7653DFAC-D3B1-4E4F-AF17-98ABF83E91A4}" presName="connTx" presStyleLbl="parChTrans1D4" presStyleIdx="3" presStyleCnt="4"/>
      <dgm:spPr/>
    </dgm:pt>
    <dgm:pt modelId="{5BFF3757-8318-4B07-B378-0357F78E210A}" type="pres">
      <dgm:prSet presAssocID="{32AA6FC7-89C0-4212-89C7-9039BCC17B4B}" presName="root2" presStyleCnt="0"/>
      <dgm:spPr/>
    </dgm:pt>
    <dgm:pt modelId="{0CD989D9-66F2-4549-9C87-7082945206F6}" type="pres">
      <dgm:prSet presAssocID="{32AA6FC7-89C0-4212-89C7-9039BCC17B4B}" presName="LevelTwoTextNode" presStyleLbl="node4" presStyleIdx="3" presStyleCnt="4">
        <dgm:presLayoutVars>
          <dgm:chPref val="3"/>
        </dgm:presLayoutVars>
      </dgm:prSet>
      <dgm:spPr/>
    </dgm:pt>
    <dgm:pt modelId="{32DDF551-0403-45F2-A26D-477A122DE2D4}" type="pres">
      <dgm:prSet presAssocID="{32AA6FC7-89C0-4212-89C7-9039BCC17B4B}" presName="level3hierChild" presStyleCnt="0"/>
      <dgm:spPr/>
    </dgm:pt>
    <dgm:pt modelId="{5DD3281B-1947-4F8D-BF14-C92EC415EFB0}" type="pres">
      <dgm:prSet presAssocID="{85AFB7B6-6068-4B02-A5E9-C1B73D0D8347}" presName="conn2-1" presStyleLbl="parChTrans1D2" presStyleIdx="1" presStyleCnt="4"/>
      <dgm:spPr/>
    </dgm:pt>
    <dgm:pt modelId="{10CDD080-715F-4BA9-BA36-AC0CB8D6E8B5}" type="pres">
      <dgm:prSet presAssocID="{85AFB7B6-6068-4B02-A5E9-C1B73D0D8347}" presName="connTx" presStyleLbl="parChTrans1D2" presStyleIdx="1" presStyleCnt="4"/>
      <dgm:spPr/>
    </dgm:pt>
    <dgm:pt modelId="{D3CEB251-AD81-464C-B7B9-D896BABDAA61}" type="pres">
      <dgm:prSet presAssocID="{FE457B38-4F9E-42AE-9472-8F7825336DBE}" presName="root2" presStyleCnt="0"/>
      <dgm:spPr/>
    </dgm:pt>
    <dgm:pt modelId="{7307F283-EDAC-4676-A8C8-26C1811B8CEF}" type="pres">
      <dgm:prSet presAssocID="{FE457B38-4F9E-42AE-9472-8F7825336DBE}" presName="LevelTwoTextNode" presStyleLbl="node2" presStyleIdx="1" presStyleCnt="4">
        <dgm:presLayoutVars>
          <dgm:chPref val="3"/>
        </dgm:presLayoutVars>
      </dgm:prSet>
      <dgm:spPr/>
    </dgm:pt>
    <dgm:pt modelId="{2438B2B9-D985-436E-95C1-6FEDB44B42D2}" type="pres">
      <dgm:prSet presAssocID="{FE457B38-4F9E-42AE-9472-8F7825336DBE}" presName="level3hierChild" presStyleCnt="0"/>
      <dgm:spPr/>
    </dgm:pt>
    <dgm:pt modelId="{1B37A6C9-4DAB-442C-9BCF-96018BB1EBCC}" type="pres">
      <dgm:prSet presAssocID="{0C789570-E267-4F38-BC19-EC71D22BAD98}" presName="conn2-1" presStyleLbl="parChTrans1D2" presStyleIdx="2" presStyleCnt="4"/>
      <dgm:spPr/>
    </dgm:pt>
    <dgm:pt modelId="{835D544D-8C7B-4A3E-9F11-CB831CD5C2A5}" type="pres">
      <dgm:prSet presAssocID="{0C789570-E267-4F38-BC19-EC71D22BAD98}" presName="connTx" presStyleLbl="parChTrans1D2" presStyleIdx="2" presStyleCnt="4"/>
      <dgm:spPr/>
    </dgm:pt>
    <dgm:pt modelId="{3FE479C1-3BEB-4AF7-969A-09CA31120C35}" type="pres">
      <dgm:prSet presAssocID="{97CF8E6A-B9BB-4843-917A-BD5CB762FF41}" presName="root2" presStyleCnt="0"/>
      <dgm:spPr/>
    </dgm:pt>
    <dgm:pt modelId="{0B528A2E-7543-42D9-88DD-5A6CB3A6EC5E}" type="pres">
      <dgm:prSet presAssocID="{97CF8E6A-B9BB-4843-917A-BD5CB762FF41}" presName="LevelTwoTextNode" presStyleLbl="node2" presStyleIdx="2" presStyleCnt="4">
        <dgm:presLayoutVars>
          <dgm:chPref val="3"/>
        </dgm:presLayoutVars>
      </dgm:prSet>
      <dgm:spPr/>
    </dgm:pt>
    <dgm:pt modelId="{DE77BFA2-59C2-47A9-A10D-C1ECB379CB61}" type="pres">
      <dgm:prSet presAssocID="{97CF8E6A-B9BB-4843-917A-BD5CB762FF41}" presName="level3hierChild" presStyleCnt="0"/>
      <dgm:spPr/>
    </dgm:pt>
    <dgm:pt modelId="{B640FE99-E4C1-4A28-B66A-C128826C716A}" type="pres">
      <dgm:prSet presAssocID="{E893C516-3D59-4FDB-BF93-A464ADBDCDE4}" presName="conn2-1" presStyleLbl="parChTrans1D2" presStyleIdx="3" presStyleCnt="4"/>
      <dgm:spPr/>
    </dgm:pt>
    <dgm:pt modelId="{DEB30036-4BB4-4DCC-8F35-8FC02221530B}" type="pres">
      <dgm:prSet presAssocID="{E893C516-3D59-4FDB-BF93-A464ADBDCDE4}" presName="connTx" presStyleLbl="parChTrans1D2" presStyleIdx="3" presStyleCnt="4"/>
      <dgm:spPr/>
    </dgm:pt>
    <dgm:pt modelId="{8D0FCC3F-5A62-48E2-8E29-F303C9297E01}" type="pres">
      <dgm:prSet presAssocID="{718859C4-D392-4856-A7EF-F97828A43356}" presName="root2" presStyleCnt="0"/>
      <dgm:spPr/>
    </dgm:pt>
    <dgm:pt modelId="{0CC4CBDE-6CC3-4266-A5B3-4796692A2627}" type="pres">
      <dgm:prSet presAssocID="{718859C4-D392-4856-A7EF-F97828A43356}" presName="LevelTwoTextNode" presStyleLbl="node2" presStyleIdx="3" presStyleCnt="4">
        <dgm:presLayoutVars>
          <dgm:chPref val="3"/>
        </dgm:presLayoutVars>
      </dgm:prSet>
      <dgm:spPr/>
    </dgm:pt>
    <dgm:pt modelId="{03890F1C-2353-476C-A528-641FB0C45DA9}" type="pres">
      <dgm:prSet presAssocID="{718859C4-D392-4856-A7EF-F97828A43356}" presName="level3hierChild" presStyleCnt="0"/>
      <dgm:spPr/>
    </dgm:pt>
  </dgm:ptLst>
  <dgm:cxnLst>
    <dgm:cxn modelId="{4F55F604-6091-4A24-8EB4-241E0D2B3055}" type="presOf" srcId="{73CC36FF-70F6-46B9-B731-B6B737E4EC38}" destId="{A8060B4E-280E-40E9-A225-748300C112AC}" srcOrd="0" destOrd="0" presId="urn:microsoft.com/office/officeart/2005/8/layout/hierarchy2"/>
    <dgm:cxn modelId="{A7847F05-F11C-4DD2-BEE5-B8E4722077FA}" srcId="{B34AF879-F2CE-43A3-AAF8-A0B1FC31F336}" destId="{718859C4-D392-4856-A7EF-F97828A43356}" srcOrd="3" destOrd="0" parTransId="{E893C516-3D59-4FDB-BF93-A464ADBDCDE4}" sibTransId="{708051C8-9564-487B-8BED-7F6836A9B14E}"/>
    <dgm:cxn modelId="{D2F5410A-0A28-4BE4-95BA-4D20E53EEEBF}" srcId="{B34AF879-F2CE-43A3-AAF8-A0B1FC31F336}" destId="{77BFF9BD-0992-4881-B5B3-A2FA33DC2169}" srcOrd="0" destOrd="0" parTransId="{01CA1631-4D67-4DC3-835A-9D9DEAEB87FE}" sibTransId="{9C48CB65-EB3A-44BC-94B3-E37A64BA0AD9}"/>
    <dgm:cxn modelId="{EBBA970C-C3BC-41B7-92E7-3E16A3B01B9F}" srcId="{BB8AD1DE-5454-4CB4-911F-AD436B2A5FA5}" destId="{D6CEF2B6-CB93-46F9-9F20-97EE4CA3B121}" srcOrd="0" destOrd="0" parTransId="{5D373649-AB86-49E1-9681-98C63633EC0A}" sibTransId="{C190BF39-2129-4CD5-8817-022564EC5C91}"/>
    <dgm:cxn modelId="{25E7021A-F44D-4A55-B7FE-8B2A5D0E7268}" type="presOf" srcId="{85AFB7B6-6068-4B02-A5E9-C1B73D0D8347}" destId="{10CDD080-715F-4BA9-BA36-AC0CB8D6E8B5}" srcOrd="1" destOrd="0" presId="urn:microsoft.com/office/officeart/2005/8/layout/hierarchy2"/>
    <dgm:cxn modelId="{5CB9641D-C3DD-4B71-9B58-128F76718ED4}" type="presOf" srcId="{680A139A-B945-48AD-BC19-27662BE1D530}" destId="{D52DD4B7-7E96-432D-91E1-4136B6BD7E74}" srcOrd="1" destOrd="0" presId="urn:microsoft.com/office/officeart/2005/8/layout/hierarchy2"/>
    <dgm:cxn modelId="{9225DF1E-4BF0-4E66-B2A6-FE376E6A9AC2}" type="presOf" srcId="{FB681209-FEC7-4F5C-B09D-CCEB6E5F34DC}" destId="{F3DB1C67-155C-4208-B4BB-283EF0B8ED3D}" srcOrd="0" destOrd="0" presId="urn:microsoft.com/office/officeart/2005/8/layout/hierarchy2"/>
    <dgm:cxn modelId="{BAA0AA27-9C73-4EEB-A6FD-8940900162FA}" type="presOf" srcId="{B34AF879-F2CE-43A3-AAF8-A0B1FC31F336}" destId="{92EC8D9D-91C1-4986-B4AD-09FDC1654291}" srcOrd="0" destOrd="0" presId="urn:microsoft.com/office/officeart/2005/8/layout/hierarchy2"/>
    <dgm:cxn modelId="{F6B4302E-9412-4F7C-B2D7-256640C867FA}" srcId="{D6CEF2B6-CB93-46F9-9F20-97EE4CA3B121}" destId="{73CC36FF-70F6-46B9-B731-B6B737E4EC38}" srcOrd="0" destOrd="0" parTransId="{3EAC83CF-A429-4583-9237-254AD96F7643}" sibTransId="{3FF96DFD-5EA2-44B0-BF4D-C7DFF20C3D0B}"/>
    <dgm:cxn modelId="{6D4D7231-4300-4B22-950D-874CB60CB315}" type="presOf" srcId="{BB8AD1DE-5454-4CB4-911F-AD436B2A5FA5}" destId="{6749B952-E617-4D95-BF50-2E5AA8A7A2FD}" srcOrd="0" destOrd="0" presId="urn:microsoft.com/office/officeart/2005/8/layout/hierarchy2"/>
    <dgm:cxn modelId="{ED6FC03D-8760-4BC7-BD9E-51F21AB5DD8D}" type="presOf" srcId="{5D373649-AB86-49E1-9681-98C63633EC0A}" destId="{254FD64B-9541-42EE-9F90-3D660FB5D1DD}" srcOrd="0" destOrd="0" presId="urn:microsoft.com/office/officeart/2005/8/layout/hierarchy2"/>
    <dgm:cxn modelId="{EE2B235D-4CB8-4160-AC8A-858753E50DAB}" type="presOf" srcId="{32AA6FC7-89C0-4212-89C7-9039BCC17B4B}" destId="{0CD989D9-66F2-4549-9C87-7082945206F6}" srcOrd="0" destOrd="0" presId="urn:microsoft.com/office/officeart/2005/8/layout/hierarchy2"/>
    <dgm:cxn modelId="{B16F275D-55A4-47DB-83E5-866D3612B892}" type="presOf" srcId="{77BFF9BD-0992-4881-B5B3-A2FA33DC2169}" destId="{25FB2BAC-947F-4A71-8BC5-AF7CDC47DF61}" srcOrd="0" destOrd="0" presId="urn:microsoft.com/office/officeart/2005/8/layout/hierarchy2"/>
    <dgm:cxn modelId="{7960665D-972F-4F30-AFB2-26766B3F7931}" type="presOf" srcId="{7653DFAC-D3B1-4E4F-AF17-98ABF83E91A4}" destId="{EB41B8C6-F51A-47EC-86A7-28F3F4E3521C}" srcOrd="1" destOrd="0" presId="urn:microsoft.com/office/officeart/2005/8/layout/hierarchy2"/>
    <dgm:cxn modelId="{B51DBD5D-65F2-4EFF-B001-FCB3F76B98AD}" srcId="{77BFF9BD-0992-4881-B5B3-A2FA33DC2169}" destId="{C4F2B127-DB20-4361-A5A9-391A01AFB5B9}" srcOrd="1" destOrd="0" parTransId="{680A139A-B945-48AD-BC19-27662BE1D530}" sibTransId="{8E7EC446-3476-47FC-A97A-A938743B07A9}"/>
    <dgm:cxn modelId="{A575D564-C1B0-476C-B66E-F9AD4B64E870}" srcId="{B34AF879-F2CE-43A3-AAF8-A0B1FC31F336}" destId="{97CF8E6A-B9BB-4843-917A-BD5CB762FF41}" srcOrd="2" destOrd="0" parTransId="{0C789570-E267-4F38-BC19-EC71D22BAD98}" sibTransId="{1ACC6CAC-E418-4F9B-9FDF-49C2EA6415A2}"/>
    <dgm:cxn modelId="{C2E16166-99A3-49C1-9966-2EF5E0C433A8}" type="presOf" srcId="{7001F82B-ECB1-464B-AC2A-7D7AF97F6A39}" destId="{BCCE7F9D-D4A9-45EC-BC1A-C385F7D82D25}" srcOrd="1" destOrd="0" presId="urn:microsoft.com/office/officeart/2005/8/layout/hierarchy2"/>
    <dgm:cxn modelId="{5E745868-52AB-4BBC-A100-D568B96BB87E}" type="presOf" srcId="{5D373649-AB86-49E1-9681-98C63633EC0A}" destId="{C2A525B9-25CB-45DF-891C-F036F6CE0393}" srcOrd="1" destOrd="0" presId="urn:microsoft.com/office/officeart/2005/8/layout/hierarchy2"/>
    <dgm:cxn modelId="{CA28634B-74CB-4489-A867-3A1E267E90F0}" type="presOf" srcId="{E893C516-3D59-4FDB-BF93-A464ADBDCDE4}" destId="{B640FE99-E4C1-4A28-B66A-C128826C716A}" srcOrd="0" destOrd="0" presId="urn:microsoft.com/office/officeart/2005/8/layout/hierarchy2"/>
    <dgm:cxn modelId="{E6E3CF72-17B1-44F2-ADB0-D651067E9129}" srcId="{77BFF9BD-0992-4881-B5B3-A2FA33DC2169}" destId="{BB8AD1DE-5454-4CB4-911F-AD436B2A5FA5}" srcOrd="0" destOrd="0" parTransId="{7001F82B-ECB1-464B-AC2A-7D7AF97F6A39}" sibTransId="{0E2DFDF4-344B-4EE8-BA0C-FB7B810A57F2}"/>
    <dgm:cxn modelId="{6B675583-75A2-4E31-BEA4-C32F43DC3091}" srcId="{C4F2B127-DB20-4361-A5A9-391A01AFB5B9}" destId="{9A3A673D-1E0E-4E3C-B268-B45869C0E2E4}" srcOrd="0" destOrd="0" parTransId="{1E206702-39E1-4AAF-B604-5AAAB552DD6F}" sibTransId="{06C59A8B-2E94-4913-A781-48AC71E719E7}"/>
    <dgm:cxn modelId="{75DBB88B-F2DE-4E65-BC29-0F07C8D0B24B}" type="presOf" srcId="{7001F82B-ECB1-464B-AC2A-7D7AF97F6A39}" destId="{986314BB-42ED-4664-B6F8-D467F50EE397}" srcOrd="0" destOrd="0" presId="urn:microsoft.com/office/officeart/2005/8/layout/hierarchy2"/>
    <dgm:cxn modelId="{6BA0738C-EC2E-4184-8560-297C244D3D4F}" type="presOf" srcId="{FE457B38-4F9E-42AE-9472-8F7825336DBE}" destId="{7307F283-EDAC-4676-A8C8-26C1811B8CEF}" srcOrd="0" destOrd="0" presId="urn:microsoft.com/office/officeart/2005/8/layout/hierarchy2"/>
    <dgm:cxn modelId="{785D5B91-1A6D-4E33-9846-F45CD0C4C555}" srcId="{9A3A673D-1E0E-4E3C-B268-B45869C0E2E4}" destId="{32AA6FC7-89C0-4212-89C7-9039BCC17B4B}" srcOrd="0" destOrd="0" parTransId="{7653DFAC-D3B1-4E4F-AF17-98ABF83E91A4}" sibTransId="{4AF861BE-EF48-4698-99B5-B43D6C63A300}"/>
    <dgm:cxn modelId="{0A721D93-6BA3-4388-9888-E0358EBF6DF2}" type="presOf" srcId="{E893C516-3D59-4FDB-BF93-A464ADBDCDE4}" destId="{DEB30036-4BB4-4DCC-8F35-8FC02221530B}" srcOrd="1" destOrd="0" presId="urn:microsoft.com/office/officeart/2005/8/layout/hierarchy2"/>
    <dgm:cxn modelId="{BCEC2594-42F8-45B9-8A85-DD88F6783CC5}" type="presOf" srcId="{7653DFAC-D3B1-4E4F-AF17-98ABF83E91A4}" destId="{183E1763-ABFE-46D9-9B44-45DFB7DA5EB8}" srcOrd="0" destOrd="0" presId="urn:microsoft.com/office/officeart/2005/8/layout/hierarchy2"/>
    <dgm:cxn modelId="{86DEAB98-C463-42D1-93D7-1E7775F2C902}" type="presOf" srcId="{3EAC83CF-A429-4583-9237-254AD96F7643}" destId="{60B83C19-57A6-45C5-853E-D70338042145}" srcOrd="1" destOrd="0" presId="urn:microsoft.com/office/officeart/2005/8/layout/hierarchy2"/>
    <dgm:cxn modelId="{B17CD49B-B12D-4113-9B6E-0A18AF5AC5FA}" type="presOf" srcId="{D6CEF2B6-CB93-46F9-9F20-97EE4CA3B121}" destId="{7625FE6C-9E5E-4CE7-8089-140B3682276D}" srcOrd="0" destOrd="0" presId="urn:microsoft.com/office/officeart/2005/8/layout/hierarchy2"/>
    <dgm:cxn modelId="{17C01DA2-CF8D-4E48-AB99-C8431B50DA39}" type="presOf" srcId="{3EAC83CF-A429-4583-9237-254AD96F7643}" destId="{DD815C16-1968-463D-9F2B-CEDFB8A18CF1}" srcOrd="0" destOrd="0" presId="urn:microsoft.com/office/officeart/2005/8/layout/hierarchy2"/>
    <dgm:cxn modelId="{B49F9EA9-D4D3-41E3-BF1F-D8AFAACD2CB8}" type="presOf" srcId="{9A3A673D-1E0E-4E3C-B268-B45869C0E2E4}" destId="{26904936-6713-42CF-AB61-77215F468B4B}" srcOrd="0" destOrd="0" presId="urn:microsoft.com/office/officeart/2005/8/layout/hierarchy2"/>
    <dgm:cxn modelId="{7FB2A3AC-2DF1-4C5D-B37E-7D25DE220C04}" srcId="{FB681209-FEC7-4F5C-B09D-CCEB6E5F34DC}" destId="{B34AF879-F2CE-43A3-AAF8-A0B1FC31F336}" srcOrd="0" destOrd="0" parTransId="{BA5A1B96-FA0B-4263-A1DA-B0688DB99412}" sibTransId="{A2D96D7B-FE12-4D5D-8EBD-FEF8D391D56D}"/>
    <dgm:cxn modelId="{DDE3AFAC-1FF8-4139-8859-4C9242AAB9B0}" type="presOf" srcId="{01CA1631-4D67-4DC3-835A-9D9DEAEB87FE}" destId="{EC8D6FEA-7607-4DA4-B77D-DB7A2CFE6C28}" srcOrd="0" destOrd="0" presId="urn:microsoft.com/office/officeart/2005/8/layout/hierarchy2"/>
    <dgm:cxn modelId="{526CB8AD-62C6-4AA6-90E9-44DDA3A86B0E}" type="presOf" srcId="{1E206702-39E1-4AAF-B604-5AAAB552DD6F}" destId="{ACA3E788-9910-4364-B770-E73F7C5BE866}" srcOrd="1" destOrd="0" presId="urn:microsoft.com/office/officeart/2005/8/layout/hierarchy2"/>
    <dgm:cxn modelId="{B6C423B0-82B0-47A7-A70E-2119C25B0ACC}" type="presOf" srcId="{C4F2B127-DB20-4361-A5A9-391A01AFB5B9}" destId="{AD0526AF-39A3-41B7-949D-A635C5AE203C}" srcOrd="0" destOrd="0" presId="urn:microsoft.com/office/officeart/2005/8/layout/hierarchy2"/>
    <dgm:cxn modelId="{89D0BABC-6538-4CAC-952D-8664D8863318}" type="presOf" srcId="{0C789570-E267-4F38-BC19-EC71D22BAD98}" destId="{1B37A6C9-4DAB-442C-9BCF-96018BB1EBCC}" srcOrd="0" destOrd="0" presId="urn:microsoft.com/office/officeart/2005/8/layout/hierarchy2"/>
    <dgm:cxn modelId="{CC0DA3C8-634F-4499-8AF2-DA712E44A41E}" type="presOf" srcId="{680A139A-B945-48AD-BC19-27662BE1D530}" destId="{2DA5C8ED-24E8-4C53-9D6E-1E826733B54C}" srcOrd="0" destOrd="0" presId="urn:microsoft.com/office/officeart/2005/8/layout/hierarchy2"/>
    <dgm:cxn modelId="{1C98AAC9-5C8C-4447-B76D-EF5253F34E4C}" type="presOf" srcId="{0C789570-E267-4F38-BC19-EC71D22BAD98}" destId="{835D544D-8C7B-4A3E-9F11-CB831CD5C2A5}" srcOrd="1" destOrd="0" presId="urn:microsoft.com/office/officeart/2005/8/layout/hierarchy2"/>
    <dgm:cxn modelId="{82A401DD-A173-4234-8106-7AC63976133B}" type="presOf" srcId="{718859C4-D392-4856-A7EF-F97828A43356}" destId="{0CC4CBDE-6CC3-4266-A5B3-4796692A2627}" srcOrd="0" destOrd="0" presId="urn:microsoft.com/office/officeart/2005/8/layout/hierarchy2"/>
    <dgm:cxn modelId="{4F5EF6DF-4142-4185-A012-EE14915282B7}" type="presOf" srcId="{97CF8E6A-B9BB-4843-917A-BD5CB762FF41}" destId="{0B528A2E-7543-42D9-88DD-5A6CB3A6EC5E}" srcOrd="0" destOrd="0" presId="urn:microsoft.com/office/officeart/2005/8/layout/hierarchy2"/>
    <dgm:cxn modelId="{E0CAAFE0-0D95-4525-A1D4-62FB3D5FC9C5}" type="presOf" srcId="{1E206702-39E1-4AAF-B604-5AAAB552DD6F}" destId="{32EB49F3-FDF9-4F8F-83C4-BA584163FBA8}" srcOrd="0" destOrd="0" presId="urn:microsoft.com/office/officeart/2005/8/layout/hierarchy2"/>
    <dgm:cxn modelId="{553E0CE9-5A05-4D94-A470-7DBAB501E905}" srcId="{B34AF879-F2CE-43A3-AAF8-A0B1FC31F336}" destId="{FE457B38-4F9E-42AE-9472-8F7825336DBE}" srcOrd="1" destOrd="0" parTransId="{85AFB7B6-6068-4B02-A5E9-C1B73D0D8347}" sibTransId="{65DA8956-4534-49C6-B17C-7899DC38E764}"/>
    <dgm:cxn modelId="{53693FF3-9A5A-4470-9423-12C75260A1AA}" type="presOf" srcId="{85AFB7B6-6068-4B02-A5E9-C1B73D0D8347}" destId="{5DD3281B-1947-4F8D-BF14-C92EC415EFB0}" srcOrd="0" destOrd="0" presId="urn:microsoft.com/office/officeart/2005/8/layout/hierarchy2"/>
    <dgm:cxn modelId="{5238EFFC-6C8B-486E-8B0C-E51227ACE1B6}" type="presOf" srcId="{01CA1631-4D67-4DC3-835A-9D9DEAEB87FE}" destId="{A886E10F-A4EC-41D5-AB58-C34FD08BA3C4}" srcOrd="1" destOrd="0" presId="urn:microsoft.com/office/officeart/2005/8/layout/hierarchy2"/>
    <dgm:cxn modelId="{B16C3595-2CE0-4CD3-A4B0-7CE8E491B1BD}" type="presParOf" srcId="{F3DB1C67-155C-4208-B4BB-283EF0B8ED3D}" destId="{5FB29E68-075C-425E-B194-2C164F2A4BC8}" srcOrd="0" destOrd="0" presId="urn:microsoft.com/office/officeart/2005/8/layout/hierarchy2"/>
    <dgm:cxn modelId="{59ECC33C-7A4A-4829-80CB-A91D644CF2EE}" type="presParOf" srcId="{5FB29E68-075C-425E-B194-2C164F2A4BC8}" destId="{92EC8D9D-91C1-4986-B4AD-09FDC1654291}" srcOrd="0" destOrd="0" presId="urn:microsoft.com/office/officeart/2005/8/layout/hierarchy2"/>
    <dgm:cxn modelId="{EBEA800A-4FBD-4C58-B8ED-8C649E2917DD}" type="presParOf" srcId="{5FB29E68-075C-425E-B194-2C164F2A4BC8}" destId="{50192592-1FB2-4898-B2BE-44A414EA92B0}" srcOrd="1" destOrd="0" presId="urn:microsoft.com/office/officeart/2005/8/layout/hierarchy2"/>
    <dgm:cxn modelId="{9EAA5097-7C6E-41C9-B515-B901647B0FF1}" type="presParOf" srcId="{50192592-1FB2-4898-B2BE-44A414EA92B0}" destId="{EC8D6FEA-7607-4DA4-B77D-DB7A2CFE6C28}" srcOrd="0" destOrd="0" presId="urn:microsoft.com/office/officeart/2005/8/layout/hierarchy2"/>
    <dgm:cxn modelId="{CBB5D5F6-56B7-4097-98EB-0C239996FEDD}" type="presParOf" srcId="{EC8D6FEA-7607-4DA4-B77D-DB7A2CFE6C28}" destId="{A886E10F-A4EC-41D5-AB58-C34FD08BA3C4}" srcOrd="0" destOrd="0" presId="urn:microsoft.com/office/officeart/2005/8/layout/hierarchy2"/>
    <dgm:cxn modelId="{F910DC1A-9542-4CA8-AE48-C8C8269E63C4}" type="presParOf" srcId="{50192592-1FB2-4898-B2BE-44A414EA92B0}" destId="{1E7B74A3-7C0F-403F-A624-224532EE179E}" srcOrd="1" destOrd="0" presId="urn:microsoft.com/office/officeart/2005/8/layout/hierarchy2"/>
    <dgm:cxn modelId="{19C87C2E-8945-493E-AEB3-BD670362536B}" type="presParOf" srcId="{1E7B74A3-7C0F-403F-A624-224532EE179E}" destId="{25FB2BAC-947F-4A71-8BC5-AF7CDC47DF61}" srcOrd="0" destOrd="0" presId="urn:microsoft.com/office/officeart/2005/8/layout/hierarchy2"/>
    <dgm:cxn modelId="{B35EFB73-FB46-455A-A533-86264A24BE35}" type="presParOf" srcId="{1E7B74A3-7C0F-403F-A624-224532EE179E}" destId="{35F7803D-874D-41E5-BD17-74280D1776EE}" srcOrd="1" destOrd="0" presId="urn:microsoft.com/office/officeart/2005/8/layout/hierarchy2"/>
    <dgm:cxn modelId="{2DF0B6D9-F03F-4D15-B398-754718A17E88}" type="presParOf" srcId="{35F7803D-874D-41E5-BD17-74280D1776EE}" destId="{986314BB-42ED-4664-B6F8-D467F50EE397}" srcOrd="0" destOrd="0" presId="urn:microsoft.com/office/officeart/2005/8/layout/hierarchy2"/>
    <dgm:cxn modelId="{8EE9AB63-E113-445E-8401-9803191A5CEA}" type="presParOf" srcId="{986314BB-42ED-4664-B6F8-D467F50EE397}" destId="{BCCE7F9D-D4A9-45EC-BC1A-C385F7D82D25}" srcOrd="0" destOrd="0" presId="urn:microsoft.com/office/officeart/2005/8/layout/hierarchy2"/>
    <dgm:cxn modelId="{06FA0F50-8A9F-47EC-BE14-F95EFF2D6E46}" type="presParOf" srcId="{35F7803D-874D-41E5-BD17-74280D1776EE}" destId="{7AD3D4EA-86E5-47F2-95B6-B4CFB066B8C1}" srcOrd="1" destOrd="0" presId="urn:microsoft.com/office/officeart/2005/8/layout/hierarchy2"/>
    <dgm:cxn modelId="{F16B2759-ED02-4D90-9A28-0FA6475335E8}" type="presParOf" srcId="{7AD3D4EA-86E5-47F2-95B6-B4CFB066B8C1}" destId="{6749B952-E617-4D95-BF50-2E5AA8A7A2FD}" srcOrd="0" destOrd="0" presId="urn:microsoft.com/office/officeart/2005/8/layout/hierarchy2"/>
    <dgm:cxn modelId="{8AB93A54-2313-46A8-A57F-F8DEC362E5D9}" type="presParOf" srcId="{7AD3D4EA-86E5-47F2-95B6-B4CFB066B8C1}" destId="{00A000F5-8251-42EB-86AA-1E9075F53613}" srcOrd="1" destOrd="0" presId="urn:microsoft.com/office/officeart/2005/8/layout/hierarchy2"/>
    <dgm:cxn modelId="{B98880A2-79BC-45F9-873B-8E3E3AF0641B}" type="presParOf" srcId="{00A000F5-8251-42EB-86AA-1E9075F53613}" destId="{254FD64B-9541-42EE-9F90-3D660FB5D1DD}" srcOrd="0" destOrd="0" presId="urn:microsoft.com/office/officeart/2005/8/layout/hierarchy2"/>
    <dgm:cxn modelId="{8235C1E8-C7F3-4B19-9D6A-6678ABEE2FE4}" type="presParOf" srcId="{254FD64B-9541-42EE-9F90-3D660FB5D1DD}" destId="{C2A525B9-25CB-45DF-891C-F036F6CE0393}" srcOrd="0" destOrd="0" presId="urn:microsoft.com/office/officeart/2005/8/layout/hierarchy2"/>
    <dgm:cxn modelId="{117A41CB-D01C-46CC-9FBB-878A148DEC38}" type="presParOf" srcId="{00A000F5-8251-42EB-86AA-1E9075F53613}" destId="{AF4A0CC0-2EC9-41B2-88DA-96CE0817B7E1}" srcOrd="1" destOrd="0" presId="urn:microsoft.com/office/officeart/2005/8/layout/hierarchy2"/>
    <dgm:cxn modelId="{E01AC518-BEB5-4189-B4D4-2441D2C4F369}" type="presParOf" srcId="{AF4A0CC0-2EC9-41B2-88DA-96CE0817B7E1}" destId="{7625FE6C-9E5E-4CE7-8089-140B3682276D}" srcOrd="0" destOrd="0" presId="urn:microsoft.com/office/officeart/2005/8/layout/hierarchy2"/>
    <dgm:cxn modelId="{F8AEC42C-8939-4F1E-91AA-72F58BCC0A97}" type="presParOf" srcId="{AF4A0CC0-2EC9-41B2-88DA-96CE0817B7E1}" destId="{F21608EC-61FF-423B-88CF-C96D0300AE92}" srcOrd="1" destOrd="0" presId="urn:microsoft.com/office/officeart/2005/8/layout/hierarchy2"/>
    <dgm:cxn modelId="{51663A9A-EF2B-49AC-AFD1-61E74CC59A44}" type="presParOf" srcId="{F21608EC-61FF-423B-88CF-C96D0300AE92}" destId="{DD815C16-1968-463D-9F2B-CEDFB8A18CF1}" srcOrd="0" destOrd="0" presId="urn:microsoft.com/office/officeart/2005/8/layout/hierarchy2"/>
    <dgm:cxn modelId="{771BB98A-7008-4090-BD6E-66F823A4C10D}" type="presParOf" srcId="{DD815C16-1968-463D-9F2B-CEDFB8A18CF1}" destId="{60B83C19-57A6-45C5-853E-D70338042145}" srcOrd="0" destOrd="0" presId="urn:microsoft.com/office/officeart/2005/8/layout/hierarchy2"/>
    <dgm:cxn modelId="{B161276C-1332-49AD-902E-B32CA6670DF8}" type="presParOf" srcId="{F21608EC-61FF-423B-88CF-C96D0300AE92}" destId="{4A8D65F3-15EF-4461-A62D-85C7726E04E2}" srcOrd="1" destOrd="0" presId="urn:microsoft.com/office/officeart/2005/8/layout/hierarchy2"/>
    <dgm:cxn modelId="{506D51FD-92FE-4946-A8C0-DB0C6B47503F}" type="presParOf" srcId="{4A8D65F3-15EF-4461-A62D-85C7726E04E2}" destId="{A8060B4E-280E-40E9-A225-748300C112AC}" srcOrd="0" destOrd="0" presId="urn:microsoft.com/office/officeart/2005/8/layout/hierarchy2"/>
    <dgm:cxn modelId="{6163F2AB-E722-4363-8FA6-09A2407F9BFE}" type="presParOf" srcId="{4A8D65F3-15EF-4461-A62D-85C7726E04E2}" destId="{3CD3C9FD-2C1A-4AFA-BC9E-DA8D174C2AA0}" srcOrd="1" destOrd="0" presId="urn:microsoft.com/office/officeart/2005/8/layout/hierarchy2"/>
    <dgm:cxn modelId="{6323AA51-0504-4653-9F38-22D548C35E03}" type="presParOf" srcId="{35F7803D-874D-41E5-BD17-74280D1776EE}" destId="{2DA5C8ED-24E8-4C53-9D6E-1E826733B54C}" srcOrd="2" destOrd="0" presId="urn:microsoft.com/office/officeart/2005/8/layout/hierarchy2"/>
    <dgm:cxn modelId="{ED72B284-A4A5-4624-8C1D-86B689B25BD0}" type="presParOf" srcId="{2DA5C8ED-24E8-4C53-9D6E-1E826733B54C}" destId="{D52DD4B7-7E96-432D-91E1-4136B6BD7E74}" srcOrd="0" destOrd="0" presId="urn:microsoft.com/office/officeart/2005/8/layout/hierarchy2"/>
    <dgm:cxn modelId="{C5CC566F-C389-4DDF-B002-0E4B436AE105}" type="presParOf" srcId="{35F7803D-874D-41E5-BD17-74280D1776EE}" destId="{348DD971-8451-4010-AE70-A78FF8D17668}" srcOrd="3" destOrd="0" presId="urn:microsoft.com/office/officeart/2005/8/layout/hierarchy2"/>
    <dgm:cxn modelId="{58ACF1A6-BB85-4DA8-B94D-4016295DE416}" type="presParOf" srcId="{348DD971-8451-4010-AE70-A78FF8D17668}" destId="{AD0526AF-39A3-41B7-949D-A635C5AE203C}" srcOrd="0" destOrd="0" presId="urn:microsoft.com/office/officeart/2005/8/layout/hierarchy2"/>
    <dgm:cxn modelId="{F82BC1E6-3551-47AB-AF6E-FF6336A1B034}" type="presParOf" srcId="{348DD971-8451-4010-AE70-A78FF8D17668}" destId="{54BCDD7E-BBF9-4604-9506-F27163A1ACF5}" srcOrd="1" destOrd="0" presId="urn:microsoft.com/office/officeart/2005/8/layout/hierarchy2"/>
    <dgm:cxn modelId="{D80416B6-10EF-43A7-A235-8F036F634949}" type="presParOf" srcId="{54BCDD7E-BBF9-4604-9506-F27163A1ACF5}" destId="{32EB49F3-FDF9-4F8F-83C4-BA584163FBA8}" srcOrd="0" destOrd="0" presId="urn:microsoft.com/office/officeart/2005/8/layout/hierarchy2"/>
    <dgm:cxn modelId="{E64ECD2A-3C55-42CB-8EB0-D26B8DE8DA96}" type="presParOf" srcId="{32EB49F3-FDF9-4F8F-83C4-BA584163FBA8}" destId="{ACA3E788-9910-4364-B770-E73F7C5BE866}" srcOrd="0" destOrd="0" presId="urn:microsoft.com/office/officeart/2005/8/layout/hierarchy2"/>
    <dgm:cxn modelId="{2CDC3730-8266-4091-94C9-BB9ADB1162FC}" type="presParOf" srcId="{54BCDD7E-BBF9-4604-9506-F27163A1ACF5}" destId="{8900E3DE-A1AA-41AD-924F-4D2EBDA6B99B}" srcOrd="1" destOrd="0" presId="urn:microsoft.com/office/officeart/2005/8/layout/hierarchy2"/>
    <dgm:cxn modelId="{7246A186-1A6E-4BC0-ACE3-85AB489DF9C3}" type="presParOf" srcId="{8900E3DE-A1AA-41AD-924F-4D2EBDA6B99B}" destId="{26904936-6713-42CF-AB61-77215F468B4B}" srcOrd="0" destOrd="0" presId="urn:microsoft.com/office/officeart/2005/8/layout/hierarchy2"/>
    <dgm:cxn modelId="{C4F9095F-2B88-4AFF-9BEF-59900E53A86F}" type="presParOf" srcId="{8900E3DE-A1AA-41AD-924F-4D2EBDA6B99B}" destId="{3C6748A2-F3B2-47BE-B460-3B67775E7D9E}" srcOrd="1" destOrd="0" presId="urn:microsoft.com/office/officeart/2005/8/layout/hierarchy2"/>
    <dgm:cxn modelId="{9AFCF774-B954-4D43-AA22-C65D1515D8ED}" type="presParOf" srcId="{3C6748A2-F3B2-47BE-B460-3B67775E7D9E}" destId="{183E1763-ABFE-46D9-9B44-45DFB7DA5EB8}" srcOrd="0" destOrd="0" presId="urn:microsoft.com/office/officeart/2005/8/layout/hierarchy2"/>
    <dgm:cxn modelId="{3EC7F1FA-F15C-4F30-BEFA-DB6F57EC4DB8}" type="presParOf" srcId="{183E1763-ABFE-46D9-9B44-45DFB7DA5EB8}" destId="{EB41B8C6-F51A-47EC-86A7-28F3F4E3521C}" srcOrd="0" destOrd="0" presId="urn:microsoft.com/office/officeart/2005/8/layout/hierarchy2"/>
    <dgm:cxn modelId="{678CA2C1-E7DF-40E7-8BF0-A1DCB4672791}" type="presParOf" srcId="{3C6748A2-F3B2-47BE-B460-3B67775E7D9E}" destId="{5BFF3757-8318-4B07-B378-0357F78E210A}" srcOrd="1" destOrd="0" presId="urn:microsoft.com/office/officeart/2005/8/layout/hierarchy2"/>
    <dgm:cxn modelId="{D65F286F-4A1F-4164-B743-6C1791CDBB68}" type="presParOf" srcId="{5BFF3757-8318-4B07-B378-0357F78E210A}" destId="{0CD989D9-66F2-4549-9C87-7082945206F6}" srcOrd="0" destOrd="0" presId="urn:microsoft.com/office/officeart/2005/8/layout/hierarchy2"/>
    <dgm:cxn modelId="{CAFBDC45-BB30-401D-8FA3-0A1BFBFE7AB5}" type="presParOf" srcId="{5BFF3757-8318-4B07-B378-0357F78E210A}" destId="{32DDF551-0403-45F2-A26D-477A122DE2D4}" srcOrd="1" destOrd="0" presId="urn:microsoft.com/office/officeart/2005/8/layout/hierarchy2"/>
    <dgm:cxn modelId="{543CB448-2117-4869-B81E-74805392469B}" type="presParOf" srcId="{50192592-1FB2-4898-B2BE-44A414EA92B0}" destId="{5DD3281B-1947-4F8D-BF14-C92EC415EFB0}" srcOrd="2" destOrd="0" presId="urn:microsoft.com/office/officeart/2005/8/layout/hierarchy2"/>
    <dgm:cxn modelId="{43659897-884F-45E2-8640-4C701D73A8B8}" type="presParOf" srcId="{5DD3281B-1947-4F8D-BF14-C92EC415EFB0}" destId="{10CDD080-715F-4BA9-BA36-AC0CB8D6E8B5}" srcOrd="0" destOrd="0" presId="urn:microsoft.com/office/officeart/2005/8/layout/hierarchy2"/>
    <dgm:cxn modelId="{F4DD0DF7-A8C5-4B91-9640-E98C2C8D1A0A}" type="presParOf" srcId="{50192592-1FB2-4898-B2BE-44A414EA92B0}" destId="{D3CEB251-AD81-464C-B7B9-D896BABDAA61}" srcOrd="3" destOrd="0" presId="urn:microsoft.com/office/officeart/2005/8/layout/hierarchy2"/>
    <dgm:cxn modelId="{1BBC5A01-4EE8-4AD3-B043-0F23D2C278A7}" type="presParOf" srcId="{D3CEB251-AD81-464C-B7B9-D896BABDAA61}" destId="{7307F283-EDAC-4676-A8C8-26C1811B8CEF}" srcOrd="0" destOrd="0" presId="urn:microsoft.com/office/officeart/2005/8/layout/hierarchy2"/>
    <dgm:cxn modelId="{4491ABBA-2E08-47A9-B3B4-255801026482}" type="presParOf" srcId="{D3CEB251-AD81-464C-B7B9-D896BABDAA61}" destId="{2438B2B9-D985-436E-95C1-6FEDB44B42D2}" srcOrd="1" destOrd="0" presId="urn:microsoft.com/office/officeart/2005/8/layout/hierarchy2"/>
    <dgm:cxn modelId="{A5A74AA9-3036-4783-91FF-28F80A35B2A4}" type="presParOf" srcId="{50192592-1FB2-4898-B2BE-44A414EA92B0}" destId="{1B37A6C9-4DAB-442C-9BCF-96018BB1EBCC}" srcOrd="4" destOrd="0" presId="urn:microsoft.com/office/officeart/2005/8/layout/hierarchy2"/>
    <dgm:cxn modelId="{99979FFD-6DA1-471F-9137-61595E0E240C}" type="presParOf" srcId="{1B37A6C9-4DAB-442C-9BCF-96018BB1EBCC}" destId="{835D544D-8C7B-4A3E-9F11-CB831CD5C2A5}" srcOrd="0" destOrd="0" presId="urn:microsoft.com/office/officeart/2005/8/layout/hierarchy2"/>
    <dgm:cxn modelId="{549950A0-3B07-4FC4-B7C3-680590D12D71}" type="presParOf" srcId="{50192592-1FB2-4898-B2BE-44A414EA92B0}" destId="{3FE479C1-3BEB-4AF7-969A-09CA31120C35}" srcOrd="5" destOrd="0" presId="urn:microsoft.com/office/officeart/2005/8/layout/hierarchy2"/>
    <dgm:cxn modelId="{AFA16527-BF1A-4AC3-9A79-98E4F9F76EA4}" type="presParOf" srcId="{3FE479C1-3BEB-4AF7-969A-09CA31120C35}" destId="{0B528A2E-7543-42D9-88DD-5A6CB3A6EC5E}" srcOrd="0" destOrd="0" presId="urn:microsoft.com/office/officeart/2005/8/layout/hierarchy2"/>
    <dgm:cxn modelId="{E39FDA20-8AE6-4CE8-8759-200E7CBBF0EA}" type="presParOf" srcId="{3FE479C1-3BEB-4AF7-969A-09CA31120C35}" destId="{DE77BFA2-59C2-47A9-A10D-C1ECB379CB61}" srcOrd="1" destOrd="0" presId="urn:microsoft.com/office/officeart/2005/8/layout/hierarchy2"/>
    <dgm:cxn modelId="{6949B8CD-5C1D-4757-9308-FE8FC629D6B9}" type="presParOf" srcId="{50192592-1FB2-4898-B2BE-44A414EA92B0}" destId="{B640FE99-E4C1-4A28-B66A-C128826C716A}" srcOrd="6" destOrd="0" presId="urn:microsoft.com/office/officeart/2005/8/layout/hierarchy2"/>
    <dgm:cxn modelId="{89FF9A56-276E-48D3-B6EA-5A5CE27D5CBA}" type="presParOf" srcId="{B640FE99-E4C1-4A28-B66A-C128826C716A}" destId="{DEB30036-4BB4-4DCC-8F35-8FC02221530B}" srcOrd="0" destOrd="0" presId="urn:microsoft.com/office/officeart/2005/8/layout/hierarchy2"/>
    <dgm:cxn modelId="{E7D58C4F-0ACD-423D-842A-8BC3FB366528}" type="presParOf" srcId="{50192592-1FB2-4898-B2BE-44A414EA92B0}" destId="{8D0FCC3F-5A62-48E2-8E29-F303C9297E01}" srcOrd="7" destOrd="0" presId="urn:microsoft.com/office/officeart/2005/8/layout/hierarchy2"/>
    <dgm:cxn modelId="{D7D50420-A34E-47A4-8904-147798746C85}" type="presParOf" srcId="{8D0FCC3F-5A62-48E2-8E29-F303C9297E01}" destId="{0CC4CBDE-6CC3-4266-A5B3-4796692A2627}" srcOrd="0" destOrd="0" presId="urn:microsoft.com/office/officeart/2005/8/layout/hierarchy2"/>
    <dgm:cxn modelId="{32235595-57EB-4679-AB28-7AD711538F3B}" type="presParOf" srcId="{8D0FCC3F-5A62-48E2-8E29-F303C9297E01}" destId="{03890F1C-2353-476C-A528-641FB0C45DA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C8D9D-91C1-4986-B4AD-09FDC1654291}">
      <dsp:nvSpPr>
        <dsp:cNvPr id="0" name=""/>
        <dsp:cNvSpPr/>
      </dsp:nvSpPr>
      <dsp:spPr>
        <a:xfrm>
          <a:off x="4238" y="2020806"/>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Impuesto Diferido</a:t>
          </a:r>
        </a:p>
      </dsp:txBody>
      <dsp:txXfrm>
        <a:off x="25583" y="2042151"/>
        <a:ext cx="1414838" cy="686074"/>
      </dsp:txXfrm>
    </dsp:sp>
    <dsp:sp modelId="{EC8D6FEA-7607-4DA4-B77D-DB7A2CFE6C28}">
      <dsp:nvSpPr>
        <dsp:cNvPr id="0" name=""/>
        <dsp:cNvSpPr/>
      </dsp:nvSpPr>
      <dsp:spPr>
        <a:xfrm rot="17692822">
          <a:off x="1060407" y="1741556"/>
          <a:ext cx="1385730" cy="30146"/>
        </a:xfrm>
        <a:custGeom>
          <a:avLst/>
          <a:gdLst/>
          <a:ahLst/>
          <a:cxnLst/>
          <a:rect l="0" t="0" r="0" b="0"/>
          <a:pathLst>
            <a:path>
              <a:moveTo>
                <a:pt x="0" y="15073"/>
              </a:moveTo>
              <a:lnTo>
                <a:pt x="1385730" y="1507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718628" y="1721986"/>
        <a:ext cx="69286" cy="69286"/>
      </dsp:txXfrm>
    </dsp:sp>
    <dsp:sp modelId="{25FB2BAC-947F-4A71-8BC5-AF7CDC47DF61}">
      <dsp:nvSpPr>
        <dsp:cNvPr id="0" name=""/>
        <dsp:cNvSpPr/>
      </dsp:nvSpPr>
      <dsp:spPr>
        <a:xfrm>
          <a:off x="2044777" y="763688"/>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Diferencias Temporales</a:t>
          </a:r>
        </a:p>
      </dsp:txBody>
      <dsp:txXfrm>
        <a:off x="2066122" y="785033"/>
        <a:ext cx="1414838" cy="686074"/>
      </dsp:txXfrm>
    </dsp:sp>
    <dsp:sp modelId="{986314BB-42ED-4664-B6F8-D467F50EE397}">
      <dsp:nvSpPr>
        <dsp:cNvPr id="0" name=""/>
        <dsp:cNvSpPr/>
      </dsp:nvSpPr>
      <dsp:spPr>
        <a:xfrm rot="19457599">
          <a:off x="3434821" y="903477"/>
          <a:ext cx="717980" cy="30146"/>
        </a:xfrm>
        <a:custGeom>
          <a:avLst/>
          <a:gdLst/>
          <a:ahLst/>
          <a:cxnLst/>
          <a:rect l="0" t="0" r="0" b="0"/>
          <a:pathLst>
            <a:path>
              <a:moveTo>
                <a:pt x="0" y="15073"/>
              </a:moveTo>
              <a:lnTo>
                <a:pt x="717980"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775862" y="900601"/>
        <a:ext cx="35899" cy="35899"/>
      </dsp:txXfrm>
    </dsp:sp>
    <dsp:sp modelId="{6749B952-E617-4D95-BF50-2E5AA8A7A2FD}">
      <dsp:nvSpPr>
        <dsp:cNvPr id="0" name=""/>
        <dsp:cNvSpPr/>
      </dsp:nvSpPr>
      <dsp:spPr>
        <a:xfrm>
          <a:off x="4085317" y="344649"/>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Deducible</a:t>
          </a:r>
        </a:p>
      </dsp:txBody>
      <dsp:txXfrm>
        <a:off x="4106662" y="365994"/>
        <a:ext cx="1414838" cy="686074"/>
      </dsp:txXfrm>
    </dsp:sp>
    <dsp:sp modelId="{254FD64B-9541-42EE-9F90-3D660FB5D1DD}">
      <dsp:nvSpPr>
        <dsp:cNvPr id="0" name=""/>
        <dsp:cNvSpPr/>
      </dsp:nvSpPr>
      <dsp:spPr>
        <a:xfrm>
          <a:off x="5542845" y="693957"/>
          <a:ext cx="583011" cy="30146"/>
        </a:xfrm>
        <a:custGeom>
          <a:avLst/>
          <a:gdLst/>
          <a:ahLst/>
          <a:cxnLst/>
          <a:rect l="0" t="0" r="0" b="0"/>
          <a:pathLst>
            <a:path>
              <a:moveTo>
                <a:pt x="0" y="15073"/>
              </a:moveTo>
              <a:lnTo>
                <a:pt x="583011"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819775" y="694455"/>
        <a:ext cx="29150" cy="29150"/>
      </dsp:txXfrm>
    </dsp:sp>
    <dsp:sp modelId="{7625FE6C-9E5E-4CE7-8089-140B3682276D}">
      <dsp:nvSpPr>
        <dsp:cNvPr id="0" name=""/>
        <dsp:cNvSpPr/>
      </dsp:nvSpPr>
      <dsp:spPr>
        <a:xfrm>
          <a:off x="6125856" y="344649"/>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Disminuye la base fiscal futura</a:t>
          </a:r>
        </a:p>
      </dsp:txBody>
      <dsp:txXfrm>
        <a:off x="6147201" y="365994"/>
        <a:ext cx="1414838" cy="686074"/>
      </dsp:txXfrm>
    </dsp:sp>
    <dsp:sp modelId="{DD815C16-1968-463D-9F2B-CEDFB8A18CF1}">
      <dsp:nvSpPr>
        <dsp:cNvPr id="0" name=""/>
        <dsp:cNvSpPr/>
      </dsp:nvSpPr>
      <dsp:spPr>
        <a:xfrm>
          <a:off x="7583385" y="693957"/>
          <a:ext cx="583011" cy="30146"/>
        </a:xfrm>
        <a:custGeom>
          <a:avLst/>
          <a:gdLst/>
          <a:ahLst/>
          <a:cxnLst/>
          <a:rect l="0" t="0" r="0" b="0"/>
          <a:pathLst>
            <a:path>
              <a:moveTo>
                <a:pt x="0" y="15073"/>
              </a:moveTo>
              <a:lnTo>
                <a:pt x="583011"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860315" y="694455"/>
        <a:ext cx="29150" cy="29150"/>
      </dsp:txXfrm>
    </dsp:sp>
    <dsp:sp modelId="{A8060B4E-280E-40E9-A225-748300C112AC}">
      <dsp:nvSpPr>
        <dsp:cNvPr id="0" name=""/>
        <dsp:cNvSpPr/>
      </dsp:nvSpPr>
      <dsp:spPr>
        <a:xfrm>
          <a:off x="8166396" y="344649"/>
          <a:ext cx="1457528" cy="728764"/>
        </a:xfrm>
        <a:prstGeom prst="roundRect">
          <a:avLst>
            <a:gd name="adj" fmla="val 10000"/>
          </a:avLst>
        </a:prstGeom>
        <a:solidFill>
          <a:srgbClr val="92D05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Impuesto Diferido Activo</a:t>
          </a:r>
        </a:p>
      </dsp:txBody>
      <dsp:txXfrm>
        <a:off x="8187741" y="365994"/>
        <a:ext cx="1414838" cy="686074"/>
      </dsp:txXfrm>
    </dsp:sp>
    <dsp:sp modelId="{2DA5C8ED-24E8-4C53-9D6E-1E826733B54C}">
      <dsp:nvSpPr>
        <dsp:cNvPr id="0" name=""/>
        <dsp:cNvSpPr/>
      </dsp:nvSpPr>
      <dsp:spPr>
        <a:xfrm rot="2142401">
          <a:off x="3434821" y="1322517"/>
          <a:ext cx="717980" cy="30146"/>
        </a:xfrm>
        <a:custGeom>
          <a:avLst/>
          <a:gdLst/>
          <a:ahLst/>
          <a:cxnLst/>
          <a:rect l="0" t="0" r="0" b="0"/>
          <a:pathLst>
            <a:path>
              <a:moveTo>
                <a:pt x="0" y="15073"/>
              </a:moveTo>
              <a:lnTo>
                <a:pt x="717980"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775862" y="1319640"/>
        <a:ext cx="35899" cy="35899"/>
      </dsp:txXfrm>
    </dsp:sp>
    <dsp:sp modelId="{AD0526AF-39A3-41B7-949D-A635C5AE203C}">
      <dsp:nvSpPr>
        <dsp:cNvPr id="0" name=""/>
        <dsp:cNvSpPr/>
      </dsp:nvSpPr>
      <dsp:spPr>
        <a:xfrm>
          <a:off x="4085317" y="1182727"/>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Acumulable</a:t>
          </a:r>
        </a:p>
      </dsp:txBody>
      <dsp:txXfrm>
        <a:off x="4106662" y="1204072"/>
        <a:ext cx="1414838" cy="686074"/>
      </dsp:txXfrm>
    </dsp:sp>
    <dsp:sp modelId="{32EB49F3-FDF9-4F8F-83C4-BA584163FBA8}">
      <dsp:nvSpPr>
        <dsp:cNvPr id="0" name=""/>
        <dsp:cNvSpPr/>
      </dsp:nvSpPr>
      <dsp:spPr>
        <a:xfrm>
          <a:off x="5542845" y="1532036"/>
          <a:ext cx="583011" cy="30146"/>
        </a:xfrm>
        <a:custGeom>
          <a:avLst/>
          <a:gdLst/>
          <a:ahLst/>
          <a:cxnLst/>
          <a:rect l="0" t="0" r="0" b="0"/>
          <a:pathLst>
            <a:path>
              <a:moveTo>
                <a:pt x="0" y="15073"/>
              </a:moveTo>
              <a:lnTo>
                <a:pt x="583011"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819775" y="1532534"/>
        <a:ext cx="29150" cy="29150"/>
      </dsp:txXfrm>
    </dsp:sp>
    <dsp:sp modelId="{26904936-6713-42CF-AB61-77215F468B4B}">
      <dsp:nvSpPr>
        <dsp:cNvPr id="0" name=""/>
        <dsp:cNvSpPr/>
      </dsp:nvSpPr>
      <dsp:spPr>
        <a:xfrm>
          <a:off x="6125856" y="1182727"/>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Aumenta la base fiscal futura</a:t>
          </a:r>
        </a:p>
      </dsp:txBody>
      <dsp:txXfrm>
        <a:off x="6147201" y="1204072"/>
        <a:ext cx="1414838" cy="686074"/>
      </dsp:txXfrm>
    </dsp:sp>
    <dsp:sp modelId="{183E1763-ABFE-46D9-9B44-45DFB7DA5EB8}">
      <dsp:nvSpPr>
        <dsp:cNvPr id="0" name=""/>
        <dsp:cNvSpPr/>
      </dsp:nvSpPr>
      <dsp:spPr>
        <a:xfrm>
          <a:off x="7583385" y="1532036"/>
          <a:ext cx="583011" cy="30146"/>
        </a:xfrm>
        <a:custGeom>
          <a:avLst/>
          <a:gdLst/>
          <a:ahLst/>
          <a:cxnLst/>
          <a:rect l="0" t="0" r="0" b="0"/>
          <a:pathLst>
            <a:path>
              <a:moveTo>
                <a:pt x="0" y="15073"/>
              </a:moveTo>
              <a:lnTo>
                <a:pt x="583011" y="1507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860315" y="1532534"/>
        <a:ext cx="29150" cy="29150"/>
      </dsp:txXfrm>
    </dsp:sp>
    <dsp:sp modelId="{0CD989D9-66F2-4549-9C87-7082945206F6}">
      <dsp:nvSpPr>
        <dsp:cNvPr id="0" name=""/>
        <dsp:cNvSpPr/>
      </dsp:nvSpPr>
      <dsp:spPr>
        <a:xfrm>
          <a:off x="8166396" y="1182727"/>
          <a:ext cx="1457528" cy="728764"/>
        </a:xfrm>
        <a:prstGeom prst="roundRect">
          <a:avLst>
            <a:gd name="adj" fmla="val 10000"/>
          </a:avLst>
        </a:prstGeom>
        <a:solidFill>
          <a:srgbClr val="FF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Impuesto Diferido Pasivo</a:t>
          </a:r>
        </a:p>
      </dsp:txBody>
      <dsp:txXfrm>
        <a:off x="8187741" y="1204072"/>
        <a:ext cx="1414838" cy="686074"/>
      </dsp:txXfrm>
    </dsp:sp>
    <dsp:sp modelId="{5DD3281B-1947-4F8D-BF14-C92EC415EFB0}">
      <dsp:nvSpPr>
        <dsp:cNvPr id="0" name=""/>
        <dsp:cNvSpPr/>
      </dsp:nvSpPr>
      <dsp:spPr>
        <a:xfrm rot="19457599">
          <a:off x="1394281" y="2160595"/>
          <a:ext cx="717980" cy="30146"/>
        </a:xfrm>
        <a:custGeom>
          <a:avLst/>
          <a:gdLst/>
          <a:ahLst/>
          <a:cxnLst/>
          <a:rect l="0" t="0" r="0" b="0"/>
          <a:pathLst>
            <a:path>
              <a:moveTo>
                <a:pt x="0" y="15073"/>
              </a:moveTo>
              <a:lnTo>
                <a:pt x="717980" y="1507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735322" y="2157719"/>
        <a:ext cx="35899" cy="35899"/>
      </dsp:txXfrm>
    </dsp:sp>
    <dsp:sp modelId="{7307F283-EDAC-4676-A8C8-26C1811B8CEF}">
      <dsp:nvSpPr>
        <dsp:cNvPr id="0" name=""/>
        <dsp:cNvSpPr/>
      </dsp:nvSpPr>
      <dsp:spPr>
        <a:xfrm>
          <a:off x="2044777" y="1601767"/>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Pérdidas Fiscales</a:t>
          </a:r>
        </a:p>
      </dsp:txBody>
      <dsp:txXfrm>
        <a:off x="2066122" y="1623112"/>
        <a:ext cx="1414838" cy="686074"/>
      </dsp:txXfrm>
    </dsp:sp>
    <dsp:sp modelId="{1B37A6C9-4DAB-442C-9BCF-96018BB1EBCC}">
      <dsp:nvSpPr>
        <dsp:cNvPr id="0" name=""/>
        <dsp:cNvSpPr/>
      </dsp:nvSpPr>
      <dsp:spPr>
        <a:xfrm rot="2142401">
          <a:off x="1394281" y="2579635"/>
          <a:ext cx="717980" cy="30146"/>
        </a:xfrm>
        <a:custGeom>
          <a:avLst/>
          <a:gdLst/>
          <a:ahLst/>
          <a:cxnLst/>
          <a:rect l="0" t="0" r="0" b="0"/>
          <a:pathLst>
            <a:path>
              <a:moveTo>
                <a:pt x="0" y="15073"/>
              </a:moveTo>
              <a:lnTo>
                <a:pt x="717980" y="1507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735322" y="2576758"/>
        <a:ext cx="35899" cy="35899"/>
      </dsp:txXfrm>
    </dsp:sp>
    <dsp:sp modelId="{0B528A2E-7543-42D9-88DD-5A6CB3A6EC5E}">
      <dsp:nvSpPr>
        <dsp:cNvPr id="0" name=""/>
        <dsp:cNvSpPr/>
      </dsp:nvSpPr>
      <dsp:spPr>
        <a:xfrm>
          <a:off x="2044777" y="2439845"/>
          <a:ext cx="1457528" cy="72876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Créditos Fiscales</a:t>
          </a:r>
        </a:p>
      </dsp:txBody>
      <dsp:txXfrm>
        <a:off x="2066122" y="2461190"/>
        <a:ext cx="1414838" cy="686074"/>
      </dsp:txXfrm>
    </dsp:sp>
    <dsp:sp modelId="{B640FE99-E4C1-4A28-B66A-C128826C716A}">
      <dsp:nvSpPr>
        <dsp:cNvPr id="0" name=""/>
        <dsp:cNvSpPr/>
      </dsp:nvSpPr>
      <dsp:spPr>
        <a:xfrm rot="3907178">
          <a:off x="1060407" y="2998674"/>
          <a:ext cx="1385730" cy="30146"/>
        </a:xfrm>
        <a:custGeom>
          <a:avLst/>
          <a:gdLst/>
          <a:ahLst/>
          <a:cxnLst/>
          <a:rect l="0" t="0" r="0" b="0"/>
          <a:pathLst>
            <a:path>
              <a:moveTo>
                <a:pt x="0" y="15073"/>
              </a:moveTo>
              <a:lnTo>
                <a:pt x="1385730" y="1507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718628" y="2979104"/>
        <a:ext cx="69286" cy="69286"/>
      </dsp:txXfrm>
    </dsp:sp>
    <dsp:sp modelId="{0CC4CBDE-6CC3-4266-A5B3-4796692A2627}">
      <dsp:nvSpPr>
        <dsp:cNvPr id="0" name=""/>
        <dsp:cNvSpPr/>
      </dsp:nvSpPr>
      <dsp:spPr>
        <a:xfrm>
          <a:off x="2044777" y="3277924"/>
          <a:ext cx="1457528" cy="728764"/>
        </a:xfrm>
        <a:prstGeom prst="roundRect">
          <a:avLst>
            <a:gd name="adj" fmla="val 10000"/>
          </a:avLst>
        </a:prstGeom>
        <a:solidFill>
          <a:srgbClr val="FFF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solidFill>
                <a:schemeClr val="tx1"/>
              </a:solidFill>
            </a:rPr>
            <a:t>Estimación para Activo por Impuesto Diferido NO Recuperable</a:t>
          </a:r>
        </a:p>
      </dsp:txBody>
      <dsp:txXfrm>
        <a:off x="2066122" y="3299269"/>
        <a:ext cx="1414838" cy="68607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D5058D-3AA9-4664-8CFF-3004377F2411}" type="datetimeFigureOut">
              <a:rPr lang="es-MX" smtClean="0"/>
              <a:t>23/04/2025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2E6EC-95C2-4544-B074-0E16E9ACC5AB}" type="slidenum">
              <a:rPr lang="es-MX" smtClean="0"/>
              <a:t>‹Nº›</a:t>
            </a:fld>
            <a:endParaRPr lang="es-MX"/>
          </a:p>
        </p:txBody>
      </p:sp>
    </p:spTree>
    <p:extLst>
      <p:ext uri="{BB962C8B-B14F-4D97-AF65-F5344CB8AC3E}">
        <p14:creationId xmlns:p14="http://schemas.microsoft.com/office/powerpoint/2010/main" val="647041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a:t>
            </a:fld>
            <a:endParaRPr lang="es-MX"/>
          </a:p>
        </p:txBody>
      </p:sp>
    </p:spTree>
    <p:extLst>
      <p:ext uri="{BB962C8B-B14F-4D97-AF65-F5344CB8AC3E}">
        <p14:creationId xmlns:p14="http://schemas.microsoft.com/office/powerpoint/2010/main" val="2119883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a:t>
            </a:fld>
            <a:endParaRPr lang="es-MX"/>
          </a:p>
        </p:txBody>
      </p:sp>
    </p:spTree>
    <p:extLst>
      <p:ext uri="{BB962C8B-B14F-4D97-AF65-F5344CB8AC3E}">
        <p14:creationId xmlns:p14="http://schemas.microsoft.com/office/powerpoint/2010/main" val="877774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3087822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dirty="0"/>
          </a:p>
        </p:txBody>
      </p:sp>
      <p:sp>
        <p:nvSpPr>
          <p:cNvPr id="4" name="Slide Number Placeholder 3"/>
          <p:cNvSpPr>
            <a:spLocks noGrp="1"/>
          </p:cNvSpPr>
          <p:nvPr>
            <p:ph type="sldNum" sz="quarter" idx="10"/>
          </p:nvPr>
        </p:nvSpPr>
        <p:spPr/>
        <p:txBody>
          <a:bodyPr/>
          <a:lstStyle/>
          <a:p>
            <a:fld id="{1CCA9E69-4488-4520-A049-A6E38DF9C630}" type="slidenum">
              <a:rPr lang="es-MX" smtClean="0"/>
              <a:t>5</a:t>
            </a:fld>
            <a:endParaRPr lang="es-MX"/>
          </a:p>
        </p:txBody>
      </p:sp>
    </p:spTree>
    <p:extLst>
      <p:ext uri="{BB962C8B-B14F-4D97-AF65-F5344CB8AC3E}">
        <p14:creationId xmlns:p14="http://schemas.microsoft.com/office/powerpoint/2010/main" val="183953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2629277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3385479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3836502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3859842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3569493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3609094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2817734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13</a:t>
            </a:fld>
            <a:endParaRPr lang="es-MX"/>
          </a:p>
        </p:txBody>
      </p:sp>
    </p:spTree>
    <p:extLst>
      <p:ext uri="{BB962C8B-B14F-4D97-AF65-F5344CB8AC3E}">
        <p14:creationId xmlns:p14="http://schemas.microsoft.com/office/powerpoint/2010/main" val="2267499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1607522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3089020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75CCF3-FEBB-9DA5-DB3D-828936BE0B2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EE2E3D4-AB49-53A5-E441-6516874B8B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50542B0-911F-92E3-A394-4C361F464DC9}"/>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22D66F38-5804-22C9-9A0B-F93E6BCFE7D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F63603-E282-76AE-5113-FB66C787CEFE}"/>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223846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898C0D-E126-455A-E9AE-C9917FC70E2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7336DE1-2BEB-98A7-3B3B-B77B62AB2EA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AC2D0DF-B205-8A8F-3BFB-AF56F6F94DA0}"/>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645C1BA6-ED41-1F3F-03AC-216E91E2CD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6F4B8F1-B4A7-0422-A15B-C539E08BA601}"/>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1737349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828E28-F5B7-ED02-7A8F-6D0EDE86B04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1E95F08-7843-D094-1D48-957F665D33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AF0421D-9D7B-EAC9-D717-DE165B9558E4}"/>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C5B620B0-D117-1FA8-A19A-110ECA80D04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E7C61D9-AA2F-AED3-E7DC-6448AC12264D}"/>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3712125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CA351-072F-16EA-FF13-27D1015CD09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E452556-D475-6572-8ABE-CCC855F4A01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592F756-65F2-95D2-3F86-B8A286D7FCE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B26EEEB-7CCF-31FC-F5B2-86D42BE7BC2D}"/>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6" name="Marcador de pie de página 5">
            <a:extLst>
              <a:ext uri="{FF2B5EF4-FFF2-40B4-BE49-F238E27FC236}">
                <a16:creationId xmlns:a16="http://schemas.microsoft.com/office/drawing/2014/main" id="{3C89512A-18D6-EDDC-1558-6EBE85E7E17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68AA876-3E77-5CCC-EAA4-947FC9DC78F5}"/>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1651079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80DB9-AEFD-0BEC-29AE-DFCA3A8193A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86F0FEC-9AD1-CBC3-C181-C4A913E68A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1BD7C25-1025-3809-200D-C7BFA3B5CD0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5A030D3-D934-6FD3-E371-FE67B5AC7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B2C5C88-D329-9AF2-115D-910870BF67B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5DDDDA0-0950-F0D4-8CC7-A67D9FCAF4FA}"/>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8" name="Marcador de pie de página 7">
            <a:extLst>
              <a:ext uri="{FF2B5EF4-FFF2-40B4-BE49-F238E27FC236}">
                <a16:creationId xmlns:a16="http://schemas.microsoft.com/office/drawing/2014/main" id="{F52662FE-8E06-653E-4AD0-F64EC65DFBD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035DDDA-6EA3-E7EB-0865-17A0A00E1B83}"/>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1361379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474A48-F2ED-FACB-700F-C3ABE1D332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E24701E-AB3F-7289-4B74-146B1020FABC}"/>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4" name="Marcador de pie de página 3">
            <a:extLst>
              <a:ext uri="{FF2B5EF4-FFF2-40B4-BE49-F238E27FC236}">
                <a16:creationId xmlns:a16="http://schemas.microsoft.com/office/drawing/2014/main" id="{8C27F938-3C44-CC01-5E02-1043634625F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EAB05C2-7916-F0FE-2362-DF2DBDDF9822}"/>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2972854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5ED2ECC-EE82-26B1-A764-0329FC8F3E93}"/>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3" name="Marcador de pie de página 2">
            <a:extLst>
              <a:ext uri="{FF2B5EF4-FFF2-40B4-BE49-F238E27FC236}">
                <a16:creationId xmlns:a16="http://schemas.microsoft.com/office/drawing/2014/main" id="{ACF5A33C-F4C3-9A0E-BBED-3FE380BA58A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5FAE3AB-EAAD-1AE7-A79A-119DC912DFCC}"/>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1629374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741AA1-9D75-1637-529E-F273462CD98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2F41538-DCE5-7F62-1A99-4895793D4C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3614995-1B01-9C49-A207-8489494B0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EC4AC5F-E184-1DD8-4980-D7078B27139B}"/>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6" name="Marcador de pie de página 5">
            <a:extLst>
              <a:ext uri="{FF2B5EF4-FFF2-40B4-BE49-F238E27FC236}">
                <a16:creationId xmlns:a16="http://schemas.microsoft.com/office/drawing/2014/main" id="{505A5369-B6A7-E28D-740D-D9F569FC40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E3DD331-FB80-1918-C8D1-D1C06FE8FFF8}"/>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3488977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44BA0C-B7AD-7B77-ABC7-586975B40B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484D4E6-7BCD-B7A0-A1B2-5D4EB81AEF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6DF31D64-84D7-E909-8603-5EDFD2E58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CF3BBB-77BF-29BD-B10C-DE4CAB455508}"/>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6" name="Marcador de pie de página 5">
            <a:extLst>
              <a:ext uri="{FF2B5EF4-FFF2-40B4-BE49-F238E27FC236}">
                <a16:creationId xmlns:a16="http://schemas.microsoft.com/office/drawing/2014/main" id="{522C1AE6-D84F-2E01-C307-351CD344B73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EACC12E-6D52-1FEC-6F40-B0C3FC273988}"/>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99128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96414F-EA69-B355-AE10-F36AF27854B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9B5665B-C66F-D339-9AE3-1D2E6F4C42D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6F4B37A-7864-67E8-92B7-A8BFF9C188B8}"/>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E7E0F040-1199-C814-0721-5516C94C8F1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8E5E30-660D-D0F5-6813-1B0DDBFE2AA8}"/>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2118513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9F285D6-9361-D6E3-9B55-78D9E1EC67B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2B4EA48-B7E3-18FE-D1DF-8FB8F0C460D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6C3FC46-4372-41EA-3320-8F6F2C8FB9B1}"/>
              </a:ext>
            </a:extLst>
          </p:cNvPr>
          <p:cNvSpPr>
            <a:spLocks noGrp="1"/>
          </p:cNvSpPr>
          <p:nvPr>
            <p:ph type="dt" sz="half" idx="10"/>
          </p:nvPr>
        </p:nvSpPr>
        <p:spPr/>
        <p:txBody>
          <a:body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CE8B1D2D-B133-0264-5D9C-FEC0E9CB5B9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221C3A9-8140-BA65-E31D-DC243545BED4}"/>
              </a:ext>
            </a:extLst>
          </p:cNvPr>
          <p:cNvSpPr>
            <a:spLocks noGrp="1"/>
          </p:cNvSpPr>
          <p:nvPr>
            <p:ph type="sldNum" sz="quarter" idx="12"/>
          </p:nvPr>
        </p:nvSpPr>
        <p:spPr/>
        <p:txBody>
          <a:bodyPr/>
          <a:lstStyle/>
          <a:p>
            <a:fld id="{D3C98067-0E94-4833-BB6D-8E6FA2E1442C}" type="slidenum">
              <a:rPr lang="es-MX" smtClean="0"/>
              <a:t>‹Nº›</a:t>
            </a:fld>
            <a:endParaRPr lang="es-MX"/>
          </a:p>
        </p:txBody>
      </p:sp>
    </p:spTree>
    <p:extLst>
      <p:ext uri="{BB962C8B-B14F-4D97-AF65-F5344CB8AC3E}">
        <p14:creationId xmlns:p14="http://schemas.microsoft.com/office/powerpoint/2010/main" val="43292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A6AC58D-A94C-BC29-E74C-3B13E6B41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72A25B1-C733-CD65-694B-EFD64D65F2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9734568-42D8-3E07-CED0-62159CB07A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E86617-6451-4568-8502-018D44C1D42F}" type="datetimeFigureOut">
              <a:rPr lang="es-MX" smtClean="0"/>
              <a:t>23/04/2025</a:t>
            </a:fld>
            <a:endParaRPr lang="es-MX"/>
          </a:p>
        </p:txBody>
      </p:sp>
      <p:sp>
        <p:nvSpPr>
          <p:cNvPr id="5" name="Marcador de pie de página 4">
            <a:extLst>
              <a:ext uri="{FF2B5EF4-FFF2-40B4-BE49-F238E27FC236}">
                <a16:creationId xmlns:a16="http://schemas.microsoft.com/office/drawing/2014/main" id="{E77AF517-A33E-3214-12A8-D8AE2888CA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0C130C5B-3D91-5428-CB7E-61C59E9D1D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C98067-0E94-4833-BB6D-8E6FA2E1442C}" type="slidenum">
              <a:rPr lang="es-MX" smtClean="0"/>
              <a:t>‹Nº›</a:t>
            </a:fld>
            <a:endParaRPr lang="es-MX"/>
          </a:p>
        </p:txBody>
      </p:sp>
    </p:spTree>
    <p:extLst>
      <p:ext uri="{BB962C8B-B14F-4D97-AF65-F5344CB8AC3E}">
        <p14:creationId xmlns:p14="http://schemas.microsoft.com/office/powerpoint/2010/main" val="55140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0E179D-6D34-825C-D556-77A5FC952225}"/>
              </a:ext>
            </a:extLst>
          </p:cNvPr>
          <p:cNvSpPr>
            <a:spLocks noGrp="1"/>
          </p:cNvSpPr>
          <p:nvPr>
            <p:ph type="ctrTitle"/>
          </p:nvPr>
        </p:nvSpPr>
        <p:spPr/>
        <p:txBody>
          <a:bodyPr/>
          <a:lstStyle/>
          <a:p>
            <a:r>
              <a:rPr lang="es-MX" dirty="0"/>
              <a:t>Impuestos Diferidos</a:t>
            </a:r>
          </a:p>
        </p:txBody>
      </p:sp>
      <p:sp>
        <p:nvSpPr>
          <p:cNvPr id="3" name="Subtítulo 2">
            <a:extLst>
              <a:ext uri="{FF2B5EF4-FFF2-40B4-BE49-F238E27FC236}">
                <a16:creationId xmlns:a16="http://schemas.microsoft.com/office/drawing/2014/main" id="{648D31E7-7017-FBE3-76A7-AD5F54C517BC}"/>
              </a:ext>
            </a:extLst>
          </p:cNvPr>
          <p:cNvSpPr>
            <a:spLocks noGrp="1"/>
          </p:cNvSpPr>
          <p:nvPr>
            <p:ph type="subTitle" idx="1"/>
          </p:nvPr>
        </p:nvSpPr>
        <p:spPr/>
        <p:txBody>
          <a:bodyPr/>
          <a:lstStyle/>
          <a:p>
            <a:r>
              <a:rPr lang="es-MX" dirty="0"/>
              <a:t>NIF D-4</a:t>
            </a:r>
          </a:p>
        </p:txBody>
      </p:sp>
    </p:spTree>
    <p:extLst>
      <p:ext uri="{BB962C8B-B14F-4D97-AF65-F5344CB8AC3E}">
        <p14:creationId xmlns:p14="http://schemas.microsoft.com/office/powerpoint/2010/main" val="3426136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Contabilidad como fuente de información y control para el pago de los impuestos</a:t>
            </a:r>
          </a:p>
        </p:txBody>
      </p:sp>
      <p:sp>
        <p:nvSpPr>
          <p:cNvPr id="3" name="Content Placeholder 2"/>
          <p:cNvSpPr>
            <a:spLocks noGrp="1"/>
          </p:cNvSpPr>
          <p:nvPr>
            <p:ph idx="1"/>
          </p:nvPr>
        </p:nvSpPr>
        <p:spPr/>
        <p:txBody>
          <a:bodyPr/>
          <a:lstStyle/>
          <a:p>
            <a:pPr marL="0" indent="0">
              <a:buNone/>
            </a:pPr>
            <a:r>
              <a:rPr lang="es-MX" dirty="0"/>
              <a:t>LISR-76: Los contribuyentes que obtengan ingresos de los señalados en este Título, además de las obligaciones establecidas en otros artículos de esta Ley, tendrán las siguientes: </a:t>
            </a:r>
          </a:p>
          <a:p>
            <a:pPr marL="457200" lvl="1" indent="0">
              <a:buNone/>
            </a:pPr>
            <a:endParaRPr lang="es-MX" dirty="0"/>
          </a:p>
          <a:p>
            <a:pPr marL="971550" lvl="1" indent="-514350">
              <a:buAutoNum type="romanUcPeriod"/>
            </a:pPr>
            <a:r>
              <a:rPr lang="es-MX" dirty="0"/>
              <a:t>Llevar la contabilidad de conformidad con el Código Fiscal de la Federación, su Reglamento y el Reglamento de esta Ley, y efectuar los registros en la misma. </a:t>
            </a:r>
          </a:p>
          <a:p>
            <a:pPr marL="0" indent="0">
              <a:buNone/>
            </a:pPr>
            <a:endParaRPr lang="es-MX" dirty="0"/>
          </a:p>
          <a:p>
            <a:pPr marL="457200" lvl="1" indent="0">
              <a:buNone/>
            </a:pPr>
            <a:r>
              <a:rPr lang="es-MX" dirty="0"/>
              <a:t>…</a:t>
            </a:r>
          </a:p>
        </p:txBody>
      </p:sp>
    </p:spTree>
    <p:extLst>
      <p:ext uri="{BB962C8B-B14F-4D97-AF65-F5344CB8AC3E}">
        <p14:creationId xmlns:p14="http://schemas.microsoft.com/office/powerpoint/2010/main" val="300685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Contabilidad como fuente de información y control para el pago de los impuestos</a:t>
            </a:r>
          </a:p>
        </p:txBody>
      </p:sp>
      <p:sp>
        <p:nvSpPr>
          <p:cNvPr id="3" name="Content Placeholder 2"/>
          <p:cNvSpPr>
            <a:spLocks noGrp="1"/>
          </p:cNvSpPr>
          <p:nvPr>
            <p:ph idx="1"/>
          </p:nvPr>
        </p:nvSpPr>
        <p:spPr/>
        <p:txBody>
          <a:bodyPr>
            <a:normAutofit lnSpcReduction="10000"/>
          </a:bodyPr>
          <a:lstStyle/>
          <a:p>
            <a:pPr marL="0" indent="0">
              <a:buNone/>
            </a:pPr>
            <a:r>
              <a:rPr lang="es-MX" dirty="0"/>
              <a:t>CFF-28: Las personas que de acuerdo con las disposiciones fiscales estén obligadas a llevar contabilidad, estarán a lo siguiente: </a:t>
            </a:r>
          </a:p>
          <a:p>
            <a:pPr marL="457200" lvl="1" indent="0">
              <a:buNone/>
            </a:pPr>
            <a:r>
              <a:rPr lang="es-MX" dirty="0"/>
              <a:t>I. La contabilidad, para efectos fiscales, se integra por los libros, sistemas y registros contables, papeles de trabajo, estados de cuenta, cuentas especiales, libros y registros sociales, control de inventarios y método de valuación, discos y cintas o cualquier otro medio procesable de almacenamiento de datos, los equipos o sistemas electrónicos de registro fiscal y sus respectivos registros, además de la documentación comprobatoria de los asientos respectivos, así como toda la documentación e información relacionada con el cumplimiento de las disposiciones fiscales, la que acredite sus ingresos y deducciones, y la que obliguen otras leyes; … </a:t>
            </a:r>
          </a:p>
        </p:txBody>
      </p:sp>
    </p:spTree>
    <p:extLst>
      <p:ext uri="{BB962C8B-B14F-4D97-AF65-F5344CB8AC3E}">
        <p14:creationId xmlns:p14="http://schemas.microsoft.com/office/powerpoint/2010/main" val="3151823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Contabilidad como fuente de información y control para el pago de los impuestos</a:t>
            </a:r>
          </a:p>
        </p:txBody>
      </p:sp>
      <p:sp>
        <p:nvSpPr>
          <p:cNvPr id="3" name="Content Placeholder 2"/>
          <p:cNvSpPr>
            <a:spLocks noGrp="1"/>
          </p:cNvSpPr>
          <p:nvPr>
            <p:ph idx="1"/>
          </p:nvPr>
        </p:nvSpPr>
        <p:spPr/>
        <p:txBody>
          <a:bodyPr/>
          <a:lstStyle/>
          <a:p>
            <a:pPr marL="0" indent="0">
              <a:buNone/>
            </a:pPr>
            <a:r>
              <a:rPr lang="es-MX" dirty="0"/>
              <a:t>LISR-27: Las deducciones autorizadas en este Título deberán reunir los siguientes requisitos: </a:t>
            </a:r>
          </a:p>
          <a:p>
            <a:pPr marL="457200" lvl="1" indent="0">
              <a:buNone/>
            </a:pPr>
            <a:endParaRPr lang="es-MX" dirty="0"/>
          </a:p>
          <a:p>
            <a:pPr marL="457200" lvl="1" indent="0">
              <a:buNone/>
            </a:pPr>
            <a:r>
              <a:rPr lang="es-MX" dirty="0"/>
              <a:t>…</a:t>
            </a:r>
          </a:p>
          <a:p>
            <a:pPr marL="457200" lvl="1" indent="0">
              <a:buNone/>
            </a:pPr>
            <a:endParaRPr lang="es-MX" dirty="0"/>
          </a:p>
          <a:p>
            <a:pPr marL="457200" lvl="1" indent="0">
              <a:buNone/>
            </a:pPr>
            <a:r>
              <a:rPr lang="es-MX" dirty="0"/>
              <a:t>IV. Estar debidamente registradas en contabilidad y que sean restadas una sola vez. </a:t>
            </a:r>
          </a:p>
          <a:p>
            <a:pPr marL="457200" lvl="1" indent="0">
              <a:buNone/>
            </a:pPr>
            <a:endParaRPr lang="es-MX" dirty="0"/>
          </a:p>
          <a:p>
            <a:pPr marL="457200" lvl="1" indent="0">
              <a:buNone/>
            </a:pPr>
            <a:r>
              <a:rPr lang="es-MX" dirty="0"/>
              <a:t>…</a:t>
            </a:r>
          </a:p>
        </p:txBody>
      </p:sp>
    </p:spTree>
    <p:extLst>
      <p:ext uri="{BB962C8B-B14F-4D97-AF65-F5344CB8AC3E}">
        <p14:creationId xmlns:p14="http://schemas.microsoft.com/office/powerpoint/2010/main" val="173834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B5920-EBAF-4709-A6CD-4B85166F92DB}"/>
              </a:ext>
            </a:extLst>
          </p:cNvPr>
          <p:cNvSpPr>
            <a:spLocks noGrp="1"/>
          </p:cNvSpPr>
          <p:nvPr>
            <p:ph type="title"/>
          </p:nvPr>
        </p:nvSpPr>
        <p:spPr/>
        <p:txBody>
          <a:bodyPr>
            <a:normAutofit fontScale="90000"/>
          </a:bodyPr>
          <a:lstStyle/>
          <a:p>
            <a:r>
              <a:rPr lang="es-MX" sz="3600" dirty="0"/>
              <a:t>El impuesto diferido corresponde a operaciones atribuibles al periodo contable actual, pero que fiscalmente son reconocidas en momentos diferentes. </a:t>
            </a:r>
            <a:r>
              <a:rPr lang="es-MX" sz="2000" dirty="0"/>
              <a:t>(NIF D4)</a:t>
            </a:r>
          </a:p>
        </p:txBody>
      </p:sp>
      <p:graphicFrame>
        <p:nvGraphicFramePr>
          <p:cNvPr id="4" name="Content Placeholder 3">
            <a:extLst>
              <a:ext uri="{FF2B5EF4-FFF2-40B4-BE49-F238E27FC236}">
                <a16:creationId xmlns:a16="http://schemas.microsoft.com/office/drawing/2014/main" id="{ED1FE924-0DFC-47EE-B0DB-982EC1A025B0}"/>
              </a:ext>
            </a:extLst>
          </p:cNvPr>
          <p:cNvGraphicFramePr>
            <a:graphicFrameLocks noGrp="1"/>
          </p:cNvGraphicFramePr>
          <p:nvPr>
            <p:ph idx="1"/>
          </p:nvPr>
        </p:nvGraphicFramePr>
        <p:xfrm>
          <a:off x="838200" y="1825625"/>
          <a:ext cx="9628163"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ight Brace 10">
            <a:extLst>
              <a:ext uri="{FF2B5EF4-FFF2-40B4-BE49-F238E27FC236}">
                <a16:creationId xmlns:a16="http://schemas.microsoft.com/office/drawing/2014/main" id="{CB4DEF17-F856-41BE-9229-A63FFCD1B0C7}"/>
              </a:ext>
            </a:extLst>
          </p:cNvPr>
          <p:cNvSpPr/>
          <p:nvPr/>
        </p:nvSpPr>
        <p:spPr>
          <a:xfrm>
            <a:off x="10580077" y="2138289"/>
            <a:ext cx="139505" cy="17162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2" name="TextBox 11">
            <a:extLst>
              <a:ext uri="{FF2B5EF4-FFF2-40B4-BE49-F238E27FC236}">
                <a16:creationId xmlns:a16="http://schemas.microsoft.com/office/drawing/2014/main" id="{EFF578B4-8304-45C1-B8D0-C693C489F115}"/>
              </a:ext>
            </a:extLst>
          </p:cNvPr>
          <p:cNvSpPr txBox="1"/>
          <p:nvPr/>
        </p:nvSpPr>
        <p:spPr>
          <a:xfrm>
            <a:off x="10833296" y="2505670"/>
            <a:ext cx="1167619" cy="923330"/>
          </a:xfrm>
          <a:prstGeom prst="rect">
            <a:avLst/>
          </a:prstGeom>
          <a:noFill/>
        </p:spPr>
        <p:txBody>
          <a:bodyPr wrap="square" rtlCol="0">
            <a:spAutoFit/>
          </a:bodyPr>
          <a:lstStyle/>
          <a:p>
            <a:pPr algn="ctr"/>
            <a:r>
              <a:rPr lang="es-MX" dirty="0"/>
              <a:t>Método de Activos y Pasivos</a:t>
            </a:r>
          </a:p>
        </p:txBody>
      </p:sp>
    </p:spTree>
    <p:extLst>
      <p:ext uri="{BB962C8B-B14F-4D97-AF65-F5344CB8AC3E}">
        <p14:creationId xmlns:p14="http://schemas.microsoft.com/office/powerpoint/2010/main" val="39706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Método de Activos y Pasivos – NIF D4</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01533" y="1764835"/>
            <a:ext cx="7203450" cy="4610207"/>
          </a:xfrm>
        </p:spPr>
      </p:pic>
      <p:sp>
        <p:nvSpPr>
          <p:cNvPr id="3" name="Speech Bubble: Oval 2">
            <a:extLst>
              <a:ext uri="{FF2B5EF4-FFF2-40B4-BE49-F238E27FC236}">
                <a16:creationId xmlns:a16="http://schemas.microsoft.com/office/drawing/2014/main" id="{6FE9E45B-6AB1-4E59-8972-C0CFFB214425}"/>
              </a:ext>
            </a:extLst>
          </p:cNvPr>
          <p:cNvSpPr/>
          <p:nvPr/>
        </p:nvSpPr>
        <p:spPr>
          <a:xfrm>
            <a:off x="9983374" y="1764835"/>
            <a:ext cx="2016368" cy="1645920"/>
          </a:xfrm>
          <a:prstGeom prst="wedgeEllipseCallout">
            <a:avLst>
              <a:gd name="adj1" fmla="val -109215"/>
              <a:gd name="adj2" fmla="val 40942"/>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Actualmente la tasa es del 30%</a:t>
            </a:r>
          </a:p>
        </p:txBody>
      </p:sp>
    </p:spTree>
    <p:extLst>
      <p:ext uri="{BB962C8B-B14F-4D97-AF65-F5344CB8AC3E}">
        <p14:creationId xmlns:p14="http://schemas.microsoft.com/office/powerpoint/2010/main" val="3798394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Estado de Resultados</a:t>
            </a:r>
          </a:p>
        </p:txBody>
      </p:sp>
      <p:graphicFrame>
        <p:nvGraphicFramePr>
          <p:cNvPr id="4" name="Content Placeholder 3"/>
          <p:cNvGraphicFramePr>
            <a:graphicFrameLocks noGrp="1"/>
          </p:cNvGraphicFramePr>
          <p:nvPr>
            <p:ph idx="1"/>
          </p:nvPr>
        </p:nvGraphicFramePr>
        <p:xfrm>
          <a:off x="838200" y="1825625"/>
          <a:ext cx="10515600" cy="4820920"/>
        </p:xfrm>
        <a:graphic>
          <a:graphicData uri="http://schemas.openxmlformats.org/drawingml/2006/table">
            <a:tbl>
              <a:tblPr firstRow="1" bandRow="1">
                <a:tableStyleId>{5C22544A-7EE6-4342-B048-85BDC9FD1C3A}</a:tableStyleId>
              </a:tblPr>
              <a:tblGrid>
                <a:gridCol w="1318146">
                  <a:extLst>
                    <a:ext uri="{9D8B030D-6E8A-4147-A177-3AD203B41FA5}">
                      <a16:colId xmlns:a16="http://schemas.microsoft.com/office/drawing/2014/main" val="20000"/>
                    </a:ext>
                  </a:extLst>
                </a:gridCol>
                <a:gridCol w="6810233">
                  <a:extLst>
                    <a:ext uri="{9D8B030D-6E8A-4147-A177-3AD203B41FA5}">
                      <a16:colId xmlns:a16="http://schemas.microsoft.com/office/drawing/2014/main" val="20001"/>
                    </a:ext>
                  </a:extLst>
                </a:gridCol>
                <a:gridCol w="2387221">
                  <a:extLst>
                    <a:ext uri="{9D8B030D-6E8A-4147-A177-3AD203B41FA5}">
                      <a16:colId xmlns:a16="http://schemas.microsoft.com/office/drawing/2014/main" val="20002"/>
                    </a:ext>
                  </a:extLst>
                </a:gridCol>
              </a:tblGrid>
              <a:tr h="370840">
                <a:tc>
                  <a:txBody>
                    <a:bodyPr/>
                    <a:lstStyle/>
                    <a:p>
                      <a:pPr algn="ctr"/>
                      <a:r>
                        <a:rPr lang="es-MX" dirty="0"/>
                        <a:t>Referencia</a:t>
                      </a:r>
                    </a:p>
                  </a:txBody>
                  <a:tcPr/>
                </a:tc>
                <a:tc>
                  <a:txBody>
                    <a:bodyPr/>
                    <a:lstStyle/>
                    <a:p>
                      <a:pPr algn="ctr"/>
                      <a:r>
                        <a:rPr lang="es-MX" dirty="0"/>
                        <a:t>Concepto</a:t>
                      </a:r>
                    </a:p>
                  </a:txBody>
                  <a:tcPr/>
                </a:tc>
                <a:tc>
                  <a:txBody>
                    <a:bodyPr/>
                    <a:lstStyle/>
                    <a:p>
                      <a:pPr algn="ctr"/>
                      <a:r>
                        <a:rPr lang="es-MX" dirty="0"/>
                        <a:t>Importe</a:t>
                      </a:r>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a: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Ventas o </a:t>
                      </a:r>
                      <a:r>
                        <a:rPr lang="pt-BR" dirty="0" err="1"/>
                        <a:t>ingresos</a:t>
                      </a:r>
                      <a:r>
                        <a:rPr lang="pt-BR" dirty="0"/>
                        <a:t>, netos</a:t>
                      </a:r>
                    </a:p>
                  </a:txBody>
                  <a:tcPr/>
                </a:tc>
                <a:tc>
                  <a:txBody>
                    <a:bodyPr/>
                    <a:lstStyle/>
                    <a:p>
                      <a:pPr algn="r"/>
                      <a:r>
                        <a:rPr lang="es-MX" dirty="0"/>
                        <a:t>$10,000,000</a:t>
                      </a:r>
                    </a:p>
                  </a:txBody>
                  <a:tcPr/>
                </a:tc>
                <a:extLst>
                  <a:ext uri="{0D108BD9-81ED-4DB2-BD59-A6C34878D82A}">
                    <a16:rowId xmlns:a16="http://schemas.microsoft.com/office/drawing/2014/main" val="10001"/>
                  </a:ext>
                </a:extLst>
              </a:tr>
              <a:tr h="370840">
                <a:tc>
                  <a:txBody>
                    <a:bodyPr/>
                    <a:lstStyle/>
                    <a:p>
                      <a:pPr algn="ctr"/>
                      <a:r>
                        <a:rPr lang="es-MX" dirty="0"/>
                        <a:t>B</a:t>
                      </a:r>
                    </a:p>
                  </a:txBody>
                  <a:tcPr/>
                </a:tc>
                <a:tc>
                  <a:txBody>
                    <a:bodyPr/>
                    <a:lstStyle/>
                    <a:p>
                      <a:r>
                        <a:rPr lang="es-MX" dirty="0"/>
                        <a:t>Costos y gastos </a:t>
                      </a:r>
                    </a:p>
                  </a:txBody>
                  <a:tcPr/>
                </a:tc>
                <a:tc>
                  <a:txBody>
                    <a:bodyPr/>
                    <a:lstStyle/>
                    <a:p>
                      <a:pPr algn="r"/>
                      <a:r>
                        <a:rPr lang="es-MX" dirty="0"/>
                        <a:t>(6,000,000)</a:t>
                      </a:r>
                    </a:p>
                  </a:txBody>
                  <a:tcPr/>
                </a:tc>
                <a:extLst>
                  <a:ext uri="{0D108BD9-81ED-4DB2-BD59-A6C34878D82A}">
                    <a16:rowId xmlns:a16="http://schemas.microsoft.com/office/drawing/2014/main" val="10002"/>
                  </a:ext>
                </a:extLst>
              </a:tr>
              <a:tr h="370840">
                <a:tc>
                  <a:txBody>
                    <a:bodyPr/>
                    <a:lstStyle/>
                    <a:p>
                      <a:pPr algn="ctr"/>
                      <a:r>
                        <a:rPr lang="es-MX" dirty="0"/>
                        <a:t>C</a:t>
                      </a:r>
                    </a:p>
                  </a:txBody>
                  <a:tcPr/>
                </a:tc>
                <a:tc>
                  <a:txBody>
                    <a:bodyPr/>
                    <a:lstStyle/>
                    <a:p>
                      <a:r>
                        <a:rPr lang="es-MX" dirty="0"/>
                        <a:t>Resultado integral de financiamiento</a:t>
                      </a:r>
                    </a:p>
                  </a:txBody>
                  <a:tcPr/>
                </a:tc>
                <a:tc>
                  <a:txBody>
                    <a:bodyPr/>
                    <a:lstStyle/>
                    <a:p>
                      <a:pPr algn="r"/>
                      <a:r>
                        <a:rPr lang="es-MX" dirty="0"/>
                        <a:t>200,000</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Participación en la utilidad o pérdida neta de otras entidades;</a:t>
                      </a:r>
                    </a:p>
                  </a:txBody>
                  <a:tcPr/>
                </a:tc>
                <a:tc>
                  <a:txBody>
                    <a:bodyPr/>
                    <a:lstStyle/>
                    <a:p>
                      <a:pPr algn="r"/>
                      <a:r>
                        <a:rPr lang="es-MX" dirty="0"/>
                        <a:t>300,000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Utilidad o pérdida antes de impuestos a la utilidad;</a:t>
                      </a:r>
                    </a:p>
                  </a:txBody>
                  <a:tcPr/>
                </a:tc>
                <a:tc>
                  <a:txBody>
                    <a:bodyPr/>
                    <a:lstStyle/>
                    <a:p>
                      <a:pPr algn="r"/>
                      <a:r>
                        <a:rPr lang="es-MX" dirty="0"/>
                        <a:t>4,500,000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F</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 Impuestos a la utilidad</a:t>
                      </a:r>
                    </a:p>
                  </a:txBody>
                  <a:tcPr/>
                </a:tc>
                <a:tc>
                  <a:txBody>
                    <a:bodyPr/>
                    <a:lstStyle/>
                    <a:p>
                      <a:pPr algn="r"/>
                      <a:r>
                        <a:rPr lang="es-MX" dirty="0"/>
                        <a:t>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Utilidad o pérdida de operaciones continuas</a:t>
                      </a:r>
                    </a:p>
                  </a:txBody>
                  <a:tcPr/>
                </a:tc>
                <a:tc>
                  <a:txBody>
                    <a:bodyPr/>
                    <a:lstStyle/>
                    <a:p>
                      <a:pPr algn="r"/>
                      <a:r>
                        <a:rPr lang="es-MX" dirty="0"/>
                        <a:t>4,500,000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Operaciones discontinuadas</a:t>
                      </a:r>
                    </a:p>
                  </a:txBody>
                  <a:tcPr/>
                </a:tc>
                <a:tc>
                  <a:txBody>
                    <a:bodyPr/>
                    <a:lstStyle/>
                    <a:p>
                      <a:pPr algn="r"/>
                      <a:r>
                        <a:rPr lang="es-MX" dirty="0"/>
                        <a:t>(100,000)</a:t>
                      </a:r>
                    </a:p>
                  </a:txBody>
                  <a:tcPr/>
                </a:tc>
                <a:extLst>
                  <a:ext uri="{0D108BD9-81ED-4DB2-BD59-A6C34878D82A}">
                    <a16:rowId xmlns:a16="http://schemas.microsoft.com/office/drawing/2014/main" val="1000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a:t>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Utilidad</a:t>
                      </a:r>
                      <a:r>
                        <a:rPr lang="pt-BR" dirty="0"/>
                        <a:t> o </a:t>
                      </a:r>
                      <a:r>
                        <a:rPr lang="pt-BR" dirty="0" err="1"/>
                        <a:t>pérdida</a:t>
                      </a:r>
                      <a:r>
                        <a:rPr lang="pt-BR" dirty="0"/>
                        <a:t> neta</a:t>
                      </a:r>
                    </a:p>
                  </a:txBody>
                  <a:tcPr/>
                </a:tc>
                <a:tc>
                  <a:txBody>
                    <a:bodyPr/>
                    <a:lstStyle/>
                    <a:p>
                      <a:pPr algn="r"/>
                      <a:r>
                        <a:rPr lang="es-MX" dirty="0"/>
                        <a:t>4,400,000</a:t>
                      </a:r>
                    </a:p>
                  </a:txBody>
                  <a:tcPr/>
                </a:tc>
                <a:extLst>
                  <a:ext uri="{0D108BD9-81ED-4DB2-BD59-A6C34878D82A}">
                    <a16:rowId xmlns:a16="http://schemas.microsoft.com/office/drawing/2014/main" val="10009"/>
                  </a:ext>
                </a:extLst>
              </a:tr>
              <a:tr h="370840">
                <a:tc>
                  <a:txBody>
                    <a:bodyPr/>
                    <a:lstStyle/>
                    <a:p>
                      <a:pPr algn="ctr"/>
                      <a:r>
                        <a:rPr lang="es-MX" dirty="0"/>
                        <a:t>J</a:t>
                      </a:r>
                    </a:p>
                  </a:txBody>
                  <a:tcPr/>
                </a:tc>
                <a:tc>
                  <a:txBody>
                    <a:bodyPr/>
                    <a:lstStyle/>
                    <a:p>
                      <a:r>
                        <a:rPr lang="es-MX" dirty="0"/>
                        <a:t>Otros resultados integrales </a:t>
                      </a:r>
                    </a:p>
                  </a:txBody>
                  <a:tcPr/>
                </a:tc>
                <a:tc>
                  <a:txBody>
                    <a:bodyPr/>
                    <a:lstStyle/>
                    <a:p>
                      <a:pPr algn="r"/>
                      <a:r>
                        <a:rPr lang="es-MX" dirty="0"/>
                        <a:t>0</a:t>
                      </a:r>
                    </a:p>
                  </a:txBody>
                  <a:tcPr/>
                </a:tc>
                <a:extLst>
                  <a:ext uri="{0D108BD9-81ED-4DB2-BD59-A6C34878D82A}">
                    <a16:rowId xmlns:a16="http://schemas.microsoft.com/office/drawing/2014/main" val="10010"/>
                  </a:ext>
                </a:extLst>
              </a:tr>
              <a:tr h="370840">
                <a:tc>
                  <a:txBody>
                    <a:bodyPr/>
                    <a:lstStyle/>
                    <a:p>
                      <a:pPr algn="ctr"/>
                      <a:r>
                        <a:rPr lang="es-MX" dirty="0"/>
                        <a:t>K</a:t>
                      </a:r>
                    </a:p>
                  </a:txBody>
                  <a:tcPr/>
                </a:tc>
                <a:tc>
                  <a:txBody>
                    <a:bodyPr/>
                    <a:lstStyle/>
                    <a:p>
                      <a:r>
                        <a:rPr lang="es-MX" dirty="0"/>
                        <a:t>Participación en los otros resultados integrales de otras entidades</a:t>
                      </a:r>
                    </a:p>
                  </a:txBody>
                  <a:tcPr/>
                </a:tc>
                <a:tc>
                  <a:txBody>
                    <a:bodyPr/>
                    <a:lstStyle/>
                    <a:p>
                      <a:pPr algn="r"/>
                      <a:r>
                        <a:rPr lang="es-MX" dirty="0"/>
                        <a:t>0</a:t>
                      </a:r>
                    </a:p>
                  </a:txBody>
                  <a:tcPr/>
                </a:tc>
                <a:extLst>
                  <a:ext uri="{0D108BD9-81ED-4DB2-BD59-A6C34878D82A}">
                    <a16:rowId xmlns:a16="http://schemas.microsoft.com/office/drawing/2014/main" val="1001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dirty="0"/>
                        <a:t>Resultado integral</a:t>
                      </a:r>
                    </a:p>
                  </a:txBody>
                  <a:tcPr/>
                </a:tc>
                <a:tc>
                  <a:txBody>
                    <a:bodyPr/>
                    <a:lstStyle/>
                    <a:p>
                      <a:pPr algn="r"/>
                      <a:r>
                        <a:rPr lang="es-MX" dirty="0"/>
                        <a:t>$4,400,000</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39679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 Estimación para cuentas incobrables</a:t>
            </a:r>
          </a:p>
        </p:txBody>
      </p:sp>
      <p:sp>
        <p:nvSpPr>
          <p:cNvPr id="3" name="Content Placeholder 2"/>
          <p:cNvSpPr>
            <a:spLocks noGrp="1"/>
          </p:cNvSpPr>
          <p:nvPr>
            <p:ph idx="1"/>
          </p:nvPr>
        </p:nvSpPr>
        <p:spPr/>
        <p:txBody>
          <a:bodyPr>
            <a:normAutofit lnSpcReduction="10000"/>
          </a:bodyPr>
          <a:lstStyle/>
          <a:p>
            <a:r>
              <a:rPr lang="es-MX" dirty="0"/>
              <a:t>La Estimación tuvo en el ejercicio, los siguientes movimientos:</a:t>
            </a:r>
          </a:p>
          <a:p>
            <a:pPr lvl="1"/>
            <a:r>
              <a:rPr lang="es-MX" dirty="0"/>
              <a:t>Saldo Inicial: $140,000</a:t>
            </a:r>
          </a:p>
          <a:p>
            <a:pPr lvl="1"/>
            <a:r>
              <a:rPr lang="es-MX" dirty="0"/>
              <a:t>Incrementos: $60,000</a:t>
            </a:r>
          </a:p>
          <a:p>
            <a:pPr lvl="1"/>
            <a:r>
              <a:rPr lang="es-MX" dirty="0"/>
              <a:t>Aplicaciones: $40,000</a:t>
            </a:r>
          </a:p>
          <a:p>
            <a:pPr lvl="1"/>
            <a:r>
              <a:rPr lang="es-MX" dirty="0"/>
              <a:t>Saldo Final: $160,000</a:t>
            </a:r>
          </a:p>
          <a:p>
            <a:pPr lvl="1"/>
            <a:endParaRPr lang="es-MX" dirty="0"/>
          </a:p>
          <a:p>
            <a:r>
              <a:rPr lang="es-MX" dirty="0"/>
              <a:t>Del total de Aplicaciones, no se cuenta con evidencia sobre la imposibilidad práctica de cobro por $15,000</a:t>
            </a:r>
          </a:p>
          <a:p>
            <a:endParaRPr lang="es-MX" dirty="0"/>
          </a:p>
          <a:p>
            <a:r>
              <a:rPr lang="es-MX" dirty="0"/>
              <a:t>El total (bruto) de las Cuentas por Cobrar asciende a $1,000,000</a:t>
            </a:r>
          </a:p>
        </p:txBody>
      </p:sp>
    </p:spTree>
    <p:extLst>
      <p:ext uri="{BB962C8B-B14F-4D97-AF65-F5344CB8AC3E}">
        <p14:creationId xmlns:p14="http://schemas.microsoft.com/office/powerpoint/2010/main" val="23966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B. Depreciación</a:t>
            </a:r>
          </a:p>
        </p:txBody>
      </p:sp>
      <p:sp>
        <p:nvSpPr>
          <p:cNvPr id="3" name="Content Placeholder 2"/>
          <p:cNvSpPr>
            <a:spLocks noGrp="1"/>
          </p:cNvSpPr>
          <p:nvPr>
            <p:ph idx="1"/>
          </p:nvPr>
        </p:nvSpPr>
        <p:spPr/>
        <p:txBody>
          <a:bodyPr/>
          <a:lstStyle/>
          <a:p>
            <a:r>
              <a:rPr lang="es-MX" dirty="0"/>
              <a:t>La depreciación contable del ejercicio ascendió a $50,000 ya que el valor contable del activo fue de $500,000. Se utilizó una tasa del 10%</a:t>
            </a:r>
          </a:p>
          <a:p>
            <a:endParaRPr lang="es-MX" dirty="0"/>
          </a:p>
          <a:p>
            <a:r>
              <a:rPr lang="es-MX" dirty="0"/>
              <a:t>La deducción de inversiones (fiscal) ascendió a $55,000 ya que si bien el valor fiscal del activo es el mismo que el contable, para fines fiscales la deducción (depreciación) fue ajustada por inflación. Se utilizó una tasa del 10%</a:t>
            </a:r>
          </a:p>
        </p:txBody>
      </p:sp>
    </p:spTree>
    <p:extLst>
      <p:ext uri="{BB962C8B-B14F-4D97-AF65-F5344CB8AC3E}">
        <p14:creationId xmlns:p14="http://schemas.microsoft.com/office/powerpoint/2010/main" val="179572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 Ajuste Anual por Inflación</a:t>
            </a:r>
          </a:p>
        </p:txBody>
      </p:sp>
      <p:sp>
        <p:nvSpPr>
          <p:cNvPr id="3" name="Content Placeholder 2"/>
          <p:cNvSpPr>
            <a:spLocks noGrp="1"/>
          </p:cNvSpPr>
          <p:nvPr>
            <p:ph idx="1"/>
          </p:nvPr>
        </p:nvSpPr>
        <p:spPr/>
        <p:txBody>
          <a:bodyPr/>
          <a:lstStyle/>
          <a:p>
            <a:r>
              <a:rPr lang="es-MX" dirty="0"/>
              <a:t>El Ajuste Anual por Inflación acumulable del ejercicio ascendió a $35,000</a:t>
            </a:r>
          </a:p>
        </p:txBody>
      </p:sp>
    </p:spTree>
    <p:extLst>
      <p:ext uri="{BB962C8B-B14F-4D97-AF65-F5344CB8AC3E}">
        <p14:creationId xmlns:p14="http://schemas.microsoft.com/office/powerpoint/2010/main" val="1778114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D. Resultados en otras entidades</a:t>
            </a:r>
          </a:p>
        </p:txBody>
      </p:sp>
      <p:sp>
        <p:nvSpPr>
          <p:cNvPr id="3" name="Content Placeholder 2"/>
          <p:cNvSpPr>
            <a:spLocks noGrp="1"/>
          </p:cNvSpPr>
          <p:nvPr>
            <p:ph idx="1"/>
          </p:nvPr>
        </p:nvSpPr>
        <p:spPr/>
        <p:txBody>
          <a:bodyPr/>
          <a:lstStyle/>
          <a:p>
            <a:r>
              <a:rPr lang="es-MX" dirty="0"/>
              <a:t>Dividendos de Sociedades Residentes en México</a:t>
            </a:r>
          </a:p>
          <a:p>
            <a:pPr lvl="1"/>
            <a:r>
              <a:rPr lang="es-MX" dirty="0"/>
              <a:t>$200,000</a:t>
            </a:r>
          </a:p>
          <a:p>
            <a:pPr lvl="1"/>
            <a:endParaRPr lang="es-MX" dirty="0"/>
          </a:p>
          <a:p>
            <a:r>
              <a:rPr lang="es-MX" dirty="0"/>
              <a:t>Dividendos de Sociedades Residentes en el Extranjero</a:t>
            </a:r>
          </a:p>
          <a:p>
            <a:pPr lvl="1"/>
            <a:r>
              <a:rPr lang="es-MX" dirty="0"/>
              <a:t>$100,000</a:t>
            </a:r>
          </a:p>
        </p:txBody>
      </p:sp>
    </p:spTree>
    <p:extLst>
      <p:ext uri="{BB962C8B-B14F-4D97-AF65-F5344CB8AC3E}">
        <p14:creationId xmlns:p14="http://schemas.microsoft.com/office/powerpoint/2010/main" val="3003088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H. Liquidación de subsidiarias</a:t>
            </a:r>
          </a:p>
        </p:txBody>
      </p:sp>
      <p:sp>
        <p:nvSpPr>
          <p:cNvPr id="3" name="Content Placeholder 2"/>
          <p:cNvSpPr>
            <a:spLocks noGrp="1"/>
          </p:cNvSpPr>
          <p:nvPr>
            <p:ph idx="1"/>
          </p:nvPr>
        </p:nvSpPr>
        <p:spPr/>
        <p:txBody>
          <a:bodyPr/>
          <a:lstStyle/>
          <a:p>
            <a:r>
              <a:rPr lang="es-MX" dirty="0"/>
              <a:t>En el ejercicio se incurrió en una pérdida por la liquidación de una subsidiaria Residente en México por la cantidad de $70,000</a:t>
            </a:r>
          </a:p>
          <a:p>
            <a:endParaRPr lang="es-MX" dirty="0"/>
          </a:p>
          <a:p>
            <a:r>
              <a:rPr lang="es-MX" dirty="0"/>
              <a:t>En el ejercicio se incurrió en una pérdida por la liquidación de una subsidiaria Residente en el Extranjero por la cantidad de $30,000</a:t>
            </a:r>
          </a:p>
        </p:txBody>
      </p:sp>
    </p:spTree>
    <p:extLst>
      <p:ext uri="{BB962C8B-B14F-4D97-AF65-F5344CB8AC3E}">
        <p14:creationId xmlns:p14="http://schemas.microsoft.com/office/powerpoint/2010/main" val="2192681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Resultado Fiscal</a:t>
            </a:r>
          </a:p>
        </p:txBody>
      </p:sp>
      <p:graphicFrame>
        <p:nvGraphicFramePr>
          <p:cNvPr id="4" name="Content Placeholder 3"/>
          <p:cNvGraphicFramePr>
            <a:graphicFrameLocks noGrp="1"/>
          </p:cNvGraphicFramePr>
          <p:nvPr>
            <p:ph idx="1"/>
          </p:nvPr>
        </p:nvGraphicFramePr>
        <p:xfrm>
          <a:off x="838200" y="1825625"/>
          <a:ext cx="10515600" cy="4719320"/>
        </p:xfrm>
        <a:graphic>
          <a:graphicData uri="http://schemas.openxmlformats.org/drawingml/2006/table">
            <a:tbl>
              <a:tblPr firstRow="1" bandRow="1">
                <a:tableStyleId>{5C22544A-7EE6-4342-B048-85BDC9FD1C3A}</a:tableStyleId>
              </a:tblPr>
              <a:tblGrid>
                <a:gridCol w="5535304">
                  <a:extLst>
                    <a:ext uri="{9D8B030D-6E8A-4147-A177-3AD203B41FA5}">
                      <a16:colId xmlns:a16="http://schemas.microsoft.com/office/drawing/2014/main" val="20000"/>
                    </a:ext>
                  </a:extLst>
                </a:gridCol>
                <a:gridCol w="2497541">
                  <a:extLst>
                    <a:ext uri="{9D8B030D-6E8A-4147-A177-3AD203B41FA5}">
                      <a16:colId xmlns:a16="http://schemas.microsoft.com/office/drawing/2014/main" val="20001"/>
                    </a:ext>
                  </a:extLst>
                </a:gridCol>
                <a:gridCol w="2482755">
                  <a:extLst>
                    <a:ext uri="{9D8B030D-6E8A-4147-A177-3AD203B41FA5}">
                      <a16:colId xmlns:a16="http://schemas.microsoft.com/office/drawing/2014/main" val="20002"/>
                    </a:ext>
                  </a:extLst>
                </a:gridCol>
              </a:tblGrid>
              <a:tr h="370840">
                <a:tc>
                  <a:txBody>
                    <a:bodyPr/>
                    <a:lstStyle/>
                    <a:p>
                      <a:pPr algn="ctr"/>
                      <a:r>
                        <a:rPr lang="es-MX" dirty="0"/>
                        <a:t>Concepto</a:t>
                      </a:r>
                    </a:p>
                  </a:txBody>
                  <a:tcPr/>
                </a:tc>
                <a:tc>
                  <a:txBody>
                    <a:bodyPr/>
                    <a:lstStyle/>
                    <a:p>
                      <a:endParaRPr lang="es-MX" dirty="0"/>
                    </a:p>
                  </a:txBody>
                  <a:tcPr/>
                </a:tc>
                <a:tc>
                  <a:txBody>
                    <a:bodyPr/>
                    <a:lstStyle/>
                    <a:p>
                      <a:pPr algn="ctr"/>
                      <a:r>
                        <a:rPr lang="es-MX" dirty="0"/>
                        <a:t>Importe</a:t>
                      </a:r>
                    </a:p>
                  </a:txBody>
                  <a:tcPr/>
                </a:tc>
                <a:extLst>
                  <a:ext uri="{0D108BD9-81ED-4DB2-BD59-A6C34878D82A}">
                    <a16:rowId xmlns:a16="http://schemas.microsoft.com/office/drawing/2014/main" val="10000"/>
                  </a:ext>
                </a:extLst>
              </a:tr>
              <a:tr h="370840">
                <a:tc>
                  <a:txBody>
                    <a:bodyPr/>
                    <a:lstStyle/>
                    <a:p>
                      <a:r>
                        <a:rPr lang="es-MX" dirty="0"/>
                        <a:t>Resultado</a:t>
                      </a:r>
                      <a:r>
                        <a:rPr lang="es-MX" baseline="0" dirty="0"/>
                        <a:t> Integral (sin el Impuesto a la Utilidad)</a:t>
                      </a:r>
                      <a:endParaRPr lang="es-MX" dirty="0"/>
                    </a:p>
                  </a:txBody>
                  <a:tcPr/>
                </a:tc>
                <a:tc>
                  <a:txBody>
                    <a:bodyPr/>
                    <a:lstStyle/>
                    <a:p>
                      <a:endParaRPr lang="es-MX"/>
                    </a:p>
                  </a:txBody>
                  <a:tcPr/>
                </a:tc>
                <a:tc>
                  <a:txBody>
                    <a:bodyPr/>
                    <a:lstStyle/>
                    <a:p>
                      <a:pPr algn="r"/>
                      <a:r>
                        <a:rPr lang="es-MX" dirty="0"/>
                        <a:t>$4,400,000</a:t>
                      </a:r>
                    </a:p>
                  </a:txBody>
                  <a:tcPr/>
                </a:tc>
                <a:extLst>
                  <a:ext uri="{0D108BD9-81ED-4DB2-BD59-A6C34878D82A}">
                    <a16:rowId xmlns:a16="http://schemas.microsoft.com/office/drawing/2014/main" val="10001"/>
                  </a:ext>
                </a:extLst>
              </a:tr>
              <a:tr h="370840">
                <a:tc>
                  <a:txBody>
                    <a:bodyPr/>
                    <a:lstStyle/>
                    <a:p>
                      <a:r>
                        <a:rPr lang="es-MX" dirty="0"/>
                        <a:t>Incremento a la Estimación</a:t>
                      </a:r>
                      <a:r>
                        <a:rPr lang="es-MX" baseline="0" dirty="0"/>
                        <a:t> para Cuentas Incobrables</a:t>
                      </a:r>
                      <a:endParaRPr lang="es-MX" dirty="0"/>
                    </a:p>
                  </a:txBody>
                  <a:tcPr/>
                </a:tc>
                <a:tc>
                  <a:txBody>
                    <a:bodyPr/>
                    <a:lstStyle/>
                    <a:p>
                      <a:pPr algn="r"/>
                      <a:r>
                        <a:rPr lang="es-MX" dirty="0"/>
                        <a:t>60,000</a:t>
                      </a:r>
                    </a:p>
                  </a:txBody>
                  <a:tcPr/>
                </a:tc>
                <a:tc>
                  <a:txBody>
                    <a:bodyPr/>
                    <a:lstStyle/>
                    <a:p>
                      <a:endParaRPr lang="es-MX"/>
                    </a:p>
                  </a:txBody>
                  <a:tcPr/>
                </a:tc>
                <a:extLst>
                  <a:ext uri="{0D108BD9-81ED-4DB2-BD59-A6C34878D82A}">
                    <a16:rowId xmlns:a16="http://schemas.microsoft.com/office/drawing/2014/main" val="10002"/>
                  </a:ext>
                </a:extLst>
              </a:tr>
              <a:tr h="370840">
                <a:tc>
                  <a:txBody>
                    <a:bodyPr/>
                    <a:lstStyle/>
                    <a:p>
                      <a:r>
                        <a:rPr lang="es-MX" dirty="0"/>
                        <a:t>Aplicaciones</a:t>
                      </a:r>
                      <a:r>
                        <a:rPr lang="es-MX" baseline="0" dirty="0"/>
                        <a:t> a la Estimación para Cuentas Incobrables</a:t>
                      </a:r>
                      <a:endParaRPr lang="es-MX" dirty="0"/>
                    </a:p>
                  </a:txBody>
                  <a:tcPr/>
                </a:tc>
                <a:tc>
                  <a:txBody>
                    <a:bodyPr/>
                    <a:lstStyle/>
                    <a:p>
                      <a:pPr algn="r"/>
                      <a:r>
                        <a:rPr lang="es-MX" dirty="0"/>
                        <a:t>(40,000)</a:t>
                      </a:r>
                    </a:p>
                  </a:txBody>
                  <a:tcPr/>
                </a:tc>
                <a:tc>
                  <a:txBody>
                    <a:bodyPr/>
                    <a:lstStyle/>
                    <a:p>
                      <a:endParaRPr lang="es-MX"/>
                    </a:p>
                  </a:txBody>
                  <a:tcPr/>
                </a:tc>
                <a:extLst>
                  <a:ext uri="{0D108BD9-81ED-4DB2-BD59-A6C34878D82A}">
                    <a16:rowId xmlns:a16="http://schemas.microsoft.com/office/drawing/2014/main" val="10003"/>
                  </a:ext>
                </a:extLst>
              </a:tr>
              <a:tr h="370840">
                <a:tc>
                  <a:txBody>
                    <a:bodyPr/>
                    <a:lstStyle/>
                    <a:p>
                      <a:r>
                        <a:rPr lang="es-MX" dirty="0"/>
                        <a:t>Aplicaciones</a:t>
                      </a:r>
                      <a:r>
                        <a:rPr lang="es-MX" baseline="0" dirty="0"/>
                        <a:t> no deducibles</a:t>
                      </a:r>
                      <a:endParaRPr lang="es-MX" dirty="0"/>
                    </a:p>
                  </a:txBody>
                  <a:tcPr/>
                </a:tc>
                <a:tc>
                  <a:txBody>
                    <a:bodyPr/>
                    <a:lstStyle/>
                    <a:p>
                      <a:pPr algn="r"/>
                      <a:r>
                        <a:rPr lang="es-MX" dirty="0"/>
                        <a:t>15,000</a:t>
                      </a:r>
                    </a:p>
                  </a:txBody>
                  <a:tcPr/>
                </a:tc>
                <a:tc>
                  <a:txBody>
                    <a:bodyPr/>
                    <a:lstStyle/>
                    <a:p>
                      <a:pPr algn="r"/>
                      <a:r>
                        <a:rPr lang="es-MX" dirty="0"/>
                        <a:t>35,000</a:t>
                      </a:r>
                    </a:p>
                  </a:txBody>
                  <a:tcPr/>
                </a:tc>
                <a:extLst>
                  <a:ext uri="{0D108BD9-81ED-4DB2-BD59-A6C34878D82A}">
                    <a16:rowId xmlns:a16="http://schemas.microsoft.com/office/drawing/2014/main" val="10004"/>
                  </a:ext>
                </a:extLst>
              </a:tr>
              <a:tr h="370840">
                <a:tc>
                  <a:txBody>
                    <a:bodyPr/>
                    <a:lstStyle/>
                    <a:p>
                      <a:r>
                        <a:rPr lang="es-MX" dirty="0"/>
                        <a:t>Depreciación</a:t>
                      </a:r>
                      <a:r>
                        <a:rPr lang="es-MX" baseline="0" dirty="0"/>
                        <a:t> contable</a:t>
                      </a:r>
                      <a:endParaRPr lang="es-MX" dirty="0"/>
                    </a:p>
                  </a:txBody>
                  <a:tcPr/>
                </a:tc>
                <a:tc>
                  <a:txBody>
                    <a:bodyPr/>
                    <a:lstStyle/>
                    <a:p>
                      <a:pPr algn="r"/>
                      <a:r>
                        <a:rPr lang="es-MX" dirty="0"/>
                        <a:t>50,000</a:t>
                      </a:r>
                    </a:p>
                  </a:txBody>
                  <a:tcPr/>
                </a:tc>
                <a:tc>
                  <a:txBody>
                    <a:bodyPr/>
                    <a:lstStyle/>
                    <a:p>
                      <a:pPr algn="r"/>
                      <a:endParaRPr lang="es-MX" dirty="0"/>
                    </a:p>
                  </a:txBody>
                  <a:tcPr/>
                </a:tc>
                <a:extLst>
                  <a:ext uri="{0D108BD9-81ED-4DB2-BD59-A6C34878D82A}">
                    <a16:rowId xmlns:a16="http://schemas.microsoft.com/office/drawing/2014/main" val="10005"/>
                  </a:ext>
                </a:extLst>
              </a:tr>
              <a:tr h="370840">
                <a:tc>
                  <a:txBody>
                    <a:bodyPr/>
                    <a:lstStyle/>
                    <a:p>
                      <a:r>
                        <a:rPr lang="es-MX" dirty="0"/>
                        <a:t>Deducción fiscal de Inversiones</a:t>
                      </a:r>
                    </a:p>
                  </a:txBody>
                  <a:tcPr/>
                </a:tc>
                <a:tc>
                  <a:txBody>
                    <a:bodyPr/>
                    <a:lstStyle/>
                    <a:p>
                      <a:pPr algn="r"/>
                      <a:r>
                        <a:rPr lang="es-MX" dirty="0"/>
                        <a:t>(55,000)</a:t>
                      </a:r>
                    </a:p>
                  </a:txBody>
                  <a:tcPr/>
                </a:tc>
                <a:tc>
                  <a:txBody>
                    <a:bodyPr/>
                    <a:lstStyle/>
                    <a:p>
                      <a:pPr algn="r"/>
                      <a:r>
                        <a:rPr lang="es-MX" dirty="0"/>
                        <a:t>(5,000)</a:t>
                      </a:r>
                    </a:p>
                  </a:txBody>
                  <a:tcPr/>
                </a:tc>
                <a:extLst>
                  <a:ext uri="{0D108BD9-81ED-4DB2-BD59-A6C34878D82A}">
                    <a16:rowId xmlns:a16="http://schemas.microsoft.com/office/drawing/2014/main" val="10006"/>
                  </a:ext>
                </a:extLst>
              </a:tr>
              <a:tr h="370840">
                <a:tc>
                  <a:txBody>
                    <a:bodyPr/>
                    <a:lstStyle/>
                    <a:p>
                      <a:r>
                        <a:rPr lang="es-MX" dirty="0"/>
                        <a:t>Ajuste</a:t>
                      </a:r>
                      <a:r>
                        <a:rPr lang="es-MX" baseline="0" dirty="0"/>
                        <a:t> Anual por Inflación Acumulable</a:t>
                      </a:r>
                      <a:endParaRPr lang="es-MX" dirty="0"/>
                    </a:p>
                  </a:txBody>
                  <a:tcPr/>
                </a:tc>
                <a:tc>
                  <a:txBody>
                    <a:bodyPr/>
                    <a:lstStyle/>
                    <a:p>
                      <a:pPr algn="r"/>
                      <a:endParaRPr lang="es-MX" dirty="0"/>
                    </a:p>
                  </a:txBody>
                  <a:tcPr/>
                </a:tc>
                <a:tc>
                  <a:txBody>
                    <a:bodyPr/>
                    <a:lstStyle/>
                    <a:p>
                      <a:pPr algn="r"/>
                      <a:r>
                        <a:rPr lang="es-MX" dirty="0"/>
                        <a:t>35,000</a:t>
                      </a:r>
                    </a:p>
                  </a:txBody>
                  <a:tcPr/>
                </a:tc>
                <a:extLst>
                  <a:ext uri="{0D108BD9-81ED-4DB2-BD59-A6C34878D82A}">
                    <a16:rowId xmlns:a16="http://schemas.microsoft.com/office/drawing/2014/main" val="10007"/>
                  </a:ext>
                </a:extLst>
              </a:tr>
              <a:tr h="370840">
                <a:tc>
                  <a:txBody>
                    <a:bodyPr/>
                    <a:lstStyle/>
                    <a:p>
                      <a:r>
                        <a:rPr lang="es-MX" dirty="0"/>
                        <a:t>Dividendos de Sociedades Residentes</a:t>
                      </a:r>
                      <a:r>
                        <a:rPr lang="es-MX" baseline="0" dirty="0"/>
                        <a:t> en México</a:t>
                      </a:r>
                      <a:endParaRPr lang="es-MX" dirty="0"/>
                    </a:p>
                  </a:txBody>
                  <a:tcPr/>
                </a:tc>
                <a:tc>
                  <a:txBody>
                    <a:bodyPr/>
                    <a:lstStyle/>
                    <a:p>
                      <a:pPr algn="r"/>
                      <a:endParaRPr lang="es-MX" dirty="0"/>
                    </a:p>
                  </a:txBody>
                  <a:tcPr/>
                </a:tc>
                <a:tc>
                  <a:txBody>
                    <a:bodyPr/>
                    <a:lstStyle/>
                    <a:p>
                      <a:pPr algn="r"/>
                      <a:r>
                        <a:rPr lang="es-MX" dirty="0"/>
                        <a:t>(200,000)</a:t>
                      </a:r>
                    </a:p>
                  </a:txBody>
                  <a:tcPr/>
                </a:tc>
                <a:extLst>
                  <a:ext uri="{0D108BD9-81ED-4DB2-BD59-A6C34878D82A}">
                    <a16:rowId xmlns:a16="http://schemas.microsoft.com/office/drawing/2014/main" val="10008"/>
                  </a:ext>
                </a:extLst>
              </a:tr>
              <a:tr h="370840">
                <a:tc>
                  <a:txBody>
                    <a:bodyPr/>
                    <a:lstStyle/>
                    <a:p>
                      <a:r>
                        <a:rPr lang="es-MX" dirty="0"/>
                        <a:t>Pérdidas en Liquidación</a:t>
                      </a:r>
                    </a:p>
                  </a:txBody>
                  <a:tcPr/>
                </a:tc>
                <a:tc>
                  <a:txBody>
                    <a:bodyPr/>
                    <a:lstStyle/>
                    <a:p>
                      <a:pPr algn="r"/>
                      <a:endParaRPr lang="es-MX" dirty="0"/>
                    </a:p>
                  </a:txBody>
                  <a:tcPr/>
                </a:tc>
                <a:tc>
                  <a:txBody>
                    <a:bodyPr/>
                    <a:lstStyle/>
                    <a:p>
                      <a:pPr algn="r"/>
                      <a:r>
                        <a:rPr lang="es-MX" dirty="0"/>
                        <a:t>100,000</a:t>
                      </a:r>
                    </a:p>
                  </a:txBody>
                  <a:tcPr/>
                </a:tc>
                <a:extLst>
                  <a:ext uri="{0D108BD9-81ED-4DB2-BD59-A6C34878D82A}">
                    <a16:rowId xmlns:a16="http://schemas.microsoft.com/office/drawing/2014/main" val="10009"/>
                  </a:ext>
                </a:extLst>
              </a:tr>
              <a:tr h="370840">
                <a:tc>
                  <a:txBody>
                    <a:bodyPr/>
                    <a:lstStyle/>
                    <a:p>
                      <a:endParaRPr lang="es-MX" dirty="0"/>
                    </a:p>
                  </a:txBody>
                  <a:tcPr/>
                </a:tc>
                <a:tc>
                  <a:txBody>
                    <a:bodyPr/>
                    <a:lstStyle/>
                    <a:p>
                      <a:pPr algn="r"/>
                      <a:endParaRPr lang="es-MX" dirty="0"/>
                    </a:p>
                  </a:txBody>
                  <a:tcPr/>
                </a:tc>
                <a:tc>
                  <a:txBody>
                    <a:bodyPr/>
                    <a:lstStyle/>
                    <a:p>
                      <a:pPr algn="r"/>
                      <a:endParaRPr lang="es-MX" dirty="0"/>
                    </a:p>
                  </a:txBody>
                  <a:tcPr/>
                </a:tc>
                <a:extLst>
                  <a:ext uri="{0D108BD9-81ED-4DB2-BD59-A6C34878D82A}">
                    <a16:rowId xmlns:a16="http://schemas.microsoft.com/office/drawing/2014/main" val="10010"/>
                  </a:ext>
                </a:extLst>
              </a:tr>
              <a:tr h="370840">
                <a:tc>
                  <a:txBody>
                    <a:bodyPr/>
                    <a:lstStyle/>
                    <a:p>
                      <a:pPr algn="r"/>
                      <a:r>
                        <a:rPr lang="es-MX" dirty="0"/>
                        <a:t>Utilidad (Pérdida</a:t>
                      </a:r>
                      <a:r>
                        <a:rPr lang="es-MX" baseline="0" dirty="0"/>
                        <a:t>) Fiscal</a:t>
                      </a:r>
                      <a:endParaRPr lang="es-MX" dirty="0"/>
                    </a:p>
                  </a:txBody>
                  <a:tcPr/>
                </a:tc>
                <a:tc>
                  <a:txBody>
                    <a:bodyPr/>
                    <a:lstStyle/>
                    <a:p>
                      <a:pPr algn="r"/>
                      <a:endParaRPr lang="es-MX" dirty="0"/>
                    </a:p>
                  </a:txBody>
                  <a:tcPr/>
                </a:tc>
                <a:tc>
                  <a:txBody>
                    <a:bodyPr/>
                    <a:lstStyle/>
                    <a:p>
                      <a:pPr algn="r"/>
                      <a:r>
                        <a:rPr lang="es-MX" dirty="0"/>
                        <a:t>$4,365,000</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051181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Diferencias Temporales</a:t>
            </a:r>
          </a:p>
        </p:txBody>
      </p:sp>
      <p:graphicFrame>
        <p:nvGraphicFramePr>
          <p:cNvPr id="4" name="Content Placeholder 3"/>
          <p:cNvGraphicFramePr>
            <a:graphicFrameLocks noGrp="1"/>
          </p:cNvGraphicFramePr>
          <p:nvPr>
            <p:ph idx="1"/>
          </p:nvPr>
        </p:nvGraphicFramePr>
        <p:xfrm>
          <a:off x="838200" y="1825625"/>
          <a:ext cx="10515600" cy="36068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pPr algn="ctr"/>
                      <a:r>
                        <a:rPr lang="es-MX" dirty="0"/>
                        <a:t>Activo</a:t>
                      </a:r>
                      <a:r>
                        <a:rPr lang="es-MX" baseline="0" dirty="0"/>
                        <a:t> / Pasivo</a:t>
                      </a:r>
                      <a:endParaRPr lang="es-MX" dirty="0"/>
                    </a:p>
                  </a:txBody>
                  <a:tcPr/>
                </a:tc>
                <a:tc>
                  <a:txBody>
                    <a:bodyPr/>
                    <a:lstStyle/>
                    <a:p>
                      <a:pPr algn="ctr"/>
                      <a:r>
                        <a:rPr lang="es-MX" dirty="0"/>
                        <a:t>Valor Contable</a:t>
                      </a:r>
                    </a:p>
                  </a:txBody>
                  <a:tcPr/>
                </a:tc>
                <a:tc>
                  <a:txBody>
                    <a:bodyPr/>
                    <a:lstStyle/>
                    <a:p>
                      <a:pPr algn="ctr"/>
                      <a:r>
                        <a:rPr lang="es-MX" dirty="0"/>
                        <a:t>Valor Fiscal</a:t>
                      </a:r>
                    </a:p>
                  </a:txBody>
                  <a:tcPr/>
                </a:tc>
                <a:tc>
                  <a:txBody>
                    <a:bodyPr/>
                    <a:lstStyle/>
                    <a:p>
                      <a:pPr algn="ctr"/>
                      <a:r>
                        <a:rPr lang="es-MX" dirty="0"/>
                        <a:t>Diferencia</a:t>
                      </a:r>
                    </a:p>
                  </a:txBody>
                  <a:tcPr/>
                </a:tc>
                <a:extLst>
                  <a:ext uri="{0D108BD9-81ED-4DB2-BD59-A6C34878D82A}">
                    <a16:rowId xmlns:a16="http://schemas.microsoft.com/office/drawing/2014/main" val="10000"/>
                  </a:ext>
                </a:extLst>
              </a:tr>
              <a:tr h="370840">
                <a:tc>
                  <a:txBody>
                    <a:bodyPr/>
                    <a:lstStyle/>
                    <a:p>
                      <a:r>
                        <a:rPr lang="es-MX" dirty="0"/>
                        <a:t>Cuentas</a:t>
                      </a:r>
                      <a:r>
                        <a:rPr lang="es-MX" baseline="0" dirty="0"/>
                        <a:t> por Cobrar (neto)</a:t>
                      </a:r>
                      <a:endParaRPr lang="es-MX" dirty="0"/>
                    </a:p>
                  </a:txBody>
                  <a:tcPr/>
                </a:tc>
                <a:tc>
                  <a:txBody>
                    <a:bodyPr/>
                    <a:lstStyle/>
                    <a:p>
                      <a:pPr algn="r"/>
                      <a:r>
                        <a:rPr lang="es-MX" dirty="0"/>
                        <a:t>$840,000</a:t>
                      </a:r>
                    </a:p>
                  </a:txBody>
                  <a:tcPr/>
                </a:tc>
                <a:tc>
                  <a:txBody>
                    <a:bodyPr/>
                    <a:lstStyle/>
                    <a:p>
                      <a:pPr algn="r"/>
                      <a:r>
                        <a:rPr lang="es-MX" dirty="0"/>
                        <a:t>$1,000,000</a:t>
                      </a:r>
                    </a:p>
                  </a:txBody>
                  <a:tcPr/>
                </a:tc>
                <a:tc>
                  <a:txBody>
                    <a:bodyPr/>
                    <a:lstStyle/>
                    <a:p>
                      <a:pPr algn="r"/>
                      <a:r>
                        <a:rPr lang="es-MX" dirty="0"/>
                        <a:t>$(160,000)</a:t>
                      </a:r>
                    </a:p>
                  </a:txBody>
                  <a:tcPr/>
                </a:tc>
                <a:extLst>
                  <a:ext uri="{0D108BD9-81ED-4DB2-BD59-A6C34878D82A}">
                    <a16:rowId xmlns:a16="http://schemas.microsoft.com/office/drawing/2014/main" val="10001"/>
                  </a:ext>
                </a:extLst>
              </a:tr>
              <a:tr h="370840">
                <a:tc>
                  <a:txBody>
                    <a:bodyPr/>
                    <a:lstStyle/>
                    <a:p>
                      <a:r>
                        <a:rPr lang="es-MX" dirty="0"/>
                        <a:t>Activos Fijos (neto)</a:t>
                      </a:r>
                    </a:p>
                  </a:txBody>
                  <a:tcPr/>
                </a:tc>
                <a:tc>
                  <a:txBody>
                    <a:bodyPr/>
                    <a:lstStyle/>
                    <a:p>
                      <a:pPr algn="r"/>
                      <a:r>
                        <a:rPr lang="es-MX" dirty="0"/>
                        <a:t>450,000</a:t>
                      </a:r>
                    </a:p>
                  </a:txBody>
                  <a:tcPr/>
                </a:tc>
                <a:tc>
                  <a:txBody>
                    <a:bodyPr/>
                    <a:lstStyle/>
                    <a:p>
                      <a:pPr algn="r"/>
                      <a:r>
                        <a:rPr lang="es-MX" dirty="0"/>
                        <a:t>450,000</a:t>
                      </a:r>
                    </a:p>
                  </a:txBody>
                  <a:tcPr/>
                </a:tc>
                <a:tc>
                  <a:txBody>
                    <a:bodyPr/>
                    <a:lstStyle/>
                    <a:p>
                      <a:pPr algn="r"/>
                      <a:r>
                        <a:rPr lang="es-MX" dirty="0"/>
                        <a:t>0</a:t>
                      </a:r>
                    </a:p>
                  </a:txBody>
                  <a:tcPr/>
                </a:tc>
                <a:extLst>
                  <a:ext uri="{0D108BD9-81ED-4DB2-BD59-A6C34878D82A}">
                    <a16:rowId xmlns:a16="http://schemas.microsoft.com/office/drawing/2014/main" val="10002"/>
                  </a:ext>
                </a:extLst>
              </a:tr>
              <a:tr h="370840">
                <a:tc>
                  <a:txBody>
                    <a:bodyPr/>
                    <a:lstStyle/>
                    <a:p>
                      <a:endParaRPr lang="es-MX" dirty="0"/>
                    </a:p>
                  </a:txBody>
                  <a:tcPr/>
                </a:tc>
                <a:tc>
                  <a:txBody>
                    <a:bodyPr/>
                    <a:lstStyle/>
                    <a:p>
                      <a:endParaRPr lang="es-MX"/>
                    </a:p>
                  </a:txBody>
                  <a:tcPr/>
                </a:tc>
                <a:tc>
                  <a:txBody>
                    <a:bodyPr/>
                    <a:lstStyle/>
                    <a:p>
                      <a:endParaRPr lang="es-MX"/>
                    </a:p>
                  </a:txBody>
                  <a:tcPr/>
                </a:tc>
                <a:tc>
                  <a:txBody>
                    <a:bodyPr/>
                    <a:lstStyle/>
                    <a:p>
                      <a:endParaRPr lang="es-MX"/>
                    </a:p>
                  </a:txBody>
                  <a:tcPr/>
                </a:tc>
                <a:extLst>
                  <a:ext uri="{0D108BD9-81ED-4DB2-BD59-A6C34878D82A}">
                    <a16:rowId xmlns:a16="http://schemas.microsoft.com/office/drawing/2014/main" val="10003"/>
                  </a:ext>
                </a:extLst>
              </a:tr>
              <a:tr h="370840">
                <a:tc>
                  <a:txBody>
                    <a:bodyPr/>
                    <a:lstStyle/>
                    <a:p>
                      <a:endParaRPr lang="es-MX" dirty="0"/>
                    </a:p>
                  </a:txBody>
                  <a:tcPr/>
                </a:tc>
                <a:tc>
                  <a:txBody>
                    <a:bodyPr/>
                    <a:lstStyle/>
                    <a:p>
                      <a:endParaRPr lang="es-MX"/>
                    </a:p>
                  </a:txBody>
                  <a:tcPr/>
                </a:tc>
                <a:tc>
                  <a:txBody>
                    <a:bodyPr/>
                    <a:lstStyle/>
                    <a:p>
                      <a:endParaRPr lang="es-MX"/>
                    </a:p>
                  </a:txBody>
                  <a:tcPr/>
                </a:tc>
                <a:tc>
                  <a:txBody>
                    <a:bodyPr/>
                    <a:lstStyle/>
                    <a:p>
                      <a:pPr algn="r"/>
                      <a:r>
                        <a:rPr lang="es-MX" dirty="0"/>
                        <a:t>(160,000)</a:t>
                      </a:r>
                    </a:p>
                  </a:txBody>
                  <a:tcPr/>
                </a:tc>
                <a:extLst>
                  <a:ext uri="{0D108BD9-81ED-4DB2-BD59-A6C34878D82A}">
                    <a16:rowId xmlns:a16="http://schemas.microsoft.com/office/drawing/2014/main" val="10004"/>
                  </a:ext>
                </a:extLst>
              </a:tr>
              <a:tr h="370840">
                <a:tc>
                  <a:txBody>
                    <a:bodyPr/>
                    <a:lstStyle/>
                    <a:p>
                      <a:pPr algn="r"/>
                      <a:r>
                        <a:rPr lang="es-MX" dirty="0"/>
                        <a:t>Tasa</a:t>
                      </a:r>
                    </a:p>
                  </a:txBody>
                  <a:tcPr/>
                </a:tc>
                <a:tc>
                  <a:txBody>
                    <a:bodyPr/>
                    <a:lstStyle/>
                    <a:p>
                      <a:endParaRPr lang="es-MX"/>
                    </a:p>
                  </a:txBody>
                  <a:tcPr/>
                </a:tc>
                <a:tc>
                  <a:txBody>
                    <a:bodyPr/>
                    <a:lstStyle/>
                    <a:p>
                      <a:endParaRPr lang="es-MX"/>
                    </a:p>
                  </a:txBody>
                  <a:tcPr/>
                </a:tc>
                <a:tc>
                  <a:txBody>
                    <a:bodyPr/>
                    <a:lstStyle/>
                    <a:p>
                      <a:pPr algn="r"/>
                      <a:r>
                        <a:rPr lang="es-MX" dirty="0"/>
                        <a:t>30%</a:t>
                      </a:r>
                    </a:p>
                  </a:txBody>
                  <a:tcPr/>
                </a:tc>
                <a:extLst>
                  <a:ext uri="{0D108BD9-81ED-4DB2-BD59-A6C34878D82A}">
                    <a16:rowId xmlns:a16="http://schemas.microsoft.com/office/drawing/2014/main" val="10005"/>
                  </a:ext>
                </a:extLst>
              </a:tr>
              <a:tr h="370840">
                <a:tc>
                  <a:txBody>
                    <a:bodyPr/>
                    <a:lstStyle/>
                    <a:p>
                      <a:endParaRPr lang="es-MX" dirty="0"/>
                    </a:p>
                  </a:txBody>
                  <a:tcPr/>
                </a:tc>
                <a:tc>
                  <a:txBody>
                    <a:bodyPr/>
                    <a:lstStyle/>
                    <a:p>
                      <a:endParaRPr lang="es-MX"/>
                    </a:p>
                  </a:txBody>
                  <a:tcPr/>
                </a:tc>
                <a:tc>
                  <a:txBody>
                    <a:bodyPr/>
                    <a:lstStyle/>
                    <a:p>
                      <a:endParaRPr lang="es-MX"/>
                    </a:p>
                  </a:txBody>
                  <a:tcPr/>
                </a:tc>
                <a:tc>
                  <a:txBody>
                    <a:bodyPr/>
                    <a:lstStyle/>
                    <a:p>
                      <a:pPr algn="r"/>
                      <a:r>
                        <a:rPr lang="es-MX" dirty="0"/>
                        <a:t>(48,000)</a:t>
                      </a:r>
                    </a:p>
                  </a:txBody>
                  <a:tcPr/>
                </a:tc>
                <a:extLst>
                  <a:ext uri="{0D108BD9-81ED-4DB2-BD59-A6C34878D82A}">
                    <a16:rowId xmlns:a16="http://schemas.microsoft.com/office/drawing/2014/main" val="10006"/>
                  </a:ext>
                </a:extLst>
              </a:tr>
              <a:tr h="370840">
                <a:tc>
                  <a:txBody>
                    <a:bodyPr/>
                    <a:lstStyle/>
                    <a:p>
                      <a:r>
                        <a:rPr lang="es-MX" dirty="0"/>
                        <a:t>Saldo</a:t>
                      </a:r>
                      <a:r>
                        <a:rPr lang="es-MX" baseline="0" dirty="0"/>
                        <a:t> inicial</a:t>
                      </a:r>
                      <a:endParaRPr lang="es-MX" dirty="0"/>
                    </a:p>
                  </a:txBody>
                  <a:tcPr/>
                </a:tc>
                <a:tc>
                  <a:txBody>
                    <a:bodyPr/>
                    <a:lstStyle/>
                    <a:p>
                      <a:endParaRPr lang="es-MX" dirty="0"/>
                    </a:p>
                  </a:txBody>
                  <a:tcPr/>
                </a:tc>
                <a:tc>
                  <a:txBody>
                    <a:bodyPr/>
                    <a:lstStyle/>
                    <a:p>
                      <a:endParaRPr lang="es-MX"/>
                    </a:p>
                  </a:txBody>
                  <a:tcPr/>
                </a:tc>
                <a:tc>
                  <a:txBody>
                    <a:bodyPr/>
                    <a:lstStyle/>
                    <a:p>
                      <a:pPr algn="r"/>
                      <a:r>
                        <a:rPr lang="es-MX" dirty="0"/>
                        <a:t>(42,000)</a:t>
                      </a:r>
                    </a:p>
                  </a:txBody>
                  <a:tcPr/>
                </a:tc>
                <a:extLst>
                  <a:ext uri="{0D108BD9-81ED-4DB2-BD59-A6C34878D82A}">
                    <a16:rowId xmlns:a16="http://schemas.microsoft.com/office/drawing/2014/main" val="10007"/>
                  </a:ext>
                </a:extLst>
              </a:tr>
              <a:tr h="370840">
                <a:tc>
                  <a:txBody>
                    <a:bodyPr/>
                    <a:lstStyle/>
                    <a:p>
                      <a:pPr algn="r"/>
                      <a:r>
                        <a:rPr lang="es-MX" dirty="0"/>
                        <a:t>Variación</a:t>
                      </a:r>
                      <a:r>
                        <a:rPr lang="es-MX" baseline="0" dirty="0"/>
                        <a:t> en el ejercicio</a:t>
                      </a:r>
                      <a:endParaRPr lang="es-MX" dirty="0"/>
                    </a:p>
                  </a:txBody>
                  <a:tcPr/>
                </a:tc>
                <a:tc>
                  <a:txBody>
                    <a:bodyPr/>
                    <a:lstStyle/>
                    <a:p>
                      <a:endParaRPr lang="es-MX"/>
                    </a:p>
                  </a:txBody>
                  <a:tcPr/>
                </a:tc>
                <a:tc>
                  <a:txBody>
                    <a:bodyPr/>
                    <a:lstStyle/>
                    <a:p>
                      <a:endParaRPr lang="es-MX"/>
                    </a:p>
                  </a:txBody>
                  <a:tcPr/>
                </a:tc>
                <a:tc>
                  <a:txBody>
                    <a:bodyPr/>
                    <a:lstStyle/>
                    <a:p>
                      <a:pPr algn="r"/>
                      <a:r>
                        <a:rPr lang="es-MX" dirty="0"/>
                        <a:t>$(6,000)</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4551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Impuestos a la Utilidad</a:t>
            </a:r>
          </a:p>
        </p:txBody>
      </p:sp>
      <p:graphicFrame>
        <p:nvGraphicFramePr>
          <p:cNvPr id="4" name="Content Placeholder 3"/>
          <p:cNvGraphicFramePr>
            <a:graphicFrameLocks noGrp="1"/>
          </p:cNvGraphicFramePr>
          <p:nvPr>
            <p:ph idx="1"/>
          </p:nvPr>
        </p:nvGraphicFramePr>
        <p:xfrm>
          <a:off x="838200" y="1825625"/>
          <a:ext cx="10515600" cy="296672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pPr algn="ctr"/>
                      <a:r>
                        <a:rPr lang="es-MX" dirty="0"/>
                        <a:t>Concepto</a:t>
                      </a:r>
                    </a:p>
                  </a:txBody>
                  <a:tcPr/>
                </a:tc>
                <a:tc>
                  <a:txBody>
                    <a:bodyPr/>
                    <a:lstStyle/>
                    <a:p>
                      <a:pPr algn="ctr"/>
                      <a:r>
                        <a:rPr lang="es-MX" dirty="0"/>
                        <a:t>Importe</a:t>
                      </a:r>
                    </a:p>
                  </a:txBody>
                  <a:tcPr/>
                </a:tc>
                <a:tc>
                  <a:txBody>
                    <a:bodyPr/>
                    <a:lstStyle/>
                    <a:p>
                      <a:pPr algn="ctr"/>
                      <a:r>
                        <a:rPr lang="es-MX" dirty="0"/>
                        <a:t>Impuesto</a:t>
                      </a:r>
                    </a:p>
                  </a:txBody>
                  <a:tcPr/>
                </a:tc>
                <a:extLst>
                  <a:ext uri="{0D108BD9-81ED-4DB2-BD59-A6C34878D82A}">
                    <a16:rowId xmlns:a16="http://schemas.microsoft.com/office/drawing/2014/main" val="10000"/>
                  </a:ext>
                </a:extLst>
              </a:tr>
              <a:tr h="370840">
                <a:tc>
                  <a:txBody>
                    <a:bodyPr/>
                    <a:lstStyle/>
                    <a:p>
                      <a:r>
                        <a:rPr lang="es-MX" dirty="0"/>
                        <a:t>Resultado Fiscal</a:t>
                      </a:r>
                    </a:p>
                  </a:txBody>
                  <a:tcPr/>
                </a:tc>
                <a:tc>
                  <a:txBody>
                    <a:bodyPr/>
                    <a:lstStyle/>
                    <a:p>
                      <a:pPr algn="r"/>
                      <a:r>
                        <a:rPr lang="es-MX" dirty="0"/>
                        <a:t>$4,365,000</a:t>
                      </a:r>
                    </a:p>
                  </a:txBody>
                  <a:tcPr/>
                </a:tc>
                <a:tc>
                  <a:txBody>
                    <a:bodyPr/>
                    <a:lstStyle/>
                    <a:p>
                      <a:endParaRPr lang="es-MX"/>
                    </a:p>
                  </a:txBody>
                  <a:tcPr/>
                </a:tc>
                <a:extLst>
                  <a:ext uri="{0D108BD9-81ED-4DB2-BD59-A6C34878D82A}">
                    <a16:rowId xmlns:a16="http://schemas.microsoft.com/office/drawing/2014/main" val="10001"/>
                  </a:ext>
                </a:extLst>
              </a:tr>
              <a:tr h="370840">
                <a:tc>
                  <a:txBody>
                    <a:bodyPr/>
                    <a:lstStyle/>
                    <a:p>
                      <a:r>
                        <a:rPr lang="es-MX" dirty="0"/>
                        <a:t>Tasa</a:t>
                      </a:r>
                    </a:p>
                  </a:txBody>
                  <a:tcPr/>
                </a:tc>
                <a:tc>
                  <a:txBody>
                    <a:bodyPr/>
                    <a:lstStyle/>
                    <a:p>
                      <a:pPr algn="r"/>
                      <a:r>
                        <a:rPr lang="es-MX" dirty="0"/>
                        <a:t>30%</a:t>
                      </a:r>
                    </a:p>
                  </a:txBody>
                  <a:tcPr/>
                </a:tc>
                <a:tc>
                  <a:txBody>
                    <a:bodyPr/>
                    <a:lstStyle/>
                    <a:p>
                      <a:pPr algn="r"/>
                      <a:endParaRPr lang="es-MX" dirty="0"/>
                    </a:p>
                  </a:txBody>
                  <a:tcPr/>
                </a:tc>
                <a:extLst>
                  <a:ext uri="{0D108BD9-81ED-4DB2-BD59-A6C34878D82A}">
                    <a16:rowId xmlns:a16="http://schemas.microsoft.com/office/drawing/2014/main" val="10002"/>
                  </a:ext>
                </a:extLst>
              </a:tr>
              <a:tr h="370840">
                <a:tc>
                  <a:txBody>
                    <a:bodyPr/>
                    <a:lstStyle/>
                    <a:p>
                      <a:pPr algn="ctr"/>
                      <a:r>
                        <a:rPr lang="es-MX" dirty="0"/>
                        <a:t>Impuesto Corriente</a:t>
                      </a:r>
                    </a:p>
                  </a:txBody>
                  <a:tcPr/>
                </a:tc>
                <a:tc>
                  <a:txBody>
                    <a:bodyPr/>
                    <a:lstStyle/>
                    <a:p>
                      <a:endParaRPr lang="es-MX"/>
                    </a:p>
                  </a:txBody>
                  <a:tcPr/>
                </a:tc>
                <a:tc>
                  <a:txBody>
                    <a:bodyPr/>
                    <a:lstStyle/>
                    <a:p>
                      <a:pPr algn="r"/>
                      <a:r>
                        <a:rPr lang="es-MX" dirty="0"/>
                        <a:t>$1,309,500</a:t>
                      </a:r>
                    </a:p>
                  </a:txBody>
                  <a:tcPr/>
                </a:tc>
                <a:extLst>
                  <a:ext uri="{0D108BD9-81ED-4DB2-BD59-A6C34878D82A}">
                    <a16:rowId xmlns:a16="http://schemas.microsoft.com/office/drawing/2014/main" val="10003"/>
                  </a:ext>
                </a:extLst>
              </a:tr>
              <a:tr h="370840">
                <a:tc>
                  <a:txBody>
                    <a:bodyPr/>
                    <a:lstStyle/>
                    <a:p>
                      <a:endParaRPr lang="es-MX" dirty="0"/>
                    </a:p>
                  </a:txBody>
                  <a:tcPr/>
                </a:tc>
                <a:tc>
                  <a:txBody>
                    <a:bodyPr/>
                    <a:lstStyle/>
                    <a:p>
                      <a:endParaRPr lang="es-MX"/>
                    </a:p>
                  </a:txBody>
                  <a:tcPr/>
                </a:tc>
                <a:tc>
                  <a:txBody>
                    <a:bodyPr/>
                    <a:lstStyle/>
                    <a:p>
                      <a:endParaRPr lang="es-MX" dirty="0"/>
                    </a:p>
                  </a:txBody>
                  <a:tcPr/>
                </a:tc>
                <a:extLst>
                  <a:ext uri="{0D108BD9-81ED-4DB2-BD59-A6C34878D82A}">
                    <a16:rowId xmlns:a16="http://schemas.microsoft.com/office/drawing/2014/main" val="10004"/>
                  </a:ext>
                </a:extLst>
              </a:tr>
              <a:tr h="370840">
                <a:tc>
                  <a:txBody>
                    <a:bodyPr/>
                    <a:lstStyle/>
                    <a:p>
                      <a:pPr algn="ctr"/>
                      <a:r>
                        <a:rPr lang="es-MX" dirty="0"/>
                        <a:t>Impuesto</a:t>
                      </a:r>
                      <a:r>
                        <a:rPr lang="es-MX" baseline="0" dirty="0"/>
                        <a:t> Diferido del Ejercicio</a:t>
                      </a:r>
                      <a:endParaRPr lang="es-MX" dirty="0"/>
                    </a:p>
                  </a:txBody>
                  <a:tcPr/>
                </a:tc>
                <a:tc>
                  <a:txBody>
                    <a:bodyPr/>
                    <a:lstStyle/>
                    <a:p>
                      <a:pPr algn="r"/>
                      <a:endParaRPr lang="es-MX" dirty="0"/>
                    </a:p>
                  </a:txBody>
                  <a:tcPr/>
                </a:tc>
                <a:tc>
                  <a:txBody>
                    <a:bodyPr/>
                    <a:lstStyle/>
                    <a:p>
                      <a:pPr algn="r"/>
                      <a:r>
                        <a:rPr lang="es-MX" dirty="0"/>
                        <a:t>(6,000)</a:t>
                      </a:r>
                    </a:p>
                  </a:txBody>
                  <a:tcPr/>
                </a:tc>
                <a:extLst>
                  <a:ext uri="{0D108BD9-81ED-4DB2-BD59-A6C34878D82A}">
                    <a16:rowId xmlns:a16="http://schemas.microsoft.com/office/drawing/2014/main" val="10005"/>
                  </a:ext>
                </a:extLst>
              </a:tr>
              <a:tr h="370840">
                <a:tc>
                  <a:txBody>
                    <a:bodyPr/>
                    <a:lstStyle/>
                    <a:p>
                      <a:pPr algn="ctr"/>
                      <a:endParaRPr lang="es-MX" dirty="0"/>
                    </a:p>
                  </a:txBody>
                  <a:tcPr/>
                </a:tc>
                <a:tc>
                  <a:txBody>
                    <a:bodyPr/>
                    <a:lstStyle/>
                    <a:p>
                      <a:pPr algn="r"/>
                      <a:endParaRPr lang="es-MX" dirty="0"/>
                    </a:p>
                  </a:txBody>
                  <a:tcPr/>
                </a:tc>
                <a:tc>
                  <a:txBody>
                    <a:bodyPr/>
                    <a:lstStyle/>
                    <a:p>
                      <a:pPr algn="r"/>
                      <a:endParaRPr lang="es-MX" dirty="0"/>
                    </a:p>
                  </a:txBody>
                  <a:tcPr/>
                </a:tc>
                <a:extLst>
                  <a:ext uri="{0D108BD9-81ED-4DB2-BD59-A6C34878D82A}">
                    <a16:rowId xmlns:a16="http://schemas.microsoft.com/office/drawing/2014/main" val="10006"/>
                  </a:ext>
                </a:extLst>
              </a:tr>
              <a:tr h="370840">
                <a:tc>
                  <a:txBody>
                    <a:bodyPr/>
                    <a:lstStyle/>
                    <a:p>
                      <a:pPr algn="ctr"/>
                      <a:r>
                        <a:rPr lang="es-MX" dirty="0"/>
                        <a:t>Impuesto</a:t>
                      </a:r>
                      <a:r>
                        <a:rPr lang="es-MX" baseline="0" dirty="0"/>
                        <a:t> a la Utilidad</a:t>
                      </a:r>
                      <a:endParaRPr lang="es-MX" dirty="0"/>
                    </a:p>
                  </a:txBody>
                  <a:tcPr/>
                </a:tc>
                <a:tc>
                  <a:txBody>
                    <a:bodyPr/>
                    <a:lstStyle/>
                    <a:p>
                      <a:pPr algn="r"/>
                      <a:endParaRPr lang="es-MX" dirty="0"/>
                    </a:p>
                  </a:txBody>
                  <a:tcPr/>
                </a:tc>
                <a:tc>
                  <a:txBody>
                    <a:bodyPr/>
                    <a:lstStyle/>
                    <a:p>
                      <a:pPr algn="r"/>
                      <a:r>
                        <a:rPr lang="es-MX" dirty="0"/>
                        <a:t>$1,303,500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026221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865</Words>
  <Application>Microsoft Office PowerPoint</Application>
  <PresentationFormat>Panorámica</PresentationFormat>
  <Paragraphs>174</Paragraphs>
  <Slides>15</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Aptos Display</vt:lpstr>
      <vt:lpstr>Arial</vt:lpstr>
      <vt:lpstr>Tema de Office</vt:lpstr>
      <vt:lpstr>Impuestos Diferidos</vt:lpstr>
      <vt:lpstr>La Contabilidad como fuente de información y control para el pago de los impuestos</vt:lpstr>
      <vt:lpstr>La Contabilidad como fuente de información y control para el pago de los impuestos</vt:lpstr>
      <vt:lpstr>La Contabilidad como fuente de información y control para el pago de los impuestos</vt:lpstr>
      <vt:lpstr>El impuesto diferido corresponde a operaciones atribuibles al periodo contable actual, pero que fiscalmente son reconocidas en momentos diferentes. (NIF D4)</vt:lpstr>
      <vt:lpstr>Método de Activos y Pasivos – NIF D4</vt:lpstr>
      <vt:lpstr>Estado de Resultados</vt:lpstr>
      <vt:lpstr>A. Estimación para cuentas incobrables</vt:lpstr>
      <vt:lpstr>B. Depreciación</vt:lpstr>
      <vt:lpstr>C. Ajuste Anual por Inflación</vt:lpstr>
      <vt:lpstr>D. Resultados en otras entidades</vt:lpstr>
      <vt:lpstr>H. Liquidación de subsidiarias</vt:lpstr>
      <vt:lpstr>Resultado Fiscal</vt:lpstr>
      <vt:lpstr>Diferencias Temporales</vt:lpstr>
      <vt:lpstr>Impuestos a la Utilidad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Jaime De León R.</dc:creator>
  <cp:lastModifiedBy>Jaime De León R.</cp:lastModifiedBy>
  <cp:revision>1</cp:revision>
  <dcterms:created xsi:type="dcterms:W3CDTF">2025-04-23T06:03:25Z</dcterms:created>
  <dcterms:modified xsi:type="dcterms:W3CDTF">2025-04-23T06:09:42Z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2025-04-23T06:06:42Z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5382e787-6555-4ff6-b9c8-a46d80045c13</vt:lpwstr>
  </property>
  <property fmtid="{D5CDD505-2E9C-101B-9397-08002B2CF9AE}" pid="8" name="MSIP_Label_d537ea1f-2c5d-459d-abec-9c12fc11b92c_ContentBits">
    <vt:lpwstr>0</vt:lpwstr>
  </property>
  <property fmtid="{D5CDD505-2E9C-101B-9397-08002B2CF9AE}" pid="9" name="MSIP_Label_d537ea1f-2c5d-459d-abec-9c12fc11b92c_Tag">
    <vt:lpwstr>10, 0, 1, 1</vt:lpwstr>
  </property>
</Properties>
</file>