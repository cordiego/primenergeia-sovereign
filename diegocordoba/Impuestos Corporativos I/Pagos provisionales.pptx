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47" r:id="rId2"/>
    <p:sldId id="625" r:id="rId3"/>
    <p:sldId id="631" r:id="rId4"/>
    <p:sldId id="626" r:id="rId5"/>
    <p:sldId id="632" r:id="rId6"/>
    <p:sldId id="627" r:id="rId7"/>
    <p:sldId id="633" r:id="rId8"/>
    <p:sldId id="628" r:id="rId9"/>
    <p:sldId id="634" r:id="rId10"/>
    <p:sldId id="629" r:id="rId11"/>
    <p:sldId id="635" r:id="rId12"/>
    <p:sldId id="1113" r:id="rId13"/>
    <p:sldId id="1124" r:id="rId14"/>
    <p:sldId id="1118" r:id="rId15"/>
    <p:sldId id="1162" r:id="rId16"/>
    <p:sldId id="1119" r:id="rId17"/>
    <p:sldId id="802" r:id="rId18"/>
    <p:sldId id="1105" r:id="rId19"/>
    <p:sldId id="1165" r:id="rId20"/>
    <p:sldId id="654" r:id="rId21"/>
    <p:sldId id="660" r:id="rId22"/>
    <p:sldId id="655" r:id="rId23"/>
    <p:sldId id="1120" r:id="rId24"/>
    <p:sldId id="358" r:id="rId25"/>
    <p:sldId id="1157" r:id="rId26"/>
    <p:sldId id="1151" r:id="rId2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214CA-A074-4462-80B0-44C4218D3AFA}" v="1" dt="2025-03-19T14:31:08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De Leon R." userId="6107559c-c399-4371-a23a-d124d3599f82" providerId="ADAL" clId="{209CAA2E-15B9-4037-BE4A-C48DF030809B}"/>
    <pc:docChg chg="undo redo custSel addSld delSld modSld">
      <pc:chgData name="Jaime De Leon R." userId="6107559c-c399-4371-a23a-d124d3599f82" providerId="ADAL" clId="{209CAA2E-15B9-4037-BE4A-C48DF030809B}" dt="2022-06-18T13:58:43.391" v="2976" actId="20577"/>
      <pc:docMkLst>
        <pc:docMk/>
      </pc:docMkLst>
      <pc:sldChg chg="del">
        <pc:chgData name="Jaime De Leon R." userId="6107559c-c399-4371-a23a-d124d3599f82" providerId="ADAL" clId="{209CAA2E-15B9-4037-BE4A-C48DF030809B}" dt="2022-06-18T13:16:39.652" v="0" actId="47"/>
        <pc:sldMkLst>
          <pc:docMk/>
          <pc:sldMk cId="3632386445" sldId="344"/>
        </pc:sldMkLst>
      </pc:sldChg>
      <pc:sldChg chg="modSp mod">
        <pc:chgData name="Jaime De Leon R." userId="6107559c-c399-4371-a23a-d124d3599f82" providerId="ADAL" clId="{209CAA2E-15B9-4037-BE4A-C48DF030809B}" dt="2022-06-18T13:30:13.392" v="894"/>
        <pc:sldMkLst>
          <pc:docMk/>
          <pc:sldMk cId="2585019895" sldId="346"/>
        </pc:sldMkLst>
      </pc:sldChg>
      <pc:sldChg chg="del">
        <pc:chgData name="Jaime De Leon R." userId="6107559c-c399-4371-a23a-d124d3599f82" providerId="ADAL" clId="{209CAA2E-15B9-4037-BE4A-C48DF030809B}" dt="2022-06-18T13:16:39.652" v="0" actId="47"/>
        <pc:sldMkLst>
          <pc:docMk/>
          <pc:sldMk cId="2100704877" sldId="347"/>
        </pc:sldMkLst>
      </pc:sldChg>
      <pc:sldChg chg="modSp add mod">
        <pc:chgData name="Jaime De Leon R." userId="6107559c-c399-4371-a23a-d124d3599f82" providerId="ADAL" clId="{209CAA2E-15B9-4037-BE4A-C48DF030809B}" dt="2022-06-18T13:44:16.533" v="1705" actId="20577"/>
        <pc:sldMkLst>
          <pc:docMk/>
          <pc:sldMk cId="4222435848" sldId="347"/>
        </pc:sldMkLst>
      </pc:sldChg>
      <pc:sldChg chg="modSp add mod">
        <pc:chgData name="Jaime De Leon R." userId="6107559c-c399-4371-a23a-d124d3599f82" providerId="ADAL" clId="{209CAA2E-15B9-4037-BE4A-C48DF030809B}" dt="2022-06-18T13:48:20.015" v="2163" actId="20577"/>
        <pc:sldMkLst>
          <pc:docMk/>
          <pc:sldMk cId="3298429581" sldId="348"/>
        </pc:sldMkLst>
      </pc:sldChg>
      <pc:sldChg chg="modSp add mod">
        <pc:chgData name="Jaime De Leon R." userId="6107559c-c399-4371-a23a-d124d3599f82" providerId="ADAL" clId="{209CAA2E-15B9-4037-BE4A-C48DF030809B}" dt="2022-06-18T13:52:21.430" v="2204" actId="20577"/>
        <pc:sldMkLst>
          <pc:docMk/>
          <pc:sldMk cId="2351589384" sldId="349"/>
        </pc:sldMkLst>
      </pc:sldChg>
      <pc:sldChg chg="modSp add mod">
        <pc:chgData name="Jaime De Leon R." userId="6107559c-c399-4371-a23a-d124d3599f82" providerId="ADAL" clId="{209CAA2E-15B9-4037-BE4A-C48DF030809B}" dt="2022-06-18T13:58:43.391" v="2976" actId="20577"/>
        <pc:sldMkLst>
          <pc:docMk/>
          <pc:sldMk cId="3039340584" sldId="350"/>
        </pc:sldMkLst>
      </pc:sldChg>
      <pc:sldChg chg="modSp add mod">
        <pc:chgData name="Jaime De Leon R." userId="6107559c-c399-4371-a23a-d124d3599f82" providerId="ADAL" clId="{209CAA2E-15B9-4037-BE4A-C48DF030809B}" dt="2022-06-18T13:57:37.414" v="2920" actId="20577"/>
        <pc:sldMkLst>
          <pc:docMk/>
          <pc:sldMk cId="1753269166" sldId="351"/>
        </pc:sldMkLst>
      </pc:sldChg>
    </pc:docChg>
  </pc:docChgLst>
  <pc:docChgLst>
    <pc:chgData name="Jaime De Leon R." userId="6107559c-c399-4371-a23a-d124d3599f82" providerId="ADAL" clId="{624DAD03-7EA8-480C-BE9E-52E579F4DA96}"/>
    <pc:docChg chg="undo redo custSel addSld delSld modSld sldOrd modMainMaster modSection">
      <pc:chgData name="Jaime De Leon R." userId="6107559c-c399-4371-a23a-d124d3599f82" providerId="ADAL" clId="{624DAD03-7EA8-480C-BE9E-52E579F4DA96}" dt="2023-01-09T01:36:45.921" v="7008" actId="20577"/>
      <pc:docMkLst>
        <pc:docMk/>
      </pc:docMkLst>
      <pc:sldChg chg="modSp add mod">
        <pc:chgData name="Jaime De Leon R." userId="6107559c-c399-4371-a23a-d124d3599f82" providerId="ADAL" clId="{624DAD03-7EA8-480C-BE9E-52E579F4DA96}" dt="2022-08-14T21:57:04.907" v="2184" actId="20577"/>
        <pc:sldMkLst>
          <pc:docMk/>
          <pc:sldMk cId="3241727980" sldId="262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2922173833" sldId="265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4145090948" sldId="266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566961134" sldId="267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795566268" sldId="268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870438126" sldId="269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425818223" sldId="270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688606035" sldId="271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1254463813" sldId="272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4161700530" sldId="273"/>
        </pc:sldMkLst>
      </pc:sldChg>
      <pc:sldChg chg="modSp add mod">
        <pc:chgData name="Jaime De Leon R." userId="6107559c-c399-4371-a23a-d124d3599f82" providerId="ADAL" clId="{624DAD03-7EA8-480C-BE9E-52E579F4DA96}" dt="2022-08-17T01:35:19.841" v="2745" actId="108"/>
        <pc:sldMkLst>
          <pc:docMk/>
          <pc:sldMk cId="4223697094" sldId="27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355870206" sldId="278"/>
        </pc:sldMkLst>
      </pc:sldChg>
      <pc:sldChg chg="add del">
        <pc:chgData name="Jaime De Leon R." userId="6107559c-c399-4371-a23a-d124d3599f82" providerId="ADAL" clId="{624DAD03-7EA8-480C-BE9E-52E579F4DA96}" dt="2022-08-17T01:37:34.927" v="2751" actId="47"/>
        <pc:sldMkLst>
          <pc:docMk/>
          <pc:sldMk cId="65750298" sldId="279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287824539" sldId="281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289937686" sldId="282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074402129" sldId="283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910813914" sldId="284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447105805" sldId="285"/>
        </pc:sldMkLst>
      </pc:sldChg>
      <pc:sldChg chg="modSp add mod">
        <pc:chgData name="Jaime De Leon R." userId="6107559c-c399-4371-a23a-d124d3599f82" providerId="ADAL" clId="{624DAD03-7EA8-480C-BE9E-52E579F4DA96}" dt="2022-08-17T01:35:50.166" v="2748" actId="120"/>
        <pc:sldMkLst>
          <pc:docMk/>
          <pc:sldMk cId="2144196958" sldId="286"/>
        </pc:sldMkLst>
      </pc:sldChg>
      <pc:sldChg chg="modSp add mod">
        <pc:chgData name="Jaime De Leon R." userId="6107559c-c399-4371-a23a-d124d3599f82" providerId="ADAL" clId="{624DAD03-7EA8-480C-BE9E-52E579F4DA96}" dt="2022-08-17T01:37:17.082" v="2750" actId="108"/>
        <pc:sldMkLst>
          <pc:docMk/>
          <pc:sldMk cId="386966100" sldId="28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49950726" sldId="289"/>
        </pc:sldMkLst>
      </pc:sldChg>
      <pc:sldChg chg="modSp add mod">
        <pc:chgData name="Jaime De Leon R." userId="6107559c-c399-4371-a23a-d124d3599f82" providerId="ADAL" clId="{624DAD03-7EA8-480C-BE9E-52E579F4DA96}" dt="2022-08-17T01:39:28.011" v="2814" actId="6549"/>
        <pc:sldMkLst>
          <pc:docMk/>
          <pc:sldMk cId="3653561584" sldId="290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695483299" sldId="291"/>
        </pc:sldMkLst>
      </pc:sldChg>
      <pc:sldChg chg="modSp add mod">
        <pc:chgData name="Jaime De Leon R." userId="6107559c-c399-4371-a23a-d124d3599f82" providerId="ADAL" clId="{624DAD03-7EA8-480C-BE9E-52E579F4DA96}" dt="2022-08-31T02:58:43.352" v="4036" actId="20577"/>
        <pc:sldMkLst>
          <pc:docMk/>
          <pc:sldMk cId="2563003898" sldId="292"/>
        </pc:sldMkLst>
      </pc:sldChg>
      <pc:sldChg chg="delSp modSp add mod">
        <pc:chgData name="Jaime De Leon R." userId="6107559c-c399-4371-a23a-d124d3599f82" providerId="ADAL" clId="{624DAD03-7EA8-480C-BE9E-52E579F4DA96}" dt="2022-08-17T02:05:38.164" v="3773" actId="14100"/>
        <pc:sldMkLst>
          <pc:docMk/>
          <pc:sldMk cId="4035005942" sldId="293"/>
        </pc:sldMkLst>
      </pc:sldChg>
      <pc:sldChg chg="add">
        <pc:chgData name="Jaime De Leon R." userId="6107559c-c399-4371-a23a-d124d3599f82" providerId="ADAL" clId="{624DAD03-7EA8-480C-BE9E-52E579F4DA96}" dt="2022-09-03T23:33:17.659" v="4101"/>
        <pc:sldMkLst>
          <pc:docMk/>
          <pc:sldMk cId="999959553" sldId="294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616470979" sldId="300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2865739838" sldId="301"/>
        </pc:sldMkLst>
      </pc:sldChg>
      <pc:sldChg chg="add del">
        <pc:chgData name="Jaime De Leon R." userId="6107559c-c399-4371-a23a-d124d3599f82" providerId="ADAL" clId="{624DAD03-7EA8-480C-BE9E-52E579F4DA96}" dt="2022-08-17T01:42:14.297" v="2858" actId="47"/>
        <pc:sldMkLst>
          <pc:docMk/>
          <pc:sldMk cId="528645849" sldId="302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382471733" sldId="303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67535930" sldId="304"/>
        </pc:sldMkLst>
      </pc:sldChg>
      <pc:sldChg chg="add del">
        <pc:chgData name="Jaime De Leon R." userId="6107559c-c399-4371-a23a-d124d3599f82" providerId="ADAL" clId="{624DAD03-7EA8-480C-BE9E-52E579F4DA96}" dt="2022-08-17T01:45:32.046" v="2880" actId="47"/>
        <pc:sldMkLst>
          <pc:docMk/>
          <pc:sldMk cId="296390295" sldId="305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668757621" sldId="306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2664877058" sldId="307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971763272" sldId="308"/>
        </pc:sldMkLst>
      </pc:sldChg>
      <pc:sldChg chg="add del">
        <pc:chgData name="Jaime De Leon R." userId="6107559c-c399-4371-a23a-d124d3599f82" providerId="ADAL" clId="{624DAD03-7EA8-480C-BE9E-52E579F4DA96}" dt="2022-08-17T01:51:41.978" v="2914" actId="47"/>
        <pc:sldMkLst>
          <pc:docMk/>
          <pc:sldMk cId="247191239" sldId="310"/>
        </pc:sldMkLst>
      </pc:sldChg>
      <pc:sldChg chg="modSp add mod">
        <pc:chgData name="Jaime De Leon R." userId="6107559c-c399-4371-a23a-d124d3599f82" providerId="ADAL" clId="{624DAD03-7EA8-480C-BE9E-52E579F4DA96}" dt="2022-08-17T02:02:10.528" v="3756" actId="20577"/>
        <pc:sldMkLst>
          <pc:docMk/>
          <pc:sldMk cId="3420987737" sldId="311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3137667935" sldId="314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1503203228" sldId="316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4590595" sldId="318"/>
        </pc:sldMkLst>
      </pc:sldChg>
      <pc:sldChg chg="add del">
        <pc:chgData name="Jaime De Leon R." userId="6107559c-c399-4371-a23a-d124d3599f82" providerId="ADAL" clId="{624DAD03-7EA8-480C-BE9E-52E579F4DA96}" dt="2022-08-17T02:03:25.290" v="3761" actId="47"/>
        <pc:sldMkLst>
          <pc:docMk/>
          <pc:sldMk cId="4059033221" sldId="319"/>
        </pc:sldMkLst>
      </pc:sldChg>
      <pc:sldChg chg="delSp add mod">
        <pc:chgData name="Jaime De Leon R." userId="6107559c-c399-4371-a23a-d124d3599f82" providerId="ADAL" clId="{624DAD03-7EA8-480C-BE9E-52E579F4DA96}" dt="2022-08-17T02:05:52.882" v="3774" actId="478"/>
        <pc:sldMkLst>
          <pc:docMk/>
          <pc:sldMk cId="2150554517" sldId="32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819095824" sldId="32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4042867306" sldId="32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332888680" sldId="323"/>
        </pc:sldMkLst>
      </pc:sldChg>
      <pc:sldChg chg="add del">
        <pc:chgData name="Jaime De Leon R." userId="6107559c-c399-4371-a23a-d124d3599f82" providerId="ADAL" clId="{624DAD03-7EA8-480C-BE9E-52E579F4DA96}" dt="2022-08-17T02:12:12.195" v="3815" actId="47"/>
        <pc:sldMkLst>
          <pc:docMk/>
          <pc:sldMk cId="3260147599" sldId="32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152731620" sldId="32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686665196" sldId="327"/>
        </pc:sldMkLst>
      </pc:sldChg>
      <pc:sldChg chg="addSp delSp modSp del mod setBg">
        <pc:chgData name="Jaime De Leon R." userId="6107559c-c399-4371-a23a-d124d3599f82" providerId="ADAL" clId="{624DAD03-7EA8-480C-BE9E-52E579F4DA96}" dt="2022-08-14T21:25:28.623" v="1717" actId="47"/>
        <pc:sldMkLst>
          <pc:docMk/>
          <pc:sldMk cId="2585019895" sldId="346"/>
        </pc:sldMkLst>
      </pc:sldChg>
      <pc:sldChg chg="modSp new mod ord">
        <pc:chgData name="Jaime De Leon R." userId="6107559c-c399-4371-a23a-d124d3599f82" providerId="ADAL" clId="{624DAD03-7EA8-480C-BE9E-52E579F4DA96}" dt="2023-01-09T01:36:04.039" v="7007" actId="20577"/>
        <pc:sldMkLst>
          <pc:docMk/>
          <pc:sldMk cId="3546969528" sldId="347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4222435848" sldId="347"/>
        </pc:sldMkLst>
      </pc:sldChg>
      <pc:sldChg chg="modSp add mod">
        <pc:chgData name="Jaime De Leon R." userId="6107559c-c399-4371-a23a-d124d3599f82" providerId="ADAL" clId="{624DAD03-7EA8-480C-BE9E-52E579F4DA96}" dt="2022-08-14T21:06:13.341" v="852" actId="255"/>
        <pc:sldMkLst>
          <pc:docMk/>
          <pc:sldMk cId="3205869130" sldId="348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3298429581" sldId="348"/>
        </pc:sldMkLst>
      </pc:sldChg>
      <pc:sldChg chg="modSp add mod">
        <pc:chgData name="Jaime De Leon R." userId="6107559c-c399-4371-a23a-d124d3599f82" providerId="ADAL" clId="{624DAD03-7EA8-480C-BE9E-52E579F4DA96}" dt="2022-08-14T21:10:05.707" v="1590" actId="20577"/>
        <pc:sldMkLst>
          <pc:docMk/>
          <pc:sldMk cId="802377326" sldId="349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2351589384" sldId="349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3039340584" sldId="350"/>
        </pc:sldMkLst>
      </pc:sldChg>
      <pc:sldChg chg="modSp add mod">
        <pc:chgData name="Jaime De Leon R." userId="6107559c-c399-4371-a23a-d124d3599f82" providerId="ADAL" clId="{624DAD03-7EA8-480C-BE9E-52E579F4DA96}" dt="2022-08-14T21:20:54.557" v="1613" actId="179"/>
        <pc:sldMkLst>
          <pc:docMk/>
          <pc:sldMk cId="4281176916" sldId="350"/>
        </pc:sldMkLst>
      </pc:sldChg>
      <pc:sldChg chg="addSp modSp add mod">
        <pc:chgData name="Jaime De Leon R." userId="6107559c-c399-4371-a23a-d124d3599f82" providerId="ADAL" clId="{624DAD03-7EA8-480C-BE9E-52E579F4DA96}" dt="2023-01-09T01:36:45.921" v="7008" actId="20577"/>
        <pc:sldMkLst>
          <pc:docMk/>
          <pc:sldMk cId="1735679493" sldId="351"/>
        </pc:sldMkLst>
      </pc:sldChg>
      <pc:sldChg chg="del">
        <pc:chgData name="Jaime De Leon R." userId="6107559c-c399-4371-a23a-d124d3599f82" providerId="ADAL" clId="{624DAD03-7EA8-480C-BE9E-52E579F4DA96}" dt="2022-08-14T20:32:31.207" v="13" actId="47"/>
        <pc:sldMkLst>
          <pc:docMk/>
          <pc:sldMk cId="1753269166" sldId="351"/>
        </pc:sldMkLst>
      </pc:sldChg>
      <pc:sldChg chg="modSp add mod">
        <pc:chgData name="Jaime De Leon R." userId="6107559c-c399-4371-a23a-d124d3599f82" providerId="ADAL" clId="{624DAD03-7EA8-480C-BE9E-52E579F4DA96}" dt="2022-08-14T21:28:05.333" v="1783" actId="6549"/>
        <pc:sldMkLst>
          <pc:docMk/>
          <pc:sldMk cId="1742807660" sldId="352"/>
        </pc:sldMkLst>
      </pc:sldChg>
      <pc:sldChg chg="modSp add del mod">
        <pc:chgData name="Jaime De Leon R." userId="6107559c-c399-4371-a23a-d124d3599f82" providerId="ADAL" clId="{624DAD03-7EA8-480C-BE9E-52E579F4DA96}" dt="2022-08-14T21:56:09.273" v="2178" actId="47"/>
        <pc:sldMkLst>
          <pc:docMk/>
          <pc:sldMk cId="645096300" sldId="353"/>
        </pc:sldMkLst>
      </pc:sldChg>
      <pc:sldChg chg="modSp new mod">
        <pc:chgData name="Jaime De Leon R." userId="6107559c-c399-4371-a23a-d124d3599f82" providerId="ADAL" clId="{624DAD03-7EA8-480C-BE9E-52E579F4DA96}" dt="2022-08-14T21:35:16.610" v="1798" actId="20577"/>
        <pc:sldMkLst>
          <pc:docMk/>
          <pc:sldMk cId="123055893" sldId="354"/>
        </pc:sldMkLst>
      </pc:sldChg>
      <pc:sldChg chg="modSp add mod ord">
        <pc:chgData name="Jaime De Leon R." userId="6107559c-c399-4371-a23a-d124d3599f82" providerId="ADAL" clId="{624DAD03-7EA8-480C-BE9E-52E579F4DA96}" dt="2022-08-31T02:57:47.044" v="3997" actId="20578"/>
        <pc:sldMkLst>
          <pc:docMk/>
          <pc:sldMk cId="2551534661" sldId="355"/>
        </pc:sldMkLst>
      </pc:sldChg>
      <pc:sldChg chg="modSp add mod ord">
        <pc:chgData name="Jaime De Leon R." userId="6107559c-c399-4371-a23a-d124d3599f82" providerId="ADAL" clId="{624DAD03-7EA8-480C-BE9E-52E579F4DA96}" dt="2022-08-14T21:59:30.498" v="2238" actId="20577"/>
        <pc:sldMkLst>
          <pc:docMk/>
          <pc:sldMk cId="1544517018" sldId="356"/>
        </pc:sldMkLst>
      </pc:sldChg>
      <pc:sldChg chg="add del">
        <pc:chgData name="Jaime De Leon R." userId="6107559c-c399-4371-a23a-d124d3599f82" providerId="ADAL" clId="{624DAD03-7EA8-480C-BE9E-52E579F4DA96}" dt="2022-08-14T21:56:53.147" v="2181" actId="47"/>
        <pc:sldMkLst>
          <pc:docMk/>
          <pc:sldMk cId="173376243" sldId="357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678257050" sldId="365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455260561" sldId="366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2510620607" sldId="367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704604378" sldId="368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108517668" sldId="369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1641950639" sldId="370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195788473" sldId="371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371544764" sldId="37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277356105" sldId="374"/>
        </pc:sldMkLst>
      </pc:sldChg>
      <pc:sldChg chg="add del">
        <pc:chgData name="Jaime De Leon R." userId="6107559c-c399-4371-a23a-d124d3599f82" providerId="ADAL" clId="{624DAD03-7EA8-480C-BE9E-52E579F4DA96}" dt="2022-08-17T01:59:38.318" v="3555" actId="47"/>
        <pc:sldMkLst>
          <pc:docMk/>
          <pc:sldMk cId="2208257620" sldId="380"/>
        </pc:sldMkLst>
      </pc:sldChg>
      <pc:sldChg chg="delSp modSp add mod">
        <pc:chgData name="Jaime De Leon R." userId="6107559c-c399-4371-a23a-d124d3599f82" providerId="ADAL" clId="{624DAD03-7EA8-480C-BE9E-52E579F4DA96}" dt="2022-08-17T01:51:06.342" v="2913" actId="20577"/>
        <pc:sldMkLst>
          <pc:docMk/>
          <pc:sldMk cId="2497272868" sldId="381"/>
        </pc:sldMkLst>
      </pc:sldChg>
      <pc:sldChg chg="add del">
        <pc:chgData name="Jaime De Leon R." userId="6107559c-c399-4371-a23a-d124d3599f82" providerId="ADAL" clId="{624DAD03-7EA8-480C-BE9E-52E579F4DA96}" dt="2022-08-17T01:51:42.757" v="2915" actId="47"/>
        <pc:sldMkLst>
          <pc:docMk/>
          <pc:sldMk cId="2858126306" sldId="383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386409064" sldId="386"/>
        </pc:sldMkLst>
      </pc:sldChg>
      <pc:sldChg chg="add">
        <pc:chgData name="Jaime De Leon R." userId="6107559c-c399-4371-a23a-d124d3599f82" providerId="ADAL" clId="{624DAD03-7EA8-480C-BE9E-52E579F4DA96}" dt="2022-08-31T03:10:39.174" v="4098"/>
        <pc:sldMkLst>
          <pc:docMk/>
          <pc:sldMk cId="2599487150" sldId="387"/>
        </pc:sldMkLst>
      </pc:sldChg>
      <pc:sldChg chg="add">
        <pc:chgData name="Jaime De Leon R." userId="6107559c-c399-4371-a23a-d124d3599f82" providerId="ADAL" clId="{624DAD03-7EA8-480C-BE9E-52E579F4DA96}" dt="2022-08-31T03:10:56.863" v="4099"/>
        <pc:sldMkLst>
          <pc:docMk/>
          <pc:sldMk cId="3593545731" sldId="388"/>
        </pc:sldMkLst>
      </pc:sldChg>
      <pc:sldChg chg="delSp modSp add mod">
        <pc:chgData name="Jaime De Leon R." userId="6107559c-c399-4371-a23a-d124d3599f82" providerId="ADAL" clId="{624DAD03-7EA8-480C-BE9E-52E579F4DA96}" dt="2022-08-31T03:04:38.542" v="4080" actId="1076"/>
        <pc:sldMkLst>
          <pc:docMk/>
          <pc:sldMk cId="2244492029" sldId="396"/>
        </pc:sldMkLst>
      </pc:sldChg>
      <pc:sldChg chg="modSp add mod">
        <pc:chgData name="Jaime De Leon R." userId="6107559c-c399-4371-a23a-d124d3599f82" providerId="ADAL" clId="{624DAD03-7EA8-480C-BE9E-52E579F4DA96}" dt="2022-08-31T03:08:19.214" v="4095" actId="20577"/>
        <pc:sldMkLst>
          <pc:docMk/>
          <pc:sldMk cId="4261674931" sldId="400"/>
        </pc:sldMkLst>
      </pc:sldChg>
      <pc:sldChg chg="modSp add mod">
        <pc:chgData name="Jaime De Leon R." userId="6107559c-c399-4371-a23a-d124d3599f82" providerId="ADAL" clId="{624DAD03-7EA8-480C-BE9E-52E579F4DA96}" dt="2022-08-31T03:08:16.282" v="4093" actId="20577"/>
        <pc:sldMkLst>
          <pc:docMk/>
          <pc:sldMk cId="1021128866" sldId="402"/>
        </pc:sldMkLst>
      </pc:sldChg>
      <pc:sldChg chg="add del">
        <pc:chgData name="Jaime De Leon R." userId="6107559c-c399-4371-a23a-d124d3599f82" providerId="ADAL" clId="{624DAD03-7EA8-480C-BE9E-52E579F4DA96}" dt="2022-08-17T02:12:12.803" v="3816" actId="47"/>
        <pc:sldMkLst>
          <pc:docMk/>
          <pc:sldMk cId="1450510178" sldId="40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895153731" sldId="41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57673805" sldId="41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947409020" sldId="41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161278979" sldId="414"/>
        </pc:sldMkLst>
      </pc:sldChg>
      <pc:sldChg chg="delSp add mod">
        <pc:chgData name="Jaime De Leon R." userId="6107559c-c399-4371-a23a-d124d3599f82" providerId="ADAL" clId="{624DAD03-7EA8-480C-BE9E-52E579F4DA96}" dt="2022-08-17T02:15:30.097" v="3822" actId="478"/>
        <pc:sldMkLst>
          <pc:docMk/>
          <pc:sldMk cId="3433807191" sldId="41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4824926" sldId="41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694796887" sldId="41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474815436" sldId="418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374858202" sldId="41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4180148278" sldId="42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718120447" sldId="421"/>
        </pc:sldMkLst>
      </pc:sldChg>
      <pc:sldChg chg="add del">
        <pc:chgData name="Jaime De Leon R." userId="6107559c-c399-4371-a23a-d124d3599f82" providerId="ADAL" clId="{624DAD03-7EA8-480C-BE9E-52E579F4DA96}" dt="2022-08-17T02:26:14.365" v="3868" actId="47"/>
        <pc:sldMkLst>
          <pc:docMk/>
          <pc:sldMk cId="344863327" sldId="422"/>
        </pc:sldMkLst>
      </pc:sldChg>
      <pc:sldChg chg="modSp add mod">
        <pc:chgData name="Jaime De Leon R." userId="6107559c-c399-4371-a23a-d124d3599f82" providerId="ADAL" clId="{624DAD03-7EA8-480C-BE9E-52E579F4DA96}" dt="2022-08-17T01:32:40.228" v="2739" actId="20577"/>
        <pc:sldMkLst>
          <pc:docMk/>
          <pc:sldMk cId="1145432329" sldId="478"/>
        </pc:sldMkLst>
      </pc:sldChg>
      <pc:sldChg chg="modSp add mod">
        <pc:chgData name="Jaime De Leon R." userId="6107559c-c399-4371-a23a-d124d3599f82" providerId="ADAL" clId="{624DAD03-7EA8-480C-BE9E-52E579F4DA96}" dt="2022-08-17T01:43:38.181" v="2861" actId="20577"/>
        <pc:sldMkLst>
          <pc:docMk/>
          <pc:sldMk cId="2663798520" sldId="479"/>
        </pc:sldMkLst>
      </pc:sldChg>
      <pc:sldChg chg="modSp add mod">
        <pc:chgData name="Jaime De Leon R." userId="6107559c-c399-4371-a23a-d124d3599f82" providerId="ADAL" clId="{624DAD03-7EA8-480C-BE9E-52E579F4DA96}" dt="2022-08-17T02:05:30.001" v="3770" actId="20577"/>
        <pc:sldMkLst>
          <pc:docMk/>
          <pc:sldMk cId="2462731453" sldId="481"/>
        </pc:sldMkLst>
      </pc:sldChg>
      <pc:sldChg chg="delSp modSp add mod">
        <pc:chgData name="Jaime De Leon R." userId="6107559c-c399-4371-a23a-d124d3599f82" providerId="ADAL" clId="{624DAD03-7EA8-480C-BE9E-52E579F4DA96}" dt="2022-09-03T23:33:25.846" v="4103" actId="478"/>
        <pc:sldMkLst>
          <pc:docMk/>
          <pc:sldMk cId="4189862585" sldId="48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951087899" sldId="488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416880312" sldId="49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517281974" sldId="49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937108243" sldId="49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48095864" sldId="4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777280832" sldId="49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09308896" sldId="496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728477071" sldId="497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1720932165" sldId="498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399307883" sldId="499"/>
        </pc:sldMkLst>
      </pc:sldChg>
      <pc:sldChg chg="add del">
        <pc:chgData name="Jaime De Leon R." userId="6107559c-c399-4371-a23a-d124d3599f82" providerId="ADAL" clId="{624DAD03-7EA8-480C-BE9E-52E579F4DA96}" dt="2022-08-17T02:21:06.763" v="3835" actId="47"/>
        <pc:sldMkLst>
          <pc:docMk/>
          <pc:sldMk cId="3024088992" sldId="50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00131124" sldId="50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532176277" sldId="502"/>
        </pc:sldMkLst>
      </pc:sldChg>
      <pc:sldChg chg="add del">
        <pc:chgData name="Jaime De Leon R." userId="6107559c-c399-4371-a23a-d124d3599f82" providerId="ADAL" clId="{624DAD03-7EA8-480C-BE9E-52E579F4DA96}" dt="2022-08-17T02:21:27.446" v="3838" actId="47"/>
        <pc:sldMkLst>
          <pc:docMk/>
          <pc:sldMk cId="1112746602" sldId="50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3805024" sldId="50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179121111" sldId="50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334826352" sldId="508"/>
        </pc:sldMkLst>
      </pc:sldChg>
      <pc:sldChg chg="delSp add mod">
        <pc:chgData name="Jaime De Leon R." userId="6107559c-c399-4371-a23a-d124d3599f82" providerId="ADAL" clId="{624DAD03-7EA8-480C-BE9E-52E579F4DA96}" dt="2022-08-17T02:17:14.258" v="3824" actId="478"/>
        <pc:sldMkLst>
          <pc:docMk/>
          <pc:sldMk cId="3941836137" sldId="50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845791806" sldId="51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106223292" sldId="512"/>
        </pc:sldMkLst>
      </pc:sldChg>
      <pc:sldChg chg="modSp add mod">
        <pc:chgData name="Jaime De Leon R." userId="6107559c-c399-4371-a23a-d124d3599f82" providerId="ADAL" clId="{624DAD03-7EA8-480C-BE9E-52E579F4DA96}" dt="2022-08-17T02:32:37.167" v="3882" actId="20577"/>
        <pc:sldMkLst>
          <pc:docMk/>
          <pc:sldMk cId="3159693743" sldId="514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2935753278" sldId="535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1134128559" sldId="536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804925177" sldId="538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503910773" sldId="539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465730232" sldId="540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2937650025" sldId="541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2491228727" sldId="542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3455025015" sldId="543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905961480" sldId="544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37978739" sldId="545"/>
        </pc:sldMkLst>
      </pc:sldChg>
      <pc:sldChg chg="add del">
        <pc:chgData name="Jaime De Leon R." userId="6107559c-c399-4371-a23a-d124d3599f82" providerId="ADAL" clId="{624DAD03-7EA8-480C-BE9E-52E579F4DA96}" dt="2022-09-03T23:55:21.316" v="4281" actId="47"/>
        <pc:sldMkLst>
          <pc:docMk/>
          <pc:sldMk cId="1866134819" sldId="546"/>
        </pc:sldMkLst>
      </pc:sldChg>
      <pc:sldChg chg="add del">
        <pc:chgData name="Jaime De Leon R." userId="6107559c-c399-4371-a23a-d124d3599f82" providerId="ADAL" clId="{624DAD03-7EA8-480C-BE9E-52E579F4DA96}" dt="2022-09-03T23:54:55.973" v="4280" actId="47"/>
        <pc:sldMkLst>
          <pc:docMk/>
          <pc:sldMk cId="3346853158" sldId="55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3839550423" sldId="58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925147524" sldId="58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542142539" sldId="585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568195192" sldId="586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294181688" sldId="588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3649188670" sldId="590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52362892" sldId="591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145769165" sldId="59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999238543" sldId="59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027041471" sldId="594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70472305" sldId="595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9994796" sldId="596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2310703351" sldId="597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72173274" sldId="599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90243216" sldId="600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2058396246" sldId="601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1925789401" sldId="602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4048834710" sldId="603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2002411937" sldId="604"/>
        </pc:sldMkLst>
      </pc:sldChg>
      <pc:sldChg chg="add del">
        <pc:chgData name="Jaime De Leon R." userId="6107559c-c399-4371-a23a-d124d3599f82" providerId="ADAL" clId="{624DAD03-7EA8-480C-BE9E-52E579F4DA96}" dt="2022-10-23T23:41:01.643" v="6944" actId="47"/>
        <pc:sldMkLst>
          <pc:docMk/>
          <pc:sldMk cId="4079971587" sldId="605"/>
        </pc:sldMkLst>
      </pc:sldChg>
      <pc:sldChg chg="add del">
        <pc:chgData name="Jaime De Leon R." userId="6107559c-c399-4371-a23a-d124d3599f82" providerId="ADAL" clId="{624DAD03-7EA8-480C-BE9E-52E579F4DA96}" dt="2022-10-03T03:36:31.927" v="4286" actId="47"/>
        <pc:sldMkLst>
          <pc:docMk/>
          <pc:sldMk cId="3045083773" sldId="606"/>
        </pc:sldMkLst>
      </pc:sldChg>
      <pc:sldChg chg="add del">
        <pc:chgData name="Jaime De Leon R." userId="6107559c-c399-4371-a23a-d124d3599f82" providerId="ADAL" clId="{624DAD03-7EA8-480C-BE9E-52E579F4DA96}" dt="2022-10-03T03:36:41.833" v="4287" actId="47"/>
        <pc:sldMkLst>
          <pc:docMk/>
          <pc:sldMk cId="388991424" sldId="607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2931456062" sldId="608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974094546" sldId="609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3309374142" sldId="610"/>
        </pc:sldMkLst>
      </pc:sldChg>
      <pc:sldChg chg="add del">
        <pc:chgData name="Jaime De Leon R." userId="6107559c-c399-4371-a23a-d124d3599f82" providerId="ADAL" clId="{624DAD03-7EA8-480C-BE9E-52E579F4DA96}" dt="2022-10-03T03:38:29.907" v="4289" actId="47"/>
        <pc:sldMkLst>
          <pc:docMk/>
          <pc:sldMk cId="2066197317" sldId="611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66774029" sldId="612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3400506744" sldId="61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988240738" sldId="614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358543994" sldId="615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40917171" sldId="617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832797935" sldId="618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798945309" sldId="61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681670386" sldId="659"/>
        </pc:sldMkLst>
      </pc:sldChg>
      <pc:sldChg chg="modSp add mod">
        <pc:chgData name="Jaime De Leon R." userId="6107559c-c399-4371-a23a-d124d3599f82" providerId="ADAL" clId="{624DAD03-7EA8-480C-BE9E-52E579F4DA96}" dt="2022-10-23T23:44:10.787" v="6946" actId="20577"/>
        <pc:sldMkLst>
          <pc:docMk/>
          <pc:sldMk cId="966110655" sldId="68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457637234" sldId="689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305992654" sldId="693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3808898665" sldId="6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92453517" sldId="696"/>
        </pc:sldMkLst>
      </pc:sldChg>
      <pc:sldChg chg="delSp modSp add mod">
        <pc:chgData name="Jaime De Leon R." userId="6107559c-c399-4371-a23a-d124d3599f82" providerId="ADAL" clId="{624DAD03-7EA8-480C-BE9E-52E579F4DA96}" dt="2022-08-17T02:11:23.597" v="3814" actId="400"/>
        <pc:sldMkLst>
          <pc:docMk/>
          <pc:sldMk cId="379094115" sldId="697"/>
        </pc:sldMkLst>
      </pc:sldChg>
      <pc:sldChg chg="add del">
        <pc:chgData name="Jaime De Leon R." userId="6107559c-c399-4371-a23a-d124d3599f82" providerId="ADAL" clId="{624DAD03-7EA8-480C-BE9E-52E579F4DA96}" dt="2022-08-17T02:14:17.618" v="3819" actId="47"/>
        <pc:sldMkLst>
          <pc:docMk/>
          <pc:sldMk cId="3012260487" sldId="699"/>
        </pc:sldMkLst>
      </pc:sldChg>
      <pc:sldChg chg="add del">
        <pc:chgData name="Jaime De Leon R." userId="6107559c-c399-4371-a23a-d124d3599f82" providerId="ADAL" clId="{624DAD03-7EA8-480C-BE9E-52E579F4DA96}" dt="2022-08-17T02:15:21.622" v="3821" actId="47"/>
        <pc:sldMkLst>
          <pc:docMk/>
          <pc:sldMk cId="763880295" sldId="70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78290383" sldId="701"/>
        </pc:sldMkLst>
      </pc:sldChg>
      <pc:sldChg chg="delSp add mod">
        <pc:chgData name="Jaime De Leon R." userId="6107559c-c399-4371-a23a-d124d3599f82" providerId="ADAL" clId="{624DAD03-7EA8-480C-BE9E-52E579F4DA96}" dt="2022-08-17T02:17:45.872" v="3825" actId="478"/>
        <pc:sldMkLst>
          <pc:docMk/>
          <pc:sldMk cId="1060920276" sldId="702"/>
        </pc:sldMkLst>
      </pc:sldChg>
      <pc:sldChg chg="add del">
        <pc:chgData name="Jaime De Leon R." userId="6107559c-c399-4371-a23a-d124d3599f82" providerId="ADAL" clId="{624DAD03-7EA8-480C-BE9E-52E579F4DA96}" dt="2022-08-17T02:19:07.017" v="3828" actId="47"/>
        <pc:sldMkLst>
          <pc:docMk/>
          <pc:sldMk cId="3054964822" sldId="703"/>
        </pc:sldMkLst>
      </pc:sldChg>
      <pc:sldChg chg="add del">
        <pc:chgData name="Jaime De Leon R." userId="6107559c-c399-4371-a23a-d124d3599f82" providerId="ADAL" clId="{624DAD03-7EA8-480C-BE9E-52E579F4DA96}" dt="2022-08-17T02:19:33.197" v="3829" actId="47"/>
        <pc:sldMkLst>
          <pc:docMk/>
          <pc:sldMk cId="4147447715" sldId="70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207716749" sldId="70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021828446" sldId="707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129562056" sldId="710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2049261160" sldId="711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52538879" sldId="712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1378853420" sldId="71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4154139303" sldId="714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058466418" sldId="71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926229604" sldId="72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351641799" sldId="730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108000985" sldId="74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49180168" sldId="74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67137301" sldId="753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667395908" sldId="754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524261736" sldId="756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09315005" sldId="794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4047069567" sldId="795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571127477" sldId="796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2186854291" sldId="798"/>
        </pc:sldMkLst>
      </pc:sldChg>
      <pc:sldChg chg="add del">
        <pc:chgData name="Jaime De Leon R." userId="6107559c-c399-4371-a23a-d124d3599f82" providerId="ADAL" clId="{624DAD03-7EA8-480C-BE9E-52E579F4DA96}" dt="2022-08-17T01:42:22.010" v="2859" actId="47"/>
        <pc:sldMkLst>
          <pc:docMk/>
          <pc:sldMk cId="2017715392" sldId="800"/>
        </pc:sldMkLst>
      </pc:sldChg>
      <pc:sldChg chg="add">
        <pc:chgData name="Jaime De Leon R." userId="6107559c-c399-4371-a23a-d124d3599f82" providerId="ADAL" clId="{624DAD03-7EA8-480C-BE9E-52E579F4DA96}" dt="2022-08-31T03:08:44.336" v="4096"/>
        <pc:sldMkLst>
          <pc:docMk/>
          <pc:sldMk cId="2284881780" sldId="804"/>
        </pc:sldMkLst>
      </pc:sldChg>
      <pc:sldChg chg="add">
        <pc:chgData name="Jaime De Leon R." userId="6107559c-c399-4371-a23a-d124d3599f82" providerId="ADAL" clId="{624DAD03-7EA8-480C-BE9E-52E579F4DA96}" dt="2022-08-31T03:09:21.122" v="4097"/>
        <pc:sldMkLst>
          <pc:docMk/>
          <pc:sldMk cId="2032856674" sldId="814"/>
        </pc:sldMkLst>
      </pc:sldChg>
      <pc:sldChg chg="add">
        <pc:chgData name="Jaime De Leon R." userId="6107559c-c399-4371-a23a-d124d3599f82" providerId="ADAL" clId="{624DAD03-7EA8-480C-BE9E-52E579F4DA96}" dt="2022-08-31T03:09:21.122" v="4097"/>
        <pc:sldMkLst>
          <pc:docMk/>
          <pc:sldMk cId="2822013254" sldId="815"/>
        </pc:sldMkLst>
      </pc:sldChg>
      <pc:sldChg chg="delSp add mod">
        <pc:chgData name="Jaime De Leon R." userId="6107559c-c399-4371-a23a-d124d3599f82" providerId="ADAL" clId="{624DAD03-7EA8-480C-BE9E-52E579F4DA96}" dt="2022-08-17T02:07:30.188" v="3775" actId="478"/>
        <pc:sldMkLst>
          <pc:docMk/>
          <pc:sldMk cId="2017691966" sldId="826"/>
        </pc:sldMkLst>
      </pc:sldChg>
      <pc:sldChg chg="modSp add mod">
        <pc:chgData name="Jaime De Leon R." userId="6107559c-c399-4371-a23a-d124d3599f82" providerId="ADAL" clId="{624DAD03-7EA8-480C-BE9E-52E579F4DA96}" dt="2022-08-17T02:08:52.993" v="3802" actId="20577"/>
        <pc:sldMkLst>
          <pc:docMk/>
          <pc:sldMk cId="289533421" sldId="827"/>
        </pc:sldMkLst>
      </pc:sldChg>
      <pc:sldChg chg="delSp add mod">
        <pc:chgData name="Jaime De Leon R." userId="6107559c-c399-4371-a23a-d124d3599f82" providerId="ADAL" clId="{624DAD03-7EA8-480C-BE9E-52E579F4DA96}" dt="2022-08-17T02:09:38.860" v="3805" actId="478"/>
        <pc:sldMkLst>
          <pc:docMk/>
          <pc:sldMk cId="4198439349" sldId="828"/>
        </pc:sldMkLst>
      </pc:sldChg>
      <pc:sldChg chg="add del">
        <pc:chgData name="Jaime De Leon R." userId="6107559c-c399-4371-a23a-d124d3599f82" providerId="ADAL" clId="{624DAD03-7EA8-480C-BE9E-52E579F4DA96}" dt="2022-08-17T02:14:16.751" v="3818" actId="47"/>
        <pc:sldMkLst>
          <pc:docMk/>
          <pc:sldMk cId="4150134928" sldId="829"/>
        </pc:sldMkLst>
      </pc:sldChg>
      <pc:sldChg chg="add del">
        <pc:chgData name="Jaime De Leon R." userId="6107559c-c399-4371-a23a-d124d3599f82" providerId="ADAL" clId="{624DAD03-7EA8-480C-BE9E-52E579F4DA96}" dt="2022-08-17T02:15:08.284" v="3820" actId="47"/>
        <pc:sldMkLst>
          <pc:docMk/>
          <pc:sldMk cId="3412426137" sldId="830"/>
        </pc:sldMkLst>
      </pc:sldChg>
      <pc:sldChg chg="add del">
        <pc:chgData name="Jaime De Leon R." userId="6107559c-c399-4371-a23a-d124d3599f82" providerId="ADAL" clId="{624DAD03-7EA8-480C-BE9E-52E579F4DA96}" dt="2022-08-17T02:20:21.824" v="3830" actId="47"/>
        <pc:sldMkLst>
          <pc:docMk/>
          <pc:sldMk cId="1201512761" sldId="831"/>
        </pc:sldMkLst>
      </pc:sldChg>
      <pc:sldChg chg="add del">
        <pc:chgData name="Jaime De Leon R." userId="6107559c-c399-4371-a23a-d124d3599f82" providerId="ADAL" clId="{624DAD03-7EA8-480C-BE9E-52E579F4DA96}" dt="2022-08-17T02:20:55.022" v="3833" actId="47"/>
        <pc:sldMkLst>
          <pc:docMk/>
          <pc:sldMk cId="2800070056" sldId="832"/>
        </pc:sldMkLst>
      </pc:sldChg>
      <pc:sldChg chg="add del">
        <pc:chgData name="Jaime De Leon R." userId="6107559c-c399-4371-a23a-d124d3599f82" providerId="ADAL" clId="{624DAD03-7EA8-480C-BE9E-52E579F4DA96}" dt="2022-08-17T02:21:00.914" v="3834" actId="47"/>
        <pc:sldMkLst>
          <pc:docMk/>
          <pc:sldMk cId="2456652537" sldId="833"/>
        </pc:sldMkLst>
      </pc:sldChg>
      <pc:sldChg chg="add del">
        <pc:chgData name="Jaime De Leon R." userId="6107559c-c399-4371-a23a-d124d3599f82" providerId="ADAL" clId="{624DAD03-7EA8-480C-BE9E-52E579F4DA96}" dt="2022-08-17T02:21:08.337" v="3836" actId="47"/>
        <pc:sldMkLst>
          <pc:docMk/>
          <pc:sldMk cId="2536136532" sldId="834"/>
        </pc:sldMkLst>
      </pc:sldChg>
      <pc:sldChg chg="add del">
        <pc:chgData name="Jaime De Leon R." userId="6107559c-c399-4371-a23a-d124d3599f82" providerId="ADAL" clId="{624DAD03-7EA8-480C-BE9E-52E579F4DA96}" dt="2022-08-17T02:21:16.921" v="3837" actId="47"/>
        <pc:sldMkLst>
          <pc:docMk/>
          <pc:sldMk cId="4231202297" sldId="835"/>
        </pc:sldMkLst>
      </pc:sldChg>
      <pc:sldChg chg="delSp add mod">
        <pc:chgData name="Jaime De Leon R." userId="6107559c-c399-4371-a23a-d124d3599f82" providerId="ADAL" clId="{624DAD03-7EA8-480C-BE9E-52E579F4DA96}" dt="2022-08-17T02:18:15.814" v="3826" actId="478"/>
        <pc:sldMkLst>
          <pc:docMk/>
          <pc:sldMk cId="3253811788" sldId="836"/>
        </pc:sldMkLst>
      </pc:sldChg>
      <pc:sldChg chg="add del">
        <pc:chgData name="Jaime De Leon R." userId="6107559c-c399-4371-a23a-d124d3599f82" providerId="ADAL" clId="{624DAD03-7EA8-480C-BE9E-52E579F4DA96}" dt="2022-08-17T02:25:31.650" v="3866" actId="47"/>
        <pc:sldMkLst>
          <pc:docMk/>
          <pc:sldMk cId="3615009230" sldId="841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303947411" sldId="842"/>
        </pc:sldMkLst>
      </pc:sldChg>
      <pc:sldChg chg="add del">
        <pc:chgData name="Jaime De Leon R." userId="6107559c-c399-4371-a23a-d124d3599f82" providerId="ADAL" clId="{624DAD03-7EA8-480C-BE9E-52E579F4DA96}" dt="2022-08-17T02:21:29.762" v="3839" actId="47"/>
        <pc:sldMkLst>
          <pc:docMk/>
          <pc:sldMk cId="49960499" sldId="844"/>
        </pc:sldMkLst>
      </pc:sldChg>
      <pc:sldChg chg="add del">
        <pc:chgData name="Jaime De Leon R." userId="6107559c-c399-4371-a23a-d124d3599f82" providerId="ADAL" clId="{624DAD03-7EA8-480C-BE9E-52E579F4DA96}" dt="2022-08-17T02:20:45.970" v="3831" actId="47"/>
        <pc:sldMkLst>
          <pc:docMk/>
          <pc:sldMk cId="3797511031" sldId="846"/>
        </pc:sldMkLst>
      </pc:sldChg>
      <pc:sldChg chg="add del">
        <pc:chgData name="Jaime De Leon R." userId="6107559c-c399-4371-a23a-d124d3599f82" providerId="ADAL" clId="{624DAD03-7EA8-480C-BE9E-52E579F4DA96}" dt="2022-08-17T02:20:54.266" v="3832" actId="47"/>
        <pc:sldMkLst>
          <pc:docMk/>
          <pc:sldMk cId="2948181303" sldId="84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667041698" sldId="848"/>
        </pc:sldMkLst>
      </pc:sldChg>
      <pc:sldChg chg="delSp add mod">
        <pc:chgData name="Jaime De Leon R." userId="6107559c-c399-4371-a23a-d124d3599f82" providerId="ADAL" clId="{624DAD03-7EA8-480C-BE9E-52E579F4DA96}" dt="2022-08-17T02:18:41.123" v="3827" actId="478"/>
        <pc:sldMkLst>
          <pc:docMk/>
          <pc:sldMk cId="888963773" sldId="849"/>
        </pc:sldMkLst>
      </pc:sldChg>
      <pc:sldChg chg="add del">
        <pc:chgData name="Jaime De Leon R." userId="6107559c-c399-4371-a23a-d124d3599f82" providerId="ADAL" clId="{624DAD03-7EA8-480C-BE9E-52E579F4DA96}" dt="2022-08-17T02:26:17.216" v="3869" actId="47"/>
        <pc:sldMkLst>
          <pc:docMk/>
          <pc:sldMk cId="157077004" sldId="85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424947504" sldId="85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56026630" sldId="85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946809093" sldId="85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191662605" sldId="85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045702994" sldId="85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62331271" sldId="85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908099" sldId="85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13316238" sldId="86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65751802" sldId="86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70796015" sldId="86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80132303" sldId="86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098258464" sldId="86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600762728" sldId="86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70275454" sldId="86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29250640" sldId="86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999666196" sldId="86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4111893151" sldId="87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80580418" sldId="87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66434747" sldId="87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381418898" sldId="873"/>
        </pc:sldMkLst>
      </pc:sldChg>
      <pc:sldChg chg="modSp add">
        <pc:chgData name="Jaime De Leon R." userId="6107559c-c399-4371-a23a-d124d3599f82" providerId="ADAL" clId="{624DAD03-7EA8-480C-BE9E-52E579F4DA96}" dt="2022-09-03T23:47:26.804" v="4157" actId="20577"/>
        <pc:sldMkLst>
          <pc:docMk/>
          <pc:sldMk cId="534348967" sldId="874"/>
        </pc:sldMkLst>
      </pc:sldChg>
      <pc:sldChg chg="add del">
        <pc:chgData name="Jaime De Leon R." userId="6107559c-c399-4371-a23a-d124d3599f82" providerId="ADAL" clId="{624DAD03-7EA8-480C-BE9E-52E579F4DA96}" dt="2022-09-03T23:47:55.011" v="4158" actId="47"/>
        <pc:sldMkLst>
          <pc:docMk/>
          <pc:sldMk cId="2434367150" sldId="875"/>
        </pc:sldMkLst>
      </pc:sldChg>
      <pc:sldChg chg="add del">
        <pc:chgData name="Jaime De Leon R." userId="6107559c-c399-4371-a23a-d124d3599f82" providerId="ADAL" clId="{624DAD03-7EA8-480C-BE9E-52E579F4DA96}" dt="2022-09-03T23:44:50.878" v="4106" actId="47"/>
        <pc:sldMkLst>
          <pc:docMk/>
          <pc:sldMk cId="1761252719" sldId="876"/>
        </pc:sldMkLst>
      </pc:sldChg>
      <pc:sldChg chg="add del">
        <pc:chgData name="Jaime De Leon R." userId="6107559c-c399-4371-a23a-d124d3599f82" providerId="ADAL" clId="{624DAD03-7EA8-480C-BE9E-52E579F4DA96}" dt="2022-09-03T23:48:04.601" v="4159" actId="47"/>
        <pc:sldMkLst>
          <pc:docMk/>
          <pc:sldMk cId="831522808" sldId="877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804361030" sldId="87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621562576" sldId="879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42948947" sldId="880"/>
        </pc:sldMkLst>
      </pc:sldChg>
      <pc:sldChg chg="modSp add">
        <pc:chgData name="Jaime De Leon R." userId="6107559c-c399-4371-a23a-d124d3599f82" providerId="ADAL" clId="{624DAD03-7EA8-480C-BE9E-52E579F4DA96}" dt="2022-09-03T23:50:48.420" v="4205" actId="20577"/>
        <pc:sldMkLst>
          <pc:docMk/>
          <pc:sldMk cId="3406399862" sldId="88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242247307" sldId="882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023667642" sldId="88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585766251" sldId="884"/>
        </pc:sldMkLst>
      </pc:sldChg>
      <pc:sldChg chg="modSp add">
        <pc:chgData name="Jaime De Leon R." userId="6107559c-c399-4371-a23a-d124d3599f82" providerId="ADAL" clId="{624DAD03-7EA8-480C-BE9E-52E579F4DA96}" dt="2022-09-03T23:54:28.598" v="4279" actId="108"/>
        <pc:sldMkLst>
          <pc:docMk/>
          <pc:sldMk cId="925331773" sldId="88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955120288" sldId="88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87940803" sldId="88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871064877" sldId="889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4024030594" sldId="890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465591615" sldId="891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1790269909" sldId="892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3938246996" sldId="893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841876529" sldId="894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518130490" sldId="895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905259575" sldId="896"/>
        </pc:sldMkLst>
      </pc:sldChg>
      <pc:sldChg chg="modSp add mod">
        <pc:chgData name="Jaime De Leon R." userId="6107559c-c399-4371-a23a-d124d3599f82" providerId="ADAL" clId="{624DAD03-7EA8-480C-BE9E-52E579F4DA96}" dt="2022-08-17T02:24:43.577" v="3865" actId="14100"/>
        <pc:sldMkLst>
          <pc:docMk/>
          <pc:sldMk cId="3856922535" sldId="89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406619845" sldId="898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875255785" sldId="903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509020533" sldId="90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961314543" sldId="90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3088825310" sldId="906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076383956" sldId="907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522499914" sldId="908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771181928" sldId="1012"/>
        </pc:sldMkLst>
      </pc:sldChg>
      <pc:sldChg chg="add">
        <pc:chgData name="Jaime De Leon R." userId="6107559c-c399-4371-a23a-d124d3599f82" providerId="ADAL" clId="{624DAD03-7EA8-480C-BE9E-52E579F4DA96}" dt="2022-08-17T01:43:32.118" v="2860"/>
        <pc:sldMkLst>
          <pc:docMk/>
          <pc:sldMk cId="1844813317" sldId="1013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846474640" sldId="1014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26572101" sldId="1015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2190756514" sldId="1016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3215790978" sldId="1017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3490403558" sldId="1018"/>
        </pc:sldMkLst>
      </pc:sldChg>
      <pc:sldChg chg="add del">
        <pc:chgData name="Jaime De Leon R." userId="6107559c-c399-4371-a23a-d124d3599f82" providerId="ADAL" clId="{624DAD03-7EA8-480C-BE9E-52E579F4DA96}" dt="2022-10-03T03:39:34.242" v="4291" actId="47"/>
        <pc:sldMkLst>
          <pc:docMk/>
          <pc:sldMk cId="4159337826" sldId="1021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987918989" sldId="1022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2647351409" sldId="1023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1803935185" sldId="102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1624870237" sldId="1025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2221305419" sldId="102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709861828" sldId="1031"/>
        </pc:sldMkLst>
      </pc:sldChg>
      <pc:sldChg chg="modSp add mod">
        <pc:chgData name="Jaime De Leon R." userId="6107559c-c399-4371-a23a-d124d3599f82" providerId="ADAL" clId="{624DAD03-7EA8-480C-BE9E-52E579F4DA96}" dt="2022-08-31T02:59:25.989" v="4041" actId="108"/>
        <pc:sldMkLst>
          <pc:docMk/>
          <pc:sldMk cId="4136633321" sldId="1032"/>
        </pc:sldMkLst>
      </pc:sldChg>
      <pc:sldChg chg="delSp add mod">
        <pc:chgData name="Jaime De Leon R." userId="6107559c-c399-4371-a23a-d124d3599f82" providerId="ADAL" clId="{624DAD03-7EA8-480C-BE9E-52E579F4DA96}" dt="2022-08-17T02:13:24.012" v="3817" actId="478"/>
        <pc:sldMkLst>
          <pc:docMk/>
          <pc:sldMk cId="1279114899" sldId="1033"/>
        </pc:sldMkLst>
      </pc:sldChg>
      <pc:sldChg chg="add del">
        <pc:chgData name="Jaime De Leon R." userId="6107559c-c399-4371-a23a-d124d3599f82" providerId="ADAL" clId="{624DAD03-7EA8-480C-BE9E-52E579F4DA96}" dt="2022-08-17T02:33:41.768" v="3883" actId="47"/>
        <pc:sldMkLst>
          <pc:docMk/>
          <pc:sldMk cId="1201069147" sldId="1037"/>
        </pc:sldMkLst>
      </pc:sldChg>
      <pc:sldChg chg="add del">
        <pc:chgData name="Jaime De Leon R." userId="6107559c-c399-4371-a23a-d124d3599f82" providerId="ADAL" clId="{624DAD03-7EA8-480C-BE9E-52E579F4DA96}" dt="2022-08-17T02:21:31.528" v="3840" actId="47"/>
        <pc:sldMkLst>
          <pc:docMk/>
          <pc:sldMk cId="1829367851" sldId="1045"/>
        </pc:sldMkLst>
      </pc:sldChg>
      <pc:sldChg chg="add del">
        <pc:chgData name="Jaime De Leon R." userId="6107559c-c399-4371-a23a-d124d3599f82" providerId="ADAL" clId="{624DAD03-7EA8-480C-BE9E-52E579F4DA96}" dt="2022-08-17T02:21:32.587" v="3841" actId="47"/>
        <pc:sldMkLst>
          <pc:docMk/>
          <pc:sldMk cId="3985089895" sldId="1046"/>
        </pc:sldMkLst>
      </pc:sldChg>
      <pc:sldChg chg="add del">
        <pc:chgData name="Jaime De Leon R." userId="6107559c-c399-4371-a23a-d124d3599f82" providerId="ADAL" clId="{624DAD03-7EA8-480C-BE9E-52E579F4DA96}" dt="2022-08-17T02:21:33.569" v="3842" actId="47"/>
        <pc:sldMkLst>
          <pc:docMk/>
          <pc:sldMk cId="2947988180" sldId="104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3312508792" sldId="1053"/>
        </pc:sldMkLst>
      </pc:sldChg>
      <pc:sldChg chg="modSp add">
        <pc:chgData name="Jaime De Leon R." userId="6107559c-c399-4371-a23a-d124d3599f82" providerId="ADAL" clId="{624DAD03-7EA8-480C-BE9E-52E579F4DA96}" dt="2022-08-17T01:53:06.707" v="2932" actId="20577"/>
        <pc:sldMkLst>
          <pc:docMk/>
          <pc:sldMk cId="2780116971" sldId="1054"/>
        </pc:sldMkLst>
      </pc:sldChg>
      <pc:sldChg chg="delSp modSp add mod">
        <pc:chgData name="Jaime De Leon R." userId="6107559c-c399-4371-a23a-d124d3599f82" providerId="ADAL" clId="{624DAD03-7EA8-480C-BE9E-52E579F4DA96}" dt="2022-08-31T03:04:21.498" v="4078" actId="1076"/>
        <pc:sldMkLst>
          <pc:docMk/>
          <pc:sldMk cId="1168541120" sldId="1056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2019879547" sldId="1057"/>
        </pc:sldMkLst>
      </pc:sldChg>
      <pc:sldChg chg="add del">
        <pc:chgData name="Jaime De Leon R." userId="6107559c-c399-4371-a23a-d124d3599f82" providerId="ADAL" clId="{624DAD03-7EA8-480C-BE9E-52E579F4DA96}" dt="2022-08-17T01:53:43.692" v="2933" actId="47"/>
        <pc:sldMkLst>
          <pc:docMk/>
          <pc:sldMk cId="36681302" sldId="1058"/>
        </pc:sldMkLst>
      </pc:sldChg>
      <pc:sldChg chg="modSp add">
        <pc:chgData name="Jaime De Leon R." userId="6107559c-c399-4371-a23a-d124d3599f82" providerId="ADAL" clId="{624DAD03-7EA8-480C-BE9E-52E579F4DA96}" dt="2022-08-31T03:06:19.487" v="4089" actId="20577"/>
        <pc:sldMkLst>
          <pc:docMk/>
          <pc:sldMk cId="1856274611" sldId="1059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2091344353" sldId="1060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851168358" sldId="1061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3117115288" sldId="1071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3407467417" sldId="1074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4242786788" sldId="1075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3848793354" sldId="1076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883030252" sldId="1077"/>
        </pc:sldMkLst>
      </pc:sldChg>
      <pc:sldChg chg="add">
        <pc:chgData name="Jaime De Leon R." userId="6107559c-c399-4371-a23a-d124d3599f82" providerId="ADAL" clId="{624DAD03-7EA8-480C-BE9E-52E579F4DA96}" dt="2022-08-17T01:32:33.063" v="2738"/>
        <pc:sldMkLst>
          <pc:docMk/>
          <pc:sldMk cId="519421820" sldId="1079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1771562561" sldId="1080"/>
        </pc:sldMkLst>
      </pc:sldChg>
      <pc:sldChg chg="add">
        <pc:chgData name="Jaime De Leon R." userId="6107559c-c399-4371-a23a-d124d3599f82" providerId="ADAL" clId="{624DAD03-7EA8-480C-BE9E-52E579F4DA96}" dt="2022-08-17T02:05:00.146" v="3762"/>
        <pc:sldMkLst>
          <pc:docMk/>
          <pc:sldMk cId="1625738218" sldId="1081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193202996" sldId="1082"/>
        </pc:sldMkLst>
      </pc:sldChg>
      <pc:sldChg chg="add del">
        <pc:chgData name="Jaime De Leon R." userId="6107559c-c399-4371-a23a-d124d3599f82" providerId="ADAL" clId="{624DAD03-7EA8-480C-BE9E-52E579F4DA96}" dt="2022-09-03T23:44:56.337" v="4107" actId="47"/>
        <pc:sldMkLst>
          <pc:docMk/>
          <pc:sldMk cId="1207818722" sldId="1083"/>
        </pc:sldMkLst>
      </pc:sldChg>
      <pc:sldChg chg="add del">
        <pc:chgData name="Jaime De Leon R." userId="6107559c-c399-4371-a23a-d124d3599f82" providerId="ADAL" clId="{624DAD03-7EA8-480C-BE9E-52E579F4DA96}" dt="2022-09-03T23:52:58.104" v="4207" actId="47"/>
        <pc:sldMkLst>
          <pc:docMk/>
          <pc:sldMk cId="3766929735" sldId="1084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1297052082" sldId="1085"/>
        </pc:sldMkLst>
      </pc:sldChg>
      <pc:sldChg chg="add">
        <pc:chgData name="Jaime De Leon R." userId="6107559c-c399-4371-a23a-d124d3599f82" providerId="ADAL" clId="{624DAD03-7EA8-480C-BE9E-52E579F4DA96}" dt="2022-09-03T23:34:34.762" v="4104"/>
        <pc:sldMkLst>
          <pc:docMk/>
          <pc:sldMk cId="2760366077" sldId="1086"/>
        </pc:sldMkLst>
      </pc:sldChg>
      <pc:sldChg chg="add del">
        <pc:chgData name="Jaime De Leon R." userId="6107559c-c399-4371-a23a-d124d3599f82" providerId="ADAL" clId="{624DAD03-7EA8-480C-BE9E-52E579F4DA96}" dt="2022-09-03T23:57:29.729" v="4283" actId="47"/>
        <pc:sldMkLst>
          <pc:docMk/>
          <pc:sldMk cId="234189163" sldId="1087"/>
        </pc:sldMkLst>
      </pc:sldChg>
      <pc:sldChg chg="add del">
        <pc:chgData name="Jaime De Leon R." userId="6107559c-c399-4371-a23a-d124d3599f82" providerId="ADAL" clId="{624DAD03-7EA8-480C-BE9E-52E579F4DA96}" dt="2022-09-03T23:52:52.506" v="4206" actId="47"/>
        <pc:sldMkLst>
          <pc:docMk/>
          <pc:sldMk cId="1248837788" sldId="1099"/>
        </pc:sldMkLst>
      </pc:sldChg>
      <pc:sldChg chg="add del">
        <pc:chgData name="Jaime De Leon R." userId="6107559c-c399-4371-a23a-d124d3599f82" providerId="ADAL" clId="{624DAD03-7EA8-480C-BE9E-52E579F4DA96}" dt="2022-08-17T02:17:03.314" v="3823" actId="47"/>
        <pc:sldMkLst>
          <pc:docMk/>
          <pc:sldMk cId="2764325255" sldId="1101"/>
        </pc:sldMkLst>
      </pc:sldChg>
      <pc:sldChg chg="add del">
        <pc:chgData name="Jaime De Leon R." userId="6107559c-c399-4371-a23a-d124d3599f82" providerId="ADAL" clId="{624DAD03-7EA8-480C-BE9E-52E579F4DA96}" dt="2022-08-17T02:26:41.849" v="3870" actId="47"/>
        <pc:sldMkLst>
          <pc:docMk/>
          <pc:sldMk cId="473602114" sldId="1102"/>
        </pc:sldMkLst>
      </pc:sldChg>
      <pc:sldChg chg="add del">
        <pc:chgData name="Jaime De Leon R." userId="6107559c-c399-4371-a23a-d124d3599f82" providerId="ADAL" clId="{624DAD03-7EA8-480C-BE9E-52E579F4DA96}" dt="2022-10-03T03:35:31.970" v="4285" actId="47"/>
        <pc:sldMkLst>
          <pc:docMk/>
          <pc:sldMk cId="3614278903" sldId="1103"/>
        </pc:sldMkLst>
      </pc:sldChg>
      <pc:sldChg chg="add del">
        <pc:chgData name="Jaime De Leon R." userId="6107559c-c399-4371-a23a-d124d3599f82" providerId="ADAL" clId="{624DAD03-7EA8-480C-BE9E-52E579F4DA96}" dt="2022-10-03T03:38:55.435" v="4290" actId="47"/>
        <pc:sldMkLst>
          <pc:docMk/>
          <pc:sldMk cId="3094466389" sldId="1104"/>
        </pc:sldMkLst>
      </pc:sldChg>
      <pc:sldChg chg="add del">
        <pc:chgData name="Jaime De Leon R." userId="6107559c-c399-4371-a23a-d124d3599f82" providerId="ADAL" clId="{624DAD03-7EA8-480C-BE9E-52E579F4DA96}" dt="2022-10-23T23:39:01.545" v="6943" actId="47"/>
        <pc:sldMkLst>
          <pc:docMk/>
          <pc:sldMk cId="93087377" sldId="1106"/>
        </pc:sldMkLst>
      </pc:sldChg>
      <pc:sldChg chg="add del">
        <pc:chgData name="Jaime De Leon R." userId="6107559c-c399-4371-a23a-d124d3599f82" providerId="ADAL" clId="{624DAD03-7EA8-480C-BE9E-52E579F4DA96}" dt="2022-10-23T23:38:25.403" v="6942" actId="47"/>
        <pc:sldMkLst>
          <pc:docMk/>
          <pc:sldMk cId="121888745" sldId="1107"/>
        </pc:sldMkLst>
      </pc:sldChg>
      <pc:sldChg chg="add del">
        <pc:chgData name="Jaime De Leon R." userId="6107559c-c399-4371-a23a-d124d3599f82" providerId="ADAL" clId="{624DAD03-7EA8-480C-BE9E-52E579F4DA96}" dt="2022-09-03T23:36:23.422" v="4105" actId="47"/>
        <pc:sldMkLst>
          <pc:docMk/>
          <pc:sldMk cId="1074775438" sldId="1109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442816669" sldId="1110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997514224" sldId="1111"/>
        </pc:sldMkLst>
      </pc:sldChg>
      <pc:sldChg chg="add del">
        <pc:chgData name="Jaime De Leon R." userId="6107559c-c399-4371-a23a-d124d3599f82" providerId="ADAL" clId="{624DAD03-7EA8-480C-BE9E-52E579F4DA96}" dt="2022-09-03T23:56:00.290" v="4282" actId="47"/>
        <pc:sldMkLst>
          <pc:docMk/>
          <pc:sldMk cId="1612723752" sldId="1112"/>
        </pc:sldMkLst>
      </pc:sldChg>
      <pc:sldChg chg="delSp modSp add mod">
        <pc:chgData name="Jaime De Leon R." userId="6107559c-c399-4371-a23a-d124d3599f82" providerId="ADAL" clId="{624DAD03-7EA8-480C-BE9E-52E579F4DA96}" dt="2022-08-31T03:01:57.397" v="4069" actId="1076"/>
        <pc:sldMkLst>
          <pc:docMk/>
          <pc:sldMk cId="3556707947" sldId="1117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59932029" sldId="1125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798642139" sldId="1126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51215994" sldId="1127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568955400" sldId="1128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909437640" sldId="1129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417948627" sldId="1130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3742745074" sldId="113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221316993" sldId="1132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616309294" sldId="1133"/>
        </pc:sldMkLst>
      </pc:sldChg>
      <pc:sldChg chg="add del">
        <pc:chgData name="Jaime De Leon R." userId="6107559c-c399-4371-a23a-d124d3599f82" providerId="ADAL" clId="{624DAD03-7EA8-480C-BE9E-52E579F4DA96}" dt="2022-08-17T02:33:41.768" v="3883" actId="47"/>
        <pc:sldMkLst>
          <pc:docMk/>
          <pc:sldMk cId="2438673161" sldId="1136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187702875" sldId="1144"/>
        </pc:sldMkLst>
      </pc:sldChg>
      <pc:sldChg chg="add">
        <pc:chgData name="Jaime De Leon R." userId="6107559c-c399-4371-a23a-d124d3599f82" providerId="ADAL" clId="{624DAD03-7EA8-480C-BE9E-52E579F4DA96}" dt="2022-10-03T03:35:11.901" v="4284"/>
        <pc:sldMkLst>
          <pc:docMk/>
          <pc:sldMk cId="1161649281" sldId="1148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360022230" sldId="1150"/>
        </pc:sldMkLst>
      </pc:sldChg>
      <pc:sldChg chg="add">
        <pc:chgData name="Jaime De Leon R." userId="6107559c-c399-4371-a23a-d124d3599f82" providerId="ADAL" clId="{624DAD03-7EA8-480C-BE9E-52E579F4DA96}" dt="2022-08-31T02:58:21.251" v="4015"/>
        <pc:sldMkLst>
          <pc:docMk/>
          <pc:sldMk cId="83138292" sldId="1152"/>
        </pc:sldMkLst>
      </pc:sldChg>
      <pc:sldChg chg="add">
        <pc:chgData name="Jaime De Leon R." userId="6107559c-c399-4371-a23a-d124d3599f82" providerId="ADAL" clId="{624DAD03-7EA8-480C-BE9E-52E579F4DA96}" dt="2022-08-31T03:13:04.878" v="4100"/>
        <pc:sldMkLst>
          <pc:docMk/>
          <pc:sldMk cId="2750197738" sldId="1153"/>
        </pc:sldMkLst>
      </pc:sldChg>
      <pc:sldChg chg="add del">
        <pc:chgData name="Jaime De Leon R." userId="6107559c-c399-4371-a23a-d124d3599f82" providerId="ADAL" clId="{624DAD03-7EA8-480C-BE9E-52E579F4DA96}" dt="2022-08-17T02:34:02.174" v="3884" actId="47"/>
        <pc:sldMkLst>
          <pc:docMk/>
          <pc:sldMk cId="2858935070" sldId="1154"/>
        </pc:sldMkLst>
      </pc:sldChg>
      <pc:sldChg chg="add">
        <pc:chgData name="Jaime De Leon R." userId="6107559c-c399-4371-a23a-d124d3599f82" providerId="ADAL" clId="{624DAD03-7EA8-480C-BE9E-52E579F4DA96}" dt="2022-10-03T03:37:29.142" v="4288"/>
        <pc:sldMkLst>
          <pc:docMk/>
          <pc:sldMk cId="3985092860" sldId="1155"/>
        </pc:sldMkLst>
      </pc:sldChg>
      <pc:sldChg chg="addSp modSp add mod">
        <pc:chgData name="Jaime De Leon R." userId="6107559c-c399-4371-a23a-d124d3599f82" providerId="ADAL" clId="{624DAD03-7EA8-480C-BE9E-52E579F4DA96}" dt="2022-08-17T01:45:28.207" v="2879" actId="20577"/>
        <pc:sldMkLst>
          <pc:docMk/>
          <pc:sldMk cId="339359526" sldId="1159"/>
        </pc:sldMkLst>
      </pc:sldChg>
      <pc:sldChg chg="add del">
        <pc:chgData name="Jaime De Leon R." userId="6107559c-c399-4371-a23a-d124d3599f82" providerId="ADAL" clId="{624DAD03-7EA8-480C-BE9E-52E579F4DA96}" dt="2022-08-17T01:45:32.927" v="2881" actId="47"/>
        <pc:sldMkLst>
          <pc:docMk/>
          <pc:sldMk cId="2911345982" sldId="1160"/>
        </pc:sldMkLst>
      </pc:sldChg>
      <pc:sldChg chg="modSp add mod">
        <pc:chgData name="Jaime De Leon R." userId="6107559c-c399-4371-a23a-d124d3599f82" providerId="ADAL" clId="{624DAD03-7EA8-480C-BE9E-52E579F4DA96}" dt="2022-08-17T02:02:56.592" v="3760" actId="113"/>
        <pc:sldMkLst>
          <pc:docMk/>
          <pc:sldMk cId="2588430726" sldId="1161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703692973" sldId="1163"/>
        </pc:sldMkLst>
      </pc:sldChg>
      <pc:sldChg chg="add">
        <pc:chgData name="Jaime De Leon R." userId="6107559c-c399-4371-a23a-d124d3599f82" providerId="ADAL" clId="{624DAD03-7EA8-480C-BE9E-52E579F4DA96}" dt="2022-08-14T21:56:45.960" v="2180"/>
        <pc:sldMkLst>
          <pc:docMk/>
          <pc:sldMk cId="390468811" sldId="1166"/>
        </pc:sldMkLst>
      </pc:sldChg>
      <pc:sldChg chg="modSp add mod modAnim">
        <pc:chgData name="Jaime De Leon R." userId="6107559c-c399-4371-a23a-d124d3599f82" providerId="ADAL" clId="{624DAD03-7EA8-480C-BE9E-52E579F4DA96}" dt="2022-08-14T22:08:57.429" v="2737"/>
        <pc:sldMkLst>
          <pc:docMk/>
          <pc:sldMk cId="1709013837" sldId="1167"/>
        </pc:sldMkLst>
      </pc:sldChg>
      <pc:sldChg chg="modSp add mod">
        <pc:chgData name="Jaime De Leon R." userId="6107559c-c399-4371-a23a-d124d3599f82" providerId="ADAL" clId="{624DAD03-7EA8-480C-BE9E-52E579F4DA96}" dt="2022-08-17T01:39:58.367" v="2857" actId="20577"/>
        <pc:sldMkLst>
          <pc:docMk/>
          <pc:sldMk cId="1434943166" sldId="1168"/>
        </pc:sldMkLst>
      </pc:sldChg>
      <pc:sldChg chg="modSp add del mod">
        <pc:chgData name="Jaime De Leon R." userId="6107559c-c399-4371-a23a-d124d3599f82" providerId="ADAL" clId="{624DAD03-7EA8-480C-BE9E-52E579F4DA96}" dt="2022-08-17T01:59:20.536" v="3554" actId="27636"/>
        <pc:sldMkLst>
          <pc:docMk/>
          <pc:sldMk cId="2506140518" sldId="1169"/>
        </pc:sldMkLst>
      </pc:sldChg>
      <pc:sldChg chg="add del">
        <pc:chgData name="Jaime De Leon R." userId="6107559c-c399-4371-a23a-d124d3599f82" providerId="ADAL" clId="{624DAD03-7EA8-480C-BE9E-52E579F4DA96}" dt="2022-08-17T01:52:16.796" v="2917" actId="47"/>
        <pc:sldMkLst>
          <pc:docMk/>
          <pc:sldMk cId="4029283122" sldId="1169"/>
        </pc:sldMkLst>
      </pc:sldChg>
      <pc:sldChg chg="modSp add mod">
        <pc:chgData name="Jaime De Leon R." userId="6107559c-c399-4371-a23a-d124d3599f82" providerId="ADAL" clId="{624DAD03-7EA8-480C-BE9E-52E579F4DA96}" dt="2022-08-17T02:08:57.959" v="3803" actId="6549"/>
        <pc:sldMkLst>
          <pc:docMk/>
          <pc:sldMk cId="3180307651" sldId="1170"/>
        </pc:sldMkLst>
      </pc:sldChg>
      <pc:sldChg chg="addSp delSp modSp add mod">
        <pc:chgData name="Jaime De Leon R." userId="6107559c-c399-4371-a23a-d124d3599f82" providerId="ADAL" clId="{624DAD03-7EA8-480C-BE9E-52E579F4DA96}" dt="2022-08-31T02:57:12.385" v="3994" actId="20577"/>
        <pc:sldMkLst>
          <pc:docMk/>
          <pc:sldMk cId="3045847813" sldId="1171"/>
        </pc:sldMkLst>
      </pc:sldChg>
      <pc:sldChg chg="modSp add mod">
        <pc:chgData name="Jaime De Leon R." userId="6107559c-c399-4371-a23a-d124d3599f82" providerId="ADAL" clId="{624DAD03-7EA8-480C-BE9E-52E579F4DA96}" dt="2022-08-31T02:58:05.697" v="4014" actId="20577"/>
        <pc:sldMkLst>
          <pc:docMk/>
          <pc:sldMk cId="890212291" sldId="1172"/>
        </pc:sldMkLst>
      </pc:sldChg>
      <pc:sldChg chg="addSp delSp modSp add mod">
        <pc:chgData name="Jaime De Leon R." userId="6107559c-c399-4371-a23a-d124d3599f82" providerId="ADAL" clId="{624DAD03-7EA8-480C-BE9E-52E579F4DA96}" dt="2022-10-05T03:28:08.104" v="5662" actId="313"/>
        <pc:sldMkLst>
          <pc:docMk/>
          <pc:sldMk cId="2281634523" sldId="1173"/>
        </pc:sldMkLst>
      </pc:sldChg>
      <pc:sldChg chg="addSp modSp add mod">
        <pc:chgData name="Jaime De Leon R." userId="6107559c-c399-4371-a23a-d124d3599f82" providerId="ADAL" clId="{624DAD03-7EA8-480C-BE9E-52E579F4DA96}" dt="2022-10-05T03:33:41.548" v="6009" actId="20577"/>
        <pc:sldMkLst>
          <pc:docMk/>
          <pc:sldMk cId="2008791679" sldId="1174"/>
        </pc:sldMkLst>
      </pc:sldChg>
      <pc:sldChg chg="addSp delSp modSp add mod">
        <pc:chgData name="Jaime De Leon R." userId="6107559c-c399-4371-a23a-d124d3599f82" providerId="ADAL" clId="{624DAD03-7EA8-480C-BE9E-52E579F4DA96}" dt="2022-10-05T03:40:37.106" v="6936" actId="20577"/>
        <pc:sldMkLst>
          <pc:docMk/>
          <pc:sldMk cId="2267628682" sldId="1175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1149699690" sldId="1176"/>
        </pc:sldMkLst>
      </pc:sldChg>
      <pc:sldChg chg="add">
        <pc:chgData name="Jaime De Leon R." userId="6107559c-c399-4371-a23a-d124d3599f82" providerId="ADAL" clId="{624DAD03-7EA8-480C-BE9E-52E579F4DA96}" dt="2022-10-23T23:37:43.735" v="6937"/>
        <pc:sldMkLst>
          <pc:docMk/>
          <pc:sldMk cId="2162640034" sldId="1177"/>
        </pc:sldMkLst>
      </pc:sldChg>
      <pc:sldMasterChg chg="setBg modSldLayout">
        <pc:chgData name="Jaime De Leon R." userId="6107559c-c399-4371-a23a-d124d3599f82" providerId="ADAL" clId="{624DAD03-7EA8-480C-BE9E-52E579F4DA96}" dt="2022-08-14T20:32:07.668" v="11"/>
        <pc:sldMasterMkLst>
          <pc:docMk/>
          <pc:sldMasterMk cId="3467965346" sldId="2147483648"/>
        </pc:sldMasterMkLst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708897265" sldId="2147483649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05018455" sldId="2147483650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63376764" sldId="2147483651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486528371" sldId="2147483652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503281134" sldId="2147483653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763891785" sldId="2147483654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228340060" sldId="2147483655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2021166046" sldId="2147483656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3831825981" sldId="2147483657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374907462" sldId="2147483658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075118286" sldId="2147483659"/>
          </pc:sldLayoutMkLst>
        </pc:sldLayoutChg>
        <pc:sldLayoutChg chg="setBg">
          <pc:chgData name="Jaime De Leon R." userId="6107559c-c399-4371-a23a-d124d3599f82" providerId="ADAL" clId="{624DAD03-7EA8-480C-BE9E-52E579F4DA96}" dt="2022-08-14T20:32:07.668" v="11"/>
          <pc:sldLayoutMkLst>
            <pc:docMk/>
            <pc:sldMasterMk cId="3467965346" sldId="2147483648"/>
            <pc:sldLayoutMk cId="12966980" sldId="2147483660"/>
          </pc:sldLayoutMkLst>
        </pc:sldLayoutChg>
      </pc:sldMasterChg>
    </pc:docChg>
  </pc:docChgLst>
  <pc:docChgLst>
    <pc:chgData name="Jaime De Leon R." userId="6107559c-c399-4371-a23a-d124d3599f82" providerId="ADAL" clId="{283FBDD0-05BE-433C-84D7-7A25FC83E3D0}"/>
    <pc:docChg chg="modSld">
      <pc:chgData name="Jaime De Leon R." userId="6107559c-c399-4371-a23a-d124d3599f82" providerId="ADAL" clId="{283FBDD0-05BE-433C-84D7-7A25FC83E3D0}" dt="2022-06-10T16:42:10.344" v="32" actId="20577"/>
      <pc:docMkLst>
        <pc:docMk/>
      </pc:docMkLst>
      <pc:sldChg chg="modSp mod">
        <pc:chgData name="Jaime De Leon R." userId="6107559c-c399-4371-a23a-d124d3599f82" providerId="ADAL" clId="{283FBDD0-05BE-433C-84D7-7A25FC83E3D0}" dt="2022-06-10T16:42:10.344" v="32" actId="20577"/>
        <pc:sldMkLst>
          <pc:docMk/>
          <pc:sldMk cId="2100704877" sldId="347"/>
        </pc:sldMkLst>
      </pc:sldChg>
    </pc:docChg>
  </pc:docChgLst>
  <pc:docChgLst>
    <pc:chgData name="Jaime De León R." userId="6107559c-c399-4371-a23a-d124d3599f82" providerId="ADAL" clId="{33C214CA-A074-4462-80B0-44C4218D3AFA}"/>
    <pc:docChg chg="undo custSel addSld delSld modSld delSection modSection">
      <pc:chgData name="Jaime De León R." userId="6107559c-c399-4371-a23a-d124d3599f82" providerId="ADAL" clId="{33C214CA-A074-4462-80B0-44C4218D3AFA}" dt="2025-03-19T14:34:55.556" v="49" actId="47"/>
      <pc:docMkLst>
        <pc:docMk/>
      </pc:docMkLst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241727980" sldId="26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922173833" sldId="26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45090948" sldId="26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66961134" sldId="26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795566268" sldId="26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870438126" sldId="26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25818223" sldId="27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688606035" sldId="27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54463813" sldId="27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61700530" sldId="27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223697094" sldId="27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355870206" sldId="27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87824539" sldId="28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89937686" sldId="28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074402129" sldId="28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910813914" sldId="28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47105805" sldId="28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44196958" sldId="28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86966100" sldId="28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49950726" sldId="28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653561584" sldId="29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695483299" sldId="29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63003898" sldId="29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035005942" sldId="29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999959553" sldId="29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616470979" sldId="30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865739838" sldId="30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382471733" sldId="30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67535930" sldId="30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668757621" sldId="30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664877058" sldId="30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971763272" sldId="30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20987737" sldId="31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137667935" sldId="31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03203228" sldId="31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4590595" sldId="31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50554517" sldId="32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819095824" sldId="32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042867306" sldId="32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332888680" sldId="32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52731620" sldId="32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686665196" sldId="327"/>
        </pc:sldMkLst>
      </pc:sldChg>
      <pc:sldChg chg="modSp mod">
        <pc:chgData name="Jaime De León R." userId="6107559c-c399-4371-a23a-d124d3599f82" providerId="ADAL" clId="{33C214CA-A074-4462-80B0-44C4218D3AFA}" dt="2025-03-19T14:31:22.964" v="27" actId="20577"/>
        <pc:sldMkLst>
          <pc:docMk/>
          <pc:sldMk cId="3546969528" sldId="347"/>
        </pc:sldMkLst>
        <pc:spChg chg="mod">
          <ac:chgData name="Jaime De León R." userId="6107559c-c399-4371-a23a-d124d3599f82" providerId="ADAL" clId="{33C214CA-A074-4462-80B0-44C4218D3AFA}" dt="2025-03-19T14:31:17.961" v="26" actId="20577"/>
          <ac:spMkLst>
            <pc:docMk/>
            <pc:sldMk cId="3546969528" sldId="347"/>
            <ac:spMk id="2" creationId="{6C3B3EEA-9593-7B4E-2CAC-CB46544CFD6C}"/>
          </ac:spMkLst>
        </pc:spChg>
        <pc:spChg chg="mod">
          <ac:chgData name="Jaime De León R." userId="6107559c-c399-4371-a23a-d124d3599f82" providerId="ADAL" clId="{33C214CA-A074-4462-80B0-44C4218D3AFA}" dt="2025-03-19T14:31:22.964" v="27" actId="20577"/>
          <ac:spMkLst>
            <pc:docMk/>
            <pc:sldMk cId="3546969528" sldId="347"/>
            <ac:spMk id="3" creationId="{5DC4FFFB-F13E-8F80-523D-6692E31E369B}"/>
          </ac:spMkLst>
        </pc:spChg>
      </pc:sldChg>
      <pc:sldChg chg="del">
        <pc:chgData name="Jaime De León R." userId="6107559c-c399-4371-a23a-d124d3599f82" providerId="ADAL" clId="{33C214CA-A074-4462-80B0-44C4218D3AFA}" dt="2025-03-19T14:31:11.714" v="3" actId="47"/>
        <pc:sldMkLst>
          <pc:docMk/>
          <pc:sldMk cId="3205869130" sldId="34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802377326" sldId="34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281176916" sldId="35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735679493" sldId="35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742807660" sldId="35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3055893" sldId="35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51534661" sldId="35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44517018" sldId="356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734187525" sldId="35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678257050" sldId="36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77356105" sldId="37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497272868" sldId="38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386409064" sldId="38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99487150" sldId="38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593545731" sldId="38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244492029" sldId="39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261674931" sldId="40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021128866" sldId="40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895153731" sldId="41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7673805" sldId="41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947409020" sldId="41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161278979" sldId="41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33807191" sldId="41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4824926" sldId="41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694796887" sldId="41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474815436" sldId="41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374858202" sldId="41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80148278" sldId="42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18120447" sldId="42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4863327" sldId="42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45432329" sldId="47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663798520" sldId="47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462731453" sldId="48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89862585" sldId="48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951087899" sldId="48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16880312" sldId="49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517281974" sldId="49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937108243" sldId="49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548095864" sldId="49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777280832" sldId="49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409308896" sldId="49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728477071" sldId="49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00131124" sldId="50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32176277" sldId="50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53805024" sldId="50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79121111" sldId="50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334826352" sldId="50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941836137" sldId="50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845791806" sldId="51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106223292" sldId="51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159693743" sldId="51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839550423" sldId="58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925147524" sldId="58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542142539" sldId="58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68195192" sldId="58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94181688" sldId="58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649188670" sldId="59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2362892" sldId="59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45769165" sldId="59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999238543" sldId="59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027041471" sldId="59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70472305" sldId="59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9994796" sldId="59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310703351" sldId="59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72173274" sldId="59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90243216" sldId="60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048834710" sldId="60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02411937" sldId="604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982518192" sldId="625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3725919356" sldId="626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016507715" sldId="627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4079708778" sldId="628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833786576" sldId="629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28039680" sldId="631"/>
        </pc:sldMkLst>
      </pc:sldChg>
      <pc:sldChg chg="modSp add mod">
        <pc:chgData name="Jaime De León R." userId="6107559c-c399-4371-a23a-d124d3599f82" providerId="ADAL" clId="{33C214CA-A074-4462-80B0-44C4218D3AFA}" dt="2025-03-19T14:32:11.633" v="36" actId="20577"/>
        <pc:sldMkLst>
          <pc:docMk/>
          <pc:sldMk cId="3854928856" sldId="632"/>
        </pc:sldMkLst>
        <pc:graphicFrameChg chg="modGraphic">
          <ac:chgData name="Jaime De León R." userId="6107559c-c399-4371-a23a-d124d3599f82" providerId="ADAL" clId="{33C214CA-A074-4462-80B0-44C4218D3AFA}" dt="2025-03-19T14:32:11.633" v="36" actId="20577"/>
          <ac:graphicFrameMkLst>
            <pc:docMk/>
            <pc:sldMk cId="3854928856" sldId="632"/>
            <ac:graphicFrameMk id="4" creationId="{00000000-0000-0000-0000-000000000000}"/>
          </ac:graphicFrameMkLst>
        </pc:graphicFrameChg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166302074" sldId="633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41578742" sldId="634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3809395356" sldId="635"/>
        </pc:sldMkLst>
      </pc:sldChg>
      <pc:sldChg chg="addSp delSp modSp add mod">
        <pc:chgData name="Jaime De León R." userId="6107559c-c399-4371-a23a-d124d3599f82" providerId="ADAL" clId="{33C214CA-A074-4462-80B0-44C4218D3AFA}" dt="2025-03-19T14:34:23.363" v="48" actId="20577"/>
        <pc:sldMkLst>
          <pc:docMk/>
          <pc:sldMk cId="3230075058" sldId="654"/>
        </pc:sldMkLst>
        <pc:spChg chg="add del mod">
          <ac:chgData name="Jaime De León R." userId="6107559c-c399-4371-a23a-d124d3599f82" providerId="ADAL" clId="{33C214CA-A074-4462-80B0-44C4218D3AFA}" dt="2025-03-19T14:34:15.605" v="39" actId="21"/>
          <ac:spMkLst>
            <pc:docMk/>
            <pc:sldMk cId="3230075058" sldId="654"/>
            <ac:spMk id="5" creationId="{691D5DF0-9804-CB3A-E2D6-E12E48F6FBC4}"/>
          </ac:spMkLst>
        </pc:spChg>
        <pc:graphicFrameChg chg="add del modGraphic">
          <ac:chgData name="Jaime De León R." userId="6107559c-c399-4371-a23a-d124d3599f82" providerId="ADAL" clId="{33C214CA-A074-4462-80B0-44C4218D3AFA}" dt="2025-03-19T14:34:23.363" v="48" actId="20577"/>
          <ac:graphicFrameMkLst>
            <pc:docMk/>
            <pc:sldMk cId="3230075058" sldId="654"/>
            <ac:graphicFrameMk id="4" creationId="{00000000-0000-0000-0000-000000000000}"/>
          </ac:graphicFrameMkLst>
        </pc:graphicFrameChg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3925477471" sldId="65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681670386" sldId="659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3074210458" sldId="66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966110655" sldId="68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457637234" sldId="68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305992654" sldId="69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808898665" sldId="69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492453517" sldId="69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79094115" sldId="69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78290383" sldId="70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060920276" sldId="70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207716749" sldId="70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021828446" sldId="70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058466418" sldId="71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926229604" sldId="72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351641799" sldId="73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108000985" sldId="74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49180168" sldId="74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67137301" sldId="75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667395908" sldId="75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24261736" sldId="75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09315005" sldId="79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047069567" sldId="79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571127477" sldId="79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86854291" sldId="798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4255363285" sldId="80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284881780" sldId="80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32856674" sldId="81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822013254" sldId="81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17691966" sldId="82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89533421" sldId="82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98439349" sldId="82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253811788" sldId="83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303947411" sldId="84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667041698" sldId="84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888963773" sldId="84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424947504" sldId="85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56026630" sldId="85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946809093" sldId="85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91662605" sldId="85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045702994" sldId="85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62331271" sldId="85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908099" sldId="85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13316238" sldId="86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065751802" sldId="86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270796015" sldId="86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80132303" sldId="86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98258464" sldId="86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600762728" sldId="86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70275454" sldId="86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29250640" sldId="86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999666196" sldId="86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11893151" sldId="87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80580418" sldId="87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66434747" sldId="87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381418898" sldId="87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534348967" sldId="87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804361030" sldId="87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621562576" sldId="87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242948947" sldId="88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06399862" sldId="88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242247307" sldId="88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023667642" sldId="88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85766251" sldId="88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925331773" sldId="88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955120288" sldId="88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087940803" sldId="88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871064877" sldId="88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024030594" sldId="89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65591615" sldId="89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790269909" sldId="89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938246996" sldId="89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841876529" sldId="89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18130490" sldId="89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905259575" sldId="89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856922535" sldId="89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406619845" sldId="89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875255785" sldId="90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09020533" sldId="90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961314543" sldId="90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088825310" sldId="90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76383956" sldId="90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522499914" sldId="90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771181928" sldId="101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844813317" sldId="101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846474640" sldId="101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987918989" sldId="102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647351409" sldId="102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803935185" sldId="102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624870237" sldId="102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221305419" sldId="102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09861828" sldId="103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4136633321" sldId="103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79114899" sldId="103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312508792" sldId="105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80116971" sldId="105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68541120" sldId="105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856274611" sldId="105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91344353" sldId="106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851168358" sldId="106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519421820" sldId="107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625738218" sldId="108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93202996" sldId="108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97052082" sldId="108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60366077" sldId="1086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178964332" sldId="1105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995210296" sldId="111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556707947" sldId="1117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020687293" sldId="1118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302757032" sldId="1119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303222891" sldId="1120"/>
        </pc:sldMkLst>
      </pc:sldChg>
      <pc:sldChg chg="add del">
        <pc:chgData name="Jaime De León R." userId="6107559c-c399-4371-a23a-d124d3599f82" providerId="ADAL" clId="{33C214CA-A074-4462-80B0-44C4218D3AFA}" dt="2025-03-19T14:34:55.556" v="49" actId="47"/>
        <pc:sldMkLst>
          <pc:docMk/>
          <pc:sldMk cId="529983608" sldId="1121"/>
        </pc:sldMkLst>
      </pc:sldChg>
      <pc:sldChg chg="add del">
        <pc:chgData name="Jaime De León R." userId="6107559c-c399-4371-a23a-d124d3599f82" providerId="ADAL" clId="{33C214CA-A074-4462-80B0-44C4218D3AFA}" dt="2025-03-19T14:34:55.556" v="49" actId="47"/>
        <pc:sldMkLst>
          <pc:docMk/>
          <pc:sldMk cId="1856159187" sldId="1122"/>
        </pc:sldMkLst>
      </pc:sldChg>
      <pc:sldChg chg="add del">
        <pc:chgData name="Jaime De León R." userId="6107559c-c399-4371-a23a-d124d3599f82" providerId="ADAL" clId="{33C214CA-A074-4462-80B0-44C4218D3AFA}" dt="2025-03-19T14:34:55.556" v="49" actId="47"/>
        <pc:sldMkLst>
          <pc:docMk/>
          <pc:sldMk cId="2398533109" sldId="1123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152115635" sldId="112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59932029" sldId="112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798642139" sldId="112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51215994" sldId="112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68955400" sldId="112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909437640" sldId="112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417948627" sldId="113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742745074" sldId="113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221316993" sldId="113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616309294" sldId="113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61649281" sldId="114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60022230" sldId="1150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3787786061" sldId="115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83138292" sldId="115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750197738" sldId="115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985092860" sldId="1155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3298399842" sldId="115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39359526" sldId="115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88430726" sldId="1161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3550101302" sldId="116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703692973" sldId="1163"/>
        </pc:sldMkLst>
      </pc:sldChg>
      <pc:sldChg chg="add">
        <pc:chgData name="Jaime De León R." userId="6107559c-c399-4371-a23a-d124d3599f82" providerId="ADAL" clId="{33C214CA-A074-4462-80B0-44C4218D3AFA}" dt="2025-03-19T14:31:08.110" v="2"/>
        <pc:sldMkLst>
          <pc:docMk/>
          <pc:sldMk cId="2891232507" sldId="116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90468811" sldId="116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709013837" sldId="1167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434943166" sldId="1168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506140518" sldId="1169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180307651" sldId="1170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3045847813" sldId="1171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890212291" sldId="1172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281634523" sldId="1173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008791679" sldId="1174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267628682" sldId="1175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1149699690" sldId="1176"/>
        </pc:sldMkLst>
      </pc:sldChg>
      <pc:sldChg chg="del">
        <pc:chgData name="Jaime De León R." userId="6107559c-c399-4371-a23a-d124d3599f82" providerId="ADAL" clId="{33C214CA-A074-4462-80B0-44C4218D3AFA}" dt="2025-03-19T14:28:36.821" v="0" actId="47"/>
        <pc:sldMkLst>
          <pc:docMk/>
          <pc:sldMk cId="2162640034" sldId="1177"/>
        </pc:sldMkLst>
      </pc:sldChg>
      <pc:sldMasterChg chg="delSldLayout">
        <pc:chgData name="Jaime De León R." userId="6107559c-c399-4371-a23a-d124d3599f82" providerId="ADAL" clId="{33C214CA-A074-4462-80B0-44C4218D3AFA}" dt="2025-03-19T14:31:11.714" v="3" actId="47"/>
        <pc:sldMasterMkLst>
          <pc:docMk/>
          <pc:sldMasterMk cId="3467965346" sldId="2147483648"/>
        </pc:sldMasterMkLst>
        <pc:sldLayoutChg chg="del">
          <pc:chgData name="Jaime De León R." userId="6107559c-c399-4371-a23a-d124d3599f82" providerId="ADAL" clId="{33C214CA-A074-4462-80B0-44C4218D3AFA}" dt="2025-03-19T14:31:11.714" v="3" actId="47"/>
          <pc:sldLayoutMkLst>
            <pc:docMk/>
            <pc:sldMasterMk cId="3467965346" sldId="2147483648"/>
            <pc:sldLayoutMk cId="12966980" sldId="2147483660"/>
          </pc:sldLayoutMkLst>
        </pc:sldLayoutChg>
        <pc:sldLayoutChg chg="del">
          <pc:chgData name="Jaime De León R." userId="6107559c-c399-4371-a23a-d124d3599f82" providerId="ADAL" clId="{33C214CA-A074-4462-80B0-44C4218D3AFA}" dt="2025-03-19T14:28:36.821" v="0" actId="47"/>
          <pc:sldLayoutMkLst>
            <pc:docMk/>
            <pc:sldMasterMk cId="3467965346" sldId="2147483648"/>
            <pc:sldLayoutMk cId="2625784832" sldId="214748366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173118-C99C-40CD-B9DF-39AE46E6C03C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5AB4F30-6082-45B2-BF7E-83861AABB368}">
      <dgm:prSet phldrT="[Text]"/>
      <dgm:spPr/>
      <dgm:t>
        <a:bodyPr/>
        <a:lstStyle/>
        <a:p>
          <a:r>
            <a:rPr lang="es-MX" dirty="0"/>
            <a:t>Utilidad Fiscal del Último Ejercicio</a:t>
          </a:r>
        </a:p>
      </dgm:t>
    </dgm:pt>
    <dgm:pt modelId="{91F97AB8-D42F-43A3-939D-B298D14B5CE1}" type="parTrans" cxnId="{56D8C5A7-5289-4974-9ADC-B7B7943E44C8}">
      <dgm:prSet/>
      <dgm:spPr/>
      <dgm:t>
        <a:bodyPr/>
        <a:lstStyle/>
        <a:p>
          <a:endParaRPr lang="es-MX"/>
        </a:p>
      </dgm:t>
    </dgm:pt>
    <dgm:pt modelId="{1B18758A-5DBC-43A6-97EC-500D4CB75B21}" type="sibTrans" cxnId="{56D8C5A7-5289-4974-9ADC-B7B7943E44C8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Entre</a:t>
          </a:r>
        </a:p>
      </dgm:t>
    </dgm:pt>
    <dgm:pt modelId="{AFF1D0E1-A187-4D70-A844-01F27B5AF0D8}">
      <dgm:prSet phldrT="[Text]"/>
      <dgm:spPr/>
      <dgm:t>
        <a:bodyPr/>
        <a:lstStyle/>
        <a:p>
          <a:r>
            <a:rPr lang="es-MX" dirty="0"/>
            <a:t>Último Ejercicio de 12 meses con Utilidad</a:t>
          </a:r>
        </a:p>
      </dgm:t>
    </dgm:pt>
    <dgm:pt modelId="{9D6B2FA5-6641-4B9F-ADE4-535364B7469C}" type="parTrans" cxnId="{7C928EC8-546B-432E-87F6-5DCC2AF9665D}">
      <dgm:prSet/>
      <dgm:spPr/>
      <dgm:t>
        <a:bodyPr/>
        <a:lstStyle/>
        <a:p>
          <a:endParaRPr lang="es-MX"/>
        </a:p>
      </dgm:t>
    </dgm:pt>
    <dgm:pt modelId="{530DFB8D-7E0A-4036-B28F-FC0150B6B937}" type="sibTrans" cxnId="{7C928EC8-546B-432E-87F6-5DCC2AF9665D}">
      <dgm:prSet/>
      <dgm:spPr/>
      <dgm:t>
        <a:bodyPr/>
        <a:lstStyle/>
        <a:p>
          <a:endParaRPr lang="es-MX"/>
        </a:p>
      </dgm:t>
    </dgm:pt>
    <dgm:pt modelId="{FE2EE48C-CBDA-4796-8F30-71EFF8C4474B}">
      <dgm:prSet phldrT="[Text]"/>
      <dgm:spPr/>
      <dgm:t>
        <a:bodyPr/>
        <a:lstStyle/>
        <a:p>
          <a:r>
            <a:rPr lang="es-MX" dirty="0"/>
            <a:t>Ingresos Nominales del Último Ejercicio</a:t>
          </a:r>
        </a:p>
      </dgm:t>
    </dgm:pt>
    <dgm:pt modelId="{A4F464FC-FEF2-4EAD-910E-229635794EFE}" type="parTrans" cxnId="{FC0249B9-BE18-464A-9B0E-DEDDB9D00E49}">
      <dgm:prSet/>
      <dgm:spPr/>
      <dgm:t>
        <a:bodyPr/>
        <a:lstStyle/>
        <a:p>
          <a:endParaRPr lang="es-MX"/>
        </a:p>
      </dgm:t>
    </dgm:pt>
    <dgm:pt modelId="{3E25A5D1-EE63-4B61-81A3-2E95CCB5EE9E}" type="sibTrans" cxnId="{FC0249B9-BE18-464A-9B0E-DEDDB9D00E49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Igual</a:t>
          </a:r>
        </a:p>
      </dgm:t>
    </dgm:pt>
    <dgm:pt modelId="{59BD9F13-2124-47FD-8DCB-EDDBBD9B6684}">
      <dgm:prSet phldrT="[Text]"/>
      <dgm:spPr/>
      <dgm:t>
        <a:bodyPr/>
        <a:lstStyle/>
        <a:p>
          <a:r>
            <a:rPr lang="es-MX" dirty="0"/>
            <a:t>Son los Ingresos Acumulables menos el Ajuste Anual por Inflación Acumulable</a:t>
          </a:r>
        </a:p>
      </dgm:t>
    </dgm:pt>
    <dgm:pt modelId="{983116A3-B67D-4D48-A221-F1F652DA9370}" type="parTrans" cxnId="{49CC1F59-B113-400F-B3AA-BF3C84F8C79C}">
      <dgm:prSet/>
      <dgm:spPr/>
      <dgm:t>
        <a:bodyPr/>
        <a:lstStyle/>
        <a:p>
          <a:endParaRPr lang="es-MX"/>
        </a:p>
      </dgm:t>
    </dgm:pt>
    <dgm:pt modelId="{993E8672-137D-46AF-A917-313110B6A1AE}" type="sibTrans" cxnId="{49CC1F59-B113-400F-B3AA-BF3C84F8C79C}">
      <dgm:prSet/>
      <dgm:spPr/>
      <dgm:t>
        <a:bodyPr/>
        <a:lstStyle/>
        <a:p>
          <a:endParaRPr lang="es-MX"/>
        </a:p>
      </dgm:t>
    </dgm:pt>
    <dgm:pt modelId="{B388EC19-4B04-42F9-8EC1-7BCE35889263}">
      <dgm:prSet phldrT="[Text]"/>
      <dgm:spPr/>
      <dgm:t>
        <a:bodyPr/>
        <a:lstStyle/>
        <a:p>
          <a:r>
            <a:rPr lang="es-MX" dirty="0"/>
            <a:t>Coeficiente de Utilidad</a:t>
          </a:r>
        </a:p>
      </dgm:t>
    </dgm:pt>
    <dgm:pt modelId="{0A1273D6-6C19-43B2-B6BE-711CABF98826}" type="parTrans" cxnId="{7E28A572-E2CA-40B6-B331-D8CAFDD7BAA3}">
      <dgm:prSet/>
      <dgm:spPr/>
      <dgm:t>
        <a:bodyPr/>
        <a:lstStyle/>
        <a:p>
          <a:endParaRPr lang="es-MX"/>
        </a:p>
      </dgm:t>
    </dgm:pt>
    <dgm:pt modelId="{1DED5EB4-D586-434A-8CB3-9EA2A271EBB4}" type="sibTrans" cxnId="{7E28A572-E2CA-40B6-B331-D8CAFDD7BAA3}">
      <dgm:prSet/>
      <dgm:spPr/>
      <dgm:t>
        <a:bodyPr/>
        <a:lstStyle/>
        <a:p>
          <a:endParaRPr lang="en-US"/>
        </a:p>
      </dgm:t>
    </dgm:pt>
    <dgm:pt modelId="{7EF67F98-1440-47BE-ADF7-84BA3E88021E}">
      <dgm:prSet phldrT="[Text]"/>
      <dgm:spPr/>
      <dgm:t>
        <a:bodyPr/>
        <a:lstStyle/>
        <a:p>
          <a:r>
            <a:rPr lang="es-MX" dirty="0"/>
            <a:t>Si no resultara coeficiente, se tomará el Último Ejercicio de 12 meses por el que sí resulte.</a:t>
          </a:r>
        </a:p>
      </dgm:t>
    </dgm:pt>
    <dgm:pt modelId="{33FFDF36-B38B-4FAC-A234-F658034E5138}" type="parTrans" cxnId="{0EAB07CD-C476-4190-A4FE-90D509B72885}">
      <dgm:prSet/>
      <dgm:spPr/>
      <dgm:t>
        <a:bodyPr/>
        <a:lstStyle/>
        <a:p>
          <a:endParaRPr lang="es-MX"/>
        </a:p>
      </dgm:t>
    </dgm:pt>
    <dgm:pt modelId="{CCAADBBE-E4D4-4459-9800-01EB436A2FDF}" type="sibTrans" cxnId="{0EAB07CD-C476-4190-A4FE-90D509B72885}">
      <dgm:prSet/>
      <dgm:spPr/>
      <dgm:t>
        <a:bodyPr/>
        <a:lstStyle/>
        <a:p>
          <a:endParaRPr lang="es-MX"/>
        </a:p>
      </dgm:t>
    </dgm:pt>
    <dgm:pt modelId="{6000BC6A-DAE7-4C15-8802-F604D6F27CCA}">
      <dgm:prSet phldrT="[Text]"/>
      <dgm:spPr/>
      <dgm:t>
        <a:bodyPr/>
        <a:lstStyle/>
        <a:p>
          <a:r>
            <a:rPr lang="es-MX" dirty="0"/>
            <a:t>Máximo 5 Ejercicios Anteriores</a:t>
          </a:r>
        </a:p>
      </dgm:t>
    </dgm:pt>
    <dgm:pt modelId="{C450057C-3E33-41FA-968B-C07006711753}" type="parTrans" cxnId="{19034F44-6EA6-410D-A644-CFF059F9BFF5}">
      <dgm:prSet/>
      <dgm:spPr/>
      <dgm:t>
        <a:bodyPr/>
        <a:lstStyle/>
        <a:p>
          <a:endParaRPr lang="es-MX"/>
        </a:p>
      </dgm:t>
    </dgm:pt>
    <dgm:pt modelId="{E549A161-125E-4814-8C35-04FED0B2A0E7}" type="sibTrans" cxnId="{19034F44-6EA6-410D-A644-CFF059F9BFF5}">
      <dgm:prSet/>
      <dgm:spPr/>
      <dgm:t>
        <a:bodyPr/>
        <a:lstStyle/>
        <a:p>
          <a:endParaRPr lang="es-MX"/>
        </a:p>
      </dgm:t>
    </dgm:pt>
    <dgm:pt modelId="{B8F2819A-8CB1-4ABD-B138-CD3B5AE9D39E}">
      <dgm:prSet phldrT="[Text]"/>
      <dgm:spPr/>
      <dgm:t>
        <a:bodyPr/>
        <a:lstStyle/>
        <a:p>
          <a:r>
            <a:rPr lang="es-MX" dirty="0"/>
            <a:t>Máximo 5 Ejercicios Anteriores</a:t>
          </a:r>
        </a:p>
      </dgm:t>
    </dgm:pt>
    <dgm:pt modelId="{FDA72D1D-0C62-41FF-BF4B-6FEC1F3BA74A}" type="parTrans" cxnId="{D4BB548F-2ED8-42D5-8441-726BD1783E77}">
      <dgm:prSet/>
      <dgm:spPr/>
      <dgm:t>
        <a:bodyPr/>
        <a:lstStyle/>
        <a:p>
          <a:endParaRPr lang="es-MX"/>
        </a:p>
      </dgm:t>
    </dgm:pt>
    <dgm:pt modelId="{7B5950FB-7EDE-4B99-8F91-F7728FB48111}" type="sibTrans" cxnId="{D4BB548F-2ED8-42D5-8441-726BD1783E77}">
      <dgm:prSet/>
      <dgm:spPr/>
      <dgm:t>
        <a:bodyPr/>
        <a:lstStyle/>
        <a:p>
          <a:endParaRPr lang="es-MX"/>
        </a:p>
      </dgm:t>
    </dgm:pt>
    <dgm:pt modelId="{FD9BF2A1-65C6-47B2-9DAF-32E121B66BE9}">
      <dgm:prSet phldrT="[Text]"/>
      <dgm:spPr/>
      <dgm:t>
        <a:bodyPr/>
        <a:lstStyle/>
        <a:p>
          <a:r>
            <a:rPr lang="es-MX" dirty="0"/>
            <a:t>Hasta el diezmilésimo</a:t>
          </a:r>
        </a:p>
      </dgm:t>
    </dgm:pt>
    <dgm:pt modelId="{E1E3A777-9DED-4D2B-8F7B-3F414CB5AAD9}" type="parTrans" cxnId="{5A3AF24D-60BE-46C7-8FC7-9D78FD99EDB5}">
      <dgm:prSet/>
      <dgm:spPr/>
      <dgm:t>
        <a:bodyPr/>
        <a:lstStyle/>
        <a:p>
          <a:endParaRPr lang="es-MX"/>
        </a:p>
      </dgm:t>
    </dgm:pt>
    <dgm:pt modelId="{7813E982-7EAB-4546-A2B9-CB9FBD75320A}" type="sibTrans" cxnId="{5A3AF24D-60BE-46C7-8FC7-9D78FD99EDB5}">
      <dgm:prSet/>
      <dgm:spPr/>
      <dgm:t>
        <a:bodyPr/>
        <a:lstStyle/>
        <a:p>
          <a:endParaRPr lang="es-MX"/>
        </a:p>
      </dgm:t>
    </dgm:pt>
    <dgm:pt modelId="{C7F99AB8-FB18-44BC-9489-65E5207E1C34}">
      <dgm:prSet phldrT="[Text]"/>
      <dgm:spPr/>
      <dgm:t>
        <a:bodyPr/>
        <a:lstStyle/>
        <a:p>
          <a:endParaRPr lang="es-MX" dirty="0"/>
        </a:p>
      </dgm:t>
    </dgm:pt>
    <dgm:pt modelId="{2F9427BC-DBD4-4803-8C71-0F27171A5786}" type="parTrans" cxnId="{BF56EA4D-209F-452C-AB0C-47AB47F31671}">
      <dgm:prSet/>
      <dgm:spPr/>
      <dgm:t>
        <a:bodyPr/>
        <a:lstStyle/>
        <a:p>
          <a:endParaRPr lang="en-US"/>
        </a:p>
      </dgm:t>
    </dgm:pt>
    <dgm:pt modelId="{8C9137E6-597A-4071-B961-9EAB907DE0D9}" type="sibTrans" cxnId="{BF56EA4D-209F-452C-AB0C-47AB47F31671}">
      <dgm:prSet/>
      <dgm:spPr/>
      <dgm:t>
        <a:bodyPr/>
        <a:lstStyle/>
        <a:p>
          <a:endParaRPr lang="en-US"/>
        </a:p>
      </dgm:t>
    </dgm:pt>
    <dgm:pt modelId="{BDA3BAF0-0044-4ABF-9C0A-35B2D572A26F}">
      <dgm:prSet phldrT="[Text]"/>
      <dgm:spPr/>
      <dgm:t>
        <a:bodyPr/>
        <a:lstStyle/>
        <a:p>
          <a:r>
            <a:rPr lang="es-MX" dirty="0"/>
            <a:t>Excepto en el segundo ejercicio</a:t>
          </a:r>
        </a:p>
      </dgm:t>
    </dgm:pt>
    <dgm:pt modelId="{75272ABD-F12B-406D-856B-D20C39928382}" type="parTrans" cxnId="{DEAE9051-D0A1-4FBE-B475-AF62FBD2D32F}">
      <dgm:prSet/>
      <dgm:spPr/>
      <dgm:t>
        <a:bodyPr/>
        <a:lstStyle/>
        <a:p>
          <a:endParaRPr lang="en-US"/>
        </a:p>
      </dgm:t>
    </dgm:pt>
    <dgm:pt modelId="{660F7CE7-D518-47C3-AF2E-A16EB6198376}" type="sibTrans" cxnId="{DEAE9051-D0A1-4FBE-B475-AF62FBD2D32F}">
      <dgm:prSet/>
      <dgm:spPr/>
      <dgm:t>
        <a:bodyPr/>
        <a:lstStyle/>
        <a:p>
          <a:endParaRPr lang="en-US"/>
        </a:p>
      </dgm:t>
    </dgm:pt>
    <dgm:pt modelId="{9EA2483D-40EB-4D8C-974F-EFE968B2FBE0}">
      <dgm:prSet phldrT="[Text]"/>
      <dgm:spPr/>
      <dgm:t>
        <a:bodyPr/>
        <a:lstStyle/>
        <a:p>
          <a:r>
            <a:rPr lang="es-MX" dirty="0"/>
            <a:t>Se eliminan los anticipos a Socios de SC, y a otros</a:t>
          </a:r>
        </a:p>
      </dgm:t>
    </dgm:pt>
    <dgm:pt modelId="{3A66A8DB-FC10-4F2D-9C1A-C52584934D29}" type="parTrans" cxnId="{8372959B-497D-441E-AE5C-A84C97EC35F5}">
      <dgm:prSet/>
      <dgm:spPr/>
      <dgm:t>
        <a:bodyPr/>
        <a:lstStyle/>
        <a:p>
          <a:endParaRPr lang="en-US"/>
        </a:p>
      </dgm:t>
    </dgm:pt>
    <dgm:pt modelId="{D2E46519-A93C-48BB-92AE-B24B2D4E55C1}" type="sibTrans" cxnId="{8372959B-497D-441E-AE5C-A84C97EC35F5}">
      <dgm:prSet/>
      <dgm:spPr/>
      <dgm:t>
        <a:bodyPr/>
        <a:lstStyle/>
        <a:p>
          <a:endParaRPr lang="en-US"/>
        </a:p>
      </dgm:t>
    </dgm:pt>
    <dgm:pt modelId="{AC27D93D-C974-48E2-85DD-F7C61C9A0E1A}">
      <dgm:prSet phldrT="[Text]"/>
      <dgm:spPr/>
      <dgm:t>
        <a:bodyPr/>
        <a:lstStyle/>
        <a:p>
          <a:endParaRPr lang="es-MX" dirty="0"/>
        </a:p>
      </dgm:t>
    </dgm:pt>
    <dgm:pt modelId="{327CFDB6-E528-4071-ACBF-F28577B1F59E}" type="parTrans" cxnId="{C3008507-F801-4FBD-9640-F38CB151BE50}">
      <dgm:prSet/>
      <dgm:spPr/>
    </dgm:pt>
    <dgm:pt modelId="{1D720BC1-1D71-4CF4-9379-6FD990E9C5AD}" type="sibTrans" cxnId="{C3008507-F801-4FBD-9640-F38CB151BE50}">
      <dgm:prSet/>
      <dgm:spPr/>
    </dgm:pt>
    <dgm:pt modelId="{A46C1A80-91EC-4A23-8541-5A32202DB229}">
      <dgm:prSet phldrT="[Text]"/>
      <dgm:spPr/>
      <dgm:t>
        <a:bodyPr/>
        <a:lstStyle/>
        <a:p>
          <a:endParaRPr lang="es-MX" dirty="0"/>
        </a:p>
      </dgm:t>
    </dgm:pt>
    <dgm:pt modelId="{F3CF14E0-8B88-4802-889A-A2B264913F14}" type="parTrans" cxnId="{2184AC2E-6A4C-41A8-8A00-04890B7CB3EF}">
      <dgm:prSet/>
      <dgm:spPr/>
    </dgm:pt>
    <dgm:pt modelId="{32048D82-6831-45C8-9D46-550647BEA676}" type="sibTrans" cxnId="{2184AC2E-6A4C-41A8-8A00-04890B7CB3EF}">
      <dgm:prSet/>
      <dgm:spPr/>
    </dgm:pt>
    <dgm:pt modelId="{9EC7DAEC-3B6A-4021-8EA1-94EE4161A4D1}">
      <dgm:prSet phldrT="[Text]"/>
      <dgm:spPr/>
      <dgm:t>
        <a:bodyPr/>
        <a:lstStyle/>
        <a:p>
          <a:endParaRPr lang="es-MX" dirty="0"/>
        </a:p>
      </dgm:t>
    </dgm:pt>
    <dgm:pt modelId="{CF2670EA-EB76-4494-BBE5-E9B114DAD124}" type="parTrans" cxnId="{10344578-3E5E-4C8F-AA64-5685A5563F72}">
      <dgm:prSet/>
      <dgm:spPr/>
    </dgm:pt>
    <dgm:pt modelId="{D249BF9E-91CF-4041-AF56-ADABFED7A299}" type="sibTrans" cxnId="{10344578-3E5E-4C8F-AA64-5685A5563F72}">
      <dgm:prSet/>
      <dgm:spPr/>
    </dgm:pt>
    <dgm:pt modelId="{D0661C9F-8009-4A89-AA55-0CD56F333F90}" type="pres">
      <dgm:prSet presAssocID="{09173118-C99C-40CD-B9DF-39AE46E6C03C}" presName="linearFlow" presStyleCnt="0">
        <dgm:presLayoutVars>
          <dgm:dir/>
          <dgm:animLvl val="lvl"/>
          <dgm:resizeHandles val="exact"/>
        </dgm:presLayoutVars>
      </dgm:prSet>
      <dgm:spPr/>
    </dgm:pt>
    <dgm:pt modelId="{04F0B86F-0DF6-417D-978B-64BC46627E18}" type="pres">
      <dgm:prSet presAssocID="{A5AB4F30-6082-45B2-BF7E-83861AABB368}" presName="composite" presStyleCnt="0"/>
      <dgm:spPr/>
    </dgm:pt>
    <dgm:pt modelId="{CA27AF9E-31D4-4DF9-9A26-D54E805ABA59}" type="pres">
      <dgm:prSet presAssocID="{A5AB4F30-6082-45B2-BF7E-83861AABB368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4AB59F3-49EC-412D-8A26-F79168DAC63C}" type="pres">
      <dgm:prSet presAssocID="{A5AB4F30-6082-45B2-BF7E-83861AABB368}" presName="parSh" presStyleLbl="node1" presStyleIdx="0" presStyleCnt="3"/>
      <dgm:spPr/>
    </dgm:pt>
    <dgm:pt modelId="{20E1B5E9-27EB-4A8B-9E45-D12D8577B1E8}" type="pres">
      <dgm:prSet presAssocID="{A5AB4F30-6082-45B2-BF7E-83861AABB368}" presName="desTx" presStyleLbl="fgAcc1" presStyleIdx="0" presStyleCnt="3">
        <dgm:presLayoutVars>
          <dgm:bulletEnabled val="1"/>
        </dgm:presLayoutVars>
      </dgm:prSet>
      <dgm:spPr/>
    </dgm:pt>
    <dgm:pt modelId="{F87B9911-B930-4424-BD2C-588FD05AD585}" type="pres">
      <dgm:prSet presAssocID="{1B18758A-5DBC-43A6-97EC-500D4CB75B21}" presName="sibTrans" presStyleLbl="sibTrans2D1" presStyleIdx="0" presStyleCnt="2"/>
      <dgm:spPr/>
    </dgm:pt>
    <dgm:pt modelId="{DF6ED124-0B8F-4050-BA8A-429FDE732DC6}" type="pres">
      <dgm:prSet presAssocID="{1B18758A-5DBC-43A6-97EC-500D4CB75B21}" presName="connTx" presStyleLbl="sibTrans2D1" presStyleIdx="0" presStyleCnt="2"/>
      <dgm:spPr/>
    </dgm:pt>
    <dgm:pt modelId="{BE2FA3A1-6DEF-4685-B629-FD2DBA8BDC08}" type="pres">
      <dgm:prSet presAssocID="{FE2EE48C-CBDA-4796-8F30-71EFF8C4474B}" presName="composite" presStyleCnt="0"/>
      <dgm:spPr/>
    </dgm:pt>
    <dgm:pt modelId="{1E849EF8-2125-4E3D-BCC3-29E112E9531E}" type="pres">
      <dgm:prSet presAssocID="{FE2EE48C-CBDA-4796-8F30-71EFF8C4474B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E47BAE3-EFB6-4693-8B06-2713E9C69EF5}" type="pres">
      <dgm:prSet presAssocID="{FE2EE48C-CBDA-4796-8F30-71EFF8C4474B}" presName="parSh" presStyleLbl="node1" presStyleIdx="1" presStyleCnt="3"/>
      <dgm:spPr/>
    </dgm:pt>
    <dgm:pt modelId="{1D0EAB1A-D9E3-4778-BA09-4EA2ADA712D6}" type="pres">
      <dgm:prSet presAssocID="{FE2EE48C-CBDA-4796-8F30-71EFF8C4474B}" presName="desTx" presStyleLbl="fgAcc1" presStyleIdx="1" presStyleCnt="3">
        <dgm:presLayoutVars>
          <dgm:bulletEnabled val="1"/>
        </dgm:presLayoutVars>
      </dgm:prSet>
      <dgm:spPr/>
    </dgm:pt>
    <dgm:pt modelId="{0047E0BC-31DD-47FF-BF51-45BBDE9BBD69}" type="pres">
      <dgm:prSet presAssocID="{3E25A5D1-EE63-4B61-81A3-2E95CCB5EE9E}" presName="sibTrans" presStyleLbl="sibTrans2D1" presStyleIdx="1" presStyleCnt="2"/>
      <dgm:spPr/>
    </dgm:pt>
    <dgm:pt modelId="{697E4F2E-D2C1-4C59-AB05-6B4E3632665F}" type="pres">
      <dgm:prSet presAssocID="{3E25A5D1-EE63-4B61-81A3-2E95CCB5EE9E}" presName="connTx" presStyleLbl="sibTrans2D1" presStyleIdx="1" presStyleCnt="2"/>
      <dgm:spPr/>
    </dgm:pt>
    <dgm:pt modelId="{3E6B162F-B3B2-4FF0-B6DC-DCB6A828794B}" type="pres">
      <dgm:prSet presAssocID="{B388EC19-4B04-42F9-8EC1-7BCE35889263}" presName="composite" presStyleCnt="0"/>
      <dgm:spPr/>
    </dgm:pt>
    <dgm:pt modelId="{0076B938-2449-4DDA-B381-D692E11B158D}" type="pres">
      <dgm:prSet presAssocID="{B388EC19-4B04-42F9-8EC1-7BCE35889263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DDF1D34-6AE6-4908-81B2-9D2C120C47CD}" type="pres">
      <dgm:prSet presAssocID="{B388EC19-4B04-42F9-8EC1-7BCE35889263}" presName="parSh" presStyleLbl="node1" presStyleIdx="2" presStyleCnt="3"/>
      <dgm:spPr/>
    </dgm:pt>
    <dgm:pt modelId="{6440EED0-7A91-4DFF-BCD0-4CC31D9E7A5B}" type="pres">
      <dgm:prSet presAssocID="{B388EC19-4B04-42F9-8EC1-7BCE35889263}" presName="desTx" presStyleLbl="fgAcc1" presStyleIdx="2" presStyleCnt="3">
        <dgm:presLayoutVars>
          <dgm:bulletEnabled val="1"/>
        </dgm:presLayoutVars>
      </dgm:prSet>
      <dgm:spPr/>
    </dgm:pt>
  </dgm:ptLst>
  <dgm:cxnLst>
    <dgm:cxn modelId="{C3008507-F801-4FBD-9640-F38CB151BE50}" srcId="{A5AB4F30-6082-45B2-BF7E-83861AABB368}" destId="{AC27D93D-C974-48E2-85DD-F7C61C9A0E1A}" srcOrd="1" destOrd="0" parTransId="{327CFDB6-E528-4071-ACBF-F28577B1F59E}" sibTransId="{1D720BC1-1D71-4CF4-9379-6FD990E9C5AD}"/>
    <dgm:cxn modelId="{E4E3930C-300D-1340-95EE-5E61474A1317}" type="presOf" srcId="{3E25A5D1-EE63-4B61-81A3-2E95CCB5EE9E}" destId="{0047E0BC-31DD-47FF-BF51-45BBDE9BBD69}" srcOrd="0" destOrd="0" presId="urn:microsoft.com/office/officeart/2005/8/layout/process3"/>
    <dgm:cxn modelId="{44CCD20F-89B2-47B0-8E4C-F5AD9B55DB19}" type="presOf" srcId="{9EC7DAEC-3B6A-4021-8EA1-94EE4161A4D1}" destId="{6440EED0-7A91-4DFF-BCD0-4CC31D9E7A5B}" srcOrd="0" destOrd="3" presId="urn:microsoft.com/office/officeart/2005/8/layout/process3"/>
    <dgm:cxn modelId="{BB9E651B-681F-6148-8AF0-A7BD3F3615DA}" type="presOf" srcId="{FE2EE48C-CBDA-4796-8F30-71EFF8C4474B}" destId="{1E849EF8-2125-4E3D-BCC3-29E112E9531E}" srcOrd="0" destOrd="0" presId="urn:microsoft.com/office/officeart/2005/8/layout/process3"/>
    <dgm:cxn modelId="{003F561C-4523-E44A-914C-6AFA5707A424}" type="presOf" srcId="{B388EC19-4B04-42F9-8EC1-7BCE35889263}" destId="{DDDF1D34-6AE6-4908-81B2-9D2C120C47CD}" srcOrd="1" destOrd="0" presId="urn:microsoft.com/office/officeart/2005/8/layout/process3"/>
    <dgm:cxn modelId="{F012E028-9358-D346-93C7-644AB9719696}" type="presOf" srcId="{B388EC19-4B04-42F9-8EC1-7BCE35889263}" destId="{0076B938-2449-4DDA-B381-D692E11B158D}" srcOrd="0" destOrd="0" presId="urn:microsoft.com/office/officeart/2005/8/layout/process3"/>
    <dgm:cxn modelId="{2184AC2E-6A4C-41A8-8A00-04890B7CB3EF}" srcId="{B388EC19-4B04-42F9-8EC1-7BCE35889263}" destId="{A46C1A80-91EC-4A23-8541-5A32202DB229}" srcOrd="1" destOrd="0" parTransId="{F3CF14E0-8B88-4802-889A-A2B264913F14}" sibTransId="{32048D82-6831-45C8-9D46-550647BEA676}"/>
    <dgm:cxn modelId="{76FD803C-479B-F645-85D3-B9B7FE723C76}" type="presOf" srcId="{FE2EE48C-CBDA-4796-8F30-71EFF8C4474B}" destId="{1E47BAE3-EFB6-4693-8B06-2713E9C69EF5}" srcOrd="1" destOrd="0" presId="urn:microsoft.com/office/officeart/2005/8/layout/process3"/>
    <dgm:cxn modelId="{894AAA3D-7E09-1B40-8AF2-467146A965FA}" type="presOf" srcId="{A5AB4F30-6082-45B2-BF7E-83861AABB368}" destId="{CA27AF9E-31D4-4DF9-9A26-D54E805ABA59}" srcOrd="0" destOrd="0" presId="urn:microsoft.com/office/officeart/2005/8/layout/process3"/>
    <dgm:cxn modelId="{D62E3A40-7971-CC4E-A3D5-DEDD65F266F8}" type="presOf" srcId="{B8F2819A-8CB1-4ABD-B138-CD3B5AE9D39E}" destId="{6440EED0-7A91-4DFF-BCD0-4CC31D9E7A5B}" srcOrd="0" destOrd="2" presId="urn:microsoft.com/office/officeart/2005/8/layout/process3"/>
    <dgm:cxn modelId="{5D7F7843-1899-2744-8D2F-BEDB6D65D37C}" type="presOf" srcId="{9EA2483D-40EB-4D8C-974F-EFE968B2FBE0}" destId="{20E1B5E9-27EB-4A8B-9E45-D12D8577B1E8}" srcOrd="0" destOrd="2" presId="urn:microsoft.com/office/officeart/2005/8/layout/process3"/>
    <dgm:cxn modelId="{19034F44-6EA6-410D-A644-CFF059F9BFF5}" srcId="{A5AB4F30-6082-45B2-BF7E-83861AABB368}" destId="{6000BC6A-DAE7-4C15-8802-F604D6F27CCA}" srcOrd="2" destOrd="0" parTransId="{C450057C-3E33-41FA-968B-C07006711753}" sibTransId="{E549A161-125E-4814-8C35-04FED0B2A0E7}"/>
    <dgm:cxn modelId="{F2E1B947-AF60-414A-8905-48C543DC622E}" type="presOf" srcId="{3E25A5D1-EE63-4B61-81A3-2E95CCB5EE9E}" destId="{697E4F2E-D2C1-4C59-AB05-6B4E3632665F}" srcOrd="1" destOrd="0" presId="urn:microsoft.com/office/officeart/2005/8/layout/process3"/>
    <dgm:cxn modelId="{DC310C6A-71A2-6E49-87D5-2B10D514EAF4}" type="presOf" srcId="{A5AB4F30-6082-45B2-BF7E-83861AABB368}" destId="{D4AB59F3-49EC-412D-8A26-F79168DAC63C}" srcOrd="1" destOrd="0" presId="urn:microsoft.com/office/officeart/2005/8/layout/process3"/>
    <dgm:cxn modelId="{BF56EA4D-209F-452C-AB0C-47AB47F31671}" srcId="{FE2EE48C-CBDA-4796-8F30-71EFF8C4474B}" destId="{C7F99AB8-FB18-44BC-9489-65E5207E1C34}" srcOrd="1" destOrd="0" parTransId="{2F9427BC-DBD4-4803-8C71-0F27171A5786}" sibTransId="{8C9137E6-597A-4071-B961-9EAB907DE0D9}"/>
    <dgm:cxn modelId="{5A3AF24D-60BE-46C7-8FC7-9D78FD99EDB5}" srcId="{B388EC19-4B04-42F9-8EC1-7BCE35889263}" destId="{FD9BF2A1-65C6-47B2-9DAF-32E121B66BE9}" srcOrd="4" destOrd="0" parTransId="{E1E3A777-9DED-4D2B-8F7B-3F414CB5AAD9}" sibTransId="{7813E982-7EAB-4546-A2B9-CB9FBD75320A}"/>
    <dgm:cxn modelId="{DEAE9051-D0A1-4FBE-B475-AF62FBD2D32F}" srcId="{AFF1D0E1-A187-4D70-A844-01F27B5AF0D8}" destId="{BDA3BAF0-0044-4ABF-9C0A-35B2D572A26F}" srcOrd="0" destOrd="0" parTransId="{75272ABD-F12B-406D-856B-D20C39928382}" sibTransId="{660F7CE7-D518-47C3-AF2E-A16EB6198376}"/>
    <dgm:cxn modelId="{7E28A572-E2CA-40B6-B331-D8CAFDD7BAA3}" srcId="{09173118-C99C-40CD-B9DF-39AE46E6C03C}" destId="{B388EC19-4B04-42F9-8EC1-7BCE35889263}" srcOrd="2" destOrd="0" parTransId="{0A1273D6-6C19-43B2-B6BE-711CABF98826}" sibTransId="{1DED5EB4-D586-434A-8CB3-9EA2A271EBB4}"/>
    <dgm:cxn modelId="{10344578-3E5E-4C8F-AA64-5685A5563F72}" srcId="{B388EC19-4B04-42F9-8EC1-7BCE35889263}" destId="{9EC7DAEC-3B6A-4021-8EA1-94EE4161A4D1}" srcOrd="3" destOrd="0" parTransId="{CF2670EA-EB76-4494-BBE5-E9B114DAD124}" sibTransId="{D249BF9E-91CF-4041-AF56-ADABFED7A299}"/>
    <dgm:cxn modelId="{49CC1F59-B113-400F-B3AA-BF3C84F8C79C}" srcId="{FE2EE48C-CBDA-4796-8F30-71EFF8C4474B}" destId="{59BD9F13-2124-47FD-8DCB-EDDBBD9B6684}" srcOrd="0" destOrd="0" parTransId="{983116A3-B67D-4D48-A221-F1F652DA9370}" sibTransId="{993E8672-137D-46AF-A917-313110B6A1AE}"/>
    <dgm:cxn modelId="{C924F47C-1EB1-47BF-AD37-C1DADCD341B3}" type="presOf" srcId="{AC27D93D-C974-48E2-85DD-F7C61C9A0E1A}" destId="{20E1B5E9-27EB-4A8B-9E45-D12D8577B1E8}" srcOrd="0" destOrd="3" presId="urn:microsoft.com/office/officeart/2005/8/layout/process3"/>
    <dgm:cxn modelId="{D4BB548F-2ED8-42D5-8441-726BD1783E77}" srcId="{B388EC19-4B04-42F9-8EC1-7BCE35889263}" destId="{B8F2819A-8CB1-4ABD-B138-CD3B5AE9D39E}" srcOrd="2" destOrd="0" parTransId="{FDA72D1D-0C62-41FF-BF4B-6FEC1F3BA74A}" sibTransId="{7B5950FB-7EDE-4B99-8F91-F7728FB48111}"/>
    <dgm:cxn modelId="{8372959B-497D-441E-AE5C-A84C97EC35F5}" srcId="{AFF1D0E1-A187-4D70-A844-01F27B5AF0D8}" destId="{9EA2483D-40EB-4D8C-974F-EFE968B2FBE0}" srcOrd="1" destOrd="0" parTransId="{3A66A8DB-FC10-4F2D-9C1A-C52584934D29}" sibTransId="{D2E46519-A93C-48BB-92AE-B24B2D4E55C1}"/>
    <dgm:cxn modelId="{4B59EFA2-BA3B-984F-91C2-CED186496273}" type="presOf" srcId="{1B18758A-5DBC-43A6-97EC-500D4CB75B21}" destId="{DF6ED124-0B8F-4050-BA8A-429FDE732DC6}" srcOrd="1" destOrd="0" presId="urn:microsoft.com/office/officeart/2005/8/layout/process3"/>
    <dgm:cxn modelId="{E55D05A4-0B78-6344-A90B-25B92C173433}" type="presOf" srcId="{AFF1D0E1-A187-4D70-A844-01F27B5AF0D8}" destId="{20E1B5E9-27EB-4A8B-9E45-D12D8577B1E8}" srcOrd="0" destOrd="0" presId="urn:microsoft.com/office/officeart/2005/8/layout/process3"/>
    <dgm:cxn modelId="{56D8C5A7-5289-4974-9ADC-B7B7943E44C8}" srcId="{09173118-C99C-40CD-B9DF-39AE46E6C03C}" destId="{A5AB4F30-6082-45B2-BF7E-83861AABB368}" srcOrd="0" destOrd="0" parTransId="{91F97AB8-D42F-43A3-939D-B298D14B5CE1}" sibTransId="{1B18758A-5DBC-43A6-97EC-500D4CB75B21}"/>
    <dgm:cxn modelId="{FC0249B9-BE18-464A-9B0E-DEDDB9D00E49}" srcId="{09173118-C99C-40CD-B9DF-39AE46E6C03C}" destId="{FE2EE48C-CBDA-4796-8F30-71EFF8C4474B}" srcOrd="1" destOrd="0" parTransId="{A4F464FC-FEF2-4EAD-910E-229635794EFE}" sibTransId="{3E25A5D1-EE63-4B61-81A3-2E95CCB5EE9E}"/>
    <dgm:cxn modelId="{CECEF4B9-3035-1D44-A0A4-5AC84CBC479B}" type="presOf" srcId="{BDA3BAF0-0044-4ABF-9C0A-35B2D572A26F}" destId="{20E1B5E9-27EB-4A8B-9E45-D12D8577B1E8}" srcOrd="0" destOrd="1" presId="urn:microsoft.com/office/officeart/2005/8/layout/process3"/>
    <dgm:cxn modelId="{C2AFC0C5-573E-A447-9371-136DE20EA824}" type="presOf" srcId="{FD9BF2A1-65C6-47B2-9DAF-32E121B66BE9}" destId="{6440EED0-7A91-4DFF-BCD0-4CC31D9E7A5B}" srcOrd="0" destOrd="4" presId="urn:microsoft.com/office/officeart/2005/8/layout/process3"/>
    <dgm:cxn modelId="{7C928EC8-546B-432E-87F6-5DCC2AF9665D}" srcId="{A5AB4F30-6082-45B2-BF7E-83861AABB368}" destId="{AFF1D0E1-A187-4D70-A844-01F27B5AF0D8}" srcOrd="0" destOrd="0" parTransId="{9D6B2FA5-6641-4B9F-ADE4-535364B7469C}" sibTransId="{530DFB8D-7E0A-4036-B28F-FC0150B6B937}"/>
    <dgm:cxn modelId="{6109A5C8-B5E2-C842-9BF8-C77914694834}" type="presOf" srcId="{09173118-C99C-40CD-B9DF-39AE46E6C03C}" destId="{D0661C9F-8009-4A89-AA55-0CD56F333F90}" srcOrd="0" destOrd="0" presId="urn:microsoft.com/office/officeart/2005/8/layout/process3"/>
    <dgm:cxn modelId="{0EAB07CD-C476-4190-A4FE-90D509B72885}" srcId="{B388EC19-4B04-42F9-8EC1-7BCE35889263}" destId="{7EF67F98-1440-47BE-ADF7-84BA3E88021E}" srcOrd="0" destOrd="0" parTransId="{33FFDF36-B38B-4FAC-A234-F658034E5138}" sibTransId="{CCAADBBE-E4D4-4459-9800-01EB436A2FDF}"/>
    <dgm:cxn modelId="{65F6CCCF-3E65-A845-934D-2640813307C7}" type="presOf" srcId="{6000BC6A-DAE7-4C15-8802-F604D6F27CCA}" destId="{20E1B5E9-27EB-4A8B-9E45-D12D8577B1E8}" srcOrd="0" destOrd="4" presId="urn:microsoft.com/office/officeart/2005/8/layout/process3"/>
    <dgm:cxn modelId="{500BE1D6-D8C9-414B-BED6-104FE5A3BC10}" type="presOf" srcId="{C7F99AB8-FB18-44BC-9489-65E5207E1C34}" destId="{1D0EAB1A-D9E3-4778-BA09-4EA2ADA712D6}" srcOrd="0" destOrd="1" presId="urn:microsoft.com/office/officeart/2005/8/layout/process3"/>
    <dgm:cxn modelId="{B02A51E2-30D5-2C4D-AAAB-4CA82CA22340}" type="presOf" srcId="{7EF67F98-1440-47BE-ADF7-84BA3E88021E}" destId="{6440EED0-7A91-4DFF-BCD0-4CC31D9E7A5B}" srcOrd="0" destOrd="0" presId="urn:microsoft.com/office/officeart/2005/8/layout/process3"/>
    <dgm:cxn modelId="{05DD04E6-97B6-E44D-947A-9B71771F84CA}" type="presOf" srcId="{59BD9F13-2124-47FD-8DCB-EDDBBD9B6684}" destId="{1D0EAB1A-D9E3-4778-BA09-4EA2ADA712D6}" srcOrd="0" destOrd="0" presId="urn:microsoft.com/office/officeart/2005/8/layout/process3"/>
    <dgm:cxn modelId="{0ED701FA-C53D-4E3C-AA8F-FFE70299FFBB}" type="presOf" srcId="{A46C1A80-91EC-4A23-8541-5A32202DB229}" destId="{6440EED0-7A91-4DFF-BCD0-4CC31D9E7A5B}" srcOrd="0" destOrd="1" presId="urn:microsoft.com/office/officeart/2005/8/layout/process3"/>
    <dgm:cxn modelId="{F12FC6FA-3050-9645-B055-9D479EAAD238}" type="presOf" srcId="{1B18758A-5DBC-43A6-97EC-500D4CB75B21}" destId="{F87B9911-B930-4424-BD2C-588FD05AD585}" srcOrd="0" destOrd="0" presId="urn:microsoft.com/office/officeart/2005/8/layout/process3"/>
    <dgm:cxn modelId="{E5D4B5C5-1814-3540-A8A4-08FFE1729698}" type="presParOf" srcId="{D0661C9F-8009-4A89-AA55-0CD56F333F90}" destId="{04F0B86F-0DF6-417D-978B-64BC46627E18}" srcOrd="0" destOrd="0" presId="urn:microsoft.com/office/officeart/2005/8/layout/process3"/>
    <dgm:cxn modelId="{23DF3FB8-0900-EF4F-9BAA-59C084E5CBCB}" type="presParOf" srcId="{04F0B86F-0DF6-417D-978B-64BC46627E18}" destId="{CA27AF9E-31D4-4DF9-9A26-D54E805ABA59}" srcOrd="0" destOrd="0" presId="urn:microsoft.com/office/officeart/2005/8/layout/process3"/>
    <dgm:cxn modelId="{301A212A-2A58-CF4E-AAD4-300A86B360A9}" type="presParOf" srcId="{04F0B86F-0DF6-417D-978B-64BC46627E18}" destId="{D4AB59F3-49EC-412D-8A26-F79168DAC63C}" srcOrd="1" destOrd="0" presId="urn:microsoft.com/office/officeart/2005/8/layout/process3"/>
    <dgm:cxn modelId="{0AB745FC-7FAD-5845-B481-5C455891F96A}" type="presParOf" srcId="{04F0B86F-0DF6-417D-978B-64BC46627E18}" destId="{20E1B5E9-27EB-4A8B-9E45-D12D8577B1E8}" srcOrd="2" destOrd="0" presId="urn:microsoft.com/office/officeart/2005/8/layout/process3"/>
    <dgm:cxn modelId="{E17C28A8-37A3-3E44-B5AF-8866963D1B7F}" type="presParOf" srcId="{D0661C9F-8009-4A89-AA55-0CD56F333F90}" destId="{F87B9911-B930-4424-BD2C-588FD05AD585}" srcOrd="1" destOrd="0" presId="urn:microsoft.com/office/officeart/2005/8/layout/process3"/>
    <dgm:cxn modelId="{ED867339-70B7-E74C-AC2F-B69FF3F52018}" type="presParOf" srcId="{F87B9911-B930-4424-BD2C-588FD05AD585}" destId="{DF6ED124-0B8F-4050-BA8A-429FDE732DC6}" srcOrd="0" destOrd="0" presId="urn:microsoft.com/office/officeart/2005/8/layout/process3"/>
    <dgm:cxn modelId="{86407C36-76DE-9241-8A43-CC3FB4457C06}" type="presParOf" srcId="{D0661C9F-8009-4A89-AA55-0CD56F333F90}" destId="{BE2FA3A1-6DEF-4685-B629-FD2DBA8BDC08}" srcOrd="2" destOrd="0" presId="urn:microsoft.com/office/officeart/2005/8/layout/process3"/>
    <dgm:cxn modelId="{911DCDA3-A7FE-F747-9958-1DAD6FEECFD0}" type="presParOf" srcId="{BE2FA3A1-6DEF-4685-B629-FD2DBA8BDC08}" destId="{1E849EF8-2125-4E3D-BCC3-29E112E9531E}" srcOrd="0" destOrd="0" presId="urn:microsoft.com/office/officeart/2005/8/layout/process3"/>
    <dgm:cxn modelId="{224C1074-D547-234B-BCF1-F659A0EFA243}" type="presParOf" srcId="{BE2FA3A1-6DEF-4685-B629-FD2DBA8BDC08}" destId="{1E47BAE3-EFB6-4693-8B06-2713E9C69EF5}" srcOrd="1" destOrd="0" presId="urn:microsoft.com/office/officeart/2005/8/layout/process3"/>
    <dgm:cxn modelId="{2A00D9CA-D289-DE4D-BBAA-24758A637713}" type="presParOf" srcId="{BE2FA3A1-6DEF-4685-B629-FD2DBA8BDC08}" destId="{1D0EAB1A-D9E3-4778-BA09-4EA2ADA712D6}" srcOrd="2" destOrd="0" presId="urn:microsoft.com/office/officeart/2005/8/layout/process3"/>
    <dgm:cxn modelId="{F9D1342B-2E80-914F-A305-CB47C945C403}" type="presParOf" srcId="{D0661C9F-8009-4A89-AA55-0CD56F333F90}" destId="{0047E0BC-31DD-47FF-BF51-45BBDE9BBD69}" srcOrd="3" destOrd="0" presId="urn:microsoft.com/office/officeart/2005/8/layout/process3"/>
    <dgm:cxn modelId="{C0D7A464-583F-7544-BD45-5A78236ECAE0}" type="presParOf" srcId="{0047E0BC-31DD-47FF-BF51-45BBDE9BBD69}" destId="{697E4F2E-D2C1-4C59-AB05-6B4E3632665F}" srcOrd="0" destOrd="0" presId="urn:microsoft.com/office/officeart/2005/8/layout/process3"/>
    <dgm:cxn modelId="{39D557E9-3A4D-434A-8B7F-9F619F755B17}" type="presParOf" srcId="{D0661C9F-8009-4A89-AA55-0CD56F333F90}" destId="{3E6B162F-B3B2-4FF0-B6DC-DCB6A828794B}" srcOrd="4" destOrd="0" presId="urn:microsoft.com/office/officeart/2005/8/layout/process3"/>
    <dgm:cxn modelId="{BC7DC559-818F-1D4E-BB10-25DB33206F2A}" type="presParOf" srcId="{3E6B162F-B3B2-4FF0-B6DC-DCB6A828794B}" destId="{0076B938-2449-4DDA-B381-D692E11B158D}" srcOrd="0" destOrd="0" presId="urn:microsoft.com/office/officeart/2005/8/layout/process3"/>
    <dgm:cxn modelId="{97965657-E7A5-A94D-BFCE-81F7DE6CB777}" type="presParOf" srcId="{3E6B162F-B3B2-4FF0-B6DC-DCB6A828794B}" destId="{DDDF1D34-6AE6-4908-81B2-9D2C120C47CD}" srcOrd="1" destOrd="0" presId="urn:microsoft.com/office/officeart/2005/8/layout/process3"/>
    <dgm:cxn modelId="{53E5EDCF-3524-5841-B3AB-CF79C33BB4A0}" type="presParOf" srcId="{3E6B162F-B3B2-4FF0-B6DC-DCB6A828794B}" destId="{6440EED0-7A91-4DFF-BCD0-4CC31D9E7A5B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BDDAFA-D94D-4ACD-9E49-1CB0BE8226BE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8FB0C65-9E1E-499C-900B-5DCF88C047CF}">
      <dgm:prSet phldrT="[Text]"/>
      <dgm:spPr/>
      <dgm:t>
        <a:bodyPr/>
        <a:lstStyle/>
        <a:p>
          <a:r>
            <a:rPr lang="es-MX" dirty="0"/>
            <a:t>Pagos Provisionales</a:t>
          </a:r>
        </a:p>
      </dgm:t>
    </dgm:pt>
    <dgm:pt modelId="{560EB2A2-485A-41AF-A23A-1481979A21F0}" type="parTrans" cxnId="{2C1F0473-9105-46BE-ADAC-86C86BBA7C05}">
      <dgm:prSet/>
      <dgm:spPr/>
      <dgm:t>
        <a:bodyPr/>
        <a:lstStyle/>
        <a:p>
          <a:endParaRPr lang="es-MX"/>
        </a:p>
      </dgm:t>
    </dgm:pt>
    <dgm:pt modelId="{A1D9F919-8C30-4E36-A8E8-39F7FF93E297}" type="sibTrans" cxnId="{2C1F0473-9105-46BE-ADAC-86C86BBA7C05}">
      <dgm:prSet/>
      <dgm:spPr/>
      <dgm:t>
        <a:bodyPr/>
        <a:lstStyle/>
        <a:p>
          <a:endParaRPr lang="es-MX"/>
        </a:p>
      </dgm:t>
    </dgm:pt>
    <dgm:pt modelId="{87438ABB-995A-4F63-B86D-9F542E4F4B29}">
      <dgm:prSet phldrT="[Text]"/>
      <dgm:spPr>
        <a:solidFill>
          <a:srgbClr val="00B0F0"/>
        </a:solidFill>
      </dgm:spPr>
      <dgm:t>
        <a:bodyPr/>
        <a:lstStyle/>
        <a:p>
          <a:r>
            <a:rPr lang="es-MX" dirty="0"/>
            <a:t>Primer Ejercicio</a:t>
          </a:r>
        </a:p>
      </dgm:t>
    </dgm:pt>
    <dgm:pt modelId="{619C4A4F-C0B6-4681-868B-046EF12EBB48}" type="parTrans" cxnId="{25F8C835-F602-4413-B0EF-6337380ED130}">
      <dgm:prSet/>
      <dgm:spPr/>
      <dgm:t>
        <a:bodyPr/>
        <a:lstStyle/>
        <a:p>
          <a:endParaRPr lang="es-MX"/>
        </a:p>
      </dgm:t>
    </dgm:pt>
    <dgm:pt modelId="{672D3709-2E6F-460D-830B-933EB450819A}" type="sibTrans" cxnId="{25F8C835-F602-4413-B0EF-6337380ED130}">
      <dgm:prSet/>
      <dgm:spPr/>
      <dgm:t>
        <a:bodyPr/>
        <a:lstStyle/>
        <a:p>
          <a:endParaRPr lang="es-MX"/>
        </a:p>
      </dgm:t>
    </dgm:pt>
    <dgm:pt modelId="{897DBC4D-7898-4CC4-B11A-F7B4AC69F209}">
      <dgm:prSet phldrT="[Text]"/>
      <dgm:spPr>
        <a:solidFill>
          <a:srgbClr val="00B0F0"/>
        </a:solidFill>
      </dgm:spPr>
      <dgm:t>
        <a:bodyPr/>
        <a:lstStyle/>
        <a:p>
          <a:r>
            <a:rPr lang="es-MX" dirty="0"/>
            <a:t>Segundo Ejercicio</a:t>
          </a:r>
        </a:p>
      </dgm:t>
    </dgm:pt>
    <dgm:pt modelId="{696DDC85-6ADE-4AD2-989D-6502072480A0}" type="parTrans" cxnId="{CDC1B8A6-A3B6-4EA8-B9E2-789D06BC3472}">
      <dgm:prSet/>
      <dgm:spPr/>
      <dgm:t>
        <a:bodyPr/>
        <a:lstStyle/>
        <a:p>
          <a:endParaRPr lang="es-MX"/>
        </a:p>
      </dgm:t>
    </dgm:pt>
    <dgm:pt modelId="{8B60B7AF-C8A3-41A3-B3D0-9F79E4EE21F8}" type="sibTrans" cxnId="{CDC1B8A6-A3B6-4EA8-B9E2-789D06BC3472}">
      <dgm:prSet/>
      <dgm:spPr/>
      <dgm:t>
        <a:bodyPr/>
        <a:lstStyle/>
        <a:p>
          <a:endParaRPr lang="es-MX"/>
        </a:p>
      </dgm:t>
    </dgm:pt>
    <dgm:pt modelId="{3C27E1D1-0EC6-40AA-AE5C-1674AFE9D5D7}">
      <dgm:prSet phldrT="[Text]"/>
      <dgm:spPr>
        <a:solidFill>
          <a:srgbClr val="00B0F0"/>
        </a:solidFill>
      </dgm:spPr>
      <dgm:t>
        <a:bodyPr/>
        <a:lstStyle/>
        <a:p>
          <a:r>
            <a:rPr lang="es-MX" dirty="0"/>
            <a:t>Ejercicios Posteriores</a:t>
          </a:r>
        </a:p>
      </dgm:t>
    </dgm:pt>
    <dgm:pt modelId="{1ADAF2DE-66A9-424C-B93E-62330F8C6929}" type="parTrans" cxnId="{A3D2DD4B-A1CC-4BCF-B5F2-501F7C99F28D}">
      <dgm:prSet/>
      <dgm:spPr/>
      <dgm:t>
        <a:bodyPr/>
        <a:lstStyle/>
        <a:p>
          <a:endParaRPr lang="es-MX"/>
        </a:p>
      </dgm:t>
    </dgm:pt>
    <dgm:pt modelId="{41FDE1AE-4AF6-4ED4-9DFA-F1754C7E9BB6}" type="sibTrans" cxnId="{A3D2DD4B-A1CC-4BCF-B5F2-501F7C99F28D}">
      <dgm:prSet/>
      <dgm:spPr/>
      <dgm:t>
        <a:bodyPr/>
        <a:lstStyle/>
        <a:p>
          <a:endParaRPr lang="es-MX"/>
        </a:p>
      </dgm:t>
    </dgm:pt>
    <dgm:pt modelId="{A7BC8820-B82D-4C15-AC43-B97BB6D2493A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Ejercicio de Liquidación</a:t>
          </a:r>
        </a:p>
      </dgm:t>
    </dgm:pt>
    <dgm:pt modelId="{774D548F-A633-450C-8FC1-CB3D86EB18CF}" type="parTrans" cxnId="{AD9CBAF7-B763-42A7-B9AD-0AB721E395CB}">
      <dgm:prSet/>
      <dgm:spPr/>
      <dgm:t>
        <a:bodyPr/>
        <a:lstStyle/>
        <a:p>
          <a:endParaRPr lang="es-MX"/>
        </a:p>
      </dgm:t>
    </dgm:pt>
    <dgm:pt modelId="{6ADCAFCC-D70A-406C-ABE5-536FC5E83843}" type="sibTrans" cxnId="{AD9CBAF7-B763-42A7-B9AD-0AB721E395CB}">
      <dgm:prSet/>
      <dgm:spPr/>
      <dgm:t>
        <a:bodyPr/>
        <a:lstStyle/>
        <a:p>
          <a:endParaRPr lang="es-MX"/>
        </a:p>
      </dgm:t>
    </dgm:pt>
    <dgm:pt modelId="{0804795D-FB78-4A02-86AF-4F920D19D676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Sin declaraciones</a:t>
          </a:r>
        </a:p>
      </dgm:t>
    </dgm:pt>
    <dgm:pt modelId="{6885A6F8-1601-4A45-A70D-308087C435D3}" type="parTrans" cxnId="{0DDBDAD5-F9CE-4304-8DB2-00B1ECD8D89D}">
      <dgm:prSet/>
      <dgm:spPr/>
      <dgm:t>
        <a:bodyPr/>
        <a:lstStyle/>
        <a:p>
          <a:endParaRPr lang="es-MX"/>
        </a:p>
      </dgm:t>
    </dgm:pt>
    <dgm:pt modelId="{A7C16546-1F18-4C01-8A4D-A0F38AB9304C}" type="sibTrans" cxnId="{0DDBDAD5-F9CE-4304-8DB2-00B1ECD8D89D}">
      <dgm:prSet/>
      <dgm:spPr/>
      <dgm:t>
        <a:bodyPr/>
        <a:lstStyle/>
        <a:p>
          <a:endParaRPr lang="es-MX"/>
        </a:p>
      </dgm:t>
    </dgm:pt>
    <dgm:pt modelId="{1E2134D0-7D6B-4188-836F-BB7642BE9D38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Primera Declaración</a:t>
          </a:r>
        </a:p>
      </dgm:t>
    </dgm:pt>
    <dgm:pt modelId="{F8268166-AB72-477F-B5F7-16DE9CB63A88}" type="parTrans" cxnId="{C595AA4B-F7E5-4198-991A-69A779652712}">
      <dgm:prSet/>
      <dgm:spPr/>
      <dgm:t>
        <a:bodyPr/>
        <a:lstStyle/>
        <a:p>
          <a:endParaRPr lang="es-MX"/>
        </a:p>
      </dgm:t>
    </dgm:pt>
    <dgm:pt modelId="{7ED18F31-298F-478F-88C3-8456DB99CDBF}" type="sibTrans" cxnId="{C595AA4B-F7E5-4198-991A-69A779652712}">
      <dgm:prSet/>
      <dgm:spPr/>
      <dgm:t>
        <a:bodyPr/>
        <a:lstStyle/>
        <a:p>
          <a:endParaRPr lang="es-MX"/>
        </a:p>
      </dgm:t>
    </dgm:pt>
    <dgm:pt modelId="{8C756FE3-088B-4673-AA6E-58C37A246C47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Declaraciones Posteriores</a:t>
          </a:r>
        </a:p>
      </dgm:t>
    </dgm:pt>
    <dgm:pt modelId="{BB878BA3-EFB6-47DE-B191-419EB45D05E5}" type="parTrans" cxnId="{6A9FE189-E631-43F0-B28A-2A5B835C2921}">
      <dgm:prSet/>
      <dgm:spPr/>
      <dgm:t>
        <a:bodyPr/>
        <a:lstStyle/>
        <a:p>
          <a:endParaRPr lang="es-MX"/>
        </a:p>
      </dgm:t>
    </dgm:pt>
    <dgm:pt modelId="{9D0A8293-EA9B-4FAF-96BA-08F42A5A1C33}" type="sibTrans" cxnId="{6A9FE189-E631-43F0-B28A-2A5B835C2921}">
      <dgm:prSet/>
      <dgm:spPr/>
      <dgm:t>
        <a:bodyPr/>
        <a:lstStyle/>
        <a:p>
          <a:endParaRPr lang="es-MX"/>
        </a:p>
      </dgm:t>
    </dgm:pt>
    <dgm:pt modelId="{5234D650-D9A2-4F1C-BEFF-88725A29928A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Tres primeros meses del ejercicio</a:t>
          </a:r>
        </a:p>
      </dgm:t>
    </dgm:pt>
    <dgm:pt modelId="{469DD7CB-1A7F-49C9-BFDB-1256A5C187E7}" type="parTrans" cxnId="{B618D05E-A879-4720-AD52-1FBB75EA3652}">
      <dgm:prSet/>
      <dgm:spPr/>
      <dgm:t>
        <a:bodyPr/>
        <a:lstStyle/>
        <a:p>
          <a:endParaRPr lang="es-MX"/>
        </a:p>
      </dgm:t>
    </dgm:pt>
    <dgm:pt modelId="{461CB2F1-9ED9-4EC5-B5F8-55219DB5A134}" type="sibTrans" cxnId="{B618D05E-A879-4720-AD52-1FBB75EA3652}">
      <dgm:prSet/>
      <dgm:spPr/>
      <dgm:t>
        <a:bodyPr/>
        <a:lstStyle/>
        <a:p>
          <a:endParaRPr lang="es-MX"/>
        </a:p>
      </dgm:t>
    </dgm:pt>
    <dgm:pt modelId="{5892D661-332C-4F6A-81C5-CC5984FC0B46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Mensualmente</a:t>
          </a:r>
        </a:p>
        <a:p>
          <a:r>
            <a:rPr lang="es-MX" dirty="0"/>
            <a:t>(Día 17 Posterior)</a:t>
          </a:r>
        </a:p>
      </dgm:t>
    </dgm:pt>
    <dgm:pt modelId="{F81CF9FB-652B-4EA9-ACF0-A157BE503D62}" type="parTrans" cxnId="{A7F66A1E-1182-4F01-82E9-56C1317E3A48}">
      <dgm:prSet/>
      <dgm:spPr/>
      <dgm:t>
        <a:bodyPr/>
        <a:lstStyle/>
        <a:p>
          <a:endParaRPr lang="es-MX"/>
        </a:p>
      </dgm:t>
    </dgm:pt>
    <dgm:pt modelId="{829D1C1D-4320-44B8-A960-96975C69142D}" type="sibTrans" cxnId="{A7F66A1E-1182-4F01-82E9-56C1317E3A48}">
      <dgm:prSet/>
      <dgm:spPr/>
      <dgm:t>
        <a:bodyPr/>
        <a:lstStyle/>
        <a:p>
          <a:endParaRPr lang="es-MX"/>
        </a:p>
      </dgm:t>
    </dgm:pt>
    <dgm:pt modelId="{F6AF5B47-858F-4572-B6AC-6E5CD2803669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Declaraciones mensuales</a:t>
          </a:r>
        </a:p>
      </dgm:t>
    </dgm:pt>
    <dgm:pt modelId="{38748FB8-DFBF-43E7-B4F8-5CA8F3CA3BE6}" type="parTrans" cxnId="{4B8CB819-99AF-49C2-9D4B-420246E6EDA9}">
      <dgm:prSet/>
      <dgm:spPr/>
      <dgm:t>
        <a:bodyPr/>
        <a:lstStyle/>
        <a:p>
          <a:endParaRPr lang="es-MX"/>
        </a:p>
      </dgm:t>
    </dgm:pt>
    <dgm:pt modelId="{6DFE501B-D495-43B7-8EFD-870F5F4E1754}" type="sibTrans" cxnId="{4B8CB819-99AF-49C2-9D4B-420246E6EDA9}">
      <dgm:prSet/>
      <dgm:spPr/>
      <dgm:t>
        <a:bodyPr/>
        <a:lstStyle/>
        <a:p>
          <a:endParaRPr lang="es-MX"/>
        </a:p>
      </dgm:t>
    </dgm:pt>
    <dgm:pt modelId="{EA6DA7A7-13C5-4542-88F6-9A11B720BEB0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Pagos Mensuales</a:t>
          </a:r>
        </a:p>
      </dgm:t>
    </dgm:pt>
    <dgm:pt modelId="{95A8E336-1DEC-49AB-80C2-4B0933C2690F}" type="parTrans" cxnId="{825E0EFD-3B70-4246-9CD7-1FB8BCFEC58C}">
      <dgm:prSet/>
      <dgm:spPr/>
      <dgm:t>
        <a:bodyPr/>
        <a:lstStyle/>
        <a:p>
          <a:endParaRPr lang="es-MX"/>
        </a:p>
      </dgm:t>
    </dgm:pt>
    <dgm:pt modelId="{45E70EBA-EB1C-404F-9899-03DC8EA651B6}" type="sibTrans" cxnId="{825E0EFD-3B70-4246-9CD7-1FB8BCFEC58C}">
      <dgm:prSet/>
      <dgm:spPr/>
      <dgm:t>
        <a:bodyPr/>
        <a:lstStyle/>
        <a:p>
          <a:endParaRPr lang="es-MX"/>
        </a:p>
      </dgm:t>
    </dgm:pt>
    <dgm:pt modelId="{50C67814-9322-4081-ADEF-3AD0B7D4DDE8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Declaración al término de cada año por el tiempo desde el inicio</a:t>
          </a:r>
        </a:p>
      </dgm:t>
    </dgm:pt>
    <dgm:pt modelId="{CB499BC9-6A53-4AB9-81BC-29D48A80D496}" type="parTrans" cxnId="{A8DDC354-D560-443C-A5A8-9E9C54069D5F}">
      <dgm:prSet/>
      <dgm:spPr/>
      <dgm:t>
        <a:bodyPr/>
        <a:lstStyle/>
        <a:p>
          <a:endParaRPr lang="es-MX"/>
        </a:p>
      </dgm:t>
    </dgm:pt>
    <dgm:pt modelId="{0DF529DE-DF92-4152-8427-251B7B6AA723}" type="sibTrans" cxnId="{A8DDC354-D560-443C-A5A8-9E9C54069D5F}">
      <dgm:prSet/>
      <dgm:spPr/>
      <dgm:t>
        <a:bodyPr/>
        <a:lstStyle/>
        <a:p>
          <a:endParaRPr lang="es-MX"/>
        </a:p>
      </dgm:t>
    </dgm:pt>
    <dgm:pt modelId="{A80689D7-BA12-4E7D-A302-458A46F9DE87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Base para el Coeficiente de Pagos Provisionales Mensuales</a:t>
          </a:r>
        </a:p>
      </dgm:t>
    </dgm:pt>
    <dgm:pt modelId="{1C3CB004-AAAE-489B-BA68-1E1B160F2AF0}" type="parTrans" cxnId="{361F43F4-48DB-448F-8ECE-3D58741F442C}">
      <dgm:prSet/>
      <dgm:spPr/>
      <dgm:t>
        <a:bodyPr/>
        <a:lstStyle/>
        <a:p>
          <a:endParaRPr lang="es-MX"/>
        </a:p>
      </dgm:t>
    </dgm:pt>
    <dgm:pt modelId="{97DD6F53-A7B5-4B0C-8B3B-F7EBAE586109}" type="sibTrans" cxnId="{361F43F4-48DB-448F-8ECE-3D58741F442C}">
      <dgm:prSet/>
      <dgm:spPr/>
      <dgm:t>
        <a:bodyPr/>
        <a:lstStyle/>
        <a:p>
          <a:endParaRPr lang="es-MX"/>
        </a:p>
      </dgm:t>
    </dgm:pt>
    <dgm:pt modelId="{AD0EBBAF-0A14-47EA-9B26-EC5B80CD52A6}">
      <dgm:prSet/>
      <dgm:spPr/>
      <dgm:t>
        <a:bodyPr/>
        <a:lstStyle/>
        <a:p>
          <a:r>
            <a:rPr lang="es-MX" dirty="0"/>
            <a:t>Inicio de Ejercicio por Fusión (nueva sociedad)</a:t>
          </a:r>
        </a:p>
      </dgm:t>
    </dgm:pt>
    <dgm:pt modelId="{2300855E-8E0D-4BEF-AB08-4A69C20F9D5A}" type="parTrans" cxnId="{4985E198-D752-4975-9651-4D6FAD2AFD4D}">
      <dgm:prSet/>
      <dgm:spPr/>
      <dgm:t>
        <a:bodyPr/>
        <a:lstStyle/>
        <a:p>
          <a:endParaRPr lang="es-MX"/>
        </a:p>
      </dgm:t>
    </dgm:pt>
    <dgm:pt modelId="{7C0F6828-05D1-4B71-AB27-71D2DC324771}" type="sibTrans" cxnId="{4985E198-D752-4975-9651-4D6FAD2AFD4D}">
      <dgm:prSet/>
      <dgm:spPr/>
      <dgm:t>
        <a:bodyPr/>
        <a:lstStyle/>
        <a:p>
          <a:endParaRPr lang="es-MX"/>
        </a:p>
      </dgm:t>
    </dgm:pt>
    <dgm:pt modelId="{F2C21980-FA2D-4120-A252-54575C17EFA6}">
      <dgm:prSet/>
      <dgm:spPr/>
      <dgm:t>
        <a:bodyPr/>
        <a:lstStyle/>
        <a:p>
          <a:r>
            <a:rPr lang="es-MX" dirty="0"/>
            <a:t>Utilidades e Ingresos Conjuntos</a:t>
          </a:r>
        </a:p>
      </dgm:t>
    </dgm:pt>
    <dgm:pt modelId="{51AD9DCC-0CBB-4543-AD6E-61AE93C7263B}" type="parTrans" cxnId="{3A9C9319-AE32-444D-A99F-CE845D9A568E}">
      <dgm:prSet/>
      <dgm:spPr/>
      <dgm:t>
        <a:bodyPr/>
        <a:lstStyle/>
        <a:p>
          <a:endParaRPr lang="es-MX"/>
        </a:p>
      </dgm:t>
    </dgm:pt>
    <dgm:pt modelId="{97EE785F-535C-4000-850E-41EA7B806CF3}" type="sibTrans" cxnId="{3A9C9319-AE32-444D-A99F-CE845D9A568E}">
      <dgm:prSet/>
      <dgm:spPr/>
      <dgm:t>
        <a:bodyPr/>
        <a:lstStyle/>
        <a:p>
          <a:endParaRPr lang="es-MX"/>
        </a:p>
      </dgm:t>
    </dgm:pt>
    <dgm:pt modelId="{3BCACFDB-0B8F-4221-BD09-B3DEBB1C9284}">
      <dgm:prSet/>
      <dgm:spPr/>
      <dgm:t>
        <a:bodyPr/>
        <a:lstStyle/>
        <a:p>
          <a:r>
            <a:rPr lang="es-MX" dirty="0"/>
            <a:t>Inicio de Ejercicio por Escisión</a:t>
          </a:r>
        </a:p>
      </dgm:t>
    </dgm:pt>
    <dgm:pt modelId="{E4853F8B-C44F-4094-8DAD-95DE1554C06E}" type="parTrans" cxnId="{4E8F359B-CFED-4943-B223-6E233C60009E}">
      <dgm:prSet/>
      <dgm:spPr/>
      <dgm:t>
        <a:bodyPr/>
        <a:lstStyle/>
        <a:p>
          <a:endParaRPr lang="es-MX"/>
        </a:p>
      </dgm:t>
    </dgm:pt>
    <dgm:pt modelId="{BAB14C2C-66F4-47C0-87F9-15A35937FAC0}" type="sibTrans" cxnId="{4E8F359B-CFED-4943-B223-6E233C60009E}">
      <dgm:prSet/>
      <dgm:spPr/>
      <dgm:t>
        <a:bodyPr/>
        <a:lstStyle/>
        <a:p>
          <a:endParaRPr lang="es-MX"/>
        </a:p>
      </dgm:t>
    </dgm:pt>
    <dgm:pt modelId="{D9CE485F-250F-429F-876A-E3024B1BB0D3}">
      <dgm:prSet/>
      <dgm:spPr/>
      <dgm:t>
        <a:bodyPr/>
        <a:lstStyle/>
        <a:p>
          <a:r>
            <a:rPr lang="es-MX" dirty="0"/>
            <a:t>Coeficiente de la Escindente</a:t>
          </a:r>
        </a:p>
      </dgm:t>
    </dgm:pt>
    <dgm:pt modelId="{59E3E084-9DC1-4A13-BFC1-72B1C5D8EB3E}" type="parTrans" cxnId="{033A9584-DDC8-43D4-A943-97BCDFF77AF8}">
      <dgm:prSet/>
      <dgm:spPr/>
      <dgm:t>
        <a:bodyPr/>
        <a:lstStyle/>
        <a:p>
          <a:endParaRPr lang="es-MX"/>
        </a:p>
      </dgm:t>
    </dgm:pt>
    <dgm:pt modelId="{119D6444-474B-4E31-8E78-07E4849B42D4}" type="sibTrans" cxnId="{033A9584-DDC8-43D4-A943-97BCDFF77AF8}">
      <dgm:prSet/>
      <dgm:spPr/>
      <dgm:t>
        <a:bodyPr/>
        <a:lstStyle/>
        <a:p>
          <a:endParaRPr lang="es-MX"/>
        </a:p>
      </dgm:t>
    </dgm:pt>
    <dgm:pt modelId="{BFC9AFD6-4DE6-471B-AF73-191FBDD4FA12}">
      <dgm:prSet/>
      <dgm:spPr/>
      <dgm:t>
        <a:bodyPr/>
        <a:lstStyle/>
        <a:p>
          <a:r>
            <a:rPr lang="es-MX" dirty="0"/>
            <a:t>Pagos Provisionales Anteriores permanecen en la Escindente</a:t>
          </a:r>
        </a:p>
      </dgm:t>
    </dgm:pt>
    <dgm:pt modelId="{7BA5FD13-A1AA-4D15-BD4F-DACE62AE9FAF}" type="parTrans" cxnId="{CE91D689-57EE-4D6D-95FA-398BF99A554C}">
      <dgm:prSet/>
      <dgm:spPr/>
      <dgm:t>
        <a:bodyPr/>
        <a:lstStyle/>
        <a:p>
          <a:endParaRPr lang="es-MX"/>
        </a:p>
      </dgm:t>
    </dgm:pt>
    <dgm:pt modelId="{A1C7C4B6-914C-405F-B1AF-FC796CE89E74}" type="sibTrans" cxnId="{CE91D689-57EE-4D6D-95FA-398BF99A554C}">
      <dgm:prSet/>
      <dgm:spPr/>
      <dgm:t>
        <a:bodyPr/>
        <a:lstStyle/>
        <a:p>
          <a:endParaRPr lang="es-MX"/>
        </a:p>
      </dgm:t>
    </dgm:pt>
    <dgm:pt modelId="{BDF596FF-41B0-406E-B3B2-5BC283E9F4ED}">
      <dgm:prSet/>
      <dgm:spPr/>
      <dgm:t>
        <a:bodyPr/>
        <a:lstStyle/>
        <a:p>
          <a:r>
            <a:rPr lang="es-MX" dirty="0"/>
            <a:t>Sociedades Fusionadas en Primer Ejercicio se toman datos de ese ejercicio</a:t>
          </a:r>
        </a:p>
      </dgm:t>
    </dgm:pt>
    <dgm:pt modelId="{9D50EBB0-0E07-4E68-AF7A-802BCBD3CA53}" type="parTrans" cxnId="{6C4A2139-F844-4421-91D1-D44912826DFB}">
      <dgm:prSet/>
      <dgm:spPr/>
      <dgm:t>
        <a:bodyPr/>
        <a:lstStyle/>
        <a:p>
          <a:endParaRPr lang="es-MX"/>
        </a:p>
      </dgm:t>
    </dgm:pt>
    <dgm:pt modelId="{B4B3D50C-4453-4AE0-99C0-A7F69CD2BFA5}" type="sibTrans" cxnId="{6C4A2139-F844-4421-91D1-D44912826DFB}">
      <dgm:prSet/>
      <dgm:spPr/>
      <dgm:t>
        <a:bodyPr/>
        <a:lstStyle/>
        <a:p>
          <a:endParaRPr lang="es-MX"/>
        </a:p>
      </dgm:t>
    </dgm:pt>
    <dgm:pt modelId="{D869225B-BC1A-4611-B38A-56C27B0B9E97}" type="pres">
      <dgm:prSet presAssocID="{9EBDDAFA-D94D-4ACD-9E49-1CB0BE8226BE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D1C76D0-DD21-4BF5-8AD9-B9A77CC52A56}" type="pres">
      <dgm:prSet presAssocID="{C8FB0C65-9E1E-499C-900B-5DCF88C047CF}" presName="vertOne" presStyleCnt="0"/>
      <dgm:spPr/>
    </dgm:pt>
    <dgm:pt modelId="{18965B63-441A-4E7D-A082-F64949E8E25D}" type="pres">
      <dgm:prSet presAssocID="{C8FB0C65-9E1E-499C-900B-5DCF88C047CF}" presName="txOne" presStyleLbl="node0" presStyleIdx="0" presStyleCnt="1">
        <dgm:presLayoutVars>
          <dgm:chPref val="3"/>
        </dgm:presLayoutVars>
      </dgm:prSet>
      <dgm:spPr/>
    </dgm:pt>
    <dgm:pt modelId="{0FD31CE7-3416-4D4C-B90A-AD2A64DE5A2E}" type="pres">
      <dgm:prSet presAssocID="{C8FB0C65-9E1E-499C-900B-5DCF88C047CF}" presName="parTransOne" presStyleCnt="0"/>
      <dgm:spPr/>
    </dgm:pt>
    <dgm:pt modelId="{DEAE3B4E-FD58-4277-B68B-22DF107BC4F6}" type="pres">
      <dgm:prSet presAssocID="{C8FB0C65-9E1E-499C-900B-5DCF88C047CF}" presName="horzOne" presStyleCnt="0"/>
      <dgm:spPr/>
    </dgm:pt>
    <dgm:pt modelId="{058B1409-6FD7-44E1-97F3-F17179E18DBF}" type="pres">
      <dgm:prSet presAssocID="{87438ABB-995A-4F63-B86D-9F542E4F4B29}" presName="vertTwo" presStyleCnt="0"/>
      <dgm:spPr/>
    </dgm:pt>
    <dgm:pt modelId="{27DBE4F6-B01A-40DF-8A3D-B3D296B67853}" type="pres">
      <dgm:prSet presAssocID="{87438ABB-995A-4F63-B86D-9F542E4F4B29}" presName="txTwo" presStyleLbl="node2" presStyleIdx="0" presStyleCnt="6">
        <dgm:presLayoutVars>
          <dgm:chPref val="3"/>
        </dgm:presLayoutVars>
      </dgm:prSet>
      <dgm:spPr/>
    </dgm:pt>
    <dgm:pt modelId="{A36B2FBC-2F64-4719-8EA7-FC13AEB35F7A}" type="pres">
      <dgm:prSet presAssocID="{87438ABB-995A-4F63-B86D-9F542E4F4B29}" presName="parTransTwo" presStyleCnt="0"/>
      <dgm:spPr/>
    </dgm:pt>
    <dgm:pt modelId="{2A9B2535-22BD-4DB5-B1B0-36EAD04ED969}" type="pres">
      <dgm:prSet presAssocID="{87438ABB-995A-4F63-B86D-9F542E4F4B29}" presName="horzTwo" presStyleCnt="0"/>
      <dgm:spPr/>
    </dgm:pt>
    <dgm:pt modelId="{F4BE5E44-0C7F-43EC-B90F-9790EFC50FAD}" type="pres">
      <dgm:prSet presAssocID="{0804795D-FB78-4A02-86AF-4F920D19D676}" presName="vertThree" presStyleCnt="0"/>
      <dgm:spPr/>
    </dgm:pt>
    <dgm:pt modelId="{2BBD0C46-15A1-40E2-83D9-EAED32C4E49B}" type="pres">
      <dgm:prSet presAssocID="{0804795D-FB78-4A02-86AF-4F920D19D676}" presName="txThree" presStyleLbl="node3" presStyleIdx="0" presStyleCnt="9">
        <dgm:presLayoutVars>
          <dgm:chPref val="3"/>
        </dgm:presLayoutVars>
      </dgm:prSet>
      <dgm:spPr/>
    </dgm:pt>
    <dgm:pt modelId="{25EB81FA-E197-4E96-BEF5-26213E900987}" type="pres">
      <dgm:prSet presAssocID="{0804795D-FB78-4A02-86AF-4F920D19D676}" presName="horzThree" presStyleCnt="0"/>
      <dgm:spPr/>
    </dgm:pt>
    <dgm:pt modelId="{F46DA947-A84B-4758-B9A9-D9848CF9AE8B}" type="pres">
      <dgm:prSet presAssocID="{672D3709-2E6F-460D-830B-933EB450819A}" presName="sibSpaceTwo" presStyleCnt="0"/>
      <dgm:spPr/>
    </dgm:pt>
    <dgm:pt modelId="{A64A6DDC-BC4E-4E8B-AF8B-AB04AD4CD553}" type="pres">
      <dgm:prSet presAssocID="{897DBC4D-7898-4CC4-B11A-F7B4AC69F209}" presName="vertTwo" presStyleCnt="0"/>
      <dgm:spPr/>
    </dgm:pt>
    <dgm:pt modelId="{8A77DD8F-2C57-4053-AA36-D210AC8A5EF7}" type="pres">
      <dgm:prSet presAssocID="{897DBC4D-7898-4CC4-B11A-F7B4AC69F209}" presName="txTwo" presStyleLbl="node2" presStyleIdx="1" presStyleCnt="6">
        <dgm:presLayoutVars>
          <dgm:chPref val="3"/>
        </dgm:presLayoutVars>
      </dgm:prSet>
      <dgm:spPr/>
    </dgm:pt>
    <dgm:pt modelId="{61FA9238-E1F5-40A0-B17C-0D02F3916F4F}" type="pres">
      <dgm:prSet presAssocID="{897DBC4D-7898-4CC4-B11A-F7B4AC69F209}" presName="parTransTwo" presStyleCnt="0"/>
      <dgm:spPr/>
    </dgm:pt>
    <dgm:pt modelId="{44BBEEA4-B57E-442F-B45B-0DBCA4F7E3F9}" type="pres">
      <dgm:prSet presAssocID="{897DBC4D-7898-4CC4-B11A-F7B4AC69F209}" presName="horzTwo" presStyleCnt="0"/>
      <dgm:spPr/>
    </dgm:pt>
    <dgm:pt modelId="{6D2B3CC1-4972-49C5-BB8A-7D631992164A}" type="pres">
      <dgm:prSet presAssocID="{1E2134D0-7D6B-4188-836F-BB7642BE9D38}" presName="vertThree" presStyleCnt="0"/>
      <dgm:spPr/>
    </dgm:pt>
    <dgm:pt modelId="{27A8DB17-62D6-42CC-9F40-0F87CB19EF88}" type="pres">
      <dgm:prSet presAssocID="{1E2134D0-7D6B-4188-836F-BB7642BE9D38}" presName="txThree" presStyleLbl="node3" presStyleIdx="1" presStyleCnt="9">
        <dgm:presLayoutVars>
          <dgm:chPref val="3"/>
        </dgm:presLayoutVars>
      </dgm:prSet>
      <dgm:spPr/>
    </dgm:pt>
    <dgm:pt modelId="{7A644584-B862-4760-A8AB-3BEFCEEB8CDC}" type="pres">
      <dgm:prSet presAssocID="{1E2134D0-7D6B-4188-836F-BB7642BE9D38}" presName="parTransThree" presStyleCnt="0"/>
      <dgm:spPr/>
    </dgm:pt>
    <dgm:pt modelId="{BF384A18-D7DE-4559-90D1-66DA7892D96C}" type="pres">
      <dgm:prSet presAssocID="{1E2134D0-7D6B-4188-836F-BB7642BE9D38}" presName="horzThree" presStyleCnt="0"/>
      <dgm:spPr/>
    </dgm:pt>
    <dgm:pt modelId="{25852400-BE86-4B15-AC54-43BF474BD8D2}" type="pres">
      <dgm:prSet presAssocID="{5234D650-D9A2-4F1C-BEFF-88725A29928A}" presName="vertFour" presStyleCnt="0">
        <dgm:presLayoutVars>
          <dgm:chPref val="3"/>
        </dgm:presLayoutVars>
      </dgm:prSet>
      <dgm:spPr/>
    </dgm:pt>
    <dgm:pt modelId="{C830CBB1-6575-4A81-969C-7D69C4929AD9}" type="pres">
      <dgm:prSet presAssocID="{5234D650-D9A2-4F1C-BEFF-88725A29928A}" presName="txFour" presStyleLbl="node4" presStyleIdx="0" presStyleCnt="4">
        <dgm:presLayoutVars>
          <dgm:chPref val="3"/>
        </dgm:presLayoutVars>
      </dgm:prSet>
      <dgm:spPr/>
    </dgm:pt>
    <dgm:pt modelId="{F7D683C8-1A80-4468-8661-19793351AC41}" type="pres">
      <dgm:prSet presAssocID="{5234D650-D9A2-4F1C-BEFF-88725A29928A}" presName="horzFour" presStyleCnt="0"/>
      <dgm:spPr/>
    </dgm:pt>
    <dgm:pt modelId="{40B8A38F-ABFF-453E-9DDB-C205A548443B}" type="pres">
      <dgm:prSet presAssocID="{7ED18F31-298F-478F-88C3-8456DB99CDBF}" presName="sibSpaceThree" presStyleCnt="0"/>
      <dgm:spPr/>
    </dgm:pt>
    <dgm:pt modelId="{6DB7832E-BBA1-40ED-A846-D7A9DA409D81}" type="pres">
      <dgm:prSet presAssocID="{8C756FE3-088B-4673-AA6E-58C37A246C47}" presName="vertThree" presStyleCnt="0"/>
      <dgm:spPr/>
    </dgm:pt>
    <dgm:pt modelId="{7D7D55C0-43D7-4D10-8976-89653F38C3C7}" type="pres">
      <dgm:prSet presAssocID="{8C756FE3-088B-4673-AA6E-58C37A246C47}" presName="txThree" presStyleLbl="node3" presStyleIdx="2" presStyleCnt="9">
        <dgm:presLayoutVars>
          <dgm:chPref val="3"/>
        </dgm:presLayoutVars>
      </dgm:prSet>
      <dgm:spPr/>
    </dgm:pt>
    <dgm:pt modelId="{BC862CAF-F5D1-48BD-A09B-5086848DECB6}" type="pres">
      <dgm:prSet presAssocID="{8C756FE3-088B-4673-AA6E-58C37A246C47}" presName="parTransThree" presStyleCnt="0"/>
      <dgm:spPr/>
    </dgm:pt>
    <dgm:pt modelId="{A2C95415-0CA7-4A1F-8CD7-AA691058BF74}" type="pres">
      <dgm:prSet presAssocID="{8C756FE3-088B-4673-AA6E-58C37A246C47}" presName="horzThree" presStyleCnt="0"/>
      <dgm:spPr/>
    </dgm:pt>
    <dgm:pt modelId="{EC5A90A3-5E6F-417B-9D51-41049FA5BE3E}" type="pres">
      <dgm:prSet presAssocID="{5892D661-332C-4F6A-81C5-CC5984FC0B46}" presName="vertFour" presStyleCnt="0">
        <dgm:presLayoutVars>
          <dgm:chPref val="3"/>
        </dgm:presLayoutVars>
      </dgm:prSet>
      <dgm:spPr/>
    </dgm:pt>
    <dgm:pt modelId="{8E2D9F37-54B6-4FBD-B11C-39FB619ACEC2}" type="pres">
      <dgm:prSet presAssocID="{5892D661-332C-4F6A-81C5-CC5984FC0B46}" presName="txFour" presStyleLbl="node4" presStyleIdx="1" presStyleCnt="4">
        <dgm:presLayoutVars>
          <dgm:chPref val="3"/>
        </dgm:presLayoutVars>
      </dgm:prSet>
      <dgm:spPr/>
    </dgm:pt>
    <dgm:pt modelId="{AFF1BC3B-C2CA-495E-A6DA-F255DD246970}" type="pres">
      <dgm:prSet presAssocID="{5892D661-332C-4F6A-81C5-CC5984FC0B46}" presName="horzFour" presStyleCnt="0"/>
      <dgm:spPr/>
    </dgm:pt>
    <dgm:pt modelId="{42D10CCA-DBEB-44C7-9217-230413492ED7}" type="pres">
      <dgm:prSet presAssocID="{8B60B7AF-C8A3-41A3-B3D0-9F79E4EE21F8}" presName="sibSpaceTwo" presStyleCnt="0"/>
      <dgm:spPr/>
    </dgm:pt>
    <dgm:pt modelId="{534C0237-307C-4D8E-A48B-87DCD33EE8DD}" type="pres">
      <dgm:prSet presAssocID="{3C27E1D1-0EC6-40AA-AE5C-1674AFE9D5D7}" presName="vertTwo" presStyleCnt="0"/>
      <dgm:spPr/>
    </dgm:pt>
    <dgm:pt modelId="{AE986A43-24AC-44BE-B31A-A70193DF41AC}" type="pres">
      <dgm:prSet presAssocID="{3C27E1D1-0EC6-40AA-AE5C-1674AFE9D5D7}" presName="txTwo" presStyleLbl="node2" presStyleIdx="2" presStyleCnt="6">
        <dgm:presLayoutVars>
          <dgm:chPref val="3"/>
        </dgm:presLayoutVars>
      </dgm:prSet>
      <dgm:spPr/>
    </dgm:pt>
    <dgm:pt modelId="{B3413AFA-B891-413A-B813-1B798EFBA7C9}" type="pres">
      <dgm:prSet presAssocID="{3C27E1D1-0EC6-40AA-AE5C-1674AFE9D5D7}" presName="parTransTwo" presStyleCnt="0"/>
      <dgm:spPr/>
    </dgm:pt>
    <dgm:pt modelId="{B9632DE0-8996-4538-A7CA-04FE3291FBBA}" type="pres">
      <dgm:prSet presAssocID="{3C27E1D1-0EC6-40AA-AE5C-1674AFE9D5D7}" presName="horzTwo" presStyleCnt="0"/>
      <dgm:spPr/>
    </dgm:pt>
    <dgm:pt modelId="{9528E64F-2BD8-443E-B95E-7E21C631ABC4}" type="pres">
      <dgm:prSet presAssocID="{F6AF5B47-858F-4572-B6AC-6E5CD2803669}" presName="vertThree" presStyleCnt="0"/>
      <dgm:spPr/>
    </dgm:pt>
    <dgm:pt modelId="{6F96F520-511B-42E3-9B22-16847426880A}" type="pres">
      <dgm:prSet presAssocID="{F6AF5B47-858F-4572-B6AC-6E5CD2803669}" presName="txThree" presStyleLbl="node3" presStyleIdx="3" presStyleCnt="9">
        <dgm:presLayoutVars>
          <dgm:chPref val="3"/>
        </dgm:presLayoutVars>
      </dgm:prSet>
      <dgm:spPr/>
    </dgm:pt>
    <dgm:pt modelId="{87BCBFF7-9D5E-41BF-8E79-CB3BA779A538}" type="pres">
      <dgm:prSet presAssocID="{F6AF5B47-858F-4572-B6AC-6E5CD2803669}" presName="horzThree" presStyleCnt="0"/>
      <dgm:spPr/>
    </dgm:pt>
    <dgm:pt modelId="{801B6B8F-BED2-42EC-97ED-65AB2394B082}" type="pres">
      <dgm:prSet presAssocID="{41FDE1AE-4AF6-4ED4-9DFA-F1754C7E9BB6}" presName="sibSpaceTwo" presStyleCnt="0"/>
      <dgm:spPr/>
    </dgm:pt>
    <dgm:pt modelId="{04F343AE-9601-4D3A-8938-1A1EAB1CB610}" type="pres">
      <dgm:prSet presAssocID="{A7BC8820-B82D-4C15-AC43-B97BB6D2493A}" presName="vertTwo" presStyleCnt="0"/>
      <dgm:spPr/>
    </dgm:pt>
    <dgm:pt modelId="{0226BA7A-0B1F-466A-A2F7-5B6038CCB5C8}" type="pres">
      <dgm:prSet presAssocID="{A7BC8820-B82D-4C15-AC43-B97BB6D2493A}" presName="txTwo" presStyleLbl="node2" presStyleIdx="3" presStyleCnt="6">
        <dgm:presLayoutVars>
          <dgm:chPref val="3"/>
        </dgm:presLayoutVars>
      </dgm:prSet>
      <dgm:spPr/>
    </dgm:pt>
    <dgm:pt modelId="{4A4BE764-C9AA-44F8-B850-D1F3B404C54D}" type="pres">
      <dgm:prSet presAssocID="{A7BC8820-B82D-4C15-AC43-B97BB6D2493A}" presName="parTransTwo" presStyleCnt="0"/>
      <dgm:spPr/>
    </dgm:pt>
    <dgm:pt modelId="{0106F704-E916-40C2-A82E-6195BA75A31E}" type="pres">
      <dgm:prSet presAssocID="{A7BC8820-B82D-4C15-AC43-B97BB6D2493A}" presName="horzTwo" presStyleCnt="0"/>
      <dgm:spPr/>
    </dgm:pt>
    <dgm:pt modelId="{C1951589-B0AD-4D1C-BD9E-903EF97F4F25}" type="pres">
      <dgm:prSet presAssocID="{EA6DA7A7-13C5-4542-88F6-9A11B720BEB0}" presName="vertThree" presStyleCnt="0"/>
      <dgm:spPr/>
    </dgm:pt>
    <dgm:pt modelId="{F72A00FA-D241-4778-8556-2969CA352C66}" type="pres">
      <dgm:prSet presAssocID="{EA6DA7A7-13C5-4542-88F6-9A11B720BEB0}" presName="txThree" presStyleLbl="node3" presStyleIdx="4" presStyleCnt="9">
        <dgm:presLayoutVars>
          <dgm:chPref val="3"/>
        </dgm:presLayoutVars>
      </dgm:prSet>
      <dgm:spPr/>
    </dgm:pt>
    <dgm:pt modelId="{131BAF82-AC28-4CEF-9B76-421F0B7549C8}" type="pres">
      <dgm:prSet presAssocID="{EA6DA7A7-13C5-4542-88F6-9A11B720BEB0}" presName="horzThree" presStyleCnt="0"/>
      <dgm:spPr/>
    </dgm:pt>
    <dgm:pt modelId="{3A7B64A4-72BD-413E-B291-0AC70CFD7D4C}" type="pres">
      <dgm:prSet presAssocID="{45E70EBA-EB1C-404F-9899-03DC8EA651B6}" presName="sibSpaceThree" presStyleCnt="0"/>
      <dgm:spPr/>
    </dgm:pt>
    <dgm:pt modelId="{442D0C1E-8493-4D62-83F9-7D6B5171C2C2}" type="pres">
      <dgm:prSet presAssocID="{50C67814-9322-4081-ADEF-3AD0B7D4DDE8}" presName="vertThree" presStyleCnt="0"/>
      <dgm:spPr/>
    </dgm:pt>
    <dgm:pt modelId="{CC29A73D-7087-472B-BC82-35BDCF6BBD8E}" type="pres">
      <dgm:prSet presAssocID="{50C67814-9322-4081-ADEF-3AD0B7D4DDE8}" presName="txThree" presStyleLbl="node3" presStyleIdx="5" presStyleCnt="9">
        <dgm:presLayoutVars>
          <dgm:chPref val="3"/>
        </dgm:presLayoutVars>
      </dgm:prSet>
      <dgm:spPr/>
    </dgm:pt>
    <dgm:pt modelId="{AC82FE63-C241-4A75-84B2-24E1B7C70FC5}" type="pres">
      <dgm:prSet presAssocID="{50C67814-9322-4081-ADEF-3AD0B7D4DDE8}" presName="parTransThree" presStyleCnt="0"/>
      <dgm:spPr/>
    </dgm:pt>
    <dgm:pt modelId="{F6ABC6FA-FF69-4139-AFCF-AE1B1D3B7083}" type="pres">
      <dgm:prSet presAssocID="{50C67814-9322-4081-ADEF-3AD0B7D4DDE8}" presName="horzThree" presStyleCnt="0"/>
      <dgm:spPr/>
    </dgm:pt>
    <dgm:pt modelId="{ED37FB66-F931-45C4-9804-93D887F40CC1}" type="pres">
      <dgm:prSet presAssocID="{A80689D7-BA12-4E7D-A302-458A46F9DE87}" presName="vertFour" presStyleCnt="0">
        <dgm:presLayoutVars>
          <dgm:chPref val="3"/>
        </dgm:presLayoutVars>
      </dgm:prSet>
      <dgm:spPr/>
    </dgm:pt>
    <dgm:pt modelId="{61623732-63BA-4CC8-ABBA-CDEC6ED008F1}" type="pres">
      <dgm:prSet presAssocID="{A80689D7-BA12-4E7D-A302-458A46F9DE87}" presName="txFour" presStyleLbl="node4" presStyleIdx="2" presStyleCnt="4">
        <dgm:presLayoutVars>
          <dgm:chPref val="3"/>
        </dgm:presLayoutVars>
      </dgm:prSet>
      <dgm:spPr/>
    </dgm:pt>
    <dgm:pt modelId="{E2DB3412-441B-401B-BF9C-0626F60B8520}" type="pres">
      <dgm:prSet presAssocID="{A80689D7-BA12-4E7D-A302-458A46F9DE87}" presName="horzFour" presStyleCnt="0"/>
      <dgm:spPr/>
    </dgm:pt>
    <dgm:pt modelId="{3CDCB260-0C58-431A-9F31-9DC1449B088C}" type="pres">
      <dgm:prSet presAssocID="{6ADCAFCC-D70A-406C-ABE5-536FC5E83843}" presName="sibSpaceTwo" presStyleCnt="0"/>
      <dgm:spPr/>
    </dgm:pt>
    <dgm:pt modelId="{6551B657-9EB1-4643-840B-F50D3B16B828}" type="pres">
      <dgm:prSet presAssocID="{AD0EBBAF-0A14-47EA-9B26-EC5B80CD52A6}" presName="vertTwo" presStyleCnt="0"/>
      <dgm:spPr/>
    </dgm:pt>
    <dgm:pt modelId="{3AC89BDA-D29A-419B-B7E8-795B1219FE0E}" type="pres">
      <dgm:prSet presAssocID="{AD0EBBAF-0A14-47EA-9B26-EC5B80CD52A6}" presName="txTwo" presStyleLbl="node2" presStyleIdx="4" presStyleCnt="6">
        <dgm:presLayoutVars>
          <dgm:chPref val="3"/>
        </dgm:presLayoutVars>
      </dgm:prSet>
      <dgm:spPr/>
    </dgm:pt>
    <dgm:pt modelId="{5DEBB54C-308F-4D2E-A856-A60074047ADB}" type="pres">
      <dgm:prSet presAssocID="{AD0EBBAF-0A14-47EA-9B26-EC5B80CD52A6}" presName="parTransTwo" presStyleCnt="0"/>
      <dgm:spPr/>
    </dgm:pt>
    <dgm:pt modelId="{CF477E3E-F931-4D51-96EF-8129398A2E59}" type="pres">
      <dgm:prSet presAssocID="{AD0EBBAF-0A14-47EA-9B26-EC5B80CD52A6}" presName="horzTwo" presStyleCnt="0"/>
      <dgm:spPr/>
    </dgm:pt>
    <dgm:pt modelId="{4BAC66DC-2E20-4D86-A3AB-28F7A8B17C01}" type="pres">
      <dgm:prSet presAssocID="{F2C21980-FA2D-4120-A252-54575C17EFA6}" presName="vertThree" presStyleCnt="0"/>
      <dgm:spPr/>
    </dgm:pt>
    <dgm:pt modelId="{B6342C7B-BED3-4A87-B0E8-9CD53B2E21F3}" type="pres">
      <dgm:prSet presAssocID="{F2C21980-FA2D-4120-A252-54575C17EFA6}" presName="txThree" presStyleLbl="node3" presStyleIdx="6" presStyleCnt="9">
        <dgm:presLayoutVars>
          <dgm:chPref val="3"/>
        </dgm:presLayoutVars>
      </dgm:prSet>
      <dgm:spPr/>
    </dgm:pt>
    <dgm:pt modelId="{D08A60BA-8A52-4C8D-9CBA-3ACFE600786C}" type="pres">
      <dgm:prSet presAssocID="{F2C21980-FA2D-4120-A252-54575C17EFA6}" presName="parTransThree" presStyleCnt="0"/>
      <dgm:spPr/>
    </dgm:pt>
    <dgm:pt modelId="{E92BA09F-7786-489B-9D9B-C99E8E24DDA5}" type="pres">
      <dgm:prSet presAssocID="{F2C21980-FA2D-4120-A252-54575C17EFA6}" presName="horzThree" presStyleCnt="0"/>
      <dgm:spPr/>
    </dgm:pt>
    <dgm:pt modelId="{0F34933F-C917-40AD-A42F-F5FED09D46C2}" type="pres">
      <dgm:prSet presAssocID="{BDF596FF-41B0-406E-B3B2-5BC283E9F4ED}" presName="vertFour" presStyleCnt="0">
        <dgm:presLayoutVars>
          <dgm:chPref val="3"/>
        </dgm:presLayoutVars>
      </dgm:prSet>
      <dgm:spPr/>
    </dgm:pt>
    <dgm:pt modelId="{77D0BC66-10A4-428F-98C6-810A684A5D53}" type="pres">
      <dgm:prSet presAssocID="{BDF596FF-41B0-406E-B3B2-5BC283E9F4ED}" presName="txFour" presStyleLbl="node4" presStyleIdx="3" presStyleCnt="4">
        <dgm:presLayoutVars>
          <dgm:chPref val="3"/>
        </dgm:presLayoutVars>
      </dgm:prSet>
      <dgm:spPr/>
    </dgm:pt>
    <dgm:pt modelId="{AFDA6507-CAC1-4D0F-8A62-A4E99B8633CC}" type="pres">
      <dgm:prSet presAssocID="{BDF596FF-41B0-406E-B3B2-5BC283E9F4ED}" presName="horzFour" presStyleCnt="0"/>
      <dgm:spPr/>
    </dgm:pt>
    <dgm:pt modelId="{1637E915-9BAC-4CFD-8F67-9E41C6A6A7AC}" type="pres">
      <dgm:prSet presAssocID="{7C0F6828-05D1-4B71-AB27-71D2DC324771}" presName="sibSpaceTwo" presStyleCnt="0"/>
      <dgm:spPr/>
    </dgm:pt>
    <dgm:pt modelId="{8179AA1A-CC51-41AF-B05D-62BC8755D565}" type="pres">
      <dgm:prSet presAssocID="{3BCACFDB-0B8F-4221-BD09-B3DEBB1C9284}" presName="vertTwo" presStyleCnt="0"/>
      <dgm:spPr/>
    </dgm:pt>
    <dgm:pt modelId="{22F3C1CD-2E5F-47B1-BC75-360292D37A35}" type="pres">
      <dgm:prSet presAssocID="{3BCACFDB-0B8F-4221-BD09-B3DEBB1C9284}" presName="txTwo" presStyleLbl="node2" presStyleIdx="5" presStyleCnt="6">
        <dgm:presLayoutVars>
          <dgm:chPref val="3"/>
        </dgm:presLayoutVars>
      </dgm:prSet>
      <dgm:spPr/>
    </dgm:pt>
    <dgm:pt modelId="{BA55A2D4-8BA3-4E81-9859-9CBD3DAECE95}" type="pres">
      <dgm:prSet presAssocID="{3BCACFDB-0B8F-4221-BD09-B3DEBB1C9284}" presName="parTransTwo" presStyleCnt="0"/>
      <dgm:spPr/>
    </dgm:pt>
    <dgm:pt modelId="{D2B4A546-F452-416B-8E97-D3679EB3A699}" type="pres">
      <dgm:prSet presAssocID="{3BCACFDB-0B8F-4221-BD09-B3DEBB1C9284}" presName="horzTwo" presStyleCnt="0"/>
      <dgm:spPr/>
    </dgm:pt>
    <dgm:pt modelId="{9BC5B238-5072-47BF-8EBC-DC94EBC985B1}" type="pres">
      <dgm:prSet presAssocID="{D9CE485F-250F-429F-876A-E3024B1BB0D3}" presName="vertThree" presStyleCnt="0"/>
      <dgm:spPr/>
    </dgm:pt>
    <dgm:pt modelId="{F53CFBF2-4AB4-43BC-8568-C5B9ABF93566}" type="pres">
      <dgm:prSet presAssocID="{D9CE485F-250F-429F-876A-E3024B1BB0D3}" presName="txThree" presStyleLbl="node3" presStyleIdx="7" presStyleCnt="9">
        <dgm:presLayoutVars>
          <dgm:chPref val="3"/>
        </dgm:presLayoutVars>
      </dgm:prSet>
      <dgm:spPr/>
    </dgm:pt>
    <dgm:pt modelId="{0AAEF20D-A084-415C-B078-E33A07079670}" type="pres">
      <dgm:prSet presAssocID="{D9CE485F-250F-429F-876A-E3024B1BB0D3}" presName="horzThree" presStyleCnt="0"/>
      <dgm:spPr/>
    </dgm:pt>
    <dgm:pt modelId="{2F509B5C-4462-4FE8-B103-E53F23BE112D}" type="pres">
      <dgm:prSet presAssocID="{119D6444-474B-4E31-8E78-07E4849B42D4}" presName="sibSpaceThree" presStyleCnt="0"/>
      <dgm:spPr/>
    </dgm:pt>
    <dgm:pt modelId="{D69376DA-BF2B-4A4B-80EE-E794E98DCFD5}" type="pres">
      <dgm:prSet presAssocID="{BFC9AFD6-4DE6-471B-AF73-191FBDD4FA12}" presName="vertThree" presStyleCnt="0"/>
      <dgm:spPr/>
    </dgm:pt>
    <dgm:pt modelId="{73125387-2CBA-4633-A32A-54503E2AED79}" type="pres">
      <dgm:prSet presAssocID="{BFC9AFD6-4DE6-471B-AF73-191FBDD4FA12}" presName="txThree" presStyleLbl="node3" presStyleIdx="8" presStyleCnt="9">
        <dgm:presLayoutVars>
          <dgm:chPref val="3"/>
        </dgm:presLayoutVars>
      </dgm:prSet>
      <dgm:spPr/>
    </dgm:pt>
    <dgm:pt modelId="{A711E534-8AD7-4F5E-BEA9-8D9ED85DF54E}" type="pres">
      <dgm:prSet presAssocID="{BFC9AFD6-4DE6-471B-AF73-191FBDD4FA12}" presName="horzThree" presStyleCnt="0"/>
      <dgm:spPr/>
    </dgm:pt>
  </dgm:ptLst>
  <dgm:cxnLst>
    <dgm:cxn modelId="{3A9C9319-AE32-444D-A99F-CE845D9A568E}" srcId="{AD0EBBAF-0A14-47EA-9B26-EC5B80CD52A6}" destId="{F2C21980-FA2D-4120-A252-54575C17EFA6}" srcOrd="0" destOrd="0" parTransId="{51AD9DCC-0CBB-4543-AD6E-61AE93C7263B}" sibTransId="{97EE785F-535C-4000-850E-41EA7B806CF3}"/>
    <dgm:cxn modelId="{4B8CB819-99AF-49C2-9D4B-420246E6EDA9}" srcId="{3C27E1D1-0EC6-40AA-AE5C-1674AFE9D5D7}" destId="{F6AF5B47-858F-4572-B6AC-6E5CD2803669}" srcOrd="0" destOrd="0" parTransId="{38748FB8-DFBF-43E7-B4F8-5CA8F3CA3BE6}" sibTransId="{6DFE501B-D495-43B7-8EFD-870F5F4E1754}"/>
    <dgm:cxn modelId="{18EF8B1B-887D-429A-BBAC-915DEBF1E0AC}" type="presOf" srcId="{F2C21980-FA2D-4120-A252-54575C17EFA6}" destId="{B6342C7B-BED3-4A87-B0E8-9CD53B2E21F3}" srcOrd="0" destOrd="0" presId="urn:microsoft.com/office/officeart/2005/8/layout/hierarchy4"/>
    <dgm:cxn modelId="{A7F66A1E-1182-4F01-82E9-56C1317E3A48}" srcId="{8C756FE3-088B-4673-AA6E-58C37A246C47}" destId="{5892D661-332C-4F6A-81C5-CC5984FC0B46}" srcOrd="0" destOrd="0" parTransId="{F81CF9FB-652B-4EA9-ACF0-A157BE503D62}" sibTransId="{829D1C1D-4320-44B8-A960-96975C69142D}"/>
    <dgm:cxn modelId="{17F1F028-1FF2-47C1-B2F3-DF39A09C11D2}" type="presOf" srcId="{5892D661-332C-4F6A-81C5-CC5984FC0B46}" destId="{8E2D9F37-54B6-4FBD-B11C-39FB619ACEC2}" srcOrd="0" destOrd="0" presId="urn:microsoft.com/office/officeart/2005/8/layout/hierarchy4"/>
    <dgm:cxn modelId="{69E92534-0C4C-4DE8-B744-00422874E6FA}" type="presOf" srcId="{3C27E1D1-0EC6-40AA-AE5C-1674AFE9D5D7}" destId="{AE986A43-24AC-44BE-B31A-A70193DF41AC}" srcOrd="0" destOrd="0" presId="urn:microsoft.com/office/officeart/2005/8/layout/hierarchy4"/>
    <dgm:cxn modelId="{25F8C835-F602-4413-B0EF-6337380ED130}" srcId="{C8FB0C65-9E1E-499C-900B-5DCF88C047CF}" destId="{87438ABB-995A-4F63-B86D-9F542E4F4B29}" srcOrd="0" destOrd="0" parTransId="{619C4A4F-C0B6-4681-868B-046EF12EBB48}" sibTransId="{672D3709-2E6F-460D-830B-933EB450819A}"/>
    <dgm:cxn modelId="{6C4A2139-F844-4421-91D1-D44912826DFB}" srcId="{F2C21980-FA2D-4120-A252-54575C17EFA6}" destId="{BDF596FF-41B0-406E-B3B2-5BC283E9F4ED}" srcOrd="0" destOrd="0" parTransId="{9D50EBB0-0E07-4E68-AF7A-802BCBD3CA53}" sibTransId="{B4B3D50C-4453-4AE0-99C0-A7F69CD2BFA5}"/>
    <dgm:cxn modelId="{96532D39-CD37-4860-BEE8-D984A622004C}" type="presOf" srcId="{9EBDDAFA-D94D-4ACD-9E49-1CB0BE8226BE}" destId="{D869225B-BC1A-4611-B38A-56C27B0B9E97}" srcOrd="0" destOrd="0" presId="urn:microsoft.com/office/officeart/2005/8/layout/hierarchy4"/>
    <dgm:cxn modelId="{B618D05E-A879-4720-AD52-1FBB75EA3652}" srcId="{1E2134D0-7D6B-4188-836F-BB7642BE9D38}" destId="{5234D650-D9A2-4F1C-BEFF-88725A29928A}" srcOrd="0" destOrd="0" parTransId="{469DD7CB-1A7F-49C9-BFDB-1256A5C187E7}" sibTransId="{461CB2F1-9ED9-4EC5-B5F8-55219DB5A134}"/>
    <dgm:cxn modelId="{1A6B1563-BE83-4601-A304-AEE880D583D9}" type="presOf" srcId="{A80689D7-BA12-4E7D-A302-458A46F9DE87}" destId="{61623732-63BA-4CC8-ABBA-CDEC6ED008F1}" srcOrd="0" destOrd="0" presId="urn:microsoft.com/office/officeart/2005/8/layout/hierarchy4"/>
    <dgm:cxn modelId="{78083563-1281-407E-BEEC-6C14C762883B}" type="presOf" srcId="{50C67814-9322-4081-ADEF-3AD0B7D4DDE8}" destId="{CC29A73D-7087-472B-BC82-35BDCF6BBD8E}" srcOrd="0" destOrd="0" presId="urn:microsoft.com/office/officeart/2005/8/layout/hierarchy4"/>
    <dgm:cxn modelId="{83A55148-A231-43FC-90C5-86BDBDE80220}" type="presOf" srcId="{897DBC4D-7898-4CC4-B11A-F7B4AC69F209}" destId="{8A77DD8F-2C57-4053-AA36-D210AC8A5EF7}" srcOrd="0" destOrd="0" presId="urn:microsoft.com/office/officeart/2005/8/layout/hierarchy4"/>
    <dgm:cxn modelId="{5D97D368-5329-4EFE-A8FD-9D102A1F2CF5}" type="presOf" srcId="{1E2134D0-7D6B-4188-836F-BB7642BE9D38}" destId="{27A8DB17-62D6-42CC-9F40-0F87CB19EF88}" srcOrd="0" destOrd="0" presId="urn:microsoft.com/office/officeart/2005/8/layout/hierarchy4"/>
    <dgm:cxn modelId="{C595AA4B-F7E5-4198-991A-69A779652712}" srcId="{897DBC4D-7898-4CC4-B11A-F7B4AC69F209}" destId="{1E2134D0-7D6B-4188-836F-BB7642BE9D38}" srcOrd="0" destOrd="0" parTransId="{F8268166-AB72-477F-B5F7-16DE9CB63A88}" sibTransId="{7ED18F31-298F-478F-88C3-8456DB99CDBF}"/>
    <dgm:cxn modelId="{A3D2DD4B-A1CC-4BCF-B5F2-501F7C99F28D}" srcId="{C8FB0C65-9E1E-499C-900B-5DCF88C047CF}" destId="{3C27E1D1-0EC6-40AA-AE5C-1674AFE9D5D7}" srcOrd="2" destOrd="0" parTransId="{1ADAF2DE-66A9-424C-B93E-62330F8C6929}" sibTransId="{41FDE1AE-4AF6-4ED4-9DFA-F1754C7E9BB6}"/>
    <dgm:cxn modelId="{2C1F0473-9105-46BE-ADAC-86C86BBA7C05}" srcId="{9EBDDAFA-D94D-4ACD-9E49-1CB0BE8226BE}" destId="{C8FB0C65-9E1E-499C-900B-5DCF88C047CF}" srcOrd="0" destOrd="0" parTransId="{560EB2A2-485A-41AF-A23A-1481979A21F0}" sibTransId="{A1D9F919-8C30-4E36-A8E8-39F7FF93E297}"/>
    <dgm:cxn modelId="{A8DDC354-D560-443C-A5A8-9E9C54069D5F}" srcId="{A7BC8820-B82D-4C15-AC43-B97BB6D2493A}" destId="{50C67814-9322-4081-ADEF-3AD0B7D4DDE8}" srcOrd="1" destOrd="0" parTransId="{CB499BC9-6A53-4AB9-81BC-29D48A80D496}" sibTransId="{0DF529DE-DF92-4152-8427-251B7B6AA723}"/>
    <dgm:cxn modelId="{6199DD75-563D-46AE-9E00-DF21E720C22C}" type="presOf" srcId="{5234D650-D9A2-4F1C-BEFF-88725A29928A}" destId="{C830CBB1-6575-4A81-969C-7D69C4929AD9}" srcOrd="0" destOrd="0" presId="urn:microsoft.com/office/officeart/2005/8/layout/hierarchy4"/>
    <dgm:cxn modelId="{033A9584-DDC8-43D4-A943-97BCDFF77AF8}" srcId="{3BCACFDB-0B8F-4221-BD09-B3DEBB1C9284}" destId="{D9CE485F-250F-429F-876A-E3024B1BB0D3}" srcOrd="0" destOrd="0" parTransId="{59E3E084-9DC1-4A13-BFC1-72B1C5D8EB3E}" sibTransId="{119D6444-474B-4E31-8E78-07E4849B42D4}"/>
    <dgm:cxn modelId="{D22B1F87-5E27-45D9-974B-0880C9D8D53D}" type="presOf" srcId="{3BCACFDB-0B8F-4221-BD09-B3DEBB1C9284}" destId="{22F3C1CD-2E5F-47B1-BC75-360292D37A35}" srcOrd="0" destOrd="0" presId="urn:microsoft.com/office/officeart/2005/8/layout/hierarchy4"/>
    <dgm:cxn modelId="{CE91D689-57EE-4D6D-95FA-398BF99A554C}" srcId="{3BCACFDB-0B8F-4221-BD09-B3DEBB1C9284}" destId="{BFC9AFD6-4DE6-471B-AF73-191FBDD4FA12}" srcOrd="1" destOrd="0" parTransId="{7BA5FD13-A1AA-4D15-BD4F-DACE62AE9FAF}" sibTransId="{A1C7C4B6-914C-405F-B1AF-FC796CE89E74}"/>
    <dgm:cxn modelId="{6A9FE189-E631-43F0-B28A-2A5B835C2921}" srcId="{897DBC4D-7898-4CC4-B11A-F7B4AC69F209}" destId="{8C756FE3-088B-4673-AA6E-58C37A246C47}" srcOrd="1" destOrd="0" parTransId="{BB878BA3-EFB6-47DE-B191-419EB45D05E5}" sibTransId="{9D0A8293-EA9B-4FAF-96BA-08F42A5A1C33}"/>
    <dgm:cxn modelId="{EF9E7E8A-7F25-4C0F-818F-1D08402AA216}" type="presOf" srcId="{BDF596FF-41B0-406E-B3B2-5BC283E9F4ED}" destId="{77D0BC66-10A4-428F-98C6-810A684A5D53}" srcOrd="0" destOrd="0" presId="urn:microsoft.com/office/officeart/2005/8/layout/hierarchy4"/>
    <dgm:cxn modelId="{2032338F-B0DA-48DC-B799-106A5A4E70F0}" type="presOf" srcId="{AD0EBBAF-0A14-47EA-9B26-EC5B80CD52A6}" destId="{3AC89BDA-D29A-419B-B7E8-795B1219FE0E}" srcOrd="0" destOrd="0" presId="urn:microsoft.com/office/officeart/2005/8/layout/hierarchy4"/>
    <dgm:cxn modelId="{77D7F790-6074-4201-90AC-BD479AC0A780}" type="presOf" srcId="{A7BC8820-B82D-4C15-AC43-B97BB6D2493A}" destId="{0226BA7A-0B1F-466A-A2F7-5B6038CCB5C8}" srcOrd="0" destOrd="0" presId="urn:microsoft.com/office/officeart/2005/8/layout/hierarchy4"/>
    <dgm:cxn modelId="{B2DE4A91-EECC-4ACF-B271-A21E610FB99D}" type="presOf" srcId="{F6AF5B47-858F-4572-B6AC-6E5CD2803669}" destId="{6F96F520-511B-42E3-9B22-16847426880A}" srcOrd="0" destOrd="0" presId="urn:microsoft.com/office/officeart/2005/8/layout/hierarchy4"/>
    <dgm:cxn modelId="{4985E198-D752-4975-9651-4D6FAD2AFD4D}" srcId="{C8FB0C65-9E1E-499C-900B-5DCF88C047CF}" destId="{AD0EBBAF-0A14-47EA-9B26-EC5B80CD52A6}" srcOrd="4" destOrd="0" parTransId="{2300855E-8E0D-4BEF-AB08-4A69C20F9D5A}" sibTransId="{7C0F6828-05D1-4B71-AB27-71D2DC324771}"/>
    <dgm:cxn modelId="{4D98BF99-5567-4ECB-A245-DA0D48982713}" type="presOf" srcId="{8C756FE3-088B-4673-AA6E-58C37A246C47}" destId="{7D7D55C0-43D7-4D10-8976-89653F38C3C7}" srcOrd="0" destOrd="0" presId="urn:microsoft.com/office/officeart/2005/8/layout/hierarchy4"/>
    <dgm:cxn modelId="{4E8F359B-CFED-4943-B223-6E233C60009E}" srcId="{C8FB0C65-9E1E-499C-900B-5DCF88C047CF}" destId="{3BCACFDB-0B8F-4221-BD09-B3DEBB1C9284}" srcOrd="5" destOrd="0" parTransId="{E4853F8B-C44F-4094-8DAD-95DE1554C06E}" sibTransId="{BAB14C2C-66F4-47C0-87F9-15A35937FAC0}"/>
    <dgm:cxn modelId="{1A168CA3-D32D-4B23-8014-FCC68140814A}" type="presOf" srcId="{D9CE485F-250F-429F-876A-E3024B1BB0D3}" destId="{F53CFBF2-4AB4-43BC-8568-C5B9ABF93566}" srcOrd="0" destOrd="0" presId="urn:microsoft.com/office/officeart/2005/8/layout/hierarchy4"/>
    <dgm:cxn modelId="{CDC1B8A6-A3B6-4EA8-B9E2-789D06BC3472}" srcId="{C8FB0C65-9E1E-499C-900B-5DCF88C047CF}" destId="{897DBC4D-7898-4CC4-B11A-F7B4AC69F209}" srcOrd="1" destOrd="0" parTransId="{696DDC85-6ADE-4AD2-989D-6502072480A0}" sibTransId="{8B60B7AF-C8A3-41A3-B3D0-9F79E4EE21F8}"/>
    <dgm:cxn modelId="{DAF4C9AD-E5DA-4F11-A6A6-9A60211E8FBC}" type="presOf" srcId="{EA6DA7A7-13C5-4542-88F6-9A11B720BEB0}" destId="{F72A00FA-D241-4778-8556-2969CA352C66}" srcOrd="0" destOrd="0" presId="urn:microsoft.com/office/officeart/2005/8/layout/hierarchy4"/>
    <dgm:cxn modelId="{8FC7FBB2-6272-426C-A98E-4DE0D9F4636B}" type="presOf" srcId="{0804795D-FB78-4A02-86AF-4F920D19D676}" destId="{2BBD0C46-15A1-40E2-83D9-EAED32C4E49B}" srcOrd="0" destOrd="0" presId="urn:microsoft.com/office/officeart/2005/8/layout/hierarchy4"/>
    <dgm:cxn modelId="{0894D5CD-F52F-4362-A6CB-FDC1B3C0F716}" type="presOf" srcId="{C8FB0C65-9E1E-499C-900B-5DCF88C047CF}" destId="{18965B63-441A-4E7D-A082-F64949E8E25D}" srcOrd="0" destOrd="0" presId="urn:microsoft.com/office/officeart/2005/8/layout/hierarchy4"/>
    <dgm:cxn modelId="{0DDBDAD5-F9CE-4304-8DB2-00B1ECD8D89D}" srcId="{87438ABB-995A-4F63-B86D-9F542E4F4B29}" destId="{0804795D-FB78-4A02-86AF-4F920D19D676}" srcOrd="0" destOrd="0" parTransId="{6885A6F8-1601-4A45-A70D-308087C435D3}" sibTransId="{A7C16546-1F18-4C01-8A4D-A0F38AB9304C}"/>
    <dgm:cxn modelId="{D13A74DC-E049-420A-B195-9BFEEFFE6ACF}" type="presOf" srcId="{87438ABB-995A-4F63-B86D-9F542E4F4B29}" destId="{27DBE4F6-B01A-40DF-8A3D-B3D296B67853}" srcOrd="0" destOrd="0" presId="urn:microsoft.com/office/officeart/2005/8/layout/hierarchy4"/>
    <dgm:cxn modelId="{361F43F4-48DB-448F-8ECE-3D58741F442C}" srcId="{50C67814-9322-4081-ADEF-3AD0B7D4DDE8}" destId="{A80689D7-BA12-4E7D-A302-458A46F9DE87}" srcOrd="0" destOrd="0" parTransId="{1C3CB004-AAAE-489B-BA68-1E1B160F2AF0}" sibTransId="{97DD6F53-A7B5-4B0C-8B3B-F7EBAE586109}"/>
    <dgm:cxn modelId="{AD9CBAF7-B763-42A7-B9AD-0AB721E395CB}" srcId="{C8FB0C65-9E1E-499C-900B-5DCF88C047CF}" destId="{A7BC8820-B82D-4C15-AC43-B97BB6D2493A}" srcOrd="3" destOrd="0" parTransId="{774D548F-A633-450C-8FC1-CB3D86EB18CF}" sibTransId="{6ADCAFCC-D70A-406C-ABE5-536FC5E83843}"/>
    <dgm:cxn modelId="{8061DBF8-8872-4E94-9A5B-96C5F27B197C}" type="presOf" srcId="{BFC9AFD6-4DE6-471B-AF73-191FBDD4FA12}" destId="{73125387-2CBA-4633-A32A-54503E2AED79}" srcOrd="0" destOrd="0" presId="urn:microsoft.com/office/officeart/2005/8/layout/hierarchy4"/>
    <dgm:cxn modelId="{825E0EFD-3B70-4246-9CD7-1FB8BCFEC58C}" srcId="{A7BC8820-B82D-4C15-AC43-B97BB6D2493A}" destId="{EA6DA7A7-13C5-4542-88F6-9A11B720BEB0}" srcOrd="0" destOrd="0" parTransId="{95A8E336-1DEC-49AB-80C2-4B0933C2690F}" sibTransId="{45E70EBA-EB1C-404F-9899-03DC8EA651B6}"/>
    <dgm:cxn modelId="{209AE0CD-2256-4545-8542-27D4CBA79B63}" type="presParOf" srcId="{D869225B-BC1A-4611-B38A-56C27B0B9E97}" destId="{5D1C76D0-DD21-4BF5-8AD9-B9A77CC52A56}" srcOrd="0" destOrd="0" presId="urn:microsoft.com/office/officeart/2005/8/layout/hierarchy4"/>
    <dgm:cxn modelId="{625219B1-A055-4587-9302-6C7B1CC21BAF}" type="presParOf" srcId="{5D1C76D0-DD21-4BF5-8AD9-B9A77CC52A56}" destId="{18965B63-441A-4E7D-A082-F64949E8E25D}" srcOrd="0" destOrd="0" presId="urn:microsoft.com/office/officeart/2005/8/layout/hierarchy4"/>
    <dgm:cxn modelId="{ECFF12BB-E96E-434D-8261-4FA88F61DDB4}" type="presParOf" srcId="{5D1C76D0-DD21-4BF5-8AD9-B9A77CC52A56}" destId="{0FD31CE7-3416-4D4C-B90A-AD2A64DE5A2E}" srcOrd="1" destOrd="0" presId="urn:microsoft.com/office/officeart/2005/8/layout/hierarchy4"/>
    <dgm:cxn modelId="{FCFB860C-44BD-486C-AE61-39A9E5C920DB}" type="presParOf" srcId="{5D1C76D0-DD21-4BF5-8AD9-B9A77CC52A56}" destId="{DEAE3B4E-FD58-4277-B68B-22DF107BC4F6}" srcOrd="2" destOrd="0" presId="urn:microsoft.com/office/officeart/2005/8/layout/hierarchy4"/>
    <dgm:cxn modelId="{0451910D-1A49-4024-963D-AA72B1CB4D0D}" type="presParOf" srcId="{DEAE3B4E-FD58-4277-B68B-22DF107BC4F6}" destId="{058B1409-6FD7-44E1-97F3-F17179E18DBF}" srcOrd="0" destOrd="0" presId="urn:microsoft.com/office/officeart/2005/8/layout/hierarchy4"/>
    <dgm:cxn modelId="{A7BBA5D6-BFB6-44C0-A641-238ECE04FC38}" type="presParOf" srcId="{058B1409-6FD7-44E1-97F3-F17179E18DBF}" destId="{27DBE4F6-B01A-40DF-8A3D-B3D296B67853}" srcOrd="0" destOrd="0" presId="urn:microsoft.com/office/officeart/2005/8/layout/hierarchy4"/>
    <dgm:cxn modelId="{2194554C-1D29-4ABF-AD08-16020363DFB4}" type="presParOf" srcId="{058B1409-6FD7-44E1-97F3-F17179E18DBF}" destId="{A36B2FBC-2F64-4719-8EA7-FC13AEB35F7A}" srcOrd="1" destOrd="0" presId="urn:microsoft.com/office/officeart/2005/8/layout/hierarchy4"/>
    <dgm:cxn modelId="{E4C7C645-1C36-456C-9F1D-5CD37D9BD9AE}" type="presParOf" srcId="{058B1409-6FD7-44E1-97F3-F17179E18DBF}" destId="{2A9B2535-22BD-4DB5-B1B0-36EAD04ED969}" srcOrd="2" destOrd="0" presId="urn:microsoft.com/office/officeart/2005/8/layout/hierarchy4"/>
    <dgm:cxn modelId="{3843D669-E28A-4359-B1B6-5F99AF0FD0E7}" type="presParOf" srcId="{2A9B2535-22BD-4DB5-B1B0-36EAD04ED969}" destId="{F4BE5E44-0C7F-43EC-B90F-9790EFC50FAD}" srcOrd="0" destOrd="0" presId="urn:microsoft.com/office/officeart/2005/8/layout/hierarchy4"/>
    <dgm:cxn modelId="{5811CE60-728B-4DB7-9E94-17A5D7BAA89C}" type="presParOf" srcId="{F4BE5E44-0C7F-43EC-B90F-9790EFC50FAD}" destId="{2BBD0C46-15A1-40E2-83D9-EAED32C4E49B}" srcOrd="0" destOrd="0" presId="urn:microsoft.com/office/officeart/2005/8/layout/hierarchy4"/>
    <dgm:cxn modelId="{CE3772B7-5A59-48A3-95D7-1E1AE2E415FE}" type="presParOf" srcId="{F4BE5E44-0C7F-43EC-B90F-9790EFC50FAD}" destId="{25EB81FA-E197-4E96-BEF5-26213E900987}" srcOrd="1" destOrd="0" presId="urn:microsoft.com/office/officeart/2005/8/layout/hierarchy4"/>
    <dgm:cxn modelId="{B86932BB-1001-42FA-96F9-40A592A2EF0C}" type="presParOf" srcId="{DEAE3B4E-FD58-4277-B68B-22DF107BC4F6}" destId="{F46DA947-A84B-4758-B9A9-D9848CF9AE8B}" srcOrd="1" destOrd="0" presId="urn:microsoft.com/office/officeart/2005/8/layout/hierarchy4"/>
    <dgm:cxn modelId="{59663DB6-91EB-4E1E-9F45-D40E634819E3}" type="presParOf" srcId="{DEAE3B4E-FD58-4277-B68B-22DF107BC4F6}" destId="{A64A6DDC-BC4E-4E8B-AF8B-AB04AD4CD553}" srcOrd="2" destOrd="0" presId="urn:microsoft.com/office/officeart/2005/8/layout/hierarchy4"/>
    <dgm:cxn modelId="{7BB595BE-6296-4566-A717-CF30507105F4}" type="presParOf" srcId="{A64A6DDC-BC4E-4E8B-AF8B-AB04AD4CD553}" destId="{8A77DD8F-2C57-4053-AA36-D210AC8A5EF7}" srcOrd="0" destOrd="0" presId="urn:microsoft.com/office/officeart/2005/8/layout/hierarchy4"/>
    <dgm:cxn modelId="{0404B0B1-089D-4E0E-90CF-D05CB789C4D4}" type="presParOf" srcId="{A64A6DDC-BC4E-4E8B-AF8B-AB04AD4CD553}" destId="{61FA9238-E1F5-40A0-B17C-0D02F3916F4F}" srcOrd="1" destOrd="0" presId="urn:microsoft.com/office/officeart/2005/8/layout/hierarchy4"/>
    <dgm:cxn modelId="{4F43CA32-5ACB-41A9-93ED-1E42435F1155}" type="presParOf" srcId="{A64A6DDC-BC4E-4E8B-AF8B-AB04AD4CD553}" destId="{44BBEEA4-B57E-442F-B45B-0DBCA4F7E3F9}" srcOrd="2" destOrd="0" presId="urn:microsoft.com/office/officeart/2005/8/layout/hierarchy4"/>
    <dgm:cxn modelId="{CE4FEF10-5D24-4BFE-B7F1-5C5840EA2F6E}" type="presParOf" srcId="{44BBEEA4-B57E-442F-B45B-0DBCA4F7E3F9}" destId="{6D2B3CC1-4972-49C5-BB8A-7D631992164A}" srcOrd="0" destOrd="0" presId="urn:microsoft.com/office/officeart/2005/8/layout/hierarchy4"/>
    <dgm:cxn modelId="{8A35628C-65B5-4DDC-95A5-B87E47E67524}" type="presParOf" srcId="{6D2B3CC1-4972-49C5-BB8A-7D631992164A}" destId="{27A8DB17-62D6-42CC-9F40-0F87CB19EF88}" srcOrd="0" destOrd="0" presId="urn:microsoft.com/office/officeart/2005/8/layout/hierarchy4"/>
    <dgm:cxn modelId="{BC4160B5-2260-4D08-B62A-39B95F1BFC37}" type="presParOf" srcId="{6D2B3CC1-4972-49C5-BB8A-7D631992164A}" destId="{7A644584-B862-4760-A8AB-3BEFCEEB8CDC}" srcOrd="1" destOrd="0" presId="urn:microsoft.com/office/officeart/2005/8/layout/hierarchy4"/>
    <dgm:cxn modelId="{E8C2C5E8-B4B4-45BB-ABA1-E24017F6595E}" type="presParOf" srcId="{6D2B3CC1-4972-49C5-BB8A-7D631992164A}" destId="{BF384A18-D7DE-4559-90D1-66DA7892D96C}" srcOrd="2" destOrd="0" presId="urn:microsoft.com/office/officeart/2005/8/layout/hierarchy4"/>
    <dgm:cxn modelId="{2E5E60CA-BABE-47E5-B832-D6C755998FA0}" type="presParOf" srcId="{BF384A18-D7DE-4559-90D1-66DA7892D96C}" destId="{25852400-BE86-4B15-AC54-43BF474BD8D2}" srcOrd="0" destOrd="0" presId="urn:microsoft.com/office/officeart/2005/8/layout/hierarchy4"/>
    <dgm:cxn modelId="{9FCD80AC-68F9-4A9B-870A-9F583A349390}" type="presParOf" srcId="{25852400-BE86-4B15-AC54-43BF474BD8D2}" destId="{C830CBB1-6575-4A81-969C-7D69C4929AD9}" srcOrd="0" destOrd="0" presId="urn:microsoft.com/office/officeart/2005/8/layout/hierarchy4"/>
    <dgm:cxn modelId="{85C6679C-B36A-450F-A5B4-675D4A264D06}" type="presParOf" srcId="{25852400-BE86-4B15-AC54-43BF474BD8D2}" destId="{F7D683C8-1A80-4468-8661-19793351AC41}" srcOrd="1" destOrd="0" presId="urn:microsoft.com/office/officeart/2005/8/layout/hierarchy4"/>
    <dgm:cxn modelId="{6B5BBFC8-1F33-453A-AC16-DE6CC845B9BF}" type="presParOf" srcId="{44BBEEA4-B57E-442F-B45B-0DBCA4F7E3F9}" destId="{40B8A38F-ABFF-453E-9DDB-C205A548443B}" srcOrd="1" destOrd="0" presId="urn:microsoft.com/office/officeart/2005/8/layout/hierarchy4"/>
    <dgm:cxn modelId="{FF7A0A04-EF48-400C-8F75-489C870EF86E}" type="presParOf" srcId="{44BBEEA4-B57E-442F-B45B-0DBCA4F7E3F9}" destId="{6DB7832E-BBA1-40ED-A846-D7A9DA409D81}" srcOrd="2" destOrd="0" presId="urn:microsoft.com/office/officeart/2005/8/layout/hierarchy4"/>
    <dgm:cxn modelId="{44DDD27A-927C-4543-B34C-054453135F7E}" type="presParOf" srcId="{6DB7832E-BBA1-40ED-A846-D7A9DA409D81}" destId="{7D7D55C0-43D7-4D10-8976-89653F38C3C7}" srcOrd="0" destOrd="0" presId="urn:microsoft.com/office/officeart/2005/8/layout/hierarchy4"/>
    <dgm:cxn modelId="{6A0CD0C9-7895-4C4F-BDDF-DC585DD69F1E}" type="presParOf" srcId="{6DB7832E-BBA1-40ED-A846-D7A9DA409D81}" destId="{BC862CAF-F5D1-48BD-A09B-5086848DECB6}" srcOrd="1" destOrd="0" presId="urn:microsoft.com/office/officeart/2005/8/layout/hierarchy4"/>
    <dgm:cxn modelId="{0E27D478-9A7C-41EF-B545-2AA1C6A286D9}" type="presParOf" srcId="{6DB7832E-BBA1-40ED-A846-D7A9DA409D81}" destId="{A2C95415-0CA7-4A1F-8CD7-AA691058BF74}" srcOrd="2" destOrd="0" presId="urn:microsoft.com/office/officeart/2005/8/layout/hierarchy4"/>
    <dgm:cxn modelId="{8DB91DEE-4CD2-44B1-AD2E-54851D63222E}" type="presParOf" srcId="{A2C95415-0CA7-4A1F-8CD7-AA691058BF74}" destId="{EC5A90A3-5E6F-417B-9D51-41049FA5BE3E}" srcOrd="0" destOrd="0" presId="urn:microsoft.com/office/officeart/2005/8/layout/hierarchy4"/>
    <dgm:cxn modelId="{BF6E9B5D-80DD-422F-B196-B502A19CFF0B}" type="presParOf" srcId="{EC5A90A3-5E6F-417B-9D51-41049FA5BE3E}" destId="{8E2D9F37-54B6-4FBD-B11C-39FB619ACEC2}" srcOrd="0" destOrd="0" presId="urn:microsoft.com/office/officeart/2005/8/layout/hierarchy4"/>
    <dgm:cxn modelId="{0BD4A286-5303-4FBE-B215-AD04B308C581}" type="presParOf" srcId="{EC5A90A3-5E6F-417B-9D51-41049FA5BE3E}" destId="{AFF1BC3B-C2CA-495E-A6DA-F255DD246970}" srcOrd="1" destOrd="0" presId="urn:microsoft.com/office/officeart/2005/8/layout/hierarchy4"/>
    <dgm:cxn modelId="{F6968D6A-8754-412A-9360-4769A9C9199D}" type="presParOf" srcId="{DEAE3B4E-FD58-4277-B68B-22DF107BC4F6}" destId="{42D10CCA-DBEB-44C7-9217-230413492ED7}" srcOrd="3" destOrd="0" presId="urn:microsoft.com/office/officeart/2005/8/layout/hierarchy4"/>
    <dgm:cxn modelId="{49B2F77B-294D-4FF9-A618-F918A74A2259}" type="presParOf" srcId="{DEAE3B4E-FD58-4277-B68B-22DF107BC4F6}" destId="{534C0237-307C-4D8E-A48B-87DCD33EE8DD}" srcOrd="4" destOrd="0" presId="urn:microsoft.com/office/officeart/2005/8/layout/hierarchy4"/>
    <dgm:cxn modelId="{3F1BBAE1-853D-46FD-8874-C4248AA67F8D}" type="presParOf" srcId="{534C0237-307C-4D8E-A48B-87DCD33EE8DD}" destId="{AE986A43-24AC-44BE-B31A-A70193DF41AC}" srcOrd="0" destOrd="0" presId="urn:microsoft.com/office/officeart/2005/8/layout/hierarchy4"/>
    <dgm:cxn modelId="{F96C2994-B991-45E9-B9F2-E9229B8611FC}" type="presParOf" srcId="{534C0237-307C-4D8E-A48B-87DCD33EE8DD}" destId="{B3413AFA-B891-413A-B813-1B798EFBA7C9}" srcOrd="1" destOrd="0" presId="urn:microsoft.com/office/officeart/2005/8/layout/hierarchy4"/>
    <dgm:cxn modelId="{9394A9E9-9998-45EE-B74A-0571AFFD8D44}" type="presParOf" srcId="{534C0237-307C-4D8E-A48B-87DCD33EE8DD}" destId="{B9632DE0-8996-4538-A7CA-04FE3291FBBA}" srcOrd="2" destOrd="0" presId="urn:microsoft.com/office/officeart/2005/8/layout/hierarchy4"/>
    <dgm:cxn modelId="{E4DCE43A-1E60-414E-8538-81A5F3B2A299}" type="presParOf" srcId="{B9632DE0-8996-4538-A7CA-04FE3291FBBA}" destId="{9528E64F-2BD8-443E-B95E-7E21C631ABC4}" srcOrd="0" destOrd="0" presId="urn:microsoft.com/office/officeart/2005/8/layout/hierarchy4"/>
    <dgm:cxn modelId="{FDA27612-F2FB-4B0B-A16B-F6439F297062}" type="presParOf" srcId="{9528E64F-2BD8-443E-B95E-7E21C631ABC4}" destId="{6F96F520-511B-42E3-9B22-16847426880A}" srcOrd="0" destOrd="0" presId="urn:microsoft.com/office/officeart/2005/8/layout/hierarchy4"/>
    <dgm:cxn modelId="{553D0DFA-32FB-4178-909E-C23E07D5C970}" type="presParOf" srcId="{9528E64F-2BD8-443E-B95E-7E21C631ABC4}" destId="{87BCBFF7-9D5E-41BF-8E79-CB3BA779A538}" srcOrd="1" destOrd="0" presId="urn:microsoft.com/office/officeart/2005/8/layout/hierarchy4"/>
    <dgm:cxn modelId="{AA067068-3D8C-475C-98DB-CE1E175813C9}" type="presParOf" srcId="{DEAE3B4E-FD58-4277-B68B-22DF107BC4F6}" destId="{801B6B8F-BED2-42EC-97ED-65AB2394B082}" srcOrd="5" destOrd="0" presId="urn:microsoft.com/office/officeart/2005/8/layout/hierarchy4"/>
    <dgm:cxn modelId="{1709B26D-0B8B-40F6-9C73-998D3B559775}" type="presParOf" srcId="{DEAE3B4E-FD58-4277-B68B-22DF107BC4F6}" destId="{04F343AE-9601-4D3A-8938-1A1EAB1CB610}" srcOrd="6" destOrd="0" presId="urn:microsoft.com/office/officeart/2005/8/layout/hierarchy4"/>
    <dgm:cxn modelId="{8A9697B6-BBF9-43C1-8369-F2B165936063}" type="presParOf" srcId="{04F343AE-9601-4D3A-8938-1A1EAB1CB610}" destId="{0226BA7A-0B1F-466A-A2F7-5B6038CCB5C8}" srcOrd="0" destOrd="0" presId="urn:microsoft.com/office/officeart/2005/8/layout/hierarchy4"/>
    <dgm:cxn modelId="{15944A4F-CB2E-4CB3-883D-8FA77FF66216}" type="presParOf" srcId="{04F343AE-9601-4D3A-8938-1A1EAB1CB610}" destId="{4A4BE764-C9AA-44F8-B850-D1F3B404C54D}" srcOrd="1" destOrd="0" presId="urn:microsoft.com/office/officeart/2005/8/layout/hierarchy4"/>
    <dgm:cxn modelId="{AACF4906-8FFD-4451-A524-E0B886DD9034}" type="presParOf" srcId="{04F343AE-9601-4D3A-8938-1A1EAB1CB610}" destId="{0106F704-E916-40C2-A82E-6195BA75A31E}" srcOrd="2" destOrd="0" presId="urn:microsoft.com/office/officeart/2005/8/layout/hierarchy4"/>
    <dgm:cxn modelId="{EA1BD07F-02B6-4A05-A124-847191CBAF80}" type="presParOf" srcId="{0106F704-E916-40C2-A82E-6195BA75A31E}" destId="{C1951589-B0AD-4D1C-BD9E-903EF97F4F25}" srcOrd="0" destOrd="0" presId="urn:microsoft.com/office/officeart/2005/8/layout/hierarchy4"/>
    <dgm:cxn modelId="{DA4C0E4F-35D2-47B1-95BF-FF5FD5FFA747}" type="presParOf" srcId="{C1951589-B0AD-4D1C-BD9E-903EF97F4F25}" destId="{F72A00FA-D241-4778-8556-2969CA352C66}" srcOrd="0" destOrd="0" presId="urn:microsoft.com/office/officeart/2005/8/layout/hierarchy4"/>
    <dgm:cxn modelId="{3D71F62E-431A-4FA6-A8E7-205D163AC304}" type="presParOf" srcId="{C1951589-B0AD-4D1C-BD9E-903EF97F4F25}" destId="{131BAF82-AC28-4CEF-9B76-421F0B7549C8}" srcOrd="1" destOrd="0" presId="urn:microsoft.com/office/officeart/2005/8/layout/hierarchy4"/>
    <dgm:cxn modelId="{6F4F6C92-6B2A-41C8-9398-1D3B38C5B9EF}" type="presParOf" srcId="{0106F704-E916-40C2-A82E-6195BA75A31E}" destId="{3A7B64A4-72BD-413E-B291-0AC70CFD7D4C}" srcOrd="1" destOrd="0" presId="urn:microsoft.com/office/officeart/2005/8/layout/hierarchy4"/>
    <dgm:cxn modelId="{B81B3C9E-5AD3-42B0-8E88-9084C7261E78}" type="presParOf" srcId="{0106F704-E916-40C2-A82E-6195BA75A31E}" destId="{442D0C1E-8493-4D62-83F9-7D6B5171C2C2}" srcOrd="2" destOrd="0" presId="urn:microsoft.com/office/officeart/2005/8/layout/hierarchy4"/>
    <dgm:cxn modelId="{846FAFCB-1598-420E-B557-DA6E18BC0B98}" type="presParOf" srcId="{442D0C1E-8493-4D62-83F9-7D6B5171C2C2}" destId="{CC29A73D-7087-472B-BC82-35BDCF6BBD8E}" srcOrd="0" destOrd="0" presId="urn:microsoft.com/office/officeart/2005/8/layout/hierarchy4"/>
    <dgm:cxn modelId="{362362C6-CCB2-4A1D-956D-F72E92E277A9}" type="presParOf" srcId="{442D0C1E-8493-4D62-83F9-7D6B5171C2C2}" destId="{AC82FE63-C241-4A75-84B2-24E1B7C70FC5}" srcOrd="1" destOrd="0" presId="urn:microsoft.com/office/officeart/2005/8/layout/hierarchy4"/>
    <dgm:cxn modelId="{F8EC0C49-4456-4335-8DF4-FB5DFB0D39E0}" type="presParOf" srcId="{442D0C1E-8493-4D62-83F9-7D6B5171C2C2}" destId="{F6ABC6FA-FF69-4139-AFCF-AE1B1D3B7083}" srcOrd="2" destOrd="0" presId="urn:microsoft.com/office/officeart/2005/8/layout/hierarchy4"/>
    <dgm:cxn modelId="{494EFF47-510C-456D-B921-4C12BB6120C4}" type="presParOf" srcId="{F6ABC6FA-FF69-4139-AFCF-AE1B1D3B7083}" destId="{ED37FB66-F931-45C4-9804-93D887F40CC1}" srcOrd="0" destOrd="0" presId="urn:microsoft.com/office/officeart/2005/8/layout/hierarchy4"/>
    <dgm:cxn modelId="{C8E557FC-9DEF-43DC-A558-6D9FC84EEECA}" type="presParOf" srcId="{ED37FB66-F931-45C4-9804-93D887F40CC1}" destId="{61623732-63BA-4CC8-ABBA-CDEC6ED008F1}" srcOrd="0" destOrd="0" presId="urn:microsoft.com/office/officeart/2005/8/layout/hierarchy4"/>
    <dgm:cxn modelId="{E4FC18BA-2349-45A9-A95C-A8EB67994462}" type="presParOf" srcId="{ED37FB66-F931-45C4-9804-93D887F40CC1}" destId="{E2DB3412-441B-401B-BF9C-0626F60B8520}" srcOrd="1" destOrd="0" presId="urn:microsoft.com/office/officeart/2005/8/layout/hierarchy4"/>
    <dgm:cxn modelId="{DEDC402F-A78B-472D-9BA5-88D365F6731A}" type="presParOf" srcId="{DEAE3B4E-FD58-4277-B68B-22DF107BC4F6}" destId="{3CDCB260-0C58-431A-9F31-9DC1449B088C}" srcOrd="7" destOrd="0" presId="urn:microsoft.com/office/officeart/2005/8/layout/hierarchy4"/>
    <dgm:cxn modelId="{1D6E4864-3D9F-4EDB-920F-8E9077A5D1CE}" type="presParOf" srcId="{DEAE3B4E-FD58-4277-B68B-22DF107BC4F6}" destId="{6551B657-9EB1-4643-840B-F50D3B16B828}" srcOrd="8" destOrd="0" presId="urn:microsoft.com/office/officeart/2005/8/layout/hierarchy4"/>
    <dgm:cxn modelId="{32C732B3-8516-4D7F-969B-656EFBE963C6}" type="presParOf" srcId="{6551B657-9EB1-4643-840B-F50D3B16B828}" destId="{3AC89BDA-D29A-419B-B7E8-795B1219FE0E}" srcOrd="0" destOrd="0" presId="urn:microsoft.com/office/officeart/2005/8/layout/hierarchy4"/>
    <dgm:cxn modelId="{F6E74F99-BD01-4DA4-9F53-12F86FA49B9C}" type="presParOf" srcId="{6551B657-9EB1-4643-840B-F50D3B16B828}" destId="{5DEBB54C-308F-4D2E-A856-A60074047ADB}" srcOrd="1" destOrd="0" presId="urn:microsoft.com/office/officeart/2005/8/layout/hierarchy4"/>
    <dgm:cxn modelId="{0F3345F7-78D4-4130-8290-259AF8A3E59A}" type="presParOf" srcId="{6551B657-9EB1-4643-840B-F50D3B16B828}" destId="{CF477E3E-F931-4D51-96EF-8129398A2E59}" srcOrd="2" destOrd="0" presId="urn:microsoft.com/office/officeart/2005/8/layout/hierarchy4"/>
    <dgm:cxn modelId="{F2222D3A-D460-4FBB-9F22-A870413693F0}" type="presParOf" srcId="{CF477E3E-F931-4D51-96EF-8129398A2E59}" destId="{4BAC66DC-2E20-4D86-A3AB-28F7A8B17C01}" srcOrd="0" destOrd="0" presId="urn:microsoft.com/office/officeart/2005/8/layout/hierarchy4"/>
    <dgm:cxn modelId="{560B3398-3F24-4037-8585-041F472550C8}" type="presParOf" srcId="{4BAC66DC-2E20-4D86-A3AB-28F7A8B17C01}" destId="{B6342C7B-BED3-4A87-B0E8-9CD53B2E21F3}" srcOrd="0" destOrd="0" presId="urn:microsoft.com/office/officeart/2005/8/layout/hierarchy4"/>
    <dgm:cxn modelId="{5A1C9A46-ADC5-438D-9928-352EA7E94663}" type="presParOf" srcId="{4BAC66DC-2E20-4D86-A3AB-28F7A8B17C01}" destId="{D08A60BA-8A52-4C8D-9CBA-3ACFE600786C}" srcOrd="1" destOrd="0" presId="urn:microsoft.com/office/officeart/2005/8/layout/hierarchy4"/>
    <dgm:cxn modelId="{DFE56112-9AD0-44BA-AE76-A94491FEFE4A}" type="presParOf" srcId="{4BAC66DC-2E20-4D86-A3AB-28F7A8B17C01}" destId="{E92BA09F-7786-489B-9D9B-C99E8E24DDA5}" srcOrd="2" destOrd="0" presId="urn:microsoft.com/office/officeart/2005/8/layout/hierarchy4"/>
    <dgm:cxn modelId="{FC8C6B97-94FF-4D2A-B27F-40E732E781BA}" type="presParOf" srcId="{E92BA09F-7786-489B-9D9B-C99E8E24DDA5}" destId="{0F34933F-C917-40AD-A42F-F5FED09D46C2}" srcOrd="0" destOrd="0" presId="urn:microsoft.com/office/officeart/2005/8/layout/hierarchy4"/>
    <dgm:cxn modelId="{A06A1D09-B20F-49C6-87B8-2391D5F8E863}" type="presParOf" srcId="{0F34933F-C917-40AD-A42F-F5FED09D46C2}" destId="{77D0BC66-10A4-428F-98C6-810A684A5D53}" srcOrd="0" destOrd="0" presId="urn:microsoft.com/office/officeart/2005/8/layout/hierarchy4"/>
    <dgm:cxn modelId="{20C517DF-C830-4B9E-9391-ADBA59470082}" type="presParOf" srcId="{0F34933F-C917-40AD-A42F-F5FED09D46C2}" destId="{AFDA6507-CAC1-4D0F-8A62-A4E99B8633CC}" srcOrd="1" destOrd="0" presId="urn:microsoft.com/office/officeart/2005/8/layout/hierarchy4"/>
    <dgm:cxn modelId="{8571BDB7-E5A4-45D2-8017-85D4C67C31BF}" type="presParOf" srcId="{DEAE3B4E-FD58-4277-B68B-22DF107BC4F6}" destId="{1637E915-9BAC-4CFD-8F67-9E41C6A6A7AC}" srcOrd="9" destOrd="0" presId="urn:microsoft.com/office/officeart/2005/8/layout/hierarchy4"/>
    <dgm:cxn modelId="{731245BF-0E02-40C9-A76D-8FC917B9979F}" type="presParOf" srcId="{DEAE3B4E-FD58-4277-B68B-22DF107BC4F6}" destId="{8179AA1A-CC51-41AF-B05D-62BC8755D565}" srcOrd="10" destOrd="0" presId="urn:microsoft.com/office/officeart/2005/8/layout/hierarchy4"/>
    <dgm:cxn modelId="{6312C53B-0FA2-4902-A273-8A3A954C132E}" type="presParOf" srcId="{8179AA1A-CC51-41AF-B05D-62BC8755D565}" destId="{22F3C1CD-2E5F-47B1-BC75-360292D37A35}" srcOrd="0" destOrd="0" presId="urn:microsoft.com/office/officeart/2005/8/layout/hierarchy4"/>
    <dgm:cxn modelId="{532FB1C7-968E-4F88-B546-7829903A59B2}" type="presParOf" srcId="{8179AA1A-CC51-41AF-B05D-62BC8755D565}" destId="{BA55A2D4-8BA3-4E81-9859-9CBD3DAECE95}" srcOrd="1" destOrd="0" presId="urn:microsoft.com/office/officeart/2005/8/layout/hierarchy4"/>
    <dgm:cxn modelId="{D9AC4430-9CF2-4D01-A749-697B8676B9EC}" type="presParOf" srcId="{8179AA1A-CC51-41AF-B05D-62BC8755D565}" destId="{D2B4A546-F452-416B-8E97-D3679EB3A699}" srcOrd="2" destOrd="0" presId="urn:microsoft.com/office/officeart/2005/8/layout/hierarchy4"/>
    <dgm:cxn modelId="{A56E7A51-3EAC-44D1-BC15-20C558246D4F}" type="presParOf" srcId="{D2B4A546-F452-416B-8E97-D3679EB3A699}" destId="{9BC5B238-5072-47BF-8EBC-DC94EBC985B1}" srcOrd="0" destOrd="0" presId="urn:microsoft.com/office/officeart/2005/8/layout/hierarchy4"/>
    <dgm:cxn modelId="{1C0BB7BC-C6A9-4D2D-AA57-6776E69D50CB}" type="presParOf" srcId="{9BC5B238-5072-47BF-8EBC-DC94EBC985B1}" destId="{F53CFBF2-4AB4-43BC-8568-C5B9ABF93566}" srcOrd="0" destOrd="0" presId="urn:microsoft.com/office/officeart/2005/8/layout/hierarchy4"/>
    <dgm:cxn modelId="{12777A17-95D2-49E1-9FF7-5F4790D070A2}" type="presParOf" srcId="{9BC5B238-5072-47BF-8EBC-DC94EBC985B1}" destId="{0AAEF20D-A084-415C-B078-E33A07079670}" srcOrd="1" destOrd="0" presId="urn:microsoft.com/office/officeart/2005/8/layout/hierarchy4"/>
    <dgm:cxn modelId="{EE859FB6-6330-4F8D-86CB-47EC08936F9D}" type="presParOf" srcId="{D2B4A546-F452-416B-8E97-D3679EB3A699}" destId="{2F509B5C-4462-4FE8-B103-E53F23BE112D}" srcOrd="1" destOrd="0" presId="urn:microsoft.com/office/officeart/2005/8/layout/hierarchy4"/>
    <dgm:cxn modelId="{BE145DB9-BA76-43C0-84CC-218808316D26}" type="presParOf" srcId="{D2B4A546-F452-416B-8E97-D3679EB3A699}" destId="{D69376DA-BF2B-4A4B-80EE-E794E98DCFD5}" srcOrd="2" destOrd="0" presId="urn:microsoft.com/office/officeart/2005/8/layout/hierarchy4"/>
    <dgm:cxn modelId="{D1BEE19B-1B35-4D56-9751-7D6DFC76E214}" type="presParOf" srcId="{D69376DA-BF2B-4A4B-80EE-E794E98DCFD5}" destId="{73125387-2CBA-4633-A32A-54503E2AED79}" srcOrd="0" destOrd="0" presId="urn:microsoft.com/office/officeart/2005/8/layout/hierarchy4"/>
    <dgm:cxn modelId="{0594EAA4-D6BF-481D-8D47-B3989392B042}" type="presParOf" srcId="{D69376DA-BF2B-4A4B-80EE-E794E98DCFD5}" destId="{A711E534-8AD7-4F5E-BEA9-8D9ED85DF54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2906BF-9337-4590-9D51-98BE0D3714B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2133F73-F5E7-44FC-B010-5DB8F1EC1BB4}">
      <dgm:prSet phldrT="[Text]"/>
      <dgm:spPr/>
      <dgm:t>
        <a:bodyPr/>
        <a:lstStyle/>
        <a:p>
          <a:r>
            <a:rPr lang="es-MX" dirty="0"/>
            <a:t>Reducción del Coeficiente de Pagos Provisionales</a:t>
          </a:r>
        </a:p>
      </dgm:t>
    </dgm:pt>
    <dgm:pt modelId="{5DC13A0F-16C7-4974-9E20-697481EB71A4}" type="parTrans" cxnId="{2DC99F11-4AFA-44AD-95C7-3419DFC5A694}">
      <dgm:prSet/>
      <dgm:spPr/>
      <dgm:t>
        <a:bodyPr/>
        <a:lstStyle/>
        <a:p>
          <a:endParaRPr lang="es-MX"/>
        </a:p>
      </dgm:t>
    </dgm:pt>
    <dgm:pt modelId="{87CCF6F3-C59A-4B0E-A15D-BF28E842E2A5}" type="sibTrans" cxnId="{2DC99F11-4AFA-44AD-95C7-3419DFC5A694}">
      <dgm:prSet/>
      <dgm:spPr/>
      <dgm:t>
        <a:bodyPr/>
        <a:lstStyle/>
        <a:p>
          <a:endParaRPr lang="es-MX"/>
        </a:p>
      </dgm:t>
    </dgm:pt>
    <dgm:pt modelId="{245CCB63-BC0D-4E1A-B6C9-5B31E9884AA0}">
      <dgm:prSet phldrT="[Text]"/>
      <dgm:spPr>
        <a:solidFill>
          <a:srgbClr val="FF0000"/>
        </a:solidFill>
      </dgm:spPr>
      <dgm:t>
        <a:bodyPr/>
        <a:lstStyle/>
        <a:p>
          <a:r>
            <a:rPr lang="es-MX" dirty="0"/>
            <a:t>Primer Semestre</a:t>
          </a:r>
        </a:p>
      </dgm:t>
    </dgm:pt>
    <dgm:pt modelId="{20FD30B4-35E8-4425-A3AF-59B4763BFEA2}" type="parTrans" cxnId="{F0238EDA-E670-4D36-B374-42699C72A006}">
      <dgm:prSet/>
      <dgm:spPr/>
      <dgm:t>
        <a:bodyPr/>
        <a:lstStyle/>
        <a:p>
          <a:endParaRPr lang="es-MX"/>
        </a:p>
      </dgm:t>
    </dgm:pt>
    <dgm:pt modelId="{AA2AFD22-39DE-49FD-B750-00570EACE8E3}" type="sibTrans" cxnId="{F0238EDA-E670-4D36-B374-42699C72A006}">
      <dgm:prSet/>
      <dgm:spPr/>
      <dgm:t>
        <a:bodyPr/>
        <a:lstStyle/>
        <a:p>
          <a:endParaRPr lang="es-MX"/>
        </a:p>
      </dgm:t>
    </dgm:pt>
    <dgm:pt modelId="{3F4BE0AF-2633-4406-B5D1-5145E18A5843}">
      <dgm:prSet phldrT="[Text]"/>
      <dgm:spPr>
        <a:solidFill>
          <a:srgbClr val="FFFF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Segundo Semestre</a:t>
          </a:r>
        </a:p>
      </dgm:t>
    </dgm:pt>
    <dgm:pt modelId="{20DED440-90A8-47B9-A4FA-6D16FA7512F9}" type="parTrans" cxnId="{4C03074D-3270-4EF4-B318-44C3D84DE538}">
      <dgm:prSet/>
      <dgm:spPr/>
      <dgm:t>
        <a:bodyPr/>
        <a:lstStyle/>
        <a:p>
          <a:endParaRPr lang="es-MX"/>
        </a:p>
      </dgm:t>
    </dgm:pt>
    <dgm:pt modelId="{D1775298-B927-40FC-970A-974EB07BC61B}" type="sibTrans" cxnId="{4C03074D-3270-4EF4-B318-44C3D84DE538}">
      <dgm:prSet/>
      <dgm:spPr/>
      <dgm:t>
        <a:bodyPr/>
        <a:lstStyle/>
        <a:p>
          <a:endParaRPr lang="es-MX"/>
        </a:p>
      </dgm:t>
    </dgm:pt>
    <dgm:pt modelId="{B7EBC026-F257-4550-97CC-47D2008CD34E}">
      <dgm:prSet/>
      <dgm:spPr/>
      <dgm:t>
        <a:bodyPr/>
        <a:lstStyle/>
        <a:p>
          <a:r>
            <a:rPr lang="es-MX" dirty="0"/>
            <a:t>Autorización</a:t>
          </a:r>
        </a:p>
      </dgm:t>
    </dgm:pt>
    <dgm:pt modelId="{727AD491-41E8-45E0-B0CF-80214D39631A}" type="parTrans" cxnId="{BDACD389-2D34-4E33-B826-8980935E940B}">
      <dgm:prSet/>
      <dgm:spPr/>
      <dgm:t>
        <a:bodyPr/>
        <a:lstStyle/>
        <a:p>
          <a:endParaRPr lang="es-MX"/>
        </a:p>
      </dgm:t>
    </dgm:pt>
    <dgm:pt modelId="{834A79F4-F6A9-4786-ABC3-CAFAE75F23A2}" type="sibTrans" cxnId="{BDACD389-2D34-4E33-B826-8980935E940B}">
      <dgm:prSet/>
      <dgm:spPr/>
      <dgm:t>
        <a:bodyPr/>
        <a:lstStyle/>
        <a:p>
          <a:endParaRPr lang="es-MX"/>
        </a:p>
      </dgm:t>
    </dgm:pt>
    <dgm:pt modelId="{95ED210C-75D3-4D88-A607-8A856F3BD2A1}">
      <dgm:prSet/>
      <dgm:spPr/>
      <dgm:t>
        <a:bodyPr/>
        <a:lstStyle/>
        <a:p>
          <a:r>
            <a:rPr lang="es-MX" dirty="0"/>
            <a:t>Coeficiente Real</a:t>
          </a:r>
        </a:p>
      </dgm:t>
    </dgm:pt>
    <dgm:pt modelId="{CD0B840F-F93A-4559-B8BE-92FA527933CE}" type="parTrans" cxnId="{4916367E-82E0-4463-B94B-4F5A8C80B261}">
      <dgm:prSet/>
      <dgm:spPr/>
      <dgm:t>
        <a:bodyPr/>
        <a:lstStyle/>
        <a:p>
          <a:endParaRPr lang="es-MX"/>
        </a:p>
      </dgm:t>
    </dgm:pt>
    <dgm:pt modelId="{B9108204-AE82-4C67-9807-66EB8C70077D}" type="sibTrans" cxnId="{4916367E-82E0-4463-B94B-4F5A8C80B261}">
      <dgm:prSet/>
      <dgm:spPr/>
      <dgm:t>
        <a:bodyPr/>
        <a:lstStyle/>
        <a:p>
          <a:endParaRPr lang="es-MX"/>
        </a:p>
      </dgm:t>
    </dgm:pt>
    <dgm:pt modelId="{46F31D61-0631-44FB-A065-494BAFA2888B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Menor al estimado</a:t>
          </a:r>
        </a:p>
      </dgm:t>
    </dgm:pt>
    <dgm:pt modelId="{7794C577-DD05-4146-84EC-EA9773E2A8D0}" type="parTrans" cxnId="{1E6D8E03-5C44-4EE2-AAFA-A46072DC9D45}">
      <dgm:prSet/>
      <dgm:spPr/>
      <dgm:t>
        <a:bodyPr/>
        <a:lstStyle/>
        <a:p>
          <a:endParaRPr lang="es-MX"/>
        </a:p>
      </dgm:t>
    </dgm:pt>
    <dgm:pt modelId="{1EC83E58-529E-44FE-A860-9E2AB879A560}" type="sibTrans" cxnId="{1E6D8E03-5C44-4EE2-AAFA-A46072DC9D45}">
      <dgm:prSet/>
      <dgm:spPr/>
      <dgm:t>
        <a:bodyPr/>
        <a:lstStyle/>
        <a:p>
          <a:endParaRPr lang="es-MX"/>
        </a:p>
      </dgm:t>
    </dgm:pt>
    <dgm:pt modelId="{434EDDA6-E8A5-4534-85D4-CFD0C8EF5CA3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Mayor al estimado</a:t>
          </a:r>
        </a:p>
      </dgm:t>
    </dgm:pt>
    <dgm:pt modelId="{AC68F823-A408-4026-B74E-126EA5A57A2B}" type="parTrans" cxnId="{42C4D85A-C2A8-4A15-B8CA-41062193F655}">
      <dgm:prSet/>
      <dgm:spPr/>
      <dgm:t>
        <a:bodyPr/>
        <a:lstStyle/>
        <a:p>
          <a:endParaRPr lang="es-MX"/>
        </a:p>
      </dgm:t>
    </dgm:pt>
    <dgm:pt modelId="{62B30A68-56CB-4089-920D-F8265F959D08}" type="sibTrans" cxnId="{42C4D85A-C2A8-4A15-B8CA-41062193F655}">
      <dgm:prSet/>
      <dgm:spPr/>
      <dgm:t>
        <a:bodyPr/>
        <a:lstStyle/>
        <a:p>
          <a:endParaRPr lang="es-MX"/>
        </a:p>
      </dgm:t>
    </dgm:pt>
    <dgm:pt modelId="{6A401A71-9076-4012-8544-060395E16422}">
      <dgm:prSet/>
      <dgm:spPr/>
      <dgm:t>
        <a:bodyPr/>
        <a:lstStyle/>
        <a:p>
          <a:r>
            <a:rPr lang="es-MX" dirty="0"/>
            <a:t>Recargos</a:t>
          </a:r>
        </a:p>
      </dgm:t>
    </dgm:pt>
    <dgm:pt modelId="{C915725A-BEB3-4017-9E7F-D6DCB4F10F9D}" type="parTrans" cxnId="{24E33345-8EBD-4F5D-90EE-17B37FA757D2}">
      <dgm:prSet/>
      <dgm:spPr/>
      <dgm:t>
        <a:bodyPr/>
        <a:lstStyle/>
        <a:p>
          <a:endParaRPr lang="es-MX"/>
        </a:p>
      </dgm:t>
    </dgm:pt>
    <dgm:pt modelId="{5238D661-0A69-401E-AD7B-89F72D5F2E8D}" type="sibTrans" cxnId="{24E33345-8EBD-4F5D-90EE-17B37FA757D2}">
      <dgm:prSet/>
      <dgm:spPr/>
      <dgm:t>
        <a:bodyPr/>
        <a:lstStyle/>
        <a:p>
          <a:endParaRPr lang="es-MX"/>
        </a:p>
      </dgm:t>
    </dgm:pt>
    <dgm:pt modelId="{CA77CFC6-0269-49D7-9D4B-B3ABD7002E0A}">
      <dgm:prSet/>
      <dgm:spPr/>
      <dgm:t>
        <a:bodyPr/>
        <a:lstStyle/>
        <a:p>
          <a:r>
            <a:rPr lang="es-MX" dirty="0"/>
            <a:t>Sobre la diferencia actualizada</a:t>
          </a:r>
        </a:p>
      </dgm:t>
    </dgm:pt>
    <dgm:pt modelId="{1564BF5C-2F84-41EB-A6B6-A3854D2F2B02}" type="parTrans" cxnId="{1275BA02-B68B-4F63-9DDB-AD48B6EEF621}">
      <dgm:prSet/>
      <dgm:spPr/>
      <dgm:t>
        <a:bodyPr/>
        <a:lstStyle/>
        <a:p>
          <a:endParaRPr lang="es-MX"/>
        </a:p>
      </dgm:t>
    </dgm:pt>
    <dgm:pt modelId="{64F1C963-D7AB-4511-B5B7-9B2061732EE1}" type="sibTrans" cxnId="{1275BA02-B68B-4F63-9DDB-AD48B6EEF621}">
      <dgm:prSet/>
      <dgm:spPr/>
      <dgm:t>
        <a:bodyPr/>
        <a:lstStyle/>
        <a:p>
          <a:endParaRPr lang="es-MX"/>
        </a:p>
      </dgm:t>
    </dgm:pt>
    <dgm:pt modelId="{D67B0277-645E-44B4-9DE8-2634DEE5D5CF}">
      <dgm:prSet/>
      <dgm:spPr/>
      <dgm:t>
        <a:bodyPr/>
        <a:lstStyle/>
        <a:p>
          <a:r>
            <a:rPr lang="es-MX" dirty="0"/>
            <a:t>No se paga la diferencia ni su actualización</a:t>
          </a:r>
        </a:p>
      </dgm:t>
    </dgm:pt>
    <dgm:pt modelId="{D2FFCC63-D6F0-41D0-83B5-56A1CEC426B1}" type="parTrans" cxnId="{ADCA8FEE-9124-4821-980F-D0D74BFA2D9F}">
      <dgm:prSet/>
      <dgm:spPr/>
      <dgm:t>
        <a:bodyPr/>
        <a:lstStyle/>
        <a:p>
          <a:endParaRPr lang="es-MX"/>
        </a:p>
      </dgm:t>
    </dgm:pt>
    <dgm:pt modelId="{DB2C7056-9A8A-4C17-86BB-CB4553D664FC}" type="sibTrans" cxnId="{ADCA8FEE-9124-4821-980F-D0D74BFA2D9F}">
      <dgm:prSet/>
      <dgm:spPr/>
      <dgm:t>
        <a:bodyPr/>
        <a:lstStyle/>
        <a:p>
          <a:endParaRPr lang="es-MX"/>
        </a:p>
      </dgm:t>
    </dgm:pt>
    <dgm:pt modelId="{A4A02549-A847-4984-A300-B9E33E49EBBC}">
      <dgm:prSet custT="1"/>
      <dgm:spPr/>
      <dgm:t>
        <a:bodyPr/>
        <a:lstStyle/>
        <a:p>
          <a:r>
            <a:rPr lang="es-MX" sz="1000" dirty="0"/>
            <a:t>Solicitud 1 mes antes a la fecha en que debe pagarse</a:t>
          </a:r>
        </a:p>
        <a:p>
          <a:r>
            <a:rPr lang="es-MX" sz="800" dirty="0"/>
            <a:t>(RLISR 14)</a:t>
          </a:r>
        </a:p>
      </dgm:t>
    </dgm:pt>
    <dgm:pt modelId="{5B4C6942-7311-4677-9525-D4F963A96029}" type="parTrans" cxnId="{06ED053F-3177-4146-B4DD-379EACA3C97E}">
      <dgm:prSet/>
      <dgm:spPr/>
      <dgm:t>
        <a:bodyPr/>
        <a:lstStyle/>
        <a:p>
          <a:endParaRPr lang="es-MX"/>
        </a:p>
      </dgm:t>
    </dgm:pt>
    <dgm:pt modelId="{D6FC1B3E-2B01-4E4A-B372-59C89E4403BE}" type="sibTrans" cxnId="{06ED053F-3177-4146-B4DD-379EACA3C97E}">
      <dgm:prSet/>
      <dgm:spPr/>
      <dgm:t>
        <a:bodyPr/>
        <a:lstStyle/>
        <a:p>
          <a:endParaRPr lang="es-MX"/>
        </a:p>
      </dgm:t>
    </dgm:pt>
    <dgm:pt modelId="{98627ECD-6CD3-4218-8AA4-2B9F0467D575}">
      <dgm:prSet/>
      <dgm:spPr/>
      <dgm:t>
        <a:bodyPr/>
        <a:lstStyle/>
        <a:p>
          <a:r>
            <a:rPr lang="es-MX" dirty="0"/>
            <a:t>Hasta la fecha de presentación de la Anual</a:t>
          </a:r>
        </a:p>
      </dgm:t>
    </dgm:pt>
    <dgm:pt modelId="{50C298C8-9D4C-487F-862D-0D8A03C9A182}" type="parTrans" cxnId="{23110045-4C73-4D13-AFB9-A4C0EE8CF63E}">
      <dgm:prSet/>
      <dgm:spPr/>
      <dgm:t>
        <a:bodyPr/>
        <a:lstStyle/>
        <a:p>
          <a:endParaRPr lang="es-MX"/>
        </a:p>
      </dgm:t>
    </dgm:pt>
    <dgm:pt modelId="{519F36B0-FA34-48A0-B3EF-CF63EABB2805}" type="sibTrans" cxnId="{23110045-4C73-4D13-AFB9-A4C0EE8CF63E}">
      <dgm:prSet/>
      <dgm:spPr/>
      <dgm:t>
        <a:bodyPr/>
        <a:lstStyle/>
        <a:p>
          <a:endParaRPr lang="es-MX"/>
        </a:p>
      </dgm:t>
    </dgm:pt>
    <dgm:pt modelId="{D80823AE-5736-4DD1-BC06-FEFD01224D95}" type="pres">
      <dgm:prSet presAssocID="{D62906BF-9337-4590-9D51-98BE0D3714B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BE42161-CDDF-4411-8A96-E7BDA74C908B}" type="pres">
      <dgm:prSet presAssocID="{D2133F73-F5E7-44FC-B010-5DB8F1EC1BB4}" presName="root1" presStyleCnt="0"/>
      <dgm:spPr/>
    </dgm:pt>
    <dgm:pt modelId="{09768027-1D0D-4BA9-BA41-DC00D8762271}" type="pres">
      <dgm:prSet presAssocID="{D2133F73-F5E7-44FC-B010-5DB8F1EC1BB4}" presName="LevelOneTextNode" presStyleLbl="node0" presStyleIdx="0" presStyleCnt="1">
        <dgm:presLayoutVars>
          <dgm:chPref val="3"/>
        </dgm:presLayoutVars>
      </dgm:prSet>
      <dgm:spPr/>
    </dgm:pt>
    <dgm:pt modelId="{D5EC361A-C4A4-4C99-B810-7C0DFD980EA1}" type="pres">
      <dgm:prSet presAssocID="{D2133F73-F5E7-44FC-B010-5DB8F1EC1BB4}" presName="level2hierChild" presStyleCnt="0"/>
      <dgm:spPr/>
    </dgm:pt>
    <dgm:pt modelId="{D480AE56-2306-4272-B79D-2A0B65AB6703}" type="pres">
      <dgm:prSet presAssocID="{20FD30B4-35E8-4425-A3AF-59B4763BFEA2}" presName="conn2-1" presStyleLbl="parChTrans1D2" presStyleIdx="0" presStyleCnt="2"/>
      <dgm:spPr/>
    </dgm:pt>
    <dgm:pt modelId="{44DE68A2-641D-4C37-B0DF-41B9639EDC17}" type="pres">
      <dgm:prSet presAssocID="{20FD30B4-35E8-4425-A3AF-59B4763BFEA2}" presName="connTx" presStyleLbl="parChTrans1D2" presStyleIdx="0" presStyleCnt="2"/>
      <dgm:spPr/>
    </dgm:pt>
    <dgm:pt modelId="{0A229400-FDE3-48C8-BD74-E81DF21A1AD5}" type="pres">
      <dgm:prSet presAssocID="{245CCB63-BC0D-4E1A-B6C9-5B31E9884AA0}" presName="root2" presStyleCnt="0"/>
      <dgm:spPr/>
    </dgm:pt>
    <dgm:pt modelId="{B86D7FB4-2F95-493B-B223-B242B5914213}" type="pres">
      <dgm:prSet presAssocID="{245CCB63-BC0D-4E1A-B6C9-5B31E9884AA0}" presName="LevelTwoTextNode" presStyleLbl="node2" presStyleIdx="0" presStyleCnt="2">
        <dgm:presLayoutVars>
          <dgm:chPref val="3"/>
        </dgm:presLayoutVars>
      </dgm:prSet>
      <dgm:spPr/>
    </dgm:pt>
    <dgm:pt modelId="{D9F64291-2E5A-4AA1-BD06-919A433DEDCA}" type="pres">
      <dgm:prSet presAssocID="{245CCB63-BC0D-4E1A-B6C9-5B31E9884AA0}" presName="level3hierChild" presStyleCnt="0"/>
      <dgm:spPr/>
    </dgm:pt>
    <dgm:pt modelId="{B7A67049-5C72-4823-A9C1-FB04B04BC52D}" type="pres">
      <dgm:prSet presAssocID="{20DED440-90A8-47B9-A4FA-6D16FA7512F9}" presName="conn2-1" presStyleLbl="parChTrans1D2" presStyleIdx="1" presStyleCnt="2"/>
      <dgm:spPr/>
    </dgm:pt>
    <dgm:pt modelId="{30B64945-7B0B-4A6B-B5BD-899FFA39D8EC}" type="pres">
      <dgm:prSet presAssocID="{20DED440-90A8-47B9-A4FA-6D16FA7512F9}" presName="connTx" presStyleLbl="parChTrans1D2" presStyleIdx="1" presStyleCnt="2"/>
      <dgm:spPr/>
    </dgm:pt>
    <dgm:pt modelId="{2F2DF53D-13D9-49C0-B25F-5E560F5D0305}" type="pres">
      <dgm:prSet presAssocID="{3F4BE0AF-2633-4406-B5D1-5145E18A5843}" presName="root2" presStyleCnt="0"/>
      <dgm:spPr/>
    </dgm:pt>
    <dgm:pt modelId="{BA3C30E1-B3A3-4CC2-98C8-05FF1573C2AD}" type="pres">
      <dgm:prSet presAssocID="{3F4BE0AF-2633-4406-B5D1-5145E18A5843}" presName="LevelTwoTextNode" presStyleLbl="node2" presStyleIdx="1" presStyleCnt="2">
        <dgm:presLayoutVars>
          <dgm:chPref val="3"/>
        </dgm:presLayoutVars>
      </dgm:prSet>
      <dgm:spPr/>
    </dgm:pt>
    <dgm:pt modelId="{DAA9DF64-F712-47F1-96DC-F46A48A0149A}" type="pres">
      <dgm:prSet presAssocID="{3F4BE0AF-2633-4406-B5D1-5145E18A5843}" presName="level3hierChild" presStyleCnt="0"/>
      <dgm:spPr/>
    </dgm:pt>
    <dgm:pt modelId="{5AC20878-926C-4002-8694-0B01637D18CD}" type="pres">
      <dgm:prSet presAssocID="{727AD491-41E8-45E0-B0CF-80214D39631A}" presName="conn2-1" presStyleLbl="parChTrans1D3" presStyleIdx="0" presStyleCnt="2"/>
      <dgm:spPr/>
    </dgm:pt>
    <dgm:pt modelId="{4E29E7AD-E5FF-4188-B9E1-B95090677E21}" type="pres">
      <dgm:prSet presAssocID="{727AD491-41E8-45E0-B0CF-80214D39631A}" presName="connTx" presStyleLbl="parChTrans1D3" presStyleIdx="0" presStyleCnt="2"/>
      <dgm:spPr/>
    </dgm:pt>
    <dgm:pt modelId="{CF241F23-65AE-4911-95CC-41F3A761B868}" type="pres">
      <dgm:prSet presAssocID="{B7EBC026-F257-4550-97CC-47D2008CD34E}" presName="root2" presStyleCnt="0"/>
      <dgm:spPr/>
    </dgm:pt>
    <dgm:pt modelId="{E8A0E100-508E-4A63-B837-EF59FF7A039E}" type="pres">
      <dgm:prSet presAssocID="{B7EBC026-F257-4550-97CC-47D2008CD34E}" presName="LevelTwoTextNode" presStyleLbl="node3" presStyleIdx="0" presStyleCnt="2">
        <dgm:presLayoutVars>
          <dgm:chPref val="3"/>
        </dgm:presLayoutVars>
      </dgm:prSet>
      <dgm:spPr/>
    </dgm:pt>
    <dgm:pt modelId="{49AC46BB-CC2D-4EB8-B43A-EB0ECD35FE9B}" type="pres">
      <dgm:prSet presAssocID="{B7EBC026-F257-4550-97CC-47D2008CD34E}" presName="level3hierChild" presStyleCnt="0"/>
      <dgm:spPr/>
    </dgm:pt>
    <dgm:pt modelId="{C74F373C-66C3-435B-966A-83105A0DCD75}" type="pres">
      <dgm:prSet presAssocID="{5B4C6942-7311-4677-9525-D4F963A96029}" presName="conn2-1" presStyleLbl="parChTrans1D4" presStyleIdx="0" presStyleCnt="7"/>
      <dgm:spPr/>
    </dgm:pt>
    <dgm:pt modelId="{0B810CF5-5701-4914-B2B0-E970B8B22DAB}" type="pres">
      <dgm:prSet presAssocID="{5B4C6942-7311-4677-9525-D4F963A96029}" presName="connTx" presStyleLbl="parChTrans1D4" presStyleIdx="0" presStyleCnt="7"/>
      <dgm:spPr/>
    </dgm:pt>
    <dgm:pt modelId="{399CF991-EE1C-4D88-9FF6-6AFF851A4FE8}" type="pres">
      <dgm:prSet presAssocID="{A4A02549-A847-4984-A300-B9E33E49EBBC}" presName="root2" presStyleCnt="0"/>
      <dgm:spPr/>
    </dgm:pt>
    <dgm:pt modelId="{E7367B51-F125-43CC-A1DE-92AFC42D0258}" type="pres">
      <dgm:prSet presAssocID="{A4A02549-A847-4984-A300-B9E33E49EBBC}" presName="LevelTwoTextNode" presStyleLbl="node4" presStyleIdx="0" presStyleCnt="7">
        <dgm:presLayoutVars>
          <dgm:chPref val="3"/>
        </dgm:presLayoutVars>
      </dgm:prSet>
      <dgm:spPr/>
    </dgm:pt>
    <dgm:pt modelId="{35757CB8-C28C-4624-9D94-D92CBED4D345}" type="pres">
      <dgm:prSet presAssocID="{A4A02549-A847-4984-A300-B9E33E49EBBC}" presName="level3hierChild" presStyleCnt="0"/>
      <dgm:spPr/>
    </dgm:pt>
    <dgm:pt modelId="{B02B45CE-3B42-46D1-A695-36F5F9C69BEF}" type="pres">
      <dgm:prSet presAssocID="{CD0B840F-F93A-4559-B8BE-92FA527933CE}" presName="conn2-1" presStyleLbl="parChTrans1D3" presStyleIdx="1" presStyleCnt="2"/>
      <dgm:spPr/>
    </dgm:pt>
    <dgm:pt modelId="{607A6C68-7EB9-48C1-B25B-8D732D61D5B9}" type="pres">
      <dgm:prSet presAssocID="{CD0B840F-F93A-4559-B8BE-92FA527933CE}" presName="connTx" presStyleLbl="parChTrans1D3" presStyleIdx="1" presStyleCnt="2"/>
      <dgm:spPr/>
    </dgm:pt>
    <dgm:pt modelId="{E5FB77F4-EAF7-4FF9-A248-78AD8FC27E55}" type="pres">
      <dgm:prSet presAssocID="{95ED210C-75D3-4D88-A607-8A856F3BD2A1}" presName="root2" presStyleCnt="0"/>
      <dgm:spPr/>
    </dgm:pt>
    <dgm:pt modelId="{4F133563-E8A9-4DBA-967F-CDB17F50B565}" type="pres">
      <dgm:prSet presAssocID="{95ED210C-75D3-4D88-A607-8A856F3BD2A1}" presName="LevelTwoTextNode" presStyleLbl="node3" presStyleIdx="1" presStyleCnt="2">
        <dgm:presLayoutVars>
          <dgm:chPref val="3"/>
        </dgm:presLayoutVars>
      </dgm:prSet>
      <dgm:spPr/>
    </dgm:pt>
    <dgm:pt modelId="{3C6016A7-B5E7-4E4F-9DE3-142D2D10DB8E}" type="pres">
      <dgm:prSet presAssocID="{95ED210C-75D3-4D88-A607-8A856F3BD2A1}" presName="level3hierChild" presStyleCnt="0"/>
      <dgm:spPr/>
    </dgm:pt>
    <dgm:pt modelId="{B5A97505-67EB-40A5-BF50-2B8E0C6C7922}" type="pres">
      <dgm:prSet presAssocID="{7794C577-DD05-4146-84EC-EA9773E2A8D0}" presName="conn2-1" presStyleLbl="parChTrans1D4" presStyleIdx="1" presStyleCnt="7"/>
      <dgm:spPr/>
    </dgm:pt>
    <dgm:pt modelId="{AEBC2122-EB2E-4A63-A475-AB205089CBBC}" type="pres">
      <dgm:prSet presAssocID="{7794C577-DD05-4146-84EC-EA9773E2A8D0}" presName="connTx" presStyleLbl="parChTrans1D4" presStyleIdx="1" presStyleCnt="7"/>
      <dgm:spPr/>
    </dgm:pt>
    <dgm:pt modelId="{BEB41036-23DE-4140-83E5-442D0E971595}" type="pres">
      <dgm:prSet presAssocID="{46F31D61-0631-44FB-A065-494BAFA2888B}" presName="root2" presStyleCnt="0"/>
      <dgm:spPr/>
    </dgm:pt>
    <dgm:pt modelId="{A21FAD4C-4F67-490B-A5EE-7F481568DD72}" type="pres">
      <dgm:prSet presAssocID="{46F31D61-0631-44FB-A065-494BAFA2888B}" presName="LevelTwoTextNode" presStyleLbl="node4" presStyleIdx="1" presStyleCnt="7">
        <dgm:presLayoutVars>
          <dgm:chPref val="3"/>
        </dgm:presLayoutVars>
      </dgm:prSet>
      <dgm:spPr/>
    </dgm:pt>
    <dgm:pt modelId="{9AB9AF3D-D626-47C6-A8AE-886EB5B8BAEC}" type="pres">
      <dgm:prSet presAssocID="{46F31D61-0631-44FB-A065-494BAFA2888B}" presName="level3hierChild" presStyleCnt="0"/>
      <dgm:spPr/>
    </dgm:pt>
    <dgm:pt modelId="{CE7965D2-56EC-4E73-BC56-9B56F5487321}" type="pres">
      <dgm:prSet presAssocID="{AC68F823-A408-4026-B74E-126EA5A57A2B}" presName="conn2-1" presStyleLbl="parChTrans1D4" presStyleIdx="2" presStyleCnt="7"/>
      <dgm:spPr/>
    </dgm:pt>
    <dgm:pt modelId="{6E7FA147-34C4-4A41-AA5E-6578CA5F26C3}" type="pres">
      <dgm:prSet presAssocID="{AC68F823-A408-4026-B74E-126EA5A57A2B}" presName="connTx" presStyleLbl="parChTrans1D4" presStyleIdx="2" presStyleCnt="7"/>
      <dgm:spPr/>
    </dgm:pt>
    <dgm:pt modelId="{40218DDE-6D99-4DC4-927C-646D13889474}" type="pres">
      <dgm:prSet presAssocID="{434EDDA6-E8A5-4534-85D4-CFD0C8EF5CA3}" presName="root2" presStyleCnt="0"/>
      <dgm:spPr/>
    </dgm:pt>
    <dgm:pt modelId="{D5831561-DC28-4606-AB6A-D56F66DE87BD}" type="pres">
      <dgm:prSet presAssocID="{434EDDA6-E8A5-4534-85D4-CFD0C8EF5CA3}" presName="LevelTwoTextNode" presStyleLbl="node4" presStyleIdx="2" presStyleCnt="7">
        <dgm:presLayoutVars>
          <dgm:chPref val="3"/>
        </dgm:presLayoutVars>
      </dgm:prSet>
      <dgm:spPr/>
    </dgm:pt>
    <dgm:pt modelId="{DEA440E8-F92D-4163-9B02-B8C35452FF33}" type="pres">
      <dgm:prSet presAssocID="{434EDDA6-E8A5-4534-85D4-CFD0C8EF5CA3}" presName="level3hierChild" presStyleCnt="0"/>
      <dgm:spPr/>
    </dgm:pt>
    <dgm:pt modelId="{F6538787-07F9-4277-9069-E1171785B830}" type="pres">
      <dgm:prSet presAssocID="{C915725A-BEB3-4017-9E7F-D6DCB4F10F9D}" presName="conn2-1" presStyleLbl="parChTrans1D4" presStyleIdx="3" presStyleCnt="7"/>
      <dgm:spPr/>
    </dgm:pt>
    <dgm:pt modelId="{99EF89EB-FD31-4749-B94F-34EE16E66885}" type="pres">
      <dgm:prSet presAssocID="{C915725A-BEB3-4017-9E7F-D6DCB4F10F9D}" presName="connTx" presStyleLbl="parChTrans1D4" presStyleIdx="3" presStyleCnt="7"/>
      <dgm:spPr/>
    </dgm:pt>
    <dgm:pt modelId="{F8CAF68A-693C-4D94-B98B-A3881911AEFB}" type="pres">
      <dgm:prSet presAssocID="{6A401A71-9076-4012-8544-060395E16422}" presName="root2" presStyleCnt="0"/>
      <dgm:spPr/>
    </dgm:pt>
    <dgm:pt modelId="{AA9E84FC-62A9-4117-B1D9-1DCEDC749C8A}" type="pres">
      <dgm:prSet presAssocID="{6A401A71-9076-4012-8544-060395E16422}" presName="LevelTwoTextNode" presStyleLbl="node4" presStyleIdx="3" presStyleCnt="7">
        <dgm:presLayoutVars>
          <dgm:chPref val="3"/>
        </dgm:presLayoutVars>
      </dgm:prSet>
      <dgm:spPr/>
    </dgm:pt>
    <dgm:pt modelId="{D0AB9C24-C16C-4275-BF02-19FB2A60012A}" type="pres">
      <dgm:prSet presAssocID="{6A401A71-9076-4012-8544-060395E16422}" presName="level3hierChild" presStyleCnt="0"/>
      <dgm:spPr/>
    </dgm:pt>
    <dgm:pt modelId="{85A8DF76-638B-4E38-9E11-26A3842E17F5}" type="pres">
      <dgm:prSet presAssocID="{50C298C8-9D4C-487F-862D-0D8A03C9A182}" presName="conn2-1" presStyleLbl="parChTrans1D4" presStyleIdx="4" presStyleCnt="7"/>
      <dgm:spPr/>
    </dgm:pt>
    <dgm:pt modelId="{3D00517F-EBB5-4186-A647-47858AAF2DF7}" type="pres">
      <dgm:prSet presAssocID="{50C298C8-9D4C-487F-862D-0D8A03C9A182}" presName="connTx" presStyleLbl="parChTrans1D4" presStyleIdx="4" presStyleCnt="7"/>
      <dgm:spPr/>
    </dgm:pt>
    <dgm:pt modelId="{DD902A44-E67F-4B61-9101-C037A6A5D0B6}" type="pres">
      <dgm:prSet presAssocID="{98627ECD-6CD3-4218-8AA4-2B9F0467D575}" presName="root2" presStyleCnt="0"/>
      <dgm:spPr/>
    </dgm:pt>
    <dgm:pt modelId="{001E5BEA-EC65-41AD-9439-EA66DAE816B2}" type="pres">
      <dgm:prSet presAssocID="{98627ECD-6CD3-4218-8AA4-2B9F0467D575}" presName="LevelTwoTextNode" presStyleLbl="node4" presStyleIdx="4" presStyleCnt="7">
        <dgm:presLayoutVars>
          <dgm:chPref val="3"/>
        </dgm:presLayoutVars>
      </dgm:prSet>
      <dgm:spPr/>
    </dgm:pt>
    <dgm:pt modelId="{8D06A824-FDA9-444C-95F7-BE9836C9F719}" type="pres">
      <dgm:prSet presAssocID="{98627ECD-6CD3-4218-8AA4-2B9F0467D575}" presName="level3hierChild" presStyleCnt="0"/>
      <dgm:spPr/>
    </dgm:pt>
    <dgm:pt modelId="{108000B7-F2A0-4E71-9B6F-C2456FD8AC21}" type="pres">
      <dgm:prSet presAssocID="{1564BF5C-2F84-41EB-A6B6-A3854D2F2B02}" presName="conn2-1" presStyleLbl="parChTrans1D4" presStyleIdx="5" presStyleCnt="7"/>
      <dgm:spPr/>
    </dgm:pt>
    <dgm:pt modelId="{26B96E61-9581-4E9F-9E97-2F11379FA08A}" type="pres">
      <dgm:prSet presAssocID="{1564BF5C-2F84-41EB-A6B6-A3854D2F2B02}" presName="connTx" presStyleLbl="parChTrans1D4" presStyleIdx="5" presStyleCnt="7"/>
      <dgm:spPr/>
    </dgm:pt>
    <dgm:pt modelId="{7E025C5C-EC21-431B-86A2-EDD3767292E6}" type="pres">
      <dgm:prSet presAssocID="{CA77CFC6-0269-49D7-9D4B-B3ABD7002E0A}" presName="root2" presStyleCnt="0"/>
      <dgm:spPr/>
    </dgm:pt>
    <dgm:pt modelId="{A30305B4-887E-40A7-9142-FE28DCFB8489}" type="pres">
      <dgm:prSet presAssocID="{CA77CFC6-0269-49D7-9D4B-B3ABD7002E0A}" presName="LevelTwoTextNode" presStyleLbl="node4" presStyleIdx="5" presStyleCnt="7">
        <dgm:presLayoutVars>
          <dgm:chPref val="3"/>
        </dgm:presLayoutVars>
      </dgm:prSet>
      <dgm:spPr/>
    </dgm:pt>
    <dgm:pt modelId="{9BA4B34B-D8BE-4A6D-9EBE-3F6A81B704E2}" type="pres">
      <dgm:prSet presAssocID="{CA77CFC6-0269-49D7-9D4B-B3ABD7002E0A}" presName="level3hierChild" presStyleCnt="0"/>
      <dgm:spPr/>
    </dgm:pt>
    <dgm:pt modelId="{79DFDD4B-7435-4A2E-AC59-FEB2A7CA1413}" type="pres">
      <dgm:prSet presAssocID="{D2FFCC63-D6F0-41D0-83B5-56A1CEC426B1}" presName="conn2-1" presStyleLbl="parChTrans1D4" presStyleIdx="6" presStyleCnt="7"/>
      <dgm:spPr/>
    </dgm:pt>
    <dgm:pt modelId="{935DB07F-A565-4C15-BEC1-AD8986DC2749}" type="pres">
      <dgm:prSet presAssocID="{D2FFCC63-D6F0-41D0-83B5-56A1CEC426B1}" presName="connTx" presStyleLbl="parChTrans1D4" presStyleIdx="6" presStyleCnt="7"/>
      <dgm:spPr/>
    </dgm:pt>
    <dgm:pt modelId="{F791B33C-8405-4E60-9BCA-BC4470E34064}" type="pres">
      <dgm:prSet presAssocID="{D67B0277-645E-44B4-9DE8-2634DEE5D5CF}" presName="root2" presStyleCnt="0"/>
      <dgm:spPr/>
    </dgm:pt>
    <dgm:pt modelId="{4B608DE1-6480-4F3C-8D03-8C44238BB796}" type="pres">
      <dgm:prSet presAssocID="{D67B0277-645E-44B4-9DE8-2634DEE5D5CF}" presName="LevelTwoTextNode" presStyleLbl="node4" presStyleIdx="6" presStyleCnt="7">
        <dgm:presLayoutVars>
          <dgm:chPref val="3"/>
        </dgm:presLayoutVars>
      </dgm:prSet>
      <dgm:spPr/>
    </dgm:pt>
    <dgm:pt modelId="{1651BE91-3909-452B-822D-64C4771B90B4}" type="pres">
      <dgm:prSet presAssocID="{D67B0277-645E-44B4-9DE8-2634DEE5D5CF}" presName="level3hierChild" presStyleCnt="0"/>
      <dgm:spPr/>
    </dgm:pt>
  </dgm:ptLst>
  <dgm:cxnLst>
    <dgm:cxn modelId="{1275BA02-B68B-4F63-9DDB-AD48B6EEF621}" srcId="{6A401A71-9076-4012-8544-060395E16422}" destId="{CA77CFC6-0269-49D7-9D4B-B3ABD7002E0A}" srcOrd="1" destOrd="0" parTransId="{1564BF5C-2F84-41EB-A6B6-A3854D2F2B02}" sibTransId="{64F1C963-D7AB-4511-B5B7-9B2061732EE1}"/>
    <dgm:cxn modelId="{C5F71303-76A0-4E34-942F-E555BC2769E5}" type="presOf" srcId="{D67B0277-645E-44B4-9DE8-2634DEE5D5CF}" destId="{4B608DE1-6480-4F3C-8D03-8C44238BB796}" srcOrd="0" destOrd="0" presId="urn:microsoft.com/office/officeart/2008/layout/HorizontalMultiLevelHierarchy"/>
    <dgm:cxn modelId="{1E6D8E03-5C44-4EE2-AAFA-A46072DC9D45}" srcId="{95ED210C-75D3-4D88-A607-8A856F3BD2A1}" destId="{46F31D61-0631-44FB-A065-494BAFA2888B}" srcOrd="0" destOrd="0" parTransId="{7794C577-DD05-4146-84EC-EA9773E2A8D0}" sibTransId="{1EC83E58-529E-44FE-A860-9E2AB879A560}"/>
    <dgm:cxn modelId="{DD64CF04-6E50-4F2F-9410-3938AB15308A}" type="presOf" srcId="{1564BF5C-2F84-41EB-A6B6-A3854D2F2B02}" destId="{108000B7-F2A0-4E71-9B6F-C2456FD8AC21}" srcOrd="0" destOrd="0" presId="urn:microsoft.com/office/officeart/2008/layout/HorizontalMultiLevelHierarchy"/>
    <dgm:cxn modelId="{0A911C07-1AA9-4F2F-9D51-00329BBF9DD9}" type="presOf" srcId="{C915725A-BEB3-4017-9E7F-D6DCB4F10F9D}" destId="{F6538787-07F9-4277-9069-E1171785B830}" srcOrd="0" destOrd="0" presId="urn:microsoft.com/office/officeart/2008/layout/HorizontalMultiLevelHierarchy"/>
    <dgm:cxn modelId="{B4A62B0D-DA80-45DD-8171-78BA53009E37}" type="presOf" srcId="{CD0B840F-F93A-4559-B8BE-92FA527933CE}" destId="{607A6C68-7EB9-48C1-B25B-8D732D61D5B9}" srcOrd="1" destOrd="0" presId="urn:microsoft.com/office/officeart/2008/layout/HorizontalMultiLevelHierarchy"/>
    <dgm:cxn modelId="{2DC99F11-4AFA-44AD-95C7-3419DFC5A694}" srcId="{D62906BF-9337-4590-9D51-98BE0D3714B7}" destId="{D2133F73-F5E7-44FC-B010-5DB8F1EC1BB4}" srcOrd="0" destOrd="0" parTransId="{5DC13A0F-16C7-4974-9E20-697481EB71A4}" sibTransId="{87CCF6F3-C59A-4B0E-A15D-BF28E842E2A5}"/>
    <dgm:cxn modelId="{C7810F27-08E6-420C-B2BE-55D60A3F96F9}" type="presOf" srcId="{5B4C6942-7311-4677-9525-D4F963A96029}" destId="{C74F373C-66C3-435B-966A-83105A0DCD75}" srcOrd="0" destOrd="0" presId="urn:microsoft.com/office/officeart/2008/layout/HorizontalMultiLevelHierarchy"/>
    <dgm:cxn modelId="{5A41A828-EF20-4C09-BA1F-B4FED70246B9}" type="presOf" srcId="{CA77CFC6-0269-49D7-9D4B-B3ABD7002E0A}" destId="{A30305B4-887E-40A7-9142-FE28DCFB8489}" srcOrd="0" destOrd="0" presId="urn:microsoft.com/office/officeart/2008/layout/HorizontalMultiLevelHierarchy"/>
    <dgm:cxn modelId="{FA60F133-E166-4A75-BE42-1C0D9CD55FD9}" type="presOf" srcId="{5B4C6942-7311-4677-9525-D4F963A96029}" destId="{0B810CF5-5701-4914-B2B0-E970B8B22DAB}" srcOrd="1" destOrd="0" presId="urn:microsoft.com/office/officeart/2008/layout/HorizontalMultiLevelHierarchy"/>
    <dgm:cxn modelId="{01522D34-20AB-483A-B706-A9E20833C7E0}" type="presOf" srcId="{A4A02549-A847-4984-A300-B9E33E49EBBC}" destId="{E7367B51-F125-43CC-A1DE-92AFC42D0258}" srcOrd="0" destOrd="0" presId="urn:microsoft.com/office/officeart/2008/layout/HorizontalMultiLevelHierarchy"/>
    <dgm:cxn modelId="{62516934-CF93-4380-86DB-F948EE98077E}" type="presOf" srcId="{434EDDA6-E8A5-4534-85D4-CFD0C8EF5CA3}" destId="{D5831561-DC28-4606-AB6A-D56F66DE87BD}" srcOrd="0" destOrd="0" presId="urn:microsoft.com/office/officeart/2008/layout/HorizontalMultiLevelHierarchy"/>
    <dgm:cxn modelId="{968A863D-AAB2-4CEE-9B98-D8E286657F4A}" type="presOf" srcId="{727AD491-41E8-45E0-B0CF-80214D39631A}" destId="{5AC20878-926C-4002-8694-0B01637D18CD}" srcOrd="0" destOrd="0" presId="urn:microsoft.com/office/officeart/2008/layout/HorizontalMultiLevelHierarchy"/>
    <dgm:cxn modelId="{06ED053F-3177-4146-B4DD-379EACA3C97E}" srcId="{B7EBC026-F257-4550-97CC-47D2008CD34E}" destId="{A4A02549-A847-4984-A300-B9E33E49EBBC}" srcOrd="0" destOrd="0" parTransId="{5B4C6942-7311-4677-9525-D4F963A96029}" sibTransId="{D6FC1B3E-2B01-4E4A-B372-59C89E4403BE}"/>
    <dgm:cxn modelId="{F15A5F41-2AE6-4493-B8B2-06CBA41ABFB3}" type="presOf" srcId="{98627ECD-6CD3-4218-8AA4-2B9F0467D575}" destId="{001E5BEA-EC65-41AD-9439-EA66DAE816B2}" srcOrd="0" destOrd="0" presId="urn:microsoft.com/office/officeart/2008/layout/HorizontalMultiLevelHierarchy"/>
    <dgm:cxn modelId="{DBDC6F41-5835-476A-9AD3-F95844D3C0B6}" type="presOf" srcId="{95ED210C-75D3-4D88-A607-8A856F3BD2A1}" destId="{4F133563-E8A9-4DBA-967F-CDB17F50B565}" srcOrd="0" destOrd="0" presId="urn:microsoft.com/office/officeart/2008/layout/HorizontalMultiLevelHierarchy"/>
    <dgm:cxn modelId="{BF443244-51D5-49C7-BC27-3B7077FF1FA6}" type="presOf" srcId="{D2FFCC63-D6F0-41D0-83B5-56A1CEC426B1}" destId="{935DB07F-A565-4C15-BEC1-AD8986DC2749}" srcOrd="1" destOrd="0" presId="urn:microsoft.com/office/officeart/2008/layout/HorizontalMultiLevelHierarchy"/>
    <dgm:cxn modelId="{23110045-4C73-4D13-AFB9-A4C0EE8CF63E}" srcId="{6A401A71-9076-4012-8544-060395E16422}" destId="{98627ECD-6CD3-4218-8AA4-2B9F0467D575}" srcOrd="0" destOrd="0" parTransId="{50C298C8-9D4C-487F-862D-0D8A03C9A182}" sibTransId="{519F36B0-FA34-48A0-B3EF-CF63EABB2805}"/>
    <dgm:cxn modelId="{24E33345-8EBD-4F5D-90EE-17B37FA757D2}" srcId="{434EDDA6-E8A5-4534-85D4-CFD0C8EF5CA3}" destId="{6A401A71-9076-4012-8544-060395E16422}" srcOrd="0" destOrd="0" parTransId="{C915725A-BEB3-4017-9E7F-D6DCB4F10F9D}" sibTransId="{5238D661-0A69-401E-AD7B-89F72D5F2E8D}"/>
    <dgm:cxn modelId="{4C03074D-3270-4EF4-B318-44C3D84DE538}" srcId="{D2133F73-F5E7-44FC-B010-5DB8F1EC1BB4}" destId="{3F4BE0AF-2633-4406-B5D1-5145E18A5843}" srcOrd="1" destOrd="0" parTransId="{20DED440-90A8-47B9-A4FA-6D16FA7512F9}" sibTransId="{D1775298-B927-40FC-970A-974EB07BC61B}"/>
    <dgm:cxn modelId="{9FF99C6F-DBC7-451F-8B12-EAE8770745E9}" type="presOf" srcId="{AC68F823-A408-4026-B74E-126EA5A57A2B}" destId="{6E7FA147-34C4-4A41-AA5E-6578CA5F26C3}" srcOrd="1" destOrd="0" presId="urn:microsoft.com/office/officeart/2008/layout/HorizontalMultiLevelHierarchy"/>
    <dgm:cxn modelId="{10EDD752-0E6B-499A-B28F-66EAD646528A}" type="presOf" srcId="{20DED440-90A8-47B9-A4FA-6D16FA7512F9}" destId="{30B64945-7B0B-4A6B-B5BD-899FFA39D8EC}" srcOrd="1" destOrd="0" presId="urn:microsoft.com/office/officeart/2008/layout/HorizontalMultiLevelHierarchy"/>
    <dgm:cxn modelId="{E00CEF53-6918-4A76-8E09-E3E59866EAEA}" type="presOf" srcId="{CD0B840F-F93A-4559-B8BE-92FA527933CE}" destId="{B02B45CE-3B42-46D1-A695-36F5F9C69BEF}" srcOrd="0" destOrd="0" presId="urn:microsoft.com/office/officeart/2008/layout/HorizontalMultiLevelHierarchy"/>
    <dgm:cxn modelId="{42C4D85A-C2A8-4A15-B8CA-41062193F655}" srcId="{95ED210C-75D3-4D88-A607-8A856F3BD2A1}" destId="{434EDDA6-E8A5-4534-85D4-CFD0C8EF5CA3}" srcOrd="1" destOrd="0" parTransId="{AC68F823-A408-4026-B74E-126EA5A57A2B}" sibTransId="{62B30A68-56CB-4089-920D-F8265F959D08}"/>
    <dgm:cxn modelId="{65C6707B-39CA-47CF-AE71-F81FBC262B21}" type="presOf" srcId="{1564BF5C-2F84-41EB-A6B6-A3854D2F2B02}" destId="{26B96E61-9581-4E9F-9E97-2F11379FA08A}" srcOrd="1" destOrd="0" presId="urn:microsoft.com/office/officeart/2008/layout/HorizontalMultiLevelHierarchy"/>
    <dgm:cxn modelId="{4916367E-82E0-4463-B94B-4F5A8C80B261}" srcId="{3F4BE0AF-2633-4406-B5D1-5145E18A5843}" destId="{95ED210C-75D3-4D88-A607-8A856F3BD2A1}" srcOrd="1" destOrd="0" parTransId="{CD0B840F-F93A-4559-B8BE-92FA527933CE}" sibTransId="{B9108204-AE82-4C67-9807-66EB8C70077D}"/>
    <dgm:cxn modelId="{A683A880-7D7B-41CB-BC16-B57B4B1E3DC6}" type="presOf" srcId="{D2FFCC63-D6F0-41D0-83B5-56A1CEC426B1}" destId="{79DFDD4B-7435-4A2E-AC59-FEB2A7CA1413}" srcOrd="0" destOrd="0" presId="urn:microsoft.com/office/officeart/2008/layout/HorizontalMultiLevelHierarchy"/>
    <dgm:cxn modelId="{3E4FA782-398E-410A-9D4A-0F61A77364B9}" type="presOf" srcId="{727AD491-41E8-45E0-B0CF-80214D39631A}" destId="{4E29E7AD-E5FF-4188-B9E1-B95090677E21}" srcOrd="1" destOrd="0" presId="urn:microsoft.com/office/officeart/2008/layout/HorizontalMultiLevelHierarchy"/>
    <dgm:cxn modelId="{E56EE985-0A04-4DF9-88E7-09AFA4AD7698}" type="presOf" srcId="{20FD30B4-35E8-4425-A3AF-59B4763BFEA2}" destId="{44DE68A2-641D-4C37-B0DF-41B9639EDC17}" srcOrd="1" destOrd="0" presId="urn:microsoft.com/office/officeart/2008/layout/HorizontalMultiLevelHierarchy"/>
    <dgm:cxn modelId="{AE341987-8F93-42A4-A983-04CE06B0EB49}" type="presOf" srcId="{D62906BF-9337-4590-9D51-98BE0D3714B7}" destId="{D80823AE-5736-4DD1-BC06-FEFD01224D95}" srcOrd="0" destOrd="0" presId="urn:microsoft.com/office/officeart/2008/layout/HorizontalMultiLevelHierarchy"/>
    <dgm:cxn modelId="{79507488-C0FA-4BD1-83CF-ACD1712D0CBB}" type="presOf" srcId="{D2133F73-F5E7-44FC-B010-5DB8F1EC1BB4}" destId="{09768027-1D0D-4BA9-BA41-DC00D8762271}" srcOrd="0" destOrd="0" presId="urn:microsoft.com/office/officeart/2008/layout/HorizontalMultiLevelHierarchy"/>
    <dgm:cxn modelId="{BDACD389-2D34-4E33-B826-8980935E940B}" srcId="{3F4BE0AF-2633-4406-B5D1-5145E18A5843}" destId="{B7EBC026-F257-4550-97CC-47D2008CD34E}" srcOrd="0" destOrd="0" parTransId="{727AD491-41E8-45E0-B0CF-80214D39631A}" sibTransId="{834A79F4-F6A9-4786-ABC3-CAFAE75F23A2}"/>
    <dgm:cxn modelId="{D5EFC98C-5BB3-4DEB-ACC7-305C5AB96039}" type="presOf" srcId="{46F31D61-0631-44FB-A065-494BAFA2888B}" destId="{A21FAD4C-4F67-490B-A5EE-7F481568DD72}" srcOrd="0" destOrd="0" presId="urn:microsoft.com/office/officeart/2008/layout/HorizontalMultiLevelHierarchy"/>
    <dgm:cxn modelId="{14323B8D-041E-457A-9D13-9CBA89557486}" type="presOf" srcId="{6A401A71-9076-4012-8544-060395E16422}" destId="{AA9E84FC-62A9-4117-B1D9-1DCEDC749C8A}" srcOrd="0" destOrd="0" presId="urn:microsoft.com/office/officeart/2008/layout/HorizontalMultiLevelHierarchy"/>
    <dgm:cxn modelId="{967D438F-3014-42EC-B99A-61A7C1E7D927}" type="presOf" srcId="{3F4BE0AF-2633-4406-B5D1-5145E18A5843}" destId="{BA3C30E1-B3A3-4CC2-98C8-05FF1573C2AD}" srcOrd="0" destOrd="0" presId="urn:microsoft.com/office/officeart/2008/layout/HorizontalMultiLevelHierarchy"/>
    <dgm:cxn modelId="{C0B9F08F-21ED-4A28-A202-8F136B9AFDA6}" type="presOf" srcId="{20DED440-90A8-47B9-A4FA-6D16FA7512F9}" destId="{B7A67049-5C72-4823-A9C1-FB04B04BC52D}" srcOrd="0" destOrd="0" presId="urn:microsoft.com/office/officeart/2008/layout/HorizontalMultiLevelHierarchy"/>
    <dgm:cxn modelId="{C7A86E90-17FD-42EE-86E4-61AC57C4BB0B}" type="presOf" srcId="{7794C577-DD05-4146-84EC-EA9773E2A8D0}" destId="{AEBC2122-EB2E-4A63-A475-AB205089CBBC}" srcOrd="1" destOrd="0" presId="urn:microsoft.com/office/officeart/2008/layout/HorizontalMultiLevelHierarchy"/>
    <dgm:cxn modelId="{0AE2FD96-C1FD-4A8A-A725-0C73D1A2D8C3}" type="presOf" srcId="{C915725A-BEB3-4017-9E7F-D6DCB4F10F9D}" destId="{99EF89EB-FD31-4749-B94F-34EE16E66885}" srcOrd="1" destOrd="0" presId="urn:microsoft.com/office/officeart/2008/layout/HorizontalMultiLevelHierarchy"/>
    <dgm:cxn modelId="{5464659F-D511-40AC-9CE6-C7063AFD0B02}" type="presOf" srcId="{7794C577-DD05-4146-84EC-EA9773E2A8D0}" destId="{B5A97505-67EB-40A5-BF50-2B8E0C6C7922}" srcOrd="0" destOrd="0" presId="urn:microsoft.com/office/officeart/2008/layout/HorizontalMultiLevelHierarchy"/>
    <dgm:cxn modelId="{4B7C20A6-658A-4E23-8A71-7CA1673EEA59}" type="presOf" srcId="{50C298C8-9D4C-487F-862D-0D8A03C9A182}" destId="{3D00517F-EBB5-4186-A647-47858AAF2DF7}" srcOrd="1" destOrd="0" presId="urn:microsoft.com/office/officeart/2008/layout/HorizontalMultiLevelHierarchy"/>
    <dgm:cxn modelId="{49B6B6AF-E89A-4527-840B-99ACECFF988D}" type="presOf" srcId="{245CCB63-BC0D-4E1A-B6C9-5B31E9884AA0}" destId="{B86D7FB4-2F95-493B-B223-B242B5914213}" srcOrd="0" destOrd="0" presId="urn:microsoft.com/office/officeart/2008/layout/HorizontalMultiLevelHierarchy"/>
    <dgm:cxn modelId="{B8ACA2B6-FFA4-4CE7-AF01-43E53D82FDCC}" type="presOf" srcId="{50C298C8-9D4C-487F-862D-0D8A03C9A182}" destId="{85A8DF76-638B-4E38-9E11-26A3842E17F5}" srcOrd="0" destOrd="0" presId="urn:microsoft.com/office/officeart/2008/layout/HorizontalMultiLevelHierarchy"/>
    <dgm:cxn modelId="{E857E5C3-E32E-4B59-BCFA-60421EAD3BC0}" type="presOf" srcId="{AC68F823-A408-4026-B74E-126EA5A57A2B}" destId="{CE7965D2-56EC-4E73-BC56-9B56F5487321}" srcOrd="0" destOrd="0" presId="urn:microsoft.com/office/officeart/2008/layout/HorizontalMultiLevelHierarchy"/>
    <dgm:cxn modelId="{F0238EDA-E670-4D36-B374-42699C72A006}" srcId="{D2133F73-F5E7-44FC-B010-5DB8F1EC1BB4}" destId="{245CCB63-BC0D-4E1A-B6C9-5B31E9884AA0}" srcOrd="0" destOrd="0" parTransId="{20FD30B4-35E8-4425-A3AF-59B4763BFEA2}" sibTransId="{AA2AFD22-39DE-49FD-B750-00570EACE8E3}"/>
    <dgm:cxn modelId="{C8071CEA-57CE-4209-AE4C-63F3DB8903B9}" type="presOf" srcId="{20FD30B4-35E8-4425-A3AF-59B4763BFEA2}" destId="{D480AE56-2306-4272-B79D-2A0B65AB6703}" srcOrd="0" destOrd="0" presId="urn:microsoft.com/office/officeart/2008/layout/HorizontalMultiLevelHierarchy"/>
    <dgm:cxn modelId="{ADCA8FEE-9124-4821-980F-D0D74BFA2D9F}" srcId="{6A401A71-9076-4012-8544-060395E16422}" destId="{D67B0277-645E-44B4-9DE8-2634DEE5D5CF}" srcOrd="2" destOrd="0" parTransId="{D2FFCC63-D6F0-41D0-83B5-56A1CEC426B1}" sibTransId="{DB2C7056-9A8A-4C17-86BB-CB4553D664FC}"/>
    <dgm:cxn modelId="{556DE2F5-C501-44E5-93B7-A3C0FC3417B6}" type="presOf" srcId="{B7EBC026-F257-4550-97CC-47D2008CD34E}" destId="{E8A0E100-508E-4A63-B837-EF59FF7A039E}" srcOrd="0" destOrd="0" presId="urn:microsoft.com/office/officeart/2008/layout/HorizontalMultiLevelHierarchy"/>
    <dgm:cxn modelId="{2905E19F-DD3E-46C0-825A-7F2EE0E3C706}" type="presParOf" srcId="{D80823AE-5736-4DD1-BC06-FEFD01224D95}" destId="{FBE42161-CDDF-4411-8A96-E7BDA74C908B}" srcOrd="0" destOrd="0" presId="urn:microsoft.com/office/officeart/2008/layout/HorizontalMultiLevelHierarchy"/>
    <dgm:cxn modelId="{6A64C4F1-5802-49E0-82D6-97BA6D2B0BBA}" type="presParOf" srcId="{FBE42161-CDDF-4411-8A96-E7BDA74C908B}" destId="{09768027-1D0D-4BA9-BA41-DC00D8762271}" srcOrd="0" destOrd="0" presId="urn:microsoft.com/office/officeart/2008/layout/HorizontalMultiLevelHierarchy"/>
    <dgm:cxn modelId="{679F7F83-E339-4E67-9E8D-FDE8F627442B}" type="presParOf" srcId="{FBE42161-CDDF-4411-8A96-E7BDA74C908B}" destId="{D5EC361A-C4A4-4C99-B810-7C0DFD980EA1}" srcOrd="1" destOrd="0" presId="urn:microsoft.com/office/officeart/2008/layout/HorizontalMultiLevelHierarchy"/>
    <dgm:cxn modelId="{EDD500C7-2074-4A86-8073-54B88F3C3B04}" type="presParOf" srcId="{D5EC361A-C4A4-4C99-B810-7C0DFD980EA1}" destId="{D480AE56-2306-4272-B79D-2A0B65AB6703}" srcOrd="0" destOrd="0" presId="urn:microsoft.com/office/officeart/2008/layout/HorizontalMultiLevelHierarchy"/>
    <dgm:cxn modelId="{C251C187-3469-4D16-8FCD-146B34D8BDE1}" type="presParOf" srcId="{D480AE56-2306-4272-B79D-2A0B65AB6703}" destId="{44DE68A2-641D-4C37-B0DF-41B9639EDC17}" srcOrd="0" destOrd="0" presId="urn:microsoft.com/office/officeart/2008/layout/HorizontalMultiLevelHierarchy"/>
    <dgm:cxn modelId="{576B3284-4674-4AD3-9727-8BCC5F8E1D1E}" type="presParOf" srcId="{D5EC361A-C4A4-4C99-B810-7C0DFD980EA1}" destId="{0A229400-FDE3-48C8-BD74-E81DF21A1AD5}" srcOrd="1" destOrd="0" presId="urn:microsoft.com/office/officeart/2008/layout/HorizontalMultiLevelHierarchy"/>
    <dgm:cxn modelId="{DF52A187-4ED1-41CF-A2A1-3673FDD788EF}" type="presParOf" srcId="{0A229400-FDE3-48C8-BD74-E81DF21A1AD5}" destId="{B86D7FB4-2F95-493B-B223-B242B5914213}" srcOrd="0" destOrd="0" presId="urn:microsoft.com/office/officeart/2008/layout/HorizontalMultiLevelHierarchy"/>
    <dgm:cxn modelId="{7A18789F-216F-41B0-8964-3E774213D816}" type="presParOf" srcId="{0A229400-FDE3-48C8-BD74-E81DF21A1AD5}" destId="{D9F64291-2E5A-4AA1-BD06-919A433DEDCA}" srcOrd="1" destOrd="0" presId="urn:microsoft.com/office/officeart/2008/layout/HorizontalMultiLevelHierarchy"/>
    <dgm:cxn modelId="{56A2BB9D-8FE8-487A-9F35-A5A3A0776C8C}" type="presParOf" srcId="{D5EC361A-C4A4-4C99-B810-7C0DFD980EA1}" destId="{B7A67049-5C72-4823-A9C1-FB04B04BC52D}" srcOrd="2" destOrd="0" presId="urn:microsoft.com/office/officeart/2008/layout/HorizontalMultiLevelHierarchy"/>
    <dgm:cxn modelId="{93677438-5E20-410A-9D6B-ADD71499905D}" type="presParOf" srcId="{B7A67049-5C72-4823-A9C1-FB04B04BC52D}" destId="{30B64945-7B0B-4A6B-B5BD-899FFA39D8EC}" srcOrd="0" destOrd="0" presId="urn:microsoft.com/office/officeart/2008/layout/HorizontalMultiLevelHierarchy"/>
    <dgm:cxn modelId="{C5222E28-BCEB-49B1-B19F-BE9D583D588B}" type="presParOf" srcId="{D5EC361A-C4A4-4C99-B810-7C0DFD980EA1}" destId="{2F2DF53D-13D9-49C0-B25F-5E560F5D0305}" srcOrd="3" destOrd="0" presId="urn:microsoft.com/office/officeart/2008/layout/HorizontalMultiLevelHierarchy"/>
    <dgm:cxn modelId="{E82E0285-E335-4B0B-BCDB-20872185037D}" type="presParOf" srcId="{2F2DF53D-13D9-49C0-B25F-5E560F5D0305}" destId="{BA3C30E1-B3A3-4CC2-98C8-05FF1573C2AD}" srcOrd="0" destOrd="0" presId="urn:microsoft.com/office/officeart/2008/layout/HorizontalMultiLevelHierarchy"/>
    <dgm:cxn modelId="{5E515195-9C1E-45D7-A8C7-8813A55E7B4A}" type="presParOf" srcId="{2F2DF53D-13D9-49C0-B25F-5E560F5D0305}" destId="{DAA9DF64-F712-47F1-96DC-F46A48A0149A}" srcOrd="1" destOrd="0" presId="urn:microsoft.com/office/officeart/2008/layout/HorizontalMultiLevelHierarchy"/>
    <dgm:cxn modelId="{0DEC03E1-E25B-458B-8BA5-4DC82FD990BE}" type="presParOf" srcId="{DAA9DF64-F712-47F1-96DC-F46A48A0149A}" destId="{5AC20878-926C-4002-8694-0B01637D18CD}" srcOrd="0" destOrd="0" presId="urn:microsoft.com/office/officeart/2008/layout/HorizontalMultiLevelHierarchy"/>
    <dgm:cxn modelId="{EDD1C01B-224B-4588-8BCB-2B193B915D7F}" type="presParOf" srcId="{5AC20878-926C-4002-8694-0B01637D18CD}" destId="{4E29E7AD-E5FF-4188-B9E1-B95090677E21}" srcOrd="0" destOrd="0" presId="urn:microsoft.com/office/officeart/2008/layout/HorizontalMultiLevelHierarchy"/>
    <dgm:cxn modelId="{0E1998C1-D5E9-43E8-A6D4-603E2F899919}" type="presParOf" srcId="{DAA9DF64-F712-47F1-96DC-F46A48A0149A}" destId="{CF241F23-65AE-4911-95CC-41F3A761B868}" srcOrd="1" destOrd="0" presId="urn:microsoft.com/office/officeart/2008/layout/HorizontalMultiLevelHierarchy"/>
    <dgm:cxn modelId="{95114161-7545-4224-875F-2E6CA4F807F6}" type="presParOf" srcId="{CF241F23-65AE-4911-95CC-41F3A761B868}" destId="{E8A0E100-508E-4A63-B837-EF59FF7A039E}" srcOrd="0" destOrd="0" presId="urn:microsoft.com/office/officeart/2008/layout/HorizontalMultiLevelHierarchy"/>
    <dgm:cxn modelId="{1781FD4F-AF86-44C6-8F68-0ABF80D58F3D}" type="presParOf" srcId="{CF241F23-65AE-4911-95CC-41F3A761B868}" destId="{49AC46BB-CC2D-4EB8-B43A-EB0ECD35FE9B}" srcOrd="1" destOrd="0" presId="urn:microsoft.com/office/officeart/2008/layout/HorizontalMultiLevelHierarchy"/>
    <dgm:cxn modelId="{007FDA2F-0B22-488D-BBC4-FA3D711FB8DB}" type="presParOf" srcId="{49AC46BB-CC2D-4EB8-B43A-EB0ECD35FE9B}" destId="{C74F373C-66C3-435B-966A-83105A0DCD75}" srcOrd="0" destOrd="0" presId="urn:microsoft.com/office/officeart/2008/layout/HorizontalMultiLevelHierarchy"/>
    <dgm:cxn modelId="{0C87B999-2D5E-4A12-BE7B-6480284AA31C}" type="presParOf" srcId="{C74F373C-66C3-435B-966A-83105A0DCD75}" destId="{0B810CF5-5701-4914-B2B0-E970B8B22DAB}" srcOrd="0" destOrd="0" presId="urn:microsoft.com/office/officeart/2008/layout/HorizontalMultiLevelHierarchy"/>
    <dgm:cxn modelId="{4512E10E-91B8-4A86-A39E-D4A503E66DBE}" type="presParOf" srcId="{49AC46BB-CC2D-4EB8-B43A-EB0ECD35FE9B}" destId="{399CF991-EE1C-4D88-9FF6-6AFF851A4FE8}" srcOrd="1" destOrd="0" presId="urn:microsoft.com/office/officeart/2008/layout/HorizontalMultiLevelHierarchy"/>
    <dgm:cxn modelId="{51EF6883-21A5-4BEC-881A-0D7B8C819A8D}" type="presParOf" srcId="{399CF991-EE1C-4D88-9FF6-6AFF851A4FE8}" destId="{E7367B51-F125-43CC-A1DE-92AFC42D0258}" srcOrd="0" destOrd="0" presId="urn:microsoft.com/office/officeart/2008/layout/HorizontalMultiLevelHierarchy"/>
    <dgm:cxn modelId="{BED9338C-8B5C-4F3E-91A6-56295F88B2A0}" type="presParOf" srcId="{399CF991-EE1C-4D88-9FF6-6AFF851A4FE8}" destId="{35757CB8-C28C-4624-9D94-D92CBED4D345}" srcOrd="1" destOrd="0" presId="urn:microsoft.com/office/officeart/2008/layout/HorizontalMultiLevelHierarchy"/>
    <dgm:cxn modelId="{B6FBCF00-DCA4-4087-B534-2833DDF89A17}" type="presParOf" srcId="{DAA9DF64-F712-47F1-96DC-F46A48A0149A}" destId="{B02B45CE-3B42-46D1-A695-36F5F9C69BEF}" srcOrd="2" destOrd="0" presId="urn:microsoft.com/office/officeart/2008/layout/HorizontalMultiLevelHierarchy"/>
    <dgm:cxn modelId="{069B28EA-3B8A-474E-BBF7-779DE9A8342A}" type="presParOf" srcId="{B02B45CE-3B42-46D1-A695-36F5F9C69BEF}" destId="{607A6C68-7EB9-48C1-B25B-8D732D61D5B9}" srcOrd="0" destOrd="0" presId="urn:microsoft.com/office/officeart/2008/layout/HorizontalMultiLevelHierarchy"/>
    <dgm:cxn modelId="{D38DA96F-9DEC-4BDB-97EB-0281979B2928}" type="presParOf" srcId="{DAA9DF64-F712-47F1-96DC-F46A48A0149A}" destId="{E5FB77F4-EAF7-4FF9-A248-78AD8FC27E55}" srcOrd="3" destOrd="0" presId="urn:microsoft.com/office/officeart/2008/layout/HorizontalMultiLevelHierarchy"/>
    <dgm:cxn modelId="{D02DD1D6-AA81-4D5E-8846-693EF9DD4371}" type="presParOf" srcId="{E5FB77F4-EAF7-4FF9-A248-78AD8FC27E55}" destId="{4F133563-E8A9-4DBA-967F-CDB17F50B565}" srcOrd="0" destOrd="0" presId="urn:microsoft.com/office/officeart/2008/layout/HorizontalMultiLevelHierarchy"/>
    <dgm:cxn modelId="{EB0E8291-C6FF-44AC-8A5F-E8DE26F51CFD}" type="presParOf" srcId="{E5FB77F4-EAF7-4FF9-A248-78AD8FC27E55}" destId="{3C6016A7-B5E7-4E4F-9DE3-142D2D10DB8E}" srcOrd="1" destOrd="0" presId="urn:microsoft.com/office/officeart/2008/layout/HorizontalMultiLevelHierarchy"/>
    <dgm:cxn modelId="{24B89878-3A5D-495A-97F9-ED99976DFFB2}" type="presParOf" srcId="{3C6016A7-B5E7-4E4F-9DE3-142D2D10DB8E}" destId="{B5A97505-67EB-40A5-BF50-2B8E0C6C7922}" srcOrd="0" destOrd="0" presId="urn:microsoft.com/office/officeart/2008/layout/HorizontalMultiLevelHierarchy"/>
    <dgm:cxn modelId="{1E8B5693-3CEE-46C1-811B-45FE002D730D}" type="presParOf" srcId="{B5A97505-67EB-40A5-BF50-2B8E0C6C7922}" destId="{AEBC2122-EB2E-4A63-A475-AB205089CBBC}" srcOrd="0" destOrd="0" presId="urn:microsoft.com/office/officeart/2008/layout/HorizontalMultiLevelHierarchy"/>
    <dgm:cxn modelId="{037269BC-0D5C-4083-9D5B-4BA6B77B3763}" type="presParOf" srcId="{3C6016A7-B5E7-4E4F-9DE3-142D2D10DB8E}" destId="{BEB41036-23DE-4140-83E5-442D0E971595}" srcOrd="1" destOrd="0" presId="urn:microsoft.com/office/officeart/2008/layout/HorizontalMultiLevelHierarchy"/>
    <dgm:cxn modelId="{9A1C5C7F-5624-428A-BA4F-1F9892EB4D4F}" type="presParOf" srcId="{BEB41036-23DE-4140-83E5-442D0E971595}" destId="{A21FAD4C-4F67-490B-A5EE-7F481568DD72}" srcOrd="0" destOrd="0" presId="urn:microsoft.com/office/officeart/2008/layout/HorizontalMultiLevelHierarchy"/>
    <dgm:cxn modelId="{819F4335-A402-4C9E-A2D4-E2D4E7F71032}" type="presParOf" srcId="{BEB41036-23DE-4140-83E5-442D0E971595}" destId="{9AB9AF3D-D626-47C6-A8AE-886EB5B8BAEC}" srcOrd="1" destOrd="0" presId="urn:microsoft.com/office/officeart/2008/layout/HorizontalMultiLevelHierarchy"/>
    <dgm:cxn modelId="{242EFB21-2E00-40BD-9E06-C48946A939EB}" type="presParOf" srcId="{3C6016A7-B5E7-4E4F-9DE3-142D2D10DB8E}" destId="{CE7965D2-56EC-4E73-BC56-9B56F5487321}" srcOrd="2" destOrd="0" presId="urn:microsoft.com/office/officeart/2008/layout/HorizontalMultiLevelHierarchy"/>
    <dgm:cxn modelId="{825C6E90-4384-4B8B-AC10-FD398ED2F717}" type="presParOf" srcId="{CE7965D2-56EC-4E73-BC56-9B56F5487321}" destId="{6E7FA147-34C4-4A41-AA5E-6578CA5F26C3}" srcOrd="0" destOrd="0" presId="urn:microsoft.com/office/officeart/2008/layout/HorizontalMultiLevelHierarchy"/>
    <dgm:cxn modelId="{2D5B3A89-A0B5-4FD7-ABE1-5F7AE8BA3E45}" type="presParOf" srcId="{3C6016A7-B5E7-4E4F-9DE3-142D2D10DB8E}" destId="{40218DDE-6D99-4DC4-927C-646D13889474}" srcOrd="3" destOrd="0" presId="urn:microsoft.com/office/officeart/2008/layout/HorizontalMultiLevelHierarchy"/>
    <dgm:cxn modelId="{AB4E33FB-CF61-490E-8F7B-DD2A6C3CBE0E}" type="presParOf" srcId="{40218DDE-6D99-4DC4-927C-646D13889474}" destId="{D5831561-DC28-4606-AB6A-D56F66DE87BD}" srcOrd="0" destOrd="0" presId="urn:microsoft.com/office/officeart/2008/layout/HorizontalMultiLevelHierarchy"/>
    <dgm:cxn modelId="{38451F63-CA4D-4B11-948F-82566C73CAA8}" type="presParOf" srcId="{40218DDE-6D99-4DC4-927C-646D13889474}" destId="{DEA440E8-F92D-4163-9B02-B8C35452FF33}" srcOrd="1" destOrd="0" presId="urn:microsoft.com/office/officeart/2008/layout/HorizontalMultiLevelHierarchy"/>
    <dgm:cxn modelId="{5208B07B-51DA-46E7-8ADD-C24F41468C82}" type="presParOf" srcId="{DEA440E8-F92D-4163-9B02-B8C35452FF33}" destId="{F6538787-07F9-4277-9069-E1171785B830}" srcOrd="0" destOrd="0" presId="urn:microsoft.com/office/officeart/2008/layout/HorizontalMultiLevelHierarchy"/>
    <dgm:cxn modelId="{885BE356-2444-4B54-962F-4D8F154061D6}" type="presParOf" srcId="{F6538787-07F9-4277-9069-E1171785B830}" destId="{99EF89EB-FD31-4749-B94F-34EE16E66885}" srcOrd="0" destOrd="0" presId="urn:microsoft.com/office/officeart/2008/layout/HorizontalMultiLevelHierarchy"/>
    <dgm:cxn modelId="{1841957B-AA8B-46A3-9124-6FD6F55D86BA}" type="presParOf" srcId="{DEA440E8-F92D-4163-9B02-B8C35452FF33}" destId="{F8CAF68A-693C-4D94-B98B-A3881911AEFB}" srcOrd="1" destOrd="0" presId="urn:microsoft.com/office/officeart/2008/layout/HorizontalMultiLevelHierarchy"/>
    <dgm:cxn modelId="{5FFD012A-C37F-4F4B-A8E3-62273752F1BA}" type="presParOf" srcId="{F8CAF68A-693C-4D94-B98B-A3881911AEFB}" destId="{AA9E84FC-62A9-4117-B1D9-1DCEDC749C8A}" srcOrd="0" destOrd="0" presId="urn:microsoft.com/office/officeart/2008/layout/HorizontalMultiLevelHierarchy"/>
    <dgm:cxn modelId="{A33D4FF7-56A3-4AF9-86EE-E9CC441C2808}" type="presParOf" srcId="{F8CAF68A-693C-4D94-B98B-A3881911AEFB}" destId="{D0AB9C24-C16C-4275-BF02-19FB2A60012A}" srcOrd="1" destOrd="0" presId="urn:microsoft.com/office/officeart/2008/layout/HorizontalMultiLevelHierarchy"/>
    <dgm:cxn modelId="{76DDF05B-287B-4451-9C7A-D96EF27324D0}" type="presParOf" srcId="{D0AB9C24-C16C-4275-BF02-19FB2A60012A}" destId="{85A8DF76-638B-4E38-9E11-26A3842E17F5}" srcOrd="0" destOrd="0" presId="urn:microsoft.com/office/officeart/2008/layout/HorizontalMultiLevelHierarchy"/>
    <dgm:cxn modelId="{6D272949-D7E6-4713-A0AA-2DF985A8FB73}" type="presParOf" srcId="{85A8DF76-638B-4E38-9E11-26A3842E17F5}" destId="{3D00517F-EBB5-4186-A647-47858AAF2DF7}" srcOrd="0" destOrd="0" presId="urn:microsoft.com/office/officeart/2008/layout/HorizontalMultiLevelHierarchy"/>
    <dgm:cxn modelId="{3388B6BC-A0DF-4ECD-B61C-15974EC47B9B}" type="presParOf" srcId="{D0AB9C24-C16C-4275-BF02-19FB2A60012A}" destId="{DD902A44-E67F-4B61-9101-C037A6A5D0B6}" srcOrd="1" destOrd="0" presId="urn:microsoft.com/office/officeart/2008/layout/HorizontalMultiLevelHierarchy"/>
    <dgm:cxn modelId="{A34ADA20-E61D-4C96-8BCE-E51C4CA96974}" type="presParOf" srcId="{DD902A44-E67F-4B61-9101-C037A6A5D0B6}" destId="{001E5BEA-EC65-41AD-9439-EA66DAE816B2}" srcOrd="0" destOrd="0" presId="urn:microsoft.com/office/officeart/2008/layout/HorizontalMultiLevelHierarchy"/>
    <dgm:cxn modelId="{E53820B2-586B-4414-8A87-02CE123BD261}" type="presParOf" srcId="{DD902A44-E67F-4B61-9101-C037A6A5D0B6}" destId="{8D06A824-FDA9-444C-95F7-BE9836C9F719}" srcOrd="1" destOrd="0" presId="urn:microsoft.com/office/officeart/2008/layout/HorizontalMultiLevelHierarchy"/>
    <dgm:cxn modelId="{901ED355-8A3F-4726-95B1-F2D0F8F4E414}" type="presParOf" srcId="{D0AB9C24-C16C-4275-BF02-19FB2A60012A}" destId="{108000B7-F2A0-4E71-9B6F-C2456FD8AC21}" srcOrd="2" destOrd="0" presId="urn:microsoft.com/office/officeart/2008/layout/HorizontalMultiLevelHierarchy"/>
    <dgm:cxn modelId="{7C5953E7-5D1A-4C29-9C0B-6846453F750D}" type="presParOf" srcId="{108000B7-F2A0-4E71-9B6F-C2456FD8AC21}" destId="{26B96E61-9581-4E9F-9E97-2F11379FA08A}" srcOrd="0" destOrd="0" presId="urn:microsoft.com/office/officeart/2008/layout/HorizontalMultiLevelHierarchy"/>
    <dgm:cxn modelId="{54653D70-5164-423D-B089-98D4882F26AC}" type="presParOf" srcId="{D0AB9C24-C16C-4275-BF02-19FB2A60012A}" destId="{7E025C5C-EC21-431B-86A2-EDD3767292E6}" srcOrd="3" destOrd="0" presId="urn:microsoft.com/office/officeart/2008/layout/HorizontalMultiLevelHierarchy"/>
    <dgm:cxn modelId="{56338AF4-6652-498B-95E4-2E2D7F9EB9C9}" type="presParOf" srcId="{7E025C5C-EC21-431B-86A2-EDD3767292E6}" destId="{A30305B4-887E-40A7-9142-FE28DCFB8489}" srcOrd="0" destOrd="0" presId="urn:microsoft.com/office/officeart/2008/layout/HorizontalMultiLevelHierarchy"/>
    <dgm:cxn modelId="{51AD71A8-87A6-4C04-8BEB-036D69A4BE69}" type="presParOf" srcId="{7E025C5C-EC21-431B-86A2-EDD3767292E6}" destId="{9BA4B34B-D8BE-4A6D-9EBE-3F6A81B704E2}" srcOrd="1" destOrd="0" presId="urn:microsoft.com/office/officeart/2008/layout/HorizontalMultiLevelHierarchy"/>
    <dgm:cxn modelId="{A0A8EC51-591F-4162-AECD-1178B49DFE4F}" type="presParOf" srcId="{D0AB9C24-C16C-4275-BF02-19FB2A60012A}" destId="{79DFDD4B-7435-4A2E-AC59-FEB2A7CA1413}" srcOrd="4" destOrd="0" presId="urn:microsoft.com/office/officeart/2008/layout/HorizontalMultiLevelHierarchy"/>
    <dgm:cxn modelId="{1F060DE9-A54B-4785-A128-BB282ABB7F71}" type="presParOf" srcId="{79DFDD4B-7435-4A2E-AC59-FEB2A7CA1413}" destId="{935DB07F-A565-4C15-BEC1-AD8986DC2749}" srcOrd="0" destOrd="0" presId="urn:microsoft.com/office/officeart/2008/layout/HorizontalMultiLevelHierarchy"/>
    <dgm:cxn modelId="{7FC9ED61-3F47-4783-84CF-66C909F50E8B}" type="presParOf" srcId="{D0AB9C24-C16C-4275-BF02-19FB2A60012A}" destId="{F791B33C-8405-4E60-9BCA-BC4470E34064}" srcOrd="5" destOrd="0" presId="urn:microsoft.com/office/officeart/2008/layout/HorizontalMultiLevelHierarchy"/>
    <dgm:cxn modelId="{BEED348B-0E0F-47A1-93C9-1D51BE244973}" type="presParOf" srcId="{F791B33C-8405-4E60-9BCA-BC4470E34064}" destId="{4B608DE1-6480-4F3C-8D03-8C44238BB796}" srcOrd="0" destOrd="0" presId="urn:microsoft.com/office/officeart/2008/layout/HorizontalMultiLevelHierarchy"/>
    <dgm:cxn modelId="{ABD53848-00F4-418A-848D-5B3C3DBF2DCC}" type="presParOf" srcId="{F791B33C-8405-4E60-9BCA-BC4470E34064}" destId="{1651BE91-3909-452B-822D-64C4771B90B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24D6B6-9014-4A6A-99BE-BA750A850F2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4D77EFC-25BB-4229-907D-ECC19651A231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Pagos Extemporáneos</a:t>
          </a:r>
        </a:p>
      </dgm:t>
    </dgm:pt>
    <dgm:pt modelId="{6A2CDD73-F3D0-435C-AA6F-005186064D7D}" type="parTrans" cxnId="{54A4AA1A-B91B-454F-AA5B-9CAA24C9C6B9}">
      <dgm:prSet/>
      <dgm:spPr/>
      <dgm:t>
        <a:bodyPr/>
        <a:lstStyle/>
        <a:p>
          <a:endParaRPr lang="es-MX"/>
        </a:p>
      </dgm:t>
    </dgm:pt>
    <dgm:pt modelId="{670C5B56-601C-46AE-8794-4E7E26DA3AE8}" type="sibTrans" cxnId="{54A4AA1A-B91B-454F-AA5B-9CAA24C9C6B9}">
      <dgm:prSet/>
      <dgm:spPr/>
      <dgm:t>
        <a:bodyPr/>
        <a:lstStyle/>
        <a:p>
          <a:endParaRPr lang="es-MX"/>
        </a:p>
      </dgm:t>
    </dgm:pt>
    <dgm:pt modelId="{FACCBEE1-C7E9-452B-96E2-567753B7A2C4}">
      <dgm:prSet phldrT="[Text]" custT="1"/>
      <dgm:spPr>
        <a:solidFill>
          <a:srgbClr val="00B0F0"/>
        </a:solidFill>
      </dgm:spPr>
      <dgm:t>
        <a:bodyPr/>
        <a:lstStyle/>
        <a:p>
          <a:r>
            <a:rPr lang="es-MX" sz="1600" dirty="0"/>
            <a:t>Actualización</a:t>
          </a:r>
        </a:p>
        <a:p>
          <a:r>
            <a:rPr lang="es-MX" sz="700" dirty="0"/>
            <a:t>(CFF 21 y 17-A)</a:t>
          </a:r>
        </a:p>
      </dgm:t>
    </dgm:pt>
    <dgm:pt modelId="{D4813578-9080-44E4-B4B4-859AFF9EF9EB}" type="parTrans" cxnId="{17FE4968-B17D-4876-9A0A-A7914D8F78E0}">
      <dgm:prSet/>
      <dgm:spPr/>
      <dgm:t>
        <a:bodyPr/>
        <a:lstStyle/>
        <a:p>
          <a:endParaRPr lang="es-MX"/>
        </a:p>
      </dgm:t>
    </dgm:pt>
    <dgm:pt modelId="{65D105AE-506D-49CB-BD0A-A945B66F358E}" type="sibTrans" cxnId="{17FE4968-B17D-4876-9A0A-A7914D8F78E0}">
      <dgm:prSet/>
      <dgm:spPr/>
      <dgm:t>
        <a:bodyPr/>
        <a:lstStyle/>
        <a:p>
          <a:endParaRPr lang="es-MX"/>
        </a:p>
      </dgm:t>
    </dgm:pt>
    <dgm:pt modelId="{660AD2ED-83AB-4C90-B752-1B230C8EB42C}">
      <dgm:prSet phldrT="[Text]" custT="1"/>
      <dgm:spPr/>
      <dgm:t>
        <a:bodyPr/>
        <a:lstStyle/>
        <a:p>
          <a:r>
            <a:rPr lang="es-MX" sz="1600" dirty="0"/>
            <a:t>Recargos</a:t>
          </a:r>
        </a:p>
        <a:p>
          <a:r>
            <a:rPr lang="es-MX" sz="700" dirty="0"/>
            <a:t>(CFF 21)</a:t>
          </a:r>
        </a:p>
      </dgm:t>
    </dgm:pt>
    <dgm:pt modelId="{ABE10EF1-9563-4C0F-92D3-68F9A9B9BDCD}" type="parTrans" cxnId="{7AAB6557-4E1F-45EA-A02E-CBFE223E5FB1}">
      <dgm:prSet/>
      <dgm:spPr/>
      <dgm:t>
        <a:bodyPr/>
        <a:lstStyle/>
        <a:p>
          <a:endParaRPr lang="es-MX"/>
        </a:p>
      </dgm:t>
    </dgm:pt>
    <dgm:pt modelId="{38FEF851-149D-428E-9FED-E3DD59AE6464}" type="sibTrans" cxnId="{7AAB6557-4E1F-45EA-A02E-CBFE223E5FB1}">
      <dgm:prSet/>
      <dgm:spPr/>
      <dgm:t>
        <a:bodyPr/>
        <a:lstStyle/>
        <a:p>
          <a:endParaRPr lang="es-MX"/>
        </a:p>
      </dgm:t>
    </dgm:pt>
    <dgm:pt modelId="{56DC4333-46A7-47F8-A14C-7627589CC89E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más reciente: Mes anterior al más reciente</a:t>
          </a:r>
        </a:p>
      </dgm:t>
    </dgm:pt>
    <dgm:pt modelId="{A96BB707-0891-46F7-B0AA-98011D4E5852}" type="parTrans" cxnId="{69EF6B00-614C-4AE6-97A2-6CEBB46D76D9}">
      <dgm:prSet/>
      <dgm:spPr/>
      <dgm:t>
        <a:bodyPr/>
        <a:lstStyle/>
        <a:p>
          <a:endParaRPr lang="es-MX"/>
        </a:p>
      </dgm:t>
    </dgm:pt>
    <dgm:pt modelId="{A782F2EE-9740-4248-BAA6-19B99744C55C}" type="sibTrans" cxnId="{69EF6B00-614C-4AE6-97A2-6CEBB46D76D9}">
      <dgm:prSet/>
      <dgm:spPr/>
      <dgm:t>
        <a:bodyPr/>
        <a:lstStyle/>
        <a:p>
          <a:endParaRPr lang="es-MX"/>
        </a:p>
      </dgm:t>
    </dgm:pt>
    <dgm:pt modelId="{498D714D-A29D-499C-96AB-8AD7498263F9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más antiguo: Mes anterior al más antiguo</a:t>
          </a:r>
        </a:p>
      </dgm:t>
    </dgm:pt>
    <dgm:pt modelId="{284AA422-117D-4008-8ECB-DA57126948E7}" type="parTrans" cxnId="{FA800913-1A76-4332-A680-D02B2DFBDE29}">
      <dgm:prSet/>
      <dgm:spPr/>
      <dgm:t>
        <a:bodyPr/>
        <a:lstStyle/>
        <a:p>
          <a:endParaRPr lang="es-MX"/>
        </a:p>
      </dgm:t>
    </dgm:pt>
    <dgm:pt modelId="{9482E88E-B6EB-4652-AB70-903749AE2D29}" type="sibTrans" cxnId="{FA800913-1A76-4332-A680-D02B2DFBDE29}">
      <dgm:prSet/>
      <dgm:spPr/>
      <dgm:t>
        <a:bodyPr/>
        <a:lstStyle/>
        <a:p>
          <a:endParaRPr lang="es-MX"/>
        </a:p>
      </dgm:t>
    </dgm:pt>
    <dgm:pt modelId="{964E6D82-792E-484C-A0AC-6C1C8426AD1F}">
      <dgm:prSet/>
      <dgm:spPr/>
      <dgm:t>
        <a:bodyPr/>
        <a:lstStyle/>
        <a:p>
          <a:r>
            <a:rPr lang="es-MX" dirty="0"/>
            <a:t>Sobre la Contribución Actualizada</a:t>
          </a:r>
        </a:p>
      </dgm:t>
    </dgm:pt>
    <dgm:pt modelId="{F25905C0-DB01-4314-B08C-E21D4294B887}" type="parTrans" cxnId="{3E628C46-33EA-414F-A54C-1C2FC152C3C6}">
      <dgm:prSet/>
      <dgm:spPr/>
      <dgm:t>
        <a:bodyPr/>
        <a:lstStyle/>
        <a:p>
          <a:endParaRPr lang="es-MX"/>
        </a:p>
      </dgm:t>
    </dgm:pt>
    <dgm:pt modelId="{CF32F14B-64D8-4140-9BF5-711E61E158A8}" type="sibTrans" cxnId="{3E628C46-33EA-414F-A54C-1C2FC152C3C6}">
      <dgm:prSet/>
      <dgm:spPr/>
      <dgm:t>
        <a:bodyPr/>
        <a:lstStyle/>
        <a:p>
          <a:endParaRPr lang="es-MX"/>
        </a:p>
      </dgm:t>
    </dgm:pt>
    <dgm:pt modelId="{A3CF25B7-F101-4474-9291-11A02F7074B2}">
      <dgm:prSet/>
      <dgm:spPr/>
      <dgm:t>
        <a:bodyPr/>
        <a:lstStyle/>
        <a:p>
          <a:r>
            <a:rPr lang="es-MX" dirty="0"/>
            <a:t>Por mes o fracción de mes</a:t>
          </a:r>
        </a:p>
      </dgm:t>
    </dgm:pt>
    <dgm:pt modelId="{AD88ABA3-880C-455D-98EB-820EEFA749DF}" type="parTrans" cxnId="{7BAEC8E8-1649-4DF4-821D-105A6E65EC7B}">
      <dgm:prSet/>
      <dgm:spPr/>
      <dgm:t>
        <a:bodyPr/>
        <a:lstStyle/>
        <a:p>
          <a:endParaRPr lang="es-MX"/>
        </a:p>
      </dgm:t>
    </dgm:pt>
    <dgm:pt modelId="{EBEA9E4E-E3A6-4877-B958-A261DA70E215}" type="sibTrans" cxnId="{7BAEC8E8-1649-4DF4-821D-105A6E65EC7B}">
      <dgm:prSet/>
      <dgm:spPr/>
      <dgm:t>
        <a:bodyPr/>
        <a:lstStyle/>
        <a:p>
          <a:endParaRPr lang="es-MX"/>
        </a:p>
      </dgm:t>
    </dgm:pt>
    <dgm:pt modelId="{B1AE4CC1-69AD-414A-BD05-852EDC081696}">
      <dgm:prSet/>
      <dgm:spPr/>
      <dgm:t>
        <a:bodyPr/>
        <a:lstStyle/>
        <a:p>
          <a:r>
            <a:rPr lang="es-MX" dirty="0"/>
            <a:t>Máximo 5 años (10 años en algunos casos)</a:t>
          </a:r>
        </a:p>
      </dgm:t>
    </dgm:pt>
    <dgm:pt modelId="{3E067004-F74D-49DB-B80B-06D4DC5F5F7B}" type="parTrans" cxnId="{4863B438-3E67-44A9-800A-1B102E72BC4A}">
      <dgm:prSet/>
      <dgm:spPr/>
      <dgm:t>
        <a:bodyPr/>
        <a:lstStyle/>
        <a:p>
          <a:endParaRPr lang="es-MX"/>
        </a:p>
      </dgm:t>
    </dgm:pt>
    <dgm:pt modelId="{A460267E-A110-49E3-90B0-FB8347543C6A}" type="sibTrans" cxnId="{4863B438-3E67-44A9-800A-1B102E72BC4A}">
      <dgm:prSet/>
      <dgm:spPr/>
      <dgm:t>
        <a:bodyPr/>
        <a:lstStyle/>
        <a:p>
          <a:endParaRPr lang="es-MX"/>
        </a:p>
      </dgm:t>
    </dgm:pt>
    <dgm:pt modelId="{75ABE2D3-5EA8-49D7-A6E3-22802512736A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Conserva la naturaleza jurídica anterior a la actualización</a:t>
          </a:r>
        </a:p>
      </dgm:t>
    </dgm:pt>
    <dgm:pt modelId="{41ABEF9C-C605-42CF-90EF-E598837DE27A}" type="parTrans" cxnId="{2C7C4C02-8263-4A0B-8A13-C689FA5D8AB1}">
      <dgm:prSet/>
      <dgm:spPr/>
      <dgm:t>
        <a:bodyPr/>
        <a:lstStyle/>
        <a:p>
          <a:endParaRPr lang="es-MX"/>
        </a:p>
      </dgm:t>
    </dgm:pt>
    <dgm:pt modelId="{01356829-5666-4A8C-9232-885C00A6C803}" type="sibTrans" cxnId="{2C7C4C02-8263-4A0B-8A13-C689FA5D8AB1}">
      <dgm:prSet/>
      <dgm:spPr/>
      <dgm:t>
        <a:bodyPr/>
        <a:lstStyle/>
        <a:p>
          <a:endParaRPr lang="es-MX"/>
        </a:p>
      </dgm:t>
    </dgm:pt>
    <dgm:pt modelId="{94EC637C-A893-4695-8693-BCCB7482F46F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Actualización NO Acreditable y NO Deducible</a:t>
          </a:r>
        </a:p>
      </dgm:t>
    </dgm:pt>
    <dgm:pt modelId="{123E85AD-3E21-4DC9-AB53-06DD1BF83DA2}" type="parTrans" cxnId="{E537E7BD-FB84-4DDA-92D7-EDE07F77E655}">
      <dgm:prSet/>
      <dgm:spPr/>
      <dgm:t>
        <a:bodyPr/>
        <a:lstStyle/>
        <a:p>
          <a:endParaRPr lang="es-MX"/>
        </a:p>
      </dgm:t>
    </dgm:pt>
    <dgm:pt modelId="{95F8D6C9-812B-4882-9840-E08F5E51777D}" type="sibTrans" cxnId="{E537E7BD-FB84-4DDA-92D7-EDE07F77E655}">
      <dgm:prSet/>
      <dgm:spPr/>
      <dgm:t>
        <a:bodyPr/>
        <a:lstStyle/>
        <a:p>
          <a:endParaRPr lang="es-MX"/>
        </a:p>
      </dgm:t>
    </dgm:pt>
    <dgm:pt modelId="{1D1B0B70-3D0E-4B91-A7B0-7851416DA8E0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Pagos Provisionales</a:t>
          </a:r>
        </a:p>
      </dgm:t>
    </dgm:pt>
    <dgm:pt modelId="{D8E1C959-A5A1-4B77-B5D6-131863F190B1}" type="parTrans" cxnId="{CD5BFBC6-2312-44E6-B3AD-96538C9EB7D3}">
      <dgm:prSet/>
      <dgm:spPr/>
      <dgm:t>
        <a:bodyPr/>
        <a:lstStyle/>
        <a:p>
          <a:endParaRPr lang="es-MX"/>
        </a:p>
      </dgm:t>
    </dgm:pt>
    <dgm:pt modelId="{DA96166C-B118-41B0-8E71-252C9A6D565E}" type="sibTrans" cxnId="{CD5BFBC6-2312-44E6-B3AD-96538C9EB7D3}">
      <dgm:prSet/>
      <dgm:spPr/>
      <dgm:t>
        <a:bodyPr/>
        <a:lstStyle/>
        <a:p>
          <a:endParaRPr lang="es-MX"/>
        </a:p>
      </dgm:t>
    </dgm:pt>
    <dgm:pt modelId="{2F876E04-F51E-481F-BBA3-803185BAD9F5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Pagos Definitivos</a:t>
          </a:r>
        </a:p>
      </dgm:t>
    </dgm:pt>
    <dgm:pt modelId="{D00ACBE3-6319-4EE4-8F71-B1B10EF22974}" type="parTrans" cxnId="{7D6BD96E-8959-4E74-AE27-1EB0A2591056}">
      <dgm:prSet/>
      <dgm:spPr/>
      <dgm:t>
        <a:bodyPr/>
        <a:lstStyle/>
        <a:p>
          <a:endParaRPr lang="es-MX"/>
        </a:p>
      </dgm:t>
    </dgm:pt>
    <dgm:pt modelId="{C63EBC5D-CCA5-4F78-B6D0-3A282E379711}" type="sibTrans" cxnId="{7D6BD96E-8959-4E74-AE27-1EB0A2591056}">
      <dgm:prSet/>
      <dgm:spPr/>
      <dgm:t>
        <a:bodyPr/>
        <a:lstStyle/>
        <a:p>
          <a:endParaRPr lang="es-MX"/>
        </a:p>
      </dgm:t>
    </dgm:pt>
    <dgm:pt modelId="{936748CF-FEB5-4B6E-BC95-406A4E50804C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Pagos el Ejercicio</a:t>
          </a:r>
        </a:p>
      </dgm:t>
    </dgm:pt>
    <dgm:pt modelId="{EDC06D75-0B16-4633-B912-7DA871F9DE8A}" type="parTrans" cxnId="{DC332E6E-DE2E-45A6-A68D-8259EF147AA3}">
      <dgm:prSet/>
      <dgm:spPr/>
      <dgm:t>
        <a:bodyPr/>
        <a:lstStyle/>
        <a:p>
          <a:endParaRPr lang="es-MX"/>
        </a:p>
      </dgm:t>
    </dgm:pt>
    <dgm:pt modelId="{B9E5BC16-52A3-45B5-A044-8CF015DC075E}" type="sibTrans" cxnId="{DC332E6E-DE2E-45A6-A68D-8259EF147AA3}">
      <dgm:prSet/>
      <dgm:spPr/>
      <dgm:t>
        <a:bodyPr/>
        <a:lstStyle/>
        <a:p>
          <a:endParaRPr lang="es-MX"/>
        </a:p>
      </dgm:t>
    </dgm:pt>
    <dgm:pt modelId="{75F702B1-AD5B-4AD6-A350-24B2C4BE0001}" type="pres">
      <dgm:prSet presAssocID="{3D24D6B6-9014-4A6A-99BE-BA750A850F2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DAD685F-AA91-4477-AD9A-EB8575642BCA}" type="pres">
      <dgm:prSet presAssocID="{A4D77EFC-25BB-4229-907D-ECC19651A231}" presName="root1" presStyleCnt="0"/>
      <dgm:spPr/>
    </dgm:pt>
    <dgm:pt modelId="{82E40E2A-7BAB-4B56-BF25-0024ABC95125}" type="pres">
      <dgm:prSet presAssocID="{A4D77EFC-25BB-4229-907D-ECC19651A231}" presName="LevelOneTextNode" presStyleLbl="node0" presStyleIdx="0" presStyleCnt="1">
        <dgm:presLayoutVars>
          <dgm:chPref val="3"/>
        </dgm:presLayoutVars>
      </dgm:prSet>
      <dgm:spPr/>
    </dgm:pt>
    <dgm:pt modelId="{BEAD891D-DF21-4A71-B783-36A83F35DB99}" type="pres">
      <dgm:prSet presAssocID="{A4D77EFC-25BB-4229-907D-ECC19651A231}" presName="level2hierChild" presStyleCnt="0"/>
      <dgm:spPr/>
    </dgm:pt>
    <dgm:pt modelId="{AD353209-C5F3-4C59-8C05-0B459CD9BF98}" type="pres">
      <dgm:prSet presAssocID="{D4813578-9080-44E4-B4B4-859AFF9EF9EB}" presName="conn2-1" presStyleLbl="parChTrans1D2" presStyleIdx="0" presStyleCnt="2"/>
      <dgm:spPr/>
    </dgm:pt>
    <dgm:pt modelId="{9DB2F7B3-309C-4B18-BB20-8FCBB5ED43E9}" type="pres">
      <dgm:prSet presAssocID="{D4813578-9080-44E4-B4B4-859AFF9EF9EB}" presName="connTx" presStyleLbl="parChTrans1D2" presStyleIdx="0" presStyleCnt="2"/>
      <dgm:spPr/>
    </dgm:pt>
    <dgm:pt modelId="{F78F8011-9757-4B0C-BA1A-A59BA866C14D}" type="pres">
      <dgm:prSet presAssocID="{FACCBEE1-C7E9-452B-96E2-567753B7A2C4}" presName="root2" presStyleCnt="0"/>
      <dgm:spPr/>
    </dgm:pt>
    <dgm:pt modelId="{CBE64656-9B0A-463A-814E-4A2804F64255}" type="pres">
      <dgm:prSet presAssocID="{FACCBEE1-C7E9-452B-96E2-567753B7A2C4}" presName="LevelTwoTextNode" presStyleLbl="node2" presStyleIdx="0" presStyleCnt="2">
        <dgm:presLayoutVars>
          <dgm:chPref val="3"/>
        </dgm:presLayoutVars>
      </dgm:prSet>
      <dgm:spPr/>
    </dgm:pt>
    <dgm:pt modelId="{6E864099-E874-4EE7-9FF2-1D185DE9A5B1}" type="pres">
      <dgm:prSet presAssocID="{FACCBEE1-C7E9-452B-96E2-567753B7A2C4}" presName="level3hierChild" presStyleCnt="0"/>
      <dgm:spPr/>
    </dgm:pt>
    <dgm:pt modelId="{899FE329-7E40-4576-9DF3-E718673552B9}" type="pres">
      <dgm:prSet presAssocID="{A96BB707-0891-46F7-B0AA-98011D4E5852}" presName="conn2-1" presStyleLbl="parChTrans1D3" presStyleIdx="0" presStyleCnt="6"/>
      <dgm:spPr/>
    </dgm:pt>
    <dgm:pt modelId="{304D801C-3041-46CE-B17A-CA6AB1B5F8B1}" type="pres">
      <dgm:prSet presAssocID="{A96BB707-0891-46F7-B0AA-98011D4E5852}" presName="connTx" presStyleLbl="parChTrans1D3" presStyleIdx="0" presStyleCnt="6"/>
      <dgm:spPr/>
    </dgm:pt>
    <dgm:pt modelId="{651383D2-3503-4E2C-B0D0-02F3393CB9E9}" type="pres">
      <dgm:prSet presAssocID="{56DC4333-46A7-47F8-A14C-7627589CC89E}" presName="root2" presStyleCnt="0"/>
      <dgm:spPr/>
    </dgm:pt>
    <dgm:pt modelId="{C29E198F-5C74-4EB2-A3CD-1187DADDC518}" type="pres">
      <dgm:prSet presAssocID="{56DC4333-46A7-47F8-A14C-7627589CC89E}" presName="LevelTwoTextNode" presStyleLbl="node3" presStyleIdx="0" presStyleCnt="6">
        <dgm:presLayoutVars>
          <dgm:chPref val="3"/>
        </dgm:presLayoutVars>
      </dgm:prSet>
      <dgm:spPr/>
    </dgm:pt>
    <dgm:pt modelId="{FF25008F-E5B0-48D1-958E-AF6A5DCCFE8A}" type="pres">
      <dgm:prSet presAssocID="{56DC4333-46A7-47F8-A14C-7627589CC89E}" presName="level3hierChild" presStyleCnt="0"/>
      <dgm:spPr/>
    </dgm:pt>
    <dgm:pt modelId="{E819B7BB-42D1-47F6-99CC-6AA0092F2DD4}" type="pres">
      <dgm:prSet presAssocID="{284AA422-117D-4008-8ECB-DA57126948E7}" presName="conn2-1" presStyleLbl="parChTrans1D3" presStyleIdx="1" presStyleCnt="6"/>
      <dgm:spPr/>
    </dgm:pt>
    <dgm:pt modelId="{3F84330C-DFAE-4DEF-8F12-B009BFDB03E6}" type="pres">
      <dgm:prSet presAssocID="{284AA422-117D-4008-8ECB-DA57126948E7}" presName="connTx" presStyleLbl="parChTrans1D3" presStyleIdx="1" presStyleCnt="6"/>
      <dgm:spPr/>
    </dgm:pt>
    <dgm:pt modelId="{14234522-9C96-4CB9-A4E0-43E5AA47B29C}" type="pres">
      <dgm:prSet presAssocID="{498D714D-A29D-499C-96AB-8AD7498263F9}" presName="root2" presStyleCnt="0"/>
      <dgm:spPr/>
    </dgm:pt>
    <dgm:pt modelId="{4128E93C-C7A5-40BE-8A26-2E46B69D0E24}" type="pres">
      <dgm:prSet presAssocID="{498D714D-A29D-499C-96AB-8AD7498263F9}" presName="LevelTwoTextNode" presStyleLbl="node3" presStyleIdx="1" presStyleCnt="6">
        <dgm:presLayoutVars>
          <dgm:chPref val="3"/>
        </dgm:presLayoutVars>
      </dgm:prSet>
      <dgm:spPr/>
    </dgm:pt>
    <dgm:pt modelId="{D5BCDF52-4782-4F9F-906E-1BCD146C3B5D}" type="pres">
      <dgm:prSet presAssocID="{498D714D-A29D-499C-96AB-8AD7498263F9}" presName="level3hierChild" presStyleCnt="0"/>
      <dgm:spPr/>
    </dgm:pt>
    <dgm:pt modelId="{EEB1E0EE-FEAC-4722-A90B-26CD55F35F67}" type="pres">
      <dgm:prSet presAssocID="{41ABEF9C-C605-42CF-90EF-E598837DE27A}" presName="conn2-1" presStyleLbl="parChTrans1D3" presStyleIdx="2" presStyleCnt="6"/>
      <dgm:spPr/>
    </dgm:pt>
    <dgm:pt modelId="{77EA268C-AB9E-4C83-B597-ACC976C4F4C4}" type="pres">
      <dgm:prSet presAssocID="{41ABEF9C-C605-42CF-90EF-E598837DE27A}" presName="connTx" presStyleLbl="parChTrans1D3" presStyleIdx="2" presStyleCnt="6"/>
      <dgm:spPr/>
    </dgm:pt>
    <dgm:pt modelId="{BF322180-7F27-49BA-BD1B-8CC4E27D9792}" type="pres">
      <dgm:prSet presAssocID="{75ABE2D3-5EA8-49D7-A6E3-22802512736A}" presName="root2" presStyleCnt="0"/>
      <dgm:spPr/>
    </dgm:pt>
    <dgm:pt modelId="{6DE7716F-61B9-435A-BA9B-66C9F6BF6196}" type="pres">
      <dgm:prSet presAssocID="{75ABE2D3-5EA8-49D7-A6E3-22802512736A}" presName="LevelTwoTextNode" presStyleLbl="node3" presStyleIdx="2" presStyleCnt="6">
        <dgm:presLayoutVars>
          <dgm:chPref val="3"/>
        </dgm:presLayoutVars>
      </dgm:prSet>
      <dgm:spPr/>
    </dgm:pt>
    <dgm:pt modelId="{9C77D4E2-4860-4044-BEE2-11380794DA5B}" type="pres">
      <dgm:prSet presAssocID="{75ABE2D3-5EA8-49D7-A6E3-22802512736A}" presName="level3hierChild" presStyleCnt="0"/>
      <dgm:spPr/>
    </dgm:pt>
    <dgm:pt modelId="{C986BD28-E3E8-4AB3-B807-3F4EC3B10F46}" type="pres">
      <dgm:prSet presAssocID="{123E85AD-3E21-4DC9-AB53-06DD1BF83DA2}" presName="conn2-1" presStyleLbl="parChTrans1D4" presStyleIdx="0" presStyleCnt="4"/>
      <dgm:spPr/>
    </dgm:pt>
    <dgm:pt modelId="{1C15E416-38C4-4225-8881-A1A2E0D4B709}" type="pres">
      <dgm:prSet presAssocID="{123E85AD-3E21-4DC9-AB53-06DD1BF83DA2}" presName="connTx" presStyleLbl="parChTrans1D4" presStyleIdx="0" presStyleCnt="4"/>
      <dgm:spPr/>
    </dgm:pt>
    <dgm:pt modelId="{4A7BAAF8-DA91-4602-9985-C77BCD9583DE}" type="pres">
      <dgm:prSet presAssocID="{94EC637C-A893-4695-8693-BCCB7482F46F}" presName="root2" presStyleCnt="0"/>
      <dgm:spPr/>
    </dgm:pt>
    <dgm:pt modelId="{14C5D041-1A82-469F-AAD0-56547921A346}" type="pres">
      <dgm:prSet presAssocID="{94EC637C-A893-4695-8693-BCCB7482F46F}" presName="LevelTwoTextNode" presStyleLbl="node4" presStyleIdx="0" presStyleCnt="4">
        <dgm:presLayoutVars>
          <dgm:chPref val="3"/>
        </dgm:presLayoutVars>
      </dgm:prSet>
      <dgm:spPr/>
    </dgm:pt>
    <dgm:pt modelId="{33B648C3-F8FB-4249-B261-7E2255E4D3B5}" type="pres">
      <dgm:prSet presAssocID="{94EC637C-A893-4695-8693-BCCB7482F46F}" presName="level3hierChild" presStyleCnt="0"/>
      <dgm:spPr/>
    </dgm:pt>
    <dgm:pt modelId="{5148A4E0-2683-4BDE-80FC-6FAB007802C9}" type="pres">
      <dgm:prSet presAssocID="{D8E1C959-A5A1-4B77-B5D6-131863F190B1}" presName="conn2-1" presStyleLbl="parChTrans1D4" presStyleIdx="1" presStyleCnt="4"/>
      <dgm:spPr/>
    </dgm:pt>
    <dgm:pt modelId="{FC19CECB-DC11-4A8C-9B34-976531E435E6}" type="pres">
      <dgm:prSet presAssocID="{D8E1C959-A5A1-4B77-B5D6-131863F190B1}" presName="connTx" presStyleLbl="parChTrans1D4" presStyleIdx="1" presStyleCnt="4"/>
      <dgm:spPr/>
    </dgm:pt>
    <dgm:pt modelId="{490FF48B-BF3B-410C-B8BB-72D20288EDD0}" type="pres">
      <dgm:prSet presAssocID="{1D1B0B70-3D0E-4B91-A7B0-7851416DA8E0}" presName="root2" presStyleCnt="0"/>
      <dgm:spPr/>
    </dgm:pt>
    <dgm:pt modelId="{9B6A1B2F-D393-4905-BE11-E2D57A965AC8}" type="pres">
      <dgm:prSet presAssocID="{1D1B0B70-3D0E-4B91-A7B0-7851416DA8E0}" presName="LevelTwoTextNode" presStyleLbl="node4" presStyleIdx="1" presStyleCnt="4">
        <dgm:presLayoutVars>
          <dgm:chPref val="3"/>
        </dgm:presLayoutVars>
      </dgm:prSet>
      <dgm:spPr/>
    </dgm:pt>
    <dgm:pt modelId="{D01CACBD-F17A-4968-A669-A3658BF97B88}" type="pres">
      <dgm:prSet presAssocID="{1D1B0B70-3D0E-4B91-A7B0-7851416DA8E0}" presName="level3hierChild" presStyleCnt="0"/>
      <dgm:spPr/>
    </dgm:pt>
    <dgm:pt modelId="{0132207B-B808-4D7C-AA6D-1D6DC29D4DB6}" type="pres">
      <dgm:prSet presAssocID="{D00ACBE3-6319-4EE4-8F71-B1B10EF22974}" presName="conn2-1" presStyleLbl="parChTrans1D4" presStyleIdx="2" presStyleCnt="4"/>
      <dgm:spPr/>
    </dgm:pt>
    <dgm:pt modelId="{996F7105-BC6D-4D95-A3DD-1A3E101FA1FC}" type="pres">
      <dgm:prSet presAssocID="{D00ACBE3-6319-4EE4-8F71-B1B10EF22974}" presName="connTx" presStyleLbl="parChTrans1D4" presStyleIdx="2" presStyleCnt="4"/>
      <dgm:spPr/>
    </dgm:pt>
    <dgm:pt modelId="{1FE14494-F8E5-40DE-9A38-3E6AE77FDE08}" type="pres">
      <dgm:prSet presAssocID="{2F876E04-F51E-481F-BBA3-803185BAD9F5}" presName="root2" presStyleCnt="0"/>
      <dgm:spPr/>
    </dgm:pt>
    <dgm:pt modelId="{372DDB98-F0F2-4671-832C-1EDF402670AF}" type="pres">
      <dgm:prSet presAssocID="{2F876E04-F51E-481F-BBA3-803185BAD9F5}" presName="LevelTwoTextNode" presStyleLbl="node4" presStyleIdx="2" presStyleCnt="4">
        <dgm:presLayoutVars>
          <dgm:chPref val="3"/>
        </dgm:presLayoutVars>
      </dgm:prSet>
      <dgm:spPr/>
    </dgm:pt>
    <dgm:pt modelId="{F48164DC-1595-4B7E-8084-89D1B5EF37D0}" type="pres">
      <dgm:prSet presAssocID="{2F876E04-F51E-481F-BBA3-803185BAD9F5}" presName="level3hierChild" presStyleCnt="0"/>
      <dgm:spPr/>
    </dgm:pt>
    <dgm:pt modelId="{9EC85374-AEF9-4F16-BEBF-139430D10951}" type="pres">
      <dgm:prSet presAssocID="{EDC06D75-0B16-4633-B912-7DA871F9DE8A}" presName="conn2-1" presStyleLbl="parChTrans1D4" presStyleIdx="3" presStyleCnt="4"/>
      <dgm:spPr/>
    </dgm:pt>
    <dgm:pt modelId="{09DBFE3E-5C3B-48CC-B621-960171104BAF}" type="pres">
      <dgm:prSet presAssocID="{EDC06D75-0B16-4633-B912-7DA871F9DE8A}" presName="connTx" presStyleLbl="parChTrans1D4" presStyleIdx="3" presStyleCnt="4"/>
      <dgm:spPr/>
    </dgm:pt>
    <dgm:pt modelId="{25084464-A99D-4031-A9B4-1EFF73161BA2}" type="pres">
      <dgm:prSet presAssocID="{936748CF-FEB5-4B6E-BC95-406A4E50804C}" presName="root2" presStyleCnt="0"/>
      <dgm:spPr/>
    </dgm:pt>
    <dgm:pt modelId="{5CE0D133-31BF-45A1-B337-EC6466C74868}" type="pres">
      <dgm:prSet presAssocID="{936748CF-FEB5-4B6E-BC95-406A4E50804C}" presName="LevelTwoTextNode" presStyleLbl="node4" presStyleIdx="3" presStyleCnt="4">
        <dgm:presLayoutVars>
          <dgm:chPref val="3"/>
        </dgm:presLayoutVars>
      </dgm:prSet>
      <dgm:spPr/>
    </dgm:pt>
    <dgm:pt modelId="{DE1AAC15-1AA2-4B2A-B357-972C7361F5BB}" type="pres">
      <dgm:prSet presAssocID="{936748CF-FEB5-4B6E-BC95-406A4E50804C}" presName="level3hierChild" presStyleCnt="0"/>
      <dgm:spPr/>
    </dgm:pt>
    <dgm:pt modelId="{BA8B18AA-95E1-41A9-ADB3-B82A61FA3849}" type="pres">
      <dgm:prSet presAssocID="{ABE10EF1-9563-4C0F-92D3-68F9A9B9BDCD}" presName="conn2-1" presStyleLbl="parChTrans1D2" presStyleIdx="1" presStyleCnt="2"/>
      <dgm:spPr/>
    </dgm:pt>
    <dgm:pt modelId="{86D52372-D8DD-45B8-B1A0-0B08F4B771F6}" type="pres">
      <dgm:prSet presAssocID="{ABE10EF1-9563-4C0F-92D3-68F9A9B9BDCD}" presName="connTx" presStyleLbl="parChTrans1D2" presStyleIdx="1" presStyleCnt="2"/>
      <dgm:spPr/>
    </dgm:pt>
    <dgm:pt modelId="{28564BF1-1A55-4B8E-8078-ED176C30E3B6}" type="pres">
      <dgm:prSet presAssocID="{660AD2ED-83AB-4C90-B752-1B230C8EB42C}" presName="root2" presStyleCnt="0"/>
      <dgm:spPr/>
    </dgm:pt>
    <dgm:pt modelId="{3BAC59EA-E198-4ADA-AE2A-D1F5E656DDC4}" type="pres">
      <dgm:prSet presAssocID="{660AD2ED-83AB-4C90-B752-1B230C8EB42C}" presName="LevelTwoTextNode" presStyleLbl="node2" presStyleIdx="1" presStyleCnt="2">
        <dgm:presLayoutVars>
          <dgm:chPref val="3"/>
        </dgm:presLayoutVars>
      </dgm:prSet>
      <dgm:spPr/>
    </dgm:pt>
    <dgm:pt modelId="{AD2A4655-3CCE-43A5-8F52-441467576CEF}" type="pres">
      <dgm:prSet presAssocID="{660AD2ED-83AB-4C90-B752-1B230C8EB42C}" presName="level3hierChild" presStyleCnt="0"/>
      <dgm:spPr/>
    </dgm:pt>
    <dgm:pt modelId="{3CF045A9-72B8-4010-AC50-DFB069B6FA9E}" type="pres">
      <dgm:prSet presAssocID="{F25905C0-DB01-4314-B08C-E21D4294B887}" presName="conn2-1" presStyleLbl="parChTrans1D3" presStyleIdx="3" presStyleCnt="6"/>
      <dgm:spPr/>
    </dgm:pt>
    <dgm:pt modelId="{AAF5C14B-AE65-45D0-A32F-D874FE99FBA9}" type="pres">
      <dgm:prSet presAssocID="{F25905C0-DB01-4314-B08C-E21D4294B887}" presName="connTx" presStyleLbl="parChTrans1D3" presStyleIdx="3" presStyleCnt="6"/>
      <dgm:spPr/>
    </dgm:pt>
    <dgm:pt modelId="{86EE85B1-FDFF-453C-B89A-48E2FDFCC1D6}" type="pres">
      <dgm:prSet presAssocID="{964E6D82-792E-484C-A0AC-6C1C8426AD1F}" presName="root2" presStyleCnt="0"/>
      <dgm:spPr/>
    </dgm:pt>
    <dgm:pt modelId="{210570A8-E816-4E22-B5E3-052BE55125A0}" type="pres">
      <dgm:prSet presAssocID="{964E6D82-792E-484C-A0AC-6C1C8426AD1F}" presName="LevelTwoTextNode" presStyleLbl="node3" presStyleIdx="3" presStyleCnt="6">
        <dgm:presLayoutVars>
          <dgm:chPref val="3"/>
        </dgm:presLayoutVars>
      </dgm:prSet>
      <dgm:spPr/>
    </dgm:pt>
    <dgm:pt modelId="{206C500D-A9EC-43AE-A412-823A503885F4}" type="pres">
      <dgm:prSet presAssocID="{964E6D82-792E-484C-A0AC-6C1C8426AD1F}" presName="level3hierChild" presStyleCnt="0"/>
      <dgm:spPr/>
    </dgm:pt>
    <dgm:pt modelId="{DA776CEB-C354-45D5-89F0-FC103D9A00DD}" type="pres">
      <dgm:prSet presAssocID="{AD88ABA3-880C-455D-98EB-820EEFA749DF}" presName="conn2-1" presStyleLbl="parChTrans1D3" presStyleIdx="4" presStyleCnt="6"/>
      <dgm:spPr/>
    </dgm:pt>
    <dgm:pt modelId="{6BBEA284-E7BB-418E-82D2-630688CFB87E}" type="pres">
      <dgm:prSet presAssocID="{AD88ABA3-880C-455D-98EB-820EEFA749DF}" presName="connTx" presStyleLbl="parChTrans1D3" presStyleIdx="4" presStyleCnt="6"/>
      <dgm:spPr/>
    </dgm:pt>
    <dgm:pt modelId="{175ABE74-A404-46C4-B33F-B9DC5BE43647}" type="pres">
      <dgm:prSet presAssocID="{A3CF25B7-F101-4474-9291-11A02F7074B2}" presName="root2" presStyleCnt="0"/>
      <dgm:spPr/>
    </dgm:pt>
    <dgm:pt modelId="{93E56128-E84D-46CF-8733-B92414D9B846}" type="pres">
      <dgm:prSet presAssocID="{A3CF25B7-F101-4474-9291-11A02F7074B2}" presName="LevelTwoTextNode" presStyleLbl="node3" presStyleIdx="4" presStyleCnt="6">
        <dgm:presLayoutVars>
          <dgm:chPref val="3"/>
        </dgm:presLayoutVars>
      </dgm:prSet>
      <dgm:spPr/>
    </dgm:pt>
    <dgm:pt modelId="{AADB6259-3438-4459-A638-96AB9FF10D8E}" type="pres">
      <dgm:prSet presAssocID="{A3CF25B7-F101-4474-9291-11A02F7074B2}" presName="level3hierChild" presStyleCnt="0"/>
      <dgm:spPr/>
    </dgm:pt>
    <dgm:pt modelId="{34C32D2B-13BC-415B-9CC7-89191A9E250A}" type="pres">
      <dgm:prSet presAssocID="{3E067004-F74D-49DB-B80B-06D4DC5F5F7B}" presName="conn2-1" presStyleLbl="parChTrans1D3" presStyleIdx="5" presStyleCnt="6"/>
      <dgm:spPr/>
    </dgm:pt>
    <dgm:pt modelId="{40A84DE1-08A5-463B-8976-8FA2FF50B820}" type="pres">
      <dgm:prSet presAssocID="{3E067004-F74D-49DB-B80B-06D4DC5F5F7B}" presName="connTx" presStyleLbl="parChTrans1D3" presStyleIdx="5" presStyleCnt="6"/>
      <dgm:spPr/>
    </dgm:pt>
    <dgm:pt modelId="{E996CBD2-3DF2-4A4E-ACF2-C2FB57EC06A3}" type="pres">
      <dgm:prSet presAssocID="{B1AE4CC1-69AD-414A-BD05-852EDC081696}" presName="root2" presStyleCnt="0"/>
      <dgm:spPr/>
    </dgm:pt>
    <dgm:pt modelId="{4AA718DF-1245-49BA-90E0-97ED3C5538E3}" type="pres">
      <dgm:prSet presAssocID="{B1AE4CC1-69AD-414A-BD05-852EDC081696}" presName="LevelTwoTextNode" presStyleLbl="node3" presStyleIdx="5" presStyleCnt="6">
        <dgm:presLayoutVars>
          <dgm:chPref val="3"/>
        </dgm:presLayoutVars>
      </dgm:prSet>
      <dgm:spPr/>
    </dgm:pt>
    <dgm:pt modelId="{541603ED-1BF1-4280-8015-940A168E1EF9}" type="pres">
      <dgm:prSet presAssocID="{B1AE4CC1-69AD-414A-BD05-852EDC081696}" presName="level3hierChild" presStyleCnt="0"/>
      <dgm:spPr/>
    </dgm:pt>
  </dgm:ptLst>
  <dgm:cxnLst>
    <dgm:cxn modelId="{69EF6B00-614C-4AE6-97A2-6CEBB46D76D9}" srcId="{FACCBEE1-C7E9-452B-96E2-567753B7A2C4}" destId="{56DC4333-46A7-47F8-A14C-7627589CC89E}" srcOrd="0" destOrd="0" parTransId="{A96BB707-0891-46F7-B0AA-98011D4E5852}" sibTransId="{A782F2EE-9740-4248-BAA6-19B99744C55C}"/>
    <dgm:cxn modelId="{1FFBCA01-47B3-40EA-90C2-967994FEC5B0}" type="presOf" srcId="{EDC06D75-0B16-4633-B912-7DA871F9DE8A}" destId="{09DBFE3E-5C3B-48CC-B621-960171104BAF}" srcOrd="1" destOrd="0" presId="urn:microsoft.com/office/officeart/2008/layout/HorizontalMultiLevelHierarchy"/>
    <dgm:cxn modelId="{2C7C4C02-8263-4A0B-8A13-C689FA5D8AB1}" srcId="{FACCBEE1-C7E9-452B-96E2-567753B7A2C4}" destId="{75ABE2D3-5EA8-49D7-A6E3-22802512736A}" srcOrd="2" destOrd="0" parTransId="{41ABEF9C-C605-42CF-90EF-E598837DE27A}" sibTransId="{01356829-5666-4A8C-9232-885C00A6C803}"/>
    <dgm:cxn modelId="{9270CF0A-0214-4F9B-976E-8D256B548AFE}" type="presOf" srcId="{FACCBEE1-C7E9-452B-96E2-567753B7A2C4}" destId="{CBE64656-9B0A-463A-814E-4A2804F64255}" srcOrd="0" destOrd="0" presId="urn:microsoft.com/office/officeart/2008/layout/HorizontalMultiLevelHierarchy"/>
    <dgm:cxn modelId="{6FE20B10-A207-46C4-9AA1-B944020CF9CA}" type="presOf" srcId="{936748CF-FEB5-4B6E-BC95-406A4E50804C}" destId="{5CE0D133-31BF-45A1-B337-EC6466C74868}" srcOrd="0" destOrd="0" presId="urn:microsoft.com/office/officeart/2008/layout/HorizontalMultiLevelHierarchy"/>
    <dgm:cxn modelId="{A5188810-6835-4739-B3B5-877448F48CE9}" type="presOf" srcId="{F25905C0-DB01-4314-B08C-E21D4294B887}" destId="{AAF5C14B-AE65-45D0-A32F-D874FE99FBA9}" srcOrd="1" destOrd="0" presId="urn:microsoft.com/office/officeart/2008/layout/HorizontalMultiLevelHierarchy"/>
    <dgm:cxn modelId="{AC2AC911-E833-42A4-BD5D-9C6C7304C182}" type="presOf" srcId="{3E067004-F74D-49DB-B80B-06D4DC5F5F7B}" destId="{34C32D2B-13BC-415B-9CC7-89191A9E250A}" srcOrd="0" destOrd="0" presId="urn:microsoft.com/office/officeart/2008/layout/HorizontalMultiLevelHierarchy"/>
    <dgm:cxn modelId="{FA800913-1A76-4332-A680-D02B2DFBDE29}" srcId="{FACCBEE1-C7E9-452B-96E2-567753B7A2C4}" destId="{498D714D-A29D-499C-96AB-8AD7498263F9}" srcOrd="1" destOrd="0" parTransId="{284AA422-117D-4008-8ECB-DA57126948E7}" sibTransId="{9482E88E-B6EB-4652-AB70-903749AE2D29}"/>
    <dgm:cxn modelId="{0EC44418-14FE-4F75-9E77-CC52904A8963}" type="presOf" srcId="{EDC06D75-0B16-4633-B912-7DA871F9DE8A}" destId="{9EC85374-AEF9-4F16-BEBF-139430D10951}" srcOrd="0" destOrd="0" presId="urn:microsoft.com/office/officeart/2008/layout/HorizontalMultiLevelHierarchy"/>
    <dgm:cxn modelId="{8B29561A-3E31-42E5-B23A-82C032675EEB}" type="presOf" srcId="{284AA422-117D-4008-8ECB-DA57126948E7}" destId="{E819B7BB-42D1-47F6-99CC-6AA0092F2DD4}" srcOrd="0" destOrd="0" presId="urn:microsoft.com/office/officeart/2008/layout/HorizontalMultiLevelHierarchy"/>
    <dgm:cxn modelId="{54A4AA1A-B91B-454F-AA5B-9CAA24C9C6B9}" srcId="{3D24D6B6-9014-4A6A-99BE-BA750A850F2D}" destId="{A4D77EFC-25BB-4229-907D-ECC19651A231}" srcOrd="0" destOrd="0" parTransId="{6A2CDD73-F3D0-435C-AA6F-005186064D7D}" sibTransId="{670C5B56-601C-46AE-8794-4E7E26DA3AE8}"/>
    <dgm:cxn modelId="{B7A5B01A-0414-415F-AA92-4D5E05E93207}" type="presOf" srcId="{A96BB707-0891-46F7-B0AA-98011D4E5852}" destId="{304D801C-3041-46CE-B17A-CA6AB1B5F8B1}" srcOrd="1" destOrd="0" presId="urn:microsoft.com/office/officeart/2008/layout/HorizontalMultiLevelHierarchy"/>
    <dgm:cxn modelId="{D072951C-E8D3-4872-90E3-E48CE9FD8107}" type="presOf" srcId="{D00ACBE3-6319-4EE4-8F71-B1B10EF22974}" destId="{0132207B-B808-4D7C-AA6D-1D6DC29D4DB6}" srcOrd="0" destOrd="0" presId="urn:microsoft.com/office/officeart/2008/layout/HorizontalMultiLevelHierarchy"/>
    <dgm:cxn modelId="{08E41E26-A3EC-4F96-BDBD-A0D47D35DA34}" type="presOf" srcId="{284AA422-117D-4008-8ECB-DA57126948E7}" destId="{3F84330C-DFAE-4DEF-8F12-B009BFDB03E6}" srcOrd="1" destOrd="0" presId="urn:microsoft.com/office/officeart/2008/layout/HorizontalMultiLevelHierarchy"/>
    <dgm:cxn modelId="{5F51F029-DFB1-4C7D-AECB-A602DDF617F7}" type="presOf" srcId="{D8E1C959-A5A1-4B77-B5D6-131863F190B1}" destId="{FC19CECB-DC11-4A8C-9B34-976531E435E6}" srcOrd="1" destOrd="0" presId="urn:microsoft.com/office/officeart/2008/layout/HorizontalMultiLevelHierarchy"/>
    <dgm:cxn modelId="{29348C30-0E6F-4629-A065-4523D1BD3F86}" type="presOf" srcId="{B1AE4CC1-69AD-414A-BD05-852EDC081696}" destId="{4AA718DF-1245-49BA-90E0-97ED3C5538E3}" srcOrd="0" destOrd="0" presId="urn:microsoft.com/office/officeart/2008/layout/HorizontalMultiLevelHierarchy"/>
    <dgm:cxn modelId="{95F01B32-6346-4015-B021-BAE38E102425}" type="presOf" srcId="{1D1B0B70-3D0E-4B91-A7B0-7851416DA8E0}" destId="{9B6A1B2F-D393-4905-BE11-E2D57A965AC8}" srcOrd="0" destOrd="0" presId="urn:microsoft.com/office/officeart/2008/layout/HorizontalMultiLevelHierarchy"/>
    <dgm:cxn modelId="{66505337-51C5-4241-B0C4-59B6F3379F0A}" type="presOf" srcId="{A4D77EFC-25BB-4229-907D-ECC19651A231}" destId="{82E40E2A-7BAB-4B56-BF25-0024ABC95125}" srcOrd="0" destOrd="0" presId="urn:microsoft.com/office/officeart/2008/layout/HorizontalMultiLevelHierarchy"/>
    <dgm:cxn modelId="{4863B438-3E67-44A9-800A-1B102E72BC4A}" srcId="{660AD2ED-83AB-4C90-B752-1B230C8EB42C}" destId="{B1AE4CC1-69AD-414A-BD05-852EDC081696}" srcOrd="2" destOrd="0" parTransId="{3E067004-F74D-49DB-B80B-06D4DC5F5F7B}" sibTransId="{A460267E-A110-49E3-90B0-FB8347543C6A}"/>
    <dgm:cxn modelId="{2D9D1E5E-34A6-4ABF-B863-0B3A23F8D482}" type="presOf" srcId="{964E6D82-792E-484C-A0AC-6C1C8426AD1F}" destId="{210570A8-E816-4E22-B5E3-052BE55125A0}" srcOrd="0" destOrd="0" presId="urn:microsoft.com/office/officeart/2008/layout/HorizontalMultiLevelHierarchy"/>
    <dgm:cxn modelId="{3EEB8F60-3A7B-420C-8802-5B7105CFD05C}" type="presOf" srcId="{D4813578-9080-44E4-B4B4-859AFF9EF9EB}" destId="{9DB2F7B3-309C-4B18-BB20-8FCBB5ED43E9}" srcOrd="1" destOrd="0" presId="urn:microsoft.com/office/officeart/2008/layout/HorizontalMultiLevelHierarchy"/>
    <dgm:cxn modelId="{80801B41-4C58-454D-B897-61EFB9665812}" type="presOf" srcId="{D4813578-9080-44E4-B4B4-859AFF9EF9EB}" destId="{AD353209-C5F3-4C59-8C05-0B459CD9BF98}" srcOrd="0" destOrd="0" presId="urn:microsoft.com/office/officeart/2008/layout/HorizontalMultiLevelHierarchy"/>
    <dgm:cxn modelId="{3E628C46-33EA-414F-A54C-1C2FC152C3C6}" srcId="{660AD2ED-83AB-4C90-B752-1B230C8EB42C}" destId="{964E6D82-792E-484C-A0AC-6C1C8426AD1F}" srcOrd="0" destOrd="0" parTransId="{F25905C0-DB01-4314-B08C-E21D4294B887}" sibTransId="{CF32F14B-64D8-4140-9BF5-711E61E158A8}"/>
    <dgm:cxn modelId="{17FE4968-B17D-4876-9A0A-A7914D8F78E0}" srcId="{A4D77EFC-25BB-4229-907D-ECC19651A231}" destId="{FACCBEE1-C7E9-452B-96E2-567753B7A2C4}" srcOrd="0" destOrd="0" parTransId="{D4813578-9080-44E4-B4B4-859AFF9EF9EB}" sibTransId="{65D105AE-506D-49CB-BD0A-A945B66F358E}"/>
    <dgm:cxn modelId="{8DBDC46D-A79E-4F48-9945-E78B05DCA22E}" type="presOf" srcId="{ABE10EF1-9563-4C0F-92D3-68F9A9B9BDCD}" destId="{BA8B18AA-95E1-41A9-ADB3-B82A61FA3849}" srcOrd="0" destOrd="0" presId="urn:microsoft.com/office/officeart/2008/layout/HorizontalMultiLevelHierarchy"/>
    <dgm:cxn modelId="{DC332E6E-DE2E-45A6-A68D-8259EF147AA3}" srcId="{94EC637C-A893-4695-8693-BCCB7482F46F}" destId="{936748CF-FEB5-4B6E-BC95-406A4E50804C}" srcOrd="2" destOrd="0" parTransId="{EDC06D75-0B16-4633-B912-7DA871F9DE8A}" sibTransId="{B9E5BC16-52A3-45B5-A044-8CF015DC075E}"/>
    <dgm:cxn modelId="{7D6BD96E-8959-4E74-AE27-1EB0A2591056}" srcId="{94EC637C-A893-4695-8693-BCCB7482F46F}" destId="{2F876E04-F51E-481F-BBA3-803185BAD9F5}" srcOrd="1" destOrd="0" parTransId="{D00ACBE3-6319-4EE4-8F71-B1B10EF22974}" sibTransId="{C63EBC5D-CCA5-4F78-B6D0-3A282E379711}"/>
    <dgm:cxn modelId="{1EC23E56-61F5-4464-A06F-D03630611972}" type="presOf" srcId="{2F876E04-F51E-481F-BBA3-803185BAD9F5}" destId="{372DDB98-F0F2-4671-832C-1EDF402670AF}" srcOrd="0" destOrd="0" presId="urn:microsoft.com/office/officeart/2008/layout/HorizontalMultiLevelHierarchy"/>
    <dgm:cxn modelId="{7AAB6557-4E1F-45EA-A02E-CBFE223E5FB1}" srcId="{A4D77EFC-25BB-4229-907D-ECC19651A231}" destId="{660AD2ED-83AB-4C90-B752-1B230C8EB42C}" srcOrd="1" destOrd="0" parTransId="{ABE10EF1-9563-4C0F-92D3-68F9A9B9BDCD}" sibTransId="{38FEF851-149D-428E-9FED-E3DD59AE6464}"/>
    <dgm:cxn modelId="{9AB5E381-3D5D-4C42-BA06-132EF5A8D43D}" type="presOf" srcId="{660AD2ED-83AB-4C90-B752-1B230C8EB42C}" destId="{3BAC59EA-E198-4ADA-AE2A-D1F5E656DDC4}" srcOrd="0" destOrd="0" presId="urn:microsoft.com/office/officeart/2008/layout/HorizontalMultiLevelHierarchy"/>
    <dgm:cxn modelId="{B7381F85-7399-4A55-8CBE-90295A961A37}" type="presOf" srcId="{41ABEF9C-C605-42CF-90EF-E598837DE27A}" destId="{EEB1E0EE-FEAC-4722-A90B-26CD55F35F67}" srcOrd="0" destOrd="0" presId="urn:microsoft.com/office/officeart/2008/layout/HorizontalMultiLevelHierarchy"/>
    <dgm:cxn modelId="{A747A48C-9784-4E8F-89DF-8635BCAD6218}" type="presOf" srcId="{123E85AD-3E21-4DC9-AB53-06DD1BF83DA2}" destId="{C986BD28-E3E8-4AB3-B807-3F4EC3B10F46}" srcOrd="0" destOrd="0" presId="urn:microsoft.com/office/officeart/2008/layout/HorizontalMultiLevelHierarchy"/>
    <dgm:cxn modelId="{FB8D588E-62C2-4A87-9E21-6825892369BB}" type="presOf" srcId="{123E85AD-3E21-4DC9-AB53-06DD1BF83DA2}" destId="{1C15E416-38C4-4225-8881-A1A2E0D4B709}" srcOrd="1" destOrd="0" presId="urn:microsoft.com/office/officeart/2008/layout/HorizontalMultiLevelHierarchy"/>
    <dgm:cxn modelId="{A3D23696-A0B4-4ED1-BD1A-0AE2EAC00E9B}" type="presOf" srcId="{94EC637C-A893-4695-8693-BCCB7482F46F}" destId="{14C5D041-1A82-469F-AAD0-56547921A346}" srcOrd="0" destOrd="0" presId="urn:microsoft.com/office/officeart/2008/layout/HorizontalMultiLevelHierarchy"/>
    <dgm:cxn modelId="{CE93089F-336E-4934-8218-A3897B1538B8}" type="presOf" srcId="{56DC4333-46A7-47F8-A14C-7627589CC89E}" destId="{C29E198F-5C74-4EB2-A3CD-1187DADDC518}" srcOrd="0" destOrd="0" presId="urn:microsoft.com/office/officeart/2008/layout/HorizontalMultiLevelHierarchy"/>
    <dgm:cxn modelId="{A974E1A4-8A1C-4E02-BB0C-2C1CE999B460}" type="presOf" srcId="{AD88ABA3-880C-455D-98EB-820EEFA749DF}" destId="{DA776CEB-C354-45D5-89F0-FC103D9A00DD}" srcOrd="0" destOrd="0" presId="urn:microsoft.com/office/officeart/2008/layout/HorizontalMultiLevelHierarchy"/>
    <dgm:cxn modelId="{05DD2CAF-E4F9-426F-B1B0-1A8864F23B28}" type="presOf" srcId="{F25905C0-DB01-4314-B08C-E21D4294B887}" destId="{3CF045A9-72B8-4010-AC50-DFB069B6FA9E}" srcOrd="0" destOrd="0" presId="urn:microsoft.com/office/officeart/2008/layout/HorizontalMultiLevelHierarchy"/>
    <dgm:cxn modelId="{89A628B4-DBDB-47B1-82E2-FAD283278287}" type="presOf" srcId="{D00ACBE3-6319-4EE4-8F71-B1B10EF22974}" destId="{996F7105-BC6D-4D95-A3DD-1A3E101FA1FC}" srcOrd="1" destOrd="0" presId="urn:microsoft.com/office/officeart/2008/layout/HorizontalMultiLevelHierarchy"/>
    <dgm:cxn modelId="{3802BAB5-39A0-4546-B015-CA831E4A985D}" type="presOf" srcId="{A3CF25B7-F101-4474-9291-11A02F7074B2}" destId="{93E56128-E84D-46CF-8733-B92414D9B846}" srcOrd="0" destOrd="0" presId="urn:microsoft.com/office/officeart/2008/layout/HorizontalMultiLevelHierarchy"/>
    <dgm:cxn modelId="{E537E7BD-FB84-4DDA-92D7-EDE07F77E655}" srcId="{75ABE2D3-5EA8-49D7-A6E3-22802512736A}" destId="{94EC637C-A893-4695-8693-BCCB7482F46F}" srcOrd="0" destOrd="0" parTransId="{123E85AD-3E21-4DC9-AB53-06DD1BF83DA2}" sibTransId="{95F8D6C9-812B-4882-9840-E08F5E51777D}"/>
    <dgm:cxn modelId="{FB92EBC3-25FE-49B8-A50F-71D3899826B8}" type="presOf" srcId="{A96BB707-0891-46F7-B0AA-98011D4E5852}" destId="{899FE329-7E40-4576-9DF3-E718673552B9}" srcOrd="0" destOrd="0" presId="urn:microsoft.com/office/officeart/2008/layout/HorizontalMultiLevelHierarchy"/>
    <dgm:cxn modelId="{CD5BFBC6-2312-44E6-B3AD-96538C9EB7D3}" srcId="{94EC637C-A893-4695-8693-BCCB7482F46F}" destId="{1D1B0B70-3D0E-4B91-A7B0-7851416DA8E0}" srcOrd="0" destOrd="0" parTransId="{D8E1C959-A5A1-4B77-B5D6-131863F190B1}" sibTransId="{DA96166C-B118-41B0-8E71-252C9A6D565E}"/>
    <dgm:cxn modelId="{FC850CC9-FF94-44D3-A1A1-857CB1DDB34E}" type="presOf" srcId="{3E067004-F74D-49DB-B80B-06D4DC5F5F7B}" destId="{40A84DE1-08A5-463B-8976-8FA2FF50B820}" srcOrd="1" destOrd="0" presId="urn:microsoft.com/office/officeart/2008/layout/HorizontalMultiLevelHierarchy"/>
    <dgm:cxn modelId="{45E3ACCC-BE9E-4515-A240-5624D8338F53}" type="presOf" srcId="{3D24D6B6-9014-4A6A-99BE-BA750A850F2D}" destId="{75F702B1-AD5B-4AD6-A350-24B2C4BE0001}" srcOrd="0" destOrd="0" presId="urn:microsoft.com/office/officeart/2008/layout/HorizontalMultiLevelHierarchy"/>
    <dgm:cxn modelId="{F85F00D5-7122-469D-9506-11802C711FDF}" type="presOf" srcId="{498D714D-A29D-499C-96AB-8AD7498263F9}" destId="{4128E93C-C7A5-40BE-8A26-2E46B69D0E24}" srcOrd="0" destOrd="0" presId="urn:microsoft.com/office/officeart/2008/layout/HorizontalMultiLevelHierarchy"/>
    <dgm:cxn modelId="{4D88FBD5-9E4B-46D1-A549-012287CDD677}" type="presOf" srcId="{ABE10EF1-9563-4C0F-92D3-68F9A9B9BDCD}" destId="{86D52372-D8DD-45B8-B1A0-0B08F4B771F6}" srcOrd="1" destOrd="0" presId="urn:microsoft.com/office/officeart/2008/layout/HorizontalMultiLevelHierarchy"/>
    <dgm:cxn modelId="{9871E5DF-C28A-4B6C-A515-7D6FA9F82BCB}" type="presOf" srcId="{75ABE2D3-5EA8-49D7-A6E3-22802512736A}" destId="{6DE7716F-61B9-435A-BA9B-66C9F6BF6196}" srcOrd="0" destOrd="0" presId="urn:microsoft.com/office/officeart/2008/layout/HorizontalMultiLevelHierarchy"/>
    <dgm:cxn modelId="{4B3471E0-9D44-44C4-8A7B-9F3F984762B6}" type="presOf" srcId="{D8E1C959-A5A1-4B77-B5D6-131863F190B1}" destId="{5148A4E0-2683-4BDE-80FC-6FAB007802C9}" srcOrd="0" destOrd="0" presId="urn:microsoft.com/office/officeart/2008/layout/HorizontalMultiLevelHierarchy"/>
    <dgm:cxn modelId="{7BAEC8E8-1649-4DF4-821D-105A6E65EC7B}" srcId="{660AD2ED-83AB-4C90-B752-1B230C8EB42C}" destId="{A3CF25B7-F101-4474-9291-11A02F7074B2}" srcOrd="1" destOrd="0" parTransId="{AD88ABA3-880C-455D-98EB-820EEFA749DF}" sibTransId="{EBEA9E4E-E3A6-4877-B958-A261DA70E215}"/>
    <dgm:cxn modelId="{E02691EB-AD8C-467E-91F5-E796BC2CA3B2}" type="presOf" srcId="{41ABEF9C-C605-42CF-90EF-E598837DE27A}" destId="{77EA268C-AB9E-4C83-B597-ACC976C4F4C4}" srcOrd="1" destOrd="0" presId="urn:microsoft.com/office/officeart/2008/layout/HorizontalMultiLevelHierarchy"/>
    <dgm:cxn modelId="{FD4AA8FF-C9C3-49D0-AB7C-F0FA15AF16FA}" type="presOf" srcId="{AD88ABA3-880C-455D-98EB-820EEFA749DF}" destId="{6BBEA284-E7BB-418E-82D2-630688CFB87E}" srcOrd="1" destOrd="0" presId="urn:microsoft.com/office/officeart/2008/layout/HorizontalMultiLevelHierarchy"/>
    <dgm:cxn modelId="{40CB1089-403B-41F4-A030-5C098D054B0B}" type="presParOf" srcId="{75F702B1-AD5B-4AD6-A350-24B2C4BE0001}" destId="{4DAD685F-AA91-4477-AD9A-EB8575642BCA}" srcOrd="0" destOrd="0" presId="urn:microsoft.com/office/officeart/2008/layout/HorizontalMultiLevelHierarchy"/>
    <dgm:cxn modelId="{6057D7C4-3971-4F00-8BD6-BB7469DDAF03}" type="presParOf" srcId="{4DAD685F-AA91-4477-AD9A-EB8575642BCA}" destId="{82E40E2A-7BAB-4B56-BF25-0024ABC95125}" srcOrd="0" destOrd="0" presId="urn:microsoft.com/office/officeart/2008/layout/HorizontalMultiLevelHierarchy"/>
    <dgm:cxn modelId="{754AEA92-525A-416D-A903-6A2FBDED7E33}" type="presParOf" srcId="{4DAD685F-AA91-4477-AD9A-EB8575642BCA}" destId="{BEAD891D-DF21-4A71-B783-36A83F35DB99}" srcOrd="1" destOrd="0" presId="urn:microsoft.com/office/officeart/2008/layout/HorizontalMultiLevelHierarchy"/>
    <dgm:cxn modelId="{B292512B-26C2-49B3-B9FE-6F7CF392A53D}" type="presParOf" srcId="{BEAD891D-DF21-4A71-B783-36A83F35DB99}" destId="{AD353209-C5F3-4C59-8C05-0B459CD9BF98}" srcOrd="0" destOrd="0" presId="urn:microsoft.com/office/officeart/2008/layout/HorizontalMultiLevelHierarchy"/>
    <dgm:cxn modelId="{DEC43525-607B-410D-8219-9358EAEE093B}" type="presParOf" srcId="{AD353209-C5F3-4C59-8C05-0B459CD9BF98}" destId="{9DB2F7B3-309C-4B18-BB20-8FCBB5ED43E9}" srcOrd="0" destOrd="0" presId="urn:microsoft.com/office/officeart/2008/layout/HorizontalMultiLevelHierarchy"/>
    <dgm:cxn modelId="{2D394121-A78E-44CE-B09D-D4793778521C}" type="presParOf" srcId="{BEAD891D-DF21-4A71-B783-36A83F35DB99}" destId="{F78F8011-9757-4B0C-BA1A-A59BA866C14D}" srcOrd="1" destOrd="0" presId="urn:microsoft.com/office/officeart/2008/layout/HorizontalMultiLevelHierarchy"/>
    <dgm:cxn modelId="{C7BC10F7-2EB4-4A4C-82FF-35E430257A24}" type="presParOf" srcId="{F78F8011-9757-4B0C-BA1A-A59BA866C14D}" destId="{CBE64656-9B0A-463A-814E-4A2804F64255}" srcOrd="0" destOrd="0" presId="urn:microsoft.com/office/officeart/2008/layout/HorizontalMultiLevelHierarchy"/>
    <dgm:cxn modelId="{08918EDE-BAE4-492F-B033-20290972B584}" type="presParOf" srcId="{F78F8011-9757-4B0C-BA1A-A59BA866C14D}" destId="{6E864099-E874-4EE7-9FF2-1D185DE9A5B1}" srcOrd="1" destOrd="0" presId="urn:microsoft.com/office/officeart/2008/layout/HorizontalMultiLevelHierarchy"/>
    <dgm:cxn modelId="{6EE037E3-B30E-4516-9335-5B34667E3801}" type="presParOf" srcId="{6E864099-E874-4EE7-9FF2-1D185DE9A5B1}" destId="{899FE329-7E40-4576-9DF3-E718673552B9}" srcOrd="0" destOrd="0" presId="urn:microsoft.com/office/officeart/2008/layout/HorizontalMultiLevelHierarchy"/>
    <dgm:cxn modelId="{A2F5F8E8-5AC4-4F20-972C-1324688C6232}" type="presParOf" srcId="{899FE329-7E40-4576-9DF3-E718673552B9}" destId="{304D801C-3041-46CE-B17A-CA6AB1B5F8B1}" srcOrd="0" destOrd="0" presId="urn:microsoft.com/office/officeart/2008/layout/HorizontalMultiLevelHierarchy"/>
    <dgm:cxn modelId="{CAEE640D-9830-4007-B1D6-61628056AE38}" type="presParOf" srcId="{6E864099-E874-4EE7-9FF2-1D185DE9A5B1}" destId="{651383D2-3503-4E2C-B0D0-02F3393CB9E9}" srcOrd="1" destOrd="0" presId="urn:microsoft.com/office/officeart/2008/layout/HorizontalMultiLevelHierarchy"/>
    <dgm:cxn modelId="{EF40A30B-83A0-451A-9458-06B939FEF46E}" type="presParOf" srcId="{651383D2-3503-4E2C-B0D0-02F3393CB9E9}" destId="{C29E198F-5C74-4EB2-A3CD-1187DADDC518}" srcOrd="0" destOrd="0" presId="urn:microsoft.com/office/officeart/2008/layout/HorizontalMultiLevelHierarchy"/>
    <dgm:cxn modelId="{6AD77737-3C56-420E-BB26-91C18EAB2620}" type="presParOf" srcId="{651383D2-3503-4E2C-B0D0-02F3393CB9E9}" destId="{FF25008F-E5B0-48D1-958E-AF6A5DCCFE8A}" srcOrd="1" destOrd="0" presId="urn:microsoft.com/office/officeart/2008/layout/HorizontalMultiLevelHierarchy"/>
    <dgm:cxn modelId="{F7418F5D-096C-41F9-B23B-BBCD49426F66}" type="presParOf" srcId="{6E864099-E874-4EE7-9FF2-1D185DE9A5B1}" destId="{E819B7BB-42D1-47F6-99CC-6AA0092F2DD4}" srcOrd="2" destOrd="0" presId="urn:microsoft.com/office/officeart/2008/layout/HorizontalMultiLevelHierarchy"/>
    <dgm:cxn modelId="{1FAC05FD-CE0F-4A2B-A939-17C7077A9448}" type="presParOf" srcId="{E819B7BB-42D1-47F6-99CC-6AA0092F2DD4}" destId="{3F84330C-DFAE-4DEF-8F12-B009BFDB03E6}" srcOrd="0" destOrd="0" presId="urn:microsoft.com/office/officeart/2008/layout/HorizontalMultiLevelHierarchy"/>
    <dgm:cxn modelId="{6D9BE5CE-5142-477B-9F34-1F81DD5DB348}" type="presParOf" srcId="{6E864099-E874-4EE7-9FF2-1D185DE9A5B1}" destId="{14234522-9C96-4CB9-A4E0-43E5AA47B29C}" srcOrd="3" destOrd="0" presId="urn:microsoft.com/office/officeart/2008/layout/HorizontalMultiLevelHierarchy"/>
    <dgm:cxn modelId="{EB794E29-FD64-4C2D-81AD-F958D229E4AD}" type="presParOf" srcId="{14234522-9C96-4CB9-A4E0-43E5AA47B29C}" destId="{4128E93C-C7A5-40BE-8A26-2E46B69D0E24}" srcOrd="0" destOrd="0" presId="urn:microsoft.com/office/officeart/2008/layout/HorizontalMultiLevelHierarchy"/>
    <dgm:cxn modelId="{EDA2C916-C957-47B1-9E14-892C6E2B176B}" type="presParOf" srcId="{14234522-9C96-4CB9-A4E0-43E5AA47B29C}" destId="{D5BCDF52-4782-4F9F-906E-1BCD146C3B5D}" srcOrd="1" destOrd="0" presId="urn:microsoft.com/office/officeart/2008/layout/HorizontalMultiLevelHierarchy"/>
    <dgm:cxn modelId="{93DB9482-4A5D-45CB-A5EC-78AD114089EF}" type="presParOf" srcId="{6E864099-E874-4EE7-9FF2-1D185DE9A5B1}" destId="{EEB1E0EE-FEAC-4722-A90B-26CD55F35F67}" srcOrd="4" destOrd="0" presId="urn:microsoft.com/office/officeart/2008/layout/HorizontalMultiLevelHierarchy"/>
    <dgm:cxn modelId="{4B2DCBE1-5ACC-4F7E-BBAC-3FB59DE62E18}" type="presParOf" srcId="{EEB1E0EE-FEAC-4722-A90B-26CD55F35F67}" destId="{77EA268C-AB9E-4C83-B597-ACC976C4F4C4}" srcOrd="0" destOrd="0" presId="urn:microsoft.com/office/officeart/2008/layout/HorizontalMultiLevelHierarchy"/>
    <dgm:cxn modelId="{873C975D-5542-48FF-A3EC-D14D025A0AD9}" type="presParOf" srcId="{6E864099-E874-4EE7-9FF2-1D185DE9A5B1}" destId="{BF322180-7F27-49BA-BD1B-8CC4E27D9792}" srcOrd="5" destOrd="0" presId="urn:microsoft.com/office/officeart/2008/layout/HorizontalMultiLevelHierarchy"/>
    <dgm:cxn modelId="{4B21ABB5-2224-4CB3-8070-90B406939D22}" type="presParOf" srcId="{BF322180-7F27-49BA-BD1B-8CC4E27D9792}" destId="{6DE7716F-61B9-435A-BA9B-66C9F6BF6196}" srcOrd="0" destOrd="0" presId="urn:microsoft.com/office/officeart/2008/layout/HorizontalMultiLevelHierarchy"/>
    <dgm:cxn modelId="{64394804-06EF-4679-867D-A866583558AA}" type="presParOf" srcId="{BF322180-7F27-49BA-BD1B-8CC4E27D9792}" destId="{9C77D4E2-4860-4044-BEE2-11380794DA5B}" srcOrd="1" destOrd="0" presId="urn:microsoft.com/office/officeart/2008/layout/HorizontalMultiLevelHierarchy"/>
    <dgm:cxn modelId="{4886DEB9-E499-4C3D-A858-3669D6BD20B9}" type="presParOf" srcId="{9C77D4E2-4860-4044-BEE2-11380794DA5B}" destId="{C986BD28-E3E8-4AB3-B807-3F4EC3B10F46}" srcOrd="0" destOrd="0" presId="urn:microsoft.com/office/officeart/2008/layout/HorizontalMultiLevelHierarchy"/>
    <dgm:cxn modelId="{A838D288-AFE0-49B6-AFEA-67CEF4895CEC}" type="presParOf" srcId="{C986BD28-E3E8-4AB3-B807-3F4EC3B10F46}" destId="{1C15E416-38C4-4225-8881-A1A2E0D4B709}" srcOrd="0" destOrd="0" presId="urn:microsoft.com/office/officeart/2008/layout/HorizontalMultiLevelHierarchy"/>
    <dgm:cxn modelId="{F5218B55-EA84-45A5-BDA3-250631E244AF}" type="presParOf" srcId="{9C77D4E2-4860-4044-BEE2-11380794DA5B}" destId="{4A7BAAF8-DA91-4602-9985-C77BCD9583DE}" srcOrd="1" destOrd="0" presId="urn:microsoft.com/office/officeart/2008/layout/HorizontalMultiLevelHierarchy"/>
    <dgm:cxn modelId="{C07CA4B3-CF6A-46EC-A03C-A160E390D42E}" type="presParOf" srcId="{4A7BAAF8-DA91-4602-9985-C77BCD9583DE}" destId="{14C5D041-1A82-469F-AAD0-56547921A346}" srcOrd="0" destOrd="0" presId="urn:microsoft.com/office/officeart/2008/layout/HorizontalMultiLevelHierarchy"/>
    <dgm:cxn modelId="{9A066B92-8B79-4D9E-91DC-F3A9B8DA84D0}" type="presParOf" srcId="{4A7BAAF8-DA91-4602-9985-C77BCD9583DE}" destId="{33B648C3-F8FB-4249-B261-7E2255E4D3B5}" srcOrd="1" destOrd="0" presId="urn:microsoft.com/office/officeart/2008/layout/HorizontalMultiLevelHierarchy"/>
    <dgm:cxn modelId="{51C2A863-FE5D-4EC2-AD76-D9A8A63236BD}" type="presParOf" srcId="{33B648C3-F8FB-4249-B261-7E2255E4D3B5}" destId="{5148A4E0-2683-4BDE-80FC-6FAB007802C9}" srcOrd="0" destOrd="0" presId="urn:microsoft.com/office/officeart/2008/layout/HorizontalMultiLevelHierarchy"/>
    <dgm:cxn modelId="{EC38AC86-BD11-4579-B518-C56E0BA793C5}" type="presParOf" srcId="{5148A4E0-2683-4BDE-80FC-6FAB007802C9}" destId="{FC19CECB-DC11-4A8C-9B34-976531E435E6}" srcOrd="0" destOrd="0" presId="urn:microsoft.com/office/officeart/2008/layout/HorizontalMultiLevelHierarchy"/>
    <dgm:cxn modelId="{D2A0322B-E195-46FC-8536-BDE5BFDB7844}" type="presParOf" srcId="{33B648C3-F8FB-4249-B261-7E2255E4D3B5}" destId="{490FF48B-BF3B-410C-B8BB-72D20288EDD0}" srcOrd="1" destOrd="0" presId="urn:microsoft.com/office/officeart/2008/layout/HorizontalMultiLevelHierarchy"/>
    <dgm:cxn modelId="{D74C91B1-ACFA-4B8B-9C07-84A0738DB1D6}" type="presParOf" srcId="{490FF48B-BF3B-410C-B8BB-72D20288EDD0}" destId="{9B6A1B2F-D393-4905-BE11-E2D57A965AC8}" srcOrd="0" destOrd="0" presId="urn:microsoft.com/office/officeart/2008/layout/HorizontalMultiLevelHierarchy"/>
    <dgm:cxn modelId="{CB3ACFAC-2941-410D-973F-F4AA6082F49A}" type="presParOf" srcId="{490FF48B-BF3B-410C-B8BB-72D20288EDD0}" destId="{D01CACBD-F17A-4968-A669-A3658BF97B88}" srcOrd="1" destOrd="0" presId="urn:microsoft.com/office/officeart/2008/layout/HorizontalMultiLevelHierarchy"/>
    <dgm:cxn modelId="{4DC0B6E7-B152-4BD9-A8AF-C0F2A67F7FDD}" type="presParOf" srcId="{33B648C3-F8FB-4249-B261-7E2255E4D3B5}" destId="{0132207B-B808-4D7C-AA6D-1D6DC29D4DB6}" srcOrd="2" destOrd="0" presId="urn:microsoft.com/office/officeart/2008/layout/HorizontalMultiLevelHierarchy"/>
    <dgm:cxn modelId="{B8AC3B4E-C489-4C13-9465-23894EB5E5E4}" type="presParOf" srcId="{0132207B-B808-4D7C-AA6D-1D6DC29D4DB6}" destId="{996F7105-BC6D-4D95-A3DD-1A3E101FA1FC}" srcOrd="0" destOrd="0" presId="urn:microsoft.com/office/officeart/2008/layout/HorizontalMultiLevelHierarchy"/>
    <dgm:cxn modelId="{FB4D6AF6-2C6F-48AF-8592-BD2F5DB05FBC}" type="presParOf" srcId="{33B648C3-F8FB-4249-B261-7E2255E4D3B5}" destId="{1FE14494-F8E5-40DE-9A38-3E6AE77FDE08}" srcOrd="3" destOrd="0" presId="urn:microsoft.com/office/officeart/2008/layout/HorizontalMultiLevelHierarchy"/>
    <dgm:cxn modelId="{81BB671B-C461-4583-9ABA-D219EE96F1F6}" type="presParOf" srcId="{1FE14494-F8E5-40DE-9A38-3E6AE77FDE08}" destId="{372DDB98-F0F2-4671-832C-1EDF402670AF}" srcOrd="0" destOrd="0" presId="urn:microsoft.com/office/officeart/2008/layout/HorizontalMultiLevelHierarchy"/>
    <dgm:cxn modelId="{ADF385E0-8FFC-4354-95D8-57EF2BBE126B}" type="presParOf" srcId="{1FE14494-F8E5-40DE-9A38-3E6AE77FDE08}" destId="{F48164DC-1595-4B7E-8084-89D1B5EF37D0}" srcOrd="1" destOrd="0" presId="urn:microsoft.com/office/officeart/2008/layout/HorizontalMultiLevelHierarchy"/>
    <dgm:cxn modelId="{9FD8FF92-3228-45E7-BADD-48106BF8A9AF}" type="presParOf" srcId="{33B648C3-F8FB-4249-B261-7E2255E4D3B5}" destId="{9EC85374-AEF9-4F16-BEBF-139430D10951}" srcOrd="4" destOrd="0" presId="urn:microsoft.com/office/officeart/2008/layout/HorizontalMultiLevelHierarchy"/>
    <dgm:cxn modelId="{DA4E84B8-91B0-4CA6-95AF-A1EC95BBD6E7}" type="presParOf" srcId="{9EC85374-AEF9-4F16-BEBF-139430D10951}" destId="{09DBFE3E-5C3B-48CC-B621-960171104BAF}" srcOrd="0" destOrd="0" presId="urn:microsoft.com/office/officeart/2008/layout/HorizontalMultiLevelHierarchy"/>
    <dgm:cxn modelId="{70C8F5F1-6651-49A6-BC3F-8C5A68BFE57D}" type="presParOf" srcId="{33B648C3-F8FB-4249-B261-7E2255E4D3B5}" destId="{25084464-A99D-4031-A9B4-1EFF73161BA2}" srcOrd="5" destOrd="0" presId="urn:microsoft.com/office/officeart/2008/layout/HorizontalMultiLevelHierarchy"/>
    <dgm:cxn modelId="{38E824D0-E4CF-4A03-BD90-F4D569B62C50}" type="presParOf" srcId="{25084464-A99D-4031-A9B4-1EFF73161BA2}" destId="{5CE0D133-31BF-45A1-B337-EC6466C74868}" srcOrd="0" destOrd="0" presId="urn:microsoft.com/office/officeart/2008/layout/HorizontalMultiLevelHierarchy"/>
    <dgm:cxn modelId="{7FA78083-2305-4FCA-810E-C122B0C88402}" type="presParOf" srcId="{25084464-A99D-4031-A9B4-1EFF73161BA2}" destId="{DE1AAC15-1AA2-4B2A-B357-972C7361F5BB}" srcOrd="1" destOrd="0" presId="urn:microsoft.com/office/officeart/2008/layout/HorizontalMultiLevelHierarchy"/>
    <dgm:cxn modelId="{E739963B-5033-4CDA-8806-46A7D7922B69}" type="presParOf" srcId="{BEAD891D-DF21-4A71-B783-36A83F35DB99}" destId="{BA8B18AA-95E1-41A9-ADB3-B82A61FA3849}" srcOrd="2" destOrd="0" presId="urn:microsoft.com/office/officeart/2008/layout/HorizontalMultiLevelHierarchy"/>
    <dgm:cxn modelId="{DC01CF90-1A2E-49D7-BC8D-B9722E4300DB}" type="presParOf" srcId="{BA8B18AA-95E1-41A9-ADB3-B82A61FA3849}" destId="{86D52372-D8DD-45B8-B1A0-0B08F4B771F6}" srcOrd="0" destOrd="0" presId="urn:microsoft.com/office/officeart/2008/layout/HorizontalMultiLevelHierarchy"/>
    <dgm:cxn modelId="{2593EF4A-3707-4CE7-B116-E45E47B2BAE9}" type="presParOf" srcId="{BEAD891D-DF21-4A71-B783-36A83F35DB99}" destId="{28564BF1-1A55-4B8E-8078-ED176C30E3B6}" srcOrd="3" destOrd="0" presId="urn:microsoft.com/office/officeart/2008/layout/HorizontalMultiLevelHierarchy"/>
    <dgm:cxn modelId="{67D9441D-848A-4720-B32B-20C51E584B36}" type="presParOf" srcId="{28564BF1-1A55-4B8E-8078-ED176C30E3B6}" destId="{3BAC59EA-E198-4ADA-AE2A-D1F5E656DDC4}" srcOrd="0" destOrd="0" presId="urn:microsoft.com/office/officeart/2008/layout/HorizontalMultiLevelHierarchy"/>
    <dgm:cxn modelId="{BAAE9836-7237-4651-8BA6-C2ECB717534E}" type="presParOf" srcId="{28564BF1-1A55-4B8E-8078-ED176C30E3B6}" destId="{AD2A4655-3CCE-43A5-8F52-441467576CEF}" srcOrd="1" destOrd="0" presId="urn:microsoft.com/office/officeart/2008/layout/HorizontalMultiLevelHierarchy"/>
    <dgm:cxn modelId="{53316291-25DB-4B83-A750-F1DDAFC86706}" type="presParOf" srcId="{AD2A4655-3CCE-43A5-8F52-441467576CEF}" destId="{3CF045A9-72B8-4010-AC50-DFB069B6FA9E}" srcOrd="0" destOrd="0" presId="urn:microsoft.com/office/officeart/2008/layout/HorizontalMultiLevelHierarchy"/>
    <dgm:cxn modelId="{B76412FF-67F5-438F-9239-3A294EBD01F0}" type="presParOf" srcId="{3CF045A9-72B8-4010-AC50-DFB069B6FA9E}" destId="{AAF5C14B-AE65-45D0-A32F-D874FE99FBA9}" srcOrd="0" destOrd="0" presId="urn:microsoft.com/office/officeart/2008/layout/HorizontalMultiLevelHierarchy"/>
    <dgm:cxn modelId="{9D214920-AEA4-4C9F-BFFC-E316249F50EB}" type="presParOf" srcId="{AD2A4655-3CCE-43A5-8F52-441467576CEF}" destId="{86EE85B1-FDFF-453C-B89A-48E2FDFCC1D6}" srcOrd="1" destOrd="0" presId="urn:microsoft.com/office/officeart/2008/layout/HorizontalMultiLevelHierarchy"/>
    <dgm:cxn modelId="{3DB2E2F3-E6D0-4000-8430-E218FA20428A}" type="presParOf" srcId="{86EE85B1-FDFF-453C-B89A-48E2FDFCC1D6}" destId="{210570A8-E816-4E22-B5E3-052BE55125A0}" srcOrd="0" destOrd="0" presId="urn:microsoft.com/office/officeart/2008/layout/HorizontalMultiLevelHierarchy"/>
    <dgm:cxn modelId="{997A778E-7D15-430D-BF60-628A01F29AEC}" type="presParOf" srcId="{86EE85B1-FDFF-453C-B89A-48E2FDFCC1D6}" destId="{206C500D-A9EC-43AE-A412-823A503885F4}" srcOrd="1" destOrd="0" presId="urn:microsoft.com/office/officeart/2008/layout/HorizontalMultiLevelHierarchy"/>
    <dgm:cxn modelId="{F2B7946C-397D-4EA9-9A2E-A4DCB30158B3}" type="presParOf" srcId="{AD2A4655-3CCE-43A5-8F52-441467576CEF}" destId="{DA776CEB-C354-45D5-89F0-FC103D9A00DD}" srcOrd="2" destOrd="0" presId="urn:microsoft.com/office/officeart/2008/layout/HorizontalMultiLevelHierarchy"/>
    <dgm:cxn modelId="{061615C3-CF3D-489B-9621-015DC45173AA}" type="presParOf" srcId="{DA776CEB-C354-45D5-89F0-FC103D9A00DD}" destId="{6BBEA284-E7BB-418E-82D2-630688CFB87E}" srcOrd="0" destOrd="0" presId="urn:microsoft.com/office/officeart/2008/layout/HorizontalMultiLevelHierarchy"/>
    <dgm:cxn modelId="{75F513B2-D678-4624-929A-13BFB25E29BF}" type="presParOf" srcId="{AD2A4655-3CCE-43A5-8F52-441467576CEF}" destId="{175ABE74-A404-46C4-B33F-B9DC5BE43647}" srcOrd="3" destOrd="0" presId="urn:microsoft.com/office/officeart/2008/layout/HorizontalMultiLevelHierarchy"/>
    <dgm:cxn modelId="{8A512C15-4AF7-4CF4-AADD-0F9F61D9F9B6}" type="presParOf" srcId="{175ABE74-A404-46C4-B33F-B9DC5BE43647}" destId="{93E56128-E84D-46CF-8733-B92414D9B846}" srcOrd="0" destOrd="0" presId="urn:microsoft.com/office/officeart/2008/layout/HorizontalMultiLevelHierarchy"/>
    <dgm:cxn modelId="{BA8EA750-71A8-410B-9353-D47A5550D56E}" type="presParOf" srcId="{175ABE74-A404-46C4-B33F-B9DC5BE43647}" destId="{AADB6259-3438-4459-A638-96AB9FF10D8E}" srcOrd="1" destOrd="0" presId="urn:microsoft.com/office/officeart/2008/layout/HorizontalMultiLevelHierarchy"/>
    <dgm:cxn modelId="{75BBCEBD-83EB-437D-B84C-17814FF9603C}" type="presParOf" srcId="{AD2A4655-3CCE-43A5-8F52-441467576CEF}" destId="{34C32D2B-13BC-415B-9CC7-89191A9E250A}" srcOrd="4" destOrd="0" presId="urn:microsoft.com/office/officeart/2008/layout/HorizontalMultiLevelHierarchy"/>
    <dgm:cxn modelId="{BF18ABE8-907C-44AF-B517-4266B5277B52}" type="presParOf" srcId="{34C32D2B-13BC-415B-9CC7-89191A9E250A}" destId="{40A84DE1-08A5-463B-8976-8FA2FF50B820}" srcOrd="0" destOrd="0" presId="urn:microsoft.com/office/officeart/2008/layout/HorizontalMultiLevelHierarchy"/>
    <dgm:cxn modelId="{399D1D31-8F0C-4F16-A52E-AD0954C90026}" type="presParOf" srcId="{AD2A4655-3CCE-43A5-8F52-441467576CEF}" destId="{E996CBD2-3DF2-4A4E-ACF2-C2FB57EC06A3}" srcOrd="5" destOrd="0" presId="urn:microsoft.com/office/officeart/2008/layout/HorizontalMultiLevelHierarchy"/>
    <dgm:cxn modelId="{7E0B39AD-8CBF-4DE0-8E67-73C51C446606}" type="presParOf" srcId="{E996CBD2-3DF2-4A4E-ACF2-C2FB57EC06A3}" destId="{4AA718DF-1245-49BA-90E0-97ED3C5538E3}" srcOrd="0" destOrd="0" presId="urn:microsoft.com/office/officeart/2008/layout/HorizontalMultiLevelHierarchy"/>
    <dgm:cxn modelId="{3713F0F8-C907-4FD2-A587-DE0AF3D17409}" type="presParOf" srcId="{E996CBD2-3DF2-4A4E-ACF2-C2FB57EC06A3}" destId="{541603ED-1BF1-4280-8015-940A168E1EF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033741-883F-4324-A8D0-42E1674B9B22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1A16601D-05DF-4CA8-94C9-E705BE68F3E3}">
      <dgm:prSet phldrT="[Text]"/>
      <dgm:spPr>
        <a:solidFill>
          <a:srgbClr val="00B0F0"/>
        </a:solidFill>
      </dgm:spPr>
      <dgm:t>
        <a:bodyPr/>
        <a:lstStyle/>
        <a:p>
          <a:r>
            <a:rPr lang="es-MX" dirty="0"/>
            <a:t>Factor de Actualización</a:t>
          </a:r>
        </a:p>
      </dgm:t>
    </dgm:pt>
    <dgm:pt modelId="{708F4885-19E0-465C-A220-40D953B3A2C2}" type="parTrans" cxnId="{F618E65A-6D34-481B-9F9F-54D19E70652A}">
      <dgm:prSet/>
      <dgm:spPr/>
      <dgm:t>
        <a:bodyPr/>
        <a:lstStyle/>
        <a:p>
          <a:endParaRPr lang="es-MX"/>
        </a:p>
      </dgm:t>
    </dgm:pt>
    <dgm:pt modelId="{EE0B4BDD-1270-4BC5-BCDD-695BFE8F0C24}" type="sibTrans" cxnId="{F618E65A-6D34-481B-9F9F-54D19E70652A}">
      <dgm:prSet/>
      <dgm:spPr/>
      <dgm:t>
        <a:bodyPr/>
        <a:lstStyle/>
        <a:p>
          <a:endParaRPr lang="es-MX"/>
        </a:p>
      </dgm:t>
    </dgm:pt>
    <dgm:pt modelId="{44E158DA-FB90-4A64-A217-24E1B800AFE6}">
      <dgm:prSet phldrT="[Text]"/>
      <dgm:spPr/>
      <dgm:t>
        <a:bodyPr/>
        <a:lstStyle/>
        <a:p>
          <a:r>
            <a:rPr lang="es-MX" dirty="0"/>
            <a:t>LISR</a:t>
          </a:r>
        </a:p>
        <a:p>
          <a:r>
            <a:rPr lang="es-MX" dirty="0"/>
            <a:t>(LISR 6)</a:t>
          </a:r>
        </a:p>
      </dgm:t>
    </dgm:pt>
    <dgm:pt modelId="{3CE6A1CF-3157-4077-9E15-9036E1E73152}" type="parTrans" cxnId="{9B3D8ADF-A3C8-4E55-9A57-26776D9EFC28}">
      <dgm:prSet/>
      <dgm:spPr/>
      <dgm:t>
        <a:bodyPr/>
        <a:lstStyle/>
        <a:p>
          <a:endParaRPr lang="es-MX"/>
        </a:p>
      </dgm:t>
    </dgm:pt>
    <dgm:pt modelId="{4CA7B9AC-784F-4726-A4F6-7DBC3CA952F7}" type="sibTrans" cxnId="{9B3D8ADF-A3C8-4E55-9A57-26776D9EFC28}">
      <dgm:prSet/>
      <dgm:spPr/>
      <dgm:t>
        <a:bodyPr/>
        <a:lstStyle/>
        <a:p>
          <a:endParaRPr lang="es-MX"/>
        </a:p>
      </dgm:t>
    </dgm:pt>
    <dgm:pt modelId="{2F6380FF-84D6-4BF3-9046-5C77FFC732A7}">
      <dgm:prSet phldrT="[Text]"/>
      <dgm:spPr/>
      <dgm:t>
        <a:bodyPr/>
        <a:lstStyle/>
        <a:p>
          <a:r>
            <a:rPr lang="es-MX" dirty="0"/>
            <a:t>INPC más reciente</a:t>
          </a:r>
        </a:p>
        <a:p>
          <a:r>
            <a:rPr lang="es-MX" dirty="0"/>
            <a:t>entre</a:t>
          </a:r>
        </a:p>
        <a:p>
          <a:r>
            <a:rPr lang="es-MX" dirty="0"/>
            <a:t>INPC más antiguo</a:t>
          </a:r>
        </a:p>
      </dgm:t>
    </dgm:pt>
    <dgm:pt modelId="{A2CEB42F-DC0B-40B1-B4D8-E2E6F0578122}" type="parTrans" cxnId="{C25B0DC1-74D7-4192-819E-528268AFF7D9}">
      <dgm:prSet/>
      <dgm:spPr/>
      <dgm:t>
        <a:bodyPr/>
        <a:lstStyle/>
        <a:p>
          <a:endParaRPr lang="es-MX"/>
        </a:p>
      </dgm:t>
    </dgm:pt>
    <dgm:pt modelId="{8C06E93B-B1F4-4C67-B029-3A7D82D9D5CA}" type="sibTrans" cxnId="{C25B0DC1-74D7-4192-819E-528268AFF7D9}">
      <dgm:prSet/>
      <dgm:spPr/>
      <dgm:t>
        <a:bodyPr/>
        <a:lstStyle/>
        <a:p>
          <a:endParaRPr lang="es-MX"/>
        </a:p>
      </dgm:t>
    </dgm:pt>
    <dgm:pt modelId="{4DF89777-3865-4C2E-B154-7FEF15EF1BC6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CFF</a:t>
          </a:r>
        </a:p>
        <a:p>
          <a:r>
            <a:rPr lang="es-MX" dirty="0"/>
            <a:t>(CFF 17-A)</a:t>
          </a:r>
        </a:p>
      </dgm:t>
    </dgm:pt>
    <dgm:pt modelId="{47A9EF62-0FF8-4EC8-AD43-CA83D54C7466}" type="parTrans" cxnId="{11B92F4B-3331-4229-98F6-5345A9E62E74}">
      <dgm:prSet/>
      <dgm:spPr/>
      <dgm:t>
        <a:bodyPr/>
        <a:lstStyle/>
        <a:p>
          <a:endParaRPr lang="es-MX"/>
        </a:p>
      </dgm:t>
    </dgm:pt>
    <dgm:pt modelId="{A432EB45-D927-47B3-A2E9-1C7FEC83E43A}" type="sibTrans" cxnId="{11B92F4B-3331-4229-98F6-5345A9E62E74}">
      <dgm:prSet/>
      <dgm:spPr/>
      <dgm:t>
        <a:bodyPr/>
        <a:lstStyle/>
        <a:p>
          <a:endParaRPr lang="es-MX"/>
        </a:p>
      </dgm:t>
    </dgm:pt>
    <dgm:pt modelId="{D56BE9C9-E620-45A5-BE7F-49D76FE23E6F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INPC mes anterior al más reciente</a:t>
          </a:r>
        </a:p>
        <a:p>
          <a:r>
            <a:rPr lang="es-MX" dirty="0"/>
            <a:t>entre</a:t>
          </a:r>
        </a:p>
        <a:p>
          <a:r>
            <a:rPr lang="es-MX" dirty="0"/>
            <a:t>INPC mes anterior al más antiguo</a:t>
          </a:r>
        </a:p>
      </dgm:t>
    </dgm:pt>
    <dgm:pt modelId="{175F75E6-3AF6-4ED7-9C2F-3DB29B221F90}" type="parTrans" cxnId="{4B993506-3B37-49B7-AE51-D3C4F3DBDAB2}">
      <dgm:prSet/>
      <dgm:spPr/>
      <dgm:t>
        <a:bodyPr/>
        <a:lstStyle/>
        <a:p>
          <a:endParaRPr lang="es-MX"/>
        </a:p>
      </dgm:t>
    </dgm:pt>
    <dgm:pt modelId="{970DCEEF-765A-492D-AA7C-1BD007ED7941}" type="sibTrans" cxnId="{4B993506-3B37-49B7-AE51-D3C4F3DBDAB2}">
      <dgm:prSet/>
      <dgm:spPr/>
      <dgm:t>
        <a:bodyPr/>
        <a:lstStyle/>
        <a:p>
          <a:endParaRPr lang="es-MX"/>
        </a:p>
      </dgm:t>
    </dgm:pt>
    <dgm:pt modelId="{B6BE3F8B-9C4D-46AA-9360-66674B768332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Actualización de Contribuciones, Aprovechamientos y Devoluciones</a:t>
          </a:r>
        </a:p>
      </dgm:t>
    </dgm:pt>
    <dgm:pt modelId="{180B3506-B7D9-4128-BF66-547D09EBC522}" type="parTrans" cxnId="{65F5E4BA-4E38-4A52-8E62-2E594BAF741D}">
      <dgm:prSet/>
      <dgm:spPr/>
      <dgm:t>
        <a:bodyPr/>
        <a:lstStyle/>
        <a:p>
          <a:endParaRPr lang="es-MX"/>
        </a:p>
      </dgm:t>
    </dgm:pt>
    <dgm:pt modelId="{939B803A-A5CE-4F63-953C-2E7C4631F763}" type="sibTrans" cxnId="{65F5E4BA-4E38-4A52-8E62-2E594BAF741D}">
      <dgm:prSet/>
      <dgm:spPr/>
      <dgm:t>
        <a:bodyPr/>
        <a:lstStyle/>
        <a:p>
          <a:endParaRPr lang="es-MX"/>
        </a:p>
      </dgm:t>
    </dgm:pt>
    <dgm:pt modelId="{ED4B068C-93C7-4D9C-95A0-7209D111EC5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No puede ser menor a 1</a:t>
          </a:r>
        </a:p>
      </dgm:t>
    </dgm:pt>
    <dgm:pt modelId="{5F708D40-5D65-4273-B571-018CFD5D17D3}" type="parTrans" cxnId="{CB4CDCE1-7B29-482F-AABB-CAC7CA21639F}">
      <dgm:prSet/>
      <dgm:spPr/>
      <dgm:t>
        <a:bodyPr/>
        <a:lstStyle/>
        <a:p>
          <a:endParaRPr lang="es-MX"/>
        </a:p>
      </dgm:t>
    </dgm:pt>
    <dgm:pt modelId="{6B6C2FE7-EB3A-4E19-AD65-FD4D516E581C}" type="sibTrans" cxnId="{CB4CDCE1-7B29-482F-AABB-CAC7CA21639F}">
      <dgm:prSet/>
      <dgm:spPr/>
      <dgm:t>
        <a:bodyPr/>
        <a:lstStyle/>
        <a:p>
          <a:endParaRPr lang="es-MX"/>
        </a:p>
      </dgm:t>
    </dgm:pt>
    <dgm:pt modelId="{3F5EE87C-97CF-42EB-9288-D541F1B54A56}">
      <dgm:prSet/>
      <dgm:spPr/>
      <dgm:t>
        <a:bodyPr/>
        <a:lstStyle/>
        <a:p>
          <a:r>
            <a:rPr lang="es-MX" dirty="0"/>
            <a:t>Valor de un Bien o de una Operación al término de un período</a:t>
          </a:r>
        </a:p>
      </dgm:t>
    </dgm:pt>
    <dgm:pt modelId="{89BB38BE-5C86-4210-8403-BB78C16CBF7E}" type="parTrans" cxnId="{D30F07AD-7D48-473D-8154-B854BFE36BFA}">
      <dgm:prSet/>
      <dgm:spPr/>
      <dgm:t>
        <a:bodyPr/>
        <a:lstStyle/>
        <a:p>
          <a:endParaRPr lang="es-MX"/>
        </a:p>
      </dgm:t>
    </dgm:pt>
    <dgm:pt modelId="{D2B0B218-FB73-490D-900A-BCACF3C16308}" type="sibTrans" cxnId="{D30F07AD-7D48-473D-8154-B854BFE36BFA}">
      <dgm:prSet/>
      <dgm:spPr/>
      <dgm:t>
        <a:bodyPr/>
        <a:lstStyle/>
        <a:p>
          <a:endParaRPr lang="es-MX"/>
        </a:p>
      </dgm:t>
    </dgm:pt>
    <dgm:pt modelId="{68C6127A-3D13-41C9-893E-5BE11C6F420C}">
      <dgm:prSet/>
      <dgm:spPr/>
      <dgm:t>
        <a:bodyPr/>
        <a:lstStyle/>
        <a:p>
          <a:r>
            <a:rPr lang="es-MX" dirty="0"/>
            <a:t>Puede ser menor a 1</a:t>
          </a:r>
        </a:p>
      </dgm:t>
    </dgm:pt>
    <dgm:pt modelId="{7EA91323-A685-4BA5-AD56-8028C1E67F58}" type="parTrans" cxnId="{7E20091E-E2EA-4423-9E56-8612891E2816}">
      <dgm:prSet/>
      <dgm:spPr/>
      <dgm:t>
        <a:bodyPr/>
        <a:lstStyle/>
        <a:p>
          <a:endParaRPr lang="es-MX"/>
        </a:p>
      </dgm:t>
    </dgm:pt>
    <dgm:pt modelId="{C4D48ED9-F23A-45FD-B639-97950E0E7214}" type="sibTrans" cxnId="{7E20091E-E2EA-4423-9E56-8612891E2816}">
      <dgm:prSet/>
      <dgm:spPr/>
      <dgm:t>
        <a:bodyPr/>
        <a:lstStyle/>
        <a:p>
          <a:endParaRPr lang="es-MX"/>
        </a:p>
      </dgm:t>
    </dgm:pt>
    <dgm:pt modelId="{C9273A7F-1F5F-49A6-851C-9A49D1E63DD8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Se toma el último publicado en caso de no existir el del mes anterior al más reciente</a:t>
          </a:r>
        </a:p>
      </dgm:t>
    </dgm:pt>
    <dgm:pt modelId="{37F443BB-39ED-4E38-A44B-5E936E0F4E14}" type="parTrans" cxnId="{FED77212-B7CB-4083-B2FE-D39A0C3F1223}">
      <dgm:prSet/>
      <dgm:spPr/>
      <dgm:t>
        <a:bodyPr/>
        <a:lstStyle/>
        <a:p>
          <a:endParaRPr lang="es-MX"/>
        </a:p>
      </dgm:t>
    </dgm:pt>
    <dgm:pt modelId="{FC4B69E3-1BDE-4793-A9FA-ED7706BAC3AF}" type="sibTrans" cxnId="{FED77212-B7CB-4083-B2FE-D39A0C3F1223}">
      <dgm:prSet/>
      <dgm:spPr/>
      <dgm:t>
        <a:bodyPr/>
        <a:lstStyle/>
        <a:p>
          <a:endParaRPr lang="es-MX"/>
        </a:p>
      </dgm:t>
    </dgm:pt>
    <dgm:pt modelId="{733CCA64-5C40-4FF1-9589-D4026F91AEA8}" type="pres">
      <dgm:prSet presAssocID="{F3033741-883F-4324-A8D0-42E1674B9B2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8596481-3017-4F39-A01E-C4C00110FD9A}" type="pres">
      <dgm:prSet presAssocID="{1A16601D-05DF-4CA8-94C9-E705BE68F3E3}" presName="root1" presStyleCnt="0"/>
      <dgm:spPr/>
    </dgm:pt>
    <dgm:pt modelId="{545B632E-8D20-4307-AEB6-0CADEDD964C0}" type="pres">
      <dgm:prSet presAssocID="{1A16601D-05DF-4CA8-94C9-E705BE68F3E3}" presName="LevelOneTextNode" presStyleLbl="node0" presStyleIdx="0" presStyleCnt="1">
        <dgm:presLayoutVars>
          <dgm:chPref val="3"/>
        </dgm:presLayoutVars>
      </dgm:prSet>
      <dgm:spPr/>
    </dgm:pt>
    <dgm:pt modelId="{56FF8017-21F4-40D0-8C18-373FA0C1C060}" type="pres">
      <dgm:prSet presAssocID="{1A16601D-05DF-4CA8-94C9-E705BE68F3E3}" presName="level2hierChild" presStyleCnt="0"/>
      <dgm:spPr/>
    </dgm:pt>
    <dgm:pt modelId="{90DC9AA2-EB52-42A9-BD0E-F65C9A1C22CE}" type="pres">
      <dgm:prSet presAssocID="{3CE6A1CF-3157-4077-9E15-9036E1E73152}" presName="conn2-1" presStyleLbl="parChTrans1D2" presStyleIdx="0" presStyleCnt="2"/>
      <dgm:spPr/>
    </dgm:pt>
    <dgm:pt modelId="{DEACAC9A-33C0-4DF4-878A-79A601F430B8}" type="pres">
      <dgm:prSet presAssocID="{3CE6A1CF-3157-4077-9E15-9036E1E73152}" presName="connTx" presStyleLbl="parChTrans1D2" presStyleIdx="0" presStyleCnt="2"/>
      <dgm:spPr/>
    </dgm:pt>
    <dgm:pt modelId="{C7CB84C0-0721-48B4-9AD8-405CBCBD68BA}" type="pres">
      <dgm:prSet presAssocID="{44E158DA-FB90-4A64-A217-24E1B800AFE6}" presName="root2" presStyleCnt="0"/>
      <dgm:spPr/>
    </dgm:pt>
    <dgm:pt modelId="{C4AB7C7D-747E-4A9E-B62C-4340FE8C1EC6}" type="pres">
      <dgm:prSet presAssocID="{44E158DA-FB90-4A64-A217-24E1B800AFE6}" presName="LevelTwoTextNode" presStyleLbl="node2" presStyleIdx="0" presStyleCnt="2">
        <dgm:presLayoutVars>
          <dgm:chPref val="3"/>
        </dgm:presLayoutVars>
      </dgm:prSet>
      <dgm:spPr/>
    </dgm:pt>
    <dgm:pt modelId="{2AA46ED3-24B2-4E58-84ED-288CE5CDAC53}" type="pres">
      <dgm:prSet presAssocID="{44E158DA-FB90-4A64-A217-24E1B800AFE6}" presName="level3hierChild" presStyleCnt="0"/>
      <dgm:spPr/>
    </dgm:pt>
    <dgm:pt modelId="{A2064CB0-60AA-4F3E-AEB4-736CCBD39998}" type="pres">
      <dgm:prSet presAssocID="{A2CEB42F-DC0B-40B1-B4D8-E2E6F0578122}" presName="conn2-1" presStyleLbl="parChTrans1D3" presStyleIdx="0" presStyleCnt="2"/>
      <dgm:spPr/>
    </dgm:pt>
    <dgm:pt modelId="{9477D3D2-EE9D-4B8C-8F57-055A5BDA96D7}" type="pres">
      <dgm:prSet presAssocID="{A2CEB42F-DC0B-40B1-B4D8-E2E6F0578122}" presName="connTx" presStyleLbl="parChTrans1D3" presStyleIdx="0" presStyleCnt="2"/>
      <dgm:spPr/>
    </dgm:pt>
    <dgm:pt modelId="{F3A6A709-8EC3-44A6-A770-0F02D020C59E}" type="pres">
      <dgm:prSet presAssocID="{2F6380FF-84D6-4BF3-9046-5C77FFC732A7}" presName="root2" presStyleCnt="0"/>
      <dgm:spPr/>
    </dgm:pt>
    <dgm:pt modelId="{01ED26E1-DD61-49BE-AD29-855B33BBE68C}" type="pres">
      <dgm:prSet presAssocID="{2F6380FF-84D6-4BF3-9046-5C77FFC732A7}" presName="LevelTwoTextNode" presStyleLbl="node3" presStyleIdx="0" presStyleCnt="2">
        <dgm:presLayoutVars>
          <dgm:chPref val="3"/>
        </dgm:presLayoutVars>
      </dgm:prSet>
      <dgm:spPr/>
    </dgm:pt>
    <dgm:pt modelId="{D8BCD286-FC63-46BC-BB2A-F28212FF038F}" type="pres">
      <dgm:prSet presAssocID="{2F6380FF-84D6-4BF3-9046-5C77FFC732A7}" presName="level3hierChild" presStyleCnt="0"/>
      <dgm:spPr/>
    </dgm:pt>
    <dgm:pt modelId="{D9578C38-4279-4604-8234-C9991A24F9E2}" type="pres">
      <dgm:prSet presAssocID="{89BB38BE-5C86-4210-8403-BB78C16CBF7E}" presName="conn2-1" presStyleLbl="parChTrans1D4" presStyleIdx="0" presStyleCnt="5"/>
      <dgm:spPr/>
    </dgm:pt>
    <dgm:pt modelId="{8150309B-4B58-47FF-BC35-9F12EC5886F4}" type="pres">
      <dgm:prSet presAssocID="{89BB38BE-5C86-4210-8403-BB78C16CBF7E}" presName="connTx" presStyleLbl="parChTrans1D4" presStyleIdx="0" presStyleCnt="5"/>
      <dgm:spPr/>
    </dgm:pt>
    <dgm:pt modelId="{36896089-3EFD-48EF-B75F-F4F1BBD4273C}" type="pres">
      <dgm:prSet presAssocID="{3F5EE87C-97CF-42EB-9288-D541F1B54A56}" presName="root2" presStyleCnt="0"/>
      <dgm:spPr/>
    </dgm:pt>
    <dgm:pt modelId="{4767F78F-C1B3-4121-A2F2-8754750358CA}" type="pres">
      <dgm:prSet presAssocID="{3F5EE87C-97CF-42EB-9288-D541F1B54A56}" presName="LevelTwoTextNode" presStyleLbl="node4" presStyleIdx="0" presStyleCnt="5">
        <dgm:presLayoutVars>
          <dgm:chPref val="3"/>
        </dgm:presLayoutVars>
      </dgm:prSet>
      <dgm:spPr/>
    </dgm:pt>
    <dgm:pt modelId="{051BEF7E-10AD-4F0E-85E7-6079529D5A89}" type="pres">
      <dgm:prSet presAssocID="{3F5EE87C-97CF-42EB-9288-D541F1B54A56}" presName="level3hierChild" presStyleCnt="0"/>
      <dgm:spPr/>
    </dgm:pt>
    <dgm:pt modelId="{0E4C48C4-CFFD-49FD-840C-F51C9890E290}" type="pres">
      <dgm:prSet presAssocID="{7EA91323-A685-4BA5-AD56-8028C1E67F58}" presName="conn2-1" presStyleLbl="parChTrans1D4" presStyleIdx="1" presStyleCnt="5"/>
      <dgm:spPr/>
    </dgm:pt>
    <dgm:pt modelId="{43B8F3B1-1553-4922-B330-ACE466B78A86}" type="pres">
      <dgm:prSet presAssocID="{7EA91323-A685-4BA5-AD56-8028C1E67F58}" presName="connTx" presStyleLbl="parChTrans1D4" presStyleIdx="1" presStyleCnt="5"/>
      <dgm:spPr/>
    </dgm:pt>
    <dgm:pt modelId="{1D5740E6-B4F5-47F1-AE65-62E24C52FAC0}" type="pres">
      <dgm:prSet presAssocID="{68C6127A-3D13-41C9-893E-5BE11C6F420C}" presName="root2" presStyleCnt="0"/>
      <dgm:spPr/>
    </dgm:pt>
    <dgm:pt modelId="{59BAD1FF-E886-4846-B02C-9064A4D25A27}" type="pres">
      <dgm:prSet presAssocID="{68C6127A-3D13-41C9-893E-5BE11C6F420C}" presName="LevelTwoTextNode" presStyleLbl="node4" presStyleIdx="1" presStyleCnt="5">
        <dgm:presLayoutVars>
          <dgm:chPref val="3"/>
        </dgm:presLayoutVars>
      </dgm:prSet>
      <dgm:spPr/>
    </dgm:pt>
    <dgm:pt modelId="{B2BDEB20-1B4B-4895-8882-120EF5A2A681}" type="pres">
      <dgm:prSet presAssocID="{68C6127A-3D13-41C9-893E-5BE11C6F420C}" presName="level3hierChild" presStyleCnt="0"/>
      <dgm:spPr/>
    </dgm:pt>
    <dgm:pt modelId="{174AA56E-7E12-44CD-B2D8-600331F2A98A}" type="pres">
      <dgm:prSet presAssocID="{47A9EF62-0FF8-4EC8-AD43-CA83D54C7466}" presName="conn2-1" presStyleLbl="parChTrans1D2" presStyleIdx="1" presStyleCnt="2"/>
      <dgm:spPr/>
    </dgm:pt>
    <dgm:pt modelId="{0B11C25E-6FC7-4FC7-BBB0-B5CD0D8BADA8}" type="pres">
      <dgm:prSet presAssocID="{47A9EF62-0FF8-4EC8-AD43-CA83D54C7466}" presName="connTx" presStyleLbl="parChTrans1D2" presStyleIdx="1" presStyleCnt="2"/>
      <dgm:spPr/>
    </dgm:pt>
    <dgm:pt modelId="{9FEF20C7-829B-4FB3-9BDA-5E8C3F1AEDBB}" type="pres">
      <dgm:prSet presAssocID="{4DF89777-3865-4C2E-B154-7FEF15EF1BC6}" presName="root2" presStyleCnt="0"/>
      <dgm:spPr/>
    </dgm:pt>
    <dgm:pt modelId="{EA560ECA-016F-4AAE-AACE-C1851265EFB1}" type="pres">
      <dgm:prSet presAssocID="{4DF89777-3865-4C2E-B154-7FEF15EF1BC6}" presName="LevelTwoTextNode" presStyleLbl="node2" presStyleIdx="1" presStyleCnt="2">
        <dgm:presLayoutVars>
          <dgm:chPref val="3"/>
        </dgm:presLayoutVars>
      </dgm:prSet>
      <dgm:spPr/>
    </dgm:pt>
    <dgm:pt modelId="{0B452809-EDD8-4DBB-8080-B6B31D3144BF}" type="pres">
      <dgm:prSet presAssocID="{4DF89777-3865-4C2E-B154-7FEF15EF1BC6}" presName="level3hierChild" presStyleCnt="0"/>
      <dgm:spPr/>
    </dgm:pt>
    <dgm:pt modelId="{2A5EB9FE-ABA6-408F-9A1E-3CBC1997CA3A}" type="pres">
      <dgm:prSet presAssocID="{175F75E6-3AF6-4ED7-9C2F-3DB29B221F90}" presName="conn2-1" presStyleLbl="parChTrans1D3" presStyleIdx="1" presStyleCnt="2"/>
      <dgm:spPr/>
    </dgm:pt>
    <dgm:pt modelId="{754B48FC-777C-4FF7-A56A-510D466EFBCE}" type="pres">
      <dgm:prSet presAssocID="{175F75E6-3AF6-4ED7-9C2F-3DB29B221F90}" presName="connTx" presStyleLbl="parChTrans1D3" presStyleIdx="1" presStyleCnt="2"/>
      <dgm:spPr/>
    </dgm:pt>
    <dgm:pt modelId="{38056A3D-45D8-4321-87E6-D44BC9A32914}" type="pres">
      <dgm:prSet presAssocID="{D56BE9C9-E620-45A5-BE7F-49D76FE23E6F}" presName="root2" presStyleCnt="0"/>
      <dgm:spPr/>
    </dgm:pt>
    <dgm:pt modelId="{82D56934-5D6D-4B2C-94BE-BAAB1FB3C6DC}" type="pres">
      <dgm:prSet presAssocID="{D56BE9C9-E620-45A5-BE7F-49D76FE23E6F}" presName="LevelTwoTextNode" presStyleLbl="node3" presStyleIdx="1" presStyleCnt="2">
        <dgm:presLayoutVars>
          <dgm:chPref val="3"/>
        </dgm:presLayoutVars>
      </dgm:prSet>
      <dgm:spPr/>
    </dgm:pt>
    <dgm:pt modelId="{5BF77F69-5C7C-428D-A12D-2F3F96BC9B8F}" type="pres">
      <dgm:prSet presAssocID="{D56BE9C9-E620-45A5-BE7F-49D76FE23E6F}" presName="level3hierChild" presStyleCnt="0"/>
      <dgm:spPr/>
    </dgm:pt>
    <dgm:pt modelId="{75F5FACE-87A5-45C7-AA89-802AF7D78B0D}" type="pres">
      <dgm:prSet presAssocID="{180B3506-B7D9-4128-BF66-547D09EBC522}" presName="conn2-1" presStyleLbl="parChTrans1D4" presStyleIdx="2" presStyleCnt="5"/>
      <dgm:spPr/>
    </dgm:pt>
    <dgm:pt modelId="{07EA121C-4D05-421C-BE0B-A06D6C5DDD92}" type="pres">
      <dgm:prSet presAssocID="{180B3506-B7D9-4128-BF66-547D09EBC522}" presName="connTx" presStyleLbl="parChTrans1D4" presStyleIdx="2" presStyleCnt="5"/>
      <dgm:spPr/>
    </dgm:pt>
    <dgm:pt modelId="{D2D98CB9-E524-40DA-B65A-EB1DE496E00F}" type="pres">
      <dgm:prSet presAssocID="{B6BE3F8B-9C4D-46AA-9360-66674B768332}" presName="root2" presStyleCnt="0"/>
      <dgm:spPr/>
    </dgm:pt>
    <dgm:pt modelId="{FD33DB34-3120-4177-8471-2B7BE356D7DD}" type="pres">
      <dgm:prSet presAssocID="{B6BE3F8B-9C4D-46AA-9360-66674B768332}" presName="LevelTwoTextNode" presStyleLbl="node4" presStyleIdx="2" presStyleCnt="5">
        <dgm:presLayoutVars>
          <dgm:chPref val="3"/>
        </dgm:presLayoutVars>
      </dgm:prSet>
      <dgm:spPr/>
    </dgm:pt>
    <dgm:pt modelId="{E6867531-C374-4B80-AA4F-CF8B12980697}" type="pres">
      <dgm:prSet presAssocID="{B6BE3F8B-9C4D-46AA-9360-66674B768332}" presName="level3hierChild" presStyleCnt="0"/>
      <dgm:spPr/>
    </dgm:pt>
    <dgm:pt modelId="{CCD86BDD-E714-4CCD-A868-4D4EF3C53498}" type="pres">
      <dgm:prSet presAssocID="{5F708D40-5D65-4273-B571-018CFD5D17D3}" presName="conn2-1" presStyleLbl="parChTrans1D4" presStyleIdx="3" presStyleCnt="5"/>
      <dgm:spPr/>
    </dgm:pt>
    <dgm:pt modelId="{F02E6325-059F-43B4-A01E-CE09B6B3F137}" type="pres">
      <dgm:prSet presAssocID="{5F708D40-5D65-4273-B571-018CFD5D17D3}" presName="connTx" presStyleLbl="parChTrans1D4" presStyleIdx="3" presStyleCnt="5"/>
      <dgm:spPr/>
    </dgm:pt>
    <dgm:pt modelId="{03DB5F0F-3FFA-411B-9908-2BE8B66FB343}" type="pres">
      <dgm:prSet presAssocID="{ED4B068C-93C7-4D9C-95A0-7209D111EC5F}" presName="root2" presStyleCnt="0"/>
      <dgm:spPr/>
    </dgm:pt>
    <dgm:pt modelId="{9D13E1C4-A5F0-4B3D-8C0E-B31D8B321C1A}" type="pres">
      <dgm:prSet presAssocID="{ED4B068C-93C7-4D9C-95A0-7209D111EC5F}" presName="LevelTwoTextNode" presStyleLbl="node4" presStyleIdx="3" presStyleCnt="5">
        <dgm:presLayoutVars>
          <dgm:chPref val="3"/>
        </dgm:presLayoutVars>
      </dgm:prSet>
      <dgm:spPr/>
    </dgm:pt>
    <dgm:pt modelId="{F63ABB32-F884-475D-86FC-85AC9642A402}" type="pres">
      <dgm:prSet presAssocID="{ED4B068C-93C7-4D9C-95A0-7209D111EC5F}" presName="level3hierChild" presStyleCnt="0"/>
      <dgm:spPr/>
    </dgm:pt>
    <dgm:pt modelId="{08D5AFCA-2D09-4E99-BC46-4C49E6C9CFF3}" type="pres">
      <dgm:prSet presAssocID="{37F443BB-39ED-4E38-A44B-5E936E0F4E14}" presName="conn2-1" presStyleLbl="parChTrans1D4" presStyleIdx="4" presStyleCnt="5"/>
      <dgm:spPr/>
    </dgm:pt>
    <dgm:pt modelId="{808F76E3-2399-44F8-B247-1A539B86FFCF}" type="pres">
      <dgm:prSet presAssocID="{37F443BB-39ED-4E38-A44B-5E936E0F4E14}" presName="connTx" presStyleLbl="parChTrans1D4" presStyleIdx="4" presStyleCnt="5"/>
      <dgm:spPr/>
    </dgm:pt>
    <dgm:pt modelId="{D3C962C0-78F4-49DF-88CF-CDF268B7EC65}" type="pres">
      <dgm:prSet presAssocID="{C9273A7F-1F5F-49A6-851C-9A49D1E63DD8}" presName="root2" presStyleCnt="0"/>
      <dgm:spPr/>
    </dgm:pt>
    <dgm:pt modelId="{1577E1D6-D4CA-486C-8D6E-4A41CC5EDB68}" type="pres">
      <dgm:prSet presAssocID="{C9273A7F-1F5F-49A6-851C-9A49D1E63DD8}" presName="LevelTwoTextNode" presStyleLbl="node4" presStyleIdx="4" presStyleCnt="5">
        <dgm:presLayoutVars>
          <dgm:chPref val="3"/>
        </dgm:presLayoutVars>
      </dgm:prSet>
      <dgm:spPr/>
    </dgm:pt>
    <dgm:pt modelId="{3D434B9F-6757-45C8-A78E-EC7E4D142A0F}" type="pres">
      <dgm:prSet presAssocID="{C9273A7F-1F5F-49A6-851C-9A49D1E63DD8}" presName="level3hierChild" presStyleCnt="0"/>
      <dgm:spPr/>
    </dgm:pt>
  </dgm:ptLst>
  <dgm:cxnLst>
    <dgm:cxn modelId="{2C467600-D6AF-4B44-A0EF-1B3C8B9605E1}" type="presOf" srcId="{A2CEB42F-DC0B-40B1-B4D8-E2E6F0578122}" destId="{9477D3D2-EE9D-4B8C-8F57-055A5BDA96D7}" srcOrd="1" destOrd="0" presId="urn:microsoft.com/office/officeart/2008/layout/HorizontalMultiLevelHierarchy"/>
    <dgm:cxn modelId="{4B993506-3B37-49B7-AE51-D3C4F3DBDAB2}" srcId="{4DF89777-3865-4C2E-B154-7FEF15EF1BC6}" destId="{D56BE9C9-E620-45A5-BE7F-49D76FE23E6F}" srcOrd="0" destOrd="0" parTransId="{175F75E6-3AF6-4ED7-9C2F-3DB29B221F90}" sibTransId="{970DCEEF-765A-492D-AA7C-1BD007ED7941}"/>
    <dgm:cxn modelId="{0FD3830F-8181-4CCD-843A-9DD7F64AB21D}" type="presOf" srcId="{3F5EE87C-97CF-42EB-9288-D541F1B54A56}" destId="{4767F78F-C1B3-4121-A2F2-8754750358CA}" srcOrd="0" destOrd="0" presId="urn:microsoft.com/office/officeart/2008/layout/HorizontalMultiLevelHierarchy"/>
    <dgm:cxn modelId="{73E7F611-9944-4631-AFB7-C80331584D86}" type="presOf" srcId="{2F6380FF-84D6-4BF3-9046-5C77FFC732A7}" destId="{01ED26E1-DD61-49BE-AD29-855B33BBE68C}" srcOrd="0" destOrd="0" presId="urn:microsoft.com/office/officeart/2008/layout/HorizontalMultiLevelHierarchy"/>
    <dgm:cxn modelId="{FED77212-B7CB-4083-B2FE-D39A0C3F1223}" srcId="{D56BE9C9-E620-45A5-BE7F-49D76FE23E6F}" destId="{C9273A7F-1F5F-49A6-851C-9A49D1E63DD8}" srcOrd="2" destOrd="0" parTransId="{37F443BB-39ED-4E38-A44B-5E936E0F4E14}" sibTransId="{FC4B69E3-1BDE-4793-A9FA-ED7706BAC3AF}"/>
    <dgm:cxn modelId="{7E20091E-E2EA-4423-9E56-8612891E2816}" srcId="{2F6380FF-84D6-4BF3-9046-5C77FFC732A7}" destId="{68C6127A-3D13-41C9-893E-5BE11C6F420C}" srcOrd="1" destOrd="0" parTransId="{7EA91323-A685-4BA5-AD56-8028C1E67F58}" sibTransId="{C4D48ED9-F23A-45FD-B639-97950E0E7214}"/>
    <dgm:cxn modelId="{304DB723-5D86-43E1-9449-0A95F948AD69}" type="presOf" srcId="{5F708D40-5D65-4273-B571-018CFD5D17D3}" destId="{CCD86BDD-E714-4CCD-A868-4D4EF3C53498}" srcOrd="0" destOrd="0" presId="urn:microsoft.com/office/officeart/2008/layout/HorizontalMultiLevelHierarchy"/>
    <dgm:cxn modelId="{DA1CA926-0DF0-4C74-AFBF-01771F27D71B}" type="presOf" srcId="{180B3506-B7D9-4128-BF66-547D09EBC522}" destId="{07EA121C-4D05-421C-BE0B-A06D6C5DDD92}" srcOrd="1" destOrd="0" presId="urn:microsoft.com/office/officeart/2008/layout/HorizontalMultiLevelHierarchy"/>
    <dgm:cxn modelId="{C88A2E2C-D93C-4E29-ADA8-D841D2C22242}" type="presOf" srcId="{175F75E6-3AF6-4ED7-9C2F-3DB29B221F90}" destId="{2A5EB9FE-ABA6-408F-9A1E-3CBC1997CA3A}" srcOrd="0" destOrd="0" presId="urn:microsoft.com/office/officeart/2008/layout/HorizontalMultiLevelHierarchy"/>
    <dgm:cxn modelId="{880D7C3E-DDAB-4F39-8E8A-43341212C977}" type="presOf" srcId="{5F708D40-5D65-4273-B571-018CFD5D17D3}" destId="{F02E6325-059F-43B4-A01E-CE09B6B3F137}" srcOrd="1" destOrd="0" presId="urn:microsoft.com/office/officeart/2008/layout/HorizontalMultiLevelHierarchy"/>
    <dgm:cxn modelId="{D4231D64-F2E4-4BBE-91FB-F2A9DA6E52AD}" type="presOf" srcId="{180B3506-B7D9-4128-BF66-547D09EBC522}" destId="{75F5FACE-87A5-45C7-AA89-802AF7D78B0D}" srcOrd="0" destOrd="0" presId="urn:microsoft.com/office/officeart/2008/layout/HorizontalMultiLevelHierarchy"/>
    <dgm:cxn modelId="{D2BCED6A-7882-4C96-A28F-36C011D4D4BF}" type="presOf" srcId="{C9273A7F-1F5F-49A6-851C-9A49D1E63DD8}" destId="{1577E1D6-D4CA-486C-8D6E-4A41CC5EDB68}" srcOrd="0" destOrd="0" presId="urn:microsoft.com/office/officeart/2008/layout/HorizontalMultiLevelHierarchy"/>
    <dgm:cxn modelId="{1350FA4A-9E3E-47B9-82AD-3C9B27D3DEF2}" type="presOf" srcId="{4DF89777-3865-4C2E-B154-7FEF15EF1BC6}" destId="{EA560ECA-016F-4AAE-AACE-C1851265EFB1}" srcOrd="0" destOrd="0" presId="urn:microsoft.com/office/officeart/2008/layout/HorizontalMultiLevelHierarchy"/>
    <dgm:cxn modelId="{11B92F4B-3331-4229-98F6-5345A9E62E74}" srcId="{1A16601D-05DF-4CA8-94C9-E705BE68F3E3}" destId="{4DF89777-3865-4C2E-B154-7FEF15EF1BC6}" srcOrd="1" destOrd="0" parTransId="{47A9EF62-0FF8-4EC8-AD43-CA83D54C7466}" sibTransId="{A432EB45-D927-47B3-A2E9-1C7FEC83E43A}"/>
    <dgm:cxn modelId="{D16BF750-7DCD-410D-A662-68E78459C487}" type="presOf" srcId="{89BB38BE-5C86-4210-8403-BB78C16CBF7E}" destId="{8150309B-4B58-47FF-BC35-9F12EC5886F4}" srcOrd="1" destOrd="0" presId="urn:microsoft.com/office/officeart/2008/layout/HorizontalMultiLevelHierarchy"/>
    <dgm:cxn modelId="{33A6A958-BE1C-47D3-B294-9A2464C0D738}" type="presOf" srcId="{175F75E6-3AF6-4ED7-9C2F-3DB29B221F90}" destId="{754B48FC-777C-4FF7-A56A-510D466EFBCE}" srcOrd="1" destOrd="0" presId="urn:microsoft.com/office/officeart/2008/layout/HorizontalMultiLevelHierarchy"/>
    <dgm:cxn modelId="{F618E65A-6D34-481B-9F9F-54D19E70652A}" srcId="{F3033741-883F-4324-A8D0-42E1674B9B22}" destId="{1A16601D-05DF-4CA8-94C9-E705BE68F3E3}" srcOrd="0" destOrd="0" parTransId="{708F4885-19E0-465C-A220-40D953B3A2C2}" sibTransId="{EE0B4BDD-1270-4BC5-BCDD-695BFE8F0C24}"/>
    <dgm:cxn modelId="{2CB2CC7B-0253-46E9-9E41-BF5B7456B744}" type="presOf" srcId="{ED4B068C-93C7-4D9C-95A0-7209D111EC5F}" destId="{9D13E1C4-A5F0-4B3D-8C0E-B31D8B321C1A}" srcOrd="0" destOrd="0" presId="urn:microsoft.com/office/officeart/2008/layout/HorizontalMultiLevelHierarchy"/>
    <dgm:cxn modelId="{B57E4792-9547-4162-A794-389E0A1D428F}" type="presOf" srcId="{47A9EF62-0FF8-4EC8-AD43-CA83D54C7466}" destId="{174AA56E-7E12-44CD-B2D8-600331F2A98A}" srcOrd="0" destOrd="0" presId="urn:microsoft.com/office/officeart/2008/layout/HorizontalMultiLevelHierarchy"/>
    <dgm:cxn modelId="{506E6D92-AD38-4493-80DA-09F9F0F0FFDD}" type="presOf" srcId="{1A16601D-05DF-4CA8-94C9-E705BE68F3E3}" destId="{545B632E-8D20-4307-AEB6-0CADEDD964C0}" srcOrd="0" destOrd="0" presId="urn:microsoft.com/office/officeart/2008/layout/HorizontalMultiLevelHierarchy"/>
    <dgm:cxn modelId="{1959DC99-CAB5-4154-A51E-084B86EB029A}" type="presOf" srcId="{68C6127A-3D13-41C9-893E-5BE11C6F420C}" destId="{59BAD1FF-E886-4846-B02C-9064A4D25A27}" srcOrd="0" destOrd="0" presId="urn:microsoft.com/office/officeart/2008/layout/HorizontalMultiLevelHierarchy"/>
    <dgm:cxn modelId="{171EC8A5-F7E4-439D-AF3F-BBB269AB9906}" type="presOf" srcId="{44E158DA-FB90-4A64-A217-24E1B800AFE6}" destId="{C4AB7C7D-747E-4A9E-B62C-4340FE8C1EC6}" srcOrd="0" destOrd="0" presId="urn:microsoft.com/office/officeart/2008/layout/HorizontalMultiLevelHierarchy"/>
    <dgm:cxn modelId="{D30F07AD-7D48-473D-8154-B854BFE36BFA}" srcId="{2F6380FF-84D6-4BF3-9046-5C77FFC732A7}" destId="{3F5EE87C-97CF-42EB-9288-D541F1B54A56}" srcOrd="0" destOrd="0" parTransId="{89BB38BE-5C86-4210-8403-BB78C16CBF7E}" sibTransId="{D2B0B218-FB73-490D-900A-BCACF3C16308}"/>
    <dgm:cxn modelId="{65F5E4BA-4E38-4A52-8E62-2E594BAF741D}" srcId="{D56BE9C9-E620-45A5-BE7F-49D76FE23E6F}" destId="{B6BE3F8B-9C4D-46AA-9360-66674B768332}" srcOrd="0" destOrd="0" parTransId="{180B3506-B7D9-4128-BF66-547D09EBC522}" sibTransId="{939B803A-A5CE-4F63-953C-2E7C4631F763}"/>
    <dgm:cxn modelId="{4AEDBBBE-5F24-4A4C-938D-2F8CC24FF22B}" type="presOf" srcId="{3CE6A1CF-3157-4077-9E15-9036E1E73152}" destId="{90DC9AA2-EB52-42A9-BD0E-F65C9A1C22CE}" srcOrd="0" destOrd="0" presId="urn:microsoft.com/office/officeart/2008/layout/HorizontalMultiLevelHierarchy"/>
    <dgm:cxn modelId="{F6D870BF-53B8-4BCE-9195-E22CCB0FF812}" type="presOf" srcId="{B6BE3F8B-9C4D-46AA-9360-66674B768332}" destId="{FD33DB34-3120-4177-8471-2B7BE356D7DD}" srcOrd="0" destOrd="0" presId="urn:microsoft.com/office/officeart/2008/layout/HorizontalMultiLevelHierarchy"/>
    <dgm:cxn modelId="{C25B0DC1-74D7-4192-819E-528268AFF7D9}" srcId="{44E158DA-FB90-4A64-A217-24E1B800AFE6}" destId="{2F6380FF-84D6-4BF3-9046-5C77FFC732A7}" srcOrd="0" destOrd="0" parTransId="{A2CEB42F-DC0B-40B1-B4D8-E2E6F0578122}" sibTransId="{8C06E93B-B1F4-4C67-B029-3A7D82D9D5CA}"/>
    <dgm:cxn modelId="{D04D8DD1-B62A-4E98-B17F-D8AA2A3B5720}" type="presOf" srcId="{47A9EF62-0FF8-4EC8-AD43-CA83D54C7466}" destId="{0B11C25E-6FC7-4FC7-BBB0-B5CD0D8BADA8}" srcOrd="1" destOrd="0" presId="urn:microsoft.com/office/officeart/2008/layout/HorizontalMultiLevelHierarchy"/>
    <dgm:cxn modelId="{59EC27DC-362A-472B-8D09-8AAB847132F9}" type="presOf" srcId="{3CE6A1CF-3157-4077-9E15-9036E1E73152}" destId="{DEACAC9A-33C0-4DF4-878A-79A601F430B8}" srcOrd="1" destOrd="0" presId="urn:microsoft.com/office/officeart/2008/layout/HorizontalMultiLevelHierarchy"/>
    <dgm:cxn modelId="{E80B3BDF-8AA6-4C0C-9FAC-A1DD0877D7FD}" type="presOf" srcId="{89BB38BE-5C86-4210-8403-BB78C16CBF7E}" destId="{D9578C38-4279-4604-8234-C9991A24F9E2}" srcOrd="0" destOrd="0" presId="urn:microsoft.com/office/officeart/2008/layout/HorizontalMultiLevelHierarchy"/>
    <dgm:cxn modelId="{9B3D8ADF-A3C8-4E55-9A57-26776D9EFC28}" srcId="{1A16601D-05DF-4CA8-94C9-E705BE68F3E3}" destId="{44E158DA-FB90-4A64-A217-24E1B800AFE6}" srcOrd="0" destOrd="0" parTransId="{3CE6A1CF-3157-4077-9E15-9036E1E73152}" sibTransId="{4CA7B9AC-784F-4726-A4F6-7DBC3CA952F7}"/>
    <dgm:cxn modelId="{1FEF34E0-AE39-4BF9-89D7-EAE95CA644C3}" type="presOf" srcId="{37F443BB-39ED-4E38-A44B-5E936E0F4E14}" destId="{08D5AFCA-2D09-4E99-BC46-4C49E6C9CFF3}" srcOrd="0" destOrd="0" presId="urn:microsoft.com/office/officeart/2008/layout/HorizontalMultiLevelHierarchy"/>
    <dgm:cxn modelId="{1A384AE0-4A5F-48CD-A91E-9A9775D81B3D}" type="presOf" srcId="{37F443BB-39ED-4E38-A44B-5E936E0F4E14}" destId="{808F76E3-2399-44F8-B247-1A539B86FFCF}" srcOrd="1" destOrd="0" presId="urn:microsoft.com/office/officeart/2008/layout/HorizontalMultiLevelHierarchy"/>
    <dgm:cxn modelId="{CB4CDCE1-7B29-482F-AABB-CAC7CA21639F}" srcId="{D56BE9C9-E620-45A5-BE7F-49D76FE23E6F}" destId="{ED4B068C-93C7-4D9C-95A0-7209D111EC5F}" srcOrd="1" destOrd="0" parTransId="{5F708D40-5D65-4273-B571-018CFD5D17D3}" sibTransId="{6B6C2FE7-EB3A-4E19-AD65-FD4D516E581C}"/>
    <dgm:cxn modelId="{857DCDE4-DB26-44DF-A761-B65E6287E5BC}" type="presOf" srcId="{D56BE9C9-E620-45A5-BE7F-49D76FE23E6F}" destId="{82D56934-5D6D-4B2C-94BE-BAAB1FB3C6DC}" srcOrd="0" destOrd="0" presId="urn:microsoft.com/office/officeart/2008/layout/HorizontalMultiLevelHierarchy"/>
    <dgm:cxn modelId="{D4EE1AEE-7BFB-4EEF-AB9F-9400D50D49E8}" type="presOf" srcId="{F3033741-883F-4324-A8D0-42E1674B9B22}" destId="{733CCA64-5C40-4FF1-9589-D4026F91AEA8}" srcOrd="0" destOrd="0" presId="urn:microsoft.com/office/officeart/2008/layout/HorizontalMultiLevelHierarchy"/>
    <dgm:cxn modelId="{20F382F0-45E4-4762-B273-59A5472FCBEF}" type="presOf" srcId="{A2CEB42F-DC0B-40B1-B4D8-E2E6F0578122}" destId="{A2064CB0-60AA-4F3E-AEB4-736CCBD39998}" srcOrd="0" destOrd="0" presId="urn:microsoft.com/office/officeart/2008/layout/HorizontalMultiLevelHierarchy"/>
    <dgm:cxn modelId="{3D7C1FF2-59BC-429F-BC2C-EC40A72139AF}" type="presOf" srcId="{7EA91323-A685-4BA5-AD56-8028C1E67F58}" destId="{43B8F3B1-1553-4922-B330-ACE466B78A86}" srcOrd="1" destOrd="0" presId="urn:microsoft.com/office/officeart/2008/layout/HorizontalMultiLevelHierarchy"/>
    <dgm:cxn modelId="{5AB871F7-91BB-411B-9C5F-80E916FB2EB2}" type="presOf" srcId="{7EA91323-A685-4BA5-AD56-8028C1E67F58}" destId="{0E4C48C4-CFFD-49FD-840C-F51C9890E290}" srcOrd="0" destOrd="0" presId="urn:microsoft.com/office/officeart/2008/layout/HorizontalMultiLevelHierarchy"/>
    <dgm:cxn modelId="{F2C210CF-5616-4E4A-8459-A35665A801C0}" type="presParOf" srcId="{733CCA64-5C40-4FF1-9589-D4026F91AEA8}" destId="{B8596481-3017-4F39-A01E-C4C00110FD9A}" srcOrd="0" destOrd="0" presId="urn:microsoft.com/office/officeart/2008/layout/HorizontalMultiLevelHierarchy"/>
    <dgm:cxn modelId="{847828FA-C4E2-4E68-AE97-B76FC9784D02}" type="presParOf" srcId="{B8596481-3017-4F39-A01E-C4C00110FD9A}" destId="{545B632E-8D20-4307-AEB6-0CADEDD964C0}" srcOrd="0" destOrd="0" presId="urn:microsoft.com/office/officeart/2008/layout/HorizontalMultiLevelHierarchy"/>
    <dgm:cxn modelId="{117E01DB-103F-425F-A3C1-80CC32462DA4}" type="presParOf" srcId="{B8596481-3017-4F39-A01E-C4C00110FD9A}" destId="{56FF8017-21F4-40D0-8C18-373FA0C1C060}" srcOrd="1" destOrd="0" presId="urn:microsoft.com/office/officeart/2008/layout/HorizontalMultiLevelHierarchy"/>
    <dgm:cxn modelId="{81048943-04BF-4AA0-B5C6-F939633312C4}" type="presParOf" srcId="{56FF8017-21F4-40D0-8C18-373FA0C1C060}" destId="{90DC9AA2-EB52-42A9-BD0E-F65C9A1C22CE}" srcOrd="0" destOrd="0" presId="urn:microsoft.com/office/officeart/2008/layout/HorizontalMultiLevelHierarchy"/>
    <dgm:cxn modelId="{AF01C311-E012-4D88-BC28-B822C83162B5}" type="presParOf" srcId="{90DC9AA2-EB52-42A9-BD0E-F65C9A1C22CE}" destId="{DEACAC9A-33C0-4DF4-878A-79A601F430B8}" srcOrd="0" destOrd="0" presId="urn:microsoft.com/office/officeart/2008/layout/HorizontalMultiLevelHierarchy"/>
    <dgm:cxn modelId="{9A794912-0DCE-47F2-A460-81D87E4FF694}" type="presParOf" srcId="{56FF8017-21F4-40D0-8C18-373FA0C1C060}" destId="{C7CB84C0-0721-48B4-9AD8-405CBCBD68BA}" srcOrd="1" destOrd="0" presId="urn:microsoft.com/office/officeart/2008/layout/HorizontalMultiLevelHierarchy"/>
    <dgm:cxn modelId="{192CB5F6-8747-4C6C-BD70-6FEFD53C0A13}" type="presParOf" srcId="{C7CB84C0-0721-48B4-9AD8-405CBCBD68BA}" destId="{C4AB7C7D-747E-4A9E-B62C-4340FE8C1EC6}" srcOrd="0" destOrd="0" presId="urn:microsoft.com/office/officeart/2008/layout/HorizontalMultiLevelHierarchy"/>
    <dgm:cxn modelId="{D496BC6E-B3A5-42C4-A4E2-E5CE4089BBF0}" type="presParOf" srcId="{C7CB84C0-0721-48B4-9AD8-405CBCBD68BA}" destId="{2AA46ED3-24B2-4E58-84ED-288CE5CDAC53}" srcOrd="1" destOrd="0" presId="urn:microsoft.com/office/officeart/2008/layout/HorizontalMultiLevelHierarchy"/>
    <dgm:cxn modelId="{C7E8A137-79F8-4AE2-AB04-DED32F291C90}" type="presParOf" srcId="{2AA46ED3-24B2-4E58-84ED-288CE5CDAC53}" destId="{A2064CB0-60AA-4F3E-AEB4-736CCBD39998}" srcOrd="0" destOrd="0" presId="urn:microsoft.com/office/officeart/2008/layout/HorizontalMultiLevelHierarchy"/>
    <dgm:cxn modelId="{830B0B90-AF82-42C0-9281-9A92878B3174}" type="presParOf" srcId="{A2064CB0-60AA-4F3E-AEB4-736CCBD39998}" destId="{9477D3D2-EE9D-4B8C-8F57-055A5BDA96D7}" srcOrd="0" destOrd="0" presId="urn:microsoft.com/office/officeart/2008/layout/HorizontalMultiLevelHierarchy"/>
    <dgm:cxn modelId="{C05A496E-2B09-41AE-B5F1-B3EB94B201BD}" type="presParOf" srcId="{2AA46ED3-24B2-4E58-84ED-288CE5CDAC53}" destId="{F3A6A709-8EC3-44A6-A770-0F02D020C59E}" srcOrd="1" destOrd="0" presId="urn:microsoft.com/office/officeart/2008/layout/HorizontalMultiLevelHierarchy"/>
    <dgm:cxn modelId="{5ADCD52A-BFB3-4F03-9560-0F49F556B3C9}" type="presParOf" srcId="{F3A6A709-8EC3-44A6-A770-0F02D020C59E}" destId="{01ED26E1-DD61-49BE-AD29-855B33BBE68C}" srcOrd="0" destOrd="0" presId="urn:microsoft.com/office/officeart/2008/layout/HorizontalMultiLevelHierarchy"/>
    <dgm:cxn modelId="{C77ABDD0-8FC0-44CA-8E99-C559280EEDA7}" type="presParOf" srcId="{F3A6A709-8EC3-44A6-A770-0F02D020C59E}" destId="{D8BCD286-FC63-46BC-BB2A-F28212FF038F}" srcOrd="1" destOrd="0" presId="urn:microsoft.com/office/officeart/2008/layout/HorizontalMultiLevelHierarchy"/>
    <dgm:cxn modelId="{4D7BDFBB-789B-4443-821B-6BF6EE5D73C0}" type="presParOf" srcId="{D8BCD286-FC63-46BC-BB2A-F28212FF038F}" destId="{D9578C38-4279-4604-8234-C9991A24F9E2}" srcOrd="0" destOrd="0" presId="urn:microsoft.com/office/officeart/2008/layout/HorizontalMultiLevelHierarchy"/>
    <dgm:cxn modelId="{F4C510C7-8968-4D9C-96DF-EBA9547956D8}" type="presParOf" srcId="{D9578C38-4279-4604-8234-C9991A24F9E2}" destId="{8150309B-4B58-47FF-BC35-9F12EC5886F4}" srcOrd="0" destOrd="0" presId="urn:microsoft.com/office/officeart/2008/layout/HorizontalMultiLevelHierarchy"/>
    <dgm:cxn modelId="{F46CFAAC-226E-413A-A025-D4E6C81F21FF}" type="presParOf" srcId="{D8BCD286-FC63-46BC-BB2A-F28212FF038F}" destId="{36896089-3EFD-48EF-B75F-F4F1BBD4273C}" srcOrd="1" destOrd="0" presId="urn:microsoft.com/office/officeart/2008/layout/HorizontalMultiLevelHierarchy"/>
    <dgm:cxn modelId="{7193A924-A82A-4EEF-AD25-33B652359FA3}" type="presParOf" srcId="{36896089-3EFD-48EF-B75F-F4F1BBD4273C}" destId="{4767F78F-C1B3-4121-A2F2-8754750358CA}" srcOrd="0" destOrd="0" presId="urn:microsoft.com/office/officeart/2008/layout/HorizontalMultiLevelHierarchy"/>
    <dgm:cxn modelId="{DCF99E2C-E1FE-4CDD-99A9-93FB6C51D451}" type="presParOf" srcId="{36896089-3EFD-48EF-B75F-F4F1BBD4273C}" destId="{051BEF7E-10AD-4F0E-85E7-6079529D5A89}" srcOrd="1" destOrd="0" presId="urn:microsoft.com/office/officeart/2008/layout/HorizontalMultiLevelHierarchy"/>
    <dgm:cxn modelId="{B60FFF61-D893-43DA-8771-934126D97BAD}" type="presParOf" srcId="{D8BCD286-FC63-46BC-BB2A-F28212FF038F}" destId="{0E4C48C4-CFFD-49FD-840C-F51C9890E290}" srcOrd="2" destOrd="0" presId="urn:microsoft.com/office/officeart/2008/layout/HorizontalMultiLevelHierarchy"/>
    <dgm:cxn modelId="{5FACE116-B4CC-4416-B82E-B445F120B4F4}" type="presParOf" srcId="{0E4C48C4-CFFD-49FD-840C-F51C9890E290}" destId="{43B8F3B1-1553-4922-B330-ACE466B78A86}" srcOrd="0" destOrd="0" presId="urn:microsoft.com/office/officeart/2008/layout/HorizontalMultiLevelHierarchy"/>
    <dgm:cxn modelId="{80C2CDA1-B189-483B-AC1E-93ED82EE073B}" type="presParOf" srcId="{D8BCD286-FC63-46BC-BB2A-F28212FF038F}" destId="{1D5740E6-B4F5-47F1-AE65-62E24C52FAC0}" srcOrd="3" destOrd="0" presId="urn:microsoft.com/office/officeart/2008/layout/HorizontalMultiLevelHierarchy"/>
    <dgm:cxn modelId="{9E1B6F3C-9F3B-4301-BB91-7078A067F049}" type="presParOf" srcId="{1D5740E6-B4F5-47F1-AE65-62E24C52FAC0}" destId="{59BAD1FF-E886-4846-B02C-9064A4D25A27}" srcOrd="0" destOrd="0" presId="urn:microsoft.com/office/officeart/2008/layout/HorizontalMultiLevelHierarchy"/>
    <dgm:cxn modelId="{7CFBC8AF-8F24-4107-AF6F-E60C0C859778}" type="presParOf" srcId="{1D5740E6-B4F5-47F1-AE65-62E24C52FAC0}" destId="{B2BDEB20-1B4B-4895-8882-120EF5A2A681}" srcOrd="1" destOrd="0" presId="urn:microsoft.com/office/officeart/2008/layout/HorizontalMultiLevelHierarchy"/>
    <dgm:cxn modelId="{39805864-566E-41EF-A579-DE63D6EEFFD0}" type="presParOf" srcId="{56FF8017-21F4-40D0-8C18-373FA0C1C060}" destId="{174AA56E-7E12-44CD-B2D8-600331F2A98A}" srcOrd="2" destOrd="0" presId="urn:microsoft.com/office/officeart/2008/layout/HorizontalMultiLevelHierarchy"/>
    <dgm:cxn modelId="{C44362BF-9605-4895-9178-64A00BCA5C73}" type="presParOf" srcId="{174AA56E-7E12-44CD-B2D8-600331F2A98A}" destId="{0B11C25E-6FC7-4FC7-BBB0-B5CD0D8BADA8}" srcOrd="0" destOrd="0" presId="urn:microsoft.com/office/officeart/2008/layout/HorizontalMultiLevelHierarchy"/>
    <dgm:cxn modelId="{6F0DE1C1-5A23-41C1-BC17-ACD6ED9D346D}" type="presParOf" srcId="{56FF8017-21F4-40D0-8C18-373FA0C1C060}" destId="{9FEF20C7-829B-4FB3-9BDA-5E8C3F1AEDBB}" srcOrd="3" destOrd="0" presId="urn:microsoft.com/office/officeart/2008/layout/HorizontalMultiLevelHierarchy"/>
    <dgm:cxn modelId="{DC32187C-B93D-4ADE-9877-90D97C2E9E7D}" type="presParOf" srcId="{9FEF20C7-829B-4FB3-9BDA-5E8C3F1AEDBB}" destId="{EA560ECA-016F-4AAE-AACE-C1851265EFB1}" srcOrd="0" destOrd="0" presId="urn:microsoft.com/office/officeart/2008/layout/HorizontalMultiLevelHierarchy"/>
    <dgm:cxn modelId="{1850C9FF-2CC0-422E-B8E6-6123712C058E}" type="presParOf" srcId="{9FEF20C7-829B-4FB3-9BDA-5E8C3F1AEDBB}" destId="{0B452809-EDD8-4DBB-8080-B6B31D3144BF}" srcOrd="1" destOrd="0" presId="urn:microsoft.com/office/officeart/2008/layout/HorizontalMultiLevelHierarchy"/>
    <dgm:cxn modelId="{683A7212-50A2-4AAB-B6C4-2208E20B658D}" type="presParOf" srcId="{0B452809-EDD8-4DBB-8080-B6B31D3144BF}" destId="{2A5EB9FE-ABA6-408F-9A1E-3CBC1997CA3A}" srcOrd="0" destOrd="0" presId="urn:microsoft.com/office/officeart/2008/layout/HorizontalMultiLevelHierarchy"/>
    <dgm:cxn modelId="{C55ACC90-B156-4470-BA62-D8A3072C2426}" type="presParOf" srcId="{2A5EB9FE-ABA6-408F-9A1E-3CBC1997CA3A}" destId="{754B48FC-777C-4FF7-A56A-510D466EFBCE}" srcOrd="0" destOrd="0" presId="urn:microsoft.com/office/officeart/2008/layout/HorizontalMultiLevelHierarchy"/>
    <dgm:cxn modelId="{7406D65A-8BED-4E39-893C-7913E7E9FD0C}" type="presParOf" srcId="{0B452809-EDD8-4DBB-8080-B6B31D3144BF}" destId="{38056A3D-45D8-4321-87E6-D44BC9A32914}" srcOrd="1" destOrd="0" presId="urn:microsoft.com/office/officeart/2008/layout/HorizontalMultiLevelHierarchy"/>
    <dgm:cxn modelId="{DCD985B7-E653-4A88-BA7E-B3560D3A5CC4}" type="presParOf" srcId="{38056A3D-45D8-4321-87E6-D44BC9A32914}" destId="{82D56934-5D6D-4B2C-94BE-BAAB1FB3C6DC}" srcOrd="0" destOrd="0" presId="urn:microsoft.com/office/officeart/2008/layout/HorizontalMultiLevelHierarchy"/>
    <dgm:cxn modelId="{896C69B5-14BF-4F25-993C-55F786ACE6DC}" type="presParOf" srcId="{38056A3D-45D8-4321-87E6-D44BC9A32914}" destId="{5BF77F69-5C7C-428D-A12D-2F3F96BC9B8F}" srcOrd="1" destOrd="0" presId="urn:microsoft.com/office/officeart/2008/layout/HorizontalMultiLevelHierarchy"/>
    <dgm:cxn modelId="{714226A3-6718-4BD9-8028-3D00AFCB9687}" type="presParOf" srcId="{5BF77F69-5C7C-428D-A12D-2F3F96BC9B8F}" destId="{75F5FACE-87A5-45C7-AA89-802AF7D78B0D}" srcOrd="0" destOrd="0" presId="urn:microsoft.com/office/officeart/2008/layout/HorizontalMultiLevelHierarchy"/>
    <dgm:cxn modelId="{726D0D01-B995-4F10-9FCD-E037D70FCEC5}" type="presParOf" srcId="{75F5FACE-87A5-45C7-AA89-802AF7D78B0D}" destId="{07EA121C-4D05-421C-BE0B-A06D6C5DDD92}" srcOrd="0" destOrd="0" presId="urn:microsoft.com/office/officeart/2008/layout/HorizontalMultiLevelHierarchy"/>
    <dgm:cxn modelId="{0A3D0C09-5C30-4802-BA99-3EBD3E36A600}" type="presParOf" srcId="{5BF77F69-5C7C-428D-A12D-2F3F96BC9B8F}" destId="{D2D98CB9-E524-40DA-B65A-EB1DE496E00F}" srcOrd="1" destOrd="0" presId="urn:microsoft.com/office/officeart/2008/layout/HorizontalMultiLevelHierarchy"/>
    <dgm:cxn modelId="{C3F4FBDE-20B0-4DED-BD06-4F3DB65C4D5A}" type="presParOf" srcId="{D2D98CB9-E524-40DA-B65A-EB1DE496E00F}" destId="{FD33DB34-3120-4177-8471-2B7BE356D7DD}" srcOrd="0" destOrd="0" presId="urn:microsoft.com/office/officeart/2008/layout/HorizontalMultiLevelHierarchy"/>
    <dgm:cxn modelId="{254252F0-E4BD-4AC6-80F4-75BA3B57639E}" type="presParOf" srcId="{D2D98CB9-E524-40DA-B65A-EB1DE496E00F}" destId="{E6867531-C374-4B80-AA4F-CF8B12980697}" srcOrd="1" destOrd="0" presId="urn:microsoft.com/office/officeart/2008/layout/HorizontalMultiLevelHierarchy"/>
    <dgm:cxn modelId="{CDB225EC-83F2-4079-BF00-3F0756EE8F93}" type="presParOf" srcId="{5BF77F69-5C7C-428D-A12D-2F3F96BC9B8F}" destId="{CCD86BDD-E714-4CCD-A868-4D4EF3C53498}" srcOrd="2" destOrd="0" presId="urn:microsoft.com/office/officeart/2008/layout/HorizontalMultiLevelHierarchy"/>
    <dgm:cxn modelId="{5C746A4D-B470-4BA0-89AA-279B1B4E3CE9}" type="presParOf" srcId="{CCD86BDD-E714-4CCD-A868-4D4EF3C53498}" destId="{F02E6325-059F-43B4-A01E-CE09B6B3F137}" srcOrd="0" destOrd="0" presId="urn:microsoft.com/office/officeart/2008/layout/HorizontalMultiLevelHierarchy"/>
    <dgm:cxn modelId="{2ADD2E6D-E770-4FCA-B0C7-3B1257E11AE7}" type="presParOf" srcId="{5BF77F69-5C7C-428D-A12D-2F3F96BC9B8F}" destId="{03DB5F0F-3FFA-411B-9908-2BE8B66FB343}" srcOrd="3" destOrd="0" presId="urn:microsoft.com/office/officeart/2008/layout/HorizontalMultiLevelHierarchy"/>
    <dgm:cxn modelId="{3C0DA995-B25B-407D-889B-ABF3039CA3BA}" type="presParOf" srcId="{03DB5F0F-3FFA-411B-9908-2BE8B66FB343}" destId="{9D13E1C4-A5F0-4B3D-8C0E-B31D8B321C1A}" srcOrd="0" destOrd="0" presId="urn:microsoft.com/office/officeart/2008/layout/HorizontalMultiLevelHierarchy"/>
    <dgm:cxn modelId="{42A45DF7-A535-483F-9134-E38E57A87ED3}" type="presParOf" srcId="{03DB5F0F-3FFA-411B-9908-2BE8B66FB343}" destId="{F63ABB32-F884-475D-86FC-85AC9642A402}" srcOrd="1" destOrd="0" presId="urn:microsoft.com/office/officeart/2008/layout/HorizontalMultiLevelHierarchy"/>
    <dgm:cxn modelId="{91312919-4D99-49AC-8047-A4ACD6CC82CE}" type="presParOf" srcId="{5BF77F69-5C7C-428D-A12D-2F3F96BC9B8F}" destId="{08D5AFCA-2D09-4E99-BC46-4C49E6C9CFF3}" srcOrd="4" destOrd="0" presId="urn:microsoft.com/office/officeart/2008/layout/HorizontalMultiLevelHierarchy"/>
    <dgm:cxn modelId="{CB826382-E082-41E3-A58C-3B8344E92029}" type="presParOf" srcId="{08D5AFCA-2D09-4E99-BC46-4C49E6C9CFF3}" destId="{808F76E3-2399-44F8-B247-1A539B86FFCF}" srcOrd="0" destOrd="0" presId="urn:microsoft.com/office/officeart/2008/layout/HorizontalMultiLevelHierarchy"/>
    <dgm:cxn modelId="{80D6CAC0-38FA-4211-9397-A31DDBEF9FB1}" type="presParOf" srcId="{5BF77F69-5C7C-428D-A12D-2F3F96BC9B8F}" destId="{D3C962C0-78F4-49DF-88CF-CDF268B7EC65}" srcOrd="5" destOrd="0" presId="urn:microsoft.com/office/officeart/2008/layout/HorizontalMultiLevelHierarchy"/>
    <dgm:cxn modelId="{7CE2CB92-CCD5-49FB-84DC-7A6058C3B207}" type="presParOf" srcId="{D3C962C0-78F4-49DF-88CF-CDF268B7EC65}" destId="{1577E1D6-D4CA-486C-8D6E-4A41CC5EDB68}" srcOrd="0" destOrd="0" presId="urn:microsoft.com/office/officeart/2008/layout/HorizontalMultiLevelHierarchy"/>
    <dgm:cxn modelId="{3725C9D5-A456-4328-859C-F87FE52C66B5}" type="presParOf" srcId="{D3C962C0-78F4-49DF-88CF-CDF268B7EC65}" destId="{3D434B9F-6757-45C8-A78E-EC7E4D142A0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697490-980C-435C-A897-3E9377180E3B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755B3B73-5663-4652-BE39-32A8DCD17B89}">
      <dgm:prSet phldrT="[Text]"/>
      <dgm:spPr/>
      <dgm:t>
        <a:bodyPr/>
        <a:lstStyle/>
        <a:p>
          <a:r>
            <a:rPr lang="es-MX" dirty="0"/>
            <a:t>Inicio de Facultades</a:t>
          </a:r>
        </a:p>
      </dgm:t>
    </dgm:pt>
    <dgm:pt modelId="{F02F7F67-5FBA-4687-A243-543BDA87F3C9}" type="parTrans" cxnId="{C82F7E9D-D932-43B8-9AC1-59625F673495}">
      <dgm:prSet/>
      <dgm:spPr/>
      <dgm:t>
        <a:bodyPr/>
        <a:lstStyle/>
        <a:p>
          <a:endParaRPr lang="es-MX"/>
        </a:p>
      </dgm:t>
    </dgm:pt>
    <dgm:pt modelId="{2F8BE36B-BE96-4558-8447-381A432267DF}" type="sibTrans" cxnId="{C82F7E9D-D932-43B8-9AC1-59625F673495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CE7E6922-9F53-4776-8B05-3A60FAD2E760}">
      <dgm:prSet phldrT="[Text]"/>
      <dgm:spPr/>
      <dgm:t>
        <a:bodyPr/>
        <a:lstStyle/>
        <a:p>
          <a:r>
            <a:rPr lang="es-MX" dirty="0"/>
            <a:t>Acta Final de Visita</a:t>
          </a:r>
        </a:p>
      </dgm:t>
    </dgm:pt>
    <dgm:pt modelId="{D1F6DEA5-E0B8-4861-9051-42B29BEFE13A}" type="parTrans" cxnId="{6E7B9E21-4A93-40E4-92F3-27C07873312A}">
      <dgm:prSet/>
      <dgm:spPr/>
      <dgm:t>
        <a:bodyPr/>
        <a:lstStyle/>
        <a:p>
          <a:endParaRPr lang="es-MX"/>
        </a:p>
      </dgm:t>
    </dgm:pt>
    <dgm:pt modelId="{B381E244-E207-4B1E-BED8-94CC9C72D7FE}" type="sibTrans" cxnId="{6E7B9E21-4A93-40E4-92F3-27C07873312A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5259969A-CF21-4F26-A68D-0979D83C6DEC}">
      <dgm:prSet phldrT="[Text]"/>
      <dgm:spPr/>
      <dgm:t>
        <a:bodyPr/>
        <a:lstStyle/>
        <a:p>
          <a:r>
            <a:rPr lang="es-MX" dirty="0"/>
            <a:t>Liquidación</a:t>
          </a:r>
        </a:p>
      </dgm:t>
    </dgm:pt>
    <dgm:pt modelId="{E48645CF-A3E3-44C6-9441-06A42092C1C4}" type="parTrans" cxnId="{613E67E9-7383-43DA-9B53-EA294313B0A6}">
      <dgm:prSet/>
      <dgm:spPr/>
      <dgm:t>
        <a:bodyPr/>
        <a:lstStyle/>
        <a:p>
          <a:endParaRPr lang="es-MX"/>
        </a:p>
      </dgm:t>
    </dgm:pt>
    <dgm:pt modelId="{2252EF0D-B135-4128-963F-B2CB6EC5CA24}" type="sibTrans" cxnId="{613E67E9-7383-43DA-9B53-EA294313B0A6}">
      <dgm:prSet/>
      <dgm:spPr/>
      <dgm:t>
        <a:bodyPr/>
        <a:lstStyle/>
        <a:p>
          <a:endParaRPr lang="es-MX"/>
        </a:p>
      </dgm:t>
    </dgm:pt>
    <dgm:pt modelId="{B11EC4C2-6E67-4E33-8E7E-7E16239CED0C}">
      <dgm:prSet/>
      <dgm:spPr/>
      <dgm:t>
        <a:bodyPr/>
        <a:lstStyle/>
        <a:p>
          <a:r>
            <a:rPr lang="es-MX" dirty="0"/>
            <a:t>Pago Espontáneo</a:t>
          </a:r>
        </a:p>
      </dgm:t>
    </dgm:pt>
    <dgm:pt modelId="{6DFDF2B2-81D9-4BE1-ACFE-A6721B330676}" type="parTrans" cxnId="{AB8C91DB-DD0C-4C76-A7BE-3ED13E53901A}">
      <dgm:prSet/>
      <dgm:spPr/>
      <dgm:t>
        <a:bodyPr/>
        <a:lstStyle/>
        <a:p>
          <a:endParaRPr lang="es-MX"/>
        </a:p>
      </dgm:t>
    </dgm:pt>
    <dgm:pt modelId="{EBE2D1F2-18A6-40ED-A881-D0FFC9DB7A9A}" type="sibTrans" cxnId="{AB8C91DB-DD0C-4C76-A7BE-3ED13E53901A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3F61634D-60D8-4F58-BC25-3C11DA9FDE88}">
      <dgm:prSet/>
      <dgm:spPr/>
      <dgm:t>
        <a:bodyPr/>
        <a:lstStyle/>
        <a:p>
          <a:r>
            <a:rPr lang="es-MX" dirty="0"/>
            <a:t>Omisión NO descubierta</a:t>
          </a:r>
        </a:p>
      </dgm:t>
    </dgm:pt>
    <dgm:pt modelId="{49D9207D-1367-4100-AF00-08E8BDCF738E}" type="parTrans" cxnId="{14987BF9-6F67-43B0-B4C8-9D2555DB9C22}">
      <dgm:prSet/>
      <dgm:spPr/>
      <dgm:t>
        <a:bodyPr/>
        <a:lstStyle/>
        <a:p>
          <a:endParaRPr lang="es-MX"/>
        </a:p>
      </dgm:t>
    </dgm:pt>
    <dgm:pt modelId="{A9487338-8189-438B-B82A-32329FADF41F}" type="sibTrans" cxnId="{14987BF9-6F67-43B0-B4C8-9D2555DB9C22}">
      <dgm:prSet/>
      <dgm:spPr/>
      <dgm:t>
        <a:bodyPr/>
        <a:lstStyle/>
        <a:p>
          <a:endParaRPr lang="es-MX"/>
        </a:p>
      </dgm:t>
    </dgm:pt>
    <dgm:pt modelId="{7C8D191B-E4C2-4977-AC41-C0F3129C4601}">
      <dgm:prSet/>
      <dgm:spPr/>
      <dgm:t>
        <a:bodyPr/>
        <a:lstStyle/>
        <a:p>
          <a:r>
            <a:rPr lang="es-MX" dirty="0"/>
            <a:t>Antes del inicio de Facultades</a:t>
          </a:r>
        </a:p>
      </dgm:t>
    </dgm:pt>
    <dgm:pt modelId="{87B61FD6-2AA2-4BF8-90D2-3B060DDA70C1}" type="parTrans" cxnId="{A156D443-4C8A-4821-8C1C-DBB75A984E51}">
      <dgm:prSet/>
      <dgm:spPr/>
      <dgm:t>
        <a:bodyPr/>
        <a:lstStyle/>
        <a:p>
          <a:endParaRPr lang="es-MX"/>
        </a:p>
      </dgm:t>
    </dgm:pt>
    <dgm:pt modelId="{EC5B89D1-C0B1-4DDE-9E78-6B22FBF64C81}" type="sibTrans" cxnId="{A156D443-4C8A-4821-8C1C-DBB75A984E51}">
      <dgm:prSet/>
      <dgm:spPr/>
      <dgm:t>
        <a:bodyPr/>
        <a:lstStyle/>
        <a:p>
          <a:endParaRPr lang="es-MX"/>
        </a:p>
      </dgm:t>
    </dgm:pt>
    <dgm:pt modelId="{27F79892-AB79-4312-B574-43C2800C1977}">
      <dgm:prSet/>
      <dgm:spPr/>
      <dgm:t>
        <a:bodyPr/>
        <a:lstStyle/>
        <a:p>
          <a:r>
            <a:rPr lang="es-MX" dirty="0"/>
            <a:t>Pago 10 días posteriores al dictamen</a:t>
          </a:r>
        </a:p>
      </dgm:t>
    </dgm:pt>
    <dgm:pt modelId="{A4A0E4DA-E4C5-4168-AE77-AD751604F546}" type="parTrans" cxnId="{8C6BE5F7-B2D7-4130-8399-55B777E87845}">
      <dgm:prSet/>
      <dgm:spPr/>
      <dgm:t>
        <a:bodyPr/>
        <a:lstStyle/>
        <a:p>
          <a:endParaRPr lang="es-MX"/>
        </a:p>
      </dgm:t>
    </dgm:pt>
    <dgm:pt modelId="{FFA9E8FA-65DF-448C-AA4B-E96BB22BA477}" type="sibTrans" cxnId="{8C6BE5F7-B2D7-4130-8399-55B777E87845}">
      <dgm:prSet/>
      <dgm:spPr/>
      <dgm:t>
        <a:bodyPr/>
        <a:lstStyle/>
        <a:p>
          <a:endParaRPr lang="es-MX"/>
        </a:p>
      </dgm:t>
    </dgm:pt>
    <dgm:pt modelId="{EDA11E25-C067-4E70-9BDF-EE9C0BD60801}">
      <dgm:prSet/>
      <dgm:spPr/>
      <dgm:t>
        <a:bodyPr/>
        <a:lstStyle/>
        <a:p>
          <a:r>
            <a:rPr lang="es-MX" dirty="0"/>
            <a:t>Hasta 6 meses después del Acta Final de Visita</a:t>
          </a:r>
        </a:p>
      </dgm:t>
    </dgm:pt>
    <dgm:pt modelId="{AFEC754F-996D-4406-8938-0A92D91B5719}" type="parTrans" cxnId="{A8E24741-A9A6-47FE-BC7A-F3A7F63805FC}">
      <dgm:prSet/>
      <dgm:spPr/>
      <dgm:t>
        <a:bodyPr/>
        <a:lstStyle/>
        <a:p>
          <a:endParaRPr lang="es-MX"/>
        </a:p>
      </dgm:t>
    </dgm:pt>
    <dgm:pt modelId="{3D124A1C-72CC-4400-8701-F480FDAC4097}" type="sibTrans" cxnId="{A8E24741-A9A6-47FE-BC7A-F3A7F63805FC}">
      <dgm:prSet/>
      <dgm:spPr/>
      <dgm:t>
        <a:bodyPr/>
        <a:lstStyle/>
        <a:p>
          <a:endParaRPr lang="es-MX"/>
        </a:p>
      </dgm:t>
    </dgm:pt>
    <dgm:pt modelId="{B4057FBF-82CB-4D99-A480-CBA002856088}">
      <dgm:prSet/>
      <dgm:spPr/>
      <dgm:t>
        <a:bodyPr/>
        <a:lstStyle/>
        <a:p>
          <a:r>
            <a:rPr lang="es-MX" dirty="0"/>
            <a:t>Por lo menos 20 días después de la Última Acta Parcial</a:t>
          </a:r>
        </a:p>
      </dgm:t>
    </dgm:pt>
    <dgm:pt modelId="{338E4439-2389-4F60-B64E-7F7F24DDF820}" type="parTrans" cxnId="{95433443-C9EE-4DA1-9E6C-F72C3A3BD193}">
      <dgm:prSet/>
      <dgm:spPr/>
      <dgm:t>
        <a:bodyPr/>
        <a:lstStyle/>
        <a:p>
          <a:endParaRPr lang="es-MX"/>
        </a:p>
      </dgm:t>
    </dgm:pt>
    <dgm:pt modelId="{41CA0B72-A39F-41A7-ACE4-702B21B0BA8F}" type="sibTrans" cxnId="{95433443-C9EE-4DA1-9E6C-F72C3A3BD193}">
      <dgm:prSet/>
      <dgm:spPr/>
      <dgm:t>
        <a:bodyPr/>
        <a:lstStyle/>
        <a:p>
          <a:endParaRPr lang="es-MX"/>
        </a:p>
      </dgm:t>
    </dgm:pt>
    <dgm:pt modelId="{2EEAAF8C-8FE5-4CF7-A382-9F08D05DA41E}">
      <dgm:prSet/>
      <dgm:spPr/>
      <dgm:t>
        <a:bodyPr/>
        <a:lstStyle/>
        <a:p>
          <a:r>
            <a:rPr lang="es-MX" dirty="0"/>
            <a:t>Con el primer acto que se notifique al contribuyente.</a:t>
          </a:r>
        </a:p>
      </dgm:t>
    </dgm:pt>
    <dgm:pt modelId="{4E559A9B-FC32-4627-8F05-37E909DEA53C}" type="parTrans" cxnId="{3151ECE9-90EF-44C5-9950-5673760A5F68}">
      <dgm:prSet/>
      <dgm:spPr/>
      <dgm:t>
        <a:bodyPr/>
        <a:lstStyle/>
        <a:p>
          <a:endParaRPr lang="es-MX"/>
        </a:p>
      </dgm:t>
    </dgm:pt>
    <dgm:pt modelId="{D1CD4CA3-7D8E-4C1B-8610-A7A09187AAC5}" type="sibTrans" cxnId="{3151ECE9-90EF-44C5-9950-5673760A5F68}">
      <dgm:prSet/>
      <dgm:spPr/>
      <dgm:t>
        <a:bodyPr/>
        <a:lstStyle/>
        <a:p>
          <a:endParaRPr lang="es-MX"/>
        </a:p>
      </dgm:t>
    </dgm:pt>
    <dgm:pt modelId="{5C661757-155D-4820-83E6-12C5043856DF}">
      <dgm:prSet/>
      <dgm:spPr/>
      <dgm:t>
        <a:bodyPr/>
        <a:lstStyle/>
        <a:p>
          <a:r>
            <a:rPr lang="es-MX" dirty="0"/>
            <a:t>12 meses para concluir la revisión (excepciones, ampliaciones  y suspensiones de plazo)</a:t>
          </a:r>
        </a:p>
      </dgm:t>
    </dgm:pt>
    <dgm:pt modelId="{33F5CC3F-C08A-4BBD-B331-6539A1BD720A}" type="parTrans" cxnId="{2CC2314A-7A96-46BE-B3E2-A9E576C3E4CB}">
      <dgm:prSet/>
      <dgm:spPr/>
      <dgm:t>
        <a:bodyPr/>
        <a:lstStyle/>
        <a:p>
          <a:endParaRPr lang="es-MX"/>
        </a:p>
      </dgm:t>
    </dgm:pt>
    <dgm:pt modelId="{91A4A53C-6744-4964-8119-6B101D0719F6}" type="sibTrans" cxnId="{2CC2314A-7A96-46BE-B3E2-A9E576C3E4CB}">
      <dgm:prSet/>
      <dgm:spPr/>
      <dgm:t>
        <a:bodyPr/>
        <a:lstStyle/>
        <a:p>
          <a:endParaRPr lang="es-MX"/>
        </a:p>
      </dgm:t>
    </dgm:pt>
    <dgm:pt modelId="{9E9FAE1C-021B-4470-9481-98EDF86D41CE}">
      <dgm:prSet/>
      <dgm:spPr/>
      <dgm:t>
        <a:bodyPr/>
        <a:lstStyle/>
        <a:p>
          <a:endParaRPr lang="es-MX" dirty="0"/>
        </a:p>
      </dgm:t>
    </dgm:pt>
    <dgm:pt modelId="{FD34D272-2676-4267-A000-5D9D162B8BFA}" type="parTrans" cxnId="{2B96ACCE-1233-4E68-AE2E-B2608E8AAB37}">
      <dgm:prSet/>
      <dgm:spPr/>
    </dgm:pt>
    <dgm:pt modelId="{A44EF3D9-88C2-49C5-A59C-9688EDD8BC48}" type="sibTrans" cxnId="{2B96ACCE-1233-4E68-AE2E-B2608E8AAB37}">
      <dgm:prSet/>
      <dgm:spPr/>
    </dgm:pt>
    <dgm:pt modelId="{3BB9C8D9-414B-4B4D-A2BE-3B1D9C4FB8EA}">
      <dgm:prSet/>
      <dgm:spPr/>
      <dgm:t>
        <a:bodyPr/>
        <a:lstStyle/>
        <a:p>
          <a:endParaRPr lang="es-MX" dirty="0"/>
        </a:p>
      </dgm:t>
    </dgm:pt>
    <dgm:pt modelId="{01F6B277-A25F-469D-A1DA-3A1B6F23C7C0}" type="parTrans" cxnId="{A57AD46B-8095-403A-8C2F-3FECAE8698A0}">
      <dgm:prSet/>
      <dgm:spPr/>
    </dgm:pt>
    <dgm:pt modelId="{32DDBCC4-7C80-4B09-AAAC-121D2EF7CD1B}" type="sibTrans" cxnId="{A57AD46B-8095-403A-8C2F-3FECAE8698A0}">
      <dgm:prSet/>
      <dgm:spPr/>
    </dgm:pt>
    <dgm:pt modelId="{6FA40038-1B37-4573-BE3F-8E45DAB2158D}">
      <dgm:prSet/>
      <dgm:spPr/>
      <dgm:t>
        <a:bodyPr/>
        <a:lstStyle/>
        <a:p>
          <a:endParaRPr lang="es-MX" dirty="0"/>
        </a:p>
      </dgm:t>
    </dgm:pt>
    <dgm:pt modelId="{D8536D34-402B-4150-A9A3-C76B5AE0DB94}" type="parTrans" cxnId="{1A76A475-5556-4C68-AFDB-5BFE37691186}">
      <dgm:prSet/>
      <dgm:spPr/>
    </dgm:pt>
    <dgm:pt modelId="{9F9F0B32-F338-413A-B0DB-5CDC20C1F48E}" type="sibTrans" cxnId="{1A76A475-5556-4C68-AFDB-5BFE37691186}">
      <dgm:prSet/>
      <dgm:spPr/>
    </dgm:pt>
    <dgm:pt modelId="{79A6768D-BE4B-4CD9-81D5-E8BDA05D7FE2}" type="pres">
      <dgm:prSet presAssocID="{8B697490-980C-435C-A897-3E9377180E3B}" presName="linearFlow" presStyleCnt="0">
        <dgm:presLayoutVars>
          <dgm:dir/>
          <dgm:animLvl val="lvl"/>
          <dgm:resizeHandles val="exact"/>
        </dgm:presLayoutVars>
      </dgm:prSet>
      <dgm:spPr/>
    </dgm:pt>
    <dgm:pt modelId="{CC24E801-E8FE-4166-AFAF-0BDA39D50463}" type="pres">
      <dgm:prSet presAssocID="{B11EC4C2-6E67-4E33-8E7E-7E16239CED0C}" presName="composite" presStyleCnt="0"/>
      <dgm:spPr/>
    </dgm:pt>
    <dgm:pt modelId="{7CCE92AE-96EC-4F84-8CD1-BACCA133337C}" type="pres">
      <dgm:prSet presAssocID="{B11EC4C2-6E67-4E33-8E7E-7E16239CED0C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3ADABD3-1658-4E21-AA95-AA83255063F7}" type="pres">
      <dgm:prSet presAssocID="{B11EC4C2-6E67-4E33-8E7E-7E16239CED0C}" presName="parSh" presStyleLbl="node1" presStyleIdx="0" presStyleCnt="4"/>
      <dgm:spPr/>
    </dgm:pt>
    <dgm:pt modelId="{BB351C53-DBBD-41F6-B7BC-ECF1A984D3EA}" type="pres">
      <dgm:prSet presAssocID="{B11EC4C2-6E67-4E33-8E7E-7E16239CED0C}" presName="desTx" presStyleLbl="fgAcc1" presStyleIdx="0" presStyleCnt="4">
        <dgm:presLayoutVars>
          <dgm:bulletEnabled val="1"/>
        </dgm:presLayoutVars>
      </dgm:prSet>
      <dgm:spPr/>
    </dgm:pt>
    <dgm:pt modelId="{733CC943-D18F-4377-BD48-D561609478AD}" type="pres">
      <dgm:prSet presAssocID="{EBE2D1F2-18A6-40ED-A881-D0FFC9DB7A9A}" presName="sibTrans" presStyleLbl="sibTrans2D1" presStyleIdx="0" presStyleCnt="3"/>
      <dgm:spPr/>
    </dgm:pt>
    <dgm:pt modelId="{01D2BE19-3F0A-4003-9567-430890DB9725}" type="pres">
      <dgm:prSet presAssocID="{EBE2D1F2-18A6-40ED-A881-D0FFC9DB7A9A}" presName="connTx" presStyleLbl="sibTrans2D1" presStyleIdx="0" presStyleCnt="3"/>
      <dgm:spPr/>
    </dgm:pt>
    <dgm:pt modelId="{622E80F6-D764-461D-82CE-518E7B932E1B}" type="pres">
      <dgm:prSet presAssocID="{755B3B73-5663-4652-BE39-32A8DCD17B89}" presName="composite" presStyleCnt="0"/>
      <dgm:spPr/>
    </dgm:pt>
    <dgm:pt modelId="{806DF45A-6F65-4DD1-BF3D-E7E4FD3FE9DC}" type="pres">
      <dgm:prSet presAssocID="{755B3B73-5663-4652-BE39-32A8DCD17B89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F905F89-FBE6-4931-BE53-3945C229EAC3}" type="pres">
      <dgm:prSet presAssocID="{755B3B73-5663-4652-BE39-32A8DCD17B89}" presName="parSh" presStyleLbl="node1" presStyleIdx="1" presStyleCnt="4"/>
      <dgm:spPr/>
    </dgm:pt>
    <dgm:pt modelId="{50B59053-A6AB-41EB-8697-9B703C7B8411}" type="pres">
      <dgm:prSet presAssocID="{755B3B73-5663-4652-BE39-32A8DCD17B89}" presName="desTx" presStyleLbl="fgAcc1" presStyleIdx="1" presStyleCnt="4">
        <dgm:presLayoutVars>
          <dgm:bulletEnabled val="1"/>
        </dgm:presLayoutVars>
      </dgm:prSet>
      <dgm:spPr/>
    </dgm:pt>
    <dgm:pt modelId="{16D4A6BD-B400-4795-8F26-D81CBE61F5C6}" type="pres">
      <dgm:prSet presAssocID="{2F8BE36B-BE96-4558-8447-381A432267DF}" presName="sibTrans" presStyleLbl="sibTrans2D1" presStyleIdx="1" presStyleCnt="3"/>
      <dgm:spPr/>
    </dgm:pt>
    <dgm:pt modelId="{FA9DE44E-2F0C-4D01-A50A-B4EADD7DDA27}" type="pres">
      <dgm:prSet presAssocID="{2F8BE36B-BE96-4558-8447-381A432267DF}" presName="connTx" presStyleLbl="sibTrans2D1" presStyleIdx="1" presStyleCnt="3"/>
      <dgm:spPr/>
    </dgm:pt>
    <dgm:pt modelId="{E3BBCA74-4557-465D-B1FC-E69CFE038C5B}" type="pres">
      <dgm:prSet presAssocID="{CE7E6922-9F53-4776-8B05-3A60FAD2E760}" presName="composite" presStyleCnt="0"/>
      <dgm:spPr/>
    </dgm:pt>
    <dgm:pt modelId="{EB976456-CBA4-4425-849C-B4AF0C875108}" type="pres">
      <dgm:prSet presAssocID="{CE7E6922-9F53-4776-8B05-3A60FAD2E760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1B946B-FD4C-4F5A-BAF9-9A113D988089}" type="pres">
      <dgm:prSet presAssocID="{CE7E6922-9F53-4776-8B05-3A60FAD2E760}" presName="parSh" presStyleLbl="node1" presStyleIdx="2" presStyleCnt="4"/>
      <dgm:spPr/>
    </dgm:pt>
    <dgm:pt modelId="{49AA2618-E99A-4E8C-8F9D-C38861228530}" type="pres">
      <dgm:prSet presAssocID="{CE7E6922-9F53-4776-8B05-3A60FAD2E760}" presName="desTx" presStyleLbl="fgAcc1" presStyleIdx="2" presStyleCnt="4">
        <dgm:presLayoutVars>
          <dgm:bulletEnabled val="1"/>
        </dgm:presLayoutVars>
      </dgm:prSet>
      <dgm:spPr/>
    </dgm:pt>
    <dgm:pt modelId="{FD69D7E6-A0BD-4237-A68E-618DAF636DC8}" type="pres">
      <dgm:prSet presAssocID="{B381E244-E207-4B1E-BED8-94CC9C72D7FE}" presName="sibTrans" presStyleLbl="sibTrans2D1" presStyleIdx="2" presStyleCnt="3"/>
      <dgm:spPr/>
    </dgm:pt>
    <dgm:pt modelId="{2AE775C6-4F67-4B1C-9B4F-D5FF8EC4A416}" type="pres">
      <dgm:prSet presAssocID="{B381E244-E207-4B1E-BED8-94CC9C72D7FE}" presName="connTx" presStyleLbl="sibTrans2D1" presStyleIdx="2" presStyleCnt="3"/>
      <dgm:spPr/>
    </dgm:pt>
    <dgm:pt modelId="{99F8DBD3-E94C-4E34-9354-17DE255F4801}" type="pres">
      <dgm:prSet presAssocID="{5259969A-CF21-4F26-A68D-0979D83C6DEC}" presName="composite" presStyleCnt="0"/>
      <dgm:spPr/>
    </dgm:pt>
    <dgm:pt modelId="{FF85C701-CA6F-47E7-9DD3-13AEAC613ABF}" type="pres">
      <dgm:prSet presAssocID="{5259969A-CF21-4F26-A68D-0979D83C6DEC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75E79EC-ACDB-495D-A47B-249E2B3D0C94}" type="pres">
      <dgm:prSet presAssocID="{5259969A-CF21-4F26-A68D-0979D83C6DEC}" presName="parSh" presStyleLbl="node1" presStyleIdx="3" presStyleCnt="4"/>
      <dgm:spPr/>
    </dgm:pt>
    <dgm:pt modelId="{BC7EC469-2F4E-4778-B96E-664DB1003305}" type="pres">
      <dgm:prSet presAssocID="{5259969A-CF21-4F26-A68D-0979D83C6DEC}" presName="desTx" presStyleLbl="fgAcc1" presStyleIdx="3" presStyleCnt="4">
        <dgm:presLayoutVars>
          <dgm:bulletEnabled val="1"/>
        </dgm:presLayoutVars>
      </dgm:prSet>
      <dgm:spPr/>
    </dgm:pt>
  </dgm:ptLst>
  <dgm:cxnLst>
    <dgm:cxn modelId="{4912C506-B5B0-A744-8775-6DDD046C1631}" type="presOf" srcId="{EDA11E25-C067-4E70-9BDF-EE9C0BD60801}" destId="{BC7EC469-2F4E-4778-B96E-664DB1003305}" srcOrd="0" destOrd="0" presId="urn:microsoft.com/office/officeart/2005/8/layout/process3"/>
    <dgm:cxn modelId="{EC0ECA12-E53D-214F-97DA-7AA5ED89CBCD}" type="presOf" srcId="{7C8D191B-E4C2-4977-AC41-C0F3129C4601}" destId="{BB351C53-DBBD-41F6-B7BC-ECF1A984D3EA}" srcOrd="0" destOrd="2" presId="urn:microsoft.com/office/officeart/2005/8/layout/process3"/>
    <dgm:cxn modelId="{FFE12A19-0955-4E17-AB3C-AFAD02D08A76}" type="presOf" srcId="{6FA40038-1B37-4573-BE3F-8E45DAB2158D}" destId="{50B59053-A6AB-41EB-8697-9B703C7B8411}" srcOrd="0" destOrd="1" presId="urn:microsoft.com/office/officeart/2005/8/layout/process3"/>
    <dgm:cxn modelId="{6E7B9E21-4A93-40E4-92F3-27C07873312A}" srcId="{8B697490-980C-435C-A897-3E9377180E3B}" destId="{CE7E6922-9F53-4776-8B05-3A60FAD2E760}" srcOrd="2" destOrd="0" parTransId="{D1F6DEA5-E0B8-4861-9051-42B29BEFE13A}" sibTransId="{B381E244-E207-4B1E-BED8-94CC9C72D7FE}"/>
    <dgm:cxn modelId="{2FACA627-6C1D-F244-BB0F-43C425BB6F05}" type="presOf" srcId="{8B697490-980C-435C-A897-3E9377180E3B}" destId="{79A6768D-BE4B-4CD9-81D5-E8BDA05D7FE2}" srcOrd="0" destOrd="0" presId="urn:microsoft.com/office/officeart/2005/8/layout/process3"/>
    <dgm:cxn modelId="{5E3A2236-0FBE-5440-BA94-F34C2F12B20B}" type="presOf" srcId="{5C661757-155D-4820-83E6-12C5043856DF}" destId="{50B59053-A6AB-41EB-8697-9B703C7B8411}" srcOrd="0" destOrd="2" presId="urn:microsoft.com/office/officeart/2005/8/layout/process3"/>
    <dgm:cxn modelId="{00A3BF5D-82DA-474F-86ED-C4A63795F553}" type="presOf" srcId="{755B3B73-5663-4652-BE39-32A8DCD17B89}" destId="{806DF45A-6F65-4DD1-BF3D-E7E4FD3FE9DC}" srcOrd="0" destOrd="0" presId="urn:microsoft.com/office/officeart/2005/8/layout/process3"/>
    <dgm:cxn modelId="{A8E24741-A9A6-47FE-BC7A-F3A7F63805FC}" srcId="{5259969A-CF21-4F26-A68D-0979D83C6DEC}" destId="{EDA11E25-C067-4E70-9BDF-EE9C0BD60801}" srcOrd="0" destOrd="0" parTransId="{AFEC754F-996D-4406-8938-0A92D91B5719}" sibTransId="{3D124A1C-72CC-4400-8701-F480FDAC4097}"/>
    <dgm:cxn modelId="{3B551F42-A111-0C47-A5DE-A8C14E1FE846}" type="presOf" srcId="{CE7E6922-9F53-4776-8B05-3A60FAD2E760}" destId="{EB976456-CBA4-4425-849C-B4AF0C875108}" srcOrd="0" destOrd="0" presId="urn:microsoft.com/office/officeart/2005/8/layout/process3"/>
    <dgm:cxn modelId="{11EC6B62-5C18-704D-ACFD-E044D6154D57}" type="presOf" srcId="{5259969A-CF21-4F26-A68D-0979D83C6DEC}" destId="{A75E79EC-ACDB-495D-A47B-249E2B3D0C94}" srcOrd="1" destOrd="0" presId="urn:microsoft.com/office/officeart/2005/8/layout/process3"/>
    <dgm:cxn modelId="{95433443-C9EE-4DA1-9E6C-F72C3A3BD193}" srcId="{CE7E6922-9F53-4776-8B05-3A60FAD2E760}" destId="{B4057FBF-82CB-4D99-A480-CBA002856088}" srcOrd="0" destOrd="0" parTransId="{338E4439-2389-4F60-B64E-7F7F24DDF820}" sibTransId="{41CA0B72-A39F-41A7-ACE4-702B21B0BA8F}"/>
    <dgm:cxn modelId="{A156D443-4C8A-4821-8C1C-DBB75A984E51}" srcId="{B11EC4C2-6E67-4E33-8E7E-7E16239CED0C}" destId="{7C8D191B-E4C2-4977-AC41-C0F3129C4601}" srcOrd="2" destOrd="0" parTransId="{87B61FD6-2AA2-4BF8-90D2-3B060DDA70C1}" sibTransId="{EC5B89D1-C0B1-4DDE-9E78-6B22FBF64C81}"/>
    <dgm:cxn modelId="{2CC2314A-7A96-46BE-B3E2-A9E576C3E4CB}" srcId="{755B3B73-5663-4652-BE39-32A8DCD17B89}" destId="{5C661757-155D-4820-83E6-12C5043856DF}" srcOrd="2" destOrd="0" parTransId="{33F5CC3F-C08A-4BBD-B331-6539A1BD720A}" sibTransId="{91A4A53C-6744-4964-8119-6B101D0719F6}"/>
    <dgm:cxn modelId="{A57AD46B-8095-403A-8C2F-3FECAE8698A0}" srcId="{B11EC4C2-6E67-4E33-8E7E-7E16239CED0C}" destId="{3BB9C8D9-414B-4B4D-A2BE-3B1D9C4FB8EA}" srcOrd="3" destOrd="0" parTransId="{01F6B277-A25F-469D-A1DA-3A1B6F23C7C0}" sibTransId="{32DDBCC4-7C80-4B09-AAAC-121D2EF7CD1B}"/>
    <dgm:cxn modelId="{5104236C-58B0-054E-B7E6-DEE70951D693}" type="presOf" srcId="{755B3B73-5663-4652-BE39-32A8DCD17B89}" destId="{4F905F89-FBE6-4931-BE53-3945C229EAC3}" srcOrd="1" destOrd="0" presId="urn:microsoft.com/office/officeart/2005/8/layout/process3"/>
    <dgm:cxn modelId="{97B24A54-30AA-CF48-A0AD-C75F1BC03632}" type="presOf" srcId="{2EEAAF8C-8FE5-4CF7-A382-9F08D05DA41E}" destId="{50B59053-A6AB-41EB-8697-9B703C7B8411}" srcOrd="0" destOrd="0" presId="urn:microsoft.com/office/officeart/2005/8/layout/process3"/>
    <dgm:cxn modelId="{1A76A475-5556-4C68-AFDB-5BFE37691186}" srcId="{755B3B73-5663-4652-BE39-32A8DCD17B89}" destId="{6FA40038-1B37-4573-BE3F-8E45DAB2158D}" srcOrd="1" destOrd="0" parTransId="{D8536D34-402B-4150-A9A3-C76B5AE0DB94}" sibTransId="{9F9F0B32-F338-413A-B0DB-5CDC20C1F48E}"/>
    <dgm:cxn modelId="{040F9159-4EF4-A845-82A9-5498C6DB04F1}" type="presOf" srcId="{2F8BE36B-BE96-4558-8447-381A432267DF}" destId="{FA9DE44E-2F0C-4D01-A50A-B4EADD7DDA27}" srcOrd="1" destOrd="0" presId="urn:microsoft.com/office/officeart/2005/8/layout/process3"/>
    <dgm:cxn modelId="{973C875A-72C8-2D45-BAF6-FC118B583702}" type="presOf" srcId="{2F8BE36B-BE96-4558-8447-381A432267DF}" destId="{16D4A6BD-B400-4795-8F26-D81CBE61F5C6}" srcOrd="0" destOrd="0" presId="urn:microsoft.com/office/officeart/2005/8/layout/process3"/>
    <dgm:cxn modelId="{3C23A48C-CB65-6F47-B8CB-581B206588AE}" type="presOf" srcId="{EBE2D1F2-18A6-40ED-A881-D0FFC9DB7A9A}" destId="{733CC943-D18F-4377-BD48-D561609478AD}" srcOrd="0" destOrd="0" presId="urn:microsoft.com/office/officeart/2005/8/layout/process3"/>
    <dgm:cxn modelId="{8A71818E-7EAE-C94E-B4BD-99E8369FE02B}" type="presOf" srcId="{5259969A-CF21-4F26-A68D-0979D83C6DEC}" destId="{FF85C701-CA6F-47E7-9DD3-13AEAC613ABF}" srcOrd="0" destOrd="0" presId="urn:microsoft.com/office/officeart/2005/8/layout/process3"/>
    <dgm:cxn modelId="{C82F7E9D-D932-43B8-9AC1-59625F673495}" srcId="{8B697490-980C-435C-A897-3E9377180E3B}" destId="{755B3B73-5663-4652-BE39-32A8DCD17B89}" srcOrd="1" destOrd="0" parTransId="{F02F7F67-5FBA-4687-A243-543BDA87F3C9}" sibTransId="{2F8BE36B-BE96-4558-8447-381A432267DF}"/>
    <dgm:cxn modelId="{90AE6DA4-284D-2042-867D-011226DCBB40}" type="presOf" srcId="{B4057FBF-82CB-4D99-A480-CBA002856088}" destId="{49AA2618-E99A-4E8C-8F9D-C38861228530}" srcOrd="0" destOrd="0" presId="urn:microsoft.com/office/officeart/2005/8/layout/process3"/>
    <dgm:cxn modelId="{05B503AA-09EC-2340-9957-46C7D9480F0F}" type="presOf" srcId="{CE7E6922-9F53-4776-8B05-3A60FAD2E760}" destId="{7E1B946B-FD4C-4F5A-BAF9-9A113D988089}" srcOrd="1" destOrd="0" presId="urn:microsoft.com/office/officeart/2005/8/layout/process3"/>
    <dgm:cxn modelId="{86E94EAF-187E-F34D-94BF-642708A05243}" type="presOf" srcId="{B381E244-E207-4B1E-BED8-94CC9C72D7FE}" destId="{2AE775C6-4F67-4B1C-9B4F-D5FF8EC4A416}" srcOrd="1" destOrd="0" presId="urn:microsoft.com/office/officeart/2005/8/layout/process3"/>
    <dgm:cxn modelId="{965028B4-A21B-2B44-A06E-FA68DD4D4669}" type="presOf" srcId="{B381E244-E207-4B1E-BED8-94CC9C72D7FE}" destId="{FD69D7E6-A0BD-4237-A68E-618DAF636DC8}" srcOrd="0" destOrd="0" presId="urn:microsoft.com/office/officeart/2005/8/layout/process3"/>
    <dgm:cxn modelId="{55E2D2CB-9C11-D840-AAA9-1C227ABCAC1F}" type="presOf" srcId="{EBE2D1F2-18A6-40ED-A881-D0FFC9DB7A9A}" destId="{01D2BE19-3F0A-4003-9567-430890DB9725}" srcOrd="1" destOrd="0" presId="urn:microsoft.com/office/officeart/2005/8/layout/process3"/>
    <dgm:cxn modelId="{2B96ACCE-1233-4E68-AE2E-B2608E8AAB37}" srcId="{B11EC4C2-6E67-4E33-8E7E-7E16239CED0C}" destId="{9E9FAE1C-021B-4470-9481-98EDF86D41CE}" srcOrd="1" destOrd="0" parTransId="{FD34D272-2676-4267-A000-5D9D162B8BFA}" sibTransId="{A44EF3D9-88C2-49C5-A59C-9688EDD8BC48}"/>
    <dgm:cxn modelId="{0541CCD5-DE1B-42D2-8D53-89FA87AD198C}" type="presOf" srcId="{3BB9C8D9-414B-4B4D-A2BE-3B1D9C4FB8EA}" destId="{BB351C53-DBBD-41F6-B7BC-ECF1A984D3EA}" srcOrd="0" destOrd="3" presId="urn:microsoft.com/office/officeart/2005/8/layout/process3"/>
    <dgm:cxn modelId="{280713D7-FF55-A749-B9E9-7F02FBB2FC24}" type="presOf" srcId="{B11EC4C2-6E67-4E33-8E7E-7E16239CED0C}" destId="{7CCE92AE-96EC-4F84-8CD1-BACCA133337C}" srcOrd="0" destOrd="0" presId="urn:microsoft.com/office/officeart/2005/8/layout/process3"/>
    <dgm:cxn modelId="{AB8C91DB-DD0C-4C76-A7BE-3ED13E53901A}" srcId="{8B697490-980C-435C-A897-3E9377180E3B}" destId="{B11EC4C2-6E67-4E33-8E7E-7E16239CED0C}" srcOrd="0" destOrd="0" parTransId="{6DFDF2B2-81D9-4BE1-ACFE-A6721B330676}" sibTransId="{EBE2D1F2-18A6-40ED-A881-D0FFC9DB7A9A}"/>
    <dgm:cxn modelId="{F63141E3-DB90-4EC4-ACBF-02A4C2D9EE8A}" type="presOf" srcId="{9E9FAE1C-021B-4470-9481-98EDF86D41CE}" destId="{BB351C53-DBBD-41F6-B7BC-ECF1A984D3EA}" srcOrd="0" destOrd="1" presId="urn:microsoft.com/office/officeart/2005/8/layout/process3"/>
    <dgm:cxn modelId="{74E8E2E7-FC7D-EE47-95C6-CA7218E5FD59}" type="presOf" srcId="{27F79892-AB79-4312-B574-43C2800C1977}" destId="{BB351C53-DBBD-41F6-B7BC-ECF1A984D3EA}" srcOrd="0" destOrd="4" presId="urn:microsoft.com/office/officeart/2005/8/layout/process3"/>
    <dgm:cxn modelId="{613E67E9-7383-43DA-9B53-EA294313B0A6}" srcId="{8B697490-980C-435C-A897-3E9377180E3B}" destId="{5259969A-CF21-4F26-A68D-0979D83C6DEC}" srcOrd="3" destOrd="0" parTransId="{E48645CF-A3E3-44C6-9441-06A42092C1C4}" sibTransId="{2252EF0D-B135-4128-963F-B2CB6EC5CA24}"/>
    <dgm:cxn modelId="{3151ECE9-90EF-44C5-9950-5673760A5F68}" srcId="{755B3B73-5663-4652-BE39-32A8DCD17B89}" destId="{2EEAAF8C-8FE5-4CF7-A382-9F08D05DA41E}" srcOrd="0" destOrd="0" parTransId="{4E559A9B-FC32-4627-8F05-37E909DEA53C}" sibTransId="{D1CD4CA3-7D8E-4C1B-8610-A7A09187AAC5}"/>
    <dgm:cxn modelId="{59205FEC-9C7D-594E-B1AD-7AE7FC61866B}" type="presOf" srcId="{3F61634D-60D8-4F58-BC25-3C11DA9FDE88}" destId="{BB351C53-DBBD-41F6-B7BC-ECF1A984D3EA}" srcOrd="0" destOrd="0" presId="urn:microsoft.com/office/officeart/2005/8/layout/process3"/>
    <dgm:cxn modelId="{8C6BE5F7-B2D7-4130-8399-55B777E87845}" srcId="{B11EC4C2-6E67-4E33-8E7E-7E16239CED0C}" destId="{27F79892-AB79-4312-B574-43C2800C1977}" srcOrd="4" destOrd="0" parTransId="{A4A0E4DA-E4C5-4168-AE77-AD751604F546}" sibTransId="{FFA9E8FA-65DF-448C-AA4B-E96BB22BA477}"/>
    <dgm:cxn modelId="{14987BF9-6F67-43B0-B4C8-9D2555DB9C22}" srcId="{B11EC4C2-6E67-4E33-8E7E-7E16239CED0C}" destId="{3F61634D-60D8-4F58-BC25-3C11DA9FDE88}" srcOrd="0" destOrd="0" parTransId="{49D9207D-1367-4100-AF00-08E8BDCF738E}" sibTransId="{A9487338-8189-438B-B82A-32329FADF41F}"/>
    <dgm:cxn modelId="{1C9DD6FD-0807-D74F-A22B-DE515E5213F0}" type="presOf" srcId="{B11EC4C2-6E67-4E33-8E7E-7E16239CED0C}" destId="{A3ADABD3-1658-4E21-AA95-AA83255063F7}" srcOrd="1" destOrd="0" presId="urn:microsoft.com/office/officeart/2005/8/layout/process3"/>
    <dgm:cxn modelId="{343ABACB-5220-744E-A468-45F9A9EBFDF3}" type="presParOf" srcId="{79A6768D-BE4B-4CD9-81D5-E8BDA05D7FE2}" destId="{CC24E801-E8FE-4166-AFAF-0BDA39D50463}" srcOrd="0" destOrd="0" presId="urn:microsoft.com/office/officeart/2005/8/layout/process3"/>
    <dgm:cxn modelId="{FF969F9A-AAEC-3847-B3A1-8F89BF1E9AAB}" type="presParOf" srcId="{CC24E801-E8FE-4166-AFAF-0BDA39D50463}" destId="{7CCE92AE-96EC-4F84-8CD1-BACCA133337C}" srcOrd="0" destOrd="0" presId="urn:microsoft.com/office/officeart/2005/8/layout/process3"/>
    <dgm:cxn modelId="{D7F4BBFA-E716-124A-8476-91F9D9594BAE}" type="presParOf" srcId="{CC24E801-E8FE-4166-AFAF-0BDA39D50463}" destId="{A3ADABD3-1658-4E21-AA95-AA83255063F7}" srcOrd="1" destOrd="0" presId="urn:microsoft.com/office/officeart/2005/8/layout/process3"/>
    <dgm:cxn modelId="{36B934F1-267F-594A-8D68-E70F8A40D845}" type="presParOf" srcId="{CC24E801-E8FE-4166-AFAF-0BDA39D50463}" destId="{BB351C53-DBBD-41F6-B7BC-ECF1A984D3EA}" srcOrd="2" destOrd="0" presId="urn:microsoft.com/office/officeart/2005/8/layout/process3"/>
    <dgm:cxn modelId="{A3D71CB5-A7AD-1D44-B170-DF8585E74CA7}" type="presParOf" srcId="{79A6768D-BE4B-4CD9-81D5-E8BDA05D7FE2}" destId="{733CC943-D18F-4377-BD48-D561609478AD}" srcOrd="1" destOrd="0" presId="urn:microsoft.com/office/officeart/2005/8/layout/process3"/>
    <dgm:cxn modelId="{0E4D62D0-460C-5046-8E0C-C381FDD595B1}" type="presParOf" srcId="{733CC943-D18F-4377-BD48-D561609478AD}" destId="{01D2BE19-3F0A-4003-9567-430890DB9725}" srcOrd="0" destOrd="0" presId="urn:microsoft.com/office/officeart/2005/8/layout/process3"/>
    <dgm:cxn modelId="{1184DA19-4634-8F41-98E0-9BB4634105A9}" type="presParOf" srcId="{79A6768D-BE4B-4CD9-81D5-E8BDA05D7FE2}" destId="{622E80F6-D764-461D-82CE-518E7B932E1B}" srcOrd="2" destOrd="0" presId="urn:microsoft.com/office/officeart/2005/8/layout/process3"/>
    <dgm:cxn modelId="{52EA0EEE-F51A-F04B-BBFD-E79BB2D0EB3D}" type="presParOf" srcId="{622E80F6-D764-461D-82CE-518E7B932E1B}" destId="{806DF45A-6F65-4DD1-BF3D-E7E4FD3FE9DC}" srcOrd="0" destOrd="0" presId="urn:microsoft.com/office/officeart/2005/8/layout/process3"/>
    <dgm:cxn modelId="{7869E11C-04F5-1E48-BB00-05C2FB8864BE}" type="presParOf" srcId="{622E80F6-D764-461D-82CE-518E7B932E1B}" destId="{4F905F89-FBE6-4931-BE53-3945C229EAC3}" srcOrd="1" destOrd="0" presId="urn:microsoft.com/office/officeart/2005/8/layout/process3"/>
    <dgm:cxn modelId="{8B277925-32F1-2E40-BA22-E12E08E59309}" type="presParOf" srcId="{622E80F6-D764-461D-82CE-518E7B932E1B}" destId="{50B59053-A6AB-41EB-8697-9B703C7B8411}" srcOrd="2" destOrd="0" presId="urn:microsoft.com/office/officeart/2005/8/layout/process3"/>
    <dgm:cxn modelId="{933B381F-15ED-AF43-B3AE-ABCBCE65DD25}" type="presParOf" srcId="{79A6768D-BE4B-4CD9-81D5-E8BDA05D7FE2}" destId="{16D4A6BD-B400-4795-8F26-D81CBE61F5C6}" srcOrd="3" destOrd="0" presId="urn:microsoft.com/office/officeart/2005/8/layout/process3"/>
    <dgm:cxn modelId="{ED2DEF58-F301-8B45-9A55-13D2D732678A}" type="presParOf" srcId="{16D4A6BD-B400-4795-8F26-D81CBE61F5C6}" destId="{FA9DE44E-2F0C-4D01-A50A-B4EADD7DDA27}" srcOrd="0" destOrd="0" presId="urn:microsoft.com/office/officeart/2005/8/layout/process3"/>
    <dgm:cxn modelId="{DE612BD1-F99E-A945-942E-A12AD14E6071}" type="presParOf" srcId="{79A6768D-BE4B-4CD9-81D5-E8BDA05D7FE2}" destId="{E3BBCA74-4557-465D-B1FC-E69CFE038C5B}" srcOrd="4" destOrd="0" presId="urn:microsoft.com/office/officeart/2005/8/layout/process3"/>
    <dgm:cxn modelId="{DE87A4C8-FAEF-BD4A-BAE3-15E92347A1A4}" type="presParOf" srcId="{E3BBCA74-4557-465D-B1FC-E69CFE038C5B}" destId="{EB976456-CBA4-4425-849C-B4AF0C875108}" srcOrd="0" destOrd="0" presId="urn:microsoft.com/office/officeart/2005/8/layout/process3"/>
    <dgm:cxn modelId="{87B1E669-0A76-3641-B90C-D055C28C3236}" type="presParOf" srcId="{E3BBCA74-4557-465D-B1FC-E69CFE038C5B}" destId="{7E1B946B-FD4C-4F5A-BAF9-9A113D988089}" srcOrd="1" destOrd="0" presId="urn:microsoft.com/office/officeart/2005/8/layout/process3"/>
    <dgm:cxn modelId="{79771EC7-A4A9-F24E-A2BB-0483F3EF251A}" type="presParOf" srcId="{E3BBCA74-4557-465D-B1FC-E69CFE038C5B}" destId="{49AA2618-E99A-4E8C-8F9D-C38861228530}" srcOrd="2" destOrd="0" presId="urn:microsoft.com/office/officeart/2005/8/layout/process3"/>
    <dgm:cxn modelId="{EA33C75C-24D6-1049-8C3D-97365BEF7691}" type="presParOf" srcId="{79A6768D-BE4B-4CD9-81D5-E8BDA05D7FE2}" destId="{FD69D7E6-A0BD-4237-A68E-618DAF636DC8}" srcOrd="5" destOrd="0" presId="urn:microsoft.com/office/officeart/2005/8/layout/process3"/>
    <dgm:cxn modelId="{295B8BA9-AA87-B146-8EA8-CE18D19ACE93}" type="presParOf" srcId="{FD69D7E6-A0BD-4237-A68E-618DAF636DC8}" destId="{2AE775C6-4F67-4B1C-9B4F-D5FF8EC4A416}" srcOrd="0" destOrd="0" presId="urn:microsoft.com/office/officeart/2005/8/layout/process3"/>
    <dgm:cxn modelId="{134DC97B-20FB-8143-8DAD-655782F95CC1}" type="presParOf" srcId="{79A6768D-BE4B-4CD9-81D5-E8BDA05D7FE2}" destId="{99F8DBD3-E94C-4E34-9354-17DE255F4801}" srcOrd="6" destOrd="0" presId="urn:microsoft.com/office/officeart/2005/8/layout/process3"/>
    <dgm:cxn modelId="{5853CB08-63DD-D14D-A466-01B455C5E9BC}" type="presParOf" srcId="{99F8DBD3-E94C-4E34-9354-17DE255F4801}" destId="{FF85C701-CA6F-47E7-9DD3-13AEAC613ABF}" srcOrd="0" destOrd="0" presId="urn:microsoft.com/office/officeart/2005/8/layout/process3"/>
    <dgm:cxn modelId="{6ABB25BD-1516-684B-A72F-A2921F71EDE8}" type="presParOf" srcId="{99F8DBD3-E94C-4E34-9354-17DE255F4801}" destId="{A75E79EC-ACDB-495D-A47B-249E2B3D0C94}" srcOrd="1" destOrd="0" presId="urn:microsoft.com/office/officeart/2005/8/layout/process3"/>
    <dgm:cxn modelId="{67F0C570-F90E-C149-ABE7-8768A1CCF801}" type="presParOf" srcId="{99F8DBD3-E94C-4E34-9354-17DE255F4801}" destId="{BC7EC469-2F4E-4778-B96E-664DB100330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0D810C2-1E63-49D9-BD04-47036B92FA8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C3FC62E-FD16-4787-98AC-1A62F19196EC}">
      <dgm:prSet phldrT="[Text]"/>
      <dgm:spPr/>
      <dgm:t>
        <a:bodyPr/>
        <a:lstStyle/>
        <a:p>
          <a:r>
            <a:rPr lang="es-MX" dirty="0"/>
            <a:t>Saldos a Favor</a:t>
          </a:r>
        </a:p>
      </dgm:t>
    </dgm:pt>
    <dgm:pt modelId="{5E141908-D4BE-49A2-B003-FC4E7C639EC9}" type="parTrans" cxnId="{0DAC19E4-DB1F-4556-BDC9-249735B6C54D}">
      <dgm:prSet/>
      <dgm:spPr/>
      <dgm:t>
        <a:bodyPr/>
        <a:lstStyle/>
        <a:p>
          <a:endParaRPr lang="es-MX"/>
        </a:p>
      </dgm:t>
    </dgm:pt>
    <dgm:pt modelId="{320299D5-35C2-45CF-8219-A468DC71B99B}" type="sibTrans" cxnId="{0DAC19E4-DB1F-4556-BDC9-249735B6C54D}">
      <dgm:prSet/>
      <dgm:spPr/>
      <dgm:t>
        <a:bodyPr/>
        <a:lstStyle/>
        <a:p>
          <a:endParaRPr lang="es-MX"/>
        </a:p>
      </dgm:t>
    </dgm:pt>
    <dgm:pt modelId="{B2A02722-A000-490F-95F2-38D3AEA7B00E}">
      <dgm:prSet phldrT="[Text]" custT="1"/>
      <dgm:spPr>
        <a:solidFill>
          <a:srgbClr val="00B0F0"/>
        </a:solidFill>
      </dgm:spPr>
      <dgm:t>
        <a:bodyPr/>
        <a:lstStyle/>
        <a:p>
          <a:r>
            <a:rPr lang="es-MX" sz="1900" dirty="0"/>
            <a:t>Devolución</a:t>
          </a:r>
        </a:p>
        <a:p>
          <a:r>
            <a:rPr lang="es-MX" sz="1000" dirty="0"/>
            <a:t>(CFF 22)</a:t>
          </a:r>
        </a:p>
      </dgm:t>
    </dgm:pt>
    <dgm:pt modelId="{7B037403-9951-4933-9EBE-A194C28DD501}" type="parTrans" cxnId="{A9CF0EC7-8F5E-4700-A50B-39BD5B0B8F92}">
      <dgm:prSet/>
      <dgm:spPr/>
      <dgm:t>
        <a:bodyPr/>
        <a:lstStyle/>
        <a:p>
          <a:endParaRPr lang="es-MX"/>
        </a:p>
      </dgm:t>
    </dgm:pt>
    <dgm:pt modelId="{D96FC9CA-F1C3-4D05-A93A-107107481198}" type="sibTrans" cxnId="{A9CF0EC7-8F5E-4700-A50B-39BD5B0B8F92}">
      <dgm:prSet/>
      <dgm:spPr/>
      <dgm:t>
        <a:bodyPr/>
        <a:lstStyle/>
        <a:p>
          <a:endParaRPr lang="es-MX"/>
        </a:p>
      </dgm:t>
    </dgm:pt>
    <dgm:pt modelId="{6ECA7F80-710F-4961-B0E5-BD86F9C0F19D}">
      <dgm:prSet phldrT="[Text]" custT="1"/>
      <dgm:spPr/>
      <dgm:t>
        <a:bodyPr/>
        <a:lstStyle/>
        <a:p>
          <a:r>
            <a:rPr lang="es-MX" sz="1900" dirty="0"/>
            <a:t>Compensación</a:t>
          </a:r>
        </a:p>
        <a:p>
          <a:r>
            <a:rPr lang="es-MX" sz="1000" dirty="0"/>
            <a:t>(CFF 23)</a:t>
          </a:r>
        </a:p>
      </dgm:t>
    </dgm:pt>
    <dgm:pt modelId="{E032406E-8525-4EBA-BB5D-04CCC6C0F686}" type="parTrans" cxnId="{15C8D869-08D2-48EA-A541-BAE158F9F4DE}">
      <dgm:prSet/>
      <dgm:spPr/>
      <dgm:t>
        <a:bodyPr/>
        <a:lstStyle/>
        <a:p>
          <a:endParaRPr lang="es-MX"/>
        </a:p>
      </dgm:t>
    </dgm:pt>
    <dgm:pt modelId="{85634621-A54A-477D-8821-B3A5B345ECC7}" type="sibTrans" cxnId="{15C8D869-08D2-48EA-A541-BAE158F9F4DE}">
      <dgm:prSet/>
      <dgm:spPr/>
      <dgm:t>
        <a:bodyPr/>
        <a:lstStyle/>
        <a:p>
          <a:endParaRPr lang="es-MX"/>
        </a:p>
      </dgm:t>
    </dgm:pt>
    <dgm:pt modelId="{9B3B37C3-2B17-4B21-BF23-E216302AEA71}">
      <dgm:prSet/>
      <dgm:spPr/>
      <dgm:t>
        <a:bodyPr/>
        <a:lstStyle/>
        <a:p>
          <a:r>
            <a:rPr lang="es-MX" dirty="0"/>
            <a:t>Impuestos Federales distintos de importación, incluidos los accesorios</a:t>
          </a:r>
        </a:p>
      </dgm:t>
    </dgm:pt>
    <dgm:pt modelId="{1C4CA8FD-0FF6-4361-9F21-3FEDCD2F5F84}" type="parTrans" cxnId="{4A9CD7C5-ECF6-4F9E-8EC9-3A03E55781AD}">
      <dgm:prSet/>
      <dgm:spPr/>
      <dgm:t>
        <a:bodyPr/>
        <a:lstStyle/>
        <a:p>
          <a:endParaRPr lang="es-MX"/>
        </a:p>
      </dgm:t>
    </dgm:pt>
    <dgm:pt modelId="{EFD43BA9-9F80-44B7-896C-B72D66573A01}" type="sibTrans" cxnId="{4A9CD7C5-ECF6-4F9E-8EC9-3A03E55781AD}">
      <dgm:prSet/>
      <dgm:spPr/>
      <dgm:t>
        <a:bodyPr/>
        <a:lstStyle/>
        <a:p>
          <a:endParaRPr lang="es-MX"/>
        </a:p>
      </dgm:t>
    </dgm:pt>
    <dgm:pt modelId="{ED64DB1D-EB33-4CE1-AE6B-0849265A8619}">
      <dgm:prSet/>
      <dgm:spPr/>
      <dgm:t>
        <a:bodyPr/>
        <a:lstStyle/>
        <a:p>
          <a:r>
            <a:rPr lang="es-MX" dirty="0"/>
            <a:t>Adeudo Propio o Retención de Terceros</a:t>
          </a:r>
        </a:p>
      </dgm:t>
    </dgm:pt>
    <dgm:pt modelId="{1F97A1FF-F7E2-4A30-A194-35EC78D931BE}" type="parTrans" cxnId="{54D375A0-C516-43CA-B564-0EE2E2B52D0B}">
      <dgm:prSet/>
      <dgm:spPr/>
      <dgm:t>
        <a:bodyPr/>
        <a:lstStyle/>
        <a:p>
          <a:endParaRPr lang="es-MX"/>
        </a:p>
      </dgm:t>
    </dgm:pt>
    <dgm:pt modelId="{7EB485E6-D799-4E59-BB6A-2433B876B527}" type="sibTrans" cxnId="{54D375A0-C516-43CA-B564-0EE2E2B52D0B}">
      <dgm:prSet/>
      <dgm:spPr/>
      <dgm:t>
        <a:bodyPr/>
        <a:lstStyle/>
        <a:p>
          <a:endParaRPr lang="es-MX"/>
        </a:p>
      </dgm:t>
    </dgm:pt>
    <dgm:pt modelId="{B9FD138B-0D0D-49A7-BF92-D66B5973C550}">
      <dgm:prSet/>
      <dgm:spPr/>
      <dgm:t>
        <a:bodyPr/>
        <a:lstStyle/>
        <a:p>
          <a:r>
            <a:rPr lang="es-MX" dirty="0"/>
            <a:t>Administrados por la misma Autoridad</a:t>
          </a:r>
        </a:p>
      </dgm:t>
    </dgm:pt>
    <dgm:pt modelId="{932E8DE3-355D-4E84-82BA-493D1F92533E}" type="parTrans" cxnId="{4A7C88DF-5F21-4993-8492-FCD50E7469E3}">
      <dgm:prSet/>
      <dgm:spPr/>
      <dgm:t>
        <a:bodyPr/>
        <a:lstStyle/>
        <a:p>
          <a:endParaRPr lang="es-MX"/>
        </a:p>
      </dgm:t>
    </dgm:pt>
    <dgm:pt modelId="{AF2C9AC1-8AF6-4D3C-BF62-6E0509289ED1}" type="sibTrans" cxnId="{4A7C88DF-5F21-4993-8492-FCD50E7469E3}">
      <dgm:prSet/>
      <dgm:spPr/>
      <dgm:t>
        <a:bodyPr/>
        <a:lstStyle/>
        <a:p>
          <a:endParaRPr lang="es-MX"/>
        </a:p>
      </dgm:t>
    </dgm:pt>
    <dgm:pt modelId="{3D291C9A-8198-430A-85D0-73C13475123A}">
      <dgm:prSet/>
      <dgm:spPr/>
      <dgm:t>
        <a:bodyPr/>
        <a:lstStyle/>
        <a:p>
          <a:r>
            <a:rPr lang="es-MX" dirty="0"/>
            <a:t>Sin destino específico</a:t>
          </a:r>
        </a:p>
      </dgm:t>
    </dgm:pt>
    <dgm:pt modelId="{A9B75031-34B9-4878-BE28-D56B87A20A78}" type="parTrans" cxnId="{EA26B76C-1CE5-473C-9E89-4779969CEE43}">
      <dgm:prSet/>
      <dgm:spPr/>
      <dgm:t>
        <a:bodyPr/>
        <a:lstStyle/>
        <a:p>
          <a:endParaRPr lang="es-MX"/>
        </a:p>
      </dgm:t>
    </dgm:pt>
    <dgm:pt modelId="{85AC6276-E4CA-4BAF-BD0B-4C3E05C275FE}" type="sibTrans" cxnId="{EA26B76C-1CE5-473C-9E89-4779969CEE43}">
      <dgm:prSet/>
      <dgm:spPr/>
      <dgm:t>
        <a:bodyPr/>
        <a:lstStyle/>
        <a:p>
          <a:endParaRPr lang="es-MX"/>
        </a:p>
      </dgm:t>
    </dgm:pt>
    <dgm:pt modelId="{66B26BE6-E7C3-4FA9-A3E3-A3C8B6DA8B02}">
      <dgm:prSet/>
      <dgm:spPr/>
      <dgm:t>
        <a:bodyPr/>
        <a:lstStyle/>
        <a:p>
          <a:r>
            <a:rPr lang="es-MX" dirty="0"/>
            <a:t>Actualización conforme al CFF 17-A</a:t>
          </a:r>
        </a:p>
      </dgm:t>
    </dgm:pt>
    <dgm:pt modelId="{1DC781A0-B1A8-45DE-8B62-084E65147D8F}" type="parTrans" cxnId="{5B8C52BE-EA02-4D10-84FE-8C1466473033}">
      <dgm:prSet/>
      <dgm:spPr/>
      <dgm:t>
        <a:bodyPr/>
        <a:lstStyle/>
        <a:p>
          <a:endParaRPr lang="es-MX"/>
        </a:p>
      </dgm:t>
    </dgm:pt>
    <dgm:pt modelId="{43059622-ED72-4304-86C4-F74ABAC34794}" type="sibTrans" cxnId="{5B8C52BE-EA02-4D10-84FE-8C1466473033}">
      <dgm:prSet/>
      <dgm:spPr/>
      <dgm:t>
        <a:bodyPr/>
        <a:lstStyle/>
        <a:p>
          <a:endParaRPr lang="es-MX"/>
        </a:p>
      </dgm:t>
    </dgm:pt>
    <dgm:pt modelId="{A1C9F7AA-BDD0-4448-8E0B-1889F698410B}">
      <dgm:prSet/>
      <dgm:spPr/>
      <dgm:t>
        <a:bodyPr/>
        <a:lstStyle/>
        <a:p>
          <a:r>
            <a:rPr lang="es-MX" dirty="0"/>
            <a:t>Aviso de Compensación dentro de 5 días</a:t>
          </a:r>
        </a:p>
      </dgm:t>
    </dgm:pt>
    <dgm:pt modelId="{F481455D-9CA6-401C-8DD2-16AEAC9B6BAA}" type="parTrans" cxnId="{A8B0AE13-DE95-445C-BD83-B7D539D02B97}">
      <dgm:prSet/>
      <dgm:spPr/>
      <dgm:t>
        <a:bodyPr/>
        <a:lstStyle/>
        <a:p>
          <a:endParaRPr lang="es-MX"/>
        </a:p>
      </dgm:t>
    </dgm:pt>
    <dgm:pt modelId="{875323D8-3B0E-4386-B766-507932FA2229}" type="sibTrans" cxnId="{A8B0AE13-DE95-445C-BD83-B7D539D02B97}">
      <dgm:prSet/>
      <dgm:spPr/>
      <dgm:t>
        <a:bodyPr/>
        <a:lstStyle/>
        <a:p>
          <a:endParaRPr lang="es-MX"/>
        </a:p>
      </dgm:t>
    </dgm:pt>
    <dgm:pt modelId="{38C1727C-5403-46EA-AE92-291926C68B50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Actualización conforme al CFF 17-A</a:t>
          </a:r>
        </a:p>
      </dgm:t>
    </dgm:pt>
    <dgm:pt modelId="{4EA8CABB-5140-4B6F-A142-A84FAF7BCF5D}" type="parTrans" cxnId="{FB0AD01A-1E76-406D-96EF-D0089BB2F1E8}">
      <dgm:prSet/>
      <dgm:spPr/>
      <dgm:t>
        <a:bodyPr/>
        <a:lstStyle/>
        <a:p>
          <a:endParaRPr lang="es-MX"/>
        </a:p>
      </dgm:t>
    </dgm:pt>
    <dgm:pt modelId="{5790A057-317E-435C-BCBF-2940B696CCD5}" type="sibTrans" cxnId="{FB0AD01A-1E76-406D-96EF-D0089BB2F1E8}">
      <dgm:prSet/>
      <dgm:spPr/>
      <dgm:t>
        <a:bodyPr/>
        <a:lstStyle/>
        <a:p>
          <a:endParaRPr lang="es-MX"/>
        </a:p>
      </dgm:t>
    </dgm:pt>
    <dgm:pt modelId="{7BEF0029-82DF-4A8D-A908-8F000287C024}">
      <dgm:prSet custT="1"/>
      <dgm:spPr>
        <a:solidFill>
          <a:srgbClr val="00B0F0"/>
        </a:solidFill>
      </dgm:spPr>
      <dgm:t>
        <a:bodyPr/>
        <a:lstStyle/>
        <a:p>
          <a:r>
            <a:rPr lang="es-MX" sz="1200" dirty="0"/>
            <a:t>Intereses a favor del contribuyente</a:t>
          </a:r>
        </a:p>
        <a:p>
          <a:r>
            <a:rPr lang="es-MX" sz="1000" dirty="0"/>
            <a:t>(CFF 22-A)</a:t>
          </a:r>
        </a:p>
      </dgm:t>
    </dgm:pt>
    <dgm:pt modelId="{6BFBE052-FA9A-4524-B050-0822BAA384CB}" type="parTrans" cxnId="{F75D1F26-3081-4D56-95E3-ED34668A9987}">
      <dgm:prSet/>
      <dgm:spPr/>
      <dgm:t>
        <a:bodyPr/>
        <a:lstStyle/>
        <a:p>
          <a:endParaRPr lang="es-MX"/>
        </a:p>
      </dgm:t>
    </dgm:pt>
    <dgm:pt modelId="{2384E3FF-0B69-4BDD-97BC-F6B5461E4368}" type="sibTrans" cxnId="{F75D1F26-3081-4D56-95E3-ED34668A9987}">
      <dgm:prSet/>
      <dgm:spPr/>
      <dgm:t>
        <a:bodyPr/>
        <a:lstStyle/>
        <a:p>
          <a:endParaRPr lang="es-MX"/>
        </a:p>
      </dgm:t>
    </dgm:pt>
    <dgm:pt modelId="{5E38CBB6-F244-46E7-8714-8810A0A1F827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Devoluciones fuera del plazo</a:t>
          </a:r>
        </a:p>
      </dgm:t>
    </dgm:pt>
    <dgm:pt modelId="{DC328C41-AAD1-40E6-A31E-C5EB4F3AD379}" type="parTrans" cxnId="{64D4859D-51FA-442F-B6A6-690B085417BA}">
      <dgm:prSet/>
      <dgm:spPr/>
      <dgm:t>
        <a:bodyPr/>
        <a:lstStyle/>
        <a:p>
          <a:endParaRPr lang="es-MX"/>
        </a:p>
      </dgm:t>
    </dgm:pt>
    <dgm:pt modelId="{87E78D94-0756-4747-ADFA-0496F343C2F7}" type="sibTrans" cxnId="{64D4859D-51FA-442F-B6A6-690B085417BA}">
      <dgm:prSet/>
      <dgm:spPr/>
      <dgm:t>
        <a:bodyPr/>
        <a:lstStyle/>
        <a:p>
          <a:endParaRPr lang="es-MX"/>
        </a:p>
      </dgm:t>
    </dgm:pt>
    <dgm:pt modelId="{7FC612CA-4452-47E7-98B7-B68B4ED0655C}" type="pres">
      <dgm:prSet presAssocID="{50D810C2-1E63-49D9-BD04-47036B92FA8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DE1A065-3767-40F3-8E56-3561294A5BB9}" type="pres">
      <dgm:prSet presAssocID="{BC3FC62E-FD16-4787-98AC-1A62F19196EC}" presName="root1" presStyleCnt="0"/>
      <dgm:spPr/>
    </dgm:pt>
    <dgm:pt modelId="{2E0AE6E9-757F-4591-89B1-D2A35CF792DA}" type="pres">
      <dgm:prSet presAssocID="{BC3FC62E-FD16-4787-98AC-1A62F19196EC}" presName="LevelOneTextNode" presStyleLbl="node0" presStyleIdx="0" presStyleCnt="1">
        <dgm:presLayoutVars>
          <dgm:chPref val="3"/>
        </dgm:presLayoutVars>
      </dgm:prSet>
      <dgm:spPr/>
    </dgm:pt>
    <dgm:pt modelId="{631BAFE3-FB11-445C-9A90-E0B31564A872}" type="pres">
      <dgm:prSet presAssocID="{BC3FC62E-FD16-4787-98AC-1A62F19196EC}" presName="level2hierChild" presStyleCnt="0"/>
      <dgm:spPr/>
    </dgm:pt>
    <dgm:pt modelId="{83EDA49E-D26D-49FD-9505-E672038A0CBE}" type="pres">
      <dgm:prSet presAssocID="{7B037403-9951-4933-9EBE-A194C28DD501}" presName="conn2-1" presStyleLbl="parChTrans1D2" presStyleIdx="0" presStyleCnt="2"/>
      <dgm:spPr/>
    </dgm:pt>
    <dgm:pt modelId="{DCD71661-B1EF-4459-B8F0-0217A216456C}" type="pres">
      <dgm:prSet presAssocID="{7B037403-9951-4933-9EBE-A194C28DD501}" presName="connTx" presStyleLbl="parChTrans1D2" presStyleIdx="0" presStyleCnt="2"/>
      <dgm:spPr/>
    </dgm:pt>
    <dgm:pt modelId="{26ED2507-BCE7-4A20-AC53-4C5D100C33E5}" type="pres">
      <dgm:prSet presAssocID="{B2A02722-A000-490F-95F2-38D3AEA7B00E}" presName="root2" presStyleCnt="0"/>
      <dgm:spPr/>
    </dgm:pt>
    <dgm:pt modelId="{3F4F6E05-DF23-4258-BDA7-48A150B7A847}" type="pres">
      <dgm:prSet presAssocID="{B2A02722-A000-490F-95F2-38D3AEA7B00E}" presName="LevelTwoTextNode" presStyleLbl="node2" presStyleIdx="0" presStyleCnt="2">
        <dgm:presLayoutVars>
          <dgm:chPref val="3"/>
        </dgm:presLayoutVars>
      </dgm:prSet>
      <dgm:spPr/>
    </dgm:pt>
    <dgm:pt modelId="{75B1A689-BA1B-4D3B-8F56-75C44FD4E8AF}" type="pres">
      <dgm:prSet presAssocID="{B2A02722-A000-490F-95F2-38D3AEA7B00E}" presName="level3hierChild" presStyleCnt="0"/>
      <dgm:spPr/>
    </dgm:pt>
    <dgm:pt modelId="{BF66AAB2-82CA-42BA-B965-77A40943278D}" type="pres">
      <dgm:prSet presAssocID="{4EA8CABB-5140-4B6F-A142-A84FAF7BCF5D}" presName="conn2-1" presStyleLbl="parChTrans1D3" presStyleIdx="0" presStyleCnt="5"/>
      <dgm:spPr/>
    </dgm:pt>
    <dgm:pt modelId="{ABA61267-CA1E-4769-9831-7F2B395471AE}" type="pres">
      <dgm:prSet presAssocID="{4EA8CABB-5140-4B6F-A142-A84FAF7BCF5D}" presName="connTx" presStyleLbl="parChTrans1D3" presStyleIdx="0" presStyleCnt="5"/>
      <dgm:spPr/>
    </dgm:pt>
    <dgm:pt modelId="{5DF34A91-D417-4D00-9B43-F7D2EA5D2E91}" type="pres">
      <dgm:prSet presAssocID="{38C1727C-5403-46EA-AE92-291926C68B50}" presName="root2" presStyleCnt="0"/>
      <dgm:spPr/>
    </dgm:pt>
    <dgm:pt modelId="{3F2A55C4-BA52-47B6-B924-60050EB127F1}" type="pres">
      <dgm:prSet presAssocID="{38C1727C-5403-46EA-AE92-291926C68B50}" presName="LevelTwoTextNode" presStyleLbl="node3" presStyleIdx="0" presStyleCnt="5">
        <dgm:presLayoutVars>
          <dgm:chPref val="3"/>
        </dgm:presLayoutVars>
      </dgm:prSet>
      <dgm:spPr/>
    </dgm:pt>
    <dgm:pt modelId="{C490D5B1-EF9B-4917-8FDA-801FB612C5C7}" type="pres">
      <dgm:prSet presAssocID="{38C1727C-5403-46EA-AE92-291926C68B50}" presName="level3hierChild" presStyleCnt="0"/>
      <dgm:spPr/>
    </dgm:pt>
    <dgm:pt modelId="{9CDCA454-A61C-4C97-9BE4-94E50D5B08E6}" type="pres">
      <dgm:prSet presAssocID="{6BFBE052-FA9A-4524-B050-0822BAA384CB}" presName="conn2-1" presStyleLbl="parChTrans1D3" presStyleIdx="1" presStyleCnt="5"/>
      <dgm:spPr/>
    </dgm:pt>
    <dgm:pt modelId="{8A06F65A-145F-4A6B-AD9E-B6A2FB5421B9}" type="pres">
      <dgm:prSet presAssocID="{6BFBE052-FA9A-4524-B050-0822BAA384CB}" presName="connTx" presStyleLbl="parChTrans1D3" presStyleIdx="1" presStyleCnt="5"/>
      <dgm:spPr/>
    </dgm:pt>
    <dgm:pt modelId="{014FE0FA-3129-43E1-9910-905315EEB97C}" type="pres">
      <dgm:prSet presAssocID="{7BEF0029-82DF-4A8D-A908-8F000287C024}" presName="root2" presStyleCnt="0"/>
      <dgm:spPr/>
    </dgm:pt>
    <dgm:pt modelId="{B51BE091-DEF6-4CA9-BE8D-D69189FAEEDF}" type="pres">
      <dgm:prSet presAssocID="{7BEF0029-82DF-4A8D-A908-8F000287C024}" presName="LevelTwoTextNode" presStyleLbl="node3" presStyleIdx="1" presStyleCnt="5">
        <dgm:presLayoutVars>
          <dgm:chPref val="3"/>
        </dgm:presLayoutVars>
      </dgm:prSet>
      <dgm:spPr/>
    </dgm:pt>
    <dgm:pt modelId="{6261B9AB-6BEC-49B3-A1AC-0714016C203A}" type="pres">
      <dgm:prSet presAssocID="{7BEF0029-82DF-4A8D-A908-8F000287C024}" presName="level3hierChild" presStyleCnt="0"/>
      <dgm:spPr/>
    </dgm:pt>
    <dgm:pt modelId="{286D96DF-F948-451A-8D2C-42CD36785304}" type="pres">
      <dgm:prSet presAssocID="{DC328C41-AAD1-40E6-A31E-C5EB4F3AD379}" presName="conn2-1" presStyleLbl="parChTrans1D4" presStyleIdx="0" presStyleCnt="4"/>
      <dgm:spPr/>
    </dgm:pt>
    <dgm:pt modelId="{1DDCF0C1-DBC8-4846-8880-7147D27E4E2C}" type="pres">
      <dgm:prSet presAssocID="{DC328C41-AAD1-40E6-A31E-C5EB4F3AD379}" presName="connTx" presStyleLbl="parChTrans1D4" presStyleIdx="0" presStyleCnt="4"/>
      <dgm:spPr/>
    </dgm:pt>
    <dgm:pt modelId="{20F4371B-B924-4BBD-B36A-877E0956EAC9}" type="pres">
      <dgm:prSet presAssocID="{5E38CBB6-F244-46E7-8714-8810A0A1F827}" presName="root2" presStyleCnt="0"/>
      <dgm:spPr/>
    </dgm:pt>
    <dgm:pt modelId="{FF1F1A64-D2F2-45EA-A28B-B21BD8A1D4DF}" type="pres">
      <dgm:prSet presAssocID="{5E38CBB6-F244-46E7-8714-8810A0A1F827}" presName="LevelTwoTextNode" presStyleLbl="node4" presStyleIdx="0" presStyleCnt="4">
        <dgm:presLayoutVars>
          <dgm:chPref val="3"/>
        </dgm:presLayoutVars>
      </dgm:prSet>
      <dgm:spPr/>
    </dgm:pt>
    <dgm:pt modelId="{0978F4B4-3BB3-48E1-863C-E0A7E8E66B58}" type="pres">
      <dgm:prSet presAssocID="{5E38CBB6-F244-46E7-8714-8810A0A1F827}" presName="level3hierChild" presStyleCnt="0"/>
      <dgm:spPr/>
    </dgm:pt>
    <dgm:pt modelId="{C5F6F76A-4E6B-4213-92E1-0D0AE287EC13}" type="pres">
      <dgm:prSet presAssocID="{E032406E-8525-4EBA-BB5D-04CCC6C0F686}" presName="conn2-1" presStyleLbl="parChTrans1D2" presStyleIdx="1" presStyleCnt="2"/>
      <dgm:spPr/>
    </dgm:pt>
    <dgm:pt modelId="{B13BAF6C-87F3-4EB7-9B00-07098524D115}" type="pres">
      <dgm:prSet presAssocID="{E032406E-8525-4EBA-BB5D-04CCC6C0F686}" presName="connTx" presStyleLbl="parChTrans1D2" presStyleIdx="1" presStyleCnt="2"/>
      <dgm:spPr/>
    </dgm:pt>
    <dgm:pt modelId="{5FA3E0B2-C6A4-47BB-A95C-8DCDC31D2D80}" type="pres">
      <dgm:prSet presAssocID="{6ECA7F80-710F-4961-B0E5-BD86F9C0F19D}" presName="root2" presStyleCnt="0"/>
      <dgm:spPr/>
    </dgm:pt>
    <dgm:pt modelId="{BBC9E7C1-3C2F-4814-AFD0-56D694453E80}" type="pres">
      <dgm:prSet presAssocID="{6ECA7F80-710F-4961-B0E5-BD86F9C0F19D}" presName="LevelTwoTextNode" presStyleLbl="node2" presStyleIdx="1" presStyleCnt="2">
        <dgm:presLayoutVars>
          <dgm:chPref val="3"/>
        </dgm:presLayoutVars>
      </dgm:prSet>
      <dgm:spPr/>
    </dgm:pt>
    <dgm:pt modelId="{C616F414-89AF-4ED7-A6AF-FAA95AD18B63}" type="pres">
      <dgm:prSet presAssocID="{6ECA7F80-710F-4961-B0E5-BD86F9C0F19D}" presName="level3hierChild" presStyleCnt="0"/>
      <dgm:spPr/>
    </dgm:pt>
    <dgm:pt modelId="{323EF08A-7AA5-440C-9AF2-26FB099798D4}" type="pres">
      <dgm:prSet presAssocID="{1C4CA8FD-0FF6-4361-9F21-3FEDCD2F5F84}" presName="conn2-1" presStyleLbl="parChTrans1D3" presStyleIdx="2" presStyleCnt="5"/>
      <dgm:spPr/>
    </dgm:pt>
    <dgm:pt modelId="{C5E12491-BBE5-4AD4-9F22-E30D1F264807}" type="pres">
      <dgm:prSet presAssocID="{1C4CA8FD-0FF6-4361-9F21-3FEDCD2F5F84}" presName="connTx" presStyleLbl="parChTrans1D3" presStyleIdx="2" presStyleCnt="5"/>
      <dgm:spPr/>
    </dgm:pt>
    <dgm:pt modelId="{B8D28648-9277-4592-AF48-A4E06039DF54}" type="pres">
      <dgm:prSet presAssocID="{9B3B37C3-2B17-4B21-BF23-E216302AEA71}" presName="root2" presStyleCnt="0"/>
      <dgm:spPr/>
    </dgm:pt>
    <dgm:pt modelId="{EA300E55-130E-45B7-8AB0-ED945C6E264B}" type="pres">
      <dgm:prSet presAssocID="{9B3B37C3-2B17-4B21-BF23-E216302AEA71}" presName="LevelTwoTextNode" presStyleLbl="node3" presStyleIdx="2" presStyleCnt="5">
        <dgm:presLayoutVars>
          <dgm:chPref val="3"/>
        </dgm:presLayoutVars>
      </dgm:prSet>
      <dgm:spPr/>
    </dgm:pt>
    <dgm:pt modelId="{13BF9A55-C1F4-4A32-A687-2635DFFFFDB5}" type="pres">
      <dgm:prSet presAssocID="{9B3B37C3-2B17-4B21-BF23-E216302AEA71}" presName="level3hierChild" presStyleCnt="0"/>
      <dgm:spPr/>
    </dgm:pt>
    <dgm:pt modelId="{2FC998F8-C9D3-4928-8B54-818377C9EF13}" type="pres">
      <dgm:prSet presAssocID="{1F97A1FF-F7E2-4A30-A194-35EC78D931BE}" presName="conn2-1" presStyleLbl="parChTrans1D4" presStyleIdx="1" presStyleCnt="4"/>
      <dgm:spPr/>
    </dgm:pt>
    <dgm:pt modelId="{60428037-47FD-4642-AB1C-7C1B9F344CC5}" type="pres">
      <dgm:prSet presAssocID="{1F97A1FF-F7E2-4A30-A194-35EC78D931BE}" presName="connTx" presStyleLbl="parChTrans1D4" presStyleIdx="1" presStyleCnt="4"/>
      <dgm:spPr/>
    </dgm:pt>
    <dgm:pt modelId="{DE5814E7-184B-443C-81AA-4E7092DA788A}" type="pres">
      <dgm:prSet presAssocID="{ED64DB1D-EB33-4CE1-AE6B-0849265A8619}" presName="root2" presStyleCnt="0"/>
      <dgm:spPr/>
    </dgm:pt>
    <dgm:pt modelId="{1B790552-F408-4599-8750-DE53B70773AF}" type="pres">
      <dgm:prSet presAssocID="{ED64DB1D-EB33-4CE1-AE6B-0849265A8619}" presName="LevelTwoTextNode" presStyleLbl="node4" presStyleIdx="1" presStyleCnt="4">
        <dgm:presLayoutVars>
          <dgm:chPref val="3"/>
        </dgm:presLayoutVars>
      </dgm:prSet>
      <dgm:spPr/>
    </dgm:pt>
    <dgm:pt modelId="{7E3337D6-B77A-46F6-AE8D-67F2062FD3DA}" type="pres">
      <dgm:prSet presAssocID="{ED64DB1D-EB33-4CE1-AE6B-0849265A8619}" presName="level3hierChild" presStyleCnt="0"/>
      <dgm:spPr/>
    </dgm:pt>
    <dgm:pt modelId="{0E05126C-5F30-4DB4-BE73-33604195637F}" type="pres">
      <dgm:prSet presAssocID="{932E8DE3-355D-4E84-82BA-493D1F92533E}" presName="conn2-1" presStyleLbl="parChTrans1D4" presStyleIdx="2" presStyleCnt="4"/>
      <dgm:spPr/>
    </dgm:pt>
    <dgm:pt modelId="{22D16EDF-D448-4BA9-A5E6-911FF609FD80}" type="pres">
      <dgm:prSet presAssocID="{932E8DE3-355D-4E84-82BA-493D1F92533E}" presName="connTx" presStyleLbl="parChTrans1D4" presStyleIdx="2" presStyleCnt="4"/>
      <dgm:spPr/>
    </dgm:pt>
    <dgm:pt modelId="{418DB36B-26A4-4FB4-8A0B-A82ADD0E810B}" type="pres">
      <dgm:prSet presAssocID="{B9FD138B-0D0D-49A7-BF92-D66B5973C550}" presName="root2" presStyleCnt="0"/>
      <dgm:spPr/>
    </dgm:pt>
    <dgm:pt modelId="{AF49D5B3-508A-4D50-9695-4E171CAFE0D0}" type="pres">
      <dgm:prSet presAssocID="{B9FD138B-0D0D-49A7-BF92-D66B5973C550}" presName="LevelTwoTextNode" presStyleLbl="node4" presStyleIdx="2" presStyleCnt="4">
        <dgm:presLayoutVars>
          <dgm:chPref val="3"/>
        </dgm:presLayoutVars>
      </dgm:prSet>
      <dgm:spPr/>
    </dgm:pt>
    <dgm:pt modelId="{C359BCA5-4BFF-4BE1-BAA5-529FB7A136A2}" type="pres">
      <dgm:prSet presAssocID="{B9FD138B-0D0D-49A7-BF92-D66B5973C550}" presName="level3hierChild" presStyleCnt="0"/>
      <dgm:spPr/>
    </dgm:pt>
    <dgm:pt modelId="{8A340DF9-6869-4E82-90D4-FC91822F8274}" type="pres">
      <dgm:prSet presAssocID="{A9B75031-34B9-4878-BE28-D56B87A20A78}" presName="conn2-1" presStyleLbl="parChTrans1D4" presStyleIdx="3" presStyleCnt="4"/>
      <dgm:spPr/>
    </dgm:pt>
    <dgm:pt modelId="{34BA7158-3B71-4A6B-AFCC-68E282326B22}" type="pres">
      <dgm:prSet presAssocID="{A9B75031-34B9-4878-BE28-D56B87A20A78}" presName="connTx" presStyleLbl="parChTrans1D4" presStyleIdx="3" presStyleCnt="4"/>
      <dgm:spPr/>
    </dgm:pt>
    <dgm:pt modelId="{6DA0E86F-E822-4489-A7CA-FCCA17E41757}" type="pres">
      <dgm:prSet presAssocID="{3D291C9A-8198-430A-85D0-73C13475123A}" presName="root2" presStyleCnt="0"/>
      <dgm:spPr/>
    </dgm:pt>
    <dgm:pt modelId="{7B3C474F-F151-4A05-BDCE-151A710726DD}" type="pres">
      <dgm:prSet presAssocID="{3D291C9A-8198-430A-85D0-73C13475123A}" presName="LevelTwoTextNode" presStyleLbl="node4" presStyleIdx="3" presStyleCnt="4">
        <dgm:presLayoutVars>
          <dgm:chPref val="3"/>
        </dgm:presLayoutVars>
      </dgm:prSet>
      <dgm:spPr/>
    </dgm:pt>
    <dgm:pt modelId="{5151CA35-CCEE-4804-960F-A396B12DBAD0}" type="pres">
      <dgm:prSet presAssocID="{3D291C9A-8198-430A-85D0-73C13475123A}" presName="level3hierChild" presStyleCnt="0"/>
      <dgm:spPr/>
    </dgm:pt>
    <dgm:pt modelId="{FBB04790-9FA8-4FC1-9105-0721F73FAC7D}" type="pres">
      <dgm:prSet presAssocID="{1DC781A0-B1A8-45DE-8B62-084E65147D8F}" presName="conn2-1" presStyleLbl="parChTrans1D3" presStyleIdx="3" presStyleCnt="5"/>
      <dgm:spPr/>
    </dgm:pt>
    <dgm:pt modelId="{59415548-2F70-464B-8451-30555077FE01}" type="pres">
      <dgm:prSet presAssocID="{1DC781A0-B1A8-45DE-8B62-084E65147D8F}" presName="connTx" presStyleLbl="parChTrans1D3" presStyleIdx="3" presStyleCnt="5"/>
      <dgm:spPr/>
    </dgm:pt>
    <dgm:pt modelId="{99349AA8-8D62-4C4E-A26F-4B72D854997A}" type="pres">
      <dgm:prSet presAssocID="{66B26BE6-E7C3-4FA9-A3E3-A3C8B6DA8B02}" presName="root2" presStyleCnt="0"/>
      <dgm:spPr/>
    </dgm:pt>
    <dgm:pt modelId="{EC5D991B-2B76-4AAE-AC44-F7AE930DA26B}" type="pres">
      <dgm:prSet presAssocID="{66B26BE6-E7C3-4FA9-A3E3-A3C8B6DA8B02}" presName="LevelTwoTextNode" presStyleLbl="node3" presStyleIdx="3" presStyleCnt="5">
        <dgm:presLayoutVars>
          <dgm:chPref val="3"/>
        </dgm:presLayoutVars>
      </dgm:prSet>
      <dgm:spPr/>
    </dgm:pt>
    <dgm:pt modelId="{BB84FAA3-4410-46FD-8DD0-657632FE4E30}" type="pres">
      <dgm:prSet presAssocID="{66B26BE6-E7C3-4FA9-A3E3-A3C8B6DA8B02}" presName="level3hierChild" presStyleCnt="0"/>
      <dgm:spPr/>
    </dgm:pt>
    <dgm:pt modelId="{ABD75211-4CE3-407B-9F69-010FA9CFE4F9}" type="pres">
      <dgm:prSet presAssocID="{F481455D-9CA6-401C-8DD2-16AEAC9B6BAA}" presName="conn2-1" presStyleLbl="parChTrans1D3" presStyleIdx="4" presStyleCnt="5"/>
      <dgm:spPr/>
    </dgm:pt>
    <dgm:pt modelId="{61DB1023-B613-4048-AD27-011AFE5469EB}" type="pres">
      <dgm:prSet presAssocID="{F481455D-9CA6-401C-8DD2-16AEAC9B6BAA}" presName="connTx" presStyleLbl="parChTrans1D3" presStyleIdx="4" presStyleCnt="5"/>
      <dgm:spPr/>
    </dgm:pt>
    <dgm:pt modelId="{2800C850-85E6-4841-865E-BDAE0257C2C3}" type="pres">
      <dgm:prSet presAssocID="{A1C9F7AA-BDD0-4448-8E0B-1889F698410B}" presName="root2" presStyleCnt="0"/>
      <dgm:spPr/>
    </dgm:pt>
    <dgm:pt modelId="{F7A32A42-7664-4CB1-940E-EA468F60BFFF}" type="pres">
      <dgm:prSet presAssocID="{A1C9F7AA-BDD0-4448-8E0B-1889F698410B}" presName="LevelTwoTextNode" presStyleLbl="node3" presStyleIdx="4" presStyleCnt="5">
        <dgm:presLayoutVars>
          <dgm:chPref val="3"/>
        </dgm:presLayoutVars>
      </dgm:prSet>
      <dgm:spPr/>
    </dgm:pt>
    <dgm:pt modelId="{AAB2149A-30E4-4CFD-A3F9-01F8E2214D55}" type="pres">
      <dgm:prSet presAssocID="{A1C9F7AA-BDD0-4448-8E0B-1889F698410B}" presName="level3hierChild" presStyleCnt="0"/>
      <dgm:spPr/>
    </dgm:pt>
  </dgm:ptLst>
  <dgm:cxnLst>
    <dgm:cxn modelId="{F9EF4800-6AE0-42E4-A4F6-D26B48541623}" type="presOf" srcId="{E032406E-8525-4EBA-BB5D-04CCC6C0F686}" destId="{C5F6F76A-4E6B-4213-92E1-0D0AE287EC13}" srcOrd="0" destOrd="0" presId="urn:microsoft.com/office/officeart/2008/layout/HorizontalMultiLevelHierarchy"/>
    <dgm:cxn modelId="{5CF1AB01-C327-48F5-AB89-F909469CD5FE}" type="presOf" srcId="{B9FD138B-0D0D-49A7-BF92-D66B5973C550}" destId="{AF49D5B3-508A-4D50-9695-4E171CAFE0D0}" srcOrd="0" destOrd="0" presId="urn:microsoft.com/office/officeart/2008/layout/HorizontalMultiLevelHierarchy"/>
    <dgm:cxn modelId="{6BBB140B-AC24-4C2B-9108-39B2C4CECDCC}" type="presOf" srcId="{1DC781A0-B1A8-45DE-8B62-084E65147D8F}" destId="{FBB04790-9FA8-4FC1-9105-0721F73FAC7D}" srcOrd="0" destOrd="0" presId="urn:microsoft.com/office/officeart/2008/layout/HorizontalMultiLevelHierarchy"/>
    <dgm:cxn modelId="{A8B0AE13-DE95-445C-BD83-B7D539D02B97}" srcId="{6ECA7F80-710F-4961-B0E5-BD86F9C0F19D}" destId="{A1C9F7AA-BDD0-4448-8E0B-1889F698410B}" srcOrd="2" destOrd="0" parTransId="{F481455D-9CA6-401C-8DD2-16AEAC9B6BAA}" sibTransId="{875323D8-3B0E-4386-B766-507932FA2229}"/>
    <dgm:cxn modelId="{83064315-9A7D-43DD-9ED5-54BB85E0CFCA}" type="presOf" srcId="{7B037403-9951-4933-9EBE-A194C28DD501}" destId="{83EDA49E-D26D-49FD-9505-E672038A0CBE}" srcOrd="0" destOrd="0" presId="urn:microsoft.com/office/officeart/2008/layout/HorizontalMultiLevelHierarchy"/>
    <dgm:cxn modelId="{C2734316-6D79-4AD4-9F7C-772C98F80FE1}" type="presOf" srcId="{DC328C41-AAD1-40E6-A31E-C5EB4F3AD379}" destId="{1DDCF0C1-DBC8-4846-8880-7147D27E4E2C}" srcOrd="1" destOrd="0" presId="urn:microsoft.com/office/officeart/2008/layout/HorizontalMultiLevelHierarchy"/>
    <dgm:cxn modelId="{C769D116-C686-44F6-AADE-D9D307999A07}" type="presOf" srcId="{A1C9F7AA-BDD0-4448-8E0B-1889F698410B}" destId="{F7A32A42-7664-4CB1-940E-EA468F60BFFF}" srcOrd="0" destOrd="0" presId="urn:microsoft.com/office/officeart/2008/layout/HorizontalMultiLevelHierarchy"/>
    <dgm:cxn modelId="{FB0AD01A-1E76-406D-96EF-D0089BB2F1E8}" srcId="{B2A02722-A000-490F-95F2-38D3AEA7B00E}" destId="{38C1727C-5403-46EA-AE92-291926C68B50}" srcOrd="0" destOrd="0" parTransId="{4EA8CABB-5140-4B6F-A142-A84FAF7BCF5D}" sibTransId="{5790A057-317E-435C-BCBF-2940B696CCD5}"/>
    <dgm:cxn modelId="{B062B420-9B85-4D58-92A4-811575E7B5A4}" type="presOf" srcId="{3D291C9A-8198-430A-85D0-73C13475123A}" destId="{7B3C474F-F151-4A05-BDCE-151A710726DD}" srcOrd="0" destOrd="0" presId="urn:microsoft.com/office/officeart/2008/layout/HorizontalMultiLevelHierarchy"/>
    <dgm:cxn modelId="{F75D1F26-3081-4D56-95E3-ED34668A9987}" srcId="{B2A02722-A000-490F-95F2-38D3AEA7B00E}" destId="{7BEF0029-82DF-4A8D-A908-8F000287C024}" srcOrd="1" destOrd="0" parTransId="{6BFBE052-FA9A-4524-B050-0822BAA384CB}" sibTransId="{2384E3FF-0B69-4BDD-97BC-F6B5461E4368}"/>
    <dgm:cxn modelId="{65077730-A073-48F5-A102-DD53BD8DB629}" type="presOf" srcId="{1F97A1FF-F7E2-4A30-A194-35EC78D931BE}" destId="{60428037-47FD-4642-AB1C-7C1B9F344CC5}" srcOrd="1" destOrd="0" presId="urn:microsoft.com/office/officeart/2008/layout/HorizontalMultiLevelHierarchy"/>
    <dgm:cxn modelId="{75BFA95D-F1C8-4DA2-B885-10447E62A0B0}" type="presOf" srcId="{BC3FC62E-FD16-4787-98AC-1A62F19196EC}" destId="{2E0AE6E9-757F-4591-89B1-D2A35CF792DA}" srcOrd="0" destOrd="0" presId="urn:microsoft.com/office/officeart/2008/layout/HorizontalMultiLevelHierarchy"/>
    <dgm:cxn modelId="{D6A53763-478D-44F4-967B-9810C6D66FFB}" type="presOf" srcId="{A9B75031-34B9-4878-BE28-D56B87A20A78}" destId="{34BA7158-3B71-4A6B-AFCC-68E282326B22}" srcOrd="1" destOrd="0" presId="urn:microsoft.com/office/officeart/2008/layout/HorizontalMultiLevelHierarchy"/>
    <dgm:cxn modelId="{15C8D869-08D2-48EA-A541-BAE158F9F4DE}" srcId="{BC3FC62E-FD16-4787-98AC-1A62F19196EC}" destId="{6ECA7F80-710F-4961-B0E5-BD86F9C0F19D}" srcOrd="1" destOrd="0" parTransId="{E032406E-8525-4EBA-BB5D-04CCC6C0F686}" sibTransId="{85634621-A54A-477D-8821-B3A5B345ECC7}"/>
    <dgm:cxn modelId="{E4A9936A-F4ED-4305-97A9-B912C658BD3B}" type="presOf" srcId="{E032406E-8525-4EBA-BB5D-04CCC6C0F686}" destId="{B13BAF6C-87F3-4EB7-9B00-07098524D115}" srcOrd="1" destOrd="0" presId="urn:microsoft.com/office/officeart/2008/layout/HorizontalMultiLevelHierarchy"/>
    <dgm:cxn modelId="{FFBECF6B-AB81-4115-BA82-4ADE3FB74C5D}" type="presOf" srcId="{4EA8CABB-5140-4B6F-A142-A84FAF7BCF5D}" destId="{ABA61267-CA1E-4769-9831-7F2B395471AE}" srcOrd="1" destOrd="0" presId="urn:microsoft.com/office/officeart/2008/layout/HorizontalMultiLevelHierarchy"/>
    <dgm:cxn modelId="{7394EA4B-EA0C-469E-90EA-1DC411C93EEB}" type="presOf" srcId="{6ECA7F80-710F-4961-B0E5-BD86F9C0F19D}" destId="{BBC9E7C1-3C2F-4814-AFD0-56D694453E80}" srcOrd="0" destOrd="0" presId="urn:microsoft.com/office/officeart/2008/layout/HorizontalMultiLevelHierarchy"/>
    <dgm:cxn modelId="{EA26B76C-1CE5-473C-9E89-4779969CEE43}" srcId="{9B3B37C3-2B17-4B21-BF23-E216302AEA71}" destId="{3D291C9A-8198-430A-85D0-73C13475123A}" srcOrd="2" destOrd="0" parTransId="{A9B75031-34B9-4878-BE28-D56B87A20A78}" sibTransId="{85AC6276-E4CA-4BAF-BD0B-4C3E05C275FE}"/>
    <dgm:cxn modelId="{0A392172-42A0-482C-922B-3A1F458ED3FE}" type="presOf" srcId="{6BFBE052-FA9A-4524-B050-0822BAA384CB}" destId="{9CDCA454-A61C-4C97-9BE4-94E50D5B08E6}" srcOrd="0" destOrd="0" presId="urn:microsoft.com/office/officeart/2008/layout/HorizontalMultiLevelHierarchy"/>
    <dgm:cxn modelId="{32786473-9007-4CDE-9AFA-9116D127734F}" type="presOf" srcId="{7B037403-9951-4933-9EBE-A194C28DD501}" destId="{DCD71661-B1EF-4459-B8F0-0217A216456C}" srcOrd="1" destOrd="0" presId="urn:microsoft.com/office/officeart/2008/layout/HorizontalMultiLevelHierarchy"/>
    <dgm:cxn modelId="{2216AA7B-6B68-42B8-94E9-0083C19FAF5D}" type="presOf" srcId="{9B3B37C3-2B17-4B21-BF23-E216302AEA71}" destId="{EA300E55-130E-45B7-8AB0-ED945C6E264B}" srcOrd="0" destOrd="0" presId="urn:microsoft.com/office/officeart/2008/layout/HorizontalMultiLevelHierarchy"/>
    <dgm:cxn modelId="{8892BC7B-A54C-4881-9A10-7E4E10B3E3F8}" type="presOf" srcId="{1F97A1FF-F7E2-4A30-A194-35EC78D931BE}" destId="{2FC998F8-C9D3-4928-8B54-818377C9EF13}" srcOrd="0" destOrd="0" presId="urn:microsoft.com/office/officeart/2008/layout/HorizontalMultiLevelHierarchy"/>
    <dgm:cxn modelId="{5624507D-39C1-416C-AACD-6B93CF718BFA}" type="presOf" srcId="{5E38CBB6-F244-46E7-8714-8810A0A1F827}" destId="{FF1F1A64-D2F2-45EA-A28B-B21BD8A1D4DF}" srcOrd="0" destOrd="0" presId="urn:microsoft.com/office/officeart/2008/layout/HorizontalMultiLevelHierarchy"/>
    <dgm:cxn modelId="{E11B4E80-DEA2-447A-B15A-2398D7722183}" type="presOf" srcId="{A9B75031-34B9-4878-BE28-D56B87A20A78}" destId="{8A340DF9-6869-4E82-90D4-FC91822F8274}" srcOrd="0" destOrd="0" presId="urn:microsoft.com/office/officeart/2008/layout/HorizontalMultiLevelHierarchy"/>
    <dgm:cxn modelId="{2A104C86-3911-4C58-A425-166F50F51D42}" type="presOf" srcId="{4EA8CABB-5140-4B6F-A142-A84FAF7BCF5D}" destId="{BF66AAB2-82CA-42BA-B965-77A40943278D}" srcOrd="0" destOrd="0" presId="urn:microsoft.com/office/officeart/2008/layout/HorizontalMultiLevelHierarchy"/>
    <dgm:cxn modelId="{3F22A18E-1463-4F79-892E-7AD0A6A2DE76}" type="presOf" srcId="{1DC781A0-B1A8-45DE-8B62-084E65147D8F}" destId="{59415548-2F70-464B-8451-30555077FE01}" srcOrd="1" destOrd="0" presId="urn:microsoft.com/office/officeart/2008/layout/HorizontalMultiLevelHierarchy"/>
    <dgm:cxn modelId="{64D4859D-51FA-442F-B6A6-690B085417BA}" srcId="{7BEF0029-82DF-4A8D-A908-8F000287C024}" destId="{5E38CBB6-F244-46E7-8714-8810A0A1F827}" srcOrd="0" destOrd="0" parTransId="{DC328C41-AAD1-40E6-A31E-C5EB4F3AD379}" sibTransId="{87E78D94-0756-4747-ADFA-0496F343C2F7}"/>
    <dgm:cxn modelId="{54D375A0-C516-43CA-B564-0EE2E2B52D0B}" srcId="{9B3B37C3-2B17-4B21-BF23-E216302AEA71}" destId="{ED64DB1D-EB33-4CE1-AE6B-0849265A8619}" srcOrd="0" destOrd="0" parTransId="{1F97A1FF-F7E2-4A30-A194-35EC78D931BE}" sibTransId="{7EB485E6-D799-4E59-BB6A-2433B876B527}"/>
    <dgm:cxn modelId="{8AE4B6B1-67ED-4E85-A1F2-4D4A73E3A188}" type="presOf" srcId="{1C4CA8FD-0FF6-4361-9F21-3FEDCD2F5F84}" destId="{C5E12491-BBE5-4AD4-9F22-E30D1F264807}" srcOrd="1" destOrd="0" presId="urn:microsoft.com/office/officeart/2008/layout/HorizontalMultiLevelHierarchy"/>
    <dgm:cxn modelId="{A33C5BB4-7313-49BA-B9A8-8E2D2D32CE41}" type="presOf" srcId="{932E8DE3-355D-4E84-82BA-493D1F92533E}" destId="{22D16EDF-D448-4BA9-A5E6-911FF609FD80}" srcOrd="1" destOrd="0" presId="urn:microsoft.com/office/officeart/2008/layout/HorizontalMultiLevelHierarchy"/>
    <dgm:cxn modelId="{9F47A2BC-04B2-4A8D-8ACC-49FD4BC0C023}" type="presOf" srcId="{38C1727C-5403-46EA-AE92-291926C68B50}" destId="{3F2A55C4-BA52-47B6-B924-60050EB127F1}" srcOrd="0" destOrd="0" presId="urn:microsoft.com/office/officeart/2008/layout/HorizontalMultiLevelHierarchy"/>
    <dgm:cxn modelId="{5B8C52BE-EA02-4D10-84FE-8C1466473033}" srcId="{6ECA7F80-710F-4961-B0E5-BD86F9C0F19D}" destId="{66B26BE6-E7C3-4FA9-A3E3-A3C8B6DA8B02}" srcOrd="1" destOrd="0" parTransId="{1DC781A0-B1A8-45DE-8B62-084E65147D8F}" sibTransId="{43059622-ED72-4304-86C4-F74ABAC34794}"/>
    <dgm:cxn modelId="{0D942AC0-B10E-4AEC-AE99-9ADA9BB1D7FD}" type="presOf" srcId="{F481455D-9CA6-401C-8DD2-16AEAC9B6BAA}" destId="{61DB1023-B613-4048-AD27-011AFE5469EB}" srcOrd="1" destOrd="0" presId="urn:microsoft.com/office/officeart/2008/layout/HorizontalMultiLevelHierarchy"/>
    <dgm:cxn modelId="{28B1F3C2-D00E-4AB8-A6C1-3D25117EDB39}" type="presOf" srcId="{ED64DB1D-EB33-4CE1-AE6B-0849265A8619}" destId="{1B790552-F408-4599-8750-DE53B70773AF}" srcOrd="0" destOrd="0" presId="urn:microsoft.com/office/officeart/2008/layout/HorizontalMultiLevelHierarchy"/>
    <dgm:cxn modelId="{4A9CD7C5-ECF6-4F9E-8EC9-3A03E55781AD}" srcId="{6ECA7F80-710F-4961-B0E5-BD86F9C0F19D}" destId="{9B3B37C3-2B17-4B21-BF23-E216302AEA71}" srcOrd="0" destOrd="0" parTransId="{1C4CA8FD-0FF6-4361-9F21-3FEDCD2F5F84}" sibTransId="{EFD43BA9-9F80-44B7-896C-B72D66573A01}"/>
    <dgm:cxn modelId="{A9CF0EC7-8F5E-4700-A50B-39BD5B0B8F92}" srcId="{BC3FC62E-FD16-4787-98AC-1A62F19196EC}" destId="{B2A02722-A000-490F-95F2-38D3AEA7B00E}" srcOrd="0" destOrd="0" parTransId="{7B037403-9951-4933-9EBE-A194C28DD501}" sibTransId="{D96FC9CA-F1C3-4D05-A93A-107107481198}"/>
    <dgm:cxn modelId="{F9B84BC8-FB56-4898-B634-EAC952E5732E}" type="presOf" srcId="{932E8DE3-355D-4E84-82BA-493D1F92533E}" destId="{0E05126C-5F30-4DB4-BE73-33604195637F}" srcOrd="0" destOrd="0" presId="urn:microsoft.com/office/officeart/2008/layout/HorizontalMultiLevelHierarchy"/>
    <dgm:cxn modelId="{869599C9-8D44-436A-B393-D107FDEFB991}" type="presOf" srcId="{50D810C2-1E63-49D9-BD04-47036B92FA83}" destId="{7FC612CA-4452-47E7-98B7-B68B4ED0655C}" srcOrd="0" destOrd="0" presId="urn:microsoft.com/office/officeart/2008/layout/HorizontalMultiLevelHierarchy"/>
    <dgm:cxn modelId="{979B43CD-35DE-4216-89DE-9D1FC134B767}" type="presOf" srcId="{F481455D-9CA6-401C-8DD2-16AEAC9B6BAA}" destId="{ABD75211-4CE3-407B-9F69-010FA9CFE4F9}" srcOrd="0" destOrd="0" presId="urn:microsoft.com/office/officeart/2008/layout/HorizontalMultiLevelHierarchy"/>
    <dgm:cxn modelId="{CED184D4-DBDA-4BCC-97E6-EBAAF091304E}" type="presOf" srcId="{7BEF0029-82DF-4A8D-A908-8F000287C024}" destId="{B51BE091-DEF6-4CA9-BE8D-D69189FAEEDF}" srcOrd="0" destOrd="0" presId="urn:microsoft.com/office/officeart/2008/layout/HorizontalMultiLevelHierarchy"/>
    <dgm:cxn modelId="{DA8FAADD-D598-4E76-B74C-555001868114}" type="presOf" srcId="{1C4CA8FD-0FF6-4361-9F21-3FEDCD2F5F84}" destId="{323EF08A-7AA5-440C-9AF2-26FB099798D4}" srcOrd="0" destOrd="0" presId="urn:microsoft.com/office/officeart/2008/layout/HorizontalMultiLevelHierarchy"/>
    <dgm:cxn modelId="{4A7C88DF-5F21-4993-8492-FCD50E7469E3}" srcId="{9B3B37C3-2B17-4B21-BF23-E216302AEA71}" destId="{B9FD138B-0D0D-49A7-BF92-D66B5973C550}" srcOrd="1" destOrd="0" parTransId="{932E8DE3-355D-4E84-82BA-493D1F92533E}" sibTransId="{AF2C9AC1-8AF6-4D3C-BF62-6E0509289ED1}"/>
    <dgm:cxn modelId="{AD6D4CE1-BC85-4B60-8733-BA688762A0AB}" type="presOf" srcId="{DC328C41-AAD1-40E6-A31E-C5EB4F3AD379}" destId="{286D96DF-F948-451A-8D2C-42CD36785304}" srcOrd="0" destOrd="0" presId="urn:microsoft.com/office/officeart/2008/layout/HorizontalMultiLevelHierarchy"/>
    <dgm:cxn modelId="{0DAC19E4-DB1F-4556-BDC9-249735B6C54D}" srcId="{50D810C2-1E63-49D9-BD04-47036B92FA83}" destId="{BC3FC62E-FD16-4787-98AC-1A62F19196EC}" srcOrd="0" destOrd="0" parTransId="{5E141908-D4BE-49A2-B003-FC4E7C639EC9}" sibTransId="{320299D5-35C2-45CF-8219-A468DC71B99B}"/>
    <dgm:cxn modelId="{6C6315E9-566C-48EE-AC38-1012CC8ABA7E}" type="presOf" srcId="{6BFBE052-FA9A-4524-B050-0822BAA384CB}" destId="{8A06F65A-145F-4A6B-AD9E-B6A2FB5421B9}" srcOrd="1" destOrd="0" presId="urn:microsoft.com/office/officeart/2008/layout/HorizontalMultiLevelHierarchy"/>
    <dgm:cxn modelId="{8B27F4EE-17CD-417D-A867-BDFC75503FA8}" type="presOf" srcId="{B2A02722-A000-490F-95F2-38D3AEA7B00E}" destId="{3F4F6E05-DF23-4258-BDA7-48A150B7A847}" srcOrd="0" destOrd="0" presId="urn:microsoft.com/office/officeart/2008/layout/HorizontalMultiLevelHierarchy"/>
    <dgm:cxn modelId="{9AB86EF3-5EDB-4354-8A36-C2B641F24B34}" type="presOf" srcId="{66B26BE6-E7C3-4FA9-A3E3-A3C8B6DA8B02}" destId="{EC5D991B-2B76-4AAE-AC44-F7AE930DA26B}" srcOrd="0" destOrd="0" presId="urn:microsoft.com/office/officeart/2008/layout/HorizontalMultiLevelHierarchy"/>
    <dgm:cxn modelId="{0B28F312-CD2A-4976-AEB7-0F679B5D941E}" type="presParOf" srcId="{7FC612CA-4452-47E7-98B7-B68B4ED0655C}" destId="{8DE1A065-3767-40F3-8E56-3561294A5BB9}" srcOrd="0" destOrd="0" presId="urn:microsoft.com/office/officeart/2008/layout/HorizontalMultiLevelHierarchy"/>
    <dgm:cxn modelId="{FA32BD2C-2B53-4F14-9847-74EAAE632468}" type="presParOf" srcId="{8DE1A065-3767-40F3-8E56-3561294A5BB9}" destId="{2E0AE6E9-757F-4591-89B1-D2A35CF792DA}" srcOrd="0" destOrd="0" presId="urn:microsoft.com/office/officeart/2008/layout/HorizontalMultiLevelHierarchy"/>
    <dgm:cxn modelId="{5D43D3B2-7E89-4A65-A0E0-E290C1B73F9C}" type="presParOf" srcId="{8DE1A065-3767-40F3-8E56-3561294A5BB9}" destId="{631BAFE3-FB11-445C-9A90-E0B31564A872}" srcOrd="1" destOrd="0" presId="urn:microsoft.com/office/officeart/2008/layout/HorizontalMultiLevelHierarchy"/>
    <dgm:cxn modelId="{98E6000D-34D2-4F72-BB59-EB1726967A32}" type="presParOf" srcId="{631BAFE3-FB11-445C-9A90-E0B31564A872}" destId="{83EDA49E-D26D-49FD-9505-E672038A0CBE}" srcOrd="0" destOrd="0" presId="urn:microsoft.com/office/officeart/2008/layout/HorizontalMultiLevelHierarchy"/>
    <dgm:cxn modelId="{B604CB07-C890-4853-8CB7-F1C5BB5E9F11}" type="presParOf" srcId="{83EDA49E-D26D-49FD-9505-E672038A0CBE}" destId="{DCD71661-B1EF-4459-B8F0-0217A216456C}" srcOrd="0" destOrd="0" presId="urn:microsoft.com/office/officeart/2008/layout/HorizontalMultiLevelHierarchy"/>
    <dgm:cxn modelId="{BE66D31C-27BF-4EF1-9CAF-9DDA708E9E98}" type="presParOf" srcId="{631BAFE3-FB11-445C-9A90-E0B31564A872}" destId="{26ED2507-BCE7-4A20-AC53-4C5D100C33E5}" srcOrd="1" destOrd="0" presId="urn:microsoft.com/office/officeart/2008/layout/HorizontalMultiLevelHierarchy"/>
    <dgm:cxn modelId="{6057AE6D-923D-4555-BCB3-756CF3D11675}" type="presParOf" srcId="{26ED2507-BCE7-4A20-AC53-4C5D100C33E5}" destId="{3F4F6E05-DF23-4258-BDA7-48A150B7A847}" srcOrd="0" destOrd="0" presId="urn:microsoft.com/office/officeart/2008/layout/HorizontalMultiLevelHierarchy"/>
    <dgm:cxn modelId="{F40FBBCC-4F67-4F9F-8330-0F445E1806ED}" type="presParOf" srcId="{26ED2507-BCE7-4A20-AC53-4C5D100C33E5}" destId="{75B1A689-BA1B-4D3B-8F56-75C44FD4E8AF}" srcOrd="1" destOrd="0" presId="urn:microsoft.com/office/officeart/2008/layout/HorizontalMultiLevelHierarchy"/>
    <dgm:cxn modelId="{10CA497D-3C5B-4D94-88B8-0BBD7B8AD72E}" type="presParOf" srcId="{75B1A689-BA1B-4D3B-8F56-75C44FD4E8AF}" destId="{BF66AAB2-82CA-42BA-B965-77A40943278D}" srcOrd="0" destOrd="0" presId="urn:microsoft.com/office/officeart/2008/layout/HorizontalMultiLevelHierarchy"/>
    <dgm:cxn modelId="{B30493D2-87F7-456A-8E62-C0AAD29F14EC}" type="presParOf" srcId="{BF66AAB2-82CA-42BA-B965-77A40943278D}" destId="{ABA61267-CA1E-4769-9831-7F2B395471AE}" srcOrd="0" destOrd="0" presId="urn:microsoft.com/office/officeart/2008/layout/HorizontalMultiLevelHierarchy"/>
    <dgm:cxn modelId="{BFCFF8ED-9870-44C6-9363-2A2B7A7CC000}" type="presParOf" srcId="{75B1A689-BA1B-4D3B-8F56-75C44FD4E8AF}" destId="{5DF34A91-D417-4D00-9B43-F7D2EA5D2E91}" srcOrd="1" destOrd="0" presId="urn:microsoft.com/office/officeart/2008/layout/HorizontalMultiLevelHierarchy"/>
    <dgm:cxn modelId="{1863C3BA-D4F7-4DE5-A6C4-187877FCA075}" type="presParOf" srcId="{5DF34A91-D417-4D00-9B43-F7D2EA5D2E91}" destId="{3F2A55C4-BA52-47B6-B924-60050EB127F1}" srcOrd="0" destOrd="0" presId="urn:microsoft.com/office/officeart/2008/layout/HorizontalMultiLevelHierarchy"/>
    <dgm:cxn modelId="{F1802C93-268A-426C-B1B0-022B9C3AEEE4}" type="presParOf" srcId="{5DF34A91-D417-4D00-9B43-F7D2EA5D2E91}" destId="{C490D5B1-EF9B-4917-8FDA-801FB612C5C7}" srcOrd="1" destOrd="0" presId="urn:microsoft.com/office/officeart/2008/layout/HorizontalMultiLevelHierarchy"/>
    <dgm:cxn modelId="{86B57986-D323-4529-BB37-C4067E6AF19E}" type="presParOf" srcId="{75B1A689-BA1B-4D3B-8F56-75C44FD4E8AF}" destId="{9CDCA454-A61C-4C97-9BE4-94E50D5B08E6}" srcOrd="2" destOrd="0" presId="urn:microsoft.com/office/officeart/2008/layout/HorizontalMultiLevelHierarchy"/>
    <dgm:cxn modelId="{F6B55DB1-5F97-42F1-92F9-F940D5E60AE8}" type="presParOf" srcId="{9CDCA454-A61C-4C97-9BE4-94E50D5B08E6}" destId="{8A06F65A-145F-4A6B-AD9E-B6A2FB5421B9}" srcOrd="0" destOrd="0" presId="urn:microsoft.com/office/officeart/2008/layout/HorizontalMultiLevelHierarchy"/>
    <dgm:cxn modelId="{FCB80B19-6F0E-4AE7-A09E-061052366492}" type="presParOf" srcId="{75B1A689-BA1B-4D3B-8F56-75C44FD4E8AF}" destId="{014FE0FA-3129-43E1-9910-905315EEB97C}" srcOrd="3" destOrd="0" presId="urn:microsoft.com/office/officeart/2008/layout/HorizontalMultiLevelHierarchy"/>
    <dgm:cxn modelId="{8010D7B0-528A-40A2-BA71-BAF694CE3709}" type="presParOf" srcId="{014FE0FA-3129-43E1-9910-905315EEB97C}" destId="{B51BE091-DEF6-4CA9-BE8D-D69189FAEEDF}" srcOrd="0" destOrd="0" presId="urn:microsoft.com/office/officeart/2008/layout/HorizontalMultiLevelHierarchy"/>
    <dgm:cxn modelId="{AAC6A557-2628-49D3-BF50-8CDE5DFA3376}" type="presParOf" srcId="{014FE0FA-3129-43E1-9910-905315EEB97C}" destId="{6261B9AB-6BEC-49B3-A1AC-0714016C203A}" srcOrd="1" destOrd="0" presId="urn:microsoft.com/office/officeart/2008/layout/HorizontalMultiLevelHierarchy"/>
    <dgm:cxn modelId="{F52A5962-C630-417F-A4DC-CB012E50BDA4}" type="presParOf" srcId="{6261B9AB-6BEC-49B3-A1AC-0714016C203A}" destId="{286D96DF-F948-451A-8D2C-42CD36785304}" srcOrd="0" destOrd="0" presId="urn:microsoft.com/office/officeart/2008/layout/HorizontalMultiLevelHierarchy"/>
    <dgm:cxn modelId="{37F9F220-0D44-49A3-A12E-93A27E2E8D9D}" type="presParOf" srcId="{286D96DF-F948-451A-8D2C-42CD36785304}" destId="{1DDCF0C1-DBC8-4846-8880-7147D27E4E2C}" srcOrd="0" destOrd="0" presId="urn:microsoft.com/office/officeart/2008/layout/HorizontalMultiLevelHierarchy"/>
    <dgm:cxn modelId="{7E9BEE1E-3041-47B6-8815-7FD65D3FEA3A}" type="presParOf" srcId="{6261B9AB-6BEC-49B3-A1AC-0714016C203A}" destId="{20F4371B-B924-4BBD-B36A-877E0956EAC9}" srcOrd="1" destOrd="0" presId="urn:microsoft.com/office/officeart/2008/layout/HorizontalMultiLevelHierarchy"/>
    <dgm:cxn modelId="{48636FE8-B342-410E-86F9-86B624614821}" type="presParOf" srcId="{20F4371B-B924-4BBD-B36A-877E0956EAC9}" destId="{FF1F1A64-D2F2-45EA-A28B-B21BD8A1D4DF}" srcOrd="0" destOrd="0" presId="urn:microsoft.com/office/officeart/2008/layout/HorizontalMultiLevelHierarchy"/>
    <dgm:cxn modelId="{C1B9265A-0318-44E7-9798-19971E738A90}" type="presParOf" srcId="{20F4371B-B924-4BBD-B36A-877E0956EAC9}" destId="{0978F4B4-3BB3-48E1-863C-E0A7E8E66B58}" srcOrd="1" destOrd="0" presId="urn:microsoft.com/office/officeart/2008/layout/HorizontalMultiLevelHierarchy"/>
    <dgm:cxn modelId="{49658FB2-1187-4E65-9456-D16CEB6DD606}" type="presParOf" srcId="{631BAFE3-FB11-445C-9A90-E0B31564A872}" destId="{C5F6F76A-4E6B-4213-92E1-0D0AE287EC13}" srcOrd="2" destOrd="0" presId="urn:microsoft.com/office/officeart/2008/layout/HorizontalMultiLevelHierarchy"/>
    <dgm:cxn modelId="{5AC89B75-7C6A-469E-B50B-2DC60866DE7A}" type="presParOf" srcId="{C5F6F76A-4E6B-4213-92E1-0D0AE287EC13}" destId="{B13BAF6C-87F3-4EB7-9B00-07098524D115}" srcOrd="0" destOrd="0" presId="urn:microsoft.com/office/officeart/2008/layout/HorizontalMultiLevelHierarchy"/>
    <dgm:cxn modelId="{FF92E66E-5C66-474C-94FB-539E85D512F6}" type="presParOf" srcId="{631BAFE3-FB11-445C-9A90-E0B31564A872}" destId="{5FA3E0B2-C6A4-47BB-A95C-8DCDC31D2D80}" srcOrd="3" destOrd="0" presId="urn:microsoft.com/office/officeart/2008/layout/HorizontalMultiLevelHierarchy"/>
    <dgm:cxn modelId="{41B4C7E7-65D9-4F48-A202-7B60A4860424}" type="presParOf" srcId="{5FA3E0B2-C6A4-47BB-A95C-8DCDC31D2D80}" destId="{BBC9E7C1-3C2F-4814-AFD0-56D694453E80}" srcOrd="0" destOrd="0" presId="urn:microsoft.com/office/officeart/2008/layout/HorizontalMultiLevelHierarchy"/>
    <dgm:cxn modelId="{3BC5E5F6-FB03-404F-94EE-73D2C4257030}" type="presParOf" srcId="{5FA3E0B2-C6A4-47BB-A95C-8DCDC31D2D80}" destId="{C616F414-89AF-4ED7-A6AF-FAA95AD18B63}" srcOrd="1" destOrd="0" presId="urn:microsoft.com/office/officeart/2008/layout/HorizontalMultiLevelHierarchy"/>
    <dgm:cxn modelId="{612C4303-D50B-4043-B1AC-93DA4D1FBF00}" type="presParOf" srcId="{C616F414-89AF-4ED7-A6AF-FAA95AD18B63}" destId="{323EF08A-7AA5-440C-9AF2-26FB099798D4}" srcOrd="0" destOrd="0" presId="urn:microsoft.com/office/officeart/2008/layout/HorizontalMultiLevelHierarchy"/>
    <dgm:cxn modelId="{5F8335E2-6FA3-418A-B2AE-3A41A4E2E418}" type="presParOf" srcId="{323EF08A-7AA5-440C-9AF2-26FB099798D4}" destId="{C5E12491-BBE5-4AD4-9F22-E30D1F264807}" srcOrd="0" destOrd="0" presId="urn:microsoft.com/office/officeart/2008/layout/HorizontalMultiLevelHierarchy"/>
    <dgm:cxn modelId="{E25812DF-D464-4353-B17A-A629EB87045F}" type="presParOf" srcId="{C616F414-89AF-4ED7-A6AF-FAA95AD18B63}" destId="{B8D28648-9277-4592-AF48-A4E06039DF54}" srcOrd="1" destOrd="0" presId="urn:microsoft.com/office/officeart/2008/layout/HorizontalMultiLevelHierarchy"/>
    <dgm:cxn modelId="{CD312C19-CB46-4154-8EA0-3606CCC6A29D}" type="presParOf" srcId="{B8D28648-9277-4592-AF48-A4E06039DF54}" destId="{EA300E55-130E-45B7-8AB0-ED945C6E264B}" srcOrd="0" destOrd="0" presId="urn:microsoft.com/office/officeart/2008/layout/HorizontalMultiLevelHierarchy"/>
    <dgm:cxn modelId="{A7A5D9E5-4EC5-481A-97E0-14837DFA7A42}" type="presParOf" srcId="{B8D28648-9277-4592-AF48-A4E06039DF54}" destId="{13BF9A55-C1F4-4A32-A687-2635DFFFFDB5}" srcOrd="1" destOrd="0" presId="urn:microsoft.com/office/officeart/2008/layout/HorizontalMultiLevelHierarchy"/>
    <dgm:cxn modelId="{01C25633-641E-459A-8DD0-3780B9F6D01B}" type="presParOf" srcId="{13BF9A55-C1F4-4A32-A687-2635DFFFFDB5}" destId="{2FC998F8-C9D3-4928-8B54-818377C9EF13}" srcOrd="0" destOrd="0" presId="urn:microsoft.com/office/officeart/2008/layout/HorizontalMultiLevelHierarchy"/>
    <dgm:cxn modelId="{6223B147-96AD-4B27-AD3C-F403C44C9DCB}" type="presParOf" srcId="{2FC998F8-C9D3-4928-8B54-818377C9EF13}" destId="{60428037-47FD-4642-AB1C-7C1B9F344CC5}" srcOrd="0" destOrd="0" presId="urn:microsoft.com/office/officeart/2008/layout/HorizontalMultiLevelHierarchy"/>
    <dgm:cxn modelId="{2CCE5492-23EE-4C59-9BD5-50909EFF262D}" type="presParOf" srcId="{13BF9A55-C1F4-4A32-A687-2635DFFFFDB5}" destId="{DE5814E7-184B-443C-81AA-4E7092DA788A}" srcOrd="1" destOrd="0" presId="urn:microsoft.com/office/officeart/2008/layout/HorizontalMultiLevelHierarchy"/>
    <dgm:cxn modelId="{9156AC3B-BDDB-4149-BAD8-05468AA5144F}" type="presParOf" srcId="{DE5814E7-184B-443C-81AA-4E7092DA788A}" destId="{1B790552-F408-4599-8750-DE53B70773AF}" srcOrd="0" destOrd="0" presId="urn:microsoft.com/office/officeart/2008/layout/HorizontalMultiLevelHierarchy"/>
    <dgm:cxn modelId="{CC908E59-38E5-44C9-9506-1E9EDE7D9412}" type="presParOf" srcId="{DE5814E7-184B-443C-81AA-4E7092DA788A}" destId="{7E3337D6-B77A-46F6-AE8D-67F2062FD3DA}" srcOrd="1" destOrd="0" presId="urn:microsoft.com/office/officeart/2008/layout/HorizontalMultiLevelHierarchy"/>
    <dgm:cxn modelId="{D1D537D1-ECD7-4C0E-AF86-7174D061F208}" type="presParOf" srcId="{13BF9A55-C1F4-4A32-A687-2635DFFFFDB5}" destId="{0E05126C-5F30-4DB4-BE73-33604195637F}" srcOrd="2" destOrd="0" presId="urn:microsoft.com/office/officeart/2008/layout/HorizontalMultiLevelHierarchy"/>
    <dgm:cxn modelId="{D0F3A2CA-FBCF-47A7-926F-4FBB2B09AA36}" type="presParOf" srcId="{0E05126C-5F30-4DB4-BE73-33604195637F}" destId="{22D16EDF-D448-4BA9-A5E6-911FF609FD80}" srcOrd="0" destOrd="0" presId="urn:microsoft.com/office/officeart/2008/layout/HorizontalMultiLevelHierarchy"/>
    <dgm:cxn modelId="{1667DB32-3A8B-434A-8081-A3EB6FAA6399}" type="presParOf" srcId="{13BF9A55-C1F4-4A32-A687-2635DFFFFDB5}" destId="{418DB36B-26A4-4FB4-8A0B-A82ADD0E810B}" srcOrd="3" destOrd="0" presId="urn:microsoft.com/office/officeart/2008/layout/HorizontalMultiLevelHierarchy"/>
    <dgm:cxn modelId="{A9E924B6-EDE2-4025-BBA9-DF840D48BC7E}" type="presParOf" srcId="{418DB36B-26A4-4FB4-8A0B-A82ADD0E810B}" destId="{AF49D5B3-508A-4D50-9695-4E171CAFE0D0}" srcOrd="0" destOrd="0" presId="urn:microsoft.com/office/officeart/2008/layout/HorizontalMultiLevelHierarchy"/>
    <dgm:cxn modelId="{07933444-F7DD-4BBD-BDE0-36ADF3FDF33D}" type="presParOf" srcId="{418DB36B-26A4-4FB4-8A0B-A82ADD0E810B}" destId="{C359BCA5-4BFF-4BE1-BAA5-529FB7A136A2}" srcOrd="1" destOrd="0" presId="urn:microsoft.com/office/officeart/2008/layout/HorizontalMultiLevelHierarchy"/>
    <dgm:cxn modelId="{60CDFD45-5C13-4857-81E3-FDEDBADA47AF}" type="presParOf" srcId="{13BF9A55-C1F4-4A32-A687-2635DFFFFDB5}" destId="{8A340DF9-6869-4E82-90D4-FC91822F8274}" srcOrd="4" destOrd="0" presId="urn:microsoft.com/office/officeart/2008/layout/HorizontalMultiLevelHierarchy"/>
    <dgm:cxn modelId="{3DE3C628-947A-4167-A47D-376859EED929}" type="presParOf" srcId="{8A340DF9-6869-4E82-90D4-FC91822F8274}" destId="{34BA7158-3B71-4A6B-AFCC-68E282326B22}" srcOrd="0" destOrd="0" presId="urn:microsoft.com/office/officeart/2008/layout/HorizontalMultiLevelHierarchy"/>
    <dgm:cxn modelId="{86B13F0C-1EFF-4919-A627-2520DA3BB36A}" type="presParOf" srcId="{13BF9A55-C1F4-4A32-A687-2635DFFFFDB5}" destId="{6DA0E86F-E822-4489-A7CA-FCCA17E41757}" srcOrd="5" destOrd="0" presId="urn:microsoft.com/office/officeart/2008/layout/HorizontalMultiLevelHierarchy"/>
    <dgm:cxn modelId="{C9765FC0-EA2B-422F-A09B-D9E5119F4729}" type="presParOf" srcId="{6DA0E86F-E822-4489-A7CA-FCCA17E41757}" destId="{7B3C474F-F151-4A05-BDCE-151A710726DD}" srcOrd="0" destOrd="0" presId="urn:microsoft.com/office/officeart/2008/layout/HorizontalMultiLevelHierarchy"/>
    <dgm:cxn modelId="{C7F5BD3C-CBC1-4903-9941-6AFFEFBAAE30}" type="presParOf" srcId="{6DA0E86F-E822-4489-A7CA-FCCA17E41757}" destId="{5151CA35-CCEE-4804-960F-A396B12DBAD0}" srcOrd="1" destOrd="0" presId="urn:microsoft.com/office/officeart/2008/layout/HorizontalMultiLevelHierarchy"/>
    <dgm:cxn modelId="{54E4C8D8-30F8-45CB-BC6D-E507ADA8E5BE}" type="presParOf" srcId="{C616F414-89AF-4ED7-A6AF-FAA95AD18B63}" destId="{FBB04790-9FA8-4FC1-9105-0721F73FAC7D}" srcOrd="2" destOrd="0" presId="urn:microsoft.com/office/officeart/2008/layout/HorizontalMultiLevelHierarchy"/>
    <dgm:cxn modelId="{9F033E07-C87F-47D3-8615-ED14108DE3FC}" type="presParOf" srcId="{FBB04790-9FA8-4FC1-9105-0721F73FAC7D}" destId="{59415548-2F70-464B-8451-30555077FE01}" srcOrd="0" destOrd="0" presId="urn:microsoft.com/office/officeart/2008/layout/HorizontalMultiLevelHierarchy"/>
    <dgm:cxn modelId="{6616CCE2-0693-4C52-9358-55001618D257}" type="presParOf" srcId="{C616F414-89AF-4ED7-A6AF-FAA95AD18B63}" destId="{99349AA8-8D62-4C4E-A26F-4B72D854997A}" srcOrd="3" destOrd="0" presId="urn:microsoft.com/office/officeart/2008/layout/HorizontalMultiLevelHierarchy"/>
    <dgm:cxn modelId="{AC14FEF5-48B5-45F3-896A-27CE2646E398}" type="presParOf" srcId="{99349AA8-8D62-4C4E-A26F-4B72D854997A}" destId="{EC5D991B-2B76-4AAE-AC44-F7AE930DA26B}" srcOrd="0" destOrd="0" presId="urn:microsoft.com/office/officeart/2008/layout/HorizontalMultiLevelHierarchy"/>
    <dgm:cxn modelId="{C81F3CC3-F012-4BC2-BAAE-0E831DD64C1D}" type="presParOf" srcId="{99349AA8-8D62-4C4E-A26F-4B72D854997A}" destId="{BB84FAA3-4410-46FD-8DD0-657632FE4E30}" srcOrd="1" destOrd="0" presId="urn:microsoft.com/office/officeart/2008/layout/HorizontalMultiLevelHierarchy"/>
    <dgm:cxn modelId="{975E9E34-91E3-470A-8CFE-409F0759B932}" type="presParOf" srcId="{C616F414-89AF-4ED7-A6AF-FAA95AD18B63}" destId="{ABD75211-4CE3-407B-9F69-010FA9CFE4F9}" srcOrd="4" destOrd="0" presId="urn:microsoft.com/office/officeart/2008/layout/HorizontalMultiLevelHierarchy"/>
    <dgm:cxn modelId="{EC539EC5-88E9-4ABF-BB2A-DBA08AF0A3A9}" type="presParOf" srcId="{ABD75211-4CE3-407B-9F69-010FA9CFE4F9}" destId="{61DB1023-B613-4048-AD27-011AFE5469EB}" srcOrd="0" destOrd="0" presId="urn:microsoft.com/office/officeart/2008/layout/HorizontalMultiLevelHierarchy"/>
    <dgm:cxn modelId="{5B7BC210-34E6-4DBF-B290-144F319B88C2}" type="presParOf" srcId="{C616F414-89AF-4ED7-A6AF-FAA95AD18B63}" destId="{2800C850-85E6-4841-865E-BDAE0257C2C3}" srcOrd="5" destOrd="0" presId="urn:microsoft.com/office/officeart/2008/layout/HorizontalMultiLevelHierarchy"/>
    <dgm:cxn modelId="{6057C57C-4145-4B08-9937-73061BC09D29}" type="presParOf" srcId="{2800C850-85E6-4841-865E-BDAE0257C2C3}" destId="{F7A32A42-7664-4CB1-940E-EA468F60BFFF}" srcOrd="0" destOrd="0" presId="urn:microsoft.com/office/officeart/2008/layout/HorizontalMultiLevelHierarchy"/>
    <dgm:cxn modelId="{95409C08-FDBA-485A-A252-79C40BF52812}" type="presParOf" srcId="{2800C850-85E6-4841-865E-BDAE0257C2C3}" destId="{AAB2149A-30E4-4CFD-A3F9-01F8E2214D55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71ABA20-1D0A-46CC-9480-03A13ADED990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</dgm:pt>
    <dgm:pt modelId="{A63D50DE-9BDE-4378-A846-49856B70FE36}">
      <dgm:prSet phldrT="[Text]"/>
      <dgm:spPr/>
      <dgm:t>
        <a:bodyPr/>
        <a:lstStyle/>
        <a:p>
          <a:r>
            <a:rPr lang="es-MX" dirty="0"/>
            <a:t>Saldo a favor</a:t>
          </a:r>
        </a:p>
      </dgm:t>
    </dgm:pt>
    <dgm:pt modelId="{5AB63980-01B2-4E5F-826F-EFA6816208DD}" type="parTrans" cxnId="{2C435931-278B-4DF4-A19C-922F6E73148D}">
      <dgm:prSet/>
      <dgm:spPr/>
      <dgm:t>
        <a:bodyPr/>
        <a:lstStyle/>
        <a:p>
          <a:endParaRPr lang="es-MX"/>
        </a:p>
      </dgm:t>
    </dgm:pt>
    <dgm:pt modelId="{85C7E86D-CAE7-402C-8054-403FB8A884A1}" type="sibTrans" cxnId="{2C435931-278B-4DF4-A19C-922F6E73148D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E07ECB3A-1AEB-4DBD-AF3F-CA3BF762E80B}">
      <dgm:prSet phldrT="[Text]"/>
      <dgm:spPr/>
      <dgm:t>
        <a:bodyPr/>
        <a:lstStyle/>
        <a:p>
          <a:r>
            <a:rPr lang="es-MX" dirty="0"/>
            <a:t>Solicitud de Devolución</a:t>
          </a:r>
        </a:p>
      </dgm:t>
    </dgm:pt>
    <dgm:pt modelId="{AECB4896-9969-4D7A-979B-18C1141FD48D}" type="parTrans" cxnId="{EDA812D1-B6B5-4048-A4E7-428BC538C58D}">
      <dgm:prSet/>
      <dgm:spPr/>
      <dgm:t>
        <a:bodyPr/>
        <a:lstStyle/>
        <a:p>
          <a:endParaRPr lang="es-MX"/>
        </a:p>
      </dgm:t>
    </dgm:pt>
    <dgm:pt modelId="{23001AD0-E9B2-451D-AFC2-FD1C9CED7AC6}" type="sibTrans" cxnId="{EDA812D1-B6B5-4048-A4E7-428BC538C58D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512EACC9-3968-413F-B8F4-6149F12336EA}">
      <dgm:prSet phldrT="[Text]"/>
      <dgm:spPr/>
      <dgm:t>
        <a:bodyPr/>
        <a:lstStyle/>
        <a:p>
          <a:r>
            <a:rPr lang="es-MX" dirty="0"/>
            <a:t>Requerimiento de Información Adicional</a:t>
          </a:r>
        </a:p>
      </dgm:t>
    </dgm:pt>
    <dgm:pt modelId="{6A02AFE8-165E-47B8-B767-2BDA059F5F6D}" type="parTrans" cxnId="{27AF9FED-38C4-4429-9094-1B0307FC823B}">
      <dgm:prSet/>
      <dgm:spPr/>
      <dgm:t>
        <a:bodyPr/>
        <a:lstStyle/>
        <a:p>
          <a:endParaRPr lang="es-MX"/>
        </a:p>
      </dgm:t>
    </dgm:pt>
    <dgm:pt modelId="{D72DF9F8-C86A-4570-A164-B07E48CA8C72}" type="sibTrans" cxnId="{27AF9FED-38C4-4429-9094-1B0307FC823B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1C526F60-88E6-4B5B-AF14-F9F381AEC514}">
      <dgm:prSet/>
      <dgm:spPr/>
      <dgm:t>
        <a:bodyPr/>
        <a:lstStyle/>
        <a:p>
          <a:r>
            <a:rPr lang="es-MX" dirty="0"/>
            <a:t>Presentación de Información Adicional</a:t>
          </a:r>
        </a:p>
      </dgm:t>
    </dgm:pt>
    <dgm:pt modelId="{588B7021-6425-4DDF-8E9B-7A93B3AB2B30}" type="parTrans" cxnId="{5A7B947F-36D4-421D-A7E9-B7F0BD369126}">
      <dgm:prSet/>
      <dgm:spPr/>
      <dgm:t>
        <a:bodyPr/>
        <a:lstStyle/>
        <a:p>
          <a:endParaRPr lang="es-MX"/>
        </a:p>
      </dgm:t>
    </dgm:pt>
    <dgm:pt modelId="{58FDC2C2-54D7-4D76-A796-436C5BF498E7}" type="sibTrans" cxnId="{5A7B947F-36D4-421D-A7E9-B7F0BD369126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B2DC1214-4533-4F37-A206-26FDE2603165}">
      <dgm:prSet/>
      <dgm:spPr/>
      <dgm:t>
        <a:bodyPr/>
        <a:lstStyle/>
        <a:p>
          <a:r>
            <a:rPr lang="es-MX" dirty="0"/>
            <a:t>Nuevo Requerimiento de Información Adicional</a:t>
          </a:r>
        </a:p>
      </dgm:t>
    </dgm:pt>
    <dgm:pt modelId="{2B3E0938-300D-48F0-8939-F91218628C96}" type="parTrans" cxnId="{B50BFA38-937F-4B51-8E89-55BC973D5FA4}">
      <dgm:prSet/>
      <dgm:spPr/>
      <dgm:t>
        <a:bodyPr/>
        <a:lstStyle/>
        <a:p>
          <a:endParaRPr lang="es-MX"/>
        </a:p>
      </dgm:t>
    </dgm:pt>
    <dgm:pt modelId="{73E7DA0B-EDE4-45B3-8436-7A712286D1A9}" type="sibTrans" cxnId="{B50BFA38-937F-4B51-8E89-55BC973D5FA4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6168842F-DAC8-4D61-8C54-153A001ACB99}">
      <dgm:prSet/>
      <dgm:spPr/>
      <dgm:t>
        <a:bodyPr/>
        <a:lstStyle/>
        <a:p>
          <a:r>
            <a:rPr lang="es-MX" dirty="0"/>
            <a:t>Presentación de Nueva Información Adicional</a:t>
          </a:r>
        </a:p>
      </dgm:t>
    </dgm:pt>
    <dgm:pt modelId="{9F993239-E002-4653-9E9F-CFD47D5B0FAD}" type="parTrans" cxnId="{81935954-67AD-448B-B82D-65A2939EB50E}">
      <dgm:prSet/>
      <dgm:spPr/>
      <dgm:t>
        <a:bodyPr/>
        <a:lstStyle/>
        <a:p>
          <a:endParaRPr lang="es-MX"/>
        </a:p>
      </dgm:t>
    </dgm:pt>
    <dgm:pt modelId="{D0A40C0A-41C8-4E85-8D4D-4B983CD04D08}" type="sibTrans" cxnId="{81935954-67AD-448B-B82D-65A2939EB50E}">
      <dgm:prSet/>
      <dgm:spPr>
        <a:solidFill>
          <a:srgbClr val="92D050"/>
        </a:solidFill>
      </dgm:spPr>
      <dgm:t>
        <a:bodyPr/>
        <a:lstStyle/>
        <a:p>
          <a:endParaRPr lang="es-MX"/>
        </a:p>
      </dgm:t>
    </dgm:pt>
    <dgm:pt modelId="{94504700-F8B6-4D7E-9CF8-ECD9C28852BB}">
      <dgm:prSet/>
      <dgm:spPr/>
      <dgm:t>
        <a:bodyPr/>
        <a:lstStyle/>
        <a:p>
          <a:r>
            <a:rPr lang="es-MX" dirty="0"/>
            <a:t>Devolución o Rechazo</a:t>
          </a:r>
        </a:p>
      </dgm:t>
    </dgm:pt>
    <dgm:pt modelId="{8254EF38-2A6C-4523-97F9-F54014B5315D}" type="parTrans" cxnId="{242749FA-E64D-4470-B266-A9A697F8AD1C}">
      <dgm:prSet/>
      <dgm:spPr/>
      <dgm:t>
        <a:bodyPr/>
        <a:lstStyle/>
        <a:p>
          <a:endParaRPr lang="es-MX"/>
        </a:p>
      </dgm:t>
    </dgm:pt>
    <dgm:pt modelId="{2EA1965A-0DB6-4822-B220-9064431E90CE}" type="sibTrans" cxnId="{242749FA-E64D-4470-B266-A9A697F8AD1C}">
      <dgm:prSet/>
      <dgm:spPr/>
      <dgm:t>
        <a:bodyPr/>
        <a:lstStyle/>
        <a:p>
          <a:endParaRPr lang="es-MX"/>
        </a:p>
      </dgm:t>
    </dgm:pt>
    <dgm:pt modelId="{A083BC94-0E1F-4232-982C-CB5D5E236A6F}">
      <dgm:prSet/>
      <dgm:spPr/>
      <dgm:t>
        <a:bodyPr/>
        <a:lstStyle/>
        <a:p>
          <a:r>
            <a:rPr lang="es-MX" dirty="0"/>
            <a:t>Debe estar presentada la declaración que lo muestre</a:t>
          </a:r>
        </a:p>
      </dgm:t>
    </dgm:pt>
    <dgm:pt modelId="{BF6E6DE4-B109-45BF-875F-510A30AD4C2F}" type="parTrans" cxnId="{4BD2505D-FAC1-486A-8BC0-FFF292D9FFA7}">
      <dgm:prSet/>
      <dgm:spPr/>
      <dgm:t>
        <a:bodyPr/>
        <a:lstStyle/>
        <a:p>
          <a:endParaRPr lang="es-MX"/>
        </a:p>
      </dgm:t>
    </dgm:pt>
    <dgm:pt modelId="{DBB560ED-E2D4-4A99-8077-AB826F102BE6}" type="sibTrans" cxnId="{4BD2505D-FAC1-486A-8BC0-FFF292D9FFA7}">
      <dgm:prSet/>
      <dgm:spPr/>
      <dgm:t>
        <a:bodyPr/>
        <a:lstStyle/>
        <a:p>
          <a:endParaRPr lang="es-MX"/>
        </a:p>
      </dgm:t>
    </dgm:pt>
    <dgm:pt modelId="{CCF2E595-887C-4A5F-B72D-8EDCE34EAB3C}">
      <dgm:prSet/>
      <dgm:spPr/>
      <dgm:t>
        <a:bodyPr/>
        <a:lstStyle/>
        <a:p>
          <a:r>
            <a:rPr lang="es-MX" dirty="0"/>
            <a:t>20 días para solicitarla</a:t>
          </a:r>
        </a:p>
      </dgm:t>
    </dgm:pt>
    <dgm:pt modelId="{44329B94-7C04-4443-BD9A-A63E06DA477E}" type="parTrans" cxnId="{39B24530-5C7B-4A19-BA58-2A6E3A206415}">
      <dgm:prSet/>
      <dgm:spPr/>
      <dgm:t>
        <a:bodyPr/>
        <a:lstStyle/>
        <a:p>
          <a:endParaRPr lang="es-MX"/>
        </a:p>
      </dgm:t>
    </dgm:pt>
    <dgm:pt modelId="{ADB54E11-CE85-4721-82CA-C1B20C3E9800}" type="sibTrans" cxnId="{39B24530-5C7B-4A19-BA58-2A6E3A206415}">
      <dgm:prSet/>
      <dgm:spPr/>
      <dgm:t>
        <a:bodyPr/>
        <a:lstStyle/>
        <a:p>
          <a:endParaRPr lang="es-MX"/>
        </a:p>
      </dgm:t>
    </dgm:pt>
    <dgm:pt modelId="{0EFF52E5-7692-491F-BE65-35BED5A3CD67}">
      <dgm:prSet/>
      <dgm:spPr/>
      <dgm:t>
        <a:bodyPr/>
        <a:lstStyle/>
        <a:p>
          <a:r>
            <a:rPr lang="es-MX" dirty="0"/>
            <a:t>20 días para presentarla</a:t>
          </a:r>
        </a:p>
      </dgm:t>
    </dgm:pt>
    <dgm:pt modelId="{8B4404C5-6BD9-4E92-AC8C-553D26DCC3D1}" type="parTrans" cxnId="{E2511E43-9F4E-4EBD-AF1D-F3F8D6EE19AE}">
      <dgm:prSet/>
      <dgm:spPr/>
      <dgm:t>
        <a:bodyPr/>
        <a:lstStyle/>
        <a:p>
          <a:endParaRPr lang="es-MX"/>
        </a:p>
      </dgm:t>
    </dgm:pt>
    <dgm:pt modelId="{1CAE7EA8-845B-4734-BA0A-DAAAE54EB22F}" type="sibTrans" cxnId="{E2511E43-9F4E-4EBD-AF1D-F3F8D6EE19AE}">
      <dgm:prSet/>
      <dgm:spPr/>
      <dgm:t>
        <a:bodyPr/>
        <a:lstStyle/>
        <a:p>
          <a:endParaRPr lang="es-MX"/>
        </a:p>
      </dgm:t>
    </dgm:pt>
    <dgm:pt modelId="{D91A0374-21E9-476D-A056-3D207BAB6273}">
      <dgm:prSet/>
      <dgm:spPr/>
      <dgm:t>
        <a:bodyPr/>
        <a:lstStyle/>
        <a:p>
          <a:r>
            <a:rPr lang="es-MX" dirty="0"/>
            <a:t>10 días para solicitarla</a:t>
          </a:r>
        </a:p>
      </dgm:t>
    </dgm:pt>
    <dgm:pt modelId="{11D297BB-1E6B-4DF5-A05B-7E40BF2F7902}" type="parTrans" cxnId="{78CACD39-4325-4CB0-94B2-9EF5493EE267}">
      <dgm:prSet/>
      <dgm:spPr/>
      <dgm:t>
        <a:bodyPr/>
        <a:lstStyle/>
        <a:p>
          <a:endParaRPr lang="es-MX"/>
        </a:p>
      </dgm:t>
    </dgm:pt>
    <dgm:pt modelId="{64CD88D6-6E9E-4E81-B9D1-17E188B70FD2}" type="sibTrans" cxnId="{78CACD39-4325-4CB0-94B2-9EF5493EE267}">
      <dgm:prSet/>
      <dgm:spPr/>
      <dgm:t>
        <a:bodyPr/>
        <a:lstStyle/>
        <a:p>
          <a:endParaRPr lang="es-MX"/>
        </a:p>
      </dgm:t>
    </dgm:pt>
    <dgm:pt modelId="{5D9A7DF5-3321-4BB5-82CF-DB200E85048B}">
      <dgm:prSet/>
      <dgm:spPr/>
      <dgm:t>
        <a:bodyPr/>
        <a:lstStyle/>
        <a:p>
          <a:r>
            <a:rPr lang="es-MX" dirty="0"/>
            <a:t>10 días para presentarla</a:t>
          </a:r>
        </a:p>
      </dgm:t>
    </dgm:pt>
    <dgm:pt modelId="{25244CFF-A5B6-4F10-87BC-9FC5A5E5359F}" type="parTrans" cxnId="{570CDE8D-E9DC-4E65-9872-68B070A9F829}">
      <dgm:prSet/>
      <dgm:spPr/>
      <dgm:t>
        <a:bodyPr/>
        <a:lstStyle/>
        <a:p>
          <a:endParaRPr lang="es-MX"/>
        </a:p>
      </dgm:t>
    </dgm:pt>
    <dgm:pt modelId="{64060AA8-0C91-4330-8270-27FC34A9EA6A}" type="sibTrans" cxnId="{570CDE8D-E9DC-4E65-9872-68B070A9F829}">
      <dgm:prSet/>
      <dgm:spPr/>
      <dgm:t>
        <a:bodyPr/>
        <a:lstStyle/>
        <a:p>
          <a:endParaRPr lang="es-MX"/>
        </a:p>
      </dgm:t>
    </dgm:pt>
    <dgm:pt modelId="{A6AF79D1-8458-4691-B7E8-A8B8BF0AAC8C}">
      <dgm:prSet/>
      <dgm:spPr/>
      <dgm:t>
        <a:bodyPr/>
        <a:lstStyle/>
        <a:p>
          <a:r>
            <a:rPr lang="es-MX" dirty="0"/>
            <a:t>En cualquier momento hasta su prescripción</a:t>
          </a:r>
        </a:p>
      </dgm:t>
    </dgm:pt>
    <dgm:pt modelId="{89171021-A61C-473D-A484-4000DE7357B9}" type="parTrans" cxnId="{0ED92F93-7704-433A-8043-F3AD48EE24B5}">
      <dgm:prSet/>
      <dgm:spPr/>
      <dgm:t>
        <a:bodyPr/>
        <a:lstStyle/>
        <a:p>
          <a:endParaRPr lang="es-MX"/>
        </a:p>
      </dgm:t>
    </dgm:pt>
    <dgm:pt modelId="{6E327770-A380-429B-B42C-AEE29161D981}" type="sibTrans" cxnId="{0ED92F93-7704-433A-8043-F3AD48EE24B5}">
      <dgm:prSet/>
      <dgm:spPr/>
      <dgm:t>
        <a:bodyPr/>
        <a:lstStyle/>
        <a:p>
          <a:endParaRPr lang="es-MX"/>
        </a:p>
      </dgm:t>
    </dgm:pt>
    <dgm:pt modelId="{F09326E4-A725-44BA-8A64-4C94F42D9D3D}">
      <dgm:prSet/>
      <dgm:spPr/>
      <dgm:t>
        <a:bodyPr/>
        <a:lstStyle/>
        <a:p>
          <a:r>
            <a:rPr lang="es-MX" dirty="0"/>
            <a:t>40 días desde la solicitud</a:t>
          </a:r>
        </a:p>
      </dgm:t>
    </dgm:pt>
    <dgm:pt modelId="{F4D412E1-BD80-4BD1-B9E8-F290BC0C7C26}" type="parTrans" cxnId="{242198A6-ECA3-498F-A9B9-9BAC905CCF91}">
      <dgm:prSet/>
      <dgm:spPr/>
      <dgm:t>
        <a:bodyPr/>
        <a:lstStyle/>
        <a:p>
          <a:endParaRPr lang="es-MX"/>
        </a:p>
      </dgm:t>
    </dgm:pt>
    <dgm:pt modelId="{EA52E6CC-285C-4804-B8C6-CBAFE7B58A7E}" type="sibTrans" cxnId="{242198A6-ECA3-498F-A9B9-9BAC905CCF91}">
      <dgm:prSet/>
      <dgm:spPr/>
      <dgm:t>
        <a:bodyPr/>
        <a:lstStyle/>
        <a:p>
          <a:endParaRPr lang="es-MX"/>
        </a:p>
      </dgm:t>
    </dgm:pt>
    <dgm:pt modelId="{A5494E3C-F5D0-4828-968E-703C8EA60B03}">
      <dgm:prSet/>
      <dgm:spPr/>
      <dgm:t>
        <a:bodyPr/>
        <a:lstStyle/>
        <a:p>
          <a:r>
            <a:rPr lang="es-MX" dirty="0"/>
            <a:t>Se suspenden plazos</a:t>
          </a:r>
        </a:p>
      </dgm:t>
    </dgm:pt>
    <dgm:pt modelId="{5E88C13B-DFC7-4F79-9548-CEBC7CA03B5D}" type="parTrans" cxnId="{84169627-DCB4-4AEC-8F68-FF848DE59613}">
      <dgm:prSet/>
      <dgm:spPr/>
      <dgm:t>
        <a:bodyPr/>
        <a:lstStyle/>
        <a:p>
          <a:endParaRPr lang="es-MX"/>
        </a:p>
      </dgm:t>
    </dgm:pt>
    <dgm:pt modelId="{1C47984C-2529-47A8-BF99-A7E02800BC86}" type="sibTrans" cxnId="{84169627-DCB4-4AEC-8F68-FF848DE59613}">
      <dgm:prSet/>
      <dgm:spPr/>
      <dgm:t>
        <a:bodyPr/>
        <a:lstStyle/>
        <a:p>
          <a:endParaRPr lang="es-MX"/>
        </a:p>
      </dgm:t>
    </dgm:pt>
    <dgm:pt modelId="{A2C2587A-C5D8-4893-9F5E-E6BD8711EDD5}" type="pres">
      <dgm:prSet presAssocID="{D71ABA20-1D0A-46CC-9480-03A13ADED990}" presName="Name0" presStyleCnt="0">
        <dgm:presLayoutVars>
          <dgm:dir/>
          <dgm:animLvl val="lvl"/>
          <dgm:resizeHandles val="exact"/>
        </dgm:presLayoutVars>
      </dgm:prSet>
      <dgm:spPr/>
    </dgm:pt>
    <dgm:pt modelId="{B10DA93C-0DA6-4EE2-9611-E2D069774697}" type="pres">
      <dgm:prSet presAssocID="{D71ABA20-1D0A-46CC-9480-03A13ADED990}" presName="tSp" presStyleCnt="0"/>
      <dgm:spPr/>
    </dgm:pt>
    <dgm:pt modelId="{17B3AC13-8A54-483F-9414-E40A1707BEB9}" type="pres">
      <dgm:prSet presAssocID="{D71ABA20-1D0A-46CC-9480-03A13ADED990}" presName="bSp" presStyleCnt="0"/>
      <dgm:spPr/>
    </dgm:pt>
    <dgm:pt modelId="{510ECEA0-C978-4C1A-B9BB-FBFF9E2E8035}" type="pres">
      <dgm:prSet presAssocID="{D71ABA20-1D0A-46CC-9480-03A13ADED990}" presName="process" presStyleCnt="0"/>
      <dgm:spPr/>
    </dgm:pt>
    <dgm:pt modelId="{E7BF8A9B-FC84-4FA4-AC55-9B480FE55657}" type="pres">
      <dgm:prSet presAssocID="{A63D50DE-9BDE-4378-A846-49856B70FE36}" presName="composite1" presStyleCnt="0"/>
      <dgm:spPr/>
    </dgm:pt>
    <dgm:pt modelId="{ABEDF2DE-A19B-483F-ADEF-C3209BAF4405}" type="pres">
      <dgm:prSet presAssocID="{A63D50DE-9BDE-4378-A846-49856B70FE36}" presName="dummyNode1" presStyleLbl="node1" presStyleIdx="0" presStyleCnt="7"/>
      <dgm:spPr/>
    </dgm:pt>
    <dgm:pt modelId="{68080811-689B-44AC-8088-685B4C4B8EDB}" type="pres">
      <dgm:prSet presAssocID="{A63D50DE-9BDE-4378-A846-49856B70FE36}" presName="childNode1" presStyleLbl="bgAcc1" presStyleIdx="0" presStyleCnt="7">
        <dgm:presLayoutVars>
          <dgm:bulletEnabled val="1"/>
        </dgm:presLayoutVars>
      </dgm:prSet>
      <dgm:spPr/>
    </dgm:pt>
    <dgm:pt modelId="{1AEB9B00-B246-4653-AFB1-743032EB83AA}" type="pres">
      <dgm:prSet presAssocID="{A63D50DE-9BDE-4378-A846-49856B70FE36}" presName="childNode1tx" presStyleLbl="bgAcc1" presStyleIdx="0" presStyleCnt="7">
        <dgm:presLayoutVars>
          <dgm:bulletEnabled val="1"/>
        </dgm:presLayoutVars>
      </dgm:prSet>
      <dgm:spPr/>
    </dgm:pt>
    <dgm:pt modelId="{BC038299-5037-46F6-A24D-930ED49E68FF}" type="pres">
      <dgm:prSet presAssocID="{A63D50DE-9BDE-4378-A846-49856B70FE36}" presName="parentNode1" presStyleLbl="node1" presStyleIdx="0" presStyleCnt="7">
        <dgm:presLayoutVars>
          <dgm:chMax val="1"/>
          <dgm:bulletEnabled val="1"/>
        </dgm:presLayoutVars>
      </dgm:prSet>
      <dgm:spPr/>
    </dgm:pt>
    <dgm:pt modelId="{D2DBBC53-5DE5-4537-9B43-66C8C68B8DE5}" type="pres">
      <dgm:prSet presAssocID="{A63D50DE-9BDE-4378-A846-49856B70FE36}" presName="connSite1" presStyleCnt="0"/>
      <dgm:spPr/>
    </dgm:pt>
    <dgm:pt modelId="{E76B4ABA-34EA-4A7E-B4D0-AA6F38F9029A}" type="pres">
      <dgm:prSet presAssocID="{85C7E86D-CAE7-402C-8054-403FB8A884A1}" presName="Name9" presStyleLbl="sibTrans2D1" presStyleIdx="0" presStyleCnt="6"/>
      <dgm:spPr/>
    </dgm:pt>
    <dgm:pt modelId="{83D2A558-243B-4587-BCF9-0125DDED683E}" type="pres">
      <dgm:prSet presAssocID="{E07ECB3A-1AEB-4DBD-AF3F-CA3BF762E80B}" presName="composite2" presStyleCnt="0"/>
      <dgm:spPr/>
    </dgm:pt>
    <dgm:pt modelId="{A1948BD1-0629-434B-ACEE-AF643BCC5338}" type="pres">
      <dgm:prSet presAssocID="{E07ECB3A-1AEB-4DBD-AF3F-CA3BF762E80B}" presName="dummyNode2" presStyleLbl="node1" presStyleIdx="0" presStyleCnt="7"/>
      <dgm:spPr/>
    </dgm:pt>
    <dgm:pt modelId="{9100CEC2-EDA4-4A68-B164-0E4F9BA7C6F2}" type="pres">
      <dgm:prSet presAssocID="{E07ECB3A-1AEB-4DBD-AF3F-CA3BF762E80B}" presName="childNode2" presStyleLbl="bgAcc1" presStyleIdx="1" presStyleCnt="7">
        <dgm:presLayoutVars>
          <dgm:bulletEnabled val="1"/>
        </dgm:presLayoutVars>
      </dgm:prSet>
      <dgm:spPr/>
    </dgm:pt>
    <dgm:pt modelId="{467719D1-4B95-44CD-A94C-679281BA6B04}" type="pres">
      <dgm:prSet presAssocID="{E07ECB3A-1AEB-4DBD-AF3F-CA3BF762E80B}" presName="childNode2tx" presStyleLbl="bgAcc1" presStyleIdx="1" presStyleCnt="7">
        <dgm:presLayoutVars>
          <dgm:bulletEnabled val="1"/>
        </dgm:presLayoutVars>
      </dgm:prSet>
      <dgm:spPr/>
    </dgm:pt>
    <dgm:pt modelId="{76D56346-C0D4-4BB5-AC93-4AD9EF171BA0}" type="pres">
      <dgm:prSet presAssocID="{E07ECB3A-1AEB-4DBD-AF3F-CA3BF762E80B}" presName="parentNode2" presStyleLbl="node1" presStyleIdx="1" presStyleCnt="7">
        <dgm:presLayoutVars>
          <dgm:chMax val="0"/>
          <dgm:bulletEnabled val="1"/>
        </dgm:presLayoutVars>
      </dgm:prSet>
      <dgm:spPr/>
    </dgm:pt>
    <dgm:pt modelId="{B43EE25F-91A0-41DE-BB9D-490179DEBD5B}" type="pres">
      <dgm:prSet presAssocID="{E07ECB3A-1AEB-4DBD-AF3F-CA3BF762E80B}" presName="connSite2" presStyleCnt="0"/>
      <dgm:spPr/>
    </dgm:pt>
    <dgm:pt modelId="{DE5E62E2-4D94-4613-A8AC-8F6A30DB1231}" type="pres">
      <dgm:prSet presAssocID="{23001AD0-E9B2-451D-AFC2-FD1C9CED7AC6}" presName="Name18" presStyleLbl="sibTrans2D1" presStyleIdx="1" presStyleCnt="6"/>
      <dgm:spPr/>
    </dgm:pt>
    <dgm:pt modelId="{17D32162-C677-4A4F-A1C1-B07BF598C4DD}" type="pres">
      <dgm:prSet presAssocID="{512EACC9-3968-413F-B8F4-6149F12336EA}" presName="composite1" presStyleCnt="0"/>
      <dgm:spPr/>
    </dgm:pt>
    <dgm:pt modelId="{35D986E7-39ED-4D8B-B81C-46A0000CB68F}" type="pres">
      <dgm:prSet presAssocID="{512EACC9-3968-413F-B8F4-6149F12336EA}" presName="dummyNode1" presStyleLbl="node1" presStyleIdx="1" presStyleCnt="7"/>
      <dgm:spPr/>
    </dgm:pt>
    <dgm:pt modelId="{A874B65F-1650-4761-845A-9BC67DF4DE93}" type="pres">
      <dgm:prSet presAssocID="{512EACC9-3968-413F-B8F4-6149F12336EA}" presName="childNode1" presStyleLbl="bgAcc1" presStyleIdx="2" presStyleCnt="7">
        <dgm:presLayoutVars>
          <dgm:bulletEnabled val="1"/>
        </dgm:presLayoutVars>
      </dgm:prSet>
      <dgm:spPr/>
    </dgm:pt>
    <dgm:pt modelId="{142C895B-E866-41B1-94A7-295E3281B76C}" type="pres">
      <dgm:prSet presAssocID="{512EACC9-3968-413F-B8F4-6149F12336EA}" presName="childNode1tx" presStyleLbl="bgAcc1" presStyleIdx="2" presStyleCnt="7">
        <dgm:presLayoutVars>
          <dgm:bulletEnabled val="1"/>
        </dgm:presLayoutVars>
      </dgm:prSet>
      <dgm:spPr/>
    </dgm:pt>
    <dgm:pt modelId="{28330099-0BB0-4796-9E87-A1206E91C01B}" type="pres">
      <dgm:prSet presAssocID="{512EACC9-3968-413F-B8F4-6149F12336EA}" presName="parentNode1" presStyleLbl="node1" presStyleIdx="2" presStyleCnt="7">
        <dgm:presLayoutVars>
          <dgm:chMax val="1"/>
          <dgm:bulletEnabled val="1"/>
        </dgm:presLayoutVars>
      </dgm:prSet>
      <dgm:spPr/>
    </dgm:pt>
    <dgm:pt modelId="{E3C0D389-5238-4839-B03C-88A5F18F4380}" type="pres">
      <dgm:prSet presAssocID="{512EACC9-3968-413F-B8F4-6149F12336EA}" presName="connSite1" presStyleCnt="0"/>
      <dgm:spPr/>
    </dgm:pt>
    <dgm:pt modelId="{1D5B61D9-3C41-4154-9E61-15A708389596}" type="pres">
      <dgm:prSet presAssocID="{D72DF9F8-C86A-4570-A164-B07E48CA8C72}" presName="Name9" presStyleLbl="sibTrans2D1" presStyleIdx="2" presStyleCnt="6"/>
      <dgm:spPr/>
    </dgm:pt>
    <dgm:pt modelId="{4C07738F-01BA-49AC-917C-7C8695D16763}" type="pres">
      <dgm:prSet presAssocID="{1C526F60-88E6-4B5B-AF14-F9F381AEC514}" presName="composite2" presStyleCnt="0"/>
      <dgm:spPr/>
    </dgm:pt>
    <dgm:pt modelId="{77EBE15C-5DFB-4B12-A40A-7A1754A17599}" type="pres">
      <dgm:prSet presAssocID="{1C526F60-88E6-4B5B-AF14-F9F381AEC514}" presName="dummyNode2" presStyleLbl="node1" presStyleIdx="2" presStyleCnt="7"/>
      <dgm:spPr/>
    </dgm:pt>
    <dgm:pt modelId="{C60D6AFF-8D52-4693-BD8E-FBC3C1408BF9}" type="pres">
      <dgm:prSet presAssocID="{1C526F60-88E6-4B5B-AF14-F9F381AEC514}" presName="childNode2" presStyleLbl="bgAcc1" presStyleIdx="3" presStyleCnt="7">
        <dgm:presLayoutVars>
          <dgm:bulletEnabled val="1"/>
        </dgm:presLayoutVars>
      </dgm:prSet>
      <dgm:spPr/>
    </dgm:pt>
    <dgm:pt modelId="{A2D75443-A2C5-4CCD-BE96-4E7E7A5E48AA}" type="pres">
      <dgm:prSet presAssocID="{1C526F60-88E6-4B5B-AF14-F9F381AEC514}" presName="childNode2tx" presStyleLbl="bgAcc1" presStyleIdx="3" presStyleCnt="7">
        <dgm:presLayoutVars>
          <dgm:bulletEnabled val="1"/>
        </dgm:presLayoutVars>
      </dgm:prSet>
      <dgm:spPr/>
    </dgm:pt>
    <dgm:pt modelId="{A1765B4C-CF0D-4C12-BDE2-D8A61EB84268}" type="pres">
      <dgm:prSet presAssocID="{1C526F60-88E6-4B5B-AF14-F9F381AEC514}" presName="parentNode2" presStyleLbl="node1" presStyleIdx="3" presStyleCnt="7">
        <dgm:presLayoutVars>
          <dgm:chMax val="0"/>
          <dgm:bulletEnabled val="1"/>
        </dgm:presLayoutVars>
      </dgm:prSet>
      <dgm:spPr/>
    </dgm:pt>
    <dgm:pt modelId="{964499CD-4826-4BA8-8FBA-94131CC621BF}" type="pres">
      <dgm:prSet presAssocID="{1C526F60-88E6-4B5B-AF14-F9F381AEC514}" presName="connSite2" presStyleCnt="0"/>
      <dgm:spPr/>
    </dgm:pt>
    <dgm:pt modelId="{2DCA0A53-ECE6-4300-8E58-E968B94C8F94}" type="pres">
      <dgm:prSet presAssocID="{58FDC2C2-54D7-4D76-A796-436C5BF498E7}" presName="Name18" presStyleLbl="sibTrans2D1" presStyleIdx="3" presStyleCnt="6"/>
      <dgm:spPr/>
    </dgm:pt>
    <dgm:pt modelId="{8B6831A7-51C8-4175-95DD-B1730F1762DE}" type="pres">
      <dgm:prSet presAssocID="{B2DC1214-4533-4F37-A206-26FDE2603165}" presName="composite1" presStyleCnt="0"/>
      <dgm:spPr/>
    </dgm:pt>
    <dgm:pt modelId="{874ED0F3-0030-4993-8A31-F9CC47993E9F}" type="pres">
      <dgm:prSet presAssocID="{B2DC1214-4533-4F37-A206-26FDE2603165}" presName="dummyNode1" presStyleLbl="node1" presStyleIdx="3" presStyleCnt="7"/>
      <dgm:spPr/>
    </dgm:pt>
    <dgm:pt modelId="{D1567956-447F-4382-A044-693F0EBFBCB7}" type="pres">
      <dgm:prSet presAssocID="{B2DC1214-4533-4F37-A206-26FDE2603165}" presName="childNode1" presStyleLbl="bgAcc1" presStyleIdx="4" presStyleCnt="7">
        <dgm:presLayoutVars>
          <dgm:bulletEnabled val="1"/>
        </dgm:presLayoutVars>
      </dgm:prSet>
      <dgm:spPr/>
    </dgm:pt>
    <dgm:pt modelId="{65FCBBAB-7265-4D67-ABA0-B46872297054}" type="pres">
      <dgm:prSet presAssocID="{B2DC1214-4533-4F37-A206-26FDE2603165}" presName="childNode1tx" presStyleLbl="bgAcc1" presStyleIdx="4" presStyleCnt="7">
        <dgm:presLayoutVars>
          <dgm:bulletEnabled val="1"/>
        </dgm:presLayoutVars>
      </dgm:prSet>
      <dgm:spPr/>
    </dgm:pt>
    <dgm:pt modelId="{BF5CF479-5286-45D6-8F43-5B13E3264D1D}" type="pres">
      <dgm:prSet presAssocID="{B2DC1214-4533-4F37-A206-26FDE2603165}" presName="parentNode1" presStyleLbl="node1" presStyleIdx="4" presStyleCnt="7">
        <dgm:presLayoutVars>
          <dgm:chMax val="1"/>
          <dgm:bulletEnabled val="1"/>
        </dgm:presLayoutVars>
      </dgm:prSet>
      <dgm:spPr/>
    </dgm:pt>
    <dgm:pt modelId="{A2E8D335-38CA-402B-BDA0-BCB2D2E29C36}" type="pres">
      <dgm:prSet presAssocID="{B2DC1214-4533-4F37-A206-26FDE2603165}" presName="connSite1" presStyleCnt="0"/>
      <dgm:spPr/>
    </dgm:pt>
    <dgm:pt modelId="{2AA16C1A-2F3E-4B2E-A0BB-00C152B68FCA}" type="pres">
      <dgm:prSet presAssocID="{73E7DA0B-EDE4-45B3-8436-7A712286D1A9}" presName="Name9" presStyleLbl="sibTrans2D1" presStyleIdx="4" presStyleCnt="6"/>
      <dgm:spPr/>
    </dgm:pt>
    <dgm:pt modelId="{F26E369F-88CE-4649-8054-0FAB8CFFF5AB}" type="pres">
      <dgm:prSet presAssocID="{6168842F-DAC8-4D61-8C54-153A001ACB99}" presName="composite2" presStyleCnt="0"/>
      <dgm:spPr/>
    </dgm:pt>
    <dgm:pt modelId="{C4780215-320E-48E9-8872-11B2656026F1}" type="pres">
      <dgm:prSet presAssocID="{6168842F-DAC8-4D61-8C54-153A001ACB99}" presName="dummyNode2" presStyleLbl="node1" presStyleIdx="4" presStyleCnt="7"/>
      <dgm:spPr/>
    </dgm:pt>
    <dgm:pt modelId="{D862416D-5177-4060-874F-C44EE80AA05F}" type="pres">
      <dgm:prSet presAssocID="{6168842F-DAC8-4D61-8C54-153A001ACB99}" presName="childNode2" presStyleLbl="bgAcc1" presStyleIdx="5" presStyleCnt="7">
        <dgm:presLayoutVars>
          <dgm:bulletEnabled val="1"/>
        </dgm:presLayoutVars>
      </dgm:prSet>
      <dgm:spPr/>
    </dgm:pt>
    <dgm:pt modelId="{4D0FF774-07DA-4AEB-934E-D9ED56FA21A8}" type="pres">
      <dgm:prSet presAssocID="{6168842F-DAC8-4D61-8C54-153A001ACB99}" presName="childNode2tx" presStyleLbl="bgAcc1" presStyleIdx="5" presStyleCnt="7">
        <dgm:presLayoutVars>
          <dgm:bulletEnabled val="1"/>
        </dgm:presLayoutVars>
      </dgm:prSet>
      <dgm:spPr/>
    </dgm:pt>
    <dgm:pt modelId="{3569D97C-7A80-483C-8A38-8B29BF9F4786}" type="pres">
      <dgm:prSet presAssocID="{6168842F-DAC8-4D61-8C54-153A001ACB99}" presName="parentNode2" presStyleLbl="node1" presStyleIdx="5" presStyleCnt="7">
        <dgm:presLayoutVars>
          <dgm:chMax val="0"/>
          <dgm:bulletEnabled val="1"/>
        </dgm:presLayoutVars>
      </dgm:prSet>
      <dgm:spPr/>
    </dgm:pt>
    <dgm:pt modelId="{29B84614-BA62-4450-841D-7047AEB2BE44}" type="pres">
      <dgm:prSet presAssocID="{6168842F-DAC8-4D61-8C54-153A001ACB99}" presName="connSite2" presStyleCnt="0"/>
      <dgm:spPr/>
    </dgm:pt>
    <dgm:pt modelId="{E53F3576-1548-4A1F-BF21-1A6458236B37}" type="pres">
      <dgm:prSet presAssocID="{D0A40C0A-41C8-4E85-8D4D-4B983CD04D08}" presName="Name18" presStyleLbl="sibTrans2D1" presStyleIdx="5" presStyleCnt="6"/>
      <dgm:spPr/>
    </dgm:pt>
    <dgm:pt modelId="{B24E12CB-4B86-4032-8831-DA6F7229B52E}" type="pres">
      <dgm:prSet presAssocID="{94504700-F8B6-4D7E-9CF8-ECD9C28852BB}" presName="composite1" presStyleCnt="0"/>
      <dgm:spPr/>
    </dgm:pt>
    <dgm:pt modelId="{E1D882E6-AA2F-49EE-9344-432F4FD644CA}" type="pres">
      <dgm:prSet presAssocID="{94504700-F8B6-4D7E-9CF8-ECD9C28852BB}" presName="dummyNode1" presStyleLbl="node1" presStyleIdx="5" presStyleCnt="7"/>
      <dgm:spPr/>
    </dgm:pt>
    <dgm:pt modelId="{C6AB5C40-0E38-49F6-9C28-D39EE5720AF9}" type="pres">
      <dgm:prSet presAssocID="{94504700-F8B6-4D7E-9CF8-ECD9C28852BB}" presName="childNode1" presStyleLbl="bgAcc1" presStyleIdx="6" presStyleCnt="7">
        <dgm:presLayoutVars>
          <dgm:bulletEnabled val="1"/>
        </dgm:presLayoutVars>
      </dgm:prSet>
      <dgm:spPr/>
    </dgm:pt>
    <dgm:pt modelId="{5CF65678-3321-4FE5-A91A-FA7B70DAC474}" type="pres">
      <dgm:prSet presAssocID="{94504700-F8B6-4D7E-9CF8-ECD9C28852BB}" presName="childNode1tx" presStyleLbl="bgAcc1" presStyleIdx="6" presStyleCnt="7">
        <dgm:presLayoutVars>
          <dgm:bulletEnabled val="1"/>
        </dgm:presLayoutVars>
      </dgm:prSet>
      <dgm:spPr/>
    </dgm:pt>
    <dgm:pt modelId="{A9D1BABC-DC0C-49BA-8B9E-BEEDEA5A51AA}" type="pres">
      <dgm:prSet presAssocID="{94504700-F8B6-4D7E-9CF8-ECD9C28852BB}" presName="parentNode1" presStyleLbl="node1" presStyleIdx="6" presStyleCnt="7">
        <dgm:presLayoutVars>
          <dgm:chMax val="1"/>
          <dgm:bulletEnabled val="1"/>
        </dgm:presLayoutVars>
      </dgm:prSet>
      <dgm:spPr/>
    </dgm:pt>
    <dgm:pt modelId="{6EA63573-5D41-4C85-82A7-07E7EAEF0906}" type="pres">
      <dgm:prSet presAssocID="{94504700-F8B6-4D7E-9CF8-ECD9C28852BB}" presName="connSite1" presStyleCnt="0"/>
      <dgm:spPr/>
    </dgm:pt>
  </dgm:ptLst>
  <dgm:cxnLst>
    <dgm:cxn modelId="{F2669106-30CC-B74E-AAE4-161A1FFEF604}" type="presOf" srcId="{D72DF9F8-C86A-4570-A164-B07E48CA8C72}" destId="{1D5B61D9-3C41-4154-9E61-15A708389596}" srcOrd="0" destOrd="0" presId="urn:microsoft.com/office/officeart/2005/8/layout/hProcess4"/>
    <dgm:cxn modelId="{1287570A-6C7E-1642-AF8A-1F6D6843D5BA}" type="presOf" srcId="{58FDC2C2-54D7-4D76-A796-436C5BF498E7}" destId="{2DCA0A53-ECE6-4300-8E58-E968B94C8F94}" srcOrd="0" destOrd="0" presId="urn:microsoft.com/office/officeart/2005/8/layout/hProcess4"/>
    <dgm:cxn modelId="{CF10950B-6EA4-A84B-8BD8-C02829956AC4}" type="presOf" srcId="{6168842F-DAC8-4D61-8C54-153A001ACB99}" destId="{3569D97C-7A80-483C-8A38-8B29BF9F4786}" srcOrd="0" destOrd="0" presId="urn:microsoft.com/office/officeart/2005/8/layout/hProcess4"/>
    <dgm:cxn modelId="{0FD1390D-632B-5A49-A6D1-C1B9D96CAA82}" type="presOf" srcId="{A5494E3C-F5D0-4828-968E-703C8EA60B03}" destId="{5CF65678-3321-4FE5-A91A-FA7B70DAC474}" srcOrd="1" destOrd="1" presId="urn:microsoft.com/office/officeart/2005/8/layout/hProcess4"/>
    <dgm:cxn modelId="{951D7A10-4377-CE44-8478-C1951A3C5DCF}" type="presOf" srcId="{A5494E3C-F5D0-4828-968E-703C8EA60B03}" destId="{C6AB5C40-0E38-49F6-9C28-D39EE5720AF9}" srcOrd="0" destOrd="1" presId="urn:microsoft.com/office/officeart/2005/8/layout/hProcess4"/>
    <dgm:cxn modelId="{65AF0419-6B12-1F43-A89C-FCD2E4AFA3EF}" type="presOf" srcId="{23001AD0-E9B2-451D-AFC2-FD1C9CED7AC6}" destId="{DE5E62E2-4D94-4613-A8AC-8F6A30DB1231}" srcOrd="0" destOrd="0" presId="urn:microsoft.com/office/officeart/2005/8/layout/hProcess4"/>
    <dgm:cxn modelId="{38E2051B-4601-C144-9CA3-B44F69CB8907}" type="presOf" srcId="{5D9A7DF5-3321-4BB5-82CF-DB200E85048B}" destId="{D862416D-5177-4060-874F-C44EE80AA05F}" srcOrd="0" destOrd="0" presId="urn:microsoft.com/office/officeart/2005/8/layout/hProcess4"/>
    <dgm:cxn modelId="{84169627-DCB4-4AEC-8F68-FF848DE59613}" srcId="{94504700-F8B6-4D7E-9CF8-ECD9C28852BB}" destId="{A5494E3C-F5D0-4828-968E-703C8EA60B03}" srcOrd="1" destOrd="0" parTransId="{5E88C13B-DFC7-4F79-9548-CEBC7CA03B5D}" sibTransId="{1C47984C-2529-47A8-BF99-A7E02800BC86}"/>
    <dgm:cxn modelId="{1266DB2E-F51F-1649-8E27-EAB79B07C0EE}" type="presOf" srcId="{D71ABA20-1D0A-46CC-9480-03A13ADED990}" destId="{A2C2587A-C5D8-4893-9F5E-E6BD8711EDD5}" srcOrd="0" destOrd="0" presId="urn:microsoft.com/office/officeart/2005/8/layout/hProcess4"/>
    <dgm:cxn modelId="{39B24530-5C7B-4A19-BA58-2A6E3A206415}" srcId="{512EACC9-3968-413F-B8F4-6149F12336EA}" destId="{CCF2E595-887C-4A5F-B72D-8EDCE34EAB3C}" srcOrd="0" destOrd="0" parTransId="{44329B94-7C04-4443-BD9A-A63E06DA477E}" sibTransId="{ADB54E11-CE85-4721-82CA-C1B20C3E9800}"/>
    <dgm:cxn modelId="{2C435931-278B-4DF4-A19C-922F6E73148D}" srcId="{D71ABA20-1D0A-46CC-9480-03A13ADED990}" destId="{A63D50DE-9BDE-4378-A846-49856B70FE36}" srcOrd="0" destOrd="0" parTransId="{5AB63980-01B2-4E5F-826F-EFA6816208DD}" sibTransId="{85C7E86D-CAE7-402C-8054-403FB8A884A1}"/>
    <dgm:cxn modelId="{B30FB133-0434-EE4E-9A8E-9306A15440A3}" type="presOf" srcId="{73E7DA0B-EDE4-45B3-8436-7A712286D1A9}" destId="{2AA16C1A-2F3E-4B2E-A0BB-00C152B68FCA}" srcOrd="0" destOrd="0" presId="urn:microsoft.com/office/officeart/2005/8/layout/hProcess4"/>
    <dgm:cxn modelId="{B50BFA38-937F-4B51-8E89-55BC973D5FA4}" srcId="{D71ABA20-1D0A-46CC-9480-03A13ADED990}" destId="{B2DC1214-4533-4F37-A206-26FDE2603165}" srcOrd="4" destOrd="0" parTransId="{2B3E0938-300D-48F0-8939-F91218628C96}" sibTransId="{73E7DA0B-EDE4-45B3-8436-7A712286D1A9}"/>
    <dgm:cxn modelId="{78CACD39-4325-4CB0-94B2-9EF5493EE267}" srcId="{B2DC1214-4533-4F37-A206-26FDE2603165}" destId="{D91A0374-21E9-476D-A056-3D207BAB6273}" srcOrd="0" destOrd="0" parTransId="{11D297BB-1E6B-4DF5-A05B-7E40BF2F7902}" sibTransId="{64CD88D6-6E9E-4E81-B9D1-17E188B70FD2}"/>
    <dgm:cxn modelId="{070CA15B-9EE3-7347-941F-8B506068DCA9}" type="presOf" srcId="{A6AF79D1-8458-4691-B7E8-A8B8BF0AAC8C}" destId="{9100CEC2-EDA4-4A68-B164-0E4F9BA7C6F2}" srcOrd="0" destOrd="0" presId="urn:microsoft.com/office/officeart/2005/8/layout/hProcess4"/>
    <dgm:cxn modelId="{4BD2505D-FAC1-486A-8BC0-FFF292D9FFA7}" srcId="{A63D50DE-9BDE-4378-A846-49856B70FE36}" destId="{A083BC94-0E1F-4232-982C-CB5D5E236A6F}" srcOrd="0" destOrd="0" parTransId="{BF6E6DE4-B109-45BF-875F-510A30AD4C2F}" sibTransId="{DBB560ED-E2D4-4A99-8077-AB826F102BE6}"/>
    <dgm:cxn modelId="{AC6C2562-EE5A-FB4A-9160-190458C04D8F}" type="presOf" srcId="{D0A40C0A-41C8-4E85-8D4D-4B983CD04D08}" destId="{E53F3576-1548-4A1F-BF21-1A6458236B37}" srcOrd="0" destOrd="0" presId="urn:microsoft.com/office/officeart/2005/8/layout/hProcess4"/>
    <dgm:cxn modelId="{2289B342-E60D-DD47-9BA0-CD068335DA19}" type="presOf" srcId="{512EACC9-3968-413F-B8F4-6149F12336EA}" destId="{28330099-0BB0-4796-9E87-A1206E91C01B}" srcOrd="0" destOrd="0" presId="urn:microsoft.com/office/officeart/2005/8/layout/hProcess4"/>
    <dgm:cxn modelId="{E2511E43-9F4E-4EBD-AF1D-F3F8D6EE19AE}" srcId="{1C526F60-88E6-4B5B-AF14-F9F381AEC514}" destId="{0EFF52E5-7692-491F-BE65-35BED5A3CD67}" srcOrd="0" destOrd="0" parTransId="{8B4404C5-6BD9-4E92-AC8C-553D26DCC3D1}" sibTransId="{1CAE7EA8-845B-4734-BA0A-DAAAE54EB22F}"/>
    <dgm:cxn modelId="{CD83DC65-06D8-CF41-9434-41B99111B1D0}" type="presOf" srcId="{85C7E86D-CAE7-402C-8054-403FB8A884A1}" destId="{E76B4ABA-34EA-4A7E-B4D0-AA6F38F9029A}" srcOrd="0" destOrd="0" presId="urn:microsoft.com/office/officeart/2005/8/layout/hProcess4"/>
    <dgm:cxn modelId="{752D5847-5F42-EA45-9C2E-5BFC3ECAADE3}" type="presOf" srcId="{CCF2E595-887C-4A5F-B72D-8EDCE34EAB3C}" destId="{A874B65F-1650-4761-845A-9BC67DF4DE93}" srcOrd="0" destOrd="0" presId="urn:microsoft.com/office/officeart/2005/8/layout/hProcess4"/>
    <dgm:cxn modelId="{20895272-CEF0-3E40-B8DF-603C48E787B9}" type="presOf" srcId="{5D9A7DF5-3321-4BB5-82CF-DB200E85048B}" destId="{4D0FF774-07DA-4AEB-934E-D9ED56FA21A8}" srcOrd="1" destOrd="0" presId="urn:microsoft.com/office/officeart/2005/8/layout/hProcess4"/>
    <dgm:cxn modelId="{81935954-67AD-448B-B82D-65A2939EB50E}" srcId="{D71ABA20-1D0A-46CC-9480-03A13ADED990}" destId="{6168842F-DAC8-4D61-8C54-153A001ACB99}" srcOrd="5" destOrd="0" parTransId="{9F993239-E002-4653-9E9F-CFD47D5B0FAD}" sibTransId="{D0A40C0A-41C8-4E85-8D4D-4B983CD04D08}"/>
    <dgm:cxn modelId="{B3680E56-AED8-234E-A4D1-2BEC63DE6DB0}" type="presOf" srcId="{A083BC94-0E1F-4232-982C-CB5D5E236A6F}" destId="{1AEB9B00-B246-4653-AFB1-743032EB83AA}" srcOrd="1" destOrd="0" presId="urn:microsoft.com/office/officeart/2005/8/layout/hProcess4"/>
    <dgm:cxn modelId="{BBE22B58-7F8D-FA4D-9274-CD20E8266CC7}" type="presOf" srcId="{94504700-F8B6-4D7E-9CF8-ECD9C28852BB}" destId="{A9D1BABC-DC0C-49BA-8B9E-BEEDEA5A51AA}" srcOrd="0" destOrd="0" presId="urn:microsoft.com/office/officeart/2005/8/layout/hProcess4"/>
    <dgm:cxn modelId="{5A7B947F-36D4-421D-A7E9-B7F0BD369126}" srcId="{D71ABA20-1D0A-46CC-9480-03A13ADED990}" destId="{1C526F60-88E6-4B5B-AF14-F9F381AEC514}" srcOrd="3" destOrd="0" parTransId="{588B7021-6425-4DDF-8E9B-7A93B3AB2B30}" sibTransId="{58FDC2C2-54D7-4D76-A796-436C5BF498E7}"/>
    <dgm:cxn modelId="{570CDE8D-E9DC-4E65-9872-68B070A9F829}" srcId="{6168842F-DAC8-4D61-8C54-153A001ACB99}" destId="{5D9A7DF5-3321-4BB5-82CF-DB200E85048B}" srcOrd="0" destOrd="0" parTransId="{25244CFF-A5B6-4F10-87BC-9FC5A5E5359F}" sibTransId="{64060AA8-0C91-4330-8270-27FC34A9EA6A}"/>
    <dgm:cxn modelId="{0ED92F93-7704-433A-8043-F3AD48EE24B5}" srcId="{E07ECB3A-1AEB-4DBD-AF3F-CA3BF762E80B}" destId="{A6AF79D1-8458-4691-B7E8-A8B8BF0AAC8C}" srcOrd="0" destOrd="0" parTransId="{89171021-A61C-473D-A484-4000DE7357B9}" sibTransId="{6E327770-A380-429B-B42C-AEE29161D981}"/>
    <dgm:cxn modelId="{666CA398-09F0-8644-9B1D-8AF687A6F64B}" type="presOf" srcId="{0EFF52E5-7692-491F-BE65-35BED5A3CD67}" destId="{A2D75443-A2C5-4CCD-BE96-4E7E7A5E48AA}" srcOrd="1" destOrd="0" presId="urn:microsoft.com/office/officeart/2005/8/layout/hProcess4"/>
    <dgm:cxn modelId="{E9ECCD9C-1F3F-E344-89F9-7E9A2DB1B77E}" type="presOf" srcId="{1C526F60-88E6-4B5B-AF14-F9F381AEC514}" destId="{A1765B4C-CF0D-4C12-BDE2-D8A61EB84268}" srcOrd="0" destOrd="0" presId="urn:microsoft.com/office/officeart/2005/8/layout/hProcess4"/>
    <dgm:cxn modelId="{242198A6-ECA3-498F-A9B9-9BAC905CCF91}" srcId="{94504700-F8B6-4D7E-9CF8-ECD9C28852BB}" destId="{F09326E4-A725-44BA-8A64-4C94F42D9D3D}" srcOrd="0" destOrd="0" parTransId="{F4D412E1-BD80-4BD1-B9E8-F290BC0C7C26}" sibTransId="{EA52E6CC-285C-4804-B8C6-CBAFE7B58A7E}"/>
    <dgm:cxn modelId="{266AB3AD-E3C0-8241-9A11-73682E418692}" type="presOf" srcId="{0EFF52E5-7692-491F-BE65-35BED5A3CD67}" destId="{C60D6AFF-8D52-4693-BD8E-FBC3C1408BF9}" srcOrd="0" destOrd="0" presId="urn:microsoft.com/office/officeart/2005/8/layout/hProcess4"/>
    <dgm:cxn modelId="{FF1F8AB5-7530-CB4B-B3D5-92E43EC16826}" type="presOf" srcId="{A63D50DE-9BDE-4378-A846-49856B70FE36}" destId="{BC038299-5037-46F6-A24D-930ED49E68FF}" srcOrd="0" destOrd="0" presId="urn:microsoft.com/office/officeart/2005/8/layout/hProcess4"/>
    <dgm:cxn modelId="{FD7CAAB7-687A-6745-A63C-9D7B856E9761}" type="presOf" srcId="{E07ECB3A-1AEB-4DBD-AF3F-CA3BF762E80B}" destId="{76D56346-C0D4-4BB5-AC93-4AD9EF171BA0}" srcOrd="0" destOrd="0" presId="urn:microsoft.com/office/officeart/2005/8/layout/hProcess4"/>
    <dgm:cxn modelId="{E3F873BD-A8D2-F34D-A1BF-EBAB5E2FD116}" type="presOf" srcId="{D91A0374-21E9-476D-A056-3D207BAB6273}" destId="{65FCBBAB-7265-4D67-ABA0-B46872297054}" srcOrd="1" destOrd="0" presId="urn:microsoft.com/office/officeart/2005/8/layout/hProcess4"/>
    <dgm:cxn modelId="{DAB9C1CC-AFCE-5845-B4D0-3F187A9D452E}" type="presOf" srcId="{F09326E4-A725-44BA-8A64-4C94F42D9D3D}" destId="{5CF65678-3321-4FE5-A91A-FA7B70DAC474}" srcOrd="1" destOrd="0" presId="urn:microsoft.com/office/officeart/2005/8/layout/hProcess4"/>
    <dgm:cxn modelId="{97E62ECE-B25C-6448-A7E5-72905265DF01}" type="presOf" srcId="{A083BC94-0E1F-4232-982C-CB5D5E236A6F}" destId="{68080811-689B-44AC-8088-685B4C4B8EDB}" srcOrd="0" destOrd="0" presId="urn:microsoft.com/office/officeart/2005/8/layout/hProcess4"/>
    <dgm:cxn modelId="{EDA812D1-B6B5-4048-A4E7-428BC538C58D}" srcId="{D71ABA20-1D0A-46CC-9480-03A13ADED990}" destId="{E07ECB3A-1AEB-4DBD-AF3F-CA3BF762E80B}" srcOrd="1" destOrd="0" parTransId="{AECB4896-9969-4D7A-979B-18C1141FD48D}" sibTransId="{23001AD0-E9B2-451D-AFC2-FD1C9CED7AC6}"/>
    <dgm:cxn modelId="{F19A13D1-171B-2247-8348-3043C1B67B2D}" type="presOf" srcId="{F09326E4-A725-44BA-8A64-4C94F42D9D3D}" destId="{C6AB5C40-0E38-49F6-9C28-D39EE5720AF9}" srcOrd="0" destOrd="0" presId="urn:microsoft.com/office/officeart/2005/8/layout/hProcess4"/>
    <dgm:cxn modelId="{24006CD9-207D-4647-93C0-350E1323489B}" type="presOf" srcId="{A6AF79D1-8458-4691-B7E8-A8B8BF0AAC8C}" destId="{467719D1-4B95-44CD-A94C-679281BA6B04}" srcOrd="1" destOrd="0" presId="urn:microsoft.com/office/officeart/2005/8/layout/hProcess4"/>
    <dgm:cxn modelId="{C90AD8DC-0DDA-934E-A815-187C404DA2EA}" type="presOf" srcId="{D91A0374-21E9-476D-A056-3D207BAB6273}" destId="{D1567956-447F-4382-A044-693F0EBFBCB7}" srcOrd="0" destOrd="0" presId="urn:microsoft.com/office/officeart/2005/8/layout/hProcess4"/>
    <dgm:cxn modelId="{0AB6BDE7-E79D-F845-BD22-CE4CE31D9215}" type="presOf" srcId="{B2DC1214-4533-4F37-A206-26FDE2603165}" destId="{BF5CF479-5286-45D6-8F43-5B13E3264D1D}" srcOrd="0" destOrd="0" presId="urn:microsoft.com/office/officeart/2005/8/layout/hProcess4"/>
    <dgm:cxn modelId="{ABE358EC-CBF7-1F47-ADD3-A3467BE6365D}" type="presOf" srcId="{CCF2E595-887C-4A5F-B72D-8EDCE34EAB3C}" destId="{142C895B-E866-41B1-94A7-295E3281B76C}" srcOrd="1" destOrd="0" presId="urn:microsoft.com/office/officeart/2005/8/layout/hProcess4"/>
    <dgm:cxn modelId="{27AF9FED-38C4-4429-9094-1B0307FC823B}" srcId="{D71ABA20-1D0A-46CC-9480-03A13ADED990}" destId="{512EACC9-3968-413F-B8F4-6149F12336EA}" srcOrd="2" destOrd="0" parTransId="{6A02AFE8-165E-47B8-B767-2BDA059F5F6D}" sibTransId="{D72DF9F8-C86A-4570-A164-B07E48CA8C72}"/>
    <dgm:cxn modelId="{242749FA-E64D-4470-B266-A9A697F8AD1C}" srcId="{D71ABA20-1D0A-46CC-9480-03A13ADED990}" destId="{94504700-F8B6-4D7E-9CF8-ECD9C28852BB}" srcOrd="6" destOrd="0" parTransId="{8254EF38-2A6C-4523-97F9-F54014B5315D}" sibTransId="{2EA1965A-0DB6-4822-B220-9064431E90CE}"/>
    <dgm:cxn modelId="{BD3F82D2-50B2-F04C-8AF3-E113EC8A23F8}" type="presParOf" srcId="{A2C2587A-C5D8-4893-9F5E-E6BD8711EDD5}" destId="{B10DA93C-0DA6-4EE2-9611-E2D069774697}" srcOrd="0" destOrd="0" presId="urn:microsoft.com/office/officeart/2005/8/layout/hProcess4"/>
    <dgm:cxn modelId="{202C9C2D-DEA9-FC4E-8DDD-DA907C5E8D2C}" type="presParOf" srcId="{A2C2587A-C5D8-4893-9F5E-E6BD8711EDD5}" destId="{17B3AC13-8A54-483F-9414-E40A1707BEB9}" srcOrd="1" destOrd="0" presId="urn:microsoft.com/office/officeart/2005/8/layout/hProcess4"/>
    <dgm:cxn modelId="{3E50A585-DB67-C543-BBD5-08BE75E61E75}" type="presParOf" srcId="{A2C2587A-C5D8-4893-9F5E-E6BD8711EDD5}" destId="{510ECEA0-C978-4C1A-B9BB-FBFF9E2E8035}" srcOrd="2" destOrd="0" presId="urn:microsoft.com/office/officeart/2005/8/layout/hProcess4"/>
    <dgm:cxn modelId="{52B06656-8146-B847-A1E7-913CD4DEF587}" type="presParOf" srcId="{510ECEA0-C978-4C1A-B9BB-FBFF9E2E8035}" destId="{E7BF8A9B-FC84-4FA4-AC55-9B480FE55657}" srcOrd="0" destOrd="0" presId="urn:microsoft.com/office/officeart/2005/8/layout/hProcess4"/>
    <dgm:cxn modelId="{88376EE1-ABA6-A24B-80F2-B42DF8333F2A}" type="presParOf" srcId="{E7BF8A9B-FC84-4FA4-AC55-9B480FE55657}" destId="{ABEDF2DE-A19B-483F-ADEF-C3209BAF4405}" srcOrd="0" destOrd="0" presId="urn:microsoft.com/office/officeart/2005/8/layout/hProcess4"/>
    <dgm:cxn modelId="{8330113F-8F0E-BF4E-A2CB-1F822E3E304B}" type="presParOf" srcId="{E7BF8A9B-FC84-4FA4-AC55-9B480FE55657}" destId="{68080811-689B-44AC-8088-685B4C4B8EDB}" srcOrd="1" destOrd="0" presId="urn:microsoft.com/office/officeart/2005/8/layout/hProcess4"/>
    <dgm:cxn modelId="{9DE28E63-7770-964C-B44C-2181B9DE416D}" type="presParOf" srcId="{E7BF8A9B-FC84-4FA4-AC55-9B480FE55657}" destId="{1AEB9B00-B246-4653-AFB1-743032EB83AA}" srcOrd="2" destOrd="0" presId="urn:microsoft.com/office/officeart/2005/8/layout/hProcess4"/>
    <dgm:cxn modelId="{01432ADE-B881-104A-AE92-3F46B5FFA988}" type="presParOf" srcId="{E7BF8A9B-FC84-4FA4-AC55-9B480FE55657}" destId="{BC038299-5037-46F6-A24D-930ED49E68FF}" srcOrd="3" destOrd="0" presId="urn:microsoft.com/office/officeart/2005/8/layout/hProcess4"/>
    <dgm:cxn modelId="{699D274A-23FB-5B40-9F21-9358CA2C6B4B}" type="presParOf" srcId="{E7BF8A9B-FC84-4FA4-AC55-9B480FE55657}" destId="{D2DBBC53-5DE5-4537-9B43-66C8C68B8DE5}" srcOrd="4" destOrd="0" presId="urn:microsoft.com/office/officeart/2005/8/layout/hProcess4"/>
    <dgm:cxn modelId="{7735B975-0542-7F4F-AB4F-2B66E39FD269}" type="presParOf" srcId="{510ECEA0-C978-4C1A-B9BB-FBFF9E2E8035}" destId="{E76B4ABA-34EA-4A7E-B4D0-AA6F38F9029A}" srcOrd="1" destOrd="0" presId="urn:microsoft.com/office/officeart/2005/8/layout/hProcess4"/>
    <dgm:cxn modelId="{0210C583-9937-E34F-BA40-09E91C7067EA}" type="presParOf" srcId="{510ECEA0-C978-4C1A-B9BB-FBFF9E2E8035}" destId="{83D2A558-243B-4587-BCF9-0125DDED683E}" srcOrd="2" destOrd="0" presId="urn:microsoft.com/office/officeart/2005/8/layout/hProcess4"/>
    <dgm:cxn modelId="{96583FD3-FD2D-AA47-9E3A-E034728393DC}" type="presParOf" srcId="{83D2A558-243B-4587-BCF9-0125DDED683E}" destId="{A1948BD1-0629-434B-ACEE-AF643BCC5338}" srcOrd="0" destOrd="0" presId="urn:microsoft.com/office/officeart/2005/8/layout/hProcess4"/>
    <dgm:cxn modelId="{900103C9-6013-A647-A1AE-52683A206DE4}" type="presParOf" srcId="{83D2A558-243B-4587-BCF9-0125DDED683E}" destId="{9100CEC2-EDA4-4A68-B164-0E4F9BA7C6F2}" srcOrd="1" destOrd="0" presId="urn:microsoft.com/office/officeart/2005/8/layout/hProcess4"/>
    <dgm:cxn modelId="{5EB53C2A-CBCC-CC4C-8D2C-9BEB9D23C03C}" type="presParOf" srcId="{83D2A558-243B-4587-BCF9-0125DDED683E}" destId="{467719D1-4B95-44CD-A94C-679281BA6B04}" srcOrd="2" destOrd="0" presId="urn:microsoft.com/office/officeart/2005/8/layout/hProcess4"/>
    <dgm:cxn modelId="{879E5C2E-811C-9846-AE77-CBA9987549E5}" type="presParOf" srcId="{83D2A558-243B-4587-BCF9-0125DDED683E}" destId="{76D56346-C0D4-4BB5-AC93-4AD9EF171BA0}" srcOrd="3" destOrd="0" presId="urn:microsoft.com/office/officeart/2005/8/layout/hProcess4"/>
    <dgm:cxn modelId="{B1BCD5B5-0233-8A41-82DF-702480761174}" type="presParOf" srcId="{83D2A558-243B-4587-BCF9-0125DDED683E}" destId="{B43EE25F-91A0-41DE-BB9D-490179DEBD5B}" srcOrd="4" destOrd="0" presId="urn:microsoft.com/office/officeart/2005/8/layout/hProcess4"/>
    <dgm:cxn modelId="{F3F46D27-5E4D-244A-A70E-F2BFF8F5FE0A}" type="presParOf" srcId="{510ECEA0-C978-4C1A-B9BB-FBFF9E2E8035}" destId="{DE5E62E2-4D94-4613-A8AC-8F6A30DB1231}" srcOrd="3" destOrd="0" presId="urn:microsoft.com/office/officeart/2005/8/layout/hProcess4"/>
    <dgm:cxn modelId="{9F9A8F2D-34F9-974E-A13C-6005B27E3FD7}" type="presParOf" srcId="{510ECEA0-C978-4C1A-B9BB-FBFF9E2E8035}" destId="{17D32162-C677-4A4F-A1C1-B07BF598C4DD}" srcOrd="4" destOrd="0" presId="urn:microsoft.com/office/officeart/2005/8/layout/hProcess4"/>
    <dgm:cxn modelId="{58334526-413A-4A41-9EFF-1B8C2874D4A6}" type="presParOf" srcId="{17D32162-C677-4A4F-A1C1-B07BF598C4DD}" destId="{35D986E7-39ED-4D8B-B81C-46A0000CB68F}" srcOrd="0" destOrd="0" presId="urn:microsoft.com/office/officeart/2005/8/layout/hProcess4"/>
    <dgm:cxn modelId="{ACCCD678-7ADE-D045-A8B0-283B47BB6D80}" type="presParOf" srcId="{17D32162-C677-4A4F-A1C1-B07BF598C4DD}" destId="{A874B65F-1650-4761-845A-9BC67DF4DE93}" srcOrd="1" destOrd="0" presId="urn:microsoft.com/office/officeart/2005/8/layout/hProcess4"/>
    <dgm:cxn modelId="{EAE2B5DE-74A4-3644-ABF8-B42C9DE0913E}" type="presParOf" srcId="{17D32162-C677-4A4F-A1C1-B07BF598C4DD}" destId="{142C895B-E866-41B1-94A7-295E3281B76C}" srcOrd="2" destOrd="0" presId="urn:microsoft.com/office/officeart/2005/8/layout/hProcess4"/>
    <dgm:cxn modelId="{F95A532B-ACE4-994F-9D04-DDD1070169B7}" type="presParOf" srcId="{17D32162-C677-4A4F-A1C1-B07BF598C4DD}" destId="{28330099-0BB0-4796-9E87-A1206E91C01B}" srcOrd="3" destOrd="0" presId="urn:microsoft.com/office/officeart/2005/8/layout/hProcess4"/>
    <dgm:cxn modelId="{3B910109-922F-B444-A89B-1E497963292C}" type="presParOf" srcId="{17D32162-C677-4A4F-A1C1-B07BF598C4DD}" destId="{E3C0D389-5238-4839-B03C-88A5F18F4380}" srcOrd="4" destOrd="0" presId="urn:microsoft.com/office/officeart/2005/8/layout/hProcess4"/>
    <dgm:cxn modelId="{DF2E7C40-29D1-CB44-AB5F-97466630712B}" type="presParOf" srcId="{510ECEA0-C978-4C1A-B9BB-FBFF9E2E8035}" destId="{1D5B61D9-3C41-4154-9E61-15A708389596}" srcOrd="5" destOrd="0" presId="urn:microsoft.com/office/officeart/2005/8/layout/hProcess4"/>
    <dgm:cxn modelId="{7DEF4AA2-3305-D94D-A957-B804A64FD4AF}" type="presParOf" srcId="{510ECEA0-C978-4C1A-B9BB-FBFF9E2E8035}" destId="{4C07738F-01BA-49AC-917C-7C8695D16763}" srcOrd="6" destOrd="0" presId="urn:microsoft.com/office/officeart/2005/8/layout/hProcess4"/>
    <dgm:cxn modelId="{E2DE0616-E11D-5E4C-939B-F825AA399601}" type="presParOf" srcId="{4C07738F-01BA-49AC-917C-7C8695D16763}" destId="{77EBE15C-5DFB-4B12-A40A-7A1754A17599}" srcOrd="0" destOrd="0" presId="urn:microsoft.com/office/officeart/2005/8/layout/hProcess4"/>
    <dgm:cxn modelId="{D3142C68-CB4C-5C44-B987-493E5BAE3524}" type="presParOf" srcId="{4C07738F-01BA-49AC-917C-7C8695D16763}" destId="{C60D6AFF-8D52-4693-BD8E-FBC3C1408BF9}" srcOrd="1" destOrd="0" presId="urn:microsoft.com/office/officeart/2005/8/layout/hProcess4"/>
    <dgm:cxn modelId="{6B741758-0D02-B942-8B6A-5B80CB4E9079}" type="presParOf" srcId="{4C07738F-01BA-49AC-917C-7C8695D16763}" destId="{A2D75443-A2C5-4CCD-BE96-4E7E7A5E48AA}" srcOrd="2" destOrd="0" presId="urn:microsoft.com/office/officeart/2005/8/layout/hProcess4"/>
    <dgm:cxn modelId="{BF016ABC-036C-6440-9DAC-6D8CCACFC064}" type="presParOf" srcId="{4C07738F-01BA-49AC-917C-7C8695D16763}" destId="{A1765B4C-CF0D-4C12-BDE2-D8A61EB84268}" srcOrd="3" destOrd="0" presId="urn:microsoft.com/office/officeart/2005/8/layout/hProcess4"/>
    <dgm:cxn modelId="{B94E0765-5C6D-854D-B8A9-3A0D1D956FC9}" type="presParOf" srcId="{4C07738F-01BA-49AC-917C-7C8695D16763}" destId="{964499CD-4826-4BA8-8FBA-94131CC621BF}" srcOrd="4" destOrd="0" presId="urn:microsoft.com/office/officeart/2005/8/layout/hProcess4"/>
    <dgm:cxn modelId="{A8CF099F-D6C9-C84D-8757-E7021E50D06F}" type="presParOf" srcId="{510ECEA0-C978-4C1A-B9BB-FBFF9E2E8035}" destId="{2DCA0A53-ECE6-4300-8E58-E968B94C8F94}" srcOrd="7" destOrd="0" presId="urn:microsoft.com/office/officeart/2005/8/layout/hProcess4"/>
    <dgm:cxn modelId="{64F03100-7E5D-6B4A-83C1-EA0E96828B48}" type="presParOf" srcId="{510ECEA0-C978-4C1A-B9BB-FBFF9E2E8035}" destId="{8B6831A7-51C8-4175-95DD-B1730F1762DE}" srcOrd="8" destOrd="0" presId="urn:microsoft.com/office/officeart/2005/8/layout/hProcess4"/>
    <dgm:cxn modelId="{67644587-C82C-4543-A579-E578DC5448D4}" type="presParOf" srcId="{8B6831A7-51C8-4175-95DD-B1730F1762DE}" destId="{874ED0F3-0030-4993-8A31-F9CC47993E9F}" srcOrd="0" destOrd="0" presId="urn:microsoft.com/office/officeart/2005/8/layout/hProcess4"/>
    <dgm:cxn modelId="{08D814A2-2A24-174F-9EBB-89749A81BD56}" type="presParOf" srcId="{8B6831A7-51C8-4175-95DD-B1730F1762DE}" destId="{D1567956-447F-4382-A044-693F0EBFBCB7}" srcOrd="1" destOrd="0" presId="urn:microsoft.com/office/officeart/2005/8/layout/hProcess4"/>
    <dgm:cxn modelId="{0EB81290-9249-694C-A4CC-12CB12EE1313}" type="presParOf" srcId="{8B6831A7-51C8-4175-95DD-B1730F1762DE}" destId="{65FCBBAB-7265-4D67-ABA0-B46872297054}" srcOrd="2" destOrd="0" presId="urn:microsoft.com/office/officeart/2005/8/layout/hProcess4"/>
    <dgm:cxn modelId="{56C6C11E-8F94-C84C-8E48-1C29A0C9F733}" type="presParOf" srcId="{8B6831A7-51C8-4175-95DD-B1730F1762DE}" destId="{BF5CF479-5286-45D6-8F43-5B13E3264D1D}" srcOrd="3" destOrd="0" presId="urn:microsoft.com/office/officeart/2005/8/layout/hProcess4"/>
    <dgm:cxn modelId="{43B298FF-E7D0-1F4D-B70E-547C809733DE}" type="presParOf" srcId="{8B6831A7-51C8-4175-95DD-B1730F1762DE}" destId="{A2E8D335-38CA-402B-BDA0-BCB2D2E29C36}" srcOrd="4" destOrd="0" presId="urn:microsoft.com/office/officeart/2005/8/layout/hProcess4"/>
    <dgm:cxn modelId="{59652238-8543-8844-AEF6-F12D04AFCBF3}" type="presParOf" srcId="{510ECEA0-C978-4C1A-B9BB-FBFF9E2E8035}" destId="{2AA16C1A-2F3E-4B2E-A0BB-00C152B68FCA}" srcOrd="9" destOrd="0" presId="urn:microsoft.com/office/officeart/2005/8/layout/hProcess4"/>
    <dgm:cxn modelId="{CBD4EA0A-070E-1D42-B702-2DD5A1BC3CDF}" type="presParOf" srcId="{510ECEA0-C978-4C1A-B9BB-FBFF9E2E8035}" destId="{F26E369F-88CE-4649-8054-0FAB8CFFF5AB}" srcOrd="10" destOrd="0" presId="urn:microsoft.com/office/officeart/2005/8/layout/hProcess4"/>
    <dgm:cxn modelId="{085312DE-9459-DE45-8601-99E1D2D4B0DC}" type="presParOf" srcId="{F26E369F-88CE-4649-8054-0FAB8CFFF5AB}" destId="{C4780215-320E-48E9-8872-11B2656026F1}" srcOrd="0" destOrd="0" presId="urn:microsoft.com/office/officeart/2005/8/layout/hProcess4"/>
    <dgm:cxn modelId="{4127D343-7983-A64C-947B-58C330729AEE}" type="presParOf" srcId="{F26E369F-88CE-4649-8054-0FAB8CFFF5AB}" destId="{D862416D-5177-4060-874F-C44EE80AA05F}" srcOrd="1" destOrd="0" presId="urn:microsoft.com/office/officeart/2005/8/layout/hProcess4"/>
    <dgm:cxn modelId="{01B6FAF9-0385-A443-A8EF-1CFB99D741B4}" type="presParOf" srcId="{F26E369F-88CE-4649-8054-0FAB8CFFF5AB}" destId="{4D0FF774-07DA-4AEB-934E-D9ED56FA21A8}" srcOrd="2" destOrd="0" presId="urn:microsoft.com/office/officeart/2005/8/layout/hProcess4"/>
    <dgm:cxn modelId="{9381BDB4-6D9B-904C-9A6E-DC2599AFFCFF}" type="presParOf" srcId="{F26E369F-88CE-4649-8054-0FAB8CFFF5AB}" destId="{3569D97C-7A80-483C-8A38-8B29BF9F4786}" srcOrd="3" destOrd="0" presId="urn:microsoft.com/office/officeart/2005/8/layout/hProcess4"/>
    <dgm:cxn modelId="{29DCC337-8934-9842-8D57-0DA73A746CAA}" type="presParOf" srcId="{F26E369F-88CE-4649-8054-0FAB8CFFF5AB}" destId="{29B84614-BA62-4450-841D-7047AEB2BE44}" srcOrd="4" destOrd="0" presId="urn:microsoft.com/office/officeart/2005/8/layout/hProcess4"/>
    <dgm:cxn modelId="{57B1B7DF-88B8-034B-99E9-A6DFC7DA1AC9}" type="presParOf" srcId="{510ECEA0-C978-4C1A-B9BB-FBFF9E2E8035}" destId="{E53F3576-1548-4A1F-BF21-1A6458236B37}" srcOrd="11" destOrd="0" presId="urn:microsoft.com/office/officeart/2005/8/layout/hProcess4"/>
    <dgm:cxn modelId="{FAE60981-9EA4-D446-AE38-ECE08E07160F}" type="presParOf" srcId="{510ECEA0-C978-4C1A-B9BB-FBFF9E2E8035}" destId="{B24E12CB-4B86-4032-8831-DA6F7229B52E}" srcOrd="12" destOrd="0" presId="urn:microsoft.com/office/officeart/2005/8/layout/hProcess4"/>
    <dgm:cxn modelId="{A1ED9FF2-5D4D-A845-8B14-3B0708C57E2B}" type="presParOf" srcId="{B24E12CB-4B86-4032-8831-DA6F7229B52E}" destId="{E1D882E6-AA2F-49EE-9344-432F4FD644CA}" srcOrd="0" destOrd="0" presId="urn:microsoft.com/office/officeart/2005/8/layout/hProcess4"/>
    <dgm:cxn modelId="{64C54161-9DF6-B540-8926-E09CDE7970AA}" type="presParOf" srcId="{B24E12CB-4B86-4032-8831-DA6F7229B52E}" destId="{C6AB5C40-0E38-49F6-9C28-D39EE5720AF9}" srcOrd="1" destOrd="0" presId="urn:microsoft.com/office/officeart/2005/8/layout/hProcess4"/>
    <dgm:cxn modelId="{99F07282-2CDB-924E-8BC6-047F55C88567}" type="presParOf" srcId="{B24E12CB-4B86-4032-8831-DA6F7229B52E}" destId="{5CF65678-3321-4FE5-A91A-FA7B70DAC474}" srcOrd="2" destOrd="0" presId="urn:microsoft.com/office/officeart/2005/8/layout/hProcess4"/>
    <dgm:cxn modelId="{33AA81DC-6BA8-0344-A7D7-4B96B6D519F0}" type="presParOf" srcId="{B24E12CB-4B86-4032-8831-DA6F7229B52E}" destId="{A9D1BABC-DC0C-49BA-8B9E-BEEDEA5A51AA}" srcOrd="3" destOrd="0" presId="urn:microsoft.com/office/officeart/2005/8/layout/hProcess4"/>
    <dgm:cxn modelId="{C34C75A0-0105-1E4B-879C-3EB9B25589D6}" type="presParOf" srcId="{B24E12CB-4B86-4032-8831-DA6F7229B52E}" destId="{6EA63573-5D41-4C85-82A7-07E7EAEF0906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B59F3-49EC-412D-8A26-F79168DAC63C}">
      <dsp:nvSpPr>
        <dsp:cNvPr id="0" name=""/>
        <dsp:cNvSpPr/>
      </dsp:nvSpPr>
      <dsp:spPr>
        <a:xfrm>
          <a:off x="5230" y="103942"/>
          <a:ext cx="2378024" cy="994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Utilidad Fiscal del Último Ejercicio</a:t>
          </a:r>
        </a:p>
      </dsp:txBody>
      <dsp:txXfrm>
        <a:off x="5230" y="103942"/>
        <a:ext cx="2378024" cy="662703"/>
      </dsp:txXfrm>
    </dsp:sp>
    <dsp:sp modelId="{20E1B5E9-27EB-4A8B-9E45-D12D8577B1E8}">
      <dsp:nvSpPr>
        <dsp:cNvPr id="0" name=""/>
        <dsp:cNvSpPr/>
      </dsp:nvSpPr>
      <dsp:spPr>
        <a:xfrm>
          <a:off x="492295" y="766645"/>
          <a:ext cx="2378024" cy="34807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Último Ejercicio de 12 meses con Utilidad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Excepto en el segundo ejercicio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Se eliminan los anticipos a Socios de SC, y a otros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Máximo 5 Ejercicios Anteriores</a:t>
          </a:r>
        </a:p>
      </dsp:txBody>
      <dsp:txXfrm>
        <a:off x="561945" y="836295"/>
        <a:ext cx="2238724" cy="3341450"/>
      </dsp:txXfrm>
    </dsp:sp>
    <dsp:sp modelId="{F87B9911-B930-4424-BD2C-588FD05AD585}">
      <dsp:nvSpPr>
        <dsp:cNvPr id="0" name=""/>
        <dsp:cNvSpPr/>
      </dsp:nvSpPr>
      <dsp:spPr>
        <a:xfrm>
          <a:off x="2743754" y="139264"/>
          <a:ext cx="764259" cy="592059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Entre</a:t>
          </a:r>
        </a:p>
      </dsp:txBody>
      <dsp:txXfrm>
        <a:off x="2743754" y="257676"/>
        <a:ext cx="586641" cy="355235"/>
      </dsp:txXfrm>
    </dsp:sp>
    <dsp:sp modelId="{1E47BAE3-EFB6-4693-8B06-2713E9C69EF5}">
      <dsp:nvSpPr>
        <dsp:cNvPr id="0" name=""/>
        <dsp:cNvSpPr/>
      </dsp:nvSpPr>
      <dsp:spPr>
        <a:xfrm>
          <a:off x="3825254" y="103942"/>
          <a:ext cx="2378024" cy="994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Ingresos Nominales del Último Ejercicio</a:t>
          </a:r>
        </a:p>
      </dsp:txBody>
      <dsp:txXfrm>
        <a:off x="3825254" y="103942"/>
        <a:ext cx="2378024" cy="662703"/>
      </dsp:txXfrm>
    </dsp:sp>
    <dsp:sp modelId="{1D0EAB1A-D9E3-4778-BA09-4EA2ADA712D6}">
      <dsp:nvSpPr>
        <dsp:cNvPr id="0" name=""/>
        <dsp:cNvSpPr/>
      </dsp:nvSpPr>
      <dsp:spPr>
        <a:xfrm>
          <a:off x="4312320" y="766645"/>
          <a:ext cx="2378024" cy="34807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Son los Ingresos Acumulables menos el Ajuste Anual por Inflación Acumulable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</dsp:txBody>
      <dsp:txXfrm>
        <a:off x="4381970" y="836295"/>
        <a:ext cx="2238724" cy="3341450"/>
      </dsp:txXfrm>
    </dsp:sp>
    <dsp:sp modelId="{0047E0BC-31DD-47FF-BF51-45BBDE9BBD69}">
      <dsp:nvSpPr>
        <dsp:cNvPr id="0" name=""/>
        <dsp:cNvSpPr/>
      </dsp:nvSpPr>
      <dsp:spPr>
        <a:xfrm>
          <a:off x="6563779" y="139264"/>
          <a:ext cx="764259" cy="592059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Igual</a:t>
          </a:r>
        </a:p>
      </dsp:txBody>
      <dsp:txXfrm>
        <a:off x="6563779" y="257676"/>
        <a:ext cx="586641" cy="355235"/>
      </dsp:txXfrm>
    </dsp:sp>
    <dsp:sp modelId="{DDDF1D34-6AE6-4908-81B2-9D2C120C47CD}">
      <dsp:nvSpPr>
        <dsp:cNvPr id="0" name=""/>
        <dsp:cNvSpPr/>
      </dsp:nvSpPr>
      <dsp:spPr>
        <a:xfrm>
          <a:off x="7645279" y="103942"/>
          <a:ext cx="2378024" cy="994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Coeficiente de Utilidad</a:t>
          </a:r>
        </a:p>
      </dsp:txBody>
      <dsp:txXfrm>
        <a:off x="7645279" y="103942"/>
        <a:ext cx="2378024" cy="662703"/>
      </dsp:txXfrm>
    </dsp:sp>
    <dsp:sp modelId="{6440EED0-7A91-4DFF-BCD0-4CC31D9E7A5B}">
      <dsp:nvSpPr>
        <dsp:cNvPr id="0" name=""/>
        <dsp:cNvSpPr/>
      </dsp:nvSpPr>
      <dsp:spPr>
        <a:xfrm>
          <a:off x="8132345" y="766645"/>
          <a:ext cx="2378024" cy="34807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Si no resultara coeficiente, se tomará el Último Ejercicio de 12 meses por el que sí resulte.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Máximo 5 Ejercicios Anteriores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Hasta el diezmilésimo</a:t>
          </a:r>
        </a:p>
      </dsp:txBody>
      <dsp:txXfrm>
        <a:off x="8201995" y="836295"/>
        <a:ext cx="2238724" cy="3341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65B63-441A-4E7D-A082-F64949E8E25D}">
      <dsp:nvSpPr>
        <dsp:cNvPr id="0" name=""/>
        <dsp:cNvSpPr/>
      </dsp:nvSpPr>
      <dsp:spPr>
        <a:xfrm>
          <a:off x="983" y="1503"/>
          <a:ext cx="10513633" cy="986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Pagos Provisionales</a:t>
          </a:r>
        </a:p>
      </dsp:txBody>
      <dsp:txXfrm>
        <a:off x="29889" y="30409"/>
        <a:ext cx="10455821" cy="929100"/>
      </dsp:txXfrm>
    </dsp:sp>
    <dsp:sp modelId="{27DBE4F6-B01A-40DF-8A3D-B3D296B67853}">
      <dsp:nvSpPr>
        <dsp:cNvPr id="0" name=""/>
        <dsp:cNvSpPr/>
      </dsp:nvSpPr>
      <dsp:spPr>
        <a:xfrm>
          <a:off x="983" y="1121976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Primer Ejercicio</a:t>
          </a:r>
        </a:p>
      </dsp:txBody>
      <dsp:txXfrm>
        <a:off x="29889" y="1150882"/>
        <a:ext cx="1043553" cy="929100"/>
      </dsp:txXfrm>
    </dsp:sp>
    <dsp:sp modelId="{2BBD0C46-15A1-40E2-83D9-EAED32C4E49B}">
      <dsp:nvSpPr>
        <dsp:cNvPr id="0" name=""/>
        <dsp:cNvSpPr/>
      </dsp:nvSpPr>
      <dsp:spPr>
        <a:xfrm>
          <a:off x="983" y="2242449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Sin declaraciones</a:t>
          </a:r>
        </a:p>
      </dsp:txBody>
      <dsp:txXfrm>
        <a:off x="29889" y="2271355"/>
        <a:ext cx="1043553" cy="929100"/>
      </dsp:txXfrm>
    </dsp:sp>
    <dsp:sp modelId="{8A77DD8F-2C57-4053-AA36-D210AC8A5EF7}">
      <dsp:nvSpPr>
        <dsp:cNvPr id="0" name=""/>
        <dsp:cNvSpPr/>
      </dsp:nvSpPr>
      <dsp:spPr>
        <a:xfrm>
          <a:off x="1194863" y="1121976"/>
          <a:ext cx="2248988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Segundo Ejercicio</a:t>
          </a:r>
        </a:p>
      </dsp:txBody>
      <dsp:txXfrm>
        <a:off x="1223769" y="1150882"/>
        <a:ext cx="2191176" cy="929100"/>
      </dsp:txXfrm>
    </dsp:sp>
    <dsp:sp modelId="{27A8DB17-62D6-42CC-9F40-0F87CB19EF88}">
      <dsp:nvSpPr>
        <dsp:cNvPr id="0" name=""/>
        <dsp:cNvSpPr/>
      </dsp:nvSpPr>
      <dsp:spPr>
        <a:xfrm>
          <a:off x="1194863" y="2242449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Primera Declaración</a:t>
          </a:r>
        </a:p>
      </dsp:txBody>
      <dsp:txXfrm>
        <a:off x="1223769" y="2271355"/>
        <a:ext cx="1043553" cy="929100"/>
      </dsp:txXfrm>
    </dsp:sp>
    <dsp:sp modelId="{C830CBB1-6575-4A81-969C-7D69C4929AD9}">
      <dsp:nvSpPr>
        <dsp:cNvPr id="0" name=""/>
        <dsp:cNvSpPr/>
      </dsp:nvSpPr>
      <dsp:spPr>
        <a:xfrm>
          <a:off x="1194863" y="3362922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Tres primeros meses del ejercicio</a:t>
          </a:r>
        </a:p>
      </dsp:txBody>
      <dsp:txXfrm>
        <a:off x="1223769" y="3391828"/>
        <a:ext cx="1043553" cy="929100"/>
      </dsp:txXfrm>
    </dsp:sp>
    <dsp:sp modelId="{7D7D55C0-43D7-4D10-8976-89653F38C3C7}">
      <dsp:nvSpPr>
        <dsp:cNvPr id="0" name=""/>
        <dsp:cNvSpPr/>
      </dsp:nvSpPr>
      <dsp:spPr>
        <a:xfrm>
          <a:off x="2342485" y="2242449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Declaraciones Posteriores</a:t>
          </a:r>
        </a:p>
      </dsp:txBody>
      <dsp:txXfrm>
        <a:off x="2371391" y="2271355"/>
        <a:ext cx="1043553" cy="929100"/>
      </dsp:txXfrm>
    </dsp:sp>
    <dsp:sp modelId="{8E2D9F37-54B6-4FBD-B11C-39FB619ACEC2}">
      <dsp:nvSpPr>
        <dsp:cNvPr id="0" name=""/>
        <dsp:cNvSpPr/>
      </dsp:nvSpPr>
      <dsp:spPr>
        <a:xfrm>
          <a:off x="2342485" y="3362922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Mensualmente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(Día 17 Posterior)</a:t>
          </a:r>
        </a:p>
      </dsp:txBody>
      <dsp:txXfrm>
        <a:off x="2371391" y="3391828"/>
        <a:ext cx="1043553" cy="929100"/>
      </dsp:txXfrm>
    </dsp:sp>
    <dsp:sp modelId="{AE986A43-24AC-44BE-B31A-A70193DF41AC}">
      <dsp:nvSpPr>
        <dsp:cNvPr id="0" name=""/>
        <dsp:cNvSpPr/>
      </dsp:nvSpPr>
      <dsp:spPr>
        <a:xfrm>
          <a:off x="3536365" y="1121976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Ejercicios Posteriores</a:t>
          </a:r>
        </a:p>
      </dsp:txBody>
      <dsp:txXfrm>
        <a:off x="3565271" y="1150882"/>
        <a:ext cx="1043553" cy="929100"/>
      </dsp:txXfrm>
    </dsp:sp>
    <dsp:sp modelId="{6F96F520-511B-42E3-9B22-16847426880A}">
      <dsp:nvSpPr>
        <dsp:cNvPr id="0" name=""/>
        <dsp:cNvSpPr/>
      </dsp:nvSpPr>
      <dsp:spPr>
        <a:xfrm>
          <a:off x="3536365" y="2242449"/>
          <a:ext cx="1101365" cy="986912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Declaraciones mensuales</a:t>
          </a:r>
        </a:p>
      </dsp:txBody>
      <dsp:txXfrm>
        <a:off x="3565271" y="2271355"/>
        <a:ext cx="1043553" cy="929100"/>
      </dsp:txXfrm>
    </dsp:sp>
    <dsp:sp modelId="{0226BA7A-0B1F-466A-A2F7-5B6038CCB5C8}">
      <dsp:nvSpPr>
        <dsp:cNvPr id="0" name=""/>
        <dsp:cNvSpPr/>
      </dsp:nvSpPr>
      <dsp:spPr>
        <a:xfrm>
          <a:off x="4730246" y="1121976"/>
          <a:ext cx="2248988" cy="9869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Ejercicio de Liquidación</a:t>
          </a:r>
        </a:p>
      </dsp:txBody>
      <dsp:txXfrm>
        <a:off x="4759152" y="1150882"/>
        <a:ext cx="2191176" cy="929100"/>
      </dsp:txXfrm>
    </dsp:sp>
    <dsp:sp modelId="{F72A00FA-D241-4778-8556-2969CA352C66}">
      <dsp:nvSpPr>
        <dsp:cNvPr id="0" name=""/>
        <dsp:cNvSpPr/>
      </dsp:nvSpPr>
      <dsp:spPr>
        <a:xfrm>
          <a:off x="4730246" y="2242449"/>
          <a:ext cx="1101365" cy="9869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Pagos Mensuales</a:t>
          </a:r>
        </a:p>
      </dsp:txBody>
      <dsp:txXfrm>
        <a:off x="4759152" y="2271355"/>
        <a:ext cx="1043553" cy="929100"/>
      </dsp:txXfrm>
    </dsp:sp>
    <dsp:sp modelId="{CC29A73D-7087-472B-BC82-35BDCF6BBD8E}">
      <dsp:nvSpPr>
        <dsp:cNvPr id="0" name=""/>
        <dsp:cNvSpPr/>
      </dsp:nvSpPr>
      <dsp:spPr>
        <a:xfrm>
          <a:off x="5877868" y="2242449"/>
          <a:ext cx="1101365" cy="9869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Declaración al término de cada año por el tiempo desde el inicio</a:t>
          </a:r>
        </a:p>
      </dsp:txBody>
      <dsp:txXfrm>
        <a:off x="5906774" y="2271355"/>
        <a:ext cx="1043553" cy="929100"/>
      </dsp:txXfrm>
    </dsp:sp>
    <dsp:sp modelId="{61623732-63BA-4CC8-ABBA-CDEC6ED008F1}">
      <dsp:nvSpPr>
        <dsp:cNvPr id="0" name=""/>
        <dsp:cNvSpPr/>
      </dsp:nvSpPr>
      <dsp:spPr>
        <a:xfrm>
          <a:off x="5877868" y="3362922"/>
          <a:ext cx="1101365" cy="9869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Base para el Coeficiente de Pagos Provisionales Mensuales</a:t>
          </a:r>
        </a:p>
      </dsp:txBody>
      <dsp:txXfrm>
        <a:off x="5906774" y="3391828"/>
        <a:ext cx="1043553" cy="929100"/>
      </dsp:txXfrm>
    </dsp:sp>
    <dsp:sp modelId="{3AC89BDA-D29A-419B-B7E8-795B1219FE0E}">
      <dsp:nvSpPr>
        <dsp:cNvPr id="0" name=""/>
        <dsp:cNvSpPr/>
      </dsp:nvSpPr>
      <dsp:spPr>
        <a:xfrm>
          <a:off x="7071748" y="1121976"/>
          <a:ext cx="1101365" cy="986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Inicio de Ejercicio por Fusión (nueva sociedad)</a:t>
          </a:r>
        </a:p>
      </dsp:txBody>
      <dsp:txXfrm>
        <a:off x="7100654" y="1150882"/>
        <a:ext cx="1043553" cy="929100"/>
      </dsp:txXfrm>
    </dsp:sp>
    <dsp:sp modelId="{B6342C7B-BED3-4A87-B0E8-9CD53B2E21F3}">
      <dsp:nvSpPr>
        <dsp:cNvPr id="0" name=""/>
        <dsp:cNvSpPr/>
      </dsp:nvSpPr>
      <dsp:spPr>
        <a:xfrm>
          <a:off x="7071748" y="2242449"/>
          <a:ext cx="1101365" cy="986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Utilidades e Ingresos Conjuntos</a:t>
          </a:r>
        </a:p>
      </dsp:txBody>
      <dsp:txXfrm>
        <a:off x="7100654" y="2271355"/>
        <a:ext cx="1043553" cy="929100"/>
      </dsp:txXfrm>
    </dsp:sp>
    <dsp:sp modelId="{77D0BC66-10A4-428F-98C6-810A684A5D53}">
      <dsp:nvSpPr>
        <dsp:cNvPr id="0" name=""/>
        <dsp:cNvSpPr/>
      </dsp:nvSpPr>
      <dsp:spPr>
        <a:xfrm>
          <a:off x="7071748" y="3362922"/>
          <a:ext cx="1101365" cy="986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Sociedades Fusionadas en Primer Ejercicio se toman datos de ese ejercicio</a:t>
          </a:r>
        </a:p>
      </dsp:txBody>
      <dsp:txXfrm>
        <a:off x="7100654" y="3391828"/>
        <a:ext cx="1043553" cy="929100"/>
      </dsp:txXfrm>
    </dsp:sp>
    <dsp:sp modelId="{22F3C1CD-2E5F-47B1-BC75-360292D37A35}">
      <dsp:nvSpPr>
        <dsp:cNvPr id="0" name=""/>
        <dsp:cNvSpPr/>
      </dsp:nvSpPr>
      <dsp:spPr>
        <a:xfrm>
          <a:off x="8265628" y="1121976"/>
          <a:ext cx="2248988" cy="986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Inicio de Ejercicio por Escisión</a:t>
          </a:r>
        </a:p>
      </dsp:txBody>
      <dsp:txXfrm>
        <a:off x="8294534" y="1150882"/>
        <a:ext cx="2191176" cy="929100"/>
      </dsp:txXfrm>
    </dsp:sp>
    <dsp:sp modelId="{F53CFBF2-4AB4-43BC-8568-C5B9ABF93566}">
      <dsp:nvSpPr>
        <dsp:cNvPr id="0" name=""/>
        <dsp:cNvSpPr/>
      </dsp:nvSpPr>
      <dsp:spPr>
        <a:xfrm>
          <a:off x="8265628" y="2242449"/>
          <a:ext cx="1101365" cy="986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Coeficiente de la Escindente</a:t>
          </a:r>
        </a:p>
      </dsp:txBody>
      <dsp:txXfrm>
        <a:off x="8294534" y="2271355"/>
        <a:ext cx="1043553" cy="929100"/>
      </dsp:txXfrm>
    </dsp:sp>
    <dsp:sp modelId="{73125387-2CBA-4633-A32A-54503E2AED79}">
      <dsp:nvSpPr>
        <dsp:cNvPr id="0" name=""/>
        <dsp:cNvSpPr/>
      </dsp:nvSpPr>
      <dsp:spPr>
        <a:xfrm>
          <a:off x="9413251" y="2242449"/>
          <a:ext cx="1101365" cy="986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Pagos Provisionales Anteriores permanecen en la Escindente</a:t>
          </a:r>
        </a:p>
      </dsp:txBody>
      <dsp:txXfrm>
        <a:off x="9442157" y="2271355"/>
        <a:ext cx="1043553" cy="9291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FDD4B-7435-4A2E-AC59-FEB2A7CA1413}">
      <dsp:nvSpPr>
        <dsp:cNvPr id="0" name=""/>
        <dsp:cNvSpPr/>
      </dsp:nvSpPr>
      <dsp:spPr>
        <a:xfrm>
          <a:off x="8510008" y="2954969"/>
          <a:ext cx="333143" cy="6348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6571" y="0"/>
              </a:lnTo>
              <a:lnTo>
                <a:pt x="166571" y="634800"/>
              </a:lnTo>
              <a:lnTo>
                <a:pt x="333143" y="6348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658657" y="3254447"/>
        <a:ext cx="35845" cy="35845"/>
      </dsp:txXfrm>
    </dsp:sp>
    <dsp:sp modelId="{108000B7-F2A0-4E71-9B6F-C2456FD8AC21}">
      <dsp:nvSpPr>
        <dsp:cNvPr id="0" name=""/>
        <dsp:cNvSpPr/>
      </dsp:nvSpPr>
      <dsp:spPr>
        <a:xfrm>
          <a:off x="8510008" y="2909249"/>
          <a:ext cx="3331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314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668251" y="2946641"/>
        <a:ext cx="16657" cy="16657"/>
      </dsp:txXfrm>
    </dsp:sp>
    <dsp:sp modelId="{85A8DF76-638B-4E38-9E11-26A3842E17F5}">
      <dsp:nvSpPr>
        <dsp:cNvPr id="0" name=""/>
        <dsp:cNvSpPr/>
      </dsp:nvSpPr>
      <dsp:spPr>
        <a:xfrm>
          <a:off x="8510008" y="2320169"/>
          <a:ext cx="333143" cy="634800"/>
        </a:xfrm>
        <a:custGeom>
          <a:avLst/>
          <a:gdLst/>
          <a:ahLst/>
          <a:cxnLst/>
          <a:rect l="0" t="0" r="0" b="0"/>
          <a:pathLst>
            <a:path>
              <a:moveTo>
                <a:pt x="0" y="634800"/>
              </a:moveTo>
              <a:lnTo>
                <a:pt x="166571" y="634800"/>
              </a:lnTo>
              <a:lnTo>
                <a:pt x="166571" y="0"/>
              </a:lnTo>
              <a:lnTo>
                <a:pt x="33314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658657" y="2619647"/>
        <a:ext cx="35845" cy="35845"/>
      </dsp:txXfrm>
    </dsp:sp>
    <dsp:sp modelId="{F6538787-07F9-4277-9069-E1171785B830}">
      <dsp:nvSpPr>
        <dsp:cNvPr id="0" name=""/>
        <dsp:cNvSpPr/>
      </dsp:nvSpPr>
      <dsp:spPr>
        <a:xfrm>
          <a:off x="6511149" y="2909249"/>
          <a:ext cx="3331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314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669392" y="2946641"/>
        <a:ext cx="16657" cy="16657"/>
      </dsp:txXfrm>
    </dsp:sp>
    <dsp:sp modelId="{CE7965D2-56EC-4E73-BC56-9B56F5487321}">
      <dsp:nvSpPr>
        <dsp:cNvPr id="0" name=""/>
        <dsp:cNvSpPr/>
      </dsp:nvSpPr>
      <dsp:spPr>
        <a:xfrm>
          <a:off x="4512290" y="2637569"/>
          <a:ext cx="333143" cy="317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6571" y="0"/>
              </a:lnTo>
              <a:lnTo>
                <a:pt x="166571" y="317400"/>
              </a:lnTo>
              <a:lnTo>
                <a:pt x="333143" y="3174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667358" y="2784766"/>
        <a:ext cx="23006" cy="23006"/>
      </dsp:txXfrm>
    </dsp:sp>
    <dsp:sp modelId="{B5A97505-67EB-40A5-BF50-2B8E0C6C7922}">
      <dsp:nvSpPr>
        <dsp:cNvPr id="0" name=""/>
        <dsp:cNvSpPr/>
      </dsp:nvSpPr>
      <dsp:spPr>
        <a:xfrm>
          <a:off x="4512290" y="2320169"/>
          <a:ext cx="333143" cy="317400"/>
        </a:xfrm>
        <a:custGeom>
          <a:avLst/>
          <a:gdLst/>
          <a:ahLst/>
          <a:cxnLst/>
          <a:rect l="0" t="0" r="0" b="0"/>
          <a:pathLst>
            <a:path>
              <a:moveTo>
                <a:pt x="0" y="317400"/>
              </a:moveTo>
              <a:lnTo>
                <a:pt x="166571" y="317400"/>
              </a:lnTo>
              <a:lnTo>
                <a:pt x="166571" y="0"/>
              </a:lnTo>
              <a:lnTo>
                <a:pt x="33314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667358" y="2467366"/>
        <a:ext cx="23006" cy="23006"/>
      </dsp:txXfrm>
    </dsp:sp>
    <dsp:sp modelId="{B02B45CE-3B42-46D1-A695-36F5F9C69BEF}">
      <dsp:nvSpPr>
        <dsp:cNvPr id="0" name=""/>
        <dsp:cNvSpPr/>
      </dsp:nvSpPr>
      <dsp:spPr>
        <a:xfrm>
          <a:off x="2513431" y="2161469"/>
          <a:ext cx="333143" cy="4761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6571" y="0"/>
              </a:lnTo>
              <a:lnTo>
                <a:pt x="166571" y="476100"/>
              </a:lnTo>
              <a:lnTo>
                <a:pt x="333143" y="4761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5475" y="2384992"/>
        <a:ext cx="29054" cy="29054"/>
      </dsp:txXfrm>
    </dsp:sp>
    <dsp:sp modelId="{C74F373C-66C3-435B-966A-83105A0DCD75}">
      <dsp:nvSpPr>
        <dsp:cNvPr id="0" name=""/>
        <dsp:cNvSpPr/>
      </dsp:nvSpPr>
      <dsp:spPr>
        <a:xfrm>
          <a:off x="4512290" y="1639649"/>
          <a:ext cx="3331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314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670533" y="1677040"/>
        <a:ext cx="16657" cy="16657"/>
      </dsp:txXfrm>
    </dsp:sp>
    <dsp:sp modelId="{5AC20878-926C-4002-8694-0B01637D18CD}">
      <dsp:nvSpPr>
        <dsp:cNvPr id="0" name=""/>
        <dsp:cNvSpPr/>
      </dsp:nvSpPr>
      <dsp:spPr>
        <a:xfrm>
          <a:off x="2513431" y="1685369"/>
          <a:ext cx="333143" cy="476100"/>
        </a:xfrm>
        <a:custGeom>
          <a:avLst/>
          <a:gdLst/>
          <a:ahLst/>
          <a:cxnLst/>
          <a:rect l="0" t="0" r="0" b="0"/>
          <a:pathLst>
            <a:path>
              <a:moveTo>
                <a:pt x="0" y="476100"/>
              </a:moveTo>
              <a:lnTo>
                <a:pt x="166571" y="476100"/>
              </a:lnTo>
              <a:lnTo>
                <a:pt x="166571" y="0"/>
              </a:lnTo>
              <a:lnTo>
                <a:pt x="33314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5475" y="1908892"/>
        <a:ext cx="29054" cy="29054"/>
      </dsp:txXfrm>
    </dsp:sp>
    <dsp:sp modelId="{B7A67049-5C72-4823-A9C1-FB04B04BC52D}">
      <dsp:nvSpPr>
        <dsp:cNvPr id="0" name=""/>
        <dsp:cNvSpPr/>
      </dsp:nvSpPr>
      <dsp:spPr>
        <a:xfrm>
          <a:off x="514572" y="1844069"/>
          <a:ext cx="333143" cy="317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6571" y="0"/>
              </a:lnTo>
              <a:lnTo>
                <a:pt x="166571" y="317400"/>
              </a:lnTo>
              <a:lnTo>
                <a:pt x="333143" y="3174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69640" y="1991265"/>
        <a:ext cx="23006" cy="23006"/>
      </dsp:txXfrm>
    </dsp:sp>
    <dsp:sp modelId="{D480AE56-2306-4272-B79D-2A0B65AB6703}">
      <dsp:nvSpPr>
        <dsp:cNvPr id="0" name=""/>
        <dsp:cNvSpPr/>
      </dsp:nvSpPr>
      <dsp:spPr>
        <a:xfrm>
          <a:off x="514572" y="1526669"/>
          <a:ext cx="333143" cy="317400"/>
        </a:xfrm>
        <a:custGeom>
          <a:avLst/>
          <a:gdLst/>
          <a:ahLst/>
          <a:cxnLst/>
          <a:rect l="0" t="0" r="0" b="0"/>
          <a:pathLst>
            <a:path>
              <a:moveTo>
                <a:pt x="0" y="317400"/>
              </a:moveTo>
              <a:lnTo>
                <a:pt x="166571" y="317400"/>
              </a:lnTo>
              <a:lnTo>
                <a:pt x="166571" y="0"/>
              </a:lnTo>
              <a:lnTo>
                <a:pt x="33314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69640" y="1673865"/>
        <a:ext cx="23006" cy="23006"/>
      </dsp:txXfrm>
    </dsp:sp>
    <dsp:sp modelId="{09768027-1D0D-4BA9-BA41-DC00D8762271}">
      <dsp:nvSpPr>
        <dsp:cNvPr id="0" name=""/>
        <dsp:cNvSpPr/>
      </dsp:nvSpPr>
      <dsp:spPr>
        <a:xfrm rot="16200000">
          <a:off x="-1075769" y="1590149"/>
          <a:ext cx="2672843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Reducción del Coeficiente de Pagos Provisionales</a:t>
          </a:r>
        </a:p>
      </dsp:txBody>
      <dsp:txXfrm>
        <a:off x="-1075769" y="1590149"/>
        <a:ext cx="2672843" cy="507840"/>
      </dsp:txXfrm>
    </dsp:sp>
    <dsp:sp modelId="{B86D7FB4-2F95-493B-B223-B242B5914213}">
      <dsp:nvSpPr>
        <dsp:cNvPr id="0" name=""/>
        <dsp:cNvSpPr/>
      </dsp:nvSpPr>
      <dsp:spPr>
        <a:xfrm>
          <a:off x="847715" y="1272749"/>
          <a:ext cx="1665715" cy="507840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Primer Semestre</a:t>
          </a:r>
        </a:p>
      </dsp:txBody>
      <dsp:txXfrm>
        <a:off x="847715" y="1272749"/>
        <a:ext cx="1665715" cy="507840"/>
      </dsp:txXfrm>
    </dsp:sp>
    <dsp:sp modelId="{BA3C30E1-B3A3-4CC2-98C8-05FF1573C2AD}">
      <dsp:nvSpPr>
        <dsp:cNvPr id="0" name=""/>
        <dsp:cNvSpPr/>
      </dsp:nvSpPr>
      <dsp:spPr>
        <a:xfrm>
          <a:off x="847715" y="1907549"/>
          <a:ext cx="1665715" cy="507840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tx1"/>
              </a:solidFill>
            </a:rPr>
            <a:t>Segundo Semestre</a:t>
          </a:r>
        </a:p>
      </dsp:txBody>
      <dsp:txXfrm>
        <a:off x="847715" y="1907549"/>
        <a:ext cx="1665715" cy="507840"/>
      </dsp:txXfrm>
    </dsp:sp>
    <dsp:sp modelId="{E8A0E100-508E-4A63-B837-EF59FF7A039E}">
      <dsp:nvSpPr>
        <dsp:cNvPr id="0" name=""/>
        <dsp:cNvSpPr/>
      </dsp:nvSpPr>
      <dsp:spPr>
        <a:xfrm>
          <a:off x="2846574" y="1431449"/>
          <a:ext cx="1665715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Autorización</a:t>
          </a:r>
        </a:p>
      </dsp:txBody>
      <dsp:txXfrm>
        <a:off x="2846574" y="1431449"/>
        <a:ext cx="1665715" cy="507840"/>
      </dsp:txXfrm>
    </dsp:sp>
    <dsp:sp modelId="{E7367B51-F125-43CC-A1DE-92AFC42D0258}">
      <dsp:nvSpPr>
        <dsp:cNvPr id="0" name=""/>
        <dsp:cNvSpPr/>
      </dsp:nvSpPr>
      <dsp:spPr>
        <a:xfrm>
          <a:off x="4845433" y="1431449"/>
          <a:ext cx="1665715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Solicitud 1 mes antes a la fecha en que debe pagarse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(RLISR 14)</a:t>
          </a:r>
        </a:p>
      </dsp:txBody>
      <dsp:txXfrm>
        <a:off x="4845433" y="1431449"/>
        <a:ext cx="1665715" cy="507840"/>
      </dsp:txXfrm>
    </dsp:sp>
    <dsp:sp modelId="{4F133563-E8A9-4DBA-967F-CDB17F50B565}">
      <dsp:nvSpPr>
        <dsp:cNvPr id="0" name=""/>
        <dsp:cNvSpPr/>
      </dsp:nvSpPr>
      <dsp:spPr>
        <a:xfrm>
          <a:off x="2846574" y="2383649"/>
          <a:ext cx="1665715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Coeficiente Real</a:t>
          </a:r>
        </a:p>
      </dsp:txBody>
      <dsp:txXfrm>
        <a:off x="2846574" y="2383649"/>
        <a:ext cx="1665715" cy="507840"/>
      </dsp:txXfrm>
    </dsp:sp>
    <dsp:sp modelId="{A21FAD4C-4F67-490B-A5EE-7F481568DD72}">
      <dsp:nvSpPr>
        <dsp:cNvPr id="0" name=""/>
        <dsp:cNvSpPr/>
      </dsp:nvSpPr>
      <dsp:spPr>
        <a:xfrm>
          <a:off x="4845433" y="2066249"/>
          <a:ext cx="1665715" cy="507840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Menor al estimado</a:t>
          </a:r>
        </a:p>
      </dsp:txBody>
      <dsp:txXfrm>
        <a:off x="4845433" y="2066249"/>
        <a:ext cx="1665715" cy="507840"/>
      </dsp:txXfrm>
    </dsp:sp>
    <dsp:sp modelId="{D5831561-DC28-4606-AB6A-D56F66DE87BD}">
      <dsp:nvSpPr>
        <dsp:cNvPr id="0" name=""/>
        <dsp:cNvSpPr/>
      </dsp:nvSpPr>
      <dsp:spPr>
        <a:xfrm>
          <a:off x="4845433" y="2701049"/>
          <a:ext cx="1665715" cy="507840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Mayor al estimado</a:t>
          </a:r>
        </a:p>
      </dsp:txBody>
      <dsp:txXfrm>
        <a:off x="4845433" y="2701049"/>
        <a:ext cx="1665715" cy="507840"/>
      </dsp:txXfrm>
    </dsp:sp>
    <dsp:sp modelId="{AA9E84FC-62A9-4117-B1D9-1DCEDC749C8A}">
      <dsp:nvSpPr>
        <dsp:cNvPr id="0" name=""/>
        <dsp:cNvSpPr/>
      </dsp:nvSpPr>
      <dsp:spPr>
        <a:xfrm>
          <a:off x="6844292" y="2701049"/>
          <a:ext cx="1665715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Recargos</a:t>
          </a:r>
        </a:p>
      </dsp:txBody>
      <dsp:txXfrm>
        <a:off x="6844292" y="2701049"/>
        <a:ext cx="1665715" cy="507840"/>
      </dsp:txXfrm>
    </dsp:sp>
    <dsp:sp modelId="{001E5BEA-EC65-41AD-9439-EA66DAE816B2}">
      <dsp:nvSpPr>
        <dsp:cNvPr id="0" name=""/>
        <dsp:cNvSpPr/>
      </dsp:nvSpPr>
      <dsp:spPr>
        <a:xfrm>
          <a:off x="8843152" y="2066249"/>
          <a:ext cx="1665715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Hasta la fecha de presentación de la Anual</a:t>
          </a:r>
        </a:p>
      </dsp:txBody>
      <dsp:txXfrm>
        <a:off x="8843152" y="2066249"/>
        <a:ext cx="1665715" cy="507840"/>
      </dsp:txXfrm>
    </dsp:sp>
    <dsp:sp modelId="{A30305B4-887E-40A7-9142-FE28DCFB8489}">
      <dsp:nvSpPr>
        <dsp:cNvPr id="0" name=""/>
        <dsp:cNvSpPr/>
      </dsp:nvSpPr>
      <dsp:spPr>
        <a:xfrm>
          <a:off x="8843152" y="2701049"/>
          <a:ext cx="1665715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Sobre la diferencia actualizada</a:t>
          </a:r>
        </a:p>
      </dsp:txBody>
      <dsp:txXfrm>
        <a:off x="8843152" y="2701049"/>
        <a:ext cx="1665715" cy="507840"/>
      </dsp:txXfrm>
    </dsp:sp>
    <dsp:sp modelId="{4B608DE1-6480-4F3C-8D03-8C44238BB796}">
      <dsp:nvSpPr>
        <dsp:cNvPr id="0" name=""/>
        <dsp:cNvSpPr/>
      </dsp:nvSpPr>
      <dsp:spPr>
        <a:xfrm>
          <a:off x="8843152" y="3335850"/>
          <a:ext cx="1665715" cy="507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No se paga la diferencia ni su actualización</a:t>
          </a:r>
        </a:p>
      </dsp:txBody>
      <dsp:txXfrm>
        <a:off x="8843152" y="3335850"/>
        <a:ext cx="1665715" cy="5078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32D2B-13BC-415B-9CC7-89191A9E250A}">
      <dsp:nvSpPr>
        <dsp:cNvPr id="0" name=""/>
        <dsp:cNvSpPr/>
      </dsp:nvSpPr>
      <dsp:spPr>
        <a:xfrm>
          <a:off x="2225097" y="3020387"/>
          <a:ext cx="295538" cy="563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7769" y="0"/>
              </a:lnTo>
              <a:lnTo>
                <a:pt x="147769" y="563145"/>
              </a:lnTo>
              <a:lnTo>
                <a:pt x="295538" y="5631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356967" y="3286060"/>
        <a:ext cx="31799" cy="31799"/>
      </dsp:txXfrm>
    </dsp:sp>
    <dsp:sp modelId="{DA776CEB-C354-45D5-89F0-FC103D9A00DD}">
      <dsp:nvSpPr>
        <dsp:cNvPr id="0" name=""/>
        <dsp:cNvSpPr/>
      </dsp:nvSpPr>
      <dsp:spPr>
        <a:xfrm>
          <a:off x="2225097" y="2974667"/>
          <a:ext cx="2955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538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365478" y="3012998"/>
        <a:ext cx="14776" cy="14776"/>
      </dsp:txXfrm>
    </dsp:sp>
    <dsp:sp modelId="{3CF045A9-72B8-4010-AC50-DFB069B6FA9E}">
      <dsp:nvSpPr>
        <dsp:cNvPr id="0" name=""/>
        <dsp:cNvSpPr/>
      </dsp:nvSpPr>
      <dsp:spPr>
        <a:xfrm>
          <a:off x="2225097" y="2457241"/>
          <a:ext cx="295538" cy="563145"/>
        </a:xfrm>
        <a:custGeom>
          <a:avLst/>
          <a:gdLst/>
          <a:ahLst/>
          <a:cxnLst/>
          <a:rect l="0" t="0" r="0" b="0"/>
          <a:pathLst>
            <a:path>
              <a:moveTo>
                <a:pt x="0" y="563145"/>
              </a:moveTo>
              <a:lnTo>
                <a:pt x="147769" y="563145"/>
              </a:lnTo>
              <a:lnTo>
                <a:pt x="147769" y="0"/>
              </a:lnTo>
              <a:lnTo>
                <a:pt x="29553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356967" y="2722914"/>
        <a:ext cx="31799" cy="31799"/>
      </dsp:txXfrm>
    </dsp:sp>
    <dsp:sp modelId="{BA8B18AA-95E1-41A9-ADB3-B82A61FA3849}">
      <dsp:nvSpPr>
        <dsp:cNvPr id="0" name=""/>
        <dsp:cNvSpPr/>
      </dsp:nvSpPr>
      <dsp:spPr>
        <a:xfrm>
          <a:off x="451865" y="2175669"/>
          <a:ext cx="295538" cy="8447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7769" y="0"/>
              </a:lnTo>
              <a:lnTo>
                <a:pt x="147769" y="844718"/>
              </a:lnTo>
              <a:lnTo>
                <a:pt x="295538" y="8447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7261" y="2575655"/>
        <a:ext cx="44746" cy="44746"/>
      </dsp:txXfrm>
    </dsp:sp>
    <dsp:sp modelId="{9EC85374-AEF9-4F16-BEBF-139430D10951}">
      <dsp:nvSpPr>
        <dsp:cNvPr id="0" name=""/>
        <dsp:cNvSpPr/>
      </dsp:nvSpPr>
      <dsp:spPr>
        <a:xfrm>
          <a:off x="5771563" y="1894096"/>
          <a:ext cx="295538" cy="563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7769" y="0"/>
              </a:lnTo>
              <a:lnTo>
                <a:pt x="147769" y="563145"/>
              </a:lnTo>
              <a:lnTo>
                <a:pt x="295538" y="5631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03433" y="2159769"/>
        <a:ext cx="31799" cy="31799"/>
      </dsp:txXfrm>
    </dsp:sp>
    <dsp:sp modelId="{0132207B-B808-4D7C-AA6D-1D6DC29D4DB6}">
      <dsp:nvSpPr>
        <dsp:cNvPr id="0" name=""/>
        <dsp:cNvSpPr/>
      </dsp:nvSpPr>
      <dsp:spPr>
        <a:xfrm>
          <a:off x="5771563" y="1848376"/>
          <a:ext cx="2955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538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11944" y="1886707"/>
        <a:ext cx="14776" cy="14776"/>
      </dsp:txXfrm>
    </dsp:sp>
    <dsp:sp modelId="{5148A4E0-2683-4BDE-80FC-6FAB007802C9}">
      <dsp:nvSpPr>
        <dsp:cNvPr id="0" name=""/>
        <dsp:cNvSpPr/>
      </dsp:nvSpPr>
      <dsp:spPr>
        <a:xfrm>
          <a:off x="5771563" y="1330950"/>
          <a:ext cx="295538" cy="563145"/>
        </a:xfrm>
        <a:custGeom>
          <a:avLst/>
          <a:gdLst/>
          <a:ahLst/>
          <a:cxnLst/>
          <a:rect l="0" t="0" r="0" b="0"/>
          <a:pathLst>
            <a:path>
              <a:moveTo>
                <a:pt x="0" y="563145"/>
              </a:moveTo>
              <a:lnTo>
                <a:pt x="147769" y="563145"/>
              </a:lnTo>
              <a:lnTo>
                <a:pt x="147769" y="0"/>
              </a:lnTo>
              <a:lnTo>
                <a:pt x="29553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03433" y="1596623"/>
        <a:ext cx="31799" cy="31799"/>
      </dsp:txXfrm>
    </dsp:sp>
    <dsp:sp modelId="{C986BD28-E3E8-4AB3-B807-3F4EC3B10F46}">
      <dsp:nvSpPr>
        <dsp:cNvPr id="0" name=""/>
        <dsp:cNvSpPr/>
      </dsp:nvSpPr>
      <dsp:spPr>
        <a:xfrm>
          <a:off x="3998330" y="1848376"/>
          <a:ext cx="2955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538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138711" y="1886707"/>
        <a:ext cx="14776" cy="14776"/>
      </dsp:txXfrm>
    </dsp:sp>
    <dsp:sp modelId="{EEB1E0EE-FEAC-4722-A90B-26CD55F35F67}">
      <dsp:nvSpPr>
        <dsp:cNvPr id="0" name=""/>
        <dsp:cNvSpPr/>
      </dsp:nvSpPr>
      <dsp:spPr>
        <a:xfrm>
          <a:off x="2225097" y="1330950"/>
          <a:ext cx="295538" cy="563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7769" y="0"/>
              </a:lnTo>
              <a:lnTo>
                <a:pt x="147769" y="563145"/>
              </a:lnTo>
              <a:lnTo>
                <a:pt x="295538" y="56314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356967" y="1596623"/>
        <a:ext cx="31799" cy="31799"/>
      </dsp:txXfrm>
    </dsp:sp>
    <dsp:sp modelId="{E819B7BB-42D1-47F6-99CC-6AA0092F2DD4}">
      <dsp:nvSpPr>
        <dsp:cNvPr id="0" name=""/>
        <dsp:cNvSpPr/>
      </dsp:nvSpPr>
      <dsp:spPr>
        <a:xfrm>
          <a:off x="2225097" y="1285230"/>
          <a:ext cx="2955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5538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365478" y="1323562"/>
        <a:ext cx="14776" cy="14776"/>
      </dsp:txXfrm>
    </dsp:sp>
    <dsp:sp modelId="{899FE329-7E40-4576-9DF3-E718673552B9}">
      <dsp:nvSpPr>
        <dsp:cNvPr id="0" name=""/>
        <dsp:cNvSpPr/>
      </dsp:nvSpPr>
      <dsp:spPr>
        <a:xfrm>
          <a:off x="2225097" y="767805"/>
          <a:ext cx="295538" cy="563145"/>
        </a:xfrm>
        <a:custGeom>
          <a:avLst/>
          <a:gdLst/>
          <a:ahLst/>
          <a:cxnLst/>
          <a:rect l="0" t="0" r="0" b="0"/>
          <a:pathLst>
            <a:path>
              <a:moveTo>
                <a:pt x="0" y="563145"/>
              </a:moveTo>
              <a:lnTo>
                <a:pt x="147769" y="563145"/>
              </a:lnTo>
              <a:lnTo>
                <a:pt x="147769" y="0"/>
              </a:lnTo>
              <a:lnTo>
                <a:pt x="29553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356967" y="1033478"/>
        <a:ext cx="31799" cy="31799"/>
      </dsp:txXfrm>
    </dsp:sp>
    <dsp:sp modelId="{AD353209-C5F3-4C59-8C05-0B459CD9BF98}">
      <dsp:nvSpPr>
        <dsp:cNvPr id="0" name=""/>
        <dsp:cNvSpPr/>
      </dsp:nvSpPr>
      <dsp:spPr>
        <a:xfrm>
          <a:off x="451865" y="1330950"/>
          <a:ext cx="295538" cy="844718"/>
        </a:xfrm>
        <a:custGeom>
          <a:avLst/>
          <a:gdLst/>
          <a:ahLst/>
          <a:cxnLst/>
          <a:rect l="0" t="0" r="0" b="0"/>
          <a:pathLst>
            <a:path>
              <a:moveTo>
                <a:pt x="0" y="844718"/>
              </a:moveTo>
              <a:lnTo>
                <a:pt x="147769" y="844718"/>
              </a:lnTo>
              <a:lnTo>
                <a:pt x="147769" y="0"/>
              </a:lnTo>
              <a:lnTo>
                <a:pt x="29553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7261" y="1730936"/>
        <a:ext cx="44746" cy="44746"/>
      </dsp:txXfrm>
    </dsp:sp>
    <dsp:sp modelId="{82E40E2A-7BAB-4B56-BF25-0024ABC95125}">
      <dsp:nvSpPr>
        <dsp:cNvPr id="0" name=""/>
        <dsp:cNvSpPr/>
      </dsp:nvSpPr>
      <dsp:spPr>
        <a:xfrm rot="16200000">
          <a:off x="-958962" y="1950410"/>
          <a:ext cx="2371139" cy="45051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Pagos Extemporáneos</a:t>
          </a:r>
        </a:p>
      </dsp:txBody>
      <dsp:txXfrm>
        <a:off x="-958962" y="1950410"/>
        <a:ext cx="2371139" cy="450516"/>
      </dsp:txXfrm>
    </dsp:sp>
    <dsp:sp modelId="{CBE64656-9B0A-463A-814E-4A2804F64255}">
      <dsp:nvSpPr>
        <dsp:cNvPr id="0" name=""/>
        <dsp:cNvSpPr/>
      </dsp:nvSpPr>
      <dsp:spPr>
        <a:xfrm>
          <a:off x="747403" y="1105692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Actualización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700" kern="1200" dirty="0"/>
            <a:t>(CFF 21 y 17-A)</a:t>
          </a:r>
        </a:p>
      </dsp:txBody>
      <dsp:txXfrm>
        <a:off x="747403" y="1105692"/>
        <a:ext cx="1477693" cy="450516"/>
      </dsp:txXfrm>
    </dsp:sp>
    <dsp:sp modelId="{C29E198F-5C74-4EB2-A3CD-1187DADDC518}">
      <dsp:nvSpPr>
        <dsp:cNvPr id="0" name=""/>
        <dsp:cNvSpPr/>
      </dsp:nvSpPr>
      <dsp:spPr>
        <a:xfrm>
          <a:off x="2520636" y="542546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INPC más reciente: Mes anterior al más reciente</a:t>
          </a:r>
        </a:p>
      </dsp:txBody>
      <dsp:txXfrm>
        <a:off x="2520636" y="542546"/>
        <a:ext cx="1477693" cy="450516"/>
      </dsp:txXfrm>
    </dsp:sp>
    <dsp:sp modelId="{4128E93C-C7A5-40BE-8A26-2E46B69D0E24}">
      <dsp:nvSpPr>
        <dsp:cNvPr id="0" name=""/>
        <dsp:cNvSpPr/>
      </dsp:nvSpPr>
      <dsp:spPr>
        <a:xfrm>
          <a:off x="2520636" y="1105692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INPC más antiguo: Mes anterior al más antiguo</a:t>
          </a:r>
        </a:p>
      </dsp:txBody>
      <dsp:txXfrm>
        <a:off x="2520636" y="1105692"/>
        <a:ext cx="1477693" cy="450516"/>
      </dsp:txXfrm>
    </dsp:sp>
    <dsp:sp modelId="{6DE7716F-61B9-435A-BA9B-66C9F6BF6196}">
      <dsp:nvSpPr>
        <dsp:cNvPr id="0" name=""/>
        <dsp:cNvSpPr/>
      </dsp:nvSpPr>
      <dsp:spPr>
        <a:xfrm>
          <a:off x="2520636" y="1668837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Conserva la naturaleza jurídica anterior a la actualización</a:t>
          </a:r>
        </a:p>
      </dsp:txBody>
      <dsp:txXfrm>
        <a:off x="2520636" y="1668837"/>
        <a:ext cx="1477693" cy="450516"/>
      </dsp:txXfrm>
    </dsp:sp>
    <dsp:sp modelId="{14C5D041-1A82-469F-AAD0-56547921A346}">
      <dsp:nvSpPr>
        <dsp:cNvPr id="0" name=""/>
        <dsp:cNvSpPr/>
      </dsp:nvSpPr>
      <dsp:spPr>
        <a:xfrm>
          <a:off x="4293869" y="1668837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Actualización NO Acreditable y NO Deducible</a:t>
          </a:r>
        </a:p>
      </dsp:txBody>
      <dsp:txXfrm>
        <a:off x="4293869" y="1668837"/>
        <a:ext cx="1477693" cy="450516"/>
      </dsp:txXfrm>
    </dsp:sp>
    <dsp:sp modelId="{9B6A1B2F-D393-4905-BE11-E2D57A965AC8}">
      <dsp:nvSpPr>
        <dsp:cNvPr id="0" name=""/>
        <dsp:cNvSpPr/>
      </dsp:nvSpPr>
      <dsp:spPr>
        <a:xfrm>
          <a:off x="6067102" y="1105692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Pagos Provisionales</a:t>
          </a:r>
        </a:p>
      </dsp:txBody>
      <dsp:txXfrm>
        <a:off x="6067102" y="1105692"/>
        <a:ext cx="1477693" cy="450516"/>
      </dsp:txXfrm>
    </dsp:sp>
    <dsp:sp modelId="{372DDB98-F0F2-4671-832C-1EDF402670AF}">
      <dsp:nvSpPr>
        <dsp:cNvPr id="0" name=""/>
        <dsp:cNvSpPr/>
      </dsp:nvSpPr>
      <dsp:spPr>
        <a:xfrm>
          <a:off x="6067102" y="1668837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Pagos Definitivos</a:t>
          </a:r>
        </a:p>
      </dsp:txBody>
      <dsp:txXfrm>
        <a:off x="6067102" y="1668837"/>
        <a:ext cx="1477693" cy="450516"/>
      </dsp:txXfrm>
    </dsp:sp>
    <dsp:sp modelId="{5CE0D133-31BF-45A1-B337-EC6466C74868}">
      <dsp:nvSpPr>
        <dsp:cNvPr id="0" name=""/>
        <dsp:cNvSpPr/>
      </dsp:nvSpPr>
      <dsp:spPr>
        <a:xfrm>
          <a:off x="6067102" y="2231983"/>
          <a:ext cx="1477693" cy="450516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Pagos el Ejercicio</a:t>
          </a:r>
        </a:p>
      </dsp:txBody>
      <dsp:txXfrm>
        <a:off x="6067102" y="2231983"/>
        <a:ext cx="1477693" cy="450516"/>
      </dsp:txXfrm>
    </dsp:sp>
    <dsp:sp modelId="{3BAC59EA-E198-4ADA-AE2A-D1F5E656DDC4}">
      <dsp:nvSpPr>
        <dsp:cNvPr id="0" name=""/>
        <dsp:cNvSpPr/>
      </dsp:nvSpPr>
      <dsp:spPr>
        <a:xfrm>
          <a:off x="747403" y="2795129"/>
          <a:ext cx="1477693" cy="4505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Recargos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700" kern="1200" dirty="0"/>
            <a:t>(CFF 21)</a:t>
          </a:r>
        </a:p>
      </dsp:txBody>
      <dsp:txXfrm>
        <a:off x="747403" y="2795129"/>
        <a:ext cx="1477693" cy="450516"/>
      </dsp:txXfrm>
    </dsp:sp>
    <dsp:sp modelId="{210570A8-E816-4E22-B5E3-052BE55125A0}">
      <dsp:nvSpPr>
        <dsp:cNvPr id="0" name=""/>
        <dsp:cNvSpPr/>
      </dsp:nvSpPr>
      <dsp:spPr>
        <a:xfrm>
          <a:off x="2520636" y="2231983"/>
          <a:ext cx="1477693" cy="4505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Sobre la Contribución Actualizada</a:t>
          </a:r>
        </a:p>
      </dsp:txBody>
      <dsp:txXfrm>
        <a:off x="2520636" y="2231983"/>
        <a:ext cx="1477693" cy="450516"/>
      </dsp:txXfrm>
    </dsp:sp>
    <dsp:sp modelId="{93E56128-E84D-46CF-8733-B92414D9B846}">
      <dsp:nvSpPr>
        <dsp:cNvPr id="0" name=""/>
        <dsp:cNvSpPr/>
      </dsp:nvSpPr>
      <dsp:spPr>
        <a:xfrm>
          <a:off x="2520636" y="2795129"/>
          <a:ext cx="1477693" cy="4505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Por mes o fracción de mes</a:t>
          </a:r>
        </a:p>
      </dsp:txBody>
      <dsp:txXfrm>
        <a:off x="2520636" y="2795129"/>
        <a:ext cx="1477693" cy="450516"/>
      </dsp:txXfrm>
    </dsp:sp>
    <dsp:sp modelId="{4AA718DF-1245-49BA-90E0-97ED3C5538E3}">
      <dsp:nvSpPr>
        <dsp:cNvPr id="0" name=""/>
        <dsp:cNvSpPr/>
      </dsp:nvSpPr>
      <dsp:spPr>
        <a:xfrm>
          <a:off x="2520636" y="3358274"/>
          <a:ext cx="1477693" cy="4505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Máximo 5 años (10 años en algunos casos)</a:t>
          </a:r>
        </a:p>
      </dsp:txBody>
      <dsp:txXfrm>
        <a:off x="2520636" y="3358274"/>
        <a:ext cx="1477693" cy="4505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5AFCA-2D09-4E99-BC46-4C49E6C9CFF3}">
      <dsp:nvSpPr>
        <dsp:cNvPr id="0" name=""/>
        <dsp:cNvSpPr/>
      </dsp:nvSpPr>
      <dsp:spPr>
        <a:xfrm>
          <a:off x="7047160" y="308194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906280"/>
              </a:lnTo>
              <a:lnTo>
                <a:pt x="475616" y="9062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59381" y="3509502"/>
        <a:ext cx="51175" cy="51175"/>
      </dsp:txXfrm>
    </dsp:sp>
    <dsp:sp modelId="{CCD86BDD-E714-4CCD-A868-4D4EF3C53498}">
      <dsp:nvSpPr>
        <dsp:cNvPr id="0" name=""/>
        <dsp:cNvSpPr/>
      </dsp:nvSpPr>
      <dsp:spPr>
        <a:xfrm>
          <a:off x="7047160" y="3036229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73078" y="3070059"/>
        <a:ext cx="23780" cy="23780"/>
      </dsp:txXfrm>
    </dsp:sp>
    <dsp:sp modelId="{75F5FACE-87A5-45C7-AA89-802AF7D78B0D}">
      <dsp:nvSpPr>
        <dsp:cNvPr id="0" name=""/>
        <dsp:cNvSpPr/>
      </dsp:nvSpPr>
      <dsp:spPr>
        <a:xfrm>
          <a:off x="7047160" y="217566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906280"/>
              </a:moveTo>
              <a:lnTo>
                <a:pt x="237808" y="90628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59381" y="2603221"/>
        <a:ext cx="51175" cy="51175"/>
      </dsp:txXfrm>
    </dsp:sp>
    <dsp:sp modelId="{2A5EB9FE-ABA6-408F-9A1E-3CBC1997CA3A}">
      <dsp:nvSpPr>
        <dsp:cNvPr id="0" name=""/>
        <dsp:cNvSpPr/>
      </dsp:nvSpPr>
      <dsp:spPr>
        <a:xfrm>
          <a:off x="4193463" y="3036229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19381" y="3070059"/>
        <a:ext cx="23780" cy="23780"/>
      </dsp:txXfrm>
    </dsp:sp>
    <dsp:sp modelId="{174AA56E-7E12-44CD-B2D8-600331F2A98A}">
      <dsp:nvSpPr>
        <dsp:cNvPr id="0" name=""/>
        <dsp:cNvSpPr/>
      </dsp:nvSpPr>
      <dsp:spPr>
        <a:xfrm>
          <a:off x="1339766" y="1949098"/>
          <a:ext cx="475616" cy="1132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1132851"/>
              </a:lnTo>
              <a:lnTo>
                <a:pt x="475616" y="11328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46858" y="2484808"/>
        <a:ext cx="61432" cy="61432"/>
      </dsp:txXfrm>
    </dsp:sp>
    <dsp:sp modelId="{0E4C48C4-CFFD-49FD-840C-F51C9890E290}">
      <dsp:nvSpPr>
        <dsp:cNvPr id="0" name=""/>
        <dsp:cNvSpPr/>
      </dsp:nvSpPr>
      <dsp:spPr>
        <a:xfrm>
          <a:off x="7047160" y="816247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453140"/>
              </a:lnTo>
              <a:lnTo>
                <a:pt x="475616" y="4531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68545" y="1026394"/>
        <a:ext cx="32846" cy="32846"/>
      </dsp:txXfrm>
    </dsp:sp>
    <dsp:sp modelId="{D9578C38-4279-4604-8234-C9991A24F9E2}">
      <dsp:nvSpPr>
        <dsp:cNvPr id="0" name=""/>
        <dsp:cNvSpPr/>
      </dsp:nvSpPr>
      <dsp:spPr>
        <a:xfrm>
          <a:off x="7047160" y="363107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453140"/>
              </a:moveTo>
              <a:lnTo>
                <a:pt x="237808" y="45314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68545" y="573254"/>
        <a:ext cx="32846" cy="32846"/>
      </dsp:txXfrm>
    </dsp:sp>
    <dsp:sp modelId="{A2064CB0-60AA-4F3E-AEB4-736CCBD39998}">
      <dsp:nvSpPr>
        <dsp:cNvPr id="0" name=""/>
        <dsp:cNvSpPr/>
      </dsp:nvSpPr>
      <dsp:spPr>
        <a:xfrm>
          <a:off x="4193463" y="770527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19381" y="804357"/>
        <a:ext cx="23780" cy="23780"/>
      </dsp:txXfrm>
    </dsp:sp>
    <dsp:sp modelId="{90DC9AA2-EB52-42A9-BD0E-F65C9A1C22CE}">
      <dsp:nvSpPr>
        <dsp:cNvPr id="0" name=""/>
        <dsp:cNvSpPr/>
      </dsp:nvSpPr>
      <dsp:spPr>
        <a:xfrm>
          <a:off x="1339766" y="816247"/>
          <a:ext cx="475616" cy="1132851"/>
        </a:xfrm>
        <a:custGeom>
          <a:avLst/>
          <a:gdLst/>
          <a:ahLst/>
          <a:cxnLst/>
          <a:rect l="0" t="0" r="0" b="0"/>
          <a:pathLst>
            <a:path>
              <a:moveTo>
                <a:pt x="0" y="1132851"/>
              </a:moveTo>
              <a:lnTo>
                <a:pt x="237808" y="1132851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46858" y="1351957"/>
        <a:ext cx="61432" cy="61432"/>
      </dsp:txXfrm>
    </dsp:sp>
    <dsp:sp modelId="{545B632E-8D20-4307-AEB6-0CADEDD964C0}">
      <dsp:nvSpPr>
        <dsp:cNvPr id="0" name=""/>
        <dsp:cNvSpPr/>
      </dsp:nvSpPr>
      <dsp:spPr>
        <a:xfrm rot="16200000">
          <a:off x="-930705" y="1586586"/>
          <a:ext cx="3815919" cy="725024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Factor de Actualización</a:t>
          </a:r>
        </a:p>
      </dsp:txBody>
      <dsp:txXfrm>
        <a:off x="-930705" y="1586586"/>
        <a:ext cx="3815919" cy="725024"/>
      </dsp:txXfrm>
    </dsp:sp>
    <dsp:sp modelId="{C4AB7C7D-747E-4A9E-B62C-4340FE8C1EC6}">
      <dsp:nvSpPr>
        <dsp:cNvPr id="0" name=""/>
        <dsp:cNvSpPr/>
      </dsp:nvSpPr>
      <dsp:spPr>
        <a:xfrm>
          <a:off x="1815382" y="45373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LISR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(LISR 6)</a:t>
          </a:r>
        </a:p>
      </dsp:txBody>
      <dsp:txXfrm>
        <a:off x="1815382" y="453735"/>
        <a:ext cx="2378081" cy="725024"/>
      </dsp:txXfrm>
    </dsp:sp>
    <dsp:sp modelId="{01ED26E1-DD61-49BE-AD29-855B33BBE68C}">
      <dsp:nvSpPr>
        <dsp:cNvPr id="0" name=""/>
        <dsp:cNvSpPr/>
      </dsp:nvSpPr>
      <dsp:spPr>
        <a:xfrm>
          <a:off x="4669079" y="45373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INPC más reciente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entre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INPC más antiguo</a:t>
          </a:r>
        </a:p>
      </dsp:txBody>
      <dsp:txXfrm>
        <a:off x="4669079" y="453735"/>
        <a:ext cx="2378081" cy="725024"/>
      </dsp:txXfrm>
    </dsp:sp>
    <dsp:sp modelId="{4767F78F-C1B3-4121-A2F2-8754750358CA}">
      <dsp:nvSpPr>
        <dsp:cNvPr id="0" name=""/>
        <dsp:cNvSpPr/>
      </dsp:nvSpPr>
      <dsp:spPr>
        <a:xfrm>
          <a:off x="7522777" y="594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Valor de un Bien o de una Operación al término de un período</a:t>
          </a:r>
        </a:p>
      </dsp:txBody>
      <dsp:txXfrm>
        <a:off x="7522777" y="594"/>
        <a:ext cx="2378081" cy="725024"/>
      </dsp:txXfrm>
    </dsp:sp>
    <dsp:sp modelId="{59BAD1FF-E886-4846-B02C-9064A4D25A27}">
      <dsp:nvSpPr>
        <dsp:cNvPr id="0" name=""/>
        <dsp:cNvSpPr/>
      </dsp:nvSpPr>
      <dsp:spPr>
        <a:xfrm>
          <a:off x="7522777" y="90687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Puede ser menor a 1</a:t>
          </a:r>
        </a:p>
      </dsp:txBody>
      <dsp:txXfrm>
        <a:off x="7522777" y="906875"/>
        <a:ext cx="2378081" cy="725024"/>
      </dsp:txXfrm>
    </dsp:sp>
    <dsp:sp modelId="{EA560ECA-016F-4AAE-AACE-C1851265EFB1}">
      <dsp:nvSpPr>
        <dsp:cNvPr id="0" name=""/>
        <dsp:cNvSpPr/>
      </dsp:nvSpPr>
      <dsp:spPr>
        <a:xfrm>
          <a:off x="1815382" y="2719437"/>
          <a:ext cx="2378081" cy="72502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CFF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(CFF 17-A)</a:t>
          </a:r>
        </a:p>
      </dsp:txBody>
      <dsp:txXfrm>
        <a:off x="1815382" y="2719437"/>
        <a:ext cx="2378081" cy="725024"/>
      </dsp:txXfrm>
    </dsp:sp>
    <dsp:sp modelId="{82D56934-5D6D-4B2C-94BE-BAAB1FB3C6DC}">
      <dsp:nvSpPr>
        <dsp:cNvPr id="0" name=""/>
        <dsp:cNvSpPr/>
      </dsp:nvSpPr>
      <dsp:spPr>
        <a:xfrm>
          <a:off x="4669079" y="2719437"/>
          <a:ext cx="2378081" cy="72502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INPC mes anterior al más reciente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entre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INPC mes anterior al más antiguo</a:t>
          </a:r>
        </a:p>
      </dsp:txBody>
      <dsp:txXfrm>
        <a:off x="4669079" y="2719437"/>
        <a:ext cx="2378081" cy="725024"/>
      </dsp:txXfrm>
    </dsp:sp>
    <dsp:sp modelId="{FD33DB34-3120-4177-8471-2B7BE356D7DD}">
      <dsp:nvSpPr>
        <dsp:cNvPr id="0" name=""/>
        <dsp:cNvSpPr/>
      </dsp:nvSpPr>
      <dsp:spPr>
        <a:xfrm>
          <a:off x="7522777" y="1813156"/>
          <a:ext cx="2378081" cy="72502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Actualización de Contribuciones, Aprovechamientos y Devoluciones</a:t>
          </a:r>
        </a:p>
      </dsp:txBody>
      <dsp:txXfrm>
        <a:off x="7522777" y="1813156"/>
        <a:ext cx="2378081" cy="725024"/>
      </dsp:txXfrm>
    </dsp:sp>
    <dsp:sp modelId="{9D13E1C4-A5F0-4B3D-8C0E-B31D8B321C1A}">
      <dsp:nvSpPr>
        <dsp:cNvPr id="0" name=""/>
        <dsp:cNvSpPr/>
      </dsp:nvSpPr>
      <dsp:spPr>
        <a:xfrm>
          <a:off x="7522777" y="2719437"/>
          <a:ext cx="2378081" cy="72502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No puede ser menor a 1</a:t>
          </a:r>
        </a:p>
      </dsp:txBody>
      <dsp:txXfrm>
        <a:off x="7522777" y="2719437"/>
        <a:ext cx="2378081" cy="725024"/>
      </dsp:txXfrm>
    </dsp:sp>
    <dsp:sp modelId="{1577E1D6-D4CA-486C-8D6E-4A41CC5EDB68}">
      <dsp:nvSpPr>
        <dsp:cNvPr id="0" name=""/>
        <dsp:cNvSpPr/>
      </dsp:nvSpPr>
      <dsp:spPr>
        <a:xfrm>
          <a:off x="7522777" y="3625718"/>
          <a:ext cx="2378081" cy="72502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 toma el último publicado en caso de no existir el del mes anterior al más reciente</a:t>
          </a:r>
        </a:p>
      </dsp:txBody>
      <dsp:txXfrm>
        <a:off x="7522777" y="3625718"/>
        <a:ext cx="2378081" cy="7250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ADABD3-1658-4E21-AA95-AA83255063F7}">
      <dsp:nvSpPr>
        <dsp:cNvPr id="0" name=""/>
        <dsp:cNvSpPr/>
      </dsp:nvSpPr>
      <dsp:spPr>
        <a:xfrm>
          <a:off x="1388" y="308509"/>
          <a:ext cx="1745163" cy="935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Pago Espontáneo</a:t>
          </a:r>
        </a:p>
      </dsp:txBody>
      <dsp:txXfrm>
        <a:off x="1388" y="308509"/>
        <a:ext cx="1745163" cy="623919"/>
      </dsp:txXfrm>
    </dsp:sp>
    <dsp:sp modelId="{BB351C53-DBBD-41F6-B7BC-ECF1A984D3EA}">
      <dsp:nvSpPr>
        <dsp:cNvPr id="0" name=""/>
        <dsp:cNvSpPr/>
      </dsp:nvSpPr>
      <dsp:spPr>
        <a:xfrm>
          <a:off x="358831" y="932428"/>
          <a:ext cx="1745163" cy="311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Omisión NO descubierta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Antes del inicio de Facultades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Pago 10 días posteriores al dictamen</a:t>
          </a:r>
        </a:p>
      </dsp:txBody>
      <dsp:txXfrm>
        <a:off x="409945" y="983542"/>
        <a:ext cx="1642935" cy="3008172"/>
      </dsp:txXfrm>
    </dsp:sp>
    <dsp:sp modelId="{733CC943-D18F-4377-BD48-D561609478AD}">
      <dsp:nvSpPr>
        <dsp:cNvPr id="0" name=""/>
        <dsp:cNvSpPr/>
      </dsp:nvSpPr>
      <dsp:spPr>
        <a:xfrm>
          <a:off x="2011112" y="403221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300" kern="1200"/>
        </a:p>
      </dsp:txBody>
      <dsp:txXfrm>
        <a:off x="2011112" y="490120"/>
        <a:ext cx="430520" cy="260697"/>
      </dsp:txXfrm>
    </dsp:sp>
    <dsp:sp modelId="{4F905F89-FBE6-4931-BE53-3945C229EAC3}">
      <dsp:nvSpPr>
        <dsp:cNvPr id="0" name=""/>
        <dsp:cNvSpPr/>
      </dsp:nvSpPr>
      <dsp:spPr>
        <a:xfrm>
          <a:off x="2804794" y="308509"/>
          <a:ext cx="1745163" cy="935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Inicio de Facultades</a:t>
          </a:r>
        </a:p>
      </dsp:txBody>
      <dsp:txXfrm>
        <a:off x="2804794" y="308509"/>
        <a:ext cx="1745163" cy="623919"/>
      </dsp:txXfrm>
    </dsp:sp>
    <dsp:sp modelId="{50B59053-A6AB-41EB-8697-9B703C7B8411}">
      <dsp:nvSpPr>
        <dsp:cNvPr id="0" name=""/>
        <dsp:cNvSpPr/>
      </dsp:nvSpPr>
      <dsp:spPr>
        <a:xfrm>
          <a:off x="3162237" y="932428"/>
          <a:ext cx="1745163" cy="311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Con el primer acto que se notifique al contribuyente.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12 meses para concluir la revisión (excepciones, ampliaciones  y suspensiones de plazo)</a:t>
          </a:r>
        </a:p>
      </dsp:txBody>
      <dsp:txXfrm>
        <a:off x="3213351" y="983542"/>
        <a:ext cx="1642935" cy="3008172"/>
      </dsp:txXfrm>
    </dsp:sp>
    <dsp:sp modelId="{16D4A6BD-B400-4795-8F26-D81CBE61F5C6}">
      <dsp:nvSpPr>
        <dsp:cNvPr id="0" name=""/>
        <dsp:cNvSpPr/>
      </dsp:nvSpPr>
      <dsp:spPr>
        <a:xfrm>
          <a:off x="4814517" y="403221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300" kern="1200"/>
        </a:p>
      </dsp:txBody>
      <dsp:txXfrm>
        <a:off x="4814517" y="490120"/>
        <a:ext cx="430520" cy="260697"/>
      </dsp:txXfrm>
    </dsp:sp>
    <dsp:sp modelId="{7E1B946B-FD4C-4F5A-BAF9-9A113D988089}">
      <dsp:nvSpPr>
        <dsp:cNvPr id="0" name=""/>
        <dsp:cNvSpPr/>
      </dsp:nvSpPr>
      <dsp:spPr>
        <a:xfrm>
          <a:off x="5608199" y="308509"/>
          <a:ext cx="1745163" cy="935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Acta Final de Visita</a:t>
          </a:r>
        </a:p>
      </dsp:txBody>
      <dsp:txXfrm>
        <a:off x="5608199" y="308509"/>
        <a:ext cx="1745163" cy="623919"/>
      </dsp:txXfrm>
    </dsp:sp>
    <dsp:sp modelId="{49AA2618-E99A-4E8C-8F9D-C38861228530}">
      <dsp:nvSpPr>
        <dsp:cNvPr id="0" name=""/>
        <dsp:cNvSpPr/>
      </dsp:nvSpPr>
      <dsp:spPr>
        <a:xfrm>
          <a:off x="5965642" y="932428"/>
          <a:ext cx="1745163" cy="311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Por lo menos 20 días después de la Última Acta Parcial</a:t>
          </a:r>
        </a:p>
      </dsp:txBody>
      <dsp:txXfrm>
        <a:off x="6016756" y="983542"/>
        <a:ext cx="1642935" cy="3008172"/>
      </dsp:txXfrm>
    </dsp:sp>
    <dsp:sp modelId="{FD69D7E6-A0BD-4237-A68E-618DAF636DC8}">
      <dsp:nvSpPr>
        <dsp:cNvPr id="0" name=""/>
        <dsp:cNvSpPr/>
      </dsp:nvSpPr>
      <dsp:spPr>
        <a:xfrm>
          <a:off x="7617923" y="403221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300" kern="1200"/>
        </a:p>
      </dsp:txBody>
      <dsp:txXfrm>
        <a:off x="7617923" y="490120"/>
        <a:ext cx="430520" cy="260697"/>
      </dsp:txXfrm>
    </dsp:sp>
    <dsp:sp modelId="{A75E79EC-ACDB-495D-A47B-249E2B3D0C94}">
      <dsp:nvSpPr>
        <dsp:cNvPr id="0" name=""/>
        <dsp:cNvSpPr/>
      </dsp:nvSpPr>
      <dsp:spPr>
        <a:xfrm>
          <a:off x="8411604" y="308509"/>
          <a:ext cx="1745163" cy="935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Liquidación</a:t>
          </a:r>
        </a:p>
      </dsp:txBody>
      <dsp:txXfrm>
        <a:off x="8411604" y="308509"/>
        <a:ext cx="1745163" cy="623919"/>
      </dsp:txXfrm>
    </dsp:sp>
    <dsp:sp modelId="{BC7EC469-2F4E-4778-B96E-664DB1003305}">
      <dsp:nvSpPr>
        <dsp:cNvPr id="0" name=""/>
        <dsp:cNvSpPr/>
      </dsp:nvSpPr>
      <dsp:spPr>
        <a:xfrm>
          <a:off x="8769047" y="932428"/>
          <a:ext cx="1745163" cy="311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Hasta 6 meses después del Acta Final de Visita</a:t>
          </a:r>
        </a:p>
      </dsp:txBody>
      <dsp:txXfrm>
        <a:off x="8820161" y="983542"/>
        <a:ext cx="1642935" cy="30081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75211-4CE3-407B-9F69-010FA9CFE4F9}">
      <dsp:nvSpPr>
        <dsp:cNvPr id="0" name=""/>
        <dsp:cNvSpPr/>
      </dsp:nvSpPr>
      <dsp:spPr>
        <a:xfrm>
          <a:off x="4377174" y="3300446"/>
          <a:ext cx="393522" cy="749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761" y="0"/>
              </a:lnTo>
              <a:lnTo>
                <a:pt x="196761" y="749851"/>
              </a:lnTo>
              <a:lnTo>
                <a:pt x="393522" y="7498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552764" y="3654201"/>
        <a:ext cx="42341" cy="42341"/>
      </dsp:txXfrm>
    </dsp:sp>
    <dsp:sp modelId="{FBB04790-9FA8-4FC1-9105-0721F73FAC7D}">
      <dsp:nvSpPr>
        <dsp:cNvPr id="0" name=""/>
        <dsp:cNvSpPr/>
      </dsp:nvSpPr>
      <dsp:spPr>
        <a:xfrm>
          <a:off x="4377174" y="3254726"/>
          <a:ext cx="3935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52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564097" y="3290608"/>
        <a:ext cx="19676" cy="19676"/>
      </dsp:txXfrm>
    </dsp:sp>
    <dsp:sp modelId="{8A340DF9-6869-4E82-90D4-FC91822F8274}">
      <dsp:nvSpPr>
        <dsp:cNvPr id="0" name=""/>
        <dsp:cNvSpPr/>
      </dsp:nvSpPr>
      <dsp:spPr>
        <a:xfrm>
          <a:off x="6738306" y="2550594"/>
          <a:ext cx="393522" cy="749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761" y="0"/>
              </a:lnTo>
              <a:lnTo>
                <a:pt x="196761" y="749851"/>
              </a:lnTo>
              <a:lnTo>
                <a:pt x="393522" y="7498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913896" y="2904349"/>
        <a:ext cx="42341" cy="42341"/>
      </dsp:txXfrm>
    </dsp:sp>
    <dsp:sp modelId="{0E05126C-5F30-4DB4-BE73-33604195637F}">
      <dsp:nvSpPr>
        <dsp:cNvPr id="0" name=""/>
        <dsp:cNvSpPr/>
      </dsp:nvSpPr>
      <dsp:spPr>
        <a:xfrm>
          <a:off x="6738306" y="2504874"/>
          <a:ext cx="3935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52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925229" y="2540756"/>
        <a:ext cx="19676" cy="19676"/>
      </dsp:txXfrm>
    </dsp:sp>
    <dsp:sp modelId="{2FC998F8-C9D3-4928-8B54-818377C9EF13}">
      <dsp:nvSpPr>
        <dsp:cNvPr id="0" name=""/>
        <dsp:cNvSpPr/>
      </dsp:nvSpPr>
      <dsp:spPr>
        <a:xfrm>
          <a:off x="6738306" y="1800743"/>
          <a:ext cx="393522" cy="749851"/>
        </a:xfrm>
        <a:custGeom>
          <a:avLst/>
          <a:gdLst/>
          <a:ahLst/>
          <a:cxnLst/>
          <a:rect l="0" t="0" r="0" b="0"/>
          <a:pathLst>
            <a:path>
              <a:moveTo>
                <a:pt x="0" y="749851"/>
              </a:moveTo>
              <a:lnTo>
                <a:pt x="196761" y="749851"/>
              </a:lnTo>
              <a:lnTo>
                <a:pt x="196761" y="0"/>
              </a:lnTo>
              <a:lnTo>
                <a:pt x="39352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913896" y="2154498"/>
        <a:ext cx="42341" cy="42341"/>
      </dsp:txXfrm>
    </dsp:sp>
    <dsp:sp modelId="{323EF08A-7AA5-440C-9AF2-26FB099798D4}">
      <dsp:nvSpPr>
        <dsp:cNvPr id="0" name=""/>
        <dsp:cNvSpPr/>
      </dsp:nvSpPr>
      <dsp:spPr>
        <a:xfrm>
          <a:off x="4377174" y="2550594"/>
          <a:ext cx="393522" cy="749851"/>
        </a:xfrm>
        <a:custGeom>
          <a:avLst/>
          <a:gdLst/>
          <a:ahLst/>
          <a:cxnLst/>
          <a:rect l="0" t="0" r="0" b="0"/>
          <a:pathLst>
            <a:path>
              <a:moveTo>
                <a:pt x="0" y="749851"/>
              </a:moveTo>
              <a:lnTo>
                <a:pt x="196761" y="749851"/>
              </a:lnTo>
              <a:lnTo>
                <a:pt x="196761" y="0"/>
              </a:lnTo>
              <a:lnTo>
                <a:pt x="39352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552764" y="2904349"/>
        <a:ext cx="42341" cy="42341"/>
      </dsp:txXfrm>
    </dsp:sp>
    <dsp:sp modelId="{C5F6F76A-4E6B-4213-92E1-0D0AE287EC13}">
      <dsp:nvSpPr>
        <dsp:cNvPr id="0" name=""/>
        <dsp:cNvSpPr/>
      </dsp:nvSpPr>
      <dsp:spPr>
        <a:xfrm>
          <a:off x="2016041" y="1988206"/>
          <a:ext cx="393522" cy="1312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761" y="0"/>
              </a:lnTo>
              <a:lnTo>
                <a:pt x="196761" y="1312240"/>
              </a:lnTo>
              <a:lnTo>
                <a:pt x="393522" y="13122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78553" y="2610076"/>
        <a:ext cx="68498" cy="68498"/>
      </dsp:txXfrm>
    </dsp:sp>
    <dsp:sp modelId="{286D96DF-F948-451A-8D2C-42CD36785304}">
      <dsp:nvSpPr>
        <dsp:cNvPr id="0" name=""/>
        <dsp:cNvSpPr/>
      </dsp:nvSpPr>
      <dsp:spPr>
        <a:xfrm>
          <a:off x="6738306" y="1005171"/>
          <a:ext cx="3935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52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925229" y="1041053"/>
        <a:ext cx="19676" cy="19676"/>
      </dsp:txXfrm>
    </dsp:sp>
    <dsp:sp modelId="{9CDCA454-A61C-4C97-9BE4-94E50D5B08E6}">
      <dsp:nvSpPr>
        <dsp:cNvPr id="0" name=""/>
        <dsp:cNvSpPr/>
      </dsp:nvSpPr>
      <dsp:spPr>
        <a:xfrm>
          <a:off x="4377174" y="675965"/>
          <a:ext cx="393522" cy="3749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761" y="0"/>
              </a:lnTo>
              <a:lnTo>
                <a:pt x="196761" y="374925"/>
              </a:lnTo>
              <a:lnTo>
                <a:pt x="393522" y="3749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560347" y="849840"/>
        <a:ext cx="27176" cy="27176"/>
      </dsp:txXfrm>
    </dsp:sp>
    <dsp:sp modelId="{BF66AAB2-82CA-42BA-B965-77A40943278D}">
      <dsp:nvSpPr>
        <dsp:cNvPr id="0" name=""/>
        <dsp:cNvSpPr/>
      </dsp:nvSpPr>
      <dsp:spPr>
        <a:xfrm>
          <a:off x="4377174" y="301040"/>
          <a:ext cx="393522" cy="374925"/>
        </a:xfrm>
        <a:custGeom>
          <a:avLst/>
          <a:gdLst/>
          <a:ahLst/>
          <a:cxnLst/>
          <a:rect l="0" t="0" r="0" b="0"/>
          <a:pathLst>
            <a:path>
              <a:moveTo>
                <a:pt x="0" y="374925"/>
              </a:moveTo>
              <a:lnTo>
                <a:pt x="196761" y="374925"/>
              </a:lnTo>
              <a:lnTo>
                <a:pt x="196761" y="0"/>
              </a:lnTo>
              <a:lnTo>
                <a:pt x="39352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560347" y="474914"/>
        <a:ext cx="27176" cy="27176"/>
      </dsp:txXfrm>
    </dsp:sp>
    <dsp:sp modelId="{83EDA49E-D26D-49FD-9505-E672038A0CBE}">
      <dsp:nvSpPr>
        <dsp:cNvPr id="0" name=""/>
        <dsp:cNvSpPr/>
      </dsp:nvSpPr>
      <dsp:spPr>
        <a:xfrm>
          <a:off x="2016041" y="675965"/>
          <a:ext cx="393522" cy="1312240"/>
        </a:xfrm>
        <a:custGeom>
          <a:avLst/>
          <a:gdLst/>
          <a:ahLst/>
          <a:cxnLst/>
          <a:rect l="0" t="0" r="0" b="0"/>
          <a:pathLst>
            <a:path>
              <a:moveTo>
                <a:pt x="0" y="1312240"/>
              </a:moveTo>
              <a:lnTo>
                <a:pt x="196761" y="1312240"/>
              </a:lnTo>
              <a:lnTo>
                <a:pt x="196761" y="0"/>
              </a:lnTo>
              <a:lnTo>
                <a:pt x="39352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78553" y="1297836"/>
        <a:ext cx="68498" cy="68498"/>
      </dsp:txXfrm>
    </dsp:sp>
    <dsp:sp modelId="{2E0AE6E9-757F-4591-89B1-D2A35CF792DA}">
      <dsp:nvSpPr>
        <dsp:cNvPr id="0" name=""/>
        <dsp:cNvSpPr/>
      </dsp:nvSpPr>
      <dsp:spPr>
        <a:xfrm rot="16200000">
          <a:off x="137466" y="1688265"/>
          <a:ext cx="3157269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Saldos a Favor</a:t>
          </a:r>
        </a:p>
      </dsp:txBody>
      <dsp:txXfrm>
        <a:off x="137466" y="1688265"/>
        <a:ext cx="3157269" cy="599881"/>
      </dsp:txXfrm>
    </dsp:sp>
    <dsp:sp modelId="{3F4F6E05-DF23-4258-BDA7-48A150B7A847}">
      <dsp:nvSpPr>
        <dsp:cNvPr id="0" name=""/>
        <dsp:cNvSpPr/>
      </dsp:nvSpPr>
      <dsp:spPr>
        <a:xfrm>
          <a:off x="2409563" y="376025"/>
          <a:ext cx="1967610" cy="599881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Devolución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(CFF 22)</a:t>
          </a:r>
        </a:p>
      </dsp:txBody>
      <dsp:txXfrm>
        <a:off x="2409563" y="376025"/>
        <a:ext cx="1967610" cy="599881"/>
      </dsp:txXfrm>
    </dsp:sp>
    <dsp:sp modelId="{3F2A55C4-BA52-47B6-B924-60050EB127F1}">
      <dsp:nvSpPr>
        <dsp:cNvPr id="0" name=""/>
        <dsp:cNvSpPr/>
      </dsp:nvSpPr>
      <dsp:spPr>
        <a:xfrm>
          <a:off x="4770696" y="1099"/>
          <a:ext cx="1967610" cy="599881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Actualización conforme al CFF 17-A</a:t>
          </a:r>
        </a:p>
      </dsp:txBody>
      <dsp:txXfrm>
        <a:off x="4770696" y="1099"/>
        <a:ext cx="1967610" cy="599881"/>
      </dsp:txXfrm>
    </dsp:sp>
    <dsp:sp modelId="{B51BE091-DEF6-4CA9-BE8D-D69189FAEEDF}">
      <dsp:nvSpPr>
        <dsp:cNvPr id="0" name=""/>
        <dsp:cNvSpPr/>
      </dsp:nvSpPr>
      <dsp:spPr>
        <a:xfrm>
          <a:off x="4770696" y="750951"/>
          <a:ext cx="1967610" cy="599881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Intereses a favor del contribuyente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(CFF 22-A)</a:t>
          </a:r>
        </a:p>
      </dsp:txBody>
      <dsp:txXfrm>
        <a:off x="4770696" y="750951"/>
        <a:ext cx="1967610" cy="599881"/>
      </dsp:txXfrm>
    </dsp:sp>
    <dsp:sp modelId="{FF1F1A64-D2F2-45EA-A28B-B21BD8A1D4DF}">
      <dsp:nvSpPr>
        <dsp:cNvPr id="0" name=""/>
        <dsp:cNvSpPr/>
      </dsp:nvSpPr>
      <dsp:spPr>
        <a:xfrm>
          <a:off x="7131828" y="750951"/>
          <a:ext cx="1967610" cy="599881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Devoluciones fuera del plazo</a:t>
          </a:r>
        </a:p>
      </dsp:txBody>
      <dsp:txXfrm>
        <a:off x="7131828" y="750951"/>
        <a:ext cx="1967610" cy="599881"/>
      </dsp:txXfrm>
    </dsp:sp>
    <dsp:sp modelId="{BBC9E7C1-3C2F-4814-AFD0-56D694453E80}">
      <dsp:nvSpPr>
        <dsp:cNvPr id="0" name=""/>
        <dsp:cNvSpPr/>
      </dsp:nvSpPr>
      <dsp:spPr>
        <a:xfrm>
          <a:off x="2409563" y="3000505"/>
          <a:ext cx="1967610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Compensación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(CFF 23)</a:t>
          </a:r>
        </a:p>
      </dsp:txBody>
      <dsp:txXfrm>
        <a:off x="2409563" y="3000505"/>
        <a:ext cx="1967610" cy="599881"/>
      </dsp:txXfrm>
    </dsp:sp>
    <dsp:sp modelId="{EA300E55-130E-45B7-8AB0-ED945C6E264B}">
      <dsp:nvSpPr>
        <dsp:cNvPr id="0" name=""/>
        <dsp:cNvSpPr/>
      </dsp:nvSpPr>
      <dsp:spPr>
        <a:xfrm>
          <a:off x="4770696" y="2250654"/>
          <a:ext cx="1967610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Impuestos Federales distintos de importación, incluidos los accesorios</a:t>
          </a:r>
        </a:p>
      </dsp:txBody>
      <dsp:txXfrm>
        <a:off x="4770696" y="2250654"/>
        <a:ext cx="1967610" cy="599881"/>
      </dsp:txXfrm>
    </dsp:sp>
    <dsp:sp modelId="{1B790552-F408-4599-8750-DE53B70773AF}">
      <dsp:nvSpPr>
        <dsp:cNvPr id="0" name=""/>
        <dsp:cNvSpPr/>
      </dsp:nvSpPr>
      <dsp:spPr>
        <a:xfrm>
          <a:off x="7131828" y="1500802"/>
          <a:ext cx="1967610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Adeudo Propio o Retención de Terceros</a:t>
          </a:r>
        </a:p>
      </dsp:txBody>
      <dsp:txXfrm>
        <a:off x="7131828" y="1500802"/>
        <a:ext cx="1967610" cy="599881"/>
      </dsp:txXfrm>
    </dsp:sp>
    <dsp:sp modelId="{AF49D5B3-508A-4D50-9695-4E171CAFE0D0}">
      <dsp:nvSpPr>
        <dsp:cNvPr id="0" name=""/>
        <dsp:cNvSpPr/>
      </dsp:nvSpPr>
      <dsp:spPr>
        <a:xfrm>
          <a:off x="7131828" y="2250654"/>
          <a:ext cx="1967610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Administrados por la misma Autoridad</a:t>
          </a:r>
        </a:p>
      </dsp:txBody>
      <dsp:txXfrm>
        <a:off x="7131828" y="2250654"/>
        <a:ext cx="1967610" cy="599881"/>
      </dsp:txXfrm>
    </dsp:sp>
    <dsp:sp modelId="{7B3C474F-F151-4A05-BDCE-151A710726DD}">
      <dsp:nvSpPr>
        <dsp:cNvPr id="0" name=""/>
        <dsp:cNvSpPr/>
      </dsp:nvSpPr>
      <dsp:spPr>
        <a:xfrm>
          <a:off x="7131828" y="3000505"/>
          <a:ext cx="1967610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Sin destino específico</a:t>
          </a:r>
        </a:p>
      </dsp:txBody>
      <dsp:txXfrm>
        <a:off x="7131828" y="3000505"/>
        <a:ext cx="1967610" cy="599881"/>
      </dsp:txXfrm>
    </dsp:sp>
    <dsp:sp modelId="{EC5D991B-2B76-4AAE-AC44-F7AE930DA26B}">
      <dsp:nvSpPr>
        <dsp:cNvPr id="0" name=""/>
        <dsp:cNvSpPr/>
      </dsp:nvSpPr>
      <dsp:spPr>
        <a:xfrm>
          <a:off x="4770696" y="3000505"/>
          <a:ext cx="1967610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Actualización conforme al CFF 17-A</a:t>
          </a:r>
        </a:p>
      </dsp:txBody>
      <dsp:txXfrm>
        <a:off x="4770696" y="3000505"/>
        <a:ext cx="1967610" cy="599881"/>
      </dsp:txXfrm>
    </dsp:sp>
    <dsp:sp modelId="{F7A32A42-7664-4CB1-940E-EA468F60BFFF}">
      <dsp:nvSpPr>
        <dsp:cNvPr id="0" name=""/>
        <dsp:cNvSpPr/>
      </dsp:nvSpPr>
      <dsp:spPr>
        <a:xfrm>
          <a:off x="4770696" y="3750357"/>
          <a:ext cx="1967610" cy="5998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Aviso de Compensación dentro de 5 días</a:t>
          </a:r>
        </a:p>
      </dsp:txBody>
      <dsp:txXfrm>
        <a:off x="4770696" y="3750357"/>
        <a:ext cx="1967610" cy="5998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80811-689B-44AC-8088-685B4C4B8EDB}">
      <dsp:nvSpPr>
        <dsp:cNvPr id="0" name=""/>
        <dsp:cNvSpPr/>
      </dsp:nvSpPr>
      <dsp:spPr>
        <a:xfrm>
          <a:off x="4787" y="1694164"/>
          <a:ext cx="1167580" cy="963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Debe estar presentada la declaración que lo muestre</a:t>
          </a:r>
        </a:p>
      </dsp:txBody>
      <dsp:txXfrm>
        <a:off x="26949" y="1716326"/>
        <a:ext cx="1123256" cy="712326"/>
      </dsp:txXfrm>
    </dsp:sp>
    <dsp:sp modelId="{E76B4ABA-34EA-4A7E-B4D0-AA6F38F9029A}">
      <dsp:nvSpPr>
        <dsp:cNvPr id="0" name=""/>
        <dsp:cNvSpPr/>
      </dsp:nvSpPr>
      <dsp:spPr>
        <a:xfrm>
          <a:off x="647608" y="1875651"/>
          <a:ext cx="1358345" cy="1358345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38299-5037-46F6-A24D-930ED49E68FF}">
      <dsp:nvSpPr>
        <dsp:cNvPr id="0" name=""/>
        <dsp:cNvSpPr/>
      </dsp:nvSpPr>
      <dsp:spPr>
        <a:xfrm>
          <a:off x="264249" y="2450814"/>
          <a:ext cx="1037849" cy="4127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Saldo a favor</a:t>
          </a:r>
        </a:p>
      </dsp:txBody>
      <dsp:txXfrm>
        <a:off x="276337" y="2462902"/>
        <a:ext cx="1013673" cy="388542"/>
      </dsp:txXfrm>
    </dsp:sp>
    <dsp:sp modelId="{9100CEC2-EDA4-4A68-B164-0E4F9BA7C6F2}">
      <dsp:nvSpPr>
        <dsp:cNvPr id="0" name=""/>
        <dsp:cNvSpPr/>
      </dsp:nvSpPr>
      <dsp:spPr>
        <a:xfrm>
          <a:off x="1539573" y="1694164"/>
          <a:ext cx="1167580" cy="963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En cualquier momento hasta su prescripción</a:t>
          </a:r>
        </a:p>
      </dsp:txBody>
      <dsp:txXfrm>
        <a:off x="1561735" y="1922685"/>
        <a:ext cx="1123256" cy="712326"/>
      </dsp:txXfrm>
    </dsp:sp>
    <dsp:sp modelId="{DE5E62E2-4D94-4613-A8AC-8F6A30DB1231}">
      <dsp:nvSpPr>
        <dsp:cNvPr id="0" name=""/>
        <dsp:cNvSpPr/>
      </dsp:nvSpPr>
      <dsp:spPr>
        <a:xfrm>
          <a:off x="2172663" y="1079582"/>
          <a:ext cx="1507536" cy="1507536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56346-C0D4-4BB5-AC93-4AD9EF171BA0}">
      <dsp:nvSpPr>
        <dsp:cNvPr id="0" name=""/>
        <dsp:cNvSpPr/>
      </dsp:nvSpPr>
      <dsp:spPr>
        <a:xfrm>
          <a:off x="1799035" y="1487804"/>
          <a:ext cx="1037849" cy="4127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Solicitud de Devolución</a:t>
          </a:r>
        </a:p>
      </dsp:txBody>
      <dsp:txXfrm>
        <a:off x="1811123" y="1499892"/>
        <a:ext cx="1013673" cy="388542"/>
      </dsp:txXfrm>
    </dsp:sp>
    <dsp:sp modelId="{A874B65F-1650-4761-845A-9BC67DF4DE93}">
      <dsp:nvSpPr>
        <dsp:cNvPr id="0" name=""/>
        <dsp:cNvSpPr/>
      </dsp:nvSpPr>
      <dsp:spPr>
        <a:xfrm>
          <a:off x="3074358" y="1694164"/>
          <a:ext cx="1167580" cy="963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20 días para solicitarla</a:t>
          </a:r>
        </a:p>
      </dsp:txBody>
      <dsp:txXfrm>
        <a:off x="3096520" y="1716326"/>
        <a:ext cx="1123256" cy="712326"/>
      </dsp:txXfrm>
    </dsp:sp>
    <dsp:sp modelId="{1D5B61D9-3C41-4154-9E61-15A708389596}">
      <dsp:nvSpPr>
        <dsp:cNvPr id="0" name=""/>
        <dsp:cNvSpPr/>
      </dsp:nvSpPr>
      <dsp:spPr>
        <a:xfrm>
          <a:off x="3717179" y="1875651"/>
          <a:ext cx="1358345" cy="1358345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30099-0BB0-4796-9E87-A1206E91C01B}">
      <dsp:nvSpPr>
        <dsp:cNvPr id="0" name=""/>
        <dsp:cNvSpPr/>
      </dsp:nvSpPr>
      <dsp:spPr>
        <a:xfrm>
          <a:off x="3333820" y="2450814"/>
          <a:ext cx="1037849" cy="4127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Requerimiento de Información Adicional</a:t>
          </a:r>
        </a:p>
      </dsp:txBody>
      <dsp:txXfrm>
        <a:off x="3345908" y="2462902"/>
        <a:ext cx="1013673" cy="388542"/>
      </dsp:txXfrm>
    </dsp:sp>
    <dsp:sp modelId="{C60D6AFF-8D52-4693-BD8E-FBC3C1408BF9}">
      <dsp:nvSpPr>
        <dsp:cNvPr id="0" name=""/>
        <dsp:cNvSpPr/>
      </dsp:nvSpPr>
      <dsp:spPr>
        <a:xfrm>
          <a:off x="4609144" y="1694164"/>
          <a:ext cx="1167580" cy="963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20 días para presentarla</a:t>
          </a:r>
        </a:p>
      </dsp:txBody>
      <dsp:txXfrm>
        <a:off x="4631306" y="1922685"/>
        <a:ext cx="1123256" cy="712326"/>
      </dsp:txXfrm>
    </dsp:sp>
    <dsp:sp modelId="{2DCA0A53-ECE6-4300-8E58-E968B94C8F94}">
      <dsp:nvSpPr>
        <dsp:cNvPr id="0" name=""/>
        <dsp:cNvSpPr/>
      </dsp:nvSpPr>
      <dsp:spPr>
        <a:xfrm>
          <a:off x="5242235" y="1079582"/>
          <a:ext cx="1507536" cy="1507536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65B4C-CF0D-4C12-BDE2-D8A61EB84268}">
      <dsp:nvSpPr>
        <dsp:cNvPr id="0" name=""/>
        <dsp:cNvSpPr/>
      </dsp:nvSpPr>
      <dsp:spPr>
        <a:xfrm>
          <a:off x="4868606" y="1487804"/>
          <a:ext cx="1037849" cy="4127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Presentación de Información Adicional</a:t>
          </a:r>
        </a:p>
      </dsp:txBody>
      <dsp:txXfrm>
        <a:off x="4880694" y="1499892"/>
        <a:ext cx="1013673" cy="388542"/>
      </dsp:txXfrm>
    </dsp:sp>
    <dsp:sp modelId="{D1567956-447F-4382-A044-693F0EBFBCB7}">
      <dsp:nvSpPr>
        <dsp:cNvPr id="0" name=""/>
        <dsp:cNvSpPr/>
      </dsp:nvSpPr>
      <dsp:spPr>
        <a:xfrm>
          <a:off x="6143929" y="1694164"/>
          <a:ext cx="1167580" cy="963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10 días para solicitarla</a:t>
          </a:r>
        </a:p>
      </dsp:txBody>
      <dsp:txXfrm>
        <a:off x="6166091" y="1716326"/>
        <a:ext cx="1123256" cy="712326"/>
      </dsp:txXfrm>
    </dsp:sp>
    <dsp:sp modelId="{2AA16C1A-2F3E-4B2E-A0BB-00C152B68FCA}">
      <dsp:nvSpPr>
        <dsp:cNvPr id="0" name=""/>
        <dsp:cNvSpPr/>
      </dsp:nvSpPr>
      <dsp:spPr>
        <a:xfrm>
          <a:off x="6786750" y="1875651"/>
          <a:ext cx="1358345" cy="1358345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CF479-5286-45D6-8F43-5B13E3264D1D}">
      <dsp:nvSpPr>
        <dsp:cNvPr id="0" name=""/>
        <dsp:cNvSpPr/>
      </dsp:nvSpPr>
      <dsp:spPr>
        <a:xfrm>
          <a:off x="6403392" y="2450814"/>
          <a:ext cx="1037849" cy="4127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Nuevo Requerimiento de Información Adicional</a:t>
          </a:r>
        </a:p>
      </dsp:txBody>
      <dsp:txXfrm>
        <a:off x="6415480" y="2462902"/>
        <a:ext cx="1013673" cy="388542"/>
      </dsp:txXfrm>
    </dsp:sp>
    <dsp:sp modelId="{D862416D-5177-4060-874F-C44EE80AA05F}">
      <dsp:nvSpPr>
        <dsp:cNvPr id="0" name=""/>
        <dsp:cNvSpPr/>
      </dsp:nvSpPr>
      <dsp:spPr>
        <a:xfrm>
          <a:off x="7678715" y="1694164"/>
          <a:ext cx="1167580" cy="963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10 días para presentarla</a:t>
          </a:r>
        </a:p>
      </dsp:txBody>
      <dsp:txXfrm>
        <a:off x="7700877" y="1922685"/>
        <a:ext cx="1123256" cy="712326"/>
      </dsp:txXfrm>
    </dsp:sp>
    <dsp:sp modelId="{E53F3576-1548-4A1F-BF21-1A6458236B37}">
      <dsp:nvSpPr>
        <dsp:cNvPr id="0" name=""/>
        <dsp:cNvSpPr/>
      </dsp:nvSpPr>
      <dsp:spPr>
        <a:xfrm>
          <a:off x="8311806" y="1079582"/>
          <a:ext cx="1507536" cy="1507536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9D97C-7A80-483C-8A38-8B29BF9F4786}">
      <dsp:nvSpPr>
        <dsp:cNvPr id="0" name=""/>
        <dsp:cNvSpPr/>
      </dsp:nvSpPr>
      <dsp:spPr>
        <a:xfrm>
          <a:off x="7938177" y="1487804"/>
          <a:ext cx="1037849" cy="4127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Presentación de Nueva Información Adicional</a:t>
          </a:r>
        </a:p>
      </dsp:txBody>
      <dsp:txXfrm>
        <a:off x="7950265" y="1499892"/>
        <a:ext cx="1013673" cy="388542"/>
      </dsp:txXfrm>
    </dsp:sp>
    <dsp:sp modelId="{C6AB5C40-0E38-49F6-9C28-D39EE5720AF9}">
      <dsp:nvSpPr>
        <dsp:cNvPr id="0" name=""/>
        <dsp:cNvSpPr/>
      </dsp:nvSpPr>
      <dsp:spPr>
        <a:xfrm>
          <a:off x="9213500" y="1694164"/>
          <a:ext cx="1167580" cy="9630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40 días desde la solicitud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100" kern="1200" dirty="0"/>
            <a:t>Se suspenden plazos</a:t>
          </a:r>
        </a:p>
      </dsp:txBody>
      <dsp:txXfrm>
        <a:off x="9235662" y="1716326"/>
        <a:ext cx="1123256" cy="712326"/>
      </dsp:txXfrm>
    </dsp:sp>
    <dsp:sp modelId="{A9D1BABC-DC0C-49BA-8B9E-BEEDEA5A51AA}">
      <dsp:nvSpPr>
        <dsp:cNvPr id="0" name=""/>
        <dsp:cNvSpPr/>
      </dsp:nvSpPr>
      <dsp:spPr>
        <a:xfrm>
          <a:off x="9472963" y="2450814"/>
          <a:ext cx="1037849" cy="4127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Devolución o Rechazo</a:t>
          </a:r>
        </a:p>
      </dsp:txBody>
      <dsp:txXfrm>
        <a:off x="9485051" y="2462902"/>
        <a:ext cx="1013673" cy="388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DADA5-1432-4ED5-B40A-5C3B87BA0513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33192-6708-4D6C-9625-D9176BB571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65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36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6735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4413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9984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689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001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3515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8731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72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0897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6393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9744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7033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5986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552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F5F13-D572-8756-8C42-F3FC2E07E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450175-8837-7EE1-E5BA-0724088F6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13B4D-F54A-4B81-9D6E-BC07F732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1A275E-AE26-A7FC-BF75-25A39310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59CDD-200E-CD58-1EA1-E720F2C1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889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F5EC2-6ECB-E74D-E075-758C0D72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3D798-6DEC-81FD-27A6-4E57B7DB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9ADBF-7F7D-7632-1E03-493B0534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DD143-EA8F-3867-0BC1-7A26F4C6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D990E-5B9E-8D52-1315-727CB882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1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37D38-0FBE-BC0E-EE34-A22E63C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1E5F97-8842-C92D-446E-A5A89934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2C067B-DA21-6004-1B79-1F6EC62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4EB7D-655B-61F8-684F-2542C207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A88FFF-AF1B-101F-CA04-24A60B90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37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A6DC7-F673-1C29-5A20-285707C2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E6B38-8FF7-1567-28E8-43F4BD9F2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246D4D-1865-7D3E-81BC-A3DF5705D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44D13-53DD-7F24-DEA5-DD3745C9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D051E2-F88F-5DC8-C2C2-DB71E4BB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21BBB0-8DFD-C793-0F99-34913933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652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C8F6C-A74A-56EF-3FD7-73EBC1ED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0C866A-7177-9059-CB97-1166DA527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F9212-1DB4-E15E-B037-3A69FFBB2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C19E42-1C13-10A1-544C-568CF81A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C8D018-0A64-1B80-2691-306A64E8E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D582CE-A0C4-C279-6DD8-C4532682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45CB52-2CC2-005B-21ED-ED06AE0F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E8EBF0-7BA2-C5C7-6CFB-4D529DC1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28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419FC-3D7B-61E3-B435-4FDE9C10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43024D-427C-60A3-F7F3-672C6158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9E71A2-5177-44E6-4D61-F78025E2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3C4841-39E5-574C-D9BB-25314142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89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939F7D-4CFE-7C28-1042-F1BB5E42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72BBC7-D29C-6A6D-A22C-CE149931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E587B7-1EC0-2068-C847-8E2E09C4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4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3CE5E-FCB7-3F1B-52E9-AA1B4E96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8271D-81F5-6BDF-9914-90C595B7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BD6B2-F264-0B05-2E82-C9F3E0C65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BEB91-1606-C46C-7916-F9170B92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CCE613-12C2-6751-52FF-684BCA83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CFAC2-8510-B915-2B5B-7688AEC2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116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790E5-92D0-EB1F-4967-3206860D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FEA619-C602-15B0-0FE4-F16551339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0E2919-2717-24D5-714C-2BFB58AC1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6D0114-92FC-F8D2-97F5-FE839CEC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13C8E2-6816-B348-CE3F-0F2681E9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7CB8A-1634-DF0B-D17D-43E8DDC1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82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9F699-3880-A3C3-E913-85E24AAE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41E86-B08B-C71F-EB5A-FE2415FA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CA9FC9-7EAE-0756-A23C-F89EEBF7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83D73-B2B4-D582-C8AA-8B497678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A3D1B-DF02-01D9-7A52-016301C0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90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D43CE4-6443-C8F4-0310-52F9282B0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B572F7-A20B-168E-1FA1-747B809C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CD70B-083E-B6C4-5D9D-D6E0C624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0F76B-CEAD-FAB4-CE3B-051C7052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A1861A-B7B4-366C-044D-16C5AFE8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511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2FB111-B70C-85E1-6921-091C1DF2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1E1CA-229D-FF6B-92B5-1015E453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978A5D-DA29-2A59-89F4-DCE282CC8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B06AF-F33A-4E3D-AA83-FF85CDF753DC}" type="datetimeFigureOut">
              <a:rPr lang="es-MX" smtClean="0"/>
              <a:t>19/03/2025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164C7B-44EA-6147-3C49-5BE7CDF2A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3FD0A-0838-DBD1-1F34-AC981DA8C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8AB95-FAD2-4FB4-B288-CB5D0DF89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796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B3EEA-9593-7B4E-2CAC-CB46544CF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Pagos Provisionales ISR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C4FFFB-F13E-8F80-523D-6692E31E36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4696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Coeficiente de Utilidad </a:t>
            </a:r>
            <a:r>
              <a:rPr lang="es-MX" sz="1800" dirty="0"/>
              <a:t>LISR 14-I</a:t>
            </a:r>
            <a:endParaRPr lang="es-MX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251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Coeficiente de Utilidad para 2XX6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33454" y="1825625"/>
          <a:ext cx="817663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6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2XX5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2XX4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2XX3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2XX1*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(Pérdida) Fiscal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$(1,000)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$(900)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$(800)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Pagos a Socios</a:t>
                      </a:r>
                      <a:r>
                        <a:rPr lang="es-MX" baseline="0" dirty="0"/>
                        <a:t> de S. Civiles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para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(800)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(750)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(700)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Acumulables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Ajuste Anual</a:t>
                      </a:r>
                      <a:r>
                        <a:rPr lang="es-MX" baseline="0" dirty="0"/>
                        <a:t> Inflación Acumulable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(1,000)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(350)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</a:t>
                      </a:r>
                      <a:r>
                        <a:rPr lang="es-MX" baseline="0" dirty="0"/>
                        <a:t> Nominales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Coeficiente</a:t>
                      </a:r>
                      <a:r>
                        <a:rPr lang="es-MX" baseline="0" dirty="0"/>
                        <a:t> de Utilidad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0.8333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25014" y="5872766"/>
            <a:ext cx="621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* Primer Ejercicio de la Persona Moral y por lo tanto fue irregular</a:t>
            </a:r>
          </a:p>
        </p:txBody>
      </p:sp>
    </p:spTree>
    <p:extLst>
      <p:ext uri="{BB962C8B-B14F-4D97-AF65-F5344CB8AC3E}">
        <p14:creationId xmlns:p14="http://schemas.microsoft.com/office/powerpoint/2010/main" val="22803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Utilidad Estimada</a:t>
            </a:r>
            <a:r>
              <a:rPr lang="es-MX" sz="1800" dirty="0"/>
              <a:t> LISR 14-II</a:t>
            </a:r>
            <a:endParaRPr lang="es-MX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110A11A-C6A7-4484-9A9F-7EE5ACC0A37D}"/>
              </a:ext>
            </a:extLst>
          </p:cNvPr>
          <p:cNvSpPr/>
          <p:nvPr/>
        </p:nvSpPr>
        <p:spPr>
          <a:xfrm>
            <a:off x="843430" y="1986942"/>
            <a:ext cx="2378024" cy="994055"/>
          </a:xfrm>
          <a:custGeom>
            <a:avLst/>
            <a:gdLst>
              <a:gd name="connsiteX0" fmla="*/ 0 w 2378024"/>
              <a:gd name="connsiteY0" fmla="*/ 99406 h 994055"/>
              <a:gd name="connsiteX1" fmla="*/ 99406 w 2378024"/>
              <a:gd name="connsiteY1" fmla="*/ 0 h 994055"/>
              <a:gd name="connsiteX2" fmla="*/ 2278619 w 2378024"/>
              <a:gd name="connsiteY2" fmla="*/ 0 h 994055"/>
              <a:gd name="connsiteX3" fmla="*/ 2378025 w 2378024"/>
              <a:gd name="connsiteY3" fmla="*/ 99406 h 994055"/>
              <a:gd name="connsiteX4" fmla="*/ 2378024 w 2378024"/>
              <a:gd name="connsiteY4" fmla="*/ 894650 h 994055"/>
              <a:gd name="connsiteX5" fmla="*/ 2278618 w 2378024"/>
              <a:gd name="connsiteY5" fmla="*/ 994056 h 994055"/>
              <a:gd name="connsiteX6" fmla="*/ 99406 w 2378024"/>
              <a:gd name="connsiteY6" fmla="*/ 994055 h 994055"/>
              <a:gd name="connsiteX7" fmla="*/ 0 w 2378024"/>
              <a:gd name="connsiteY7" fmla="*/ 894649 h 994055"/>
              <a:gd name="connsiteX8" fmla="*/ 0 w 2378024"/>
              <a:gd name="connsiteY8" fmla="*/ 99406 h 994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994055">
                <a:moveTo>
                  <a:pt x="0" y="99406"/>
                </a:moveTo>
                <a:cubicBezTo>
                  <a:pt x="0" y="44506"/>
                  <a:pt x="44506" y="0"/>
                  <a:pt x="99406" y="0"/>
                </a:cubicBezTo>
                <a:lnTo>
                  <a:pt x="2278619" y="0"/>
                </a:lnTo>
                <a:cubicBezTo>
                  <a:pt x="2333519" y="0"/>
                  <a:pt x="2378025" y="44506"/>
                  <a:pt x="2378025" y="99406"/>
                </a:cubicBezTo>
                <a:cubicBezTo>
                  <a:pt x="2378025" y="364487"/>
                  <a:pt x="2378024" y="629569"/>
                  <a:pt x="2378024" y="894650"/>
                </a:cubicBezTo>
                <a:cubicBezTo>
                  <a:pt x="2378024" y="949550"/>
                  <a:pt x="2333518" y="994056"/>
                  <a:pt x="2278618" y="994056"/>
                </a:cubicBezTo>
                <a:lnTo>
                  <a:pt x="99406" y="994055"/>
                </a:lnTo>
                <a:cubicBezTo>
                  <a:pt x="44506" y="994055"/>
                  <a:pt x="0" y="949549"/>
                  <a:pt x="0" y="894649"/>
                </a:cubicBezTo>
                <a:lnTo>
                  <a:pt x="0" y="99406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0904" tIns="120904" rIns="120904" bIns="396122" numCol="1" spcCol="1270" anchor="t" anchorCtr="0">
            <a:noAutofit/>
          </a:bodyPr>
          <a:lstStyle/>
          <a:p>
            <a:pPr marL="0" lvl="0" indent="0" algn="l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700" kern="1200" dirty="0"/>
              <a:t>Coeficiente de Utilidad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6D886D8-2335-4EED-B0E0-B991E66901FC}"/>
              </a:ext>
            </a:extLst>
          </p:cNvPr>
          <p:cNvSpPr/>
          <p:nvPr/>
        </p:nvSpPr>
        <p:spPr>
          <a:xfrm>
            <a:off x="3581954" y="20222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400" kern="1200" dirty="0">
                <a:solidFill>
                  <a:schemeClr val="tx1"/>
                </a:solidFill>
              </a:rPr>
              <a:t>Por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387C51D-A2CC-4052-9ED6-529870089865}"/>
              </a:ext>
            </a:extLst>
          </p:cNvPr>
          <p:cNvSpPr/>
          <p:nvPr/>
        </p:nvSpPr>
        <p:spPr>
          <a:xfrm>
            <a:off x="4663454" y="1986942"/>
            <a:ext cx="2378024" cy="994055"/>
          </a:xfrm>
          <a:custGeom>
            <a:avLst/>
            <a:gdLst>
              <a:gd name="connsiteX0" fmla="*/ 0 w 2378024"/>
              <a:gd name="connsiteY0" fmla="*/ 99406 h 994055"/>
              <a:gd name="connsiteX1" fmla="*/ 99406 w 2378024"/>
              <a:gd name="connsiteY1" fmla="*/ 0 h 994055"/>
              <a:gd name="connsiteX2" fmla="*/ 2278619 w 2378024"/>
              <a:gd name="connsiteY2" fmla="*/ 0 h 994055"/>
              <a:gd name="connsiteX3" fmla="*/ 2378025 w 2378024"/>
              <a:gd name="connsiteY3" fmla="*/ 99406 h 994055"/>
              <a:gd name="connsiteX4" fmla="*/ 2378024 w 2378024"/>
              <a:gd name="connsiteY4" fmla="*/ 894650 h 994055"/>
              <a:gd name="connsiteX5" fmla="*/ 2278618 w 2378024"/>
              <a:gd name="connsiteY5" fmla="*/ 994056 h 994055"/>
              <a:gd name="connsiteX6" fmla="*/ 99406 w 2378024"/>
              <a:gd name="connsiteY6" fmla="*/ 994055 h 994055"/>
              <a:gd name="connsiteX7" fmla="*/ 0 w 2378024"/>
              <a:gd name="connsiteY7" fmla="*/ 894649 h 994055"/>
              <a:gd name="connsiteX8" fmla="*/ 0 w 2378024"/>
              <a:gd name="connsiteY8" fmla="*/ 99406 h 994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994055">
                <a:moveTo>
                  <a:pt x="0" y="99406"/>
                </a:moveTo>
                <a:cubicBezTo>
                  <a:pt x="0" y="44506"/>
                  <a:pt x="44506" y="0"/>
                  <a:pt x="99406" y="0"/>
                </a:cubicBezTo>
                <a:lnTo>
                  <a:pt x="2278619" y="0"/>
                </a:lnTo>
                <a:cubicBezTo>
                  <a:pt x="2333519" y="0"/>
                  <a:pt x="2378025" y="44506"/>
                  <a:pt x="2378025" y="99406"/>
                </a:cubicBezTo>
                <a:cubicBezTo>
                  <a:pt x="2378025" y="364487"/>
                  <a:pt x="2378024" y="629569"/>
                  <a:pt x="2378024" y="894650"/>
                </a:cubicBezTo>
                <a:cubicBezTo>
                  <a:pt x="2378024" y="949550"/>
                  <a:pt x="2333518" y="994056"/>
                  <a:pt x="2278618" y="994056"/>
                </a:cubicBezTo>
                <a:lnTo>
                  <a:pt x="99406" y="994055"/>
                </a:lnTo>
                <a:cubicBezTo>
                  <a:pt x="44506" y="994055"/>
                  <a:pt x="0" y="949549"/>
                  <a:pt x="0" y="894649"/>
                </a:cubicBezTo>
                <a:lnTo>
                  <a:pt x="0" y="99406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0904" tIns="120904" rIns="120904" bIns="396122" numCol="1" spcCol="1270" anchor="t" anchorCtr="0">
            <a:noAutofit/>
          </a:bodyPr>
          <a:lstStyle/>
          <a:p>
            <a:pPr marL="0" lvl="0" indent="0" algn="l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700" kern="1200" dirty="0"/>
              <a:t>Ingresos Nominales del Período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621D43-1492-476C-AD90-6EF77AC5FBA7}"/>
              </a:ext>
            </a:extLst>
          </p:cNvPr>
          <p:cNvSpPr/>
          <p:nvPr/>
        </p:nvSpPr>
        <p:spPr>
          <a:xfrm>
            <a:off x="5150520" y="2649645"/>
            <a:ext cx="2378024" cy="3366000"/>
          </a:xfrm>
          <a:custGeom>
            <a:avLst/>
            <a:gdLst>
              <a:gd name="connsiteX0" fmla="*/ 0 w 2378024"/>
              <a:gd name="connsiteY0" fmla="*/ 237802 h 3366000"/>
              <a:gd name="connsiteX1" fmla="*/ 237802 w 2378024"/>
              <a:gd name="connsiteY1" fmla="*/ 0 h 3366000"/>
              <a:gd name="connsiteX2" fmla="*/ 2140222 w 2378024"/>
              <a:gd name="connsiteY2" fmla="*/ 0 h 3366000"/>
              <a:gd name="connsiteX3" fmla="*/ 2378024 w 2378024"/>
              <a:gd name="connsiteY3" fmla="*/ 237802 h 3366000"/>
              <a:gd name="connsiteX4" fmla="*/ 2378024 w 2378024"/>
              <a:gd name="connsiteY4" fmla="*/ 3128198 h 3366000"/>
              <a:gd name="connsiteX5" fmla="*/ 2140222 w 2378024"/>
              <a:gd name="connsiteY5" fmla="*/ 3366000 h 3366000"/>
              <a:gd name="connsiteX6" fmla="*/ 237802 w 2378024"/>
              <a:gd name="connsiteY6" fmla="*/ 3366000 h 3366000"/>
              <a:gd name="connsiteX7" fmla="*/ 0 w 2378024"/>
              <a:gd name="connsiteY7" fmla="*/ 3128198 h 3366000"/>
              <a:gd name="connsiteX8" fmla="*/ 0 w 2378024"/>
              <a:gd name="connsiteY8" fmla="*/ 237802 h 336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3366000">
                <a:moveTo>
                  <a:pt x="0" y="237802"/>
                </a:moveTo>
                <a:cubicBezTo>
                  <a:pt x="0" y="106468"/>
                  <a:pt x="106468" y="0"/>
                  <a:pt x="237802" y="0"/>
                </a:cubicBezTo>
                <a:lnTo>
                  <a:pt x="2140222" y="0"/>
                </a:lnTo>
                <a:cubicBezTo>
                  <a:pt x="2271556" y="0"/>
                  <a:pt x="2378024" y="106468"/>
                  <a:pt x="2378024" y="237802"/>
                </a:cubicBezTo>
                <a:lnTo>
                  <a:pt x="2378024" y="3128198"/>
                </a:lnTo>
                <a:cubicBezTo>
                  <a:pt x="2378024" y="3259532"/>
                  <a:pt x="2271556" y="3366000"/>
                  <a:pt x="2140222" y="3366000"/>
                </a:cubicBezTo>
                <a:lnTo>
                  <a:pt x="237802" y="3366000"/>
                </a:lnTo>
                <a:cubicBezTo>
                  <a:pt x="106468" y="3366000"/>
                  <a:pt x="0" y="3259532"/>
                  <a:pt x="0" y="3128198"/>
                </a:cubicBezTo>
                <a:lnTo>
                  <a:pt x="0" y="237802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0554" tIns="190554" rIns="190554" bIns="190554" numCol="1" spcCol="1270" anchor="t" anchorCtr="0">
            <a:noAutofit/>
          </a:bodyPr>
          <a:lstStyle/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1700" kern="1200" dirty="0"/>
              <a:t>Ingresos Acumulables hasta el mes al que corresponda el pago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s-MX" sz="1700" kern="1200" dirty="0"/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1700" kern="1200" dirty="0"/>
              <a:t>No es necesario eliminar el Ajuste Anual por Inflación Acumulable ya que esté no ha sido aún calculado (excepto en diciembre)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02B0AA-05A1-4043-AB14-5C6733256C4E}"/>
              </a:ext>
            </a:extLst>
          </p:cNvPr>
          <p:cNvSpPr/>
          <p:nvPr/>
        </p:nvSpPr>
        <p:spPr>
          <a:xfrm>
            <a:off x="7401979" y="20222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400" kern="1200" dirty="0">
                <a:solidFill>
                  <a:schemeClr val="tx1"/>
                </a:solidFill>
              </a:rPr>
              <a:t>Igual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62D458-31DD-46AC-B5D3-AB106AEF427D}"/>
              </a:ext>
            </a:extLst>
          </p:cNvPr>
          <p:cNvSpPr/>
          <p:nvPr/>
        </p:nvSpPr>
        <p:spPr>
          <a:xfrm>
            <a:off x="8483479" y="1986942"/>
            <a:ext cx="2378024" cy="994055"/>
          </a:xfrm>
          <a:custGeom>
            <a:avLst/>
            <a:gdLst>
              <a:gd name="connsiteX0" fmla="*/ 0 w 2378024"/>
              <a:gd name="connsiteY0" fmla="*/ 99406 h 994055"/>
              <a:gd name="connsiteX1" fmla="*/ 99406 w 2378024"/>
              <a:gd name="connsiteY1" fmla="*/ 0 h 994055"/>
              <a:gd name="connsiteX2" fmla="*/ 2278619 w 2378024"/>
              <a:gd name="connsiteY2" fmla="*/ 0 h 994055"/>
              <a:gd name="connsiteX3" fmla="*/ 2378025 w 2378024"/>
              <a:gd name="connsiteY3" fmla="*/ 99406 h 994055"/>
              <a:gd name="connsiteX4" fmla="*/ 2378024 w 2378024"/>
              <a:gd name="connsiteY4" fmla="*/ 894650 h 994055"/>
              <a:gd name="connsiteX5" fmla="*/ 2278618 w 2378024"/>
              <a:gd name="connsiteY5" fmla="*/ 994056 h 994055"/>
              <a:gd name="connsiteX6" fmla="*/ 99406 w 2378024"/>
              <a:gd name="connsiteY6" fmla="*/ 994055 h 994055"/>
              <a:gd name="connsiteX7" fmla="*/ 0 w 2378024"/>
              <a:gd name="connsiteY7" fmla="*/ 894649 h 994055"/>
              <a:gd name="connsiteX8" fmla="*/ 0 w 2378024"/>
              <a:gd name="connsiteY8" fmla="*/ 99406 h 994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994055">
                <a:moveTo>
                  <a:pt x="0" y="99406"/>
                </a:moveTo>
                <a:cubicBezTo>
                  <a:pt x="0" y="44506"/>
                  <a:pt x="44506" y="0"/>
                  <a:pt x="99406" y="0"/>
                </a:cubicBezTo>
                <a:lnTo>
                  <a:pt x="2278619" y="0"/>
                </a:lnTo>
                <a:cubicBezTo>
                  <a:pt x="2333519" y="0"/>
                  <a:pt x="2378025" y="44506"/>
                  <a:pt x="2378025" y="99406"/>
                </a:cubicBezTo>
                <a:cubicBezTo>
                  <a:pt x="2378025" y="364487"/>
                  <a:pt x="2378024" y="629569"/>
                  <a:pt x="2378024" y="894650"/>
                </a:cubicBezTo>
                <a:cubicBezTo>
                  <a:pt x="2378024" y="949550"/>
                  <a:pt x="2333518" y="994056"/>
                  <a:pt x="2278618" y="994056"/>
                </a:cubicBezTo>
                <a:lnTo>
                  <a:pt x="99406" y="994055"/>
                </a:lnTo>
                <a:cubicBezTo>
                  <a:pt x="44506" y="994055"/>
                  <a:pt x="0" y="949549"/>
                  <a:pt x="0" y="894649"/>
                </a:cubicBezTo>
                <a:lnTo>
                  <a:pt x="0" y="99406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0904" tIns="120904" rIns="120904" bIns="396122" numCol="1" spcCol="1270" anchor="t" anchorCtr="0">
            <a:noAutofit/>
          </a:bodyPr>
          <a:lstStyle/>
          <a:p>
            <a:pPr marL="0" lvl="0" indent="0" algn="l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700" kern="1200" dirty="0"/>
              <a:t>Utilidad Estimada del Período</a:t>
            </a:r>
          </a:p>
        </p:txBody>
      </p:sp>
    </p:spTree>
    <p:extLst>
      <p:ext uri="{BB962C8B-B14F-4D97-AF65-F5344CB8AC3E}">
        <p14:creationId xmlns:p14="http://schemas.microsoft.com/office/powerpoint/2010/main" val="372591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Utilidad Estimada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828391"/>
              </p:ext>
            </p:extLst>
          </p:nvPr>
        </p:nvGraphicFramePr>
        <p:xfrm>
          <a:off x="1372839" y="1825625"/>
          <a:ext cx="9446323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7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Per</a:t>
                      </a:r>
                      <a:r>
                        <a:rPr lang="en-US" dirty="0" err="1"/>
                        <a:t>iodo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Ingresos Acumulables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Coeficiente</a:t>
                      </a:r>
                      <a:r>
                        <a:rPr lang="es-MX" baseline="0" dirty="0"/>
                        <a:t> de Utilidad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Utilidad Estimada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0.1000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0.1000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Diciembre (sin</a:t>
                      </a:r>
                      <a:r>
                        <a:rPr lang="es-MX" baseline="0" dirty="0"/>
                        <a:t> Ajuste Anual)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0.2000</a:t>
                      </a:r>
                      <a:r>
                        <a:rPr lang="es-MX" strike="sngStrike" baseline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92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Utilidad Fiscal para Pagos Provisionales</a:t>
            </a:r>
            <a:r>
              <a:rPr lang="es-MX" sz="1800" dirty="0"/>
              <a:t> LISR 14-II</a:t>
            </a:r>
            <a:endParaRPr lang="es-MX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149D7B-C507-4F56-B51A-CA30F082B46D}"/>
              </a:ext>
            </a:extLst>
          </p:cNvPr>
          <p:cNvSpPr/>
          <p:nvPr/>
        </p:nvSpPr>
        <p:spPr>
          <a:xfrm>
            <a:off x="843430" y="1951766"/>
            <a:ext cx="2378024" cy="1180583"/>
          </a:xfrm>
          <a:custGeom>
            <a:avLst/>
            <a:gdLst>
              <a:gd name="connsiteX0" fmla="*/ 0 w 2378024"/>
              <a:gd name="connsiteY0" fmla="*/ 118058 h 1180583"/>
              <a:gd name="connsiteX1" fmla="*/ 118058 w 2378024"/>
              <a:gd name="connsiteY1" fmla="*/ 0 h 1180583"/>
              <a:gd name="connsiteX2" fmla="*/ 2259966 w 2378024"/>
              <a:gd name="connsiteY2" fmla="*/ 0 h 1180583"/>
              <a:gd name="connsiteX3" fmla="*/ 2378024 w 2378024"/>
              <a:gd name="connsiteY3" fmla="*/ 118058 h 1180583"/>
              <a:gd name="connsiteX4" fmla="*/ 2378024 w 2378024"/>
              <a:gd name="connsiteY4" fmla="*/ 1062525 h 1180583"/>
              <a:gd name="connsiteX5" fmla="*/ 2259966 w 2378024"/>
              <a:gd name="connsiteY5" fmla="*/ 1180583 h 1180583"/>
              <a:gd name="connsiteX6" fmla="*/ 118058 w 2378024"/>
              <a:gd name="connsiteY6" fmla="*/ 1180583 h 1180583"/>
              <a:gd name="connsiteX7" fmla="*/ 0 w 2378024"/>
              <a:gd name="connsiteY7" fmla="*/ 1062525 h 1180583"/>
              <a:gd name="connsiteX8" fmla="*/ 0 w 2378024"/>
              <a:gd name="connsiteY8" fmla="*/ 118058 h 118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180583">
                <a:moveTo>
                  <a:pt x="0" y="118058"/>
                </a:moveTo>
                <a:cubicBezTo>
                  <a:pt x="0" y="52856"/>
                  <a:pt x="52856" y="0"/>
                  <a:pt x="118058" y="0"/>
                </a:cubicBezTo>
                <a:lnTo>
                  <a:pt x="2259966" y="0"/>
                </a:lnTo>
                <a:cubicBezTo>
                  <a:pt x="2325168" y="0"/>
                  <a:pt x="2378024" y="52856"/>
                  <a:pt x="2378024" y="118058"/>
                </a:cubicBezTo>
                <a:lnTo>
                  <a:pt x="2378024" y="1062525"/>
                </a:lnTo>
                <a:cubicBezTo>
                  <a:pt x="2378024" y="1127727"/>
                  <a:pt x="2325168" y="1180583"/>
                  <a:pt x="2259966" y="1180583"/>
                </a:cubicBezTo>
                <a:lnTo>
                  <a:pt x="118058" y="1180583"/>
                </a:lnTo>
                <a:cubicBezTo>
                  <a:pt x="52856" y="1180583"/>
                  <a:pt x="0" y="1127727"/>
                  <a:pt x="0" y="1062525"/>
                </a:cubicBezTo>
                <a:lnTo>
                  <a:pt x="0" y="11805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469728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kern="1200" dirty="0"/>
              <a:t>Utilidad Estimada del Período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48DA71-32FF-4576-8575-B66D925E8A8B}"/>
              </a:ext>
            </a:extLst>
          </p:cNvPr>
          <p:cNvSpPr/>
          <p:nvPr/>
        </p:nvSpPr>
        <p:spPr>
          <a:xfrm>
            <a:off x="3581954" y="20492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600" kern="1200" dirty="0">
                <a:solidFill>
                  <a:schemeClr val="tx1"/>
                </a:solidFill>
              </a:rPr>
              <a:t>Menos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0CDBA47-947D-4D05-8186-E58FF9DC7F93}"/>
              </a:ext>
            </a:extLst>
          </p:cNvPr>
          <p:cNvSpPr/>
          <p:nvPr/>
        </p:nvSpPr>
        <p:spPr>
          <a:xfrm>
            <a:off x="4663454" y="1951766"/>
            <a:ext cx="2378024" cy="1180583"/>
          </a:xfrm>
          <a:custGeom>
            <a:avLst/>
            <a:gdLst>
              <a:gd name="connsiteX0" fmla="*/ 0 w 2378024"/>
              <a:gd name="connsiteY0" fmla="*/ 118058 h 1180583"/>
              <a:gd name="connsiteX1" fmla="*/ 118058 w 2378024"/>
              <a:gd name="connsiteY1" fmla="*/ 0 h 1180583"/>
              <a:gd name="connsiteX2" fmla="*/ 2259966 w 2378024"/>
              <a:gd name="connsiteY2" fmla="*/ 0 h 1180583"/>
              <a:gd name="connsiteX3" fmla="*/ 2378024 w 2378024"/>
              <a:gd name="connsiteY3" fmla="*/ 118058 h 1180583"/>
              <a:gd name="connsiteX4" fmla="*/ 2378024 w 2378024"/>
              <a:gd name="connsiteY4" fmla="*/ 1062525 h 1180583"/>
              <a:gd name="connsiteX5" fmla="*/ 2259966 w 2378024"/>
              <a:gd name="connsiteY5" fmla="*/ 1180583 h 1180583"/>
              <a:gd name="connsiteX6" fmla="*/ 118058 w 2378024"/>
              <a:gd name="connsiteY6" fmla="*/ 1180583 h 1180583"/>
              <a:gd name="connsiteX7" fmla="*/ 0 w 2378024"/>
              <a:gd name="connsiteY7" fmla="*/ 1062525 h 1180583"/>
              <a:gd name="connsiteX8" fmla="*/ 0 w 2378024"/>
              <a:gd name="connsiteY8" fmla="*/ 118058 h 118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180583">
                <a:moveTo>
                  <a:pt x="0" y="118058"/>
                </a:moveTo>
                <a:cubicBezTo>
                  <a:pt x="0" y="52856"/>
                  <a:pt x="52856" y="0"/>
                  <a:pt x="118058" y="0"/>
                </a:cubicBezTo>
                <a:lnTo>
                  <a:pt x="2259966" y="0"/>
                </a:lnTo>
                <a:cubicBezTo>
                  <a:pt x="2325168" y="0"/>
                  <a:pt x="2378024" y="52856"/>
                  <a:pt x="2378024" y="118058"/>
                </a:cubicBezTo>
                <a:lnTo>
                  <a:pt x="2378024" y="1062525"/>
                </a:lnTo>
                <a:cubicBezTo>
                  <a:pt x="2378024" y="1127727"/>
                  <a:pt x="2325168" y="1180583"/>
                  <a:pt x="2259966" y="1180583"/>
                </a:cubicBezTo>
                <a:lnTo>
                  <a:pt x="118058" y="1180583"/>
                </a:lnTo>
                <a:cubicBezTo>
                  <a:pt x="52856" y="1180583"/>
                  <a:pt x="0" y="1127727"/>
                  <a:pt x="0" y="1062525"/>
                </a:cubicBezTo>
                <a:lnTo>
                  <a:pt x="0" y="11805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469728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kern="1200" dirty="0"/>
              <a:t>Partidas del Período que se restan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0ECFFC2-89CC-49F0-A2B7-5CC161141964}"/>
              </a:ext>
            </a:extLst>
          </p:cNvPr>
          <p:cNvSpPr/>
          <p:nvPr/>
        </p:nvSpPr>
        <p:spPr>
          <a:xfrm>
            <a:off x="5150520" y="2738821"/>
            <a:ext cx="2378024" cy="3312000"/>
          </a:xfrm>
          <a:custGeom>
            <a:avLst/>
            <a:gdLst>
              <a:gd name="connsiteX0" fmla="*/ 0 w 2378024"/>
              <a:gd name="connsiteY0" fmla="*/ 237802 h 3312000"/>
              <a:gd name="connsiteX1" fmla="*/ 237802 w 2378024"/>
              <a:gd name="connsiteY1" fmla="*/ 0 h 3312000"/>
              <a:gd name="connsiteX2" fmla="*/ 2140222 w 2378024"/>
              <a:gd name="connsiteY2" fmla="*/ 0 h 3312000"/>
              <a:gd name="connsiteX3" fmla="*/ 2378024 w 2378024"/>
              <a:gd name="connsiteY3" fmla="*/ 237802 h 3312000"/>
              <a:gd name="connsiteX4" fmla="*/ 2378024 w 2378024"/>
              <a:gd name="connsiteY4" fmla="*/ 3074198 h 3312000"/>
              <a:gd name="connsiteX5" fmla="*/ 2140222 w 2378024"/>
              <a:gd name="connsiteY5" fmla="*/ 3312000 h 3312000"/>
              <a:gd name="connsiteX6" fmla="*/ 237802 w 2378024"/>
              <a:gd name="connsiteY6" fmla="*/ 3312000 h 3312000"/>
              <a:gd name="connsiteX7" fmla="*/ 0 w 2378024"/>
              <a:gd name="connsiteY7" fmla="*/ 3074198 h 3312000"/>
              <a:gd name="connsiteX8" fmla="*/ 0 w 2378024"/>
              <a:gd name="connsiteY8" fmla="*/ 237802 h 331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3312000">
                <a:moveTo>
                  <a:pt x="0" y="237802"/>
                </a:moveTo>
                <a:cubicBezTo>
                  <a:pt x="0" y="106468"/>
                  <a:pt x="106468" y="0"/>
                  <a:pt x="237802" y="0"/>
                </a:cubicBezTo>
                <a:lnTo>
                  <a:pt x="2140222" y="0"/>
                </a:lnTo>
                <a:cubicBezTo>
                  <a:pt x="2271556" y="0"/>
                  <a:pt x="2378024" y="106468"/>
                  <a:pt x="2378024" y="237802"/>
                </a:cubicBezTo>
                <a:lnTo>
                  <a:pt x="2378024" y="3074198"/>
                </a:lnTo>
                <a:cubicBezTo>
                  <a:pt x="2378024" y="3205532"/>
                  <a:pt x="2271556" y="3312000"/>
                  <a:pt x="2140222" y="3312000"/>
                </a:cubicBezTo>
                <a:lnTo>
                  <a:pt x="237802" y="3312000"/>
                </a:lnTo>
                <a:cubicBezTo>
                  <a:pt x="106468" y="3312000"/>
                  <a:pt x="0" y="3205532"/>
                  <a:pt x="0" y="3074198"/>
                </a:cubicBezTo>
                <a:lnTo>
                  <a:pt x="0" y="237802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11890" tIns="211890" rIns="211890" bIns="211890" numCol="1" spcCol="1270" anchor="t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2000" kern="1200" dirty="0"/>
              <a:t>Anticipos a Socios de SC, y a otros 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s-MX" sz="2000" kern="1200" dirty="0"/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2000" kern="1200" dirty="0"/>
              <a:t>Pérdidas Fiscales de Ejercicios Anteriores pendientes de aplicar*/**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9C92CCC-9611-4331-AC8A-8B2EF6334921}"/>
              </a:ext>
            </a:extLst>
          </p:cNvPr>
          <p:cNvSpPr/>
          <p:nvPr/>
        </p:nvSpPr>
        <p:spPr>
          <a:xfrm>
            <a:off x="7401979" y="20492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600" kern="1200" dirty="0">
                <a:solidFill>
                  <a:schemeClr val="tx1"/>
                </a:solidFill>
              </a:rPr>
              <a:t>Igual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9171ADE-5AD3-4016-95AB-CFBCBF473B81}"/>
              </a:ext>
            </a:extLst>
          </p:cNvPr>
          <p:cNvSpPr/>
          <p:nvPr/>
        </p:nvSpPr>
        <p:spPr>
          <a:xfrm>
            <a:off x="8483479" y="1951766"/>
            <a:ext cx="2378024" cy="1180583"/>
          </a:xfrm>
          <a:custGeom>
            <a:avLst/>
            <a:gdLst>
              <a:gd name="connsiteX0" fmla="*/ 0 w 2378024"/>
              <a:gd name="connsiteY0" fmla="*/ 118058 h 1180583"/>
              <a:gd name="connsiteX1" fmla="*/ 118058 w 2378024"/>
              <a:gd name="connsiteY1" fmla="*/ 0 h 1180583"/>
              <a:gd name="connsiteX2" fmla="*/ 2259966 w 2378024"/>
              <a:gd name="connsiteY2" fmla="*/ 0 h 1180583"/>
              <a:gd name="connsiteX3" fmla="*/ 2378024 w 2378024"/>
              <a:gd name="connsiteY3" fmla="*/ 118058 h 1180583"/>
              <a:gd name="connsiteX4" fmla="*/ 2378024 w 2378024"/>
              <a:gd name="connsiteY4" fmla="*/ 1062525 h 1180583"/>
              <a:gd name="connsiteX5" fmla="*/ 2259966 w 2378024"/>
              <a:gd name="connsiteY5" fmla="*/ 1180583 h 1180583"/>
              <a:gd name="connsiteX6" fmla="*/ 118058 w 2378024"/>
              <a:gd name="connsiteY6" fmla="*/ 1180583 h 1180583"/>
              <a:gd name="connsiteX7" fmla="*/ 0 w 2378024"/>
              <a:gd name="connsiteY7" fmla="*/ 1062525 h 1180583"/>
              <a:gd name="connsiteX8" fmla="*/ 0 w 2378024"/>
              <a:gd name="connsiteY8" fmla="*/ 118058 h 118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180583">
                <a:moveTo>
                  <a:pt x="0" y="118058"/>
                </a:moveTo>
                <a:cubicBezTo>
                  <a:pt x="0" y="52856"/>
                  <a:pt x="52856" y="0"/>
                  <a:pt x="118058" y="0"/>
                </a:cubicBezTo>
                <a:lnTo>
                  <a:pt x="2259966" y="0"/>
                </a:lnTo>
                <a:cubicBezTo>
                  <a:pt x="2325168" y="0"/>
                  <a:pt x="2378024" y="52856"/>
                  <a:pt x="2378024" y="118058"/>
                </a:cubicBezTo>
                <a:lnTo>
                  <a:pt x="2378024" y="1062525"/>
                </a:lnTo>
                <a:cubicBezTo>
                  <a:pt x="2378024" y="1127727"/>
                  <a:pt x="2325168" y="1180583"/>
                  <a:pt x="2259966" y="1180583"/>
                </a:cubicBezTo>
                <a:lnTo>
                  <a:pt x="118058" y="1180583"/>
                </a:lnTo>
                <a:cubicBezTo>
                  <a:pt x="52856" y="1180583"/>
                  <a:pt x="0" y="1127727"/>
                  <a:pt x="0" y="1062525"/>
                </a:cubicBezTo>
                <a:lnTo>
                  <a:pt x="0" y="11805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469728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kern="1200" dirty="0"/>
              <a:t>Utilidad Fiscal del Período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26D7C-8FF5-41C8-ABC7-D94574B56D1F}"/>
              </a:ext>
            </a:extLst>
          </p:cNvPr>
          <p:cNvSpPr txBox="1"/>
          <p:nvPr/>
        </p:nvSpPr>
        <p:spPr>
          <a:xfrm>
            <a:off x="528711" y="6148319"/>
            <a:ext cx="10699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* En tanto no se hayan aplicado las pérdidas en una declaración anual, las mismas continúan pendientes de aplicar.</a:t>
            </a:r>
          </a:p>
          <a:p>
            <a:r>
              <a:rPr lang="es-MX" sz="1400" dirty="0"/>
              <a:t>** No se establecen reglas de cómo debiera hacerse la actualización de las pérdidas en el ejercicio en el que se hacen los pagos provisionales.  </a:t>
            </a:r>
          </a:p>
        </p:txBody>
      </p:sp>
    </p:spTree>
    <p:extLst>
      <p:ext uri="{BB962C8B-B14F-4D97-AF65-F5344CB8AC3E}">
        <p14:creationId xmlns:p14="http://schemas.microsoft.com/office/powerpoint/2010/main" val="201650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Utilidad Fiscal para Pagos Provisionales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16625" y="1825625"/>
          <a:ext cx="8958751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19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Utilidad Estimada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Pagos a</a:t>
                      </a:r>
                      <a:r>
                        <a:rPr lang="es-MX" baseline="0" dirty="0"/>
                        <a:t> Socios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Pérdidas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Utilidad para</a:t>
                      </a:r>
                      <a:r>
                        <a:rPr lang="es-MX" baseline="0" dirty="0"/>
                        <a:t> PP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0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Pago Provisional Acumulado </a:t>
            </a:r>
            <a:r>
              <a:rPr lang="es-MX" sz="1800" dirty="0"/>
              <a:t>LISR 14-III</a:t>
            </a:r>
            <a:endParaRPr lang="es-MX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336D6D-B34C-4D5C-8E10-E06EC3893F68}"/>
              </a:ext>
            </a:extLst>
          </p:cNvPr>
          <p:cNvSpPr/>
          <p:nvPr/>
        </p:nvSpPr>
        <p:spPr>
          <a:xfrm>
            <a:off x="843430" y="2842614"/>
            <a:ext cx="2378024" cy="1402439"/>
          </a:xfrm>
          <a:custGeom>
            <a:avLst/>
            <a:gdLst>
              <a:gd name="connsiteX0" fmla="*/ 0 w 2378024"/>
              <a:gd name="connsiteY0" fmla="*/ 140244 h 1402439"/>
              <a:gd name="connsiteX1" fmla="*/ 140244 w 2378024"/>
              <a:gd name="connsiteY1" fmla="*/ 0 h 1402439"/>
              <a:gd name="connsiteX2" fmla="*/ 2237780 w 2378024"/>
              <a:gd name="connsiteY2" fmla="*/ 0 h 1402439"/>
              <a:gd name="connsiteX3" fmla="*/ 2378024 w 2378024"/>
              <a:gd name="connsiteY3" fmla="*/ 140244 h 1402439"/>
              <a:gd name="connsiteX4" fmla="*/ 2378024 w 2378024"/>
              <a:gd name="connsiteY4" fmla="*/ 1262195 h 1402439"/>
              <a:gd name="connsiteX5" fmla="*/ 2237780 w 2378024"/>
              <a:gd name="connsiteY5" fmla="*/ 1402439 h 1402439"/>
              <a:gd name="connsiteX6" fmla="*/ 140244 w 2378024"/>
              <a:gd name="connsiteY6" fmla="*/ 1402439 h 1402439"/>
              <a:gd name="connsiteX7" fmla="*/ 0 w 2378024"/>
              <a:gd name="connsiteY7" fmla="*/ 1262195 h 1402439"/>
              <a:gd name="connsiteX8" fmla="*/ 0 w 2378024"/>
              <a:gd name="connsiteY8" fmla="*/ 140244 h 140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402439">
                <a:moveTo>
                  <a:pt x="0" y="140244"/>
                </a:moveTo>
                <a:cubicBezTo>
                  <a:pt x="0" y="62789"/>
                  <a:pt x="62789" y="0"/>
                  <a:pt x="140244" y="0"/>
                </a:cubicBezTo>
                <a:lnTo>
                  <a:pt x="2237780" y="0"/>
                </a:lnTo>
                <a:cubicBezTo>
                  <a:pt x="2315235" y="0"/>
                  <a:pt x="2378024" y="62789"/>
                  <a:pt x="2378024" y="140244"/>
                </a:cubicBezTo>
                <a:lnTo>
                  <a:pt x="2378024" y="1262195"/>
                </a:lnTo>
                <a:cubicBezTo>
                  <a:pt x="2378024" y="1339650"/>
                  <a:pt x="2315235" y="1402439"/>
                  <a:pt x="2237780" y="1402439"/>
                </a:cubicBezTo>
                <a:lnTo>
                  <a:pt x="140244" y="1402439"/>
                </a:lnTo>
                <a:cubicBezTo>
                  <a:pt x="62789" y="1402439"/>
                  <a:pt x="0" y="1339650"/>
                  <a:pt x="0" y="1262195"/>
                </a:cubicBezTo>
                <a:lnTo>
                  <a:pt x="0" y="140244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8" tIns="170688" rIns="170688" bIns="558920" numCol="1" spcCol="1270" anchor="t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400" kern="1200" dirty="0"/>
              <a:t>Utilidad Fiscal del Período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E258E3A-21CD-485B-A846-641A11C7C3E2}"/>
              </a:ext>
            </a:extLst>
          </p:cNvPr>
          <p:cNvSpPr/>
          <p:nvPr/>
        </p:nvSpPr>
        <p:spPr>
          <a:xfrm>
            <a:off x="3581954" y="30140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900" kern="1200" dirty="0">
                <a:solidFill>
                  <a:schemeClr val="tx1"/>
                </a:solidFill>
              </a:rPr>
              <a:t>Por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9ADF9B3-CA95-46F5-AD0C-4F289AD86647}"/>
              </a:ext>
            </a:extLst>
          </p:cNvPr>
          <p:cNvSpPr/>
          <p:nvPr/>
        </p:nvSpPr>
        <p:spPr>
          <a:xfrm>
            <a:off x="4663454" y="2842614"/>
            <a:ext cx="2378024" cy="1402439"/>
          </a:xfrm>
          <a:custGeom>
            <a:avLst/>
            <a:gdLst>
              <a:gd name="connsiteX0" fmla="*/ 0 w 2378024"/>
              <a:gd name="connsiteY0" fmla="*/ 140244 h 1402439"/>
              <a:gd name="connsiteX1" fmla="*/ 140244 w 2378024"/>
              <a:gd name="connsiteY1" fmla="*/ 0 h 1402439"/>
              <a:gd name="connsiteX2" fmla="*/ 2237780 w 2378024"/>
              <a:gd name="connsiteY2" fmla="*/ 0 h 1402439"/>
              <a:gd name="connsiteX3" fmla="*/ 2378024 w 2378024"/>
              <a:gd name="connsiteY3" fmla="*/ 140244 h 1402439"/>
              <a:gd name="connsiteX4" fmla="*/ 2378024 w 2378024"/>
              <a:gd name="connsiteY4" fmla="*/ 1262195 h 1402439"/>
              <a:gd name="connsiteX5" fmla="*/ 2237780 w 2378024"/>
              <a:gd name="connsiteY5" fmla="*/ 1402439 h 1402439"/>
              <a:gd name="connsiteX6" fmla="*/ 140244 w 2378024"/>
              <a:gd name="connsiteY6" fmla="*/ 1402439 h 1402439"/>
              <a:gd name="connsiteX7" fmla="*/ 0 w 2378024"/>
              <a:gd name="connsiteY7" fmla="*/ 1262195 h 1402439"/>
              <a:gd name="connsiteX8" fmla="*/ 0 w 2378024"/>
              <a:gd name="connsiteY8" fmla="*/ 140244 h 140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402439">
                <a:moveTo>
                  <a:pt x="0" y="140244"/>
                </a:moveTo>
                <a:cubicBezTo>
                  <a:pt x="0" y="62789"/>
                  <a:pt x="62789" y="0"/>
                  <a:pt x="140244" y="0"/>
                </a:cubicBezTo>
                <a:lnTo>
                  <a:pt x="2237780" y="0"/>
                </a:lnTo>
                <a:cubicBezTo>
                  <a:pt x="2315235" y="0"/>
                  <a:pt x="2378024" y="62789"/>
                  <a:pt x="2378024" y="140244"/>
                </a:cubicBezTo>
                <a:lnTo>
                  <a:pt x="2378024" y="1262195"/>
                </a:lnTo>
                <a:cubicBezTo>
                  <a:pt x="2378024" y="1339650"/>
                  <a:pt x="2315235" y="1402439"/>
                  <a:pt x="2237780" y="1402439"/>
                </a:cubicBezTo>
                <a:lnTo>
                  <a:pt x="140244" y="1402439"/>
                </a:lnTo>
                <a:cubicBezTo>
                  <a:pt x="62789" y="1402439"/>
                  <a:pt x="0" y="1339650"/>
                  <a:pt x="0" y="1262195"/>
                </a:cubicBezTo>
                <a:lnTo>
                  <a:pt x="0" y="140244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8" tIns="170688" rIns="170688" bIns="558920" numCol="1" spcCol="1270" anchor="t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400" kern="1200" dirty="0"/>
              <a:t>Tasa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611F8D5-F414-4C1E-86FE-49A474B15AEC}"/>
              </a:ext>
            </a:extLst>
          </p:cNvPr>
          <p:cNvSpPr/>
          <p:nvPr/>
        </p:nvSpPr>
        <p:spPr>
          <a:xfrm>
            <a:off x="5150520" y="3777573"/>
            <a:ext cx="2378024" cy="1382400"/>
          </a:xfrm>
          <a:custGeom>
            <a:avLst/>
            <a:gdLst>
              <a:gd name="connsiteX0" fmla="*/ 0 w 2378024"/>
              <a:gd name="connsiteY0" fmla="*/ 138240 h 1382400"/>
              <a:gd name="connsiteX1" fmla="*/ 138240 w 2378024"/>
              <a:gd name="connsiteY1" fmla="*/ 0 h 1382400"/>
              <a:gd name="connsiteX2" fmla="*/ 2239784 w 2378024"/>
              <a:gd name="connsiteY2" fmla="*/ 0 h 1382400"/>
              <a:gd name="connsiteX3" fmla="*/ 2378024 w 2378024"/>
              <a:gd name="connsiteY3" fmla="*/ 138240 h 1382400"/>
              <a:gd name="connsiteX4" fmla="*/ 2378024 w 2378024"/>
              <a:gd name="connsiteY4" fmla="*/ 1244160 h 1382400"/>
              <a:gd name="connsiteX5" fmla="*/ 2239784 w 2378024"/>
              <a:gd name="connsiteY5" fmla="*/ 1382400 h 1382400"/>
              <a:gd name="connsiteX6" fmla="*/ 138240 w 2378024"/>
              <a:gd name="connsiteY6" fmla="*/ 1382400 h 1382400"/>
              <a:gd name="connsiteX7" fmla="*/ 0 w 2378024"/>
              <a:gd name="connsiteY7" fmla="*/ 1244160 h 1382400"/>
              <a:gd name="connsiteX8" fmla="*/ 0 w 2378024"/>
              <a:gd name="connsiteY8" fmla="*/ 138240 h 138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382400">
                <a:moveTo>
                  <a:pt x="0" y="138240"/>
                </a:moveTo>
                <a:cubicBezTo>
                  <a:pt x="0" y="61892"/>
                  <a:pt x="61892" y="0"/>
                  <a:pt x="138240" y="0"/>
                </a:cubicBezTo>
                <a:lnTo>
                  <a:pt x="2239784" y="0"/>
                </a:lnTo>
                <a:cubicBezTo>
                  <a:pt x="2316132" y="0"/>
                  <a:pt x="2378024" y="61892"/>
                  <a:pt x="2378024" y="138240"/>
                </a:cubicBezTo>
                <a:lnTo>
                  <a:pt x="2378024" y="1244160"/>
                </a:lnTo>
                <a:cubicBezTo>
                  <a:pt x="2378024" y="1320508"/>
                  <a:pt x="2316132" y="1382400"/>
                  <a:pt x="2239784" y="1382400"/>
                </a:cubicBezTo>
                <a:lnTo>
                  <a:pt x="138240" y="1382400"/>
                </a:lnTo>
                <a:cubicBezTo>
                  <a:pt x="61892" y="1382400"/>
                  <a:pt x="0" y="1320508"/>
                  <a:pt x="0" y="1244160"/>
                </a:cubicBezTo>
                <a:lnTo>
                  <a:pt x="0" y="13824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11177" tIns="211177" rIns="211177" bIns="211177" numCol="1" spcCol="1270" anchor="t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2400" kern="1200" dirty="0"/>
              <a:t>30%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03B05D3-AB17-4F8C-8841-EDA366299390}"/>
              </a:ext>
            </a:extLst>
          </p:cNvPr>
          <p:cNvSpPr/>
          <p:nvPr/>
        </p:nvSpPr>
        <p:spPr>
          <a:xfrm>
            <a:off x="7401979" y="30140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900" kern="1200" dirty="0">
                <a:solidFill>
                  <a:schemeClr val="tx1"/>
                </a:solidFill>
              </a:rPr>
              <a:t>Igual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4FD946-0E95-4B44-B411-2B63C2B7054E}"/>
              </a:ext>
            </a:extLst>
          </p:cNvPr>
          <p:cNvSpPr/>
          <p:nvPr/>
        </p:nvSpPr>
        <p:spPr>
          <a:xfrm>
            <a:off x="8483479" y="2842614"/>
            <a:ext cx="2378024" cy="1402439"/>
          </a:xfrm>
          <a:custGeom>
            <a:avLst/>
            <a:gdLst>
              <a:gd name="connsiteX0" fmla="*/ 0 w 2378024"/>
              <a:gd name="connsiteY0" fmla="*/ 140244 h 1402439"/>
              <a:gd name="connsiteX1" fmla="*/ 140244 w 2378024"/>
              <a:gd name="connsiteY1" fmla="*/ 0 h 1402439"/>
              <a:gd name="connsiteX2" fmla="*/ 2237780 w 2378024"/>
              <a:gd name="connsiteY2" fmla="*/ 0 h 1402439"/>
              <a:gd name="connsiteX3" fmla="*/ 2378024 w 2378024"/>
              <a:gd name="connsiteY3" fmla="*/ 140244 h 1402439"/>
              <a:gd name="connsiteX4" fmla="*/ 2378024 w 2378024"/>
              <a:gd name="connsiteY4" fmla="*/ 1262195 h 1402439"/>
              <a:gd name="connsiteX5" fmla="*/ 2237780 w 2378024"/>
              <a:gd name="connsiteY5" fmla="*/ 1402439 h 1402439"/>
              <a:gd name="connsiteX6" fmla="*/ 140244 w 2378024"/>
              <a:gd name="connsiteY6" fmla="*/ 1402439 h 1402439"/>
              <a:gd name="connsiteX7" fmla="*/ 0 w 2378024"/>
              <a:gd name="connsiteY7" fmla="*/ 1262195 h 1402439"/>
              <a:gd name="connsiteX8" fmla="*/ 0 w 2378024"/>
              <a:gd name="connsiteY8" fmla="*/ 140244 h 140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402439">
                <a:moveTo>
                  <a:pt x="0" y="140244"/>
                </a:moveTo>
                <a:cubicBezTo>
                  <a:pt x="0" y="62789"/>
                  <a:pt x="62789" y="0"/>
                  <a:pt x="140244" y="0"/>
                </a:cubicBezTo>
                <a:lnTo>
                  <a:pt x="2237780" y="0"/>
                </a:lnTo>
                <a:cubicBezTo>
                  <a:pt x="2315235" y="0"/>
                  <a:pt x="2378024" y="62789"/>
                  <a:pt x="2378024" y="140244"/>
                </a:cubicBezTo>
                <a:lnTo>
                  <a:pt x="2378024" y="1262195"/>
                </a:lnTo>
                <a:cubicBezTo>
                  <a:pt x="2378024" y="1339650"/>
                  <a:pt x="2315235" y="1402439"/>
                  <a:pt x="2237780" y="1402439"/>
                </a:cubicBezTo>
                <a:lnTo>
                  <a:pt x="140244" y="1402439"/>
                </a:lnTo>
                <a:cubicBezTo>
                  <a:pt x="62789" y="1402439"/>
                  <a:pt x="0" y="1339650"/>
                  <a:pt x="0" y="1262195"/>
                </a:cubicBezTo>
                <a:lnTo>
                  <a:pt x="0" y="140244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8" tIns="170688" rIns="170688" bIns="558920" numCol="1" spcCol="1270" anchor="t" anchorCtr="0">
            <a:noAutofit/>
          </a:bodyPr>
          <a:lstStyle/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400" kern="1200" dirty="0"/>
              <a:t>Pago Provisional del Período</a:t>
            </a:r>
          </a:p>
        </p:txBody>
      </p:sp>
    </p:spTree>
    <p:extLst>
      <p:ext uri="{BB962C8B-B14F-4D97-AF65-F5344CB8AC3E}">
        <p14:creationId xmlns:p14="http://schemas.microsoft.com/office/powerpoint/2010/main" val="4079708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Pago provisional acumulado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777459" y="1825625"/>
          <a:ext cx="6637083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9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Utilidad para</a:t>
                      </a:r>
                      <a:r>
                        <a:rPr lang="es-MX" baseline="0" dirty="0"/>
                        <a:t> PP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Pago Provisional Acumulado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12.00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16.50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39.00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43.50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48.00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8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Pago Provisional a enterar en el Mes </a:t>
            </a:r>
            <a:r>
              <a:rPr lang="es-MX" sz="1800" dirty="0"/>
              <a:t>LISR 14-III</a:t>
            </a:r>
            <a:endParaRPr lang="es-MX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ECF22BB-EEBC-4C3D-938A-7F1ADF10C764}"/>
              </a:ext>
            </a:extLst>
          </p:cNvPr>
          <p:cNvSpPr/>
          <p:nvPr/>
        </p:nvSpPr>
        <p:spPr>
          <a:xfrm>
            <a:off x="843430" y="2707766"/>
            <a:ext cx="2378024" cy="1180583"/>
          </a:xfrm>
          <a:custGeom>
            <a:avLst/>
            <a:gdLst>
              <a:gd name="connsiteX0" fmla="*/ 0 w 2378024"/>
              <a:gd name="connsiteY0" fmla="*/ 118058 h 1180583"/>
              <a:gd name="connsiteX1" fmla="*/ 118058 w 2378024"/>
              <a:gd name="connsiteY1" fmla="*/ 0 h 1180583"/>
              <a:gd name="connsiteX2" fmla="*/ 2259966 w 2378024"/>
              <a:gd name="connsiteY2" fmla="*/ 0 h 1180583"/>
              <a:gd name="connsiteX3" fmla="*/ 2378024 w 2378024"/>
              <a:gd name="connsiteY3" fmla="*/ 118058 h 1180583"/>
              <a:gd name="connsiteX4" fmla="*/ 2378024 w 2378024"/>
              <a:gd name="connsiteY4" fmla="*/ 1062525 h 1180583"/>
              <a:gd name="connsiteX5" fmla="*/ 2259966 w 2378024"/>
              <a:gd name="connsiteY5" fmla="*/ 1180583 h 1180583"/>
              <a:gd name="connsiteX6" fmla="*/ 118058 w 2378024"/>
              <a:gd name="connsiteY6" fmla="*/ 1180583 h 1180583"/>
              <a:gd name="connsiteX7" fmla="*/ 0 w 2378024"/>
              <a:gd name="connsiteY7" fmla="*/ 1062525 h 1180583"/>
              <a:gd name="connsiteX8" fmla="*/ 0 w 2378024"/>
              <a:gd name="connsiteY8" fmla="*/ 118058 h 118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180583">
                <a:moveTo>
                  <a:pt x="0" y="118058"/>
                </a:moveTo>
                <a:cubicBezTo>
                  <a:pt x="0" y="52856"/>
                  <a:pt x="52856" y="0"/>
                  <a:pt x="118058" y="0"/>
                </a:cubicBezTo>
                <a:lnTo>
                  <a:pt x="2259966" y="0"/>
                </a:lnTo>
                <a:cubicBezTo>
                  <a:pt x="2325168" y="0"/>
                  <a:pt x="2378024" y="52856"/>
                  <a:pt x="2378024" y="118058"/>
                </a:cubicBezTo>
                <a:lnTo>
                  <a:pt x="2378024" y="1062525"/>
                </a:lnTo>
                <a:cubicBezTo>
                  <a:pt x="2378024" y="1127727"/>
                  <a:pt x="2325168" y="1180583"/>
                  <a:pt x="2259966" y="1180583"/>
                </a:cubicBezTo>
                <a:lnTo>
                  <a:pt x="118058" y="1180583"/>
                </a:lnTo>
                <a:cubicBezTo>
                  <a:pt x="52856" y="1180583"/>
                  <a:pt x="0" y="1127727"/>
                  <a:pt x="0" y="1062525"/>
                </a:cubicBezTo>
                <a:lnTo>
                  <a:pt x="0" y="11805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469728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kern="1200" dirty="0"/>
              <a:t>Pago Provisional del Período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3AC944-B254-47FE-8423-C55615E1F58E}"/>
              </a:ext>
            </a:extLst>
          </p:cNvPr>
          <p:cNvSpPr/>
          <p:nvPr/>
        </p:nvSpPr>
        <p:spPr>
          <a:xfrm>
            <a:off x="3581954" y="28052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600" kern="1200" dirty="0">
                <a:solidFill>
                  <a:schemeClr val="tx1"/>
                </a:solidFill>
              </a:rPr>
              <a:t>Menos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F1FB86-70AF-4AA3-89D5-0F7817F605C9}"/>
              </a:ext>
            </a:extLst>
          </p:cNvPr>
          <p:cNvSpPr/>
          <p:nvPr/>
        </p:nvSpPr>
        <p:spPr>
          <a:xfrm>
            <a:off x="4663454" y="2707766"/>
            <a:ext cx="2378024" cy="1180583"/>
          </a:xfrm>
          <a:custGeom>
            <a:avLst/>
            <a:gdLst>
              <a:gd name="connsiteX0" fmla="*/ 0 w 2378024"/>
              <a:gd name="connsiteY0" fmla="*/ 118058 h 1180583"/>
              <a:gd name="connsiteX1" fmla="*/ 118058 w 2378024"/>
              <a:gd name="connsiteY1" fmla="*/ 0 h 1180583"/>
              <a:gd name="connsiteX2" fmla="*/ 2259966 w 2378024"/>
              <a:gd name="connsiteY2" fmla="*/ 0 h 1180583"/>
              <a:gd name="connsiteX3" fmla="*/ 2378024 w 2378024"/>
              <a:gd name="connsiteY3" fmla="*/ 118058 h 1180583"/>
              <a:gd name="connsiteX4" fmla="*/ 2378024 w 2378024"/>
              <a:gd name="connsiteY4" fmla="*/ 1062525 h 1180583"/>
              <a:gd name="connsiteX5" fmla="*/ 2259966 w 2378024"/>
              <a:gd name="connsiteY5" fmla="*/ 1180583 h 1180583"/>
              <a:gd name="connsiteX6" fmla="*/ 118058 w 2378024"/>
              <a:gd name="connsiteY6" fmla="*/ 1180583 h 1180583"/>
              <a:gd name="connsiteX7" fmla="*/ 0 w 2378024"/>
              <a:gd name="connsiteY7" fmla="*/ 1062525 h 1180583"/>
              <a:gd name="connsiteX8" fmla="*/ 0 w 2378024"/>
              <a:gd name="connsiteY8" fmla="*/ 118058 h 118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180583">
                <a:moveTo>
                  <a:pt x="0" y="118058"/>
                </a:moveTo>
                <a:cubicBezTo>
                  <a:pt x="0" y="52856"/>
                  <a:pt x="52856" y="0"/>
                  <a:pt x="118058" y="0"/>
                </a:cubicBezTo>
                <a:lnTo>
                  <a:pt x="2259966" y="0"/>
                </a:lnTo>
                <a:cubicBezTo>
                  <a:pt x="2325168" y="0"/>
                  <a:pt x="2378024" y="52856"/>
                  <a:pt x="2378024" y="118058"/>
                </a:cubicBezTo>
                <a:lnTo>
                  <a:pt x="2378024" y="1062525"/>
                </a:lnTo>
                <a:cubicBezTo>
                  <a:pt x="2378024" y="1127727"/>
                  <a:pt x="2325168" y="1180583"/>
                  <a:pt x="2259966" y="1180583"/>
                </a:cubicBezTo>
                <a:lnTo>
                  <a:pt x="118058" y="1180583"/>
                </a:lnTo>
                <a:cubicBezTo>
                  <a:pt x="52856" y="1180583"/>
                  <a:pt x="0" y="1127727"/>
                  <a:pt x="0" y="1062525"/>
                </a:cubicBezTo>
                <a:lnTo>
                  <a:pt x="0" y="11805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469728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kern="1200" dirty="0"/>
              <a:t>Pagos Provisionales Anteriores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1B314C7-CBA1-484D-B726-B9E5A444F33E}"/>
              </a:ext>
            </a:extLst>
          </p:cNvPr>
          <p:cNvSpPr/>
          <p:nvPr/>
        </p:nvSpPr>
        <p:spPr>
          <a:xfrm>
            <a:off x="7401979" y="2805264"/>
            <a:ext cx="764259" cy="592059"/>
          </a:xfrm>
          <a:custGeom>
            <a:avLst/>
            <a:gdLst>
              <a:gd name="connsiteX0" fmla="*/ 0 w 764259"/>
              <a:gd name="connsiteY0" fmla="*/ 118412 h 592059"/>
              <a:gd name="connsiteX1" fmla="*/ 468230 w 764259"/>
              <a:gd name="connsiteY1" fmla="*/ 118412 h 592059"/>
              <a:gd name="connsiteX2" fmla="*/ 468230 w 764259"/>
              <a:gd name="connsiteY2" fmla="*/ 0 h 592059"/>
              <a:gd name="connsiteX3" fmla="*/ 764259 w 764259"/>
              <a:gd name="connsiteY3" fmla="*/ 296030 h 592059"/>
              <a:gd name="connsiteX4" fmla="*/ 468230 w 764259"/>
              <a:gd name="connsiteY4" fmla="*/ 592059 h 592059"/>
              <a:gd name="connsiteX5" fmla="*/ 468230 w 764259"/>
              <a:gd name="connsiteY5" fmla="*/ 473647 h 592059"/>
              <a:gd name="connsiteX6" fmla="*/ 0 w 764259"/>
              <a:gd name="connsiteY6" fmla="*/ 473647 h 592059"/>
              <a:gd name="connsiteX7" fmla="*/ 0 w 764259"/>
              <a:gd name="connsiteY7" fmla="*/ 118412 h 59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259" h="592059">
                <a:moveTo>
                  <a:pt x="0" y="118412"/>
                </a:moveTo>
                <a:lnTo>
                  <a:pt x="468230" y="118412"/>
                </a:lnTo>
                <a:lnTo>
                  <a:pt x="468230" y="0"/>
                </a:lnTo>
                <a:lnTo>
                  <a:pt x="764259" y="296030"/>
                </a:lnTo>
                <a:lnTo>
                  <a:pt x="468230" y="592059"/>
                </a:lnTo>
                <a:lnTo>
                  <a:pt x="468230" y="473647"/>
                </a:lnTo>
                <a:lnTo>
                  <a:pt x="0" y="473647"/>
                </a:lnTo>
                <a:lnTo>
                  <a:pt x="0" y="118412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8412" rIns="177618" bIns="11841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600" kern="1200" dirty="0">
                <a:solidFill>
                  <a:schemeClr val="tx1"/>
                </a:solidFill>
              </a:rPr>
              <a:t>Igual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91B8FB-497F-4DB7-B2F3-A12F46E42C1B}"/>
              </a:ext>
            </a:extLst>
          </p:cNvPr>
          <p:cNvSpPr/>
          <p:nvPr/>
        </p:nvSpPr>
        <p:spPr>
          <a:xfrm>
            <a:off x="8483479" y="2707766"/>
            <a:ext cx="2378024" cy="1180583"/>
          </a:xfrm>
          <a:custGeom>
            <a:avLst/>
            <a:gdLst>
              <a:gd name="connsiteX0" fmla="*/ 0 w 2378024"/>
              <a:gd name="connsiteY0" fmla="*/ 118058 h 1180583"/>
              <a:gd name="connsiteX1" fmla="*/ 118058 w 2378024"/>
              <a:gd name="connsiteY1" fmla="*/ 0 h 1180583"/>
              <a:gd name="connsiteX2" fmla="*/ 2259966 w 2378024"/>
              <a:gd name="connsiteY2" fmla="*/ 0 h 1180583"/>
              <a:gd name="connsiteX3" fmla="*/ 2378024 w 2378024"/>
              <a:gd name="connsiteY3" fmla="*/ 118058 h 1180583"/>
              <a:gd name="connsiteX4" fmla="*/ 2378024 w 2378024"/>
              <a:gd name="connsiteY4" fmla="*/ 1062525 h 1180583"/>
              <a:gd name="connsiteX5" fmla="*/ 2259966 w 2378024"/>
              <a:gd name="connsiteY5" fmla="*/ 1180583 h 1180583"/>
              <a:gd name="connsiteX6" fmla="*/ 118058 w 2378024"/>
              <a:gd name="connsiteY6" fmla="*/ 1180583 h 1180583"/>
              <a:gd name="connsiteX7" fmla="*/ 0 w 2378024"/>
              <a:gd name="connsiteY7" fmla="*/ 1062525 h 1180583"/>
              <a:gd name="connsiteX8" fmla="*/ 0 w 2378024"/>
              <a:gd name="connsiteY8" fmla="*/ 118058 h 118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180583">
                <a:moveTo>
                  <a:pt x="0" y="118058"/>
                </a:moveTo>
                <a:cubicBezTo>
                  <a:pt x="0" y="52856"/>
                  <a:pt x="52856" y="0"/>
                  <a:pt x="118058" y="0"/>
                </a:cubicBezTo>
                <a:lnTo>
                  <a:pt x="2259966" y="0"/>
                </a:lnTo>
                <a:cubicBezTo>
                  <a:pt x="2325168" y="0"/>
                  <a:pt x="2378024" y="52856"/>
                  <a:pt x="2378024" y="118058"/>
                </a:cubicBezTo>
                <a:lnTo>
                  <a:pt x="2378024" y="1062525"/>
                </a:lnTo>
                <a:cubicBezTo>
                  <a:pt x="2378024" y="1127727"/>
                  <a:pt x="2325168" y="1180583"/>
                  <a:pt x="2259966" y="1180583"/>
                </a:cubicBezTo>
                <a:lnTo>
                  <a:pt x="118058" y="1180583"/>
                </a:lnTo>
                <a:cubicBezTo>
                  <a:pt x="52856" y="1180583"/>
                  <a:pt x="0" y="1127727"/>
                  <a:pt x="0" y="1062525"/>
                </a:cubicBezTo>
                <a:lnTo>
                  <a:pt x="0" y="11805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469728" numCol="1" spcCol="1270" anchor="t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kern="1200" dirty="0"/>
              <a:t>Pago Provisional a enterar en el Mes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CF450D7-8866-43D5-A99C-BC49B14A7E19}"/>
              </a:ext>
            </a:extLst>
          </p:cNvPr>
          <p:cNvSpPr/>
          <p:nvPr/>
        </p:nvSpPr>
        <p:spPr>
          <a:xfrm>
            <a:off x="8970545" y="3494821"/>
            <a:ext cx="2378024" cy="1800000"/>
          </a:xfrm>
          <a:custGeom>
            <a:avLst/>
            <a:gdLst>
              <a:gd name="connsiteX0" fmla="*/ 0 w 2378024"/>
              <a:gd name="connsiteY0" fmla="*/ 180000 h 1800000"/>
              <a:gd name="connsiteX1" fmla="*/ 180000 w 2378024"/>
              <a:gd name="connsiteY1" fmla="*/ 0 h 1800000"/>
              <a:gd name="connsiteX2" fmla="*/ 2198024 w 2378024"/>
              <a:gd name="connsiteY2" fmla="*/ 0 h 1800000"/>
              <a:gd name="connsiteX3" fmla="*/ 2378024 w 2378024"/>
              <a:gd name="connsiteY3" fmla="*/ 180000 h 1800000"/>
              <a:gd name="connsiteX4" fmla="*/ 2378024 w 2378024"/>
              <a:gd name="connsiteY4" fmla="*/ 1620000 h 1800000"/>
              <a:gd name="connsiteX5" fmla="*/ 2198024 w 2378024"/>
              <a:gd name="connsiteY5" fmla="*/ 1800000 h 1800000"/>
              <a:gd name="connsiteX6" fmla="*/ 180000 w 2378024"/>
              <a:gd name="connsiteY6" fmla="*/ 1800000 h 1800000"/>
              <a:gd name="connsiteX7" fmla="*/ 0 w 2378024"/>
              <a:gd name="connsiteY7" fmla="*/ 1620000 h 1800000"/>
              <a:gd name="connsiteX8" fmla="*/ 0 w 2378024"/>
              <a:gd name="connsiteY8" fmla="*/ 18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8024" h="1800000">
                <a:moveTo>
                  <a:pt x="0" y="180000"/>
                </a:moveTo>
                <a:cubicBezTo>
                  <a:pt x="0" y="80589"/>
                  <a:pt x="80589" y="0"/>
                  <a:pt x="180000" y="0"/>
                </a:cubicBezTo>
                <a:lnTo>
                  <a:pt x="2198024" y="0"/>
                </a:lnTo>
                <a:cubicBezTo>
                  <a:pt x="2297435" y="0"/>
                  <a:pt x="2378024" y="80589"/>
                  <a:pt x="2378024" y="180000"/>
                </a:cubicBezTo>
                <a:lnTo>
                  <a:pt x="2378024" y="1620000"/>
                </a:lnTo>
                <a:cubicBezTo>
                  <a:pt x="2378024" y="1719411"/>
                  <a:pt x="2297435" y="1800000"/>
                  <a:pt x="2198024" y="1800000"/>
                </a:cubicBezTo>
                <a:lnTo>
                  <a:pt x="180000" y="1800000"/>
                </a:lnTo>
                <a:cubicBezTo>
                  <a:pt x="80589" y="1800000"/>
                  <a:pt x="0" y="1719411"/>
                  <a:pt x="0" y="1620000"/>
                </a:cubicBezTo>
                <a:lnTo>
                  <a:pt x="0" y="18000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4960" tIns="194960" rIns="194960" bIns="194960" numCol="1" spcCol="1270" anchor="t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s-MX" sz="2000" kern="1200" dirty="0"/>
              <a:t>A más tardar el día 17 del mes siguiente al que corresponda el pago</a:t>
            </a:r>
          </a:p>
        </p:txBody>
      </p:sp>
    </p:spTree>
    <p:extLst>
      <p:ext uri="{BB962C8B-B14F-4D97-AF65-F5344CB8AC3E}">
        <p14:creationId xmlns:p14="http://schemas.microsoft.com/office/powerpoint/2010/main" val="833786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Pago provisional del mes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319497" y="1825625"/>
          <a:ext cx="7553007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9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Pago Provisional Acumulado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Pagos</a:t>
                      </a:r>
                      <a:r>
                        <a:rPr lang="es-MX" baseline="0" dirty="0"/>
                        <a:t> Anteriores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Pago del 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Febrero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Julio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Agosto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25.50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Septiembre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Octubre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Noviembre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Diciembre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6555545" y="2377439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6555544" y="2723392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6555543" y="3111547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6555543" y="3473548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6555537" y="3866048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6555541" y="4233215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6555540" y="4580349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6555540" y="4963858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6555540" y="5343179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6555539" y="5723008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6555538" y="6088769"/>
            <a:ext cx="1026941" cy="33762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39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1281-1755-458A-8D00-10EFFF99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pagos provisionales deben hacerse el día 17 del mes siguiente </a:t>
            </a:r>
            <a:r>
              <a:rPr lang="es-MX" sz="1800" dirty="0"/>
              <a:t>LISR 14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CA4E6C-28F2-401F-AEC6-1697F83DD0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210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CA5E-28B7-41EF-B64E-9C59B83F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D71B8D-2494-4BE6-8F20-5B82F18FD5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6353">
                  <a:extLst>
                    <a:ext uri="{9D8B030D-6E8A-4147-A177-3AD203B41FA5}">
                      <a16:colId xmlns:a16="http://schemas.microsoft.com/office/drawing/2014/main" val="899200598"/>
                    </a:ext>
                  </a:extLst>
                </a:gridCol>
                <a:gridCol w="1753412">
                  <a:extLst>
                    <a:ext uri="{9D8B030D-6E8A-4147-A177-3AD203B41FA5}">
                      <a16:colId xmlns:a16="http://schemas.microsoft.com/office/drawing/2014/main" val="646754769"/>
                    </a:ext>
                  </a:extLst>
                </a:gridCol>
                <a:gridCol w="1870305">
                  <a:extLst>
                    <a:ext uri="{9D8B030D-6E8A-4147-A177-3AD203B41FA5}">
                      <a16:colId xmlns:a16="http://schemas.microsoft.com/office/drawing/2014/main" val="3709665560"/>
                    </a:ext>
                  </a:extLst>
                </a:gridCol>
                <a:gridCol w="1777765">
                  <a:extLst>
                    <a:ext uri="{9D8B030D-6E8A-4147-A177-3AD203B41FA5}">
                      <a16:colId xmlns:a16="http://schemas.microsoft.com/office/drawing/2014/main" val="617108022"/>
                    </a:ext>
                  </a:extLst>
                </a:gridCol>
                <a:gridCol w="1777765">
                  <a:extLst>
                    <a:ext uri="{9D8B030D-6E8A-4147-A177-3AD203B41FA5}">
                      <a16:colId xmlns:a16="http://schemas.microsoft.com/office/drawing/2014/main" val="3704196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Caso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7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Ingresos del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5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Coeficiente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0.1482</a:t>
                      </a:r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0.1482</a:t>
                      </a:r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0.1482</a:t>
                      </a:r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0.1482</a:t>
                      </a:r>
                      <a:r>
                        <a:rPr lang="es-MX" strike="sngStrike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964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Utilidad Estimada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$14,820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$14,820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$14,820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$14,820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89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Pérdidas de Ejercicios Anteriores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10,170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62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Distribuciones a Socios (SC)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7,432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7,432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4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Base para el pago provisional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$14,820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$4,650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$7,388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90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02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Pago Provisional del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$4,446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$2,216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47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Pagos Provisionales anteriores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446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563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Pago del 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$1,770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dirty="0"/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232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11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EC1E-2AEE-4017-AA94-9EB4327E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Los contribuyentes podrán solicitar autorización para disminuir el Coeficiente </a:t>
            </a:r>
            <a:r>
              <a:rPr lang="es-MX" sz="2000" dirty="0"/>
              <a:t>(LISR-14-Séptimo Párrafo-b)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546E4F-8300-4ABA-BE66-391F23AD28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0687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28261-E21F-4BE0-8C63-03DA728EC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098"/>
            <a:ext cx="10515600" cy="613351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dirty="0"/>
              <a:t>Ingresos Acumulables</a:t>
            </a:r>
            <a:endParaRPr lang="es-MX" sz="1600" dirty="0">
              <a:solidFill>
                <a:srgbClr val="92D050"/>
              </a:solidFill>
            </a:endParaRPr>
          </a:p>
          <a:p>
            <a:pPr marL="0" indent="0" algn="ctr">
              <a:buNone/>
            </a:pPr>
            <a:r>
              <a:rPr lang="es-MX" dirty="0"/>
              <a:t>(Deducciones Autorizadas)</a:t>
            </a:r>
          </a:p>
          <a:p>
            <a:pPr marL="0" indent="0" algn="ctr">
              <a:buNone/>
            </a:pPr>
            <a:r>
              <a:rPr lang="es-MX" dirty="0"/>
              <a:t>(PTU)</a:t>
            </a:r>
          </a:p>
          <a:p>
            <a:pPr marL="0" indent="0" algn="ctr">
              <a:buNone/>
            </a:pPr>
            <a:r>
              <a:rPr lang="es-MX" sz="2600" dirty="0"/>
              <a:t>______________________________</a:t>
            </a:r>
            <a:endParaRPr lang="es-MX" dirty="0"/>
          </a:p>
          <a:p>
            <a:pPr marL="0" indent="0" algn="ctr">
              <a:buNone/>
            </a:pPr>
            <a:r>
              <a:rPr lang="es-MX" dirty="0"/>
              <a:t>Utilidad o (Pérdida) Fiscal</a:t>
            </a:r>
          </a:p>
          <a:p>
            <a:pPr marL="0" indent="0" algn="ctr">
              <a:buNone/>
            </a:pPr>
            <a:r>
              <a:rPr lang="es-MX" dirty="0"/>
              <a:t>(Pérdidas de Ejercicios Anteriores)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Resultado Fiscal</a:t>
            </a:r>
          </a:p>
          <a:p>
            <a:pPr marL="0" indent="0" algn="ctr">
              <a:buNone/>
            </a:pPr>
            <a:r>
              <a:rPr lang="es-MX" dirty="0"/>
              <a:t>Tasa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ISR del Ejercicio</a:t>
            </a:r>
          </a:p>
          <a:p>
            <a:pPr marL="0" indent="0" algn="ctr">
              <a:buNone/>
            </a:pPr>
            <a:r>
              <a:rPr lang="es-MX" dirty="0"/>
              <a:t>(Pagos Provisionales)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Saldo a Cargo a (Favor)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71EB054-AC74-4F9D-9AEF-C3E19A7C5F61}"/>
              </a:ext>
            </a:extLst>
          </p:cNvPr>
          <p:cNvSpPr/>
          <p:nvPr/>
        </p:nvSpPr>
        <p:spPr>
          <a:xfrm>
            <a:off x="8627164" y="436098"/>
            <a:ext cx="2358887" cy="742122"/>
          </a:xfrm>
          <a:prstGeom prst="wedgeRoundRectCallout">
            <a:avLst>
              <a:gd name="adj1" fmla="val -91058"/>
              <a:gd name="adj2" fmla="val 26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Modificación Patrimonial Positiva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0292670-F7B9-43F1-ADB1-5561211828D9}"/>
              </a:ext>
            </a:extLst>
          </p:cNvPr>
          <p:cNvSpPr/>
          <p:nvPr/>
        </p:nvSpPr>
        <p:spPr>
          <a:xfrm>
            <a:off x="1020418" y="634881"/>
            <a:ext cx="1895062" cy="742122"/>
          </a:xfrm>
          <a:prstGeom prst="wedgeRoundRectCallout">
            <a:avLst>
              <a:gd name="adj1" fmla="val 121125"/>
              <a:gd name="adj2" fmla="val 51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Estrictamente Indispensables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4222DC6-0CE8-4620-BF3D-A3910CE70130}"/>
              </a:ext>
            </a:extLst>
          </p:cNvPr>
          <p:cNvSpPr/>
          <p:nvPr/>
        </p:nvSpPr>
        <p:spPr>
          <a:xfrm>
            <a:off x="8971721" y="1603513"/>
            <a:ext cx="2703443" cy="636104"/>
          </a:xfrm>
          <a:prstGeom prst="wedgeRoundRectCallout">
            <a:avLst>
              <a:gd name="adj1" fmla="val -136519"/>
              <a:gd name="adj2" fmla="val -187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Pagada en el Ejercicio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7317FD5-8A23-4953-A811-26D511CC214B}"/>
              </a:ext>
            </a:extLst>
          </p:cNvPr>
          <p:cNvSpPr/>
          <p:nvPr/>
        </p:nvSpPr>
        <p:spPr>
          <a:xfrm>
            <a:off x="410819" y="2054087"/>
            <a:ext cx="3114260" cy="742122"/>
          </a:xfrm>
          <a:prstGeom prst="wedgeRoundRectCallout">
            <a:avLst>
              <a:gd name="adj1" fmla="val 57890"/>
              <a:gd name="adj2" fmla="val 76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Plazo Máximo: 10 Ejercicios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1BF44B31-5386-484C-B0AC-03BE426E23EB}"/>
              </a:ext>
            </a:extLst>
          </p:cNvPr>
          <p:cNvSpPr/>
          <p:nvPr/>
        </p:nvSpPr>
        <p:spPr>
          <a:xfrm>
            <a:off x="2279374" y="3863009"/>
            <a:ext cx="914400" cy="397565"/>
          </a:xfrm>
          <a:prstGeom prst="wedgeRoundRectCallout">
            <a:avLst>
              <a:gd name="adj1" fmla="val 313949"/>
              <a:gd name="adj2" fmla="val 391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30%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9099F72F-E206-4F7C-A39B-BBD81C32C71F}"/>
              </a:ext>
            </a:extLst>
          </p:cNvPr>
          <p:cNvSpPr/>
          <p:nvPr/>
        </p:nvSpPr>
        <p:spPr>
          <a:xfrm>
            <a:off x="8971721" y="3624471"/>
            <a:ext cx="2170043" cy="636103"/>
          </a:xfrm>
          <a:prstGeom prst="wedgeRoundRectCallout">
            <a:avLst>
              <a:gd name="adj1" fmla="val -125871"/>
              <a:gd name="adj2" fmla="val -229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puede ser Negativo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9380979-87D3-45B3-BE4A-B7D706A0909D}"/>
              </a:ext>
            </a:extLst>
          </p:cNvPr>
          <p:cNvSpPr/>
          <p:nvPr/>
        </p:nvSpPr>
        <p:spPr>
          <a:xfrm>
            <a:off x="505238" y="5355205"/>
            <a:ext cx="2584172" cy="1346319"/>
          </a:xfrm>
          <a:prstGeom prst="wedgeRoundRectCallout">
            <a:avLst>
              <a:gd name="adj1" fmla="val 104295"/>
              <a:gd name="adj2" fmla="val 103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La declaración se presenta 3 meses después de terminado el Ejercicio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1458131-75EE-45F4-9F84-A22092685F6E}"/>
              </a:ext>
            </a:extLst>
          </p:cNvPr>
          <p:cNvSpPr/>
          <p:nvPr/>
        </p:nvSpPr>
        <p:spPr>
          <a:xfrm>
            <a:off x="516836" y="4427450"/>
            <a:ext cx="2385390" cy="742122"/>
          </a:xfrm>
          <a:prstGeom prst="wedgeRoundRectCallout">
            <a:avLst>
              <a:gd name="adj1" fmla="val 121389"/>
              <a:gd name="adj2" fmla="val 76786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 calculan por períodos, no por mes</a:t>
            </a:r>
          </a:p>
        </p:txBody>
      </p:sp>
    </p:spTree>
    <p:extLst>
      <p:ext uri="{BB962C8B-B14F-4D97-AF65-F5344CB8AC3E}">
        <p14:creationId xmlns:p14="http://schemas.microsoft.com/office/powerpoint/2010/main" val="355010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941564-1966-4241-BE7B-D5F6FA78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600" dirty="0"/>
              <a:t>Al pagarse extemporáneamente una contribución debe pagarse la contribución actualizada y los recargos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BBAA13-E7B0-4D66-A696-079CE207E96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199" y="1825625"/>
          <a:ext cx="754614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C02CC609-8853-41E7-8327-29BADEE628B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609427" y="2567883"/>
          <a:ext cx="2996418" cy="2866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899">
                  <a:extLst>
                    <a:ext uri="{9D8B030D-6E8A-4147-A177-3AD203B41FA5}">
                      <a16:colId xmlns:a16="http://schemas.microsoft.com/office/drawing/2014/main" val="1315285567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1686544072"/>
                    </a:ext>
                  </a:extLst>
                </a:gridCol>
              </a:tblGrid>
              <a:tr h="54278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26680"/>
                  </a:ext>
                </a:extLst>
              </a:tr>
              <a:tr h="775409">
                <a:tc>
                  <a:txBody>
                    <a:bodyPr/>
                    <a:lstStyle/>
                    <a:p>
                      <a:r>
                        <a:rPr lang="es-MX" dirty="0"/>
                        <a:t>Tasa fijada por el Congreso de la Unión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710283"/>
                  </a:ext>
                </a:extLst>
              </a:tr>
              <a:tr h="542786">
                <a:tc>
                  <a:txBody>
                    <a:bodyPr/>
                    <a:lstStyle/>
                    <a:p>
                      <a:r>
                        <a:rPr lang="es-MX" dirty="0"/>
                        <a:t>Incremento del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877150"/>
                  </a:ext>
                </a:extLst>
              </a:tr>
              <a:tr h="31447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699750"/>
                  </a:ext>
                </a:extLst>
              </a:tr>
              <a:tr h="542786">
                <a:tc>
                  <a:txBody>
                    <a:bodyPr/>
                    <a:lstStyle/>
                    <a:p>
                      <a:r>
                        <a:rPr lang="es-MX" dirty="0"/>
                        <a:t>Tasa de Recargos mensual por mora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377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75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falta del INPC actual, se utiliza el último publicado </a:t>
            </a:r>
            <a:r>
              <a:rPr lang="es-MX" sz="1800" dirty="0"/>
              <a:t>(CFF 17-A Segundo párrafo)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MX" dirty="0"/>
          </a:p>
          <a:p>
            <a:r>
              <a:rPr lang="es-MX" dirty="0"/>
              <a:t>En los casos en que el Índice Nacional de Precios al Consumidor del mes anterior al más reciente del periodo, no haya sido publicado por el Instituto Nacional de Estadística y Geografía, la actualización de que se trate se realizará aplicando </a:t>
            </a:r>
            <a:r>
              <a:rPr lang="es-MX" dirty="0">
                <a:solidFill>
                  <a:srgbClr val="92D050"/>
                </a:solidFill>
              </a:rPr>
              <a:t>el último índice mensual publicado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363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DE42-878C-48E4-8DE2-8145A25BA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7552"/>
          </a:xfrm>
        </p:spPr>
        <p:txBody>
          <a:bodyPr>
            <a:normAutofit fontScale="90000"/>
          </a:bodyPr>
          <a:lstStyle/>
          <a:p>
            <a:r>
              <a:rPr lang="es-MX" dirty="0"/>
              <a:t>INPC más reciente / INPC más antiguo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9D4DC5-D666-41C0-80DF-EA8529B607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981563"/>
          <a:ext cx="10515600" cy="5399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323">
                  <a:extLst>
                    <a:ext uri="{9D8B030D-6E8A-4147-A177-3AD203B41FA5}">
                      <a16:colId xmlns:a16="http://schemas.microsoft.com/office/drawing/2014/main" val="12816088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3681259379"/>
                    </a:ext>
                  </a:extLst>
                </a:gridCol>
                <a:gridCol w="3217985">
                  <a:extLst>
                    <a:ext uri="{9D8B030D-6E8A-4147-A177-3AD203B41FA5}">
                      <a16:colId xmlns:a16="http://schemas.microsoft.com/office/drawing/2014/main" val="2642365867"/>
                    </a:ext>
                  </a:extLst>
                </a:gridCol>
                <a:gridCol w="973015">
                  <a:extLst>
                    <a:ext uri="{9D8B030D-6E8A-4147-A177-3AD203B41FA5}">
                      <a16:colId xmlns:a16="http://schemas.microsoft.com/office/drawing/2014/main" val="3496411349"/>
                    </a:ext>
                  </a:extLst>
                </a:gridCol>
              </a:tblGrid>
              <a:tr h="199167"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más reciente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más antiguo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Referencia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875671"/>
                  </a:ext>
                </a:extLst>
              </a:tr>
              <a:tr h="199167">
                <a:tc>
                  <a:txBody>
                    <a:bodyPr/>
                    <a:lstStyle/>
                    <a:p>
                      <a:r>
                        <a:rPr lang="es-MX" sz="1050" dirty="0"/>
                        <a:t>Factor de Ajuste de un 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que se trate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inmediato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05668"/>
                  </a:ext>
                </a:extLst>
              </a:tr>
              <a:tr h="199167">
                <a:tc>
                  <a:txBody>
                    <a:bodyPr/>
                    <a:lstStyle/>
                    <a:p>
                      <a:r>
                        <a:rPr lang="es-MX" sz="1050" dirty="0"/>
                        <a:t>Factor de Ajuste de un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más reciente del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más antiguo del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85916"/>
                  </a:ext>
                </a:extLst>
              </a:tr>
              <a:tr h="199167">
                <a:tc>
                  <a:txBody>
                    <a:bodyPr/>
                    <a:lstStyle/>
                    <a:p>
                      <a:r>
                        <a:rPr lang="es-MX" sz="1050" dirty="0"/>
                        <a:t>Factor de Ajuste Anual en Ejercicios de 12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Último Mes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50" dirty="0"/>
                        <a:t>Último Mes del Ejercicio Inmediato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44-III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763203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Factor de Ajuste Anual en Ejercicios de menos de 12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Último Mes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Anterior al Primer Mes del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44-III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79840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Actualización de pérdidas (meses pares)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Cierre de Ejercicio o Último Mes de la Primera Mitad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Primer Mes de la Segunda Mitad o Última Actualización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060180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Actualización de pérdidas (meses impares)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Cierre de Ejercicio o Último Mes de la Primera Mitad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siguiente al Primer Mes de la Segunda Mitad o Última Actualización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5840"/>
                  </a:ext>
                </a:extLst>
              </a:tr>
              <a:tr h="199167">
                <a:tc>
                  <a:txBody>
                    <a:bodyPr/>
                    <a:lstStyle/>
                    <a:p>
                      <a:r>
                        <a:rPr lang="es-MX" sz="1050" dirty="0"/>
                        <a:t>Enajenación de Terrenos y Otros Bienes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Anterior al de Enajenación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000762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Pérdidas en Enajenación de 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Cierre de Ejercicio en que se Incurrieron o  Cierre del Ejercicio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en que se Incurrieron o Última Actualización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28-XVII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247761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Deducción de Inversiones (meses pares)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Último Mes de la Primera Mitad del Período de Uso en 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099993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Deducción de Inversiones (meses impares)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Anterior al Último Mes de la Primera Mitad del Período de Uso en el Ejercicio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Adquisición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39899"/>
                  </a:ext>
                </a:extLst>
              </a:tr>
              <a:tr h="45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dirty="0"/>
                        <a:t>Cantidades NO Reinvertidas por Recuperaciones de Seguros</a:t>
                      </a:r>
                    </a:p>
                    <a:p>
                      <a:endParaRPr lang="es-MX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dirty="0"/>
                        <a:t>Mes en que Debe Acumularse la Recuperación</a:t>
                      </a:r>
                    </a:p>
                    <a:p>
                      <a:pPr algn="ctr"/>
                      <a:endParaRPr lang="es-MX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dirty="0"/>
                        <a:t>Mes en que se Obtuvo la Recuperación</a:t>
                      </a:r>
                    </a:p>
                    <a:p>
                      <a:pPr algn="ctr"/>
                      <a:endParaRPr lang="es-MX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322602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r>
                        <a:rPr lang="es-MX" sz="1050" dirty="0"/>
                        <a:t>CUCA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Cierre de Ejercicio; de  Aportación o de Reducción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la Última Actualización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21104"/>
                  </a:ext>
                </a:extLst>
              </a:tr>
              <a:tr h="439068">
                <a:tc>
                  <a:txBody>
                    <a:bodyPr/>
                    <a:lstStyle/>
                    <a:p>
                      <a:r>
                        <a:rPr lang="es-MX" sz="1050" dirty="0"/>
                        <a:t>CUFIN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Cierre de Ejercicio, de Percepción o Distribución de Dividendos o Utilidades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de la Última Actualización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LISR 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931956"/>
                  </a:ext>
                </a:extLst>
              </a:tr>
              <a:tr h="199167">
                <a:tc>
                  <a:txBody>
                    <a:bodyPr/>
                    <a:lstStyle/>
                    <a:p>
                      <a:r>
                        <a:rPr lang="es-MX" sz="1050" dirty="0"/>
                        <a:t>Actualización de Contribuciones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Anterior al Mes en que se Paga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Mes Anterior al Mes que Debió Pagarse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dirty="0"/>
                        <a:t>CFF 17A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991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64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BDF9-060A-4508-90DF-2551CD87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Tanto la LISR como el CFF tienen Factores de Actualización pero con usos distintos.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401458-9C88-4AA7-9E40-7384490FEF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1232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Resumen de Tasas Mensuales de Recargos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2758913"/>
              </p:ext>
            </p:extLst>
          </p:nvPr>
        </p:nvGraphicFramePr>
        <p:xfrm>
          <a:off x="838200" y="1825625"/>
          <a:ext cx="10515600" cy="4459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2185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Sobre Saldos Insolutos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Recargos</a:t>
                      </a:r>
                      <a:r>
                        <a:rPr lang="es-MX" baseline="0" dirty="0"/>
                        <a:t> por Mora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Hasta</a:t>
                      </a:r>
                      <a:r>
                        <a:rPr lang="es-MX" baseline="0" dirty="0"/>
                        <a:t> 12 Parcialidades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Hasta 24 Parcialidades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Más</a:t>
                      </a:r>
                      <a:r>
                        <a:rPr lang="es-MX" baseline="0" dirty="0"/>
                        <a:t> de 24 Parcialidades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2018 - 2025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498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90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071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293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07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Pago Extemporáneo de Contribuciones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4210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Resumen de Multas por </a:t>
            </a:r>
            <a:r>
              <a:rPr lang="es-MX"/>
              <a:t>pago extemporáneo</a:t>
            </a:r>
            <a:endParaRPr lang="es-MX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3548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Pago Espontáneo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Omisión Descubierta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Referencia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Pago Extemporáneo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Sin</a:t>
                      </a:r>
                      <a:r>
                        <a:rPr lang="es-MX" baseline="0" dirty="0"/>
                        <a:t> multa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Del 55% al</a:t>
                      </a:r>
                      <a:r>
                        <a:rPr lang="es-MX" baseline="0" dirty="0"/>
                        <a:t> 75% de la Contribución Omitida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CFF 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Antes de Acta Final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CFF 76 y LFDC 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Antes de Liquidación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CFF 76 y LFDC 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Pago a los 45 días de </a:t>
                      </a:r>
                      <a:r>
                        <a:rPr lang="es-MX"/>
                        <a:t>la liquidación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rgbClr val="FF0000"/>
                          </a:solidFill>
                        </a:rPr>
                        <a:t>REDUCCIÓN</a:t>
                      </a:r>
                      <a:r>
                        <a:rPr lang="es-MX" dirty="0"/>
                        <a:t> del 20% de la Contribución</a:t>
                      </a:r>
                      <a:r>
                        <a:rPr lang="es-MX" baseline="0" dirty="0"/>
                        <a:t> Omitida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CFF 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Pérdidas</a:t>
                      </a:r>
                      <a:r>
                        <a:rPr lang="es-MX" baseline="0" dirty="0"/>
                        <a:t> no procedentes pero no utilizadas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Sin multa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Sin multa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CFF 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MX" dirty="0"/>
                        <a:t>Pérdidas no procedentes</a:t>
                      </a:r>
                      <a:r>
                        <a:rPr lang="es-MX" baseline="0" dirty="0"/>
                        <a:t> utilizadas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Sin multa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30%</a:t>
                      </a:r>
                      <a:r>
                        <a:rPr lang="es-MX" baseline="0" dirty="0"/>
                        <a:t> a 40% de la Pérdida Excedente Declarada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CFF 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477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AA1D-10F2-4824-A7FA-BB01B52C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Saldos a Favor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A321D0-9F4A-455F-9683-B0EE652710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3222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Saldos a favor de ISR – Devoluciones </a:t>
            </a:r>
            <a:r>
              <a:rPr lang="es-MX" sz="1800" dirty="0"/>
              <a:t>(CFF 22)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4187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28261-E21F-4BE0-8C63-03DA728EC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098"/>
            <a:ext cx="10515600" cy="613351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dirty="0"/>
              <a:t>Ingresos Acumulables</a:t>
            </a:r>
            <a:endParaRPr lang="es-MX" sz="1600" dirty="0">
              <a:solidFill>
                <a:srgbClr val="92D050"/>
              </a:solidFill>
            </a:endParaRPr>
          </a:p>
          <a:p>
            <a:pPr marL="0" indent="0" algn="ctr">
              <a:buNone/>
            </a:pPr>
            <a:r>
              <a:rPr lang="es-MX" dirty="0"/>
              <a:t>(Deducciones Autorizadas)</a:t>
            </a:r>
          </a:p>
          <a:p>
            <a:pPr marL="0" indent="0" algn="ctr">
              <a:buNone/>
            </a:pPr>
            <a:r>
              <a:rPr lang="es-MX" dirty="0"/>
              <a:t>(PTU)</a:t>
            </a:r>
          </a:p>
          <a:p>
            <a:pPr marL="0" indent="0" algn="ctr">
              <a:buNone/>
            </a:pPr>
            <a:r>
              <a:rPr lang="es-MX" sz="2600" dirty="0"/>
              <a:t>______________________________</a:t>
            </a:r>
            <a:endParaRPr lang="es-MX" dirty="0"/>
          </a:p>
          <a:p>
            <a:pPr marL="0" indent="0" algn="ctr">
              <a:buNone/>
            </a:pPr>
            <a:r>
              <a:rPr lang="es-MX" dirty="0"/>
              <a:t>Utilidad o (Pérdida) Fiscal</a:t>
            </a:r>
          </a:p>
          <a:p>
            <a:pPr marL="0" indent="0" algn="ctr">
              <a:buNone/>
            </a:pPr>
            <a:r>
              <a:rPr lang="es-MX" dirty="0"/>
              <a:t>(Pérdidas de Ejercicios Anteriores)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Resultado Fiscal</a:t>
            </a:r>
          </a:p>
          <a:p>
            <a:pPr marL="0" indent="0" algn="ctr">
              <a:buNone/>
            </a:pPr>
            <a:r>
              <a:rPr lang="es-MX" dirty="0"/>
              <a:t>Tasa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ISR del Ejercicio</a:t>
            </a:r>
          </a:p>
          <a:p>
            <a:pPr marL="0" indent="0" algn="ctr">
              <a:buNone/>
            </a:pPr>
            <a:r>
              <a:rPr lang="es-MX" dirty="0"/>
              <a:t>(Pagos Provisionales)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Saldo a Cargo a (Favor)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71EB054-AC74-4F9D-9AEF-C3E19A7C5F61}"/>
              </a:ext>
            </a:extLst>
          </p:cNvPr>
          <p:cNvSpPr/>
          <p:nvPr/>
        </p:nvSpPr>
        <p:spPr>
          <a:xfrm>
            <a:off x="8627164" y="436098"/>
            <a:ext cx="2358887" cy="742122"/>
          </a:xfrm>
          <a:prstGeom prst="wedgeRoundRectCallout">
            <a:avLst>
              <a:gd name="adj1" fmla="val -91058"/>
              <a:gd name="adj2" fmla="val 26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Modificación Patrimonial Positiva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0292670-F7B9-43F1-ADB1-5561211828D9}"/>
              </a:ext>
            </a:extLst>
          </p:cNvPr>
          <p:cNvSpPr/>
          <p:nvPr/>
        </p:nvSpPr>
        <p:spPr>
          <a:xfrm>
            <a:off x="1020418" y="634881"/>
            <a:ext cx="1895062" cy="742122"/>
          </a:xfrm>
          <a:prstGeom prst="wedgeRoundRectCallout">
            <a:avLst>
              <a:gd name="adj1" fmla="val 121125"/>
              <a:gd name="adj2" fmla="val 51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Estrictamente Indispensables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4222DC6-0CE8-4620-BF3D-A3910CE70130}"/>
              </a:ext>
            </a:extLst>
          </p:cNvPr>
          <p:cNvSpPr/>
          <p:nvPr/>
        </p:nvSpPr>
        <p:spPr>
          <a:xfrm>
            <a:off x="8971721" y="1603513"/>
            <a:ext cx="2703443" cy="636104"/>
          </a:xfrm>
          <a:prstGeom prst="wedgeRoundRectCallout">
            <a:avLst>
              <a:gd name="adj1" fmla="val -136519"/>
              <a:gd name="adj2" fmla="val -187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Pagada en el Ejercicio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7317FD5-8A23-4953-A811-26D511CC214B}"/>
              </a:ext>
            </a:extLst>
          </p:cNvPr>
          <p:cNvSpPr/>
          <p:nvPr/>
        </p:nvSpPr>
        <p:spPr>
          <a:xfrm>
            <a:off x="410819" y="2054087"/>
            <a:ext cx="3114260" cy="742122"/>
          </a:xfrm>
          <a:prstGeom prst="wedgeRoundRectCallout">
            <a:avLst>
              <a:gd name="adj1" fmla="val 57890"/>
              <a:gd name="adj2" fmla="val 76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Plazo Máximo: 10 Ejercicios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1BF44B31-5386-484C-B0AC-03BE426E23EB}"/>
              </a:ext>
            </a:extLst>
          </p:cNvPr>
          <p:cNvSpPr/>
          <p:nvPr/>
        </p:nvSpPr>
        <p:spPr>
          <a:xfrm>
            <a:off x="2279374" y="3863009"/>
            <a:ext cx="914400" cy="397565"/>
          </a:xfrm>
          <a:prstGeom prst="wedgeRoundRectCallout">
            <a:avLst>
              <a:gd name="adj1" fmla="val 313949"/>
              <a:gd name="adj2" fmla="val 391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30%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9099F72F-E206-4F7C-A39B-BBD81C32C71F}"/>
              </a:ext>
            </a:extLst>
          </p:cNvPr>
          <p:cNvSpPr/>
          <p:nvPr/>
        </p:nvSpPr>
        <p:spPr>
          <a:xfrm>
            <a:off x="8971721" y="3624471"/>
            <a:ext cx="2170043" cy="636103"/>
          </a:xfrm>
          <a:prstGeom prst="wedgeRoundRectCallout">
            <a:avLst>
              <a:gd name="adj1" fmla="val -125871"/>
              <a:gd name="adj2" fmla="val -229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puede ser Negativo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9380979-87D3-45B3-BE4A-B7D706A0909D}"/>
              </a:ext>
            </a:extLst>
          </p:cNvPr>
          <p:cNvSpPr/>
          <p:nvPr/>
        </p:nvSpPr>
        <p:spPr>
          <a:xfrm>
            <a:off x="505238" y="5355205"/>
            <a:ext cx="2584172" cy="1346319"/>
          </a:xfrm>
          <a:prstGeom prst="wedgeRoundRectCallout">
            <a:avLst>
              <a:gd name="adj1" fmla="val 104295"/>
              <a:gd name="adj2" fmla="val 103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La declaración se presenta 3 meses después de terminado el Ejercicio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1458131-75EE-45F4-9F84-A22092685F6E}"/>
              </a:ext>
            </a:extLst>
          </p:cNvPr>
          <p:cNvSpPr/>
          <p:nvPr/>
        </p:nvSpPr>
        <p:spPr>
          <a:xfrm>
            <a:off x="516836" y="4427450"/>
            <a:ext cx="2385390" cy="742122"/>
          </a:xfrm>
          <a:prstGeom prst="wedgeRoundRectCallout">
            <a:avLst>
              <a:gd name="adj1" fmla="val 121389"/>
              <a:gd name="adj2" fmla="val 76786"/>
              <a:gd name="adj3" fmla="val 16667"/>
            </a:avLst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 calculan por períodos, no por mes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76C8B76-AA35-4E58-A37D-1429DA3A136A}"/>
              </a:ext>
            </a:extLst>
          </p:cNvPr>
          <p:cNvSpPr/>
          <p:nvPr/>
        </p:nvSpPr>
        <p:spPr>
          <a:xfrm>
            <a:off x="8796133" y="5551285"/>
            <a:ext cx="3263346" cy="954157"/>
          </a:xfrm>
          <a:prstGeom prst="wedgeRoundRectCallout">
            <a:avLst>
              <a:gd name="adj1" fmla="val -84589"/>
              <a:gd name="adj2" fmla="val 20833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Los Saldos a Favor pueden compensarse o solicitarse en devolución</a:t>
            </a:r>
          </a:p>
        </p:txBody>
      </p:sp>
    </p:spTree>
    <p:extLst>
      <p:ext uri="{BB962C8B-B14F-4D97-AF65-F5344CB8AC3E}">
        <p14:creationId xmlns:p14="http://schemas.microsoft.com/office/powerpoint/2010/main" val="3298399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28261-E21F-4BE0-8C63-03DA728EC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098"/>
            <a:ext cx="10515600" cy="613351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dirty="0"/>
              <a:t>Ingresos Acumulables</a:t>
            </a:r>
            <a:endParaRPr lang="es-MX" sz="1600" dirty="0">
              <a:solidFill>
                <a:srgbClr val="92D050"/>
              </a:solidFill>
            </a:endParaRPr>
          </a:p>
          <a:p>
            <a:pPr marL="0" indent="0" algn="ctr">
              <a:buNone/>
            </a:pPr>
            <a:r>
              <a:rPr lang="es-MX" dirty="0"/>
              <a:t>(Deducciones Autorizadas)</a:t>
            </a:r>
          </a:p>
          <a:p>
            <a:pPr marL="0" indent="0" algn="ctr">
              <a:buNone/>
            </a:pPr>
            <a:r>
              <a:rPr lang="es-MX" dirty="0"/>
              <a:t>(PTU)</a:t>
            </a:r>
          </a:p>
          <a:p>
            <a:pPr marL="0" indent="0" algn="ctr">
              <a:buNone/>
            </a:pPr>
            <a:r>
              <a:rPr lang="es-MX" sz="2600" dirty="0"/>
              <a:t>______________________________</a:t>
            </a:r>
            <a:endParaRPr lang="es-MX" dirty="0"/>
          </a:p>
          <a:p>
            <a:pPr marL="0" indent="0" algn="ctr">
              <a:buNone/>
            </a:pPr>
            <a:r>
              <a:rPr lang="es-MX" dirty="0"/>
              <a:t>Utilidad o (Pérdida) Fiscal</a:t>
            </a:r>
          </a:p>
          <a:p>
            <a:pPr marL="0" indent="0" algn="ctr">
              <a:buNone/>
            </a:pPr>
            <a:r>
              <a:rPr lang="es-MX" dirty="0"/>
              <a:t>(Pérdidas de Ejercicios Anteriores)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Resultado Fiscal</a:t>
            </a:r>
          </a:p>
          <a:p>
            <a:pPr marL="0" indent="0" algn="ctr">
              <a:buNone/>
            </a:pPr>
            <a:r>
              <a:rPr lang="es-MX" dirty="0"/>
              <a:t>Tasa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ISR del Ejercicio</a:t>
            </a:r>
          </a:p>
          <a:p>
            <a:pPr marL="0" indent="0" algn="ctr">
              <a:buNone/>
            </a:pPr>
            <a:r>
              <a:rPr lang="es-MX" dirty="0"/>
              <a:t>(Pagos Provisionales)</a:t>
            </a:r>
          </a:p>
          <a:p>
            <a:pPr marL="0" indent="0" algn="ctr">
              <a:buNone/>
            </a:pPr>
            <a:r>
              <a:rPr lang="es-MX" dirty="0"/>
              <a:t>______________________________</a:t>
            </a:r>
          </a:p>
          <a:p>
            <a:pPr marL="0" indent="0" algn="ctr">
              <a:buNone/>
            </a:pPr>
            <a:r>
              <a:rPr lang="es-MX" dirty="0"/>
              <a:t>Saldo a Cargo a (Favor)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71EB054-AC74-4F9D-9AEF-C3E19A7C5F61}"/>
              </a:ext>
            </a:extLst>
          </p:cNvPr>
          <p:cNvSpPr/>
          <p:nvPr/>
        </p:nvSpPr>
        <p:spPr>
          <a:xfrm>
            <a:off x="8627164" y="436098"/>
            <a:ext cx="2358887" cy="742122"/>
          </a:xfrm>
          <a:prstGeom prst="wedgeRoundRectCallout">
            <a:avLst>
              <a:gd name="adj1" fmla="val -91058"/>
              <a:gd name="adj2" fmla="val 26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Modificación Patrimonial Positiva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0292670-F7B9-43F1-ADB1-5561211828D9}"/>
              </a:ext>
            </a:extLst>
          </p:cNvPr>
          <p:cNvSpPr/>
          <p:nvPr/>
        </p:nvSpPr>
        <p:spPr>
          <a:xfrm>
            <a:off x="1020418" y="634881"/>
            <a:ext cx="1895062" cy="742122"/>
          </a:xfrm>
          <a:prstGeom prst="wedgeRoundRectCallout">
            <a:avLst>
              <a:gd name="adj1" fmla="val 121125"/>
              <a:gd name="adj2" fmla="val 51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Estrictamente Indispensables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4222DC6-0CE8-4620-BF3D-A3910CE70130}"/>
              </a:ext>
            </a:extLst>
          </p:cNvPr>
          <p:cNvSpPr/>
          <p:nvPr/>
        </p:nvSpPr>
        <p:spPr>
          <a:xfrm>
            <a:off x="8971721" y="1603513"/>
            <a:ext cx="2703443" cy="636104"/>
          </a:xfrm>
          <a:prstGeom prst="wedgeRoundRectCallout">
            <a:avLst>
              <a:gd name="adj1" fmla="val -136519"/>
              <a:gd name="adj2" fmla="val -187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Pagada en el Ejercicio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7317FD5-8A23-4953-A811-26D511CC214B}"/>
              </a:ext>
            </a:extLst>
          </p:cNvPr>
          <p:cNvSpPr/>
          <p:nvPr/>
        </p:nvSpPr>
        <p:spPr>
          <a:xfrm>
            <a:off x="410819" y="2054087"/>
            <a:ext cx="3114260" cy="742122"/>
          </a:xfrm>
          <a:prstGeom prst="wedgeRoundRectCallout">
            <a:avLst>
              <a:gd name="adj1" fmla="val 57890"/>
              <a:gd name="adj2" fmla="val 76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Plazo Máximo: 10 Ejercicios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1BF44B31-5386-484C-B0AC-03BE426E23EB}"/>
              </a:ext>
            </a:extLst>
          </p:cNvPr>
          <p:cNvSpPr/>
          <p:nvPr/>
        </p:nvSpPr>
        <p:spPr>
          <a:xfrm>
            <a:off x="2279374" y="3863009"/>
            <a:ext cx="914400" cy="397565"/>
          </a:xfrm>
          <a:prstGeom prst="wedgeRoundRectCallout">
            <a:avLst>
              <a:gd name="adj1" fmla="val 313949"/>
              <a:gd name="adj2" fmla="val 391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30%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9099F72F-E206-4F7C-A39B-BBD81C32C71F}"/>
              </a:ext>
            </a:extLst>
          </p:cNvPr>
          <p:cNvSpPr/>
          <p:nvPr/>
        </p:nvSpPr>
        <p:spPr>
          <a:xfrm>
            <a:off x="8971721" y="3624471"/>
            <a:ext cx="2170043" cy="636103"/>
          </a:xfrm>
          <a:prstGeom prst="wedgeRoundRectCallout">
            <a:avLst>
              <a:gd name="adj1" fmla="val -125871"/>
              <a:gd name="adj2" fmla="val -229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puede ser Negativo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9380979-87D3-45B3-BE4A-B7D706A0909D}"/>
              </a:ext>
            </a:extLst>
          </p:cNvPr>
          <p:cNvSpPr/>
          <p:nvPr/>
        </p:nvSpPr>
        <p:spPr>
          <a:xfrm>
            <a:off x="505238" y="5355205"/>
            <a:ext cx="2584172" cy="1346319"/>
          </a:xfrm>
          <a:prstGeom prst="wedgeRoundRectCallout">
            <a:avLst>
              <a:gd name="adj1" fmla="val 104295"/>
              <a:gd name="adj2" fmla="val 103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La declaración se presenta 3 meses después de terminado el Ejercicio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1458131-75EE-45F4-9F84-A22092685F6E}"/>
              </a:ext>
            </a:extLst>
          </p:cNvPr>
          <p:cNvSpPr/>
          <p:nvPr/>
        </p:nvSpPr>
        <p:spPr>
          <a:xfrm>
            <a:off x="516836" y="4427450"/>
            <a:ext cx="2385390" cy="742122"/>
          </a:xfrm>
          <a:prstGeom prst="wedgeRoundRectCallout">
            <a:avLst>
              <a:gd name="adj1" fmla="val 121389"/>
              <a:gd name="adj2" fmla="val 767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 calculan por períodos, no por mes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76C8B76-AA35-4E58-A37D-1429DA3A136A}"/>
              </a:ext>
            </a:extLst>
          </p:cNvPr>
          <p:cNvSpPr/>
          <p:nvPr/>
        </p:nvSpPr>
        <p:spPr>
          <a:xfrm>
            <a:off x="8796133" y="5551285"/>
            <a:ext cx="3263346" cy="954157"/>
          </a:xfrm>
          <a:prstGeom prst="wedgeRoundRectCallout">
            <a:avLst>
              <a:gd name="adj1" fmla="val -84589"/>
              <a:gd name="adj2" fmla="val 208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Los Saldos a Favor pueden compensarse o solicitarse en devolución</a:t>
            </a:r>
          </a:p>
        </p:txBody>
      </p:sp>
    </p:spTree>
    <p:extLst>
      <p:ext uri="{BB962C8B-B14F-4D97-AF65-F5344CB8AC3E}">
        <p14:creationId xmlns:p14="http://schemas.microsoft.com/office/powerpoint/2010/main" val="37877860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2296</Words>
  <Application>Microsoft Office PowerPoint</Application>
  <PresentationFormat>Panorámica</PresentationFormat>
  <Paragraphs>734</Paragraphs>
  <Slides>26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Tema de Office</vt:lpstr>
      <vt:lpstr>Pagos Provisionales ISR</vt:lpstr>
      <vt:lpstr>Coeficiente de Utilidad LISR 14-I</vt:lpstr>
      <vt:lpstr>Coeficiente de Utilidad para 2XX6</vt:lpstr>
      <vt:lpstr>Utilidad Estimada LISR 14-II</vt:lpstr>
      <vt:lpstr>Utilidad Estimada</vt:lpstr>
      <vt:lpstr>Utilidad Fiscal para Pagos Provisionales LISR 14-II</vt:lpstr>
      <vt:lpstr>Utilidad Fiscal para Pagos Provisionales</vt:lpstr>
      <vt:lpstr>Pago Provisional Acumulado LISR 14-III</vt:lpstr>
      <vt:lpstr>Pago provisional acumulado</vt:lpstr>
      <vt:lpstr>Pago Provisional a enterar en el Mes LISR 14-III</vt:lpstr>
      <vt:lpstr>Pago provisional del mes</vt:lpstr>
      <vt:lpstr>Los pagos provisionales deben hacerse el día 17 del mes siguiente LISR 14</vt:lpstr>
      <vt:lpstr>Ejemplos</vt:lpstr>
      <vt:lpstr>Los contribuyentes podrán solicitar autorización para disminuir el Coeficiente (LISR-14-Séptimo Párrafo-b)</vt:lpstr>
      <vt:lpstr>Presentación de PowerPoint</vt:lpstr>
      <vt:lpstr>Al pagarse extemporáneamente una contribución debe pagarse la contribución actualizada y los recargos</vt:lpstr>
      <vt:lpstr>A falta del INPC actual, se utiliza el último publicado (CFF 17-A Segundo párrafo)</vt:lpstr>
      <vt:lpstr>INPC más reciente / INPC más antiguo</vt:lpstr>
      <vt:lpstr>Tanto la LISR como el CFF tienen Factores de Actualización pero con usos distintos.</vt:lpstr>
      <vt:lpstr>Resumen de Tasas Mensuales de Recargos</vt:lpstr>
      <vt:lpstr>Pago Extemporáneo de Contribuciones</vt:lpstr>
      <vt:lpstr>Resumen de Multas por pago extemporáneo</vt:lpstr>
      <vt:lpstr>Saldos a Favor</vt:lpstr>
      <vt:lpstr>Saldos a favor de ISR – Devoluciones (CFF 22)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Oportunidad</dc:title>
  <dc:creator>Jaime De Leon R.</dc:creator>
  <cp:lastModifiedBy>Jaime De León R.</cp:lastModifiedBy>
  <cp:revision>4</cp:revision>
  <dcterms:created xsi:type="dcterms:W3CDTF">2022-06-10T16:01:17Z</dcterms:created>
  <dcterms:modified xsi:type="dcterms:W3CDTF">2025-03-19T14:35:04Z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37ea1f-2c5d-459d-abec-9c12fc11b92c_Enabled">
    <vt:lpwstr>true</vt:lpwstr>
  </property>
  <property fmtid="{D5CDD505-2E9C-101B-9397-08002B2CF9AE}" pid="3" name="MSIP_Label_d537ea1f-2c5d-459d-abec-9c12fc11b92c_SetDate">
    <vt:lpwstr>2024-09-11T19:48:15Z</vt:lpwstr>
  </property>
  <property fmtid="{D5CDD505-2E9C-101B-9397-08002B2CF9AE}" pid="4" name="MSIP_Label_d537ea1f-2c5d-459d-abec-9c12fc11b92c_Method">
    <vt:lpwstr>Privileged</vt:lpwstr>
  </property>
  <property fmtid="{D5CDD505-2E9C-101B-9397-08002B2CF9AE}" pid="5" name="MSIP_Label_d537ea1f-2c5d-459d-abec-9c12fc11b92c_Name">
    <vt:lpwstr>General</vt:lpwstr>
  </property>
  <property fmtid="{D5CDD505-2E9C-101B-9397-08002B2CF9AE}" pid="6" name="MSIP_Label_d537ea1f-2c5d-459d-abec-9c12fc11b92c_SiteId">
    <vt:lpwstr>5a3c2a26-df13-4524-9df2-07d9a4d4a7d0</vt:lpwstr>
  </property>
  <property fmtid="{D5CDD505-2E9C-101B-9397-08002B2CF9AE}" pid="7" name="MSIP_Label_d537ea1f-2c5d-459d-abec-9c12fc11b92c_ActionId">
    <vt:lpwstr>8dbc8b15-e698-448c-8ae4-ce6e05993e9a</vt:lpwstr>
  </property>
  <property fmtid="{D5CDD505-2E9C-101B-9397-08002B2CF9AE}" pid="8" name="MSIP_Label_d537ea1f-2c5d-459d-abec-9c12fc11b92c_ContentBits">
    <vt:lpwstr>0</vt:lpwstr>
  </property>
</Properties>
</file>